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theme/theme2.xml" ContentType="application/vnd.openxmlformats-officedocument.theme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theme/theme3.xml" ContentType="application/vnd.openxmlformats-officedocument.theme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36.xml" ContentType="application/vnd.openxmlformats-officedocument.presentationml.slideLayout+xml"/>
  <Override PartName="/ppt/theme/theme4.xml" ContentType="application/vnd.openxmlformats-officedocument.theme+xml"/>
  <Override PartName="/ppt/slideLayouts/slideLayout137.xml" ContentType="application/vnd.openxmlformats-officedocument.presentationml.slideLayout+xml"/>
  <Override PartName="/ppt/slideLayouts/slideLayout138.xml" ContentType="application/vnd.openxmlformats-officedocument.presentationml.slideLayout+xml"/>
  <Override PartName="/ppt/slideLayouts/slideLayout139.xml" ContentType="application/vnd.openxmlformats-officedocument.presentationml.slideLayout+xml"/>
  <Override PartName="/ppt/slideLayouts/slideLayout140.xml" ContentType="application/vnd.openxmlformats-officedocument.presentationml.slideLayout+xml"/>
  <Override PartName="/ppt/slideLayouts/slideLayout141.xml" ContentType="application/vnd.openxmlformats-officedocument.presentationml.slideLayout+xml"/>
  <Override PartName="/ppt/slideLayouts/slideLayout142.xml" ContentType="application/vnd.openxmlformats-officedocument.presentationml.slideLayout+xml"/>
  <Override PartName="/ppt/slideLayouts/slideLayout143.xml" ContentType="application/vnd.openxmlformats-officedocument.presentationml.slideLayout+xml"/>
  <Override PartName="/ppt/slideLayouts/slideLayout144.xml" ContentType="application/vnd.openxmlformats-officedocument.presentationml.slideLayout+xml"/>
  <Override PartName="/ppt/slideLayouts/slideLayout145.xml" ContentType="application/vnd.openxmlformats-officedocument.presentationml.slideLayout+xml"/>
  <Override PartName="/ppt/slideLayouts/slideLayout146.xml" ContentType="application/vnd.openxmlformats-officedocument.presentationml.slideLayout+xml"/>
  <Override PartName="/ppt/slideLayouts/slideLayout147.xml" ContentType="application/vnd.openxmlformats-officedocument.presentationml.slideLayout+xml"/>
  <Override PartName="/ppt/slideLayouts/slideLayout148.xml" ContentType="application/vnd.openxmlformats-officedocument.presentationml.slideLayout+xml"/>
  <Override PartName="/ppt/slideLayouts/slideLayout149.xml" ContentType="application/vnd.openxmlformats-officedocument.presentationml.slideLayout+xml"/>
  <Override PartName="/ppt/slideLayouts/slideLayout150.xml" ContentType="application/vnd.openxmlformats-officedocument.presentationml.slideLayout+xml"/>
  <Override PartName="/ppt/slideLayouts/slideLayout151.xml" ContentType="application/vnd.openxmlformats-officedocument.presentationml.slideLayout+xml"/>
  <Override PartName="/ppt/slideLayouts/slideLayout152.xml" ContentType="application/vnd.openxmlformats-officedocument.presentationml.slideLayout+xml"/>
  <Override PartName="/ppt/slideLayouts/slideLayout153.xml" ContentType="application/vnd.openxmlformats-officedocument.presentationml.slideLayout+xml"/>
  <Override PartName="/ppt/slideLayouts/slideLayout154.xml" ContentType="application/vnd.openxmlformats-officedocument.presentationml.slideLayout+xml"/>
  <Override PartName="/ppt/slideLayouts/slideLayout155.xml" ContentType="application/vnd.openxmlformats-officedocument.presentationml.slideLayout+xml"/>
  <Override PartName="/ppt/slideLayouts/slideLayout156.xml" ContentType="application/vnd.openxmlformats-officedocument.presentationml.slideLayout+xml"/>
  <Override PartName="/ppt/slideLayouts/slideLayout157.xml" ContentType="application/vnd.openxmlformats-officedocument.presentationml.slideLayout+xml"/>
  <Override PartName="/ppt/slideLayouts/slideLayout158.xml" ContentType="application/vnd.openxmlformats-officedocument.presentationml.slideLayout+xml"/>
  <Override PartName="/ppt/slideLayouts/slideLayout159.xml" ContentType="application/vnd.openxmlformats-officedocument.presentationml.slideLayout+xml"/>
  <Override PartName="/ppt/slideLayouts/slideLayout160.xml" ContentType="application/vnd.openxmlformats-officedocument.presentationml.slideLayout+xml"/>
  <Override PartName="/ppt/slideLayouts/slideLayout161.xml" ContentType="application/vnd.openxmlformats-officedocument.presentationml.slideLayout+xml"/>
  <Override PartName="/ppt/slideLayouts/slideLayout162.xml" ContentType="application/vnd.openxmlformats-officedocument.presentationml.slideLayout+xml"/>
  <Override PartName="/ppt/slideLayouts/slideLayout163.xml" ContentType="application/vnd.openxmlformats-officedocument.presentationml.slideLayout+xml"/>
  <Override PartName="/ppt/slideLayouts/slideLayout164.xml" ContentType="application/vnd.openxmlformats-officedocument.presentationml.slideLayout+xml"/>
  <Override PartName="/ppt/slideLayouts/slideLayout165.xml" ContentType="application/vnd.openxmlformats-officedocument.presentationml.slideLayout+xml"/>
  <Override PartName="/ppt/theme/theme5.xml" ContentType="application/vnd.openxmlformats-officedocument.theme+xml"/>
  <Override PartName="/ppt/slideLayouts/slideLayout166.xml" ContentType="application/vnd.openxmlformats-officedocument.presentationml.slideLayout+xml"/>
  <Override PartName="/ppt/slideLayouts/slideLayout167.xml" ContentType="application/vnd.openxmlformats-officedocument.presentationml.slideLayout+xml"/>
  <Override PartName="/ppt/slideLayouts/slideLayout168.xml" ContentType="application/vnd.openxmlformats-officedocument.presentationml.slideLayout+xml"/>
  <Override PartName="/ppt/slideLayouts/slideLayout169.xml" ContentType="application/vnd.openxmlformats-officedocument.presentationml.slideLayout+xml"/>
  <Override PartName="/ppt/slideLayouts/slideLayout170.xml" ContentType="application/vnd.openxmlformats-officedocument.presentationml.slideLayout+xml"/>
  <Override PartName="/ppt/slideLayouts/slideLayout171.xml" ContentType="application/vnd.openxmlformats-officedocument.presentationml.slideLayout+xml"/>
  <Override PartName="/ppt/slideLayouts/slideLayout172.xml" ContentType="application/vnd.openxmlformats-officedocument.presentationml.slideLayout+xml"/>
  <Override PartName="/ppt/slideLayouts/slideLayout173.xml" ContentType="application/vnd.openxmlformats-officedocument.presentationml.slideLayout+xml"/>
  <Override PartName="/ppt/slideLayouts/slideLayout174.xml" ContentType="application/vnd.openxmlformats-officedocument.presentationml.slideLayout+xml"/>
  <Override PartName="/ppt/slideLayouts/slideLayout175.xml" ContentType="application/vnd.openxmlformats-officedocument.presentationml.slideLayout+xml"/>
  <Override PartName="/ppt/slideLayouts/slideLayout176.xml" ContentType="application/vnd.openxmlformats-officedocument.presentationml.slideLayout+xml"/>
  <Override PartName="/ppt/slideLayouts/slideLayout177.xml" ContentType="application/vnd.openxmlformats-officedocument.presentationml.slideLayout+xml"/>
  <Override PartName="/ppt/slideLayouts/slideLayout178.xml" ContentType="application/vnd.openxmlformats-officedocument.presentationml.slideLayout+xml"/>
  <Override PartName="/ppt/slideLayouts/slideLayout179.xml" ContentType="application/vnd.openxmlformats-officedocument.presentationml.slideLayout+xml"/>
  <Override PartName="/ppt/slideLayouts/slideLayout180.xml" ContentType="application/vnd.openxmlformats-officedocument.presentationml.slideLayout+xml"/>
  <Override PartName="/ppt/slideLayouts/slideLayout181.xml" ContentType="application/vnd.openxmlformats-officedocument.presentationml.slideLayout+xml"/>
  <Override PartName="/ppt/slideLayouts/slideLayout182.xml" ContentType="application/vnd.openxmlformats-officedocument.presentationml.slideLayout+xml"/>
  <Override PartName="/ppt/slideLayouts/slideLayout183.xml" ContentType="application/vnd.openxmlformats-officedocument.presentationml.slideLayout+xml"/>
  <Override PartName="/ppt/slideLayouts/slideLayout184.xml" ContentType="application/vnd.openxmlformats-officedocument.presentationml.slideLayout+xml"/>
  <Override PartName="/ppt/slideLayouts/slideLayout185.xml" ContentType="application/vnd.openxmlformats-officedocument.presentationml.slideLayout+xml"/>
  <Override PartName="/ppt/slideLayouts/slideLayout186.xml" ContentType="application/vnd.openxmlformats-officedocument.presentationml.slideLayout+xml"/>
  <Override PartName="/ppt/slideLayouts/slideLayout187.xml" ContentType="application/vnd.openxmlformats-officedocument.presentationml.slideLayout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notesSlides/notesSlide10.xml" ContentType="application/vnd.openxmlformats-officedocument.presentationml.notesSlide+xml"/>
  <Override PartName="/ppt/charts/chartEx1.xml" ContentType="application/vnd.ms-office.chartex+xml"/>
  <Override PartName="/ppt/charts/style4.xml" ContentType="application/vnd.ms-office.chartstyle+xml"/>
  <Override PartName="/ppt/charts/colors4.xml" ContentType="application/vnd.ms-office.chartcolorstyle+xml"/>
  <Override PartName="/ppt/charts/chartEx2.xml" ContentType="application/vnd.ms-office.chartex+xml"/>
  <Override PartName="/ppt/charts/style5.xml" ContentType="application/vnd.ms-office.chartstyle+xml"/>
  <Override PartName="/ppt/charts/colors5.xml" ContentType="application/vnd.ms-office.chartcolorstyle+xml"/>
  <Override PartName="/ppt/charts/chartEx3.xml" ContentType="application/vnd.ms-office.chartex+xml"/>
  <Override PartName="/ppt/charts/style6.xml" ContentType="application/vnd.ms-office.chartstyle+xml"/>
  <Override PartName="/ppt/charts/colors6.xml" ContentType="application/vnd.ms-office.chartcolorstyle+xml"/>
  <Override PartName="/ppt/notesSlides/notesSlide1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autoCompressPictures="0">
  <p:sldMasterIdLst>
    <p:sldMasterId id="2147483777" r:id="rId4"/>
    <p:sldMasterId id="2147483759" r:id="rId5"/>
    <p:sldMasterId id="2147484456" r:id="rId6"/>
    <p:sldMasterId id="2147484465" r:id="rId7"/>
    <p:sldMasterId id="2147484666" r:id="rId8"/>
    <p:sldMasterId id="2147484696" r:id="rId9"/>
  </p:sldMasterIdLst>
  <p:notesMasterIdLst>
    <p:notesMasterId r:id="rId26"/>
  </p:notesMasterIdLst>
  <p:handoutMasterIdLst>
    <p:handoutMasterId r:id="rId27"/>
  </p:handoutMasterIdLst>
  <p:sldIdLst>
    <p:sldId id="2147474279" r:id="rId10"/>
    <p:sldId id="261" r:id="rId11"/>
    <p:sldId id="256" r:id="rId12"/>
    <p:sldId id="257" r:id="rId13"/>
    <p:sldId id="258" r:id="rId14"/>
    <p:sldId id="2147474229" r:id="rId15"/>
    <p:sldId id="265" r:id="rId16"/>
    <p:sldId id="327" r:id="rId17"/>
    <p:sldId id="2147474239" r:id="rId18"/>
    <p:sldId id="2147474284" r:id="rId19"/>
    <p:sldId id="260" r:id="rId20"/>
    <p:sldId id="259" r:id="rId21"/>
    <p:sldId id="2147483647" r:id="rId22"/>
    <p:sldId id="2147474286" r:id="rId23"/>
    <p:sldId id="2147474522" r:id="rId24"/>
    <p:sldId id="2147474534" r:id="rId25"/>
  </p:sldIdLst>
  <p:sldSz cx="12192000" cy="6858000"/>
  <p:notesSz cx="6799263" cy="9929813"/>
  <p:embeddedFontLst>
    <p:embeddedFont>
      <p:font typeface="Versos" panose="020B0604020202020204" charset="0"/>
      <p:regular r:id="rId28"/>
      <p:bold r:id="rId29"/>
      <p:italic r:id="rId30"/>
      <p:boldItalic r:id="rId31"/>
    </p:embeddedFont>
    <p:embeddedFont>
      <p:font typeface="Versos ExtraLight" panose="020B0604020202020204" charset="0"/>
      <p:regular r:id="rId32"/>
      <p:italic r:id="rId33"/>
    </p:embeddedFont>
    <p:embeddedFont>
      <p:font typeface="Versos Light" panose="020B0604020202020204" charset="0"/>
      <p:regular r:id="rId34"/>
      <p:italic r:id="rId3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>
        <p14:section name="Cover" id="{87379F1E-E8C0-44B7-9A0E-E818A3B44143}">
          <p14:sldIdLst>
            <p14:sldId id="2147474279"/>
          </p14:sldIdLst>
        </p14:section>
        <p14:section name="Gestora" id="{BB6CF2CA-994E-4003-9FC4-159975076DD4}">
          <p14:sldIdLst>
            <p14:sldId id="261"/>
            <p14:sldId id="256"/>
            <p14:sldId id="257"/>
          </p14:sldIdLst>
        </p14:section>
        <p14:section name="High Grade" id="{6153E4D3-DAFE-4516-80DD-F1C76DA511B4}">
          <p14:sldIdLst>
            <p14:sldId id="258"/>
          </p14:sldIdLst>
        </p14:section>
        <p14:section name="Tivio Crédito Ativo" id="{DD1E6258-16CA-42E1-A458-148474238DF1}">
          <p14:sldIdLst>
            <p14:sldId id="2147474229"/>
            <p14:sldId id="265"/>
          </p14:sldIdLst>
        </p14:section>
        <p14:section name="Investimento" id="{5A5762BE-8389-4BBF-ADD9-4DAEEA24E944}">
          <p14:sldIdLst>
            <p14:sldId id="327"/>
            <p14:sldId id="2147474239"/>
            <p14:sldId id="2147474284"/>
            <p14:sldId id="260"/>
            <p14:sldId id="259"/>
            <p14:sldId id="2147483647"/>
          </p14:sldIdLst>
        </p14:section>
        <p14:section name="Gestão" id="{E26801B7-AF9B-474B-A6E4-0D5FEE30D3B1}">
          <p14:sldIdLst>
            <p14:sldId id="2147474286"/>
            <p14:sldId id="2147474522"/>
          </p14:sldIdLst>
        </p14:section>
        <p14:section name="Disclaimer" id="{37484144-3355-4436-B08C-1795E202F561}">
          <p14:sldIdLst/>
        </p14:section>
        <p14:section name="Contracapa" id="{465A5179-76CA-4E57-A4DE-EBB8D774E67E}">
          <p14:sldIdLst>
            <p14:sldId id="2147474534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75" roundtripDataSignature="AMtx7mhetf4Qz++ZzHOSRFWd3migUbcIXg==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C4D1DB05-01E6-39A2-E3A6-095B05BB1D95}" name="Erica Souza" initials="ES" userId="S::erica.souza@tivio.com::80de0650-232d-4962-a05e-8a5afa49c3fc" providerId="AD"/>
  <p188:author id="{6B13CD18-36C4-B00F-27E3-C925C038061A}" name="Rodrigo Freire" initials="RF" userId="S::rodrigo.freire@tivio.com::af89e0f1-08c0-4a7a-87e1-18c801bbbae8" providerId="AD"/>
  <p188:author id="{5EDAC669-4FF2-E0AF-33CD-0203680FB63B}" name="Fernanda Acquati" initials="FA" userId="S::fernanda.acquati@tivio.com::2ea3fdcf-775e-4e6a-bd20-5fe8db92074a" providerId="AD"/>
  <p188:author id="{66BC3675-3D51-5AD6-563E-A3B12A1065C6}" name="Renan Chaves" initials="RC" userId="S::renan.chaves@tivio.com::87d612b1-8fbc-4dfb-aeee-fef7412ff91a" providerId="AD"/>
  <p188:author id="{BC6BF57A-47E3-CCFE-2432-F9A0369A234A}" name="Victor Cioban Dos Santos" initials="VS" userId="S::victor.santos@tivio.com::258c15d2-8df8-43c1-86d5-8d484eaac6bb" providerId="AD"/>
  <p188:author id="{E31BA4AD-B299-D147-2304-33D9A38C80DE}" name="Adriano Mantesso" initials="AM" userId="S::adriano.mantesso@tivio.com::e2d33391-98a8-4683-a26d-43a69e86501d" providerId="AD"/>
  <p188:author id="{EE4A08B2-CA13-E468-0716-9FB13D74D373}" name="Erica Souza" initials="ES" userId="S::erica.souza@tivio.com::5efe2607-8043-4470-ab4c-470b29b0e709" providerId="AD"/>
  <p188:author id="{17C0BFC9-217C-9B71-4532-B99BF720C82A}" name="Enrico Trotta" initials="ET" userId="S::enrico.trotta@tivio.com::6aae8b7a-aa3a-430d-9230-ea172b1ef789" providerId="AD"/>
  <p188:author id="{62AAFCD2-9D69-1B0B-F7BB-A4EC36012E97}" name="Tiago Sardinha" initials="TS" userId="S::tiago.regina@bv.com.br::4cf73e3c-62c7-4ba2-b82e-4782b179d5f9" providerId="AD"/>
  <p188:author id="{822F16D4-491C-90ED-4BC5-3E61074A1BD0}" name="Gabriel Fiorilli" initials="GF" userId="S::gabriel.fiorilli@tivio.com::6dec09dd-bf1e-4f54-a7db-53ed072060ed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A3F4B"/>
    <a:srgbClr val="0A1418"/>
    <a:srgbClr val="9BB7C7"/>
    <a:srgbClr val="262626"/>
    <a:srgbClr val="404040"/>
    <a:srgbClr val="E6EDF1"/>
    <a:srgbClr val="5C838B"/>
    <a:srgbClr val="0F0F10"/>
    <a:srgbClr val="5A7F87"/>
    <a:srgbClr val="0E0D0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BD90BA8-6280-4643-9350-67F60725D942}" v="71" dt="2026-09-11T16:36:48.341"/>
  </p1510:revLst>
</p1510:revInfo>
</file>

<file path=ppt/tableStyles.xml><?xml version="1.0" encoding="utf-8"?>
<a:tblStyleLst xmlns:a="http://schemas.openxmlformats.org/drawingml/2006/main" def="{8DAEB1E8-8DA9-424E-8E51-740EAC42F13B}">
  <a:tblStyle styleId="{8DAEB1E8-8DA9-424E-8E51-740EAC42F13B}" styleName="Table_0">
    <a:wholeTbl>
      <a:tcTxStyle b="off" i="off">
        <a:font>
          <a:latin typeface="Versos Light"/>
          <a:ea typeface="Versos Light"/>
          <a:cs typeface="Versos Light"/>
        </a:font>
        <a:schemeClr val="dk1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2D5ABB26-0587-4C30-8999-92F81FD0307C}" styleName="Nenhum Estilo, Nenhuma Grad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Estilo com Tema 1 - Ênfase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384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4.xml"/><Relationship Id="rId18" Type="http://schemas.openxmlformats.org/officeDocument/2006/relationships/slide" Target="slides/slide9.xml"/><Relationship Id="rId26" Type="http://schemas.openxmlformats.org/officeDocument/2006/relationships/notesMaster" Target="notesMasters/notesMaster1.xml"/><Relationship Id="rId21" Type="http://schemas.openxmlformats.org/officeDocument/2006/relationships/slide" Target="slides/slide12.xml"/><Relationship Id="rId34" Type="http://schemas.openxmlformats.org/officeDocument/2006/relationships/font" Target="fonts/font7.fntdata"/><Relationship Id="rId76" Type="http://schemas.openxmlformats.org/officeDocument/2006/relationships/presProps" Target="presProps.xml"/><Relationship Id="rId7" Type="http://schemas.openxmlformats.org/officeDocument/2006/relationships/slideMaster" Target="slideMasters/slideMaster4.xml"/><Relationship Id="rId2" Type="http://schemas.openxmlformats.org/officeDocument/2006/relationships/customXml" Target="../customXml/item2.xml"/><Relationship Id="rId16" Type="http://schemas.openxmlformats.org/officeDocument/2006/relationships/slide" Target="slides/slide7.xml"/><Relationship Id="rId20" Type="http://schemas.openxmlformats.org/officeDocument/2006/relationships/slide" Target="slides/slide11.xml"/><Relationship Id="rId29" Type="http://schemas.openxmlformats.org/officeDocument/2006/relationships/font" Target="fonts/font2.fntdata"/><Relationship Id="rId75" Type="http://customschemas.google.com/relationships/presentationmetadata" Target="metadata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2.xml"/><Relationship Id="rId24" Type="http://schemas.openxmlformats.org/officeDocument/2006/relationships/slide" Target="slides/slide15.xml"/><Relationship Id="rId32" Type="http://schemas.openxmlformats.org/officeDocument/2006/relationships/font" Target="fonts/font5.fntdata"/><Relationship Id="rId79" Type="http://schemas.openxmlformats.org/officeDocument/2006/relationships/tableStyles" Target="tableStyle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6.xml"/><Relationship Id="rId23" Type="http://schemas.openxmlformats.org/officeDocument/2006/relationships/slide" Target="slides/slide14.xml"/><Relationship Id="rId28" Type="http://schemas.openxmlformats.org/officeDocument/2006/relationships/font" Target="fonts/font1.fntdata"/><Relationship Id="rId82" Type="http://schemas.microsoft.com/office/2018/10/relationships/authors" Target="authors.xml"/><Relationship Id="rId10" Type="http://schemas.openxmlformats.org/officeDocument/2006/relationships/slide" Target="slides/slide1.xml"/><Relationship Id="rId19" Type="http://schemas.openxmlformats.org/officeDocument/2006/relationships/slide" Target="slides/slide10.xml"/><Relationship Id="rId31" Type="http://schemas.openxmlformats.org/officeDocument/2006/relationships/font" Target="fonts/font4.fntdata"/><Relationship Id="rId78" Type="http://schemas.openxmlformats.org/officeDocument/2006/relationships/theme" Target="theme/theme1.xml"/><Relationship Id="rId81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Master" Target="slideMasters/slideMaster6.xml"/><Relationship Id="rId14" Type="http://schemas.openxmlformats.org/officeDocument/2006/relationships/slide" Target="slides/slide5.xml"/><Relationship Id="rId22" Type="http://schemas.openxmlformats.org/officeDocument/2006/relationships/slide" Target="slides/slide13.xml"/><Relationship Id="rId27" Type="http://schemas.openxmlformats.org/officeDocument/2006/relationships/handoutMaster" Target="handoutMasters/handoutMaster1.xml"/><Relationship Id="rId30" Type="http://schemas.openxmlformats.org/officeDocument/2006/relationships/font" Target="fonts/font3.fntdata"/><Relationship Id="rId35" Type="http://schemas.openxmlformats.org/officeDocument/2006/relationships/font" Target="fonts/font8.fntdata"/><Relationship Id="rId77" Type="http://schemas.openxmlformats.org/officeDocument/2006/relationships/viewProps" Target="viewProps.xml"/><Relationship Id="rId8" Type="http://schemas.openxmlformats.org/officeDocument/2006/relationships/slideMaster" Target="slideMasters/slideMaster5.xml"/><Relationship Id="rId80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12" Type="http://schemas.openxmlformats.org/officeDocument/2006/relationships/slide" Target="slides/slide3.xml"/><Relationship Id="rId17" Type="http://schemas.openxmlformats.org/officeDocument/2006/relationships/slide" Target="slides/slide8.xml"/><Relationship Id="rId25" Type="http://schemas.openxmlformats.org/officeDocument/2006/relationships/slide" Target="slides/slide16.xml"/><Relationship Id="rId33" Type="http://schemas.openxmlformats.org/officeDocument/2006/relationships/font" Target="fonts/font6.fntdata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abriel Fiorilli" userId="6dec09dd-bf1e-4f54-a7db-53ed072060ed" providerId="ADAL" clId="{7DBF1522-1442-4072-822F-816E1C27FADA}"/>
    <pc:docChg chg="undo custSel addSld delSld modSld delMainMaster modMainMaster modSection">
      <pc:chgData name="Gabriel Fiorilli" userId="6dec09dd-bf1e-4f54-a7db-53ed072060ed" providerId="ADAL" clId="{7DBF1522-1442-4072-822F-816E1C27FADA}" dt="2026-09-11T16:36:48.341" v="1019" actId="20577"/>
      <pc:docMkLst>
        <pc:docMk/>
      </pc:docMkLst>
      <pc:sldChg chg="modSp mod">
        <pc:chgData name="Gabriel Fiorilli" userId="6dec09dd-bf1e-4f54-a7db-53ed072060ed" providerId="ADAL" clId="{7DBF1522-1442-4072-822F-816E1C27FADA}" dt="2026-09-11T16:26:11.439" v="956" actId="20577"/>
        <pc:sldMkLst>
          <pc:docMk/>
          <pc:sldMk cId="825526086" sldId="258"/>
        </pc:sldMkLst>
        <pc:spChg chg="mod">
          <ac:chgData name="Gabriel Fiorilli" userId="6dec09dd-bf1e-4f54-a7db-53ed072060ed" providerId="ADAL" clId="{7DBF1522-1442-4072-822F-816E1C27FADA}" dt="2026-09-11T16:26:11.439" v="956" actId="20577"/>
          <ac:spMkLst>
            <pc:docMk/>
            <pc:sldMk cId="825526086" sldId="258"/>
            <ac:spMk id="60" creationId="{C58B7459-9528-9CB5-2829-7476EF5FB566}"/>
          </ac:spMkLst>
        </pc:spChg>
      </pc:sldChg>
      <pc:sldChg chg="addSp delSp modSp mod">
        <pc:chgData name="Gabriel Fiorilli" userId="6dec09dd-bf1e-4f54-a7db-53ed072060ed" providerId="ADAL" clId="{7DBF1522-1442-4072-822F-816E1C27FADA}" dt="2026-09-11T16:36:42.102" v="1014" actId="478"/>
        <pc:sldMkLst>
          <pc:docMk/>
          <pc:sldMk cId="3088997881" sldId="260"/>
        </pc:sldMkLst>
        <pc:graphicFrameChg chg="add mod">
          <ac:chgData name="Gabriel Fiorilli" userId="6dec09dd-bf1e-4f54-a7db-53ed072060ed" providerId="ADAL" clId="{7DBF1522-1442-4072-822F-816E1C27FADA}" dt="2026-09-11T16:35:09.718" v="979" actId="14100"/>
          <ac:graphicFrameMkLst>
            <pc:docMk/>
            <pc:sldMk cId="3088997881" sldId="260"/>
            <ac:graphicFrameMk id="2" creationId="{29BFDB38-69C4-44FC-8495-3DE934415DD7}"/>
          </ac:graphicFrameMkLst>
        </pc:graphicFrameChg>
        <pc:graphicFrameChg chg="add mod">
          <ac:chgData name="Gabriel Fiorilli" userId="6dec09dd-bf1e-4f54-a7db-53ed072060ed" providerId="ADAL" clId="{7DBF1522-1442-4072-822F-816E1C27FADA}" dt="2026-09-11T16:36:40.320" v="1013"/>
          <ac:graphicFrameMkLst>
            <pc:docMk/>
            <pc:sldMk cId="3088997881" sldId="260"/>
            <ac:graphicFrameMk id="4" creationId="{94E308F0-9F8A-4757-8175-DAF4DE86B096}"/>
          </ac:graphicFrameMkLst>
        </pc:graphicFrameChg>
        <pc:graphicFrameChg chg="add mod">
          <ac:chgData name="Gabriel Fiorilli" userId="6dec09dd-bf1e-4f54-a7db-53ed072060ed" providerId="ADAL" clId="{7DBF1522-1442-4072-822F-816E1C27FADA}" dt="2026-09-11T16:36:35.319" v="1011" actId="14100"/>
          <ac:graphicFrameMkLst>
            <pc:docMk/>
            <pc:sldMk cId="3088997881" sldId="260"/>
            <ac:graphicFrameMk id="5" creationId="{9BDB515A-1F86-4604-93F1-EE287629D1FF}"/>
          </ac:graphicFrameMkLst>
        </pc:graphicFrameChg>
        <pc:graphicFrameChg chg="del">
          <ac:chgData name="Gabriel Fiorilli" userId="6dec09dd-bf1e-4f54-a7db-53ed072060ed" providerId="ADAL" clId="{7DBF1522-1442-4072-822F-816E1C27FADA}" dt="2026-09-11T16:36:10.550" v="1001" actId="478"/>
          <ac:graphicFrameMkLst>
            <pc:docMk/>
            <pc:sldMk cId="3088997881" sldId="260"/>
            <ac:graphicFrameMk id="13" creationId="{9BDB515A-1F86-4604-93F1-EE287629D1FF}"/>
          </ac:graphicFrameMkLst>
        </pc:graphicFrameChg>
        <pc:graphicFrameChg chg="del">
          <ac:chgData name="Gabriel Fiorilli" userId="6dec09dd-bf1e-4f54-a7db-53ed072060ed" providerId="ADAL" clId="{7DBF1522-1442-4072-822F-816E1C27FADA}" dt="2026-09-11T16:35:04.388" v="977" actId="478"/>
          <ac:graphicFrameMkLst>
            <pc:docMk/>
            <pc:sldMk cId="3088997881" sldId="260"/>
            <ac:graphicFrameMk id="17" creationId="{29BFDB38-69C4-44FC-8495-3DE934415DD7}"/>
          </ac:graphicFrameMkLst>
        </pc:graphicFrameChg>
        <pc:graphicFrameChg chg="del mod">
          <ac:chgData name="Gabriel Fiorilli" userId="6dec09dd-bf1e-4f54-a7db-53ed072060ed" providerId="ADAL" clId="{7DBF1522-1442-4072-822F-816E1C27FADA}" dt="2026-09-11T16:36:42.102" v="1014" actId="478"/>
          <ac:graphicFrameMkLst>
            <pc:docMk/>
            <pc:sldMk cId="3088997881" sldId="260"/>
            <ac:graphicFrameMk id="18" creationId="{94E308F0-9F8A-4757-8175-DAF4DE86B096}"/>
          </ac:graphicFrameMkLst>
        </pc:graphicFrameChg>
      </pc:sldChg>
      <pc:sldChg chg="add">
        <pc:chgData name="Gabriel Fiorilli" userId="6dec09dd-bf1e-4f54-a7db-53ed072060ed" providerId="ADAL" clId="{7DBF1522-1442-4072-822F-816E1C27FADA}" dt="2026-09-11T16:26:03.287" v="951"/>
        <pc:sldMkLst>
          <pc:docMk/>
          <pc:sldMk cId="2819232015" sldId="261"/>
        </pc:sldMkLst>
      </pc:sldChg>
      <pc:sldChg chg="add">
        <pc:chgData name="Gabriel Fiorilli" userId="6dec09dd-bf1e-4f54-a7db-53ed072060ed" providerId="ADAL" clId="{7DBF1522-1442-4072-822F-816E1C27FADA}" dt="2026-09-11T16:26:48.241" v="957"/>
        <pc:sldMkLst>
          <pc:docMk/>
          <pc:sldMk cId="1443147267" sldId="265"/>
        </pc:sldMkLst>
      </pc:sldChg>
      <pc:sldChg chg="modSp mod">
        <pc:chgData name="Gabriel Fiorilli" userId="6dec09dd-bf1e-4f54-a7db-53ed072060ed" providerId="ADAL" clId="{7DBF1522-1442-4072-822F-816E1C27FADA}" dt="2026-09-11T16:36:48.341" v="1019" actId="20577"/>
        <pc:sldMkLst>
          <pc:docMk/>
          <pc:sldMk cId="1052709222" sldId="2147474279"/>
        </pc:sldMkLst>
        <pc:spChg chg="mod">
          <ac:chgData name="Gabriel Fiorilli" userId="6dec09dd-bf1e-4f54-a7db-53ed072060ed" providerId="ADAL" clId="{7DBF1522-1442-4072-822F-816E1C27FADA}" dt="2026-09-11T16:36:48.341" v="1019" actId="20577"/>
          <ac:spMkLst>
            <pc:docMk/>
            <pc:sldMk cId="1052709222" sldId="2147474279"/>
            <ac:spMk id="3" creationId="{9B625C46-C767-6A60-724D-A11966577053}"/>
          </ac:spMkLst>
        </pc:spChg>
      </pc:sldChg>
      <pc:sldChg chg="del">
        <pc:chgData name="Gabriel Fiorilli" userId="6dec09dd-bf1e-4f54-a7db-53ed072060ed" providerId="ADAL" clId="{7DBF1522-1442-4072-822F-816E1C27FADA}" dt="2026-09-11T16:32:51.330" v="965" actId="2696"/>
        <pc:sldMkLst>
          <pc:docMk/>
          <pc:sldMk cId="3385116720" sldId="2147474410"/>
        </pc:sldMkLst>
      </pc:sldChg>
      <pc:sldChg chg="delSp del mod">
        <pc:chgData name="Gabriel Fiorilli" userId="6dec09dd-bf1e-4f54-a7db-53ed072060ed" providerId="ADAL" clId="{7DBF1522-1442-4072-822F-816E1C27FADA}" dt="2026-09-11T16:32:51.330" v="965" actId="2696"/>
        <pc:sldMkLst>
          <pc:docMk/>
          <pc:sldMk cId="2448368116" sldId="2147474414"/>
        </pc:sldMkLst>
        <pc:spChg chg="del">
          <ac:chgData name="Gabriel Fiorilli" userId="6dec09dd-bf1e-4f54-a7db-53ed072060ed" providerId="ADAL" clId="{7DBF1522-1442-4072-822F-816E1C27FADA}" dt="2026-09-11T16:32:35.439" v="960" actId="21"/>
          <ac:spMkLst>
            <pc:docMk/>
            <pc:sldMk cId="2448368116" sldId="2147474414"/>
            <ac:spMk id="12" creationId="{B08F4B4A-2487-190B-039A-42FEBF29D43F}"/>
          </ac:spMkLst>
        </pc:spChg>
      </pc:sldChg>
      <pc:sldChg chg="del">
        <pc:chgData name="Gabriel Fiorilli" userId="6dec09dd-bf1e-4f54-a7db-53ed072060ed" providerId="ADAL" clId="{7DBF1522-1442-4072-822F-816E1C27FADA}" dt="2026-09-11T16:27:07.579" v="958" actId="2696"/>
        <pc:sldMkLst>
          <pc:docMk/>
          <pc:sldMk cId="3635349100" sldId="2147474498"/>
        </pc:sldMkLst>
      </pc:sldChg>
      <pc:sldChg chg="del">
        <pc:chgData name="Gabriel Fiorilli" userId="6dec09dd-bf1e-4f54-a7db-53ed072060ed" providerId="ADAL" clId="{7DBF1522-1442-4072-822F-816E1C27FADA}" dt="2026-09-11T16:26:05.612" v="954" actId="2696"/>
        <pc:sldMkLst>
          <pc:docMk/>
          <pc:sldMk cId="1605975913" sldId="2147474532"/>
        </pc:sldMkLst>
      </pc:sldChg>
      <pc:sldChg chg="addSp delSp modSp add mod">
        <pc:chgData name="Gabriel Fiorilli" userId="6dec09dd-bf1e-4f54-a7db-53ed072060ed" providerId="ADAL" clId="{7DBF1522-1442-4072-822F-816E1C27FADA}" dt="2026-09-11T16:32:44.405" v="964" actId="478"/>
        <pc:sldMkLst>
          <pc:docMk/>
          <pc:sldMk cId="961990813" sldId="2147474534"/>
        </pc:sldMkLst>
        <pc:spChg chg="add mod ord">
          <ac:chgData name="Gabriel Fiorilli" userId="6dec09dd-bf1e-4f54-a7db-53ed072060ed" providerId="ADAL" clId="{7DBF1522-1442-4072-822F-816E1C27FADA}" dt="2026-09-11T16:32:43.018" v="963" actId="167"/>
          <ac:spMkLst>
            <pc:docMk/>
            <pc:sldMk cId="961990813" sldId="2147474534"/>
            <ac:spMk id="3" creationId="{583551E7-03F7-C4D6-2792-49E307813EDB}"/>
          </ac:spMkLst>
        </pc:spChg>
        <pc:spChg chg="del">
          <ac:chgData name="Gabriel Fiorilli" userId="6dec09dd-bf1e-4f54-a7db-53ed072060ed" providerId="ADAL" clId="{7DBF1522-1442-4072-822F-816E1C27FADA}" dt="2026-09-11T16:32:44.405" v="964" actId="478"/>
          <ac:spMkLst>
            <pc:docMk/>
            <pc:sldMk cId="961990813" sldId="2147474534"/>
            <ac:spMk id="15" creationId="{38F5F089-AF7B-E695-0F33-EB0156DDA42B}"/>
          </ac:spMkLst>
        </pc:spChg>
      </pc:sldChg>
      <pc:sldMasterChg chg="delSldLayout modSldLayout sldLayoutOrd">
        <pc:chgData name="Gabriel Fiorilli" userId="6dec09dd-bf1e-4f54-a7db-53ed072060ed" providerId="ADAL" clId="{7DBF1522-1442-4072-822F-816E1C27FADA}" dt="2026-09-11T16:32:51.330" v="965" actId="2696"/>
        <pc:sldMasterMkLst>
          <pc:docMk/>
          <pc:sldMasterMk cId="2890195052" sldId="2147483777"/>
        </pc:sldMasterMkLst>
        <pc:sldLayoutChg chg="modSp mod ord">
          <pc:chgData name="Gabriel Fiorilli" userId="6dec09dd-bf1e-4f54-a7db-53ed072060ed" providerId="ADAL" clId="{7DBF1522-1442-4072-822F-816E1C27FADA}" dt="2026-09-11T16:26:03.919" v="952"/>
          <pc:sldLayoutMkLst>
            <pc:docMk/>
            <pc:sldMasterMk cId="2890195052" sldId="2147483777"/>
            <pc:sldLayoutMk cId="1754035308" sldId="2147483821"/>
          </pc:sldLayoutMkLst>
          <pc:spChg chg="mod">
            <ac:chgData name="Gabriel Fiorilli" userId="6dec09dd-bf1e-4f54-a7db-53ed072060ed" providerId="ADAL" clId="{7DBF1522-1442-4072-822F-816E1C27FADA}" dt="2026-09-11T16:26:03.919" v="952"/>
            <ac:spMkLst>
              <pc:docMk/>
              <pc:sldMasterMk cId="2890195052" sldId="2147483777"/>
              <pc:sldLayoutMk cId="1754035308" sldId="2147483821"/>
              <ac:spMk id="2" creationId="{595D97E3-B378-E7B0-4A76-391C0989E8B6}"/>
            </ac:spMkLst>
          </pc:spChg>
          <pc:spChg chg="mod">
            <ac:chgData name="Gabriel Fiorilli" userId="6dec09dd-bf1e-4f54-a7db-53ed072060ed" providerId="ADAL" clId="{7DBF1522-1442-4072-822F-816E1C27FADA}" dt="2026-09-11T16:26:03.919" v="952"/>
            <ac:spMkLst>
              <pc:docMk/>
              <pc:sldMasterMk cId="2890195052" sldId="2147483777"/>
              <pc:sldLayoutMk cId="1754035308" sldId="2147483821"/>
              <ac:spMk id="4" creationId="{7E424369-4F91-BA78-D59E-F025384664D4}"/>
            </ac:spMkLst>
          </pc:spChg>
          <pc:spChg chg="mod">
            <ac:chgData name="Gabriel Fiorilli" userId="6dec09dd-bf1e-4f54-a7db-53ed072060ed" providerId="ADAL" clId="{7DBF1522-1442-4072-822F-816E1C27FADA}" dt="2026-09-11T16:26:03.919" v="952"/>
            <ac:spMkLst>
              <pc:docMk/>
              <pc:sldMasterMk cId="2890195052" sldId="2147483777"/>
              <pc:sldLayoutMk cId="1754035308" sldId="2147483821"/>
              <ac:spMk id="8" creationId="{D0E34669-E9A0-3031-84E9-7C3208F4EB66}"/>
            </ac:spMkLst>
          </pc:spChg>
          <pc:spChg chg="mod">
            <ac:chgData name="Gabriel Fiorilli" userId="6dec09dd-bf1e-4f54-a7db-53ed072060ed" providerId="ADAL" clId="{7DBF1522-1442-4072-822F-816E1C27FADA}" dt="2026-09-11T16:26:03.919" v="952"/>
            <ac:spMkLst>
              <pc:docMk/>
              <pc:sldMasterMk cId="2890195052" sldId="2147483777"/>
              <pc:sldLayoutMk cId="1754035308" sldId="2147483821"/>
              <ac:spMk id="13" creationId="{AAA4D9F5-240A-9CC5-1EF0-9AAA83CC6908}"/>
            </ac:spMkLst>
          </pc:spChg>
          <pc:spChg chg="mod">
            <ac:chgData name="Gabriel Fiorilli" userId="6dec09dd-bf1e-4f54-a7db-53ed072060ed" providerId="ADAL" clId="{7DBF1522-1442-4072-822F-816E1C27FADA}" dt="2026-09-11T16:26:03.919" v="952"/>
            <ac:spMkLst>
              <pc:docMk/>
              <pc:sldMasterMk cId="2890195052" sldId="2147483777"/>
              <pc:sldLayoutMk cId="1754035308" sldId="2147483821"/>
              <ac:spMk id="16" creationId="{73AE31B1-0E8A-430C-61E0-A4A65D4D936A}"/>
            </ac:spMkLst>
          </pc:spChg>
        </pc:sldLayoutChg>
        <pc:sldLayoutChg chg="modSp mod ord">
          <pc:chgData name="Gabriel Fiorilli" userId="6dec09dd-bf1e-4f54-a7db-53ed072060ed" providerId="ADAL" clId="{7DBF1522-1442-4072-822F-816E1C27FADA}" dt="2026-09-11T16:26:03.919" v="952"/>
          <pc:sldLayoutMkLst>
            <pc:docMk/>
            <pc:sldMasterMk cId="2890195052" sldId="2147483777"/>
            <pc:sldLayoutMk cId="1871745967" sldId="2147483838"/>
          </pc:sldLayoutMkLst>
          <pc:spChg chg="mod">
            <ac:chgData name="Gabriel Fiorilli" userId="6dec09dd-bf1e-4f54-a7db-53ed072060ed" providerId="ADAL" clId="{7DBF1522-1442-4072-822F-816E1C27FADA}" dt="2026-09-11T16:26:03.919" v="952"/>
            <ac:spMkLst>
              <pc:docMk/>
              <pc:sldMasterMk cId="2890195052" sldId="2147483777"/>
              <pc:sldLayoutMk cId="1871745967" sldId="2147483838"/>
              <ac:spMk id="2" creationId="{595D97E3-B378-E7B0-4A76-391C0989E8B6}"/>
            </ac:spMkLst>
          </pc:spChg>
          <pc:spChg chg="mod">
            <ac:chgData name="Gabriel Fiorilli" userId="6dec09dd-bf1e-4f54-a7db-53ed072060ed" providerId="ADAL" clId="{7DBF1522-1442-4072-822F-816E1C27FADA}" dt="2026-09-11T16:26:03.919" v="952"/>
            <ac:spMkLst>
              <pc:docMk/>
              <pc:sldMasterMk cId="2890195052" sldId="2147483777"/>
              <pc:sldLayoutMk cId="1871745967" sldId="2147483838"/>
              <ac:spMk id="4" creationId="{7E424369-4F91-BA78-D59E-F025384664D4}"/>
            </ac:spMkLst>
          </pc:spChg>
          <pc:spChg chg="mod">
            <ac:chgData name="Gabriel Fiorilli" userId="6dec09dd-bf1e-4f54-a7db-53ed072060ed" providerId="ADAL" clId="{7DBF1522-1442-4072-822F-816E1C27FADA}" dt="2026-09-11T16:26:03.919" v="952"/>
            <ac:spMkLst>
              <pc:docMk/>
              <pc:sldMasterMk cId="2890195052" sldId="2147483777"/>
              <pc:sldLayoutMk cId="1871745967" sldId="2147483838"/>
              <ac:spMk id="8" creationId="{D0E34669-E9A0-3031-84E9-7C3208F4EB66}"/>
            </ac:spMkLst>
          </pc:spChg>
          <pc:spChg chg="mod">
            <ac:chgData name="Gabriel Fiorilli" userId="6dec09dd-bf1e-4f54-a7db-53ed072060ed" providerId="ADAL" clId="{7DBF1522-1442-4072-822F-816E1C27FADA}" dt="2026-09-11T16:26:03.919" v="952"/>
            <ac:spMkLst>
              <pc:docMk/>
              <pc:sldMasterMk cId="2890195052" sldId="2147483777"/>
              <pc:sldLayoutMk cId="1871745967" sldId="2147483838"/>
              <ac:spMk id="9" creationId="{2990FA51-3BC5-8B5F-4922-A3EFDBE7D39F}"/>
            </ac:spMkLst>
          </pc:spChg>
          <pc:spChg chg="mod">
            <ac:chgData name="Gabriel Fiorilli" userId="6dec09dd-bf1e-4f54-a7db-53ed072060ed" providerId="ADAL" clId="{7DBF1522-1442-4072-822F-816E1C27FADA}" dt="2026-09-11T16:26:03.919" v="952"/>
            <ac:spMkLst>
              <pc:docMk/>
              <pc:sldMasterMk cId="2890195052" sldId="2147483777"/>
              <pc:sldLayoutMk cId="1871745967" sldId="2147483838"/>
              <ac:spMk id="10" creationId="{7C6416CC-D42A-F9D0-470E-9656CD4825B1}"/>
            </ac:spMkLst>
          </pc:spChg>
        </pc:sldLayoutChg>
        <pc:sldLayoutChg chg="modSp mod ord">
          <pc:chgData name="Gabriel Fiorilli" userId="6dec09dd-bf1e-4f54-a7db-53ed072060ed" providerId="ADAL" clId="{7DBF1522-1442-4072-822F-816E1C27FADA}" dt="2026-09-11T16:26:03.919" v="952"/>
          <pc:sldLayoutMkLst>
            <pc:docMk/>
            <pc:sldMasterMk cId="2890195052" sldId="2147483777"/>
            <pc:sldLayoutMk cId="3752320251" sldId="2147483839"/>
          </pc:sldLayoutMkLst>
          <pc:spChg chg="mod">
            <ac:chgData name="Gabriel Fiorilli" userId="6dec09dd-bf1e-4f54-a7db-53ed072060ed" providerId="ADAL" clId="{7DBF1522-1442-4072-822F-816E1C27FADA}" dt="2026-09-11T16:26:03.919" v="952"/>
            <ac:spMkLst>
              <pc:docMk/>
              <pc:sldMasterMk cId="2890195052" sldId="2147483777"/>
              <pc:sldLayoutMk cId="3752320251" sldId="2147483839"/>
              <ac:spMk id="2" creationId="{595D97E3-B378-E7B0-4A76-391C0989E8B6}"/>
            </ac:spMkLst>
          </pc:spChg>
          <pc:spChg chg="mod">
            <ac:chgData name="Gabriel Fiorilli" userId="6dec09dd-bf1e-4f54-a7db-53ed072060ed" providerId="ADAL" clId="{7DBF1522-1442-4072-822F-816E1C27FADA}" dt="2026-09-11T16:26:03.919" v="952"/>
            <ac:spMkLst>
              <pc:docMk/>
              <pc:sldMasterMk cId="2890195052" sldId="2147483777"/>
              <pc:sldLayoutMk cId="3752320251" sldId="2147483839"/>
              <ac:spMk id="4" creationId="{7E424369-4F91-BA78-D59E-F025384664D4}"/>
            </ac:spMkLst>
          </pc:spChg>
          <pc:spChg chg="mod">
            <ac:chgData name="Gabriel Fiorilli" userId="6dec09dd-bf1e-4f54-a7db-53ed072060ed" providerId="ADAL" clId="{7DBF1522-1442-4072-822F-816E1C27FADA}" dt="2026-09-11T16:26:03.919" v="952"/>
            <ac:spMkLst>
              <pc:docMk/>
              <pc:sldMasterMk cId="2890195052" sldId="2147483777"/>
              <pc:sldLayoutMk cId="3752320251" sldId="2147483839"/>
              <ac:spMk id="8" creationId="{D0E34669-E9A0-3031-84E9-7C3208F4EB66}"/>
            </ac:spMkLst>
          </pc:spChg>
          <pc:spChg chg="mod">
            <ac:chgData name="Gabriel Fiorilli" userId="6dec09dd-bf1e-4f54-a7db-53ed072060ed" providerId="ADAL" clId="{7DBF1522-1442-4072-822F-816E1C27FADA}" dt="2026-09-11T16:26:03.919" v="952"/>
            <ac:spMkLst>
              <pc:docMk/>
              <pc:sldMasterMk cId="2890195052" sldId="2147483777"/>
              <pc:sldLayoutMk cId="3752320251" sldId="2147483839"/>
              <ac:spMk id="9" creationId="{0BEB6966-A6DD-A413-E366-E85415CA7CC6}"/>
            </ac:spMkLst>
          </pc:spChg>
          <pc:spChg chg="mod">
            <ac:chgData name="Gabriel Fiorilli" userId="6dec09dd-bf1e-4f54-a7db-53ed072060ed" providerId="ADAL" clId="{7DBF1522-1442-4072-822F-816E1C27FADA}" dt="2026-09-11T16:26:03.919" v="952"/>
            <ac:spMkLst>
              <pc:docMk/>
              <pc:sldMasterMk cId="2890195052" sldId="2147483777"/>
              <pc:sldLayoutMk cId="3752320251" sldId="2147483839"/>
              <ac:spMk id="10" creationId="{016B9899-7AA6-E693-2E4C-ADF3DFB28367}"/>
            </ac:spMkLst>
          </pc:spChg>
        </pc:sldLayoutChg>
        <pc:sldLayoutChg chg="modSp mod ord">
          <pc:chgData name="Gabriel Fiorilli" userId="6dec09dd-bf1e-4f54-a7db-53ed072060ed" providerId="ADAL" clId="{7DBF1522-1442-4072-822F-816E1C27FADA}" dt="2026-09-11T16:26:03.919" v="952"/>
          <pc:sldLayoutMkLst>
            <pc:docMk/>
            <pc:sldMasterMk cId="2890195052" sldId="2147483777"/>
            <pc:sldLayoutMk cId="3816570111" sldId="2147483848"/>
          </pc:sldLayoutMkLst>
          <pc:spChg chg="mod">
            <ac:chgData name="Gabriel Fiorilli" userId="6dec09dd-bf1e-4f54-a7db-53ed072060ed" providerId="ADAL" clId="{7DBF1522-1442-4072-822F-816E1C27FADA}" dt="2026-09-11T16:26:03.919" v="952"/>
            <ac:spMkLst>
              <pc:docMk/>
              <pc:sldMasterMk cId="2890195052" sldId="2147483777"/>
              <pc:sldLayoutMk cId="3816570111" sldId="2147483848"/>
              <ac:spMk id="2" creationId="{9D8C61F7-2206-D64F-31E1-979FA329DE03}"/>
            </ac:spMkLst>
          </pc:spChg>
          <pc:spChg chg="mod">
            <ac:chgData name="Gabriel Fiorilli" userId="6dec09dd-bf1e-4f54-a7db-53ed072060ed" providerId="ADAL" clId="{7DBF1522-1442-4072-822F-816E1C27FADA}" dt="2026-09-11T16:26:03.919" v="952"/>
            <ac:spMkLst>
              <pc:docMk/>
              <pc:sldMasterMk cId="2890195052" sldId="2147483777"/>
              <pc:sldLayoutMk cId="3816570111" sldId="2147483848"/>
              <ac:spMk id="10" creationId="{1C9AF77E-9895-4AC7-A1DF-EE12ACB0EE6B}"/>
            </ac:spMkLst>
          </pc:spChg>
          <pc:spChg chg="mod">
            <ac:chgData name="Gabriel Fiorilli" userId="6dec09dd-bf1e-4f54-a7db-53ed072060ed" providerId="ADAL" clId="{7DBF1522-1442-4072-822F-816E1C27FADA}" dt="2026-09-11T16:26:03.919" v="952"/>
            <ac:spMkLst>
              <pc:docMk/>
              <pc:sldMasterMk cId="2890195052" sldId="2147483777"/>
              <pc:sldLayoutMk cId="3816570111" sldId="2147483848"/>
              <ac:spMk id="12" creationId="{050BAD04-1FFE-3E42-A1B1-BDD8FE7DA821}"/>
            </ac:spMkLst>
          </pc:spChg>
          <pc:spChg chg="mod">
            <ac:chgData name="Gabriel Fiorilli" userId="6dec09dd-bf1e-4f54-a7db-53ed072060ed" providerId="ADAL" clId="{7DBF1522-1442-4072-822F-816E1C27FADA}" dt="2026-09-11T16:26:03.919" v="952"/>
            <ac:spMkLst>
              <pc:docMk/>
              <pc:sldMasterMk cId="2890195052" sldId="2147483777"/>
              <pc:sldLayoutMk cId="3816570111" sldId="2147483848"/>
              <ac:spMk id="14" creationId="{27D03C84-7D32-1C70-A8E9-63EA0F348C1F}"/>
            </ac:spMkLst>
          </pc:spChg>
        </pc:sldLayoutChg>
        <pc:sldLayoutChg chg="modSp mod ord">
          <pc:chgData name="Gabriel Fiorilli" userId="6dec09dd-bf1e-4f54-a7db-53ed072060ed" providerId="ADAL" clId="{7DBF1522-1442-4072-822F-816E1C27FADA}" dt="2026-09-11T16:26:03.919" v="952"/>
          <pc:sldLayoutMkLst>
            <pc:docMk/>
            <pc:sldMasterMk cId="2890195052" sldId="2147483777"/>
            <pc:sldLayoutMk cId="1723148835" sldId="2147483849"/>
          </pc:sldLayoutMkLst>
          <pc:spChg chg="mod">
            <ac:chgData name="Gabriel Fiorilli" userId="6dec09dd-bf1e-4f54-a7db-53ed072060ed" providerId="ADAL" clId="{7DBF1522-1442-4072-822F-816E1C27FADA}" dt="2026-09-11T16:26:03.919" v="952"/>
            <ac:spMkLst>
              <pc:docMk/>
              <pc:sldMasterMk cId="2890195052" sldId="2147483777"/>
              <pc:sldLayoutMk cId="1723148835" sldId="2147483849"/>
              <ac:spMk id="98" creationId="{377F7479-B5E7-D307-06B9-71E3BA37F3EF}"/>
            </ac:spMkLst>
          </pc:spChg>
          <pc:spChg chg="mod">
            <ac:chgData name="Gabriel Fiorilli" userId="6dec09dd-bf1e-4f54-a7db-53ed072060ed" providerId="ADAL" clId="{7DBF1522-1442-4072-822F-816E1C27FADA}" dt="2026-09-11T16:26:03.919" v="952"/>
            <ac:spMkLst>
              <pc:docMk/>
              <pc:sldMasterMk cId="2890195052" sldId="2147483777"/>
              <pc:sldLayoutMk cId="1723148835" sldId="2147483849"/>
              <ac:spMk id="100" creationId="{66627ED0-3A46-8737-6897-D3BDDB091302}"/>
            </ac:spMkLst>
          </pc:spChg>
          <pc:spChg chg="mod">
            <ac:chgData name="Gabriel Fiorilli" userId="6dec09dd-bf1e-4f54-a7db-53ed072060ed" providerId="ADAL" clId="{7DBF1522-1442-4072-822F-816E1C27FADA}" dt="2026-09-11T16:26:03.919" v="952"/>
            <ac:spMkLst>
              <pc:docMk/>
              <pc:sldMasterMk cId="2890195052" sldId="2147483777"/>
              <pc:sldLayoutMk cId="1723148835" sldId="2147483849"/>
              <ac:spMk id="101" creationId="{4A98C90D-F543-2D3A-9F32-FF02504B384D}"/>
            </ac:spMkLst>
          </pc:spChg>
          <pc:spChg chg="mod">
            <ac:chgData name="Gabriel Fiorilli" userId="6dec09dd-bf1e-4f54-a7db-53ed072060ed" providerId="ADAL" clId="{7DBF1522-1442-4072-822F-816E1C27FADA}" dt="2026-09-11T16:26:03.919" v="952"/>
            <ac:spMkLst>
              <pc:docMk/>
              <pc:sldMasterMk cId="2890195052" sldId="2147483777"/>
              <pc:sldLayoutMk cId="1723148835" sldId="2147483849"/>
              <ac:spMk id="103" creationId="{DAB51C54-4BA1-024C-8F1D-E61343BFAC42}"/>
            </ac:spMkLst>
          </pc:spChg>
          <pc:spChg chg="mod">
            <ac:chgData name="Gabriel Fiorilli" userId="6dec09dd-bf1e-4f54-a7db-53ed072060ed" providerId="ADAL" clId="{7DBF1522-1442-4072-822F-816E1C27FADA}" dt="2026-09-11T16:26:03.919" v="952"/>
            <ac:spMkLst>
              <pc:docMk/>
              <pc:sldMasterMk cId="2890195052" sldId="2147483777"/>
              <pc:sldLayoutMk cId="1723148835" sldId="2147483849"/>
              <ac:spMk id="107" creationId="{7EF60F9A-51DE-3649-80E7-711C186485AA}"/>
            </ac:spMkLst>
          </pc:spChg>
          <pc:spChg chg="mod">
            <ac:chgData name="Gabriel Fiorilli" userId="6dec09dd-bf1e-4f54-a7db-53ed072060ed" providerId="ADAL" clId="{7DBF1522-1442-4072-822F-816E1C27FADA}" dt="2026-09-11T16:26:03.919" v="952"/>
            <ac:spMkLst>
              <pc:docMk/>
              <pc:sldMasterMk cId="2890195052" sldId="2147483777"/>
              <pc:sldLayoutMk cId="1723148835" sldId="2147483849"/>
              <ac:spMk id="108" creationId="{454FB385-5582-984D-3BEC-2409DCFBBEA7}"/>
            </ac:spMkLst>
          </pc:spChg>
          <pc:spChg chg="mod">
            <ac:chgData name="Gabriel Fiorilli" userId="6dec09dd-bf1e-4f54-a7db-53ed072060ed" providerId="ADAL" clId="{7DBF1522-1442-4072-822F-816E1C27FADA}" dt="2026-09-11T16:26:03.919" v="952"/>
            <ac:spMkLst>
              <pc:docMk/>
              <pc:sldMasterMk cId="2890195052" sldId="2147483777"/>
              <pc:sldLayoutMk cId="1723148835" sldId="2147483849"/>
              <ac:spMk id="111" creationId="{C9036724-53EE-61EA-4F36-0647670CC647}"/>
            </ac:spMkLst>
          </pc:spChg>
          <pc:spChg chg="mod">
            <ac:chgData name="Gabriel Fiorilli" userId="6dec09dd-bf1e-4f54-a7db-53ed072060ed" providerId="ADAL" clId="{7DBF1522-1442-4072-822F-816E1C27FADA}" dt="2026-09-11T16:26:03.919" v="952"/>
            <ac:spMkLst>
              <pc:docMk/>
              <pc:sldMasterMk cId="2890195052" sldId="2147483777"/>
              <pc:sldLayoutMk cId="1723148835" sldId="2147483849"/>
              <ac:spMk id="112" creationId="{59FC8DE1-DA8C-E6FC-0074-C1233AE33862}"/>
            </ac:spMkLst>
          </pc:spChg>
          <pc:spChg chg="mod">
            <ac:chgData name="Gabriel Fiorilli" userId="6dec09dd-bf1e-4f54-a7db-53ed072060ed" providerId="ADAL" clId="{7DBF1522-1442-4072-822F-816E1C27FADA}" dt="2026-09-11T16:26:03.919" v="952"/>
            <ac:spMkLst>
              <pc:docMk/>
              <pc:sldMasterMk cId="2890195052" sldId="2147483777"/>
              <pc:sldLayoutMk cId="1723148835" sldId="2147483849"/>
              <ac:spMk id="113" creationId="{CD7EC131-607A-502B-D5DB-EACD3848C447}"/>
            </ac:spMkLst>
          </pc:spChg>
          <pc:spChg chg="mod">
            <ac:chgData name="Gabriel Fiorilli" userId="6dec09dd-bf1e-4f54-a7db-53ed072060ed" providerId="ADAL" clId="{7DBF1522-1442-4072-822F-816E1C27FADA}" dt="2026-09-11T16:26:03.919" v="952"/>
            <ac:spMkLst>
              <pc:docMk/>
              <pc:sldMasterMk cId="2890195052" sldId="2147483777"/>
              <pc:sldLayoutMk cId="1723148835" sldId="2147483849"/>
              <ac:spMk id="116" creationId="{0D56432C-F90B-BE78-9849-16EDFA25EDF3}"/>
            </ac:spMkLst>
          </pc:spChg>
        </pc:sldLayoutChg>
        <pc:sldLayoutChg chg="modSp mod ord">
          <pc:chgData name="Gabriel Fiorilli" userId="6dec09dd-bf1e-4f54-a7db-53ed072060ed" providerId="ADAL" clId="{7DBF1522-1442-4072-822F-816E1C27FADA}" dt="2026-09-11T16:26:03.919" v="952"/>
          <pc:sldLayoutMkLst>
            <pc:docMk/>
            <pc:sldMasterMk cId="2890195052" sldId="2147483777"/>
            <pc:sldLayoutMk cId="2387871607" sldId="2147483850"/>
          </pc:sldLayoutMkLst>
          <pc:spChg chg="mod">
            <ac:chgData name="Gabriel Fiorilli" userId="6dec09dd-bf1e-4f54-a7db-53ed072060ed" providerId="ADAL" clId="{7DBF1522-1442-4072-822F-816E1C27FADA}" dt="2026-09-11T16:26:03.919" v="952"/>
            <ac:spMkLst>
              <pc:docMk/>
              <pc:sldMasterMk cId="2890195052" sldId="2147483777"/>
              <pc:sldLayoutMk cId="2387871607" sldId="2147483850"/>
              <ac:spMk id="27" creationId="{6AC2D12D-986D-3DD5-FBFC-D384978B998E}"/>
            </ac:spMkLst>
          </pc:spChg>
          <pc:spChg chg="mod">
            <ac:chgData name="Gabriel Fiorilli" userId="6dec09dd-bf1e-4f54-a7db-53ed072060ed" providerId="ADAL" clId="{7DBF1522-1442-4072-822F-816E1C27FADA}" dt="2026-09-11T16:26:03.919" v="952"/>
            <ac:spMkLst>
              <pc:docMk/>
              <pc:sldMasterMk cId="2890195052" sldId="2147483777"/>
              <pc:sldLayoutMk cId="2387871607" sldId="2147483850"/>
              <ac:spMk id="30" creationId="{647A3C75-F52C-9572-4AC8-DF3C9EC74895}"/>
            </ac:spMkLst>
          </pc:spChg>
          <pc:spChg chg="mod">
            <ac:chgData name="Gabriel Fiorilli" userId="6dec09dd-bf1e-4f54-a7db-53ed072060ed" providerId="ADAL" clId="{7DBF1522-1442-4072-822F-816E1C27FADA}" dt="2026-09-11T16:26:03.919" v="952"/>
            <ac:spMkLst>
              <pc:docMk/>
              <pc:sldMasterMk cId="2890195052" sldId="2147483777"/>
              <pc:sldLayoutMk cId="2387871607" sldId="2147483850"/>
              <ac:spMk id="32" creationId="{C4E37429-91F7-9872-16AB-E9D998B9B034}"/>
            </ac:spMkLst>
          </pc:spChg>
          <pc:spChg chg="mod">
            <ac:chgData name="Gabriel Fiorilli" userId="6dec09dd-bf1e-4f54-a7db-53ed072060ed" providerId="ADAL" clId="{7DBF1522-1442-4072-822F-816E1C27FADA}" dt="2026-09-11T16:26:03.919" v="952"/>
            <ac:spMkLst>
              <pc:docMk/>
              <pc:sldMasterMk cId="2890195052" sldId="2147483777"/>
              <pc:sldLayoutMk cId="2387871607" sldId="2147483850"/>
              <ac:spMk id="96" creationId="{86EE135B-8461-A8E5-B808-1CCC5F3ABF32}"/>
            </ac:spMkLst>
          </pc:spChg>
          <pc:spChg chg="mod">
            <ac:chgData name="Gabriel Fiorilli" userId="6dec09dd-bf1e-4f54-a7db-53ed072060ed" providerId="ADAL" clId="{7DBF1522-1442-4072-822F-816E1C27FADA}" dt="2026-09-11T16:26:03.919" v="952"/>
            <ac:spMkLst>
              <pc:docMk/>
              <pc:sldMasterMk cId="2890195052" sldId="2147483777"/>
              <pc:sldLayoutMk cId="2387871607" sldId="2147483850"/>
              <ac:spMk id="102" creationId="{02D303FD-4338-9202-3742-445CFAC544F9}"/>
            </ac:spMkLst>
          </pc:spChg>
          <pc:spChg chg="mod">
            <ac:chgData name="Gabriel Fiorilli" userId="6dec09dd-bf1e-4f54-a7db-53ed072060ed" providerId="ADAL" clId="{7DBF1522-1442-4072-822F-816E1C27FADA}" dt="2026-09-11T16:26:03.919" v="952"/>
            <ac:spMkLst>
              <pc:docMk/>
              <pc:sldMasterMk cId="2890195052" sldId="2147483777"/>
              <pc:sldLayoutMk cId="2387871607" sldId="2147483850"/>
              <ac:spMk id="105" creationId="{305C7304-230E-F6CE-A76D-99DF1E692F08}"/>
            </ac:spMkLst>
          </pc:spChg>
          <pc:spChg chg="mod">
            <ac:chgData name="Gabriel Fiorilli" userId="6dec09dd-bf1e-4f54-a7db-53ed072060ed" providerId="ADAL" clId="{7DBF1522-1442-4072-822F-816E1C27FADA}" dt="2026-09-11T16:26:03.919" v="952"/>
            <ac:spMkLst>
              <pc:docMk/>
              <pc:sldMasterMk cId="2890195052" sldId="2147483777"/>
              <pc:sldLayoutMk cId="2387871607" sldId="2147483850"/>
              <ac:spMk id="106" creationId="{646BD931-2CC9-4B26-938C-C6A9327B317A}"/>
            </ac:spMkLst>
          </pc:spChg>
          <pc:spChg chg="mod">
            <ac:chgData name="Gabriel Fiorilli" userId="6dec09dd-bf1e-4f54-a7db-53ed072060ed" providerId="ADAL" clId="{7DBF1522-1442-4072-822F-816E1C27FADA}" dt="2026-09-11T16:26:03.919" v="952"/>
            <ac:spMkLst>
              <pc:docMk/>
              <pc:sldMasterMk cId="2890195052" sldId="2147483777"/>
              <pc:sldLayoutMk cId="2387871607" sldId="2147483850"/>
              <ac:spMk id="110" creationId="{455A5A6A-C346-A345-7676-47650852DEC5}"/>
            </ac:spMkLst>
          </pc:spChg>
          <pc:spChg chg="mod">
            <ac:chgData name="Gabriel Fiorilli" userId="6dec09dd-bf1e-4f54-a7db-53ed072060ed" providerId="ADAL" clId="{7DBF1522-1442-4072-822F-816E1C27FADA}" dt="2026-09-11T16:26:03.919" v="952"/>
            <ac:spMkLst>
              <pc:docMk/>
              <pc:sldMasterMk cId="2890195052" sldId="2147483777"/>
              <pc:sldLayoutMk cId="2387871607" sldId="2147483850"/>
              <ac:spMk id="113" creationId="{CD7EC131-607A-502B-D5DB-EACD3848C447}"/>
            </ac:spMkLst>
          </pc:spChg>
          <pc:spChg chg="mod">
            <ac:chgData name="Gabriel Fiorilli" userId="6dec09dd-bf1e-4f54-a7db-53ed072060ed" providerId="ADAL" clId="{7DBF1522-1442-4072-822F-816E1C27FADA}" dt="2026-09-11T16:26:03.919" v="952"/>
            <ac:spMkLst>
              <pc:docMk/>
              <pc:sldMasterMk cId="2890195052" sldId="2147483777"/>
              <pc:sldLayoutMk cId="2387871607" sldId="2147483850"/>
              <ac:spMk id="115" creationId="{A36BD412-4DD9-0776-5A73-B5939ACF9185}"/>
            </ac:spMkLst>
          </pc:spChg>
        </pc:sldLayoutChg>
        <pc:sldLayoutChg chg="modSp mod ord">
          <pc:chgData name="Gabriel Fiorilli" userId="6dec09dd-bf1e-4f54-a7db-53ed072060ed" providerId="ADAL" clId="{7DBF1522-1442-4072-822F-816E1C27FADA}" dt="2026-09-11T16:26:03.919" v="952"/>
          <pc:sldLayoutMkLst>
            <pc:docMk/>
            <pc:sldMasterMk cId="2890195052" sldId="2147483777"/>
            <pc:sldLayoutMk cId="400345868" sldId="2147483856"/>
          </pc:sldLayoutMkLst>
          <pc:spChg chg="mod">
            <ac:chgData name="Gabriel Fiorilli" userId="6dec09dd-bf1e-4f54-a7db-53ed072060ed" providerId="ADAL" clId="{7DBF1522-1442-4072-822F-816E1C27FADA}" dt="2026-09-11T16:26:03.919" v="952"/>
            <ac:spMkLst>
              <pc:docMk/>
              <pc:sldMasterMk cId="2890195052" sldId="2147483777"/>
              <pc:sldLayoutMk cId="400345868" sldId="2147483856"/>
              <ac:spMk id="2" creationId="{595D97E3-B378-E7B0-4A76-391C0989E8B6}"/>
            </ac:spMkLst>
          </pc:spChg>
          <pc:spChg chg="mod">
            <ac:chgData name="Gabriel Fiorilli" userId="6dec09dd-bf1e-4f54-a7db-53ed072060ed" providerId="ADAL" clId="{7DBF1522-1442-4072-822F-816E1C27FADA}" dt="2026-09-11T16:26:03.919" v="952"/>
            <ac:spMkLst>
              <pc:docMk/>
              <pc:sldMasterMk cId="2890195052" sldId="2147483777"/>
              <pc:sldLayoutMk cId="400345868" sldId="2147483856"/>
              <ac:spMk id="4" creationId="{7E424369-4F91-BA78-D59E-F025384664D4}"/>
            </ac:spMkLst>
          </pc:spChg>
          <pc:spChg chg="mod">
            <ac:chgData name="Gabriel Fiorilli" userId="6dec09dd-bf1e-4f54-a7db-53ed072060ed" providerId="ADAL" clId="{7DBF1522-1442-4072-822F-816E1C27FADA}" dt="2026-09-11T16:26:03.919" v="952"/>
            <ac:spMkLst>
              <pc:docMk/>
              <pc:sldMasterMk cId="2890195052" sldId="2147483777"/>
              <pc:sldLayoutMk cId="400345868" sldId="2147483856"/>
              <ac:spMk id="8" creationId="{D0E34669-E9A0-3031-84E9-7C3208F4EB66}"/>
            </ac:spMkLst>
          </pc:spChg>
          <pc:spChg chg="mod">
            <ac:chgData name="Gabriel Fiorilli" userId="6dec09dd-bf1e-4f54-a7db-53ed072060ed" providerId="ADAL" clId="{7DBF1522-1442-4072-822F-816E1C27FADA}" dt="2026-09-11T16:26:03.919" v="952"/>
            <ac:spMkLst>
              <pc:docMk/>
              <pc:sldMasterMk cId="2890195052" sldId="2147483777"/>
              <pc:sldLayoutMk cId="400345868" sldId="2147483856"/>
              <ac:spMk id="10" creationId="{A68C5C04-9F9C-AD5B-8544-86BD159ED555}"/>
            </ac:spMkLst>
          </pc:spChg>
          <pc:spChg chg="mod">
            <ac:chgData name="Gabriel Fiorilli" userId="6dec09dd-bf1e-4f54-a7db-53ed072060ed" providerId="ADAL" clId="{7DBF1522-1442-4072-822F-816E1C27FADA}" dt="2026-09-11T16:26:03.919" v="952"/>
            <ac:spMkLst>
              <pc:docMk/>
              <pc:sldMasterMk cId="2890195052" sldId="2147483777"/>
              <pc:sldLayoutMk cId="400345868" sldId="2147483856"/>
              <ac:spMk id="13" creationId="{AAA4D9F5-240A-9CC5-1EF0-9AAA83CC6908}"/>
            </ac:spMkLst>
          </pc:spChg>
          <pc:spChg chg="mod">
            <ac:chgData name="Gabriel Fiorilli" userId="6dec09dd-bf1e-4f54-a7db-53ed072060ed" providerId="ADAL" clId="{7DBF1522-1442-4072-822F-816E1C27FADA}" dt="2026-09-11T16:26:03.919" v="952"/>
            <ac:spMkLst>
              <pc:docMk/>
              <pc:sldMasterMk cId="2890195052" sldId="2147483777"/>
              <pc:sldLayoutMk cId="400345868" sldId="2147483856"/>
              <ac:spMk id="16" creationId="{73AE31B1-0E8A-430C-61E0-A4A65D4D936A}"/>
            </ac:spMkLst>
          </pc:spChg>
        </pc:sldLayoutChg>
        <pc:sldLayoutChg chg="modSp mod ord">
          <pc:chgData name="Gabriel Fiorilli" userId="6dec09dd-bf1e-4f54-a7db-53ed072060ed" providerId="ADAL" clId="{7DBF1522-1442-4072-822F-816E1C27FADA}" dt="2026-09-11T16:26:03.919" v="952"/>
          <pc:sldLayoutMkLst>
            <pc:docMk/>
            <pc:sldMasterMk cId="2890195052" sldId="2147483777"/>
            <pc:sldLayoutMk cId="3959783172" sldId="2147483858"/>
          </pc:sldLayoutMkLst>
          <pc:spChg chg="mod">
            <ac:chgData name="Gabriel Fiorilli" userId="6dec09dd-bf1e-4f54-a7db-53ed072060ed" providerId="ADAL" clId="{7DBF1522-1442-4072-822F-816E1C27FADA}" dt="2026-09-11T16:26:03.919" v="952"/>
            <ac:spMkLst>
              <pc:docMk/>
              <pc:sldMasterMk cId="2890195052" sldId="2147483777"/>
              <pc:sldLayoutMk cId="3959783172" sldId="2147483858"/>
              <ac:spMk id="4" creationId="{C9B13D7C-5A47-B0DF-B518-26E79F5D2DB1}"/>
            </ac:spMkLst>
          </pc:spChg>
          <pc:spChg chg="mod">
            <ac:chgData name="Gabriel Fiorilli" userId="6dec09dd-bf1e-4f54-a7db-53ed072060ed" providerId="ADAL" clId="{7DBF1522-1442-4072-822F-816E1C27FADA}" dt="2026-09-11T16:26:03.919" v="952"/>
            <ac:spMkLst>
              <pc:docMk/>
              <pc:sldMasterMk cId="2890195052" sldId="2147483777"/>
              <pc:sldLayoutMk cId="3959783172" sldId="2147483858"/>
              <ac:spMk id="6" creationId="{2132BCE3-A04F-8602-64F7-7623C7EAF165}"/>
            </ac:spMkLst>
          </pc:spChg>
          <pc:spChg chg="mod">
            <ac:chgData name="Gabriel Fiorilli" userId="6dec09dd-bf1e-4f54-a7db-53ed072060ed" providerId="ADAL" clId="{7DBF1522-1442-4072-822F-816E1C27FADA}" dt="2026-09-11T16:26:03.919" v="952"/>
            <ac:spMkLst>
              <pc:docMk/>
              <pc:sldMasterMk cId="2890195052" sldId="2147483777"/>
              <pc:sldLayoutMk cId="3959783172" sldId="2147483858"/>
              <ac:spMk id="11" creationId="{F401465E-A8CD-A3BA-BE2A-9597492FDC6E}"/>
            </ac:spMkLst>
          </pc:spChg>
          <pc:spChg chg="mod">
            <ac:chgData name="Gabriel Fiorilli" userId="6dec09dd-bf1e-4f54-a7db-53ed072060ed" providerId="ADAL" clId="{7DBF1522-1442-4072-822F-816E1C27FADA}" dt="2026-09-11T16:26:03.919" v="952"/>
            <ac:spMkLst>
              <pc:docMk/>
              <pc:sldMasterMk cId="2890195052" sldId="2147483777"/>
              <pc:sldLayoutMk cId="3959783172" sldId="2147483858"/>
              <ac:spMk id="12" creationId="{7A7A9582-3614-801A-785B-273FCD3E092F}"/>
            </ac:spMkLst>
          </pc:spChg>
          <pc:spChg chg="mod">
            <ac:chgData name="Gabriel Fiorilli" userId="6dec09dd-bf1e-4f54-a7db-53ed072060ed" providerId="ADAL" clId="{7DBF1522-1442-4072-822F-816E1C27FADA}" dt="2026-09-11T16:26:03.919" v="952"/>
            <ac:spMkLst>
              <pc:docMk/>
              <pc:sldMasterMk cId="2890195052" sldId="2147483777"/>
              <pc:sldLayoutMk cId="3959783172" sldId="2147483858"/>
              <ac:spMk id="13" creationId="{7F86D482-580C-D22A-58CC-10B9C4F7EDD2}"/>
            </ac:spMkLst>
          </pc:spChg>
        </pc:sldLayoutChg>
        <pc:sldLayoutChg chg="mod ord">
          <pc:chgData name="Gabriel Fiorilli" userId="6dec09dd-bf1e-4f54-a7db-53ed072060ed" providerId="ADAL" clId="{7DBF1522-1442-4072-822F-816E1C27FADA}" dt="2026-09-11T16:26:03.919" v="952"/>
          <pc:sldLayoutMkLst>
            <pc:docMk/>
            <pc:sldMasterMk cId="2890195052" sldId="2147483777"/>
            <pc:sldLayoutMk cId="415896580" sldId="2147483860"/>
          </pc:sldLayoutMkLst>
        </pc:sldLayoutChg>
        <pc:sldLayoutChg chg="mod ord">
          <pc:chgData name="Gabriel Fiorilli" userId="6dec09dd-bf1e-4f54-a7db-53ed072060ed" providerId="ADAL" clId="{7DBF1522-1442-4072-822F-816E1C27FADA}" dt="2026-09-11T16:26:03.919" v="952"/>
          <pc:sldLayoutMkLst>
            <pc:docMk/>
            <pc:sldMasterMk cId="2890195052" sldId="2147483777"/>
            <pc:sldLayoutMk cId="1962377064" sldId="2147483861"/>
          </pc:sldLayoutMkLst>
        </pc:sldLayoutChg>
        <pc:sldLayoutChg chg="modSp mod ord">
          <pc:chgData name="Gabriel Fiorilli" userId="6dec09dd-bf1e-4f54-a7db-53ed072060ed" providerId="ADAL" clId="{7DBF1522-1442-4072-822F-816E1C27FADA}" dt="2026-09-11T16:26:03.919" v="952"/>
          <pc:sldLayoutMkLst>
            <pc:docMk/>
            <pc:sldMasterMk cId="2890195052" sldId="2147483777"/>
            <pc:sldLayoutMk cId="2939306574" sldId="2147483862"/>
          </pc:sldLayoutMkLst>
          <pc:spChg chg="mod">
            <ac:chgData name="Gabriel Fiorilli" userId="6dec09dd-bf1e-4f54-a7db-53ed072060ed" providerId="ADAL" clId="{7DBF1522-1442-4072-822F-816E1C27FADA}" dt="2026-09-11T16:26:03.919" v="952"/>
            <ac:spMkLst>
              <pc:docMk/>
              <pc:sldMasterMk cId="2890195052" sldId="2147483777"/>
              <pc:sldLayoutMk cId="2939306574" sldId="2147483862"/>
              <ac:spMk id="10" creationId="{94531090-414D-3695-0E2D-BB1269270B55}"/>
            </ac:spMkLst>
          </pc:spChg>
        </pc:sldLayoutChg>
        <pc:sldLayoutChg chg="mod ord">
          <pc:chgData name="Gabriel Fiorilli" userId="6dec09dd-bf1e-4f54-a7db-53ed072060ed" providerId="ADAL" clId="{7DBF1522-1442-4072-822F-816E1C27FADA}" dt="2026-09-11T16:26:03.919" v="952"/>
          <pc:sldLayoutMkLst>
            <pc:docMk/>
            <pc:sldMasterMk cId="2890195052" sldId="2147483777"/>
            <pc:sldLayoutMk cId="1668961792" sldId="2147483863"/>
          </pc:sldLayoutMkLst>
        </pc:sldLayoutChg>
        <pc:sldLayoutChg chg="modSp mod ord">
          <pc:chgData name="Gabriel Fiorilli" userId="6dec09dd-bf1e-4f54-a7db-53ed072060ed" providerId="ADAL" clId="{7DBF1522-1442-4072-822F-816E1C27FADA}" dt="2026-09-11T16:26:03.919" v="952"/>
          <pc:sldLayoutMkLst>
            <pc:docMk/>
            <pc:sldMasterMk cId="2890195052" sldId="2147483777"/>
            <pc:sldLayoutMk cId="177437612" sldId="2147484202"/>
          </pc:sldLayoutMkLst>
          <pc:spChg chg="mod">
            <ac:chgData name="Gabriel Fiorilli" userId="6dec09dd-bf1e-4f54-a7db-53ed072060ed" providerId="ADAL" clId="{7DBF1522-1442-4072-822F-816E1C27FADA}" dt="2026-09-11T16:26:03.919" v="952"/>
            <ac:spMkLst>
              <pc:docMk/>
              <pc:sldMasterMk cId="2890195052" sldId="2147483777"/>
              <pc:sldLayoutMk cId="177437612" sldId="2147484202"/>
              <ac:spMk id="2" creationId="{595D97E3-B378-E7B0-4A76-391C0989E8B6}"/>
            </ac:spMkLst>
          </pc:spChg>
          <pc:spChg chg="mod">
            <ac:chgData name="Gabriel Fiorilli" userId="6dec09dd-bf1e-4f54-a7db-53ed072060ed" providerId="ADAL" clId="{7DBF1522-1442-4072-822F-816E1C27FADA}" dt="2026-09-11T16:26:03.919" v="952"/>
            <ac:spMkLst>
              <pc:docMk/>
              <pc:sldMasterMk cId="2890195052" sldId="2147483777"/>
              <pc:sldLayoutMk cId="177437612" sldId="2147484202"/>
              <ac:spMk id="4" creationId="{7E424369-4F91-BA78-D59E-F025384664D4}"/>
            </ac:spMkLst>
          </pc:spChg>
          <pc:spChg chg="mod">
            <ac:chgData name="Gabriel Fiorilli" userId="6dec09dd-bf1e-4f54-a7db-53ed072060ed" providerId="ADAL" clId="{7DBF1522-1442-4072-822F-816E1C27FADA}" dt="2026-09-11T16:26:03.919" v="952"/>
            <ac:spMkLst>
              <pc:docMk/>
              <pc:sldMasterMk cId="2890195052" sldId="2147483777"/>
              <pc:sldLayoutMk cId="177437612" sldId="2147484202"/>
              <ac:spMk id="8" creationId="{D0E34669-E9A0-3031-84E9-7C3208F4EB66}"/>
            </ac:spMkLst>
          </pc:spChg>
          <pc:spChg chg="mod">
            <ac:chgData name="Gabriel Fiorilli" userId="6dec09dd-bf1e-4f54-a7db-53ed072060ed" providerId="ADAL" clId="{7DBF1522-1442-4072-822F-816E1C27FADA}" dt="2026-09-11T16:26:03.919" v="952"/>
            <ac:spMkLst>
              <pc:docMk/>
              <pc:sldMasterMk cId="2890195052" sldId="2147483777"/>
              <pc:sldLayoutMk cId="177437612" sldId="2147484202"/>
              <ac:spMk id="10" creationId="{A68C5C04-9F9C-AD5B-8544-86BD159ED555}"/>
            </ac:spMkLst>
          </pc:spChg>
          <pc:spChg chg="mod">
            <ac:chgData name="Gabriel Fiorilli" userId="6dec09dd-bf1e-4f54-a7db-53ed072060ed" providerId="ADAL" clId="{7DBF1522-1442-4072-822F-816E1C27FADA}" dt="2026-09-11T16:26:03.919" v="952"/>
            <ac:spMkLst>
              <pc:docMk/>
              <pc:sldMasterMk cId="2890195052" sldId="2147483777"/>
              <pc:sldLayoutMk cId="177437612" sldId="2147484202"/>
              <ac:spMk id="13" creationId="{AAA4D9F5-240A-9CC5-1EF0-9AAA83CC6908}"/>
            </ac:spMkLst>
          </pc:spChg>
          <pc:spChg chg="mod">
            <ac:chgData name="Gabriel Fiorilli" userId="6dec09dd-bf1e-4f54-a7db-53ed072060ed" providerId="ADAL" clId="{7DBF1522-1442-4072-822F-816E1C27FADA}" dt="2026-09-11T16:26:03.919" v="952"/>
            <ac:spMkLst>
              <pc:docMk/>
              <pc:sldMasterMk cId="2890195052" sldId="2147483777"/>
              <pc:sldLayoutMk cId="177437612" sldId="2147484202"/>
              <ac:spMk id="16" creationId="{73AE31B1-0E8A-430C-61E0-A4A65D4D936A}"/>
            </ac:spMkLst>
          </pc:spChg>
        </pc:sldLayoutChg>
        <pc:sldLayoutChg chg="modSp mod ord">
          <pc:chgData name="Gabriel Fiorilli" userId="6dec09dd-bf1e-4f54-a7db-53ed072060ed" providerId="ADAL" clId="{7DBF1522-1442-4072-822F-816E1C27FADA}" dt="2026-09-11T16:26:03.919" v="952"/>
          <pc:sldLayoutMkLst>
            <pc:docMk/>
            <pc:sldMasterMk cId="2890195052" sldId="2147483777"/>
            <pc:sldLayoutMk cId="618389167" sldId="2147484203"/>
          </pc:sldLayoutMkLst>
          <pc:spChg chg="mod">
            <ac:chgData name="Gabriel Fiorilli" userId="6dec09dd-bf1e-4f54-a7db-53ed072060ed" providerId="ADAL" clId="{7DBF1522-1442-4072-822F-816E1C27FADA}" dt="2026-09-11T16:26:03.919" v="952"/>
            <ac:spMkLst>
              <pc:docMk/>
              <pc:sldMasterMk cId="2890195052" sldId="2147483777"/>
              <pc:sldLayoutMk cId="618389167" sldId="2147484203"/>
              <ac:spMk id="2" creationId="{595D97E3-B378-E7B0-4A76-391C0989E8B6}"/>
            </ac:spMkLst>
          </pc:spChg>
          <pc:spChg chg="mod">
            <ac:chgData name="Gabriel Fiorilli" userId="6dec09dd-bf1e-4f54-a7db-53ed072060ed" providerId="ADAL" clId="{7DBF1522-1442-4072-822F-816E1C27FADA}" dt="2026-09-11T16:26:03.919" v="952"/>
            <ac:spMkLst>
              <pc:docMk/>
              <pc:sldMasterMk cId="2890195052" sldId="2147483777"/>
              <pc:sldLayoutMk cId="618389167" sldId="2147484203"/>
              <ac:spMk id="4" creationId="{7E424369-4F91-BA78-D59E-F025384664D4}"/>
            </ac:spMkLst>
          </pc:spChg>
          <pc:spChg chg="mod">
            <ac:chgData name="Gabriel Fiorilli" userId="6dec09dd-bf1e-4f54-a7db-53ed072060ed" providerId="ADAL" clId="{7DBF1522-1442-4072-822F-816E1C27FADA}" dt="2026-09-11T16:26:03.919" v="952"/>
            <ac:spMkLst>
              <pc:docMk/>
              <pc:sldMasterMk cId="2890195052" sldId="2147483777"/>
              <pc:sldLayoutMk cId="618389167" sldId="2147484203"/>
              <ac:spMk id="8" creationId="{D0E34669-E9A0-3031-84E9-7C3208F4EB66}"/>
            </ac:spMkLst>
          </pc:spChg>
          <pc:spChg chg="mod">
            <ac:chgData name="Gabriel Fiorilli" userId="6dec09dd-bf1e-4f54-a7db-53ed072060ed" providerId="ADAL" clId="{7DBF1522-1442-4072-822F-816E1C27FADA}" dt="2026-09-11T16:26:03.919" v="952"/>
            <ac:spMkLst>
              <pc:docMk/>
              <pc:sldMasterMk cId="2890195052" sldId="2147483777"/>
              <pc:sldLayoutMk cId="618389167" sldId="2147484203"/>
              <ac:spMk id="9" creationId="{0BEB6966-A6DD-A413-E366-E85415CA7CC6}"/>
            </ac:spMkLst>
          </pc:spChg>
          <pc:spChg chg="mod">
            <ac:chgData name="Gabriel Fiorilli" userId="6dec09dd-bf1e-4f54-a7db-53ed072060ed" providerId="ADAL" clId="{7DBF1522-1442-4072-822F-816E1C27FADA}" dt="2026-09-11T16:26:03.919" v="952"/>
            <ac:spMkLst>
              <pc:docMk/>
              <pc:sldMasterMk cId="2890195052" sldId="2147483777"/>
              <pc:sldLayoutMk cId="618389167" sldId="2147484203"/>
              <ac:spMk id="10" creationId="{016B9899-7AA6-E693-2E4C-ADF3DFB28367}"/>
            </ac:spMkLst>
          </pc:spChg>
        </pc:sldLayoutChg>
        <pc:sldLayoutChg chg="modSp mod ord">
          <pc:chgData name="Gabriel Fiorilli" userId="6dec09dd-bf1e-4f54-a7db-53ed072060ed" providerId="ADAL" clId="{7DBF1522-1442-4072-822F-816E1C27FADA}" dt="2026-09-11T16:26:03.919" v="952"/>
          <pc:sldLayoutMkLst>
            <pc:docMk/>
            <pc:sldMasterMk cId="2890195052" sldId="2147483777"/>
            <pc:sldLayoutMk cId="3317463111" sldId="2147484204"/>
          </pc:sldLayoutMkLst>
          <pc:spChg chg="mod">
            <ac:chgData name="Gabriel Fiorilli" userId="6dec09dd-bf1e-4f54-a7db-53ed072060ed" providerId="ADAL" clId="{7DBF1522-1442-4072-822F-816E1C27FADA}" dt="2026-09-11T16:26:03.919" v="952"/>
            <ac:spMkLst>
              <pc:docMk/>
              <pc:sldMasterMk cId="2890195052" sldId="2147483777"/>
              <pc:sldLayoutMk cId="3317463111" sldId="2147484204"/>
              <ac:spMk id="2" creationId="{595D97E3-B378-E7B0-4A76-391C0989E8B6}"/>
            </ac:spMkLst>
          </pc:spChg>
          <pc:spChg chg="mod">
            <ac:chgData name="Gabriel Fiorilli" userId="6dec09dd-bf1e-4f54-a7db-53ed072060ed" providerId="ADAL" clId="{7DBF1522-1442-4072-822F-816E1C27FADA}" dt="2026-09-11T16:26:03.919" v="952"/>
            <ac:spMkLst>
              <pc:docMk/>
              <pc:sldMasterMk cId="2890195052" sldId="2147483777"/>
              <pc:sldLayoutMk cId="3317463111" sldId="2147484204"/>
              <ac:spMk id="4" creationId="{7E424369-4F91-BA78-D59E-F025384664D4}"/>
            </ac:spMkLst>
          </pc:spChg>
          <pc:spChg chg="mod">
            <ac:chgData name="Gabriel Fiorilli" userId="6dec09dd-bf1e-4f54-a7db-53ed072060ed" providerId="ADAL" clId="{7DBF1522-1442-4072-822F-816E1C27FADA}" dt="2026-09-11T16:26:03.919" v="952"/>
            <ac:spMkLst>
              <pc:docMk/>
              <pc:sldMasterMk cId="2890195052" sldId="2147483777"/>
              <pc:sldLayoutMk cId="3317463111" sldId="2147484204"/>
              <ac:spMk id="8" creationId="{D0E34669-E9A0-3031-84E9-7C3208F4EB66}"/>
            </ac:spMkLst>
          </pc:spChg>
          <pc:spChg chg="mod">
            <ac:chgData name="Gabriel Fiorilli" userId="6dec09dd-bf1e-4f54-a7db-53ed072060ed" providerId="ADAL" clId="{7DBF1522-1442-4072-822F-816E1C27FADA}" dt="2026-09-11T16:26:03.919" v="952"/>
            <ac:spMkLst>
              <pc:docMk/>
              <pc:sldMasterMk cId="2890195052" sldId="2147483777"/>
              <pc:sldLayoutMk cId="3317463111" sldId="2147484204"/>
              <ac:spMk id="9" creationId="{2990FA51-3BC5-8B5F-4922-A3EFDBE7D39F}"/>
            </ac:spMkLst>
          </pc:spChg>
          <pc:spChg chg="mod">
            <ac:chgData name="Gabriel Fiorilli" userId="6dec09dd-bf1e-4f54-a7db-53ed072060ed" providerId="ADAL" clId="{7DBF1522-1442-4072-822F-816E1C27FADA}" dt="2026-09-11T16:26:03.919" v="952"/>
            <ac:spMkLst>
              <pc:docMk/>
              <pc:sldMasterMk cId="2890195052" sldId="2147483777"/>
              <pc:sldLayoutMk cId="3317463111" sldId="2147484204"/>
              <ac:spMk id="10" creationId="{7C6416CC-D42A-F9D0-470E-9656CD4825B1}"/>
            </ac:spMkLst>
          </pc:spChg>
        </pc:sldLayoutChg>
        <pc:sldLayoutChg chg="modSp del mod ord">
          <pc:chgData name="Gabriel Fiorilli" userId="6dec09dd-bf1e-4f54-a7db-53ed072060ed" providerId="ADAL" clId="{7DBF1522-1442-4072-822F-816E1C27FADA}" dt="2026-09-11T16:32:51.330" v="965" actId="2696"/>
          <pc:sldLayoutMkLst>
            <pc:docMk/>
            <pc:sldMasterMk cId="2890195052" sldId="2147483777"/>
            <pc:sldLayoutMk cId="1337552936" sldId="2147484214"/>
          </pc:sldLayoutMkLst>
          <pc:spChg chg="mod">
            <ac:chgData name="Gabriel Fiorilli" userId="6dec09dd-bf1e-4f54-a7db-53ed072060ed" providerId="ADAL" clId="{7DBF1522-1442-4072-822F-816E1C27FADA}" dt="2026-09-11T16:26:03.919" v="952"/>
            <ac:spMkLst>
              <pc:docMk/>
              <pc:sldMasterMk cId="2890195052" sldId="2147483777"/>
              <pc:sldLayoutMk cId="1337552936" sldId="2147484214"/>
              <ac:spMk id="4" creationId="{B6F1873E-A461-1060-F030-72F82DE78FD5}"/>
            </ac:spMkLst>
          </pc:spChg>
          <pc:spChg chg="mod">
            <ac:chgData name="Gabriel Fiorilli" userId="6dec09dd-bf1e-4f54-a7db-53ed072060ed" providerId="ADAL" clId="{7DBF1522-1442-4072-822F-816E1C27FADA}" dt="2026-09-11T16:26:03.919" v="952"/>
            <ac:spMkLst>
              <pc:docMk/>
              <pc:sldMasterMk cId="2890195052" sldId="2147483777"/>
              <pc:sldLayoutMk cId="1337552936" sldId="2147484214"/>
              <ac:spMk id="9" creationId="{03F3B14A-4381-EE52-0164-94E04FE17DBE}"/>
            </ac:spMkLst>
          </pc:spChg>
        </pc:sldLayoutChg>
        <pc:sldLayoutChg chg="mod ord">
          <pc:chgData name="Gabriel Fiorilli" userId="6dec09dd-bf1e-4f54-a7db-53ed072060ed" providerId="ADAL" clId="{7DBF1522-1442-4072-822F-816E1C27FADA}" dt="2026-09-11T16:26:03.919" v="952"/>
          <pc:sldLayoutMkLst>
            <pc:docMk/>
            <pc:sldMasterMk cId="2890195052" sldId="2147483777"/>
            <pc:sldLayoutMk cId="2453772389" sldId="2147484636"/>
          </pc:sldLayoutMkLst>
        </pc:sldLayoutChg>
        <pc:sldLayoutChg chg="mod ord">
          <pc:chgData name="Gabriel Fiorilli" userId="6dec09dd-bf1e-4f54-a7db-53ed072060ed" providerId="ADAL" clId="{7DBF1522-1442-4072-822F-816E1C27FADA}" dt="2026-09-11T16:26:03.919" v="952"/>
          <pc:sldLayoutMkLst>
            <pc:docMk/>
            <pc:sldMasterMk cId="2890195052" sldId="2147483777"/>
            <pc:sldLayoutMk cId="2453772389" sldId="2147484637"/>
          </pc:sldLayoutMkLst>
        </pc:sldLayoutChg>
        <pc:sldLayoutChg chg="mod ord">
          <pc:chgData name="Gabriel Fiorilli" userId="6dec09dd-bf1e-4f54-a7db-53ed072060ed" providerId="ADAL" clId="{7DBF1522-1442-4072-822F-816E1C27FADA}" dt="2026-09-11T16:26:03.919" v="952"/>
          <pc:sldLayoutMkLst>
            <pc:docMk/>
            <pc:sldMasterMk cId="2890195052" sldId="2147483777"/>
            <pc:sldLayoutMk cId="2453772389" sldId="2147484638"/>
          </pc:sldLayoutMkLst>
        </pc:sldLayoutChg>
        <pc:sldLayoutChg chg="mod ord">
          <pc:chgData name="Gabriel Fiorilli" userId="6dec09dd-bf1e-4f54-a7db-53ed072060ed" providerId="ADAL" clId="{7DBF1522-1442-4072-822F-816E1C27FADA}" dt="2026-09-11T16:26:03.919" v="952"/>
          <pc:sldLayoutMkLst>
            <pc:docMk/>
            <pc:sldMasterMk cId="2890195052" sldId="2147483777"/>
            <pc:sldLayoutMk cId="2453772389" sldId="2147484639"/>
          </pc:sldLayoutMkLst>
        </pc:sldLayoutChg>
        <pc:sldLayoutChg chg="mod ord">
          <pc:chgData name="Gabriel Fiorilli" userId="6dec09dd-bf1e-4f54-a7db-53ed072060ed" providerId="ADAL" clId="{7DBF1522-1442-4072-822F-816E1C27FADA}" dt="2026-09-11T16:26:03.919" v="952"/>
          <pc:sldLayoutMkLst>
            <pc:docMk/>
            <pc:sldMasterMk cId="2890195052" sldId="2147483777"/>
            <pc:sldLayoutMk cId="2453772389" sldId="2147484640"/>
          </pc:sldLayoutMkLst>
        </pc:sldLayoutChg>
        <pc:sldLayoutChg chg="mod ord">
          <pc:chgData name="Gabriel Fiorilli" userId="6dec09dd-bf1e-4f54-a7db-53ed072060ed" providerId="ADAL" clId="{7DBF1522-1442-4072-822F-816E1C27FADA}" dt="2026-09-11T16:26:03.919" v="952"/>
          <pc:sldLayoutMkLst>
            <pc:docMk/>
            <pc:sldMasterMk cId="2890195052" sldId="2147483777"/>
            <pc:sldLayoutMk cId="2453772389" sldId="2147484641"/>
          </pc:sldLayoutMkLst>
        </pc:sldLayoutChg>
        <pc:sldLayoutChg chg="mod ord">
          <pc:chgData name="Gabriel Fiorilli" userId="6dec09dd-bf1e-4f54-a7db-53ed072060ed" providerId="ADAL" clId="{7DBF1522-1442-4072-822F-816E1C27FADA}" dt="2026-09-11T16:26:03.919" v="952"/>
          <pc:sldLayoutMkLst>
            <pc:docMk/>
            <pc:sldMasterMk cId="2890195052" sldId="2147483777"/>
            <pc:sldLayoutMk cId="2453772389" sldId="2147484642"/>
          </pc:sldLayoutMkLst>
        </pc:sldLayoutChg>
        <pc:sldLayoutChg chg="mod ord">
          <pc:chgData name="Gabriel Fiorilli" userId="6dec09dd-bf1e-4f54-a7db-53ed072060ed" providerId="ADAL" clId="{7DBF1522-1442-4072-822F-816E1C27FADA}" dt="2026-09-11T16:26:03.919" v="952"/>
          <pc:sldLayoutMkLst>
            <pc:docMk/>
            <pc:sldMasterMk cId="2890195052" sldId="2147483777"/>
            <pc:sldLayoutMk cId="2453772389" sldId="2147484643"/>
          </pc:sldLayoutMkLst>
        </pc:sldLayoutChg>
        <pc:sldLayoutChg chg="mod ord">
          <pc:chgData name="Gabriel Fiorilli" userId="6dec09dd-bf1e-4f54-a7db-53ed072060ed" providerId="ADAL" clId="{7DBF1522-1442-4072-822F-816E1C27FADA}" dt="2026-09-11T16:26:03.919" v="952"/>
          <pc:sldLayoutMkLst>
            <pc:docMk/>
            <pc:sldMasterMk cId="2890195052" sldId="2147483777"/>
            <pc:sldLayoutMk cId="2453772389" sldId="2147484644"/>
          </pc:sldLayoutMkLst>
        </pc:sldLayoutChg>
        <pc:sldLayoutChg chg="mod ord">
          <pc:chgData name="Gabriel Fiorilli" userId="6dec09dd-bf1e-4f54-a7db-53ed072060ed" providerId="ADAL" clId="{7DBF1522-1442-4072-822F-816E1C27FADA}" dt="2026-09-11T16:26:03.919" v="952"/>
          <pc:sldLayoutMkLst>
            <pc:docMk/>
            <pc:sldMasterMk cId="2890195052" sldId="2147483777"/>
            <pc:sldLayoutMk cId="2453772389" sldId="2147484645"/>
          </pc:sldLayoutMkLst>
        </pc:sldLayoutChg>
        <pc:sldLayoutChg chg="mod ord">
          <pc:chgData name="Gabriel Fiorilli" userId="6dec09dd-bf1e-4f54-a7db-53ed072060ed" providerId="ADAL" clId="{7DBF1522-1442-4072-822F-816E1C27FADA}" dt="2026-09-11T16:26:03.919" v="952"/>
          <pc:sldLayoutMkLst>
            <pc:docMk/>
            <pc:sldMasterMk cId="2890195052" sldId="2147483777"/>
            <pc:sldLayoutMk cId="2453772389" sldId="2147484646"/>
          </pc:sldLayoutMkLst>
        </pc:sldLayoutChg>
        <pc:sldLayoutChg chg="mod ord">
          <pc:chgData name="Gabriel Fiorilli" userId="6dec09dd-bf1e-4f54-a7db-53ed072060ed" providerId="ADAL" clId="{7DBF1522-1442-4072-822F-816E1C27FADA}" dt="2026-09-11T16:26:03.919" v="952"/>
          <pc:sldLayoutMkLst>
            <pc:docMk/>
            <pc:sldMasterMk cId="2890195052" sldId="2147483777"/>
            <pc:sldLayoutMk cId="2453772389" sldId="2147484647"/>
          </pc:sldLayoutMkLst>
        </pc:sldLayoutChg>
        <pc:sldLayoutChg chg="mod ord">
          <pc:chgData name="Gabriel Fiorilli" userId="6dec09dd-bf1e-4f54-a7db-53ed072060ed" providerId="ADAL" clId="{7DBF1522-1442-4072-822F-816E1C27FADA}" dt="2026-09-11T16:26:03.919" v="952"/>
          <pc:sldLayoutMkLst>
            <pc:docMk/>
            <pc:sldMasterMk cId="2890195052" sldId="2147483777"/>
            <pc:sldLayoutMk cId="2453772389" sldId="2147484648"/>
          </pc:sldLayoutMkLst>
        </pc:sldLayoutChg>
        <pc:sldLayoutChg chg="mod ord">
          <pc:chgData name="Gabriel Fiorilli" userId="6dec09dd-bf1e-4f54-a7db-53ed072060ed" providerId="ADAL" clId="{7DBF1522-1442-4072-822F-816E1C27FADA}" dt="2026-09-11T16:26:03.919" v="952"/>
          <pc:sldLayoutMkLst>
            <pc:docMk/>
            <pc:sldMasterMk cId="2890195052" sldId="2147483777"/>
            <pc:sldLayoutMk cId="2453772389" sldId="2147484649"/>
          </pc:sldLayoutMkLst>
        </pc:sldLayoutChg>
        <pc:sldLayoutChg chg="mod ord">
          <pc:chgData name="Gabriel Fiorilli" userId="6dec09dd-bf1e-4f54-a7db-53ed072060ed" providerId="ADAL" clId="{7DBF1522-1442-4072-822F-816E1C27FADA}" dt="2026-09-11T16:26:03.919" v="952"/>
          <pc:sldLayoutMkLst>
            <pc:docMk/>
            <pc:sldMasterMk cId="2890195052" sldId="2147483777"/>
            <pc:sldLayoutMk cId="2453772389" sldId="2147484650"/>
          </pc:sldLayoutMkLst>
        </pc:sldLayoutChg>
        <pc:sldLayoutChg chg="mod ord">
          <pc:chgData name="Gabriel Fiorilli" userId="6dec09dd-bf1e-4f54-a7db-53ed072060ed" providerId="ADAL" clId="{7DBF1522-1442-4072-822F-816E1C27FADA}" dt="2026-09-11T16:26:03.919" v="952"/>
          <pc:sldLayoutMkLst>
            <pc:docMk/>
            <pc:sldMasterMk cId="2890195052" sldId="2147483777"/>
            <pc:sldLayoutMk cId="2453772389" sldId="2147484651"/>
          </pc:sldLayoutMkLst>
        </pc:sldLayoutChg>
      </pc:sldMasterChg>
      <pc:sldMasterChg chg="del sldLayoutOrd">
        <pc:chgData name="Gabriel Fiorilli" userId="6dec09dd-bf1e-4f54-a7db-53ed072060ed" providerId="ADAL" clId="{7DBF1522-1442-4072-822F-816E1C27FADA}" dt="2026-09-11T16:26:03.949" v="953"/>
        <pc:sldMasterMkLst>
          <pc:docMk/>
          <pc:sldMasterMk cId="2473332084" sldId="2147483814"/>
        </pc:sldMasterMkLst>
      </pc:sldMasterChg>
      <pc:sldMasterChg chg="del delSldLayout">
        <pc:chgData name="Gabriel Fiorilli" userId="6dec09dd-bf1e-4f54-a7db-53ed072060ed" providerId="ADAL" clId="{7DBF1522-1442-4072-822F-816E1C27FADA}" dt="2026-09-11T16:32:51.330" v="965" actId="2696"/>
        <pc:sldMasterMkLst>
          <pc:docMk/>
          <pc:sldMasterMk cId="3788385934" sldId="2147484130"/>
        </pc:sldMasterMkLst>
        <pc:sldLayoutChg chg="del">
          <pc:chgData name="Gabriel Fiorilli" userId="6dec09dd-bf1e-4f54-a7db-53ed072060ed" providerId="ADAL" clId="{7DBF1522-1442-4072-822F-816E1C27FADA}" dt="2026-09-11T16:32:51.330" v="965" actId="2696"/>
          <pc:sldLayoutMkLst>
            <pc:docMk/>
            <pc:sldMasterMk cId="3788385934" sldId="2147484130"/>
            <pc:sldLayoutMk cId="1167204202" sldId="2147484131"/>
          </pc:sldLayoutMkLst>
        </pc:sldLayoutChg>
        <pc:sldLayoutChg chg="del">
          <pc:chgData name="Gabriel Fiorilli" userId="6dec09dd-bf1e-4f54-a7db-53ed072060ed" providerId="ADAL" clId="{7DBF1522-1442-4072-822F-816E1C27FADA}" dt="2026-09-11T16:32:51.330" v="965" actId="2696"/>
          <pc:sldLayoutMkLst>
            <pc:docMk/>
            <pc:sldMasterMk cId="3788385934" sldId="2147484130"/>
            <pc:sldLayoutMk cId="1635108779" sldId="2147484132"/>
          </pc:sldLayoutMkLst>
        </pc:sldLayoutChg>
        <pc:sldLayoutChg chg="del">
          <pc:chgData name="Gabriel Fiorilli" userId="6dec09dd-bf1e-4f54-a7db-53ed072060ed" providerId="ADAL" clId="{7DBF1522-1442-4072-822F-816E1C27FADA}" dt="2026-09-11T16:32:51.330" v="965" actId="2696"/>
          <pc:sldLayoutMkLst>
            <pc:docMk/>
            <pc:sldMasterMk cId="3788385934" sldId="2147484130"/>
            <pc:sldLayoutMk cId="296422943" sldId="2147484133"/>
          </pc:sldLayoutMkLst>
        </pc:sldLayoutChg>
        <pc:sldLayoutChg chg="del">
          <pc:chgData name="Gabriel Fiorilli" userId="6dec09dd-bf1e-4f54-a7db-53ed072060ed" providerId="ADAL" clId="{7DBF1522-1442-4072-822F-816E1C27FADA}" dt="2026-09-11T16:32:51.330" v="965" actId="2696"/>
          <pc:sldLayoutMkLst>
            <pc:docMk/>
            <pc:sldMasterMk cId="3788385934" sldId="2147484130"/>
            <pc:sldLayoutMk cId="288358321" sldId="2147484134"/>
          </pc:sldLayoutMkLst>
        </pc:sldLayoutChg>
        <pc:sldLayoutChg chg="del">
          <pc:chgData name="Gabriel Fiorilli" userId="6dec09dd-bf1e-4f54-a7db-53ed072060ed" providerId="ADAL" clId="{7DBF1522-1442-4072-822F-816E1C27FADA}" dt="2026-09-11T16:32:51.330" v="965" actId="2696"/>
          <pc:sldLayoutMkLst>
            <pc:docMk/>
            <pc:sldMasterMk cId="3788385934" sldId="2147484130"/>
            <pc:sldLayoutMk cId="1694399352" sldId="2147484135"/>
          </pc:sldLayoutMkLst>
        </pc:sldLayoutChg>
        <pc:sldLayoutChg chg="del">
          <pc:chgData name="Gabriel Fiorilli" userId="6dec09dd-bf1e-4f54-a7db-53ed072060ed" providerId="ADAL" clId="{7DBF1522-1442-4072-822F-816E1C27FADA}" dt="2026-09-11T16:32:51.330" v="965" actId="2696"/>
          <pc:sldLayoutMkLst>
            <pc:docMk/>
            <pc:sldMasterMk cId="3788385934" sldId="2147484130"/>
            <pc:sldLayoutMk cId="2409576377" sldId="2147484195"/>
          </pc:sldLayoutMkLst>
        </pc:sldLayoutChg>
        <pc:sldLayoutChg chg="del">
          <pc:chgData name="Gabriel Fiorilli" userId="6dec09dd-bf1e-4f54-a7db-53ed072060ed" providerId="ADAL" clId="{7DBF1522-1442-4072-822F-816E1C27FADA}" dt="2026-09-11T16:32:51.330" v="965" actId="2696"/>
          <pc:sldLayoutMkLst>
            <pc:docMk/>
            <pc:sldMasterMk cId="3788385934" sldId="2147484130"/>
            <pc:sldLayoutMk cId="305241734" sldId="2147484200"/>
          </pc:sldLayoutMkLst>
        </pc:sldLayoutChg>
        <pc:sldLayoutChg chg="del">
          <pc:chgData name="Gabriel Fiorilli" userId="6dec09dd-bf1e-4f54-a7db-53ed072060ed" providerId="ADAL" clId="{7DBF1522-1442-4072-822F-816E1C27FADA}" dt="2026-09-11T16:32:51.330" v="965" actId="2696"/>
          <pc:sldLayoutMkLst>
            <pc:docMk/>
            <pc:sldMasterMk cId="3788385934" sldId="2147484130"/>
            <pc:sldLayoutMk cId="2409576377" sldId="2147484318"/>
          </pc:sldLayoutMkLst>
        </pc:sldLayoutChg>
        <pc:sldLayoutChg chg="del">
          <pc:chgData name="Gabriel Fiorilli" userId="6dec09dd-bf1e-4f54-a7db-53ed072060ed" providerId="ADAL" clId="{7DBF1522-1442-4072-822F-816E1C27FADA}" dt="2026-09-11T16:32:51.330" v="965" actId="2696"/>
          <pc:sldLayoutMkLst>
            <pc:docMk/>
            <pc:sldMasterMk cId="3788385934" sldId="2147484130"/>
            <pc:sldLayoutMk cId="2409576377" sldId="2147484347"/>
          </pc:sldLayoutMkLst>
        </pc:sldLayoutChg>
        <pc:sldLayoutChg chg="del">
          <pc:chgData name="Gabriel Fiorilli" userId="6dec09dd-bf1e-4f54-a7db-53ed072060ed" providerId="ADAL" clId="{7DBF1522-1442-4072-822F-816E1C27FADA}" dt="2026-09-11T16:32:51.330" v="965" actId="2696"/>
          <pc:sldLayoutMkLst>
            <pc:docMk/>
            <pc:sldMasterMk cId="3788385934" sldId="2147484130"/>
            <pc:sldLayoutMk cId="2409576377" sldId="2147484351"/>
          </pc:sldLayoutMkLst>
        </pc:sldLayoutChg>
        <pc:sldLayoutChg chg="del">
          <pc:chgData name="Gabriel Fiorilli" userId="6dec09dd-bf1e-4f54-a7db-53ed072060ed" providerId="ADAL" clId="{7DBF1522-1442-4072-822F-816E1C27FADA}" dt="2026-09-11T16:32:51.330" v="965" actId="2696"/>
          <pc:sldLayoutMkLst>
            <pc:docMk/>
            <pc:sldMasterMk cId="3788385934" sldId="2147484130"/>
            <pc:sldLayoutMk cId="2409576377" sldId="2147484529"/>
          </pc:sldLayoutMkLst>
        </pc:sldLayoutChg>
        <pc:sldLayoutChg chg="del">
          <pc:chgData name="Gabriel Fiorilli" userId="6dec09dd-bf1e-4f54-a7db-53ed072060ed" providerId="ADAL" clId="{7DBF1522-1442-4072-822F-816E1C27FADA}" dt="2026-09-11T16:32:51.330" v="965" actId="2696"/>
          <pc:sldLayoutMkLst>
            <pc:docMk/>
            <pc:sldMasterMk cId="3788385934" sldId="2147484130"/>
            <pc:sldLayoutMk cId="2409576377" sldId="2147484534"/>
          </pc:sldLayoutMkLst>
        </pc:sldLayoutChg>
        <pc:sldLayoutChg chg="del">
          <pc:chgData name="Gabriel Fiorilli" userId="6dec09dd-bf1e-4f54-a7db-53ed072060ed" providerId="ADAL" clId="{7DBF1522-1442-4072-822F-816E1C27FADA}" dt="2026-09-11T16:32:51.330" v="965" actId="2696"/>
          <pc:sldLayoutMkLst>
            <pc:docMk/>
            <pc:sldMasterMk cId="3788385934" sldId="2147484130"/>
            <pc:sldLayoutMk cId="2409576377" sldId="2147484535"/>
          </pc:sldLayoutMkLst>
        </pc:sldLayoutChg>
        <pc:sldLayoutChg chg="del">
          <pc:chgData name="Gabriel Fiorilli" userId="6dec09dd-bf1e-4f54-a7db-53ed072060ed" providerId="ADAL" clId="{7DBF1522-1442-4072-822F-816E1C27FADA}" dt="2026-09-11T16:32:51.330" v="965" actId="2696"/>
          <pc:sldLayoutMkLst>
            <pc:docMk/>
            <pc:sldMasterMk cId="3788385934" sldId="2147484130"/>
            <pc:sldLayoutMk cId="2409576377" sldId="2147484541"/>
          </pc:sldLayoutMkLst>
        </pc:sldLayoutChg>
        <pc:sldLayoutChg chg="del">
          <pc:chgData name="Gabriel Fiorilli" userId="6dec09dd-bf1e-4f54-a7db-53ed072060ed" providerId="ADAL" clId="{7DBF1522-1442-4072-822F-816E1C27FADA}" dt="2026-09-11T16:32:51.330" v="965" actId="2696"/>
          <pc:sldLayoutMkLst>
            <pc:docMk/>
            <pc:sldMasterMk cId="3788385934" sldId="2147484130"/>
            <pc:sldLayoutMk cId="2409576377" sldId="2147484588"/>
          </pc:sldLayoutMkLst>
        </pc:sldLayoutChg>
        <pc:sldLayoutChg chg="del">
          <pc:chgData name="Gabriel Fiorilli" userId="6dec09dd-bf1e-4f54-a7db-53ed072060ed" providerId="ADAL" clId="{7DBF1522-1442-4072-822F-816E1C27FADA}" dt="2026-09-11T16:32:51.330" v="965" actId="2696"/>
          <pc:sldLayoutMkLst>
            <pc:docMk/>
            <pc:sldMasterMk cId="3788385934" sldId="2147484130"/>
            <pc:sldLayoutMk cId="2409576377" sldId="2147484597"/>
          </pc:sldLayoutMkLst>
        </pc:sldLayoutChg>
        <pc:sldLayoutChg chg="del">
          <pc:chgData name="Gabriel Fiorilli" userId="6dec09dd-bf1e-4f54-a7db-53ed072060ed" providerId="ADAL" clId="{7DBF1522-1442-4072-822F-816E1C27FADA}" dt="2026-09-11T16:32:51.330" v="965" actId="2696"/>
          <pc:sldLayoutMkLst>
            <pc:docMk/>
            <pc:sldMasterMk cId="3788385934" sldId="2147484130"/>
            <pc:sldLayoutMk cId="2409576377" sldId="2147484622"/>
          </pc:sldLayoutMkLst>
        </pc:sldLayoutChg>
        <pc:sldLayoutChg chg="del">
          <pc:chgData name="Gabriel Fiorilli" userId="6dec09dd-bf1e-4f54-a7db-53ed072060ed" providerId="ADAL" clId="{7DBF1522-1442-4072-822F-816E1C27FADA}" dt="2026-09-11T16:32:51.330" v="965" actId="2696"/>
          <pc:sldLayoutMkLst>
            <pc:docMk/>
            <pc:sldMasterMk cId="3788385934" sldId="2147484130"/>
            <pc:sldLayoutMk cId="2409576377" sldId="2147484623"/>
          </pc:sldLayoutMkLst>
        </pc:sldLayoutChg>
        <pc:sldLayoutChg chg="del">
          <pc:chgData name="Gabriel Fiorilli" userId="6dec09dd-bf1e-4f54-a7db-53ed072060ed" providerId="ADAL" clId="{7DBF1522-1442-4072-822F-816E1C27FADA}" dt="2026-09-11T16:32:51.330" v="965" actId="2696"/>
          <pc:sldLayoutMkLst>
            <pc:docMk/>
            <pc:sldMasterMk cId="3788385934" sldId="2147484130"/>
            <pc:sldLayoutMk cId="2409576377" sldId="2147484624"/>
          </pc:sldLayoutMkLst>
        </pc:sldLayoutChg>
        <pc:sldLayoutChg chg="del">
          <pc:chgData name="Gabriel Fiorilli" userId="6dec09dd-bf1e-4f54-a7db-53ed072060ed" providerId="ADAL" clId="{7DBF1522-1442-4072-822F-816E1C27FADA}" dt="2026-09-11T16:32:51.330" v="965" actId="2696"/>
          <pc:sldLayoutMkLst>
            <pc:docMk/>
            <pc:sldMasterMk cId="3788385934" sldId="2147484130"/>
            <pc:sldLayoutMk cId="2409576377" sldId="2147484625"/>
          </pc:sldLayoutMkLst>
        </pc:sldLayoutChg>
        <pc:sldLayoutChg chg="del">
          <pc:chgData name="Gabriel Fiorilli" userId="6dec09dd-bf1e-4f54-a7db-53ed072060ed" providerId="ADAL" clId="{7DBF1522-1442-4072-822F-816E1C27FADA}" dt="2026-09-11T16:32:51.330" v="965" actId="2696"/>
          <pc:sldLayoutMkLst>
            <pc:docMk/>
            <pc:sldMasterMk cId="3788385934" sldId="2147484130"/>
            <pc:sldLayoutMk cId="2409576377" sldId="2147484626"/>
          </pc:sldLayoutMkLst>
        </pc:sldLayoutChg>
        <pc:sldLayoutChg chg="del">
          <pc:chgData name="Gabriel Fiorilli" userId="6dec09dd-bf1e-4f54-a7db-53ed072060ed" providerId="ADAL" clId="{7DBF1522-1442-4072-822F-816E1C27FADA}" dt="2026-09-11T16:32:51.330" v="965" actId="2696"/>
          <pc:sldLayoutMkLst>
            <pc:docMk/>
            <pc:sldMasterMk cId="3788385934" sldId="2147484130"/>
            <pc:sldLayoutMk cId="2409576377" sldId="2147484627"/>
          </pc:sldLayoutMkLst>
        </pc:sldLayoutChg>
        <pc:sldLayoutChg chg="del">
          <pc:chgData name="Gabriel Fiorilli" userId="6dec09dd-bf1e-4f54-a7db-53ed072060ed" providerId="ADAL" clId="{7DBF1522-1442-4072-822F-816E1C27FADA}" dt="2026-09-11T16:32:51.330" v="965" actId="2696"/>
          <pc:sldLayoutMkLst>
            <pc:docMk/>
            <pc:sldMasterMk cId="3788385934" sldId="2147484130"/>
            <pc:sldLayoutMk cId="2409576377" sldId="2147484628"/>
          </pc:sldLayoutMkLst>
        </pc:sldLayoutChg>
        <pc:sldLayoutChg chg="del">
          <pc:chgData name="Gabriel Fiorilli" userId="6dec09dd-bf1e-4f54-a7db-53ed072060ed" providerId="ADAL" clId="{7DBF1522-1442-4072-822F-816E1C27FADA}" dt="2026-09-11T16:32:51.330" v="965" actId="2696"/>
          <pc:sldLayoutMkLst>
            <pc:docMk/>
            <pc:sldMasterMk cId="3788385934" sldId="2147484130"/>
            <pc:sldLayoutMk cId="2409576377" sldId="2147484629"/>
          </pc:sldLayoutMkLst>
        </pc:sldLayoutChg>
        <pc:sldLayoutChg chg="del">
          <pc:chgData name="Gabriel Fiorilli" userId="6dec09dd-bf1e-4f54-a7db-53ed072060ed" providerId="ADAL" clId="{7DBF1522-1442-4072-822F-816E1C27FADA}" dt="2026-09-11T16:32:51.330" v="965" actId="2696"/>
          <pc:sldLayoutMkLst>
            <pc:docMk/>
            <pc:sldMasterMk cId="3788385934" sldId="2147484130"/>
            <pc:sldLayoutMk cId="2409576377" sldId="2147484630"/>
          </pc:sldLayoutMkLst>
        </pc:sldLayoutChg>
        <pc:sldLayoutChg chg="del">
          <pc:chgData name="Gabriel Fiorilli" userId="6dec09dd-bf1e-4f54-a7db-53ed072060ed" providerId="ADAL" clId="{7DBF1522-1442-4072-822F-816E1C27FADA}" dt="2026-09-11T16:32:51.330" v="965" actId="2696"/>
          <pc:sldLayoutMkLst>
            <pc:docMk/>
            <pc:sldMasterMk cId="3788385934" sldId="2147484130"/>
            <pc:sldLayoutMk cId="2409576377" sldId="2147484631"/>
          </pc:sldLayoutMkLst>
        </pc:sldLayoutChg>
        <pc:sldLayoutChg chg="del">
          <pc:chgData name="Gabriel Fiorilli" userId="6dec09dd-bf1e-4f54-a7db-53ed072060ed" providerId="ADAL" clId="{7DBF1522-1442-4072-822F-816E1C27FADA}" dt="2026-09-11T16:32:51.330" v="965" actId="2696"/>
          <pc:sldLayoutMkLst>
            <pc:docMk/>
            <pc:sldMasterMk cId="3788385934" sldId="2147484130"/>
            <pc:sldLayoutMk cId="2409576377" sldId="2147484652"/>
          </pc:sldLayoutMkLst>
        </pc:sldLayoutChg>
        <pc:sldLayoutChg chg="del">
          <pc:chgData name="Gabriel Fiorilli" userId="6dec09dd-bf1e-4f54-a7db-53ed072060ed" providerId="ADAL" clId="{7DBF1522-1442-4072-822F-816E1C27FADA}" dt="2026-09-11T16:32:51.330" v="965" actId="2696"/>
          <pc:sldLayoutMkLst>
            <pc:docMk/>
            <pc:sldMasterMk cId="3788385934" sldId="2147484130"/>
            <pc:sldLayoutMk cId="2409576377" sldId="2147484653"/>
          </pc:sldLayoutMkLst>
        </pc:sldLayoutChg>
        <pc:sldLayoutChg chg="del">
          <pc:chgData name="Gabriel Fiorilli" userId="6dec09dd-bf1e-4f54-a7db-53ed072060ed" providerId="ADAL" clId="{7DBF1522-1442-4072-822F-816E1C27FADA}" dt="2026-09-11T16:32:51.330" v="965" actId="2696"/>
          <pc:sldLayoutMkLst>
            <pc:docMk/>
            <pc:sldMasterMk cId="3788385934" sldId="2147484130"/>
            <pc:sldLayoutMk cId="2409576377" sldId="2147484654"/>
          </pc:sldLayoutMkLst>
        </pc:sldLayoutChg>
        <pc:sldLayoutChg chg="del">
          <pc:chgData name="Gabriel Fiorilli" userId="6dec09dd-bf1e-4f54-a7db-53ed072060ed" providerId="ADAL" clId="{7DBF1522-1442-4072-822F-816E1C27FADA}" dt="2026-09-11T16:32:51.330" v="965" actId="2696"/>
          <pc:sldLayoutMkLst>
            <pc:docMk/>
            <pc:sldMasterMk cId="3788385934" sldId="2147484130"/>
            <pc:sldLayoutMk cId="2409576377" sldId="2147484655"/>
          </pc:sldLayoutMkLst>
        </pc:sldLayoutChg>
        <pc:sldLayoutChg chg="del">
          <pc:chgData name="Gabriel Fiorilli" userId="6dec09dd-bf1e-4f54-a7db-53ed072060ed" providerId="ADAL" clId="{7DBF1522-1442-4072-822F-816E1C27FADA}" dt="2026-09-11T16:32:51.330" v="965" actId="2696"/>
          <pc:sldLayoutMkLst>
            <pc:docMk/>
            <pc:sldMasterMk cId="3788385934" sldId="2147484130"/>
            <pc:sldLayoutMk cId="2409576377" sldId="2147484656"/>
          </pc:sldLayoutMkLst>
        </pc:sldLayoutChg>
        <pc:sldLayoutChg chg="del">
          <pc:chgData name="Gabriel Fiorilli" userId="6dec09dd-bf1e-4f54-a7db-53ed072060ed" providerId="ADAL" clId="{7DBF1522-1442-4072-822F-816E1C27FADA}" dt="2026-09-11T16:32:51.330" v="965" actId="2696"/>
          <pc:sldLayoutMkLst>
            <pc:docMk/>
            <pc:sldMasterMk cId="3788385934" sldId="2147484130"/>
            <pc:sldLayoutMk cId="2409576377" sldId="2147484657"/>
          </pc:sldLayoutMkLst>
        </pc:sldLayoutChg>
        <pc:sldLayoutChg chg="del">
          <pc:chgData name="Gabriel Fiorilli" userId="6dec09dd-bf1e-4f54-a7db-53ed072060ed" providerId="ADAL" clId="{7DBF1522-1442-4072-822F-816E1C27FADA}" dt="2026-09-11T16:32:51.330" v="965" actId="2696"/>
          <pc:sldLayoutMkLst>
            <pc:docMk/>
            <pc:sldMasterMk cId="3788385934" sldId="2147484130"/>
            <pc:sldLayoutMk cId="2409576377" sldId="2147484658"/>
          </pc:sldLayoutMkLst>
        </pc:sldLayoutChg>
        <pc:sldLayoutChg chg="del">
          <pc:chgData name="Gabriel Fiorilli" userId="6dec09dd-bf1e-4f54-a7db-53ed072060ed" providerId="ADAL" clId="{7DBF1522-1442-4072-822F-816E1C27FADA}" dt="2026-09-11T16:32:51.330" v="965" actId="2696"/>
          <pc:sldLayoutMkLst>
            <pc:docMk/>
            <pc:sldMasterMk cId="3788385934" sldId="2147484130"/>
            <pc:sldLayoutMk cId="2409576377" sldId="2147484659"/>
          </pc:sldLayoutMkLst>
        </pc:sldLayoutChg>
        <pc:sldLayoutChg chg="del">
          <pc:chgData name="Gabriel Fiorilli" userId="6dec09dd-bf1e-4f54-a7db-53ed072060ed" providerId="ADAL" clId="{7DBF1522-1442-4072-822F-816E1C27FADA}" dt="2026-09-11T16:32:51.330" v="965" actId="2696"/>
          <pc:sldLayoutMkLst>
            <pc:docMk/>
            <pc:sldMasterMk cId="3788385934" sldId="2147484130"/>
            <pc:sldLayoutMk cId="2409576377" sldId="2147484660"/>
          </pc:sldLayoutMkLst>
        </pc:sldLayoutChg>
        <pc:sldLayoutChg chg="del">
          <pc:chgData name="Gabriel Fiorilli" userId="6dec09dd-bf1e-4f54-a7db-53ed072060ed" providerId="ADAL" clId="{7DBF1522-1442-4072-822F-816E1C27FADA}" dt="2026-09-11T16:32:51.330" v="965" actId="2696"/>
          <pc:sldLayoutMkLst>
            <pc:docMk/>
            <pc:sldMasterMk cId="3788385934" sldId="2147484130"/>
            <pc:sldLayoutMk cId="2409576377" sldId="2147484661"/>
          </pc:sldLayoutMkLst>
        </pc:sldLayoutChg>
      </pc:sldMasterChg>
      <pc:sldMasterChg chg="del delSldLayout">
        <pc:chgData name="Gabriel Fiorilli" userId="6dec09dd-bf1e-4f54-a7db-53ed072060ed" providerId="ADAL" clId="{7DBF1522-1442-4072-822F-816E1C27FADA}" dt="2026-09-11T16:27:07.579" v="958" actId="2696"/>
        <pc:sldMasterMkLst>
          <pc:docMk/>
          <pc:sldMasterMk cId="500428069" sldId="2147484545"/>
        </pc:sldMasterMkLst>
        <pc:sldLayoutChg chg="del">
          <pc:chgData name="Gabriel Fiorilli" userId="6dec09dd-bf1e-4f54-a7db-53ed072060ed" providerId="ADAL" clId="{7DBF1522-1442-4072-822F-816E1C27FADA}" dt="2026-09-11T16:27:07.579" v="958" actId="2696"/>
          <pc:sldLayoutMkLst>
            <pc:docMk/>
            <pc:sldMasterMk cId="500428069" sldId="2147484545"/>
            <pc:sldLayoutMk cId="2677573954" sldId="2147484546"/>
          </pc:sldLayoutMkLst>
        </pc:sldLayoutChg>
        <pc:sldLayoutChg chg="del">
          <pc:chgData name="Gabriel Fiorilli" userId="6dec09dd-bf1e-4f54-a7db-53ed072060ed" providerId="ADAL" clId="{7DBF1522-1442-4072-822F-816E1C27FADA}" dt="2026-09-11T16:27:07.579" v="958" actId="2696"/>
          <pc:sldLayoutMkLst>
            <pc:docMk/>
            <pc:sldMasterMk cId="500428069" sldId="2147484545"/>
            <pc:sldLayoutMk cId="606183267" sldId="2147484547"/>
          </pc:sldLayoutMkLst>
        </pc:sldLayoutChg>
        <pc:sldLayoutChg chg="del">
          <pc:chgData name="Gabriel Fiorilli" userId="6dec09dd-bf1e-4f54-a7db-53ed072060ed" providerId="ADAL" clId="{7DBF1522-1442-4072-822F-816E1C27FADA}" dt="2026-09-11T16:27:07.579" v="958" actId="2696"/>
          <pc:sldLayoutMkLst>
            <pc:docMk/>
            <pc:sldMasterMk cId="500428069" sldId="2147484545"/>
            <pc:sldLayoutMk cId="2523667576" sldId="2147484548"/>
          </pc:sldLayoutMkLst>
        </pc:sldLayoutChg>
        <pc:sldLayoutChg chg="del">
          <pc:chgData name="Gabriel Fiorilli" userId="6dec09dd-bf1e-4f54-a7db-53ed072060ed" providerId="ADAL" clId="{7DBF1522-1442-4072-822F-816E1C27FADA}" dt="2026-09-11T16:27:07.579" v="958" actId="2696"/>
          <pc:sldLayoutMkLst>
            <pc:docMk/>
            <pc:sldMasterMk cId="500428069" sldId="2147484545"/>
            <pc:sldLayoutMk cId="1059301568" sldId="2147484549"/>
          </pc:sldLayoutMkLst>
        </pc:sldLayoutChg>
        <pc:sldLayoutChg chg="del">
          <pc:chgData name="Gabriel Fiorilli" userId="6dec09dd-bf1e-4f54-a7db-53ed072060ed" providerId="ADAL" clId="{7DBF1522-1442-4072-822F-816E1C27FADA}" dt="2026-09-11T16:27:07.579" v="958" actId="2696"/>
          <pc:sldLayoutMkLst>
            <pc:docMk/>
            <pc:sldMasterMk cId="500428069" sldId="2147484545"/>
            <pc:sldLayoutMk cId="4025243097" sldId="2147484550"/>
          </pc:sldLayoutMkLst>
        </pc:sldLayoutChg>
        <pc:sldLayoutChg chg="del">
          <pc:chgData name="Gabriel Fiorilli" userId="6dec09dd-bf1e-4f54-a7db-53ed072060ed" providerId="ADAL" clId="{7DBF1522-1442-4072-822F-816E1C27FADA}" dt="2026-09-11T16:27:07.579" v="958" actId="2696"/>
          <pc:sldLayoutMkLst>
            <pc:docMk/>
            <pc:sldMasterMk cId="500428069" sldId="2147484545"/>
            <pc:sldLayoutMk cId="1154271374" sldId="2147484551"/>
          </pc:sldLayoutMkLst>
        </pc:sldLayoutChg>
        <pc:sldLayoutChg chg="del">
          <pc:chgData name="Gabriel Fiorilli" userId="6dec09dd-bf1e-4f54-a7db-53ed072060ed" providerId="ADAL" clId="{7DBF1522-1442-4072-822F-816E1C27FADA}" dt="2026-09-11T16:27:07.579" v="958" actId="2696"/>
          <pc:sldLayoutMkLst>
            <pc:docMk/>
            <pc:sldMasterMk cId="500428069" sldId="2147484545"/>
            <pc:sldLayoutMk cId="2034080498" sldId="2147484552"/>
          </pc:sldLayoutMkLst>
        </pc:sldLayoutChg>
        <pc:sldLayoutChg chg="del">
          <pc:chgData name="Gabriel Fiorilli" userId="6dec09dd-bf1e-4f54-a7db-53ed072060ed" providerId="ADAL" clId="{7DBF1522-1442-4072-822F-816E1C27FADA}" dt="2026-09-11T16:27:07.579" v="958" actId="2696"/>
          <pc:sldLayoutMkLst>
            <pc:docMk/>
            <pc:sldMasterMk cId="500428069" sldId="2147484545"/>
            <pc:sldLayoutMk cId="4275767187" sldId="2147484553"/>
          </pc:sldLayoutMkLst>
        </pc:sldLayoutChg>
        <pc:sldLayoutChg chg="del">
          <pc:chgData name="Gabriel Fiorilli" userId="6dec09dd-bf1e-4f54-a7db-53ed072060ed" providerId="ADAL" clId="{7DBF1522-1442-4072-822F-816E1C27FADA}" dt="2026-09-11T16:27:07.579" v="958" actId="2696"/>
          <pc:sldLayoutMkLst>
            <pc:docMk/>
            <pc:sldMasterMk cId="500428069" sldId="2147484545"/>
            <pc:sldLayoutMk cId="407046497" sldId="2147484554"/>
          </pc:sldLayoutMkLst>
        </pc:sldLayoutChg>
        <pc:sldLayoutChg chg="del">
          <pc:chgData name="Gabriel Fiorilli" userId="6dec09dd-bf1e-4f54-a7db-53ed072060ed" providerId="ADAL" clId="{7DBF1522-1442-4072-822F-816E1C27FADA}" dt="2026-09-11T16:27:07.579" v="958" actId="2696"/>
          <pc:sldLayoutMkLst>
            <pc:docMk/>
            <pc:sldMasterMk cId="500428069" sldId="2147484545"/>
            <pc:sldLayoutMk cId="516324699" sldId="2147484555"/>
          </pc:sldLayoutMkLst>
        </pc:sldLayoutChg>
        <pc:sldLayoutChg chg="del">
          <pc:chgData name="Gabriel Fiorilli" userId="6dec09dd-bf1e-4f54-a7db-53ed072060ed" providerId="ADAL" clId="{7DBF1522-1442-4072-822F-816E1C27FADA}" dt="2026-09-11T16:27:07.579" v="958" actId="2696"/>
          <pc:sldLayoutMkLst>
            <pc:docMk/>
            <pc:sldMasterMk cId="500428069" sldId="2147484545"/>
            <pc:sldLayoutMk cId="1612287903" sldId="2147484556"/>
          </pc:sldLayoutMkLst>
        </pc:sldLayoutChg>
        <pc:sldLayoutChg chg="del">
          <pc:chgData name="Gabriel Fiorilli" userId="6dec09dd-bf1e-4f54-a7db-53ed072060ed" providerId="ADAL" clId="{7DBF1522-1442-4072-822F-816E1C27FADA}" dt="2026-09-11T16:27:07.579" v="958" actId="2696"/>
          <pc:sldLayoutMkLst>
            <pc:docMk/>
            <pc:sldMasterMk cId="500428069" sldId="2147484545"/>
            <pc:sldLayoutMk cId="839887510" sldId="2147484557"/>
          </pc:sldLayoutMkLst>
        </pc:sldLayoutChg>
        <pc:sldLayoutChg chg="del">
          <pc:chgData name="Gabriel Fiorilli" userId="6dec09dd-bf1e-4f54-a7db-53ed072060ed" providerId="ADAL" clId="{7DBF1522-1442-4072-822F-816E1C27FADA}" dt="2026-09-11T16:27:07.579" v="958" actId="2696"/>
          <pc:sldLayoutMkLst>
            <pc:docMk/>
            <pc:sldMasterMk cId="500428069" sldId="2147484545"/>
            <pc:sldLayoutMk cId="2824322557" sldId="2147484558"/>
          </pc:sldLayoutMkLst>
        </pc:sldLayoutChg>
        <pc:sldLayoutChg chg="del">
          <pc:chgData name="Gabriel Fiorilli" userId="6dec09dd-bf1e-4f54-a7db-53ed072060ed" providerId="ADAL" clId="{7DBF1522-1442-4072-822F-816E1C27FADA}" dt="2026-09-11T16:27:07.579" v="958" actId="2696"/>
          <pc:sldLayoutMkLst>
            <pc:docMk/>
            <pc:sldMasterMk cId="500428069" sldId="2147484545"/>
            <pc:sldLayoutMk cId="1853984779" sldId="2147484559"/>
          </pc:sldLayoutMkLst>
        </pc:sldLayoutChg>
        <pc:sldLayoutChg chg="del">
          <pc:chgData name="Gabriel Fiorilli" userId="6dec09dd-bf1e-4f54-a7db-53ed072060ed" providerId="ADAL" clId="{7DBF1522-1442-4072-822F-816E1C27FADA}" dt="2026-09-11T16:27:07.579" v="958" actId="2696"/>
          <pc:sldLayoutMkLst>
            <pc:docMk/>
            <pc:sldMasterMk cId="500428069" sldId="2147484545"/>
            <pc:sldLayoutMk cId="2912273190" sldId="2147484560"/>
          </pc:sldLayoutMkLst>
        </pc:sldLayoutChg>
        <pc:sldLayoutChg chg="del">
          <pc:chgData name="Gabriel Fiorilli" userId="6dec09dd-bf1e-4f54-a7db-53ed072060ed" providerId="ADAL" clId="{7DBF1522-1442-4072-822F-816E1C27FADA}" dt="2026-09-11T16:27:07.579" v="958" actId="2696"/>
          <pc:sldLayoutMkLst>
            <pc:docMk/>
            <pc:sldMasterMk cId="500428069" sldId="2147484545"/>
            <pc:sldLayoutMk cId="1933085896" sldId="2147484561"/>
          </pc:sldLayoutMkLst>
        </pc:sldLayoutChg>
        <pc:sldLayoutChg chg="del">
          <pc:chgData name="Gabriel Fiorilli" userId="6dec09dd-bf1e-4f54-a7db-53ed072060ed" providerId="ADAL" clId="{7DBF1522-1442-4072-822F-816E1C27FADA}" dt="2026-09-11T16:27:07.579" v="958" actId="2696"/>
          <pc:sldLayoutMkLst>
            <pc:docMk/>
            <pc:sldMasterMk cId="500428069" sldId="2147484545"/>
            <pc:sldLayoutMk cId="2463390709" sldId="2147484562"/>
          </pc:sldLayoutMkLst>
        </pc:sldLayoutChg>
        <pc:sldLayoutChg chg="del">
          <pc:chgData name="Gabriel Fiorilli" userId="6dec09dd-bf1e-4f54-a7db-53ed072060ed" providerId="ADAL" clId="{7DBF1522-1442-4072-822F-816E1C27FADA}" dt="2026-09-11T16:27:07.579" v="958" actId="2696"/>
          <pc:sldLayoutMkLst>
            <pc:docMk/>
            <pc:sldMasterMk cId="500428069" sldId="2147484545"/>
            <pc:sldLayoutMk cId="1343362793" sldId="2147484563"/>
          </pc:sldLayoutMkLst>
        </pc:sldLayoutChg>
        <pc:sldLayoutChg chg="del">
          <pc:chgData name="Gabriel Fiorilli" userId="6dec09dd-bf1e-4f54-a7db-53ed072060ed" providerId="ADAL" clId="{7DBF1522-1442-4072-822F-816E1C27FADA}" dt="2026-09-11T16:27:07.579" v="958" actId="2696"/>
          <pc:sldLayoutMkLst>
            <pc:docMk/>
            <pc:sldMasterMk cId="500428069" sldId="2147484545"/>
            <pc:sldLayoutMk cId="1343362793" sldId="2147484604"/>
          </pc:sldLayoutMkLst>
        </pc:sldLayoutChg>
        <pc:sldLayoutChg chg="del">
          <pc:chgData name="Gabriel Fiorilli" userId="6dec09dd-bf1e-4f54-a7db-53ed072060ed" providerId="ADAL" clId="{7DBF1522-1442-4072-822F-816E1C27FADA}" dt="2026-09-11T16:27:07.579" v="958" actId="2696"/>
          <pc:sldLayoutMkLst>
            <pc:docMk/>
            <pc:sldMasterMk cId="500428069" sldId="2147484545"/>
            <pc:sldLayoutMk cId="2463390709" sldId="2147484605"/>
          </pc:sldLayoutMkLst>
        </pc:sldLayoutChg>
        <pc:sldLayoutChg chg="del">
          <pc:chgData name="Gabriel Fiorilli" userId="6dec09dd-bf1e-4f54-a7db-53ed072060ed" providerId="ADAL" clId="{7DBF1522-1442-4072-822F-816E1C27FADA}" dt="2026-09-11T16:27:07.579" v="958" actId="2696"/>
          <pc:sldLayoutMkLst>
            <pc:docMk/>
            <pc:sldMasterMk cId="500428069" sldId="2147484545"/>
            <pc:sldLayoutMk cId="2463390709" sldId="2147484632"/>
          </pc:sldLayoutMkLst>
        </pc:sldLayoutChg>
        <pc:sldLayoutChg chg="del">
          <pc:chgData name="Gabriel Fiorilli" userId="6dec09dd-bf1e-4f54-a7db-53ed072060ed" providerId="ADAL" clId="{7DBF1522-1442-4072-822F-816E1C27FADA}" dt="2026-09-11T16:27:07.579" v="958" actId="2696"/>
          <pc:sldLayoutMkLst>
            <pc:docMk/>
            <pc:sldMasterMk cId="500428069" sldId="2147484545"/>
            <pc:sldLayoutMk cId="1343362793" sldId="2147484633"/>
          </pc:sldLayoutMkLst>
        </pc:sldLayoutChg>
        <pc:sldLayoutChg chg="del">
          <pc:chgData name="Gabriel Fiorilli" userId="6dec09dd-bf1e-4f54-a7db-53ed072060ed" providerId="ADAL" clId="{7DBF1522-1442-4072-822F-816E1C27FADA}" dt="2026-09-11T16:27:07.579" v="958" actId="2696"/>
          <pc:sldLayoutMkLst>
            <pc:docMk/>
            <pc:sldMasterMk cId="500428069" sldId="2147484545"/>
            <pc:sldLayoutMk cId="1343362793" sldId="2147484634"/>
          </pc:sldLayoutMkLst>
        </pc:sldLayoutChg>
        <pc:sldLayoutChg chg="del">
          <pc:chgData name="Gabriel Fiorilli" userId="6dec09dd-bf1e-4f54-a7db-53ed072060ed" providerId="ADAL" clId="{7DBF1522-1442-4072-822F-816E1C27FADA}" dt="2026-09-11T16:27:07.579" v="958" actId="2696"/>
          <pc:sldLayoutMkLst>
            <pc:docMk/>
            <pc:sldMasterMk cId="500428069" sldId="2147484545"/>
            <pc:sldLayoutMk cId="2463390709" sldId="2147484635"/>
          </pc:sldLayoutMkLst>
        </pc:sldLayoutChg>
        <pc:sldLayoutChg chg="del">
          <pc:chgData name="Gabriel Fiorilli" userId="6dec09dd-bf1e-4f54-a7db-53ed072060ed" providerId="ADAL" clId="{7DBF1522-1442-4072-822F-816E1C27FADA}" dt="2026-09-11T16:27:07.579" v="958" actId="2696"/>
          <pc:sldLayoutMkLst>
            <pc:docMk/>
            <pc:sldMasterMk cId="500428069" sldId="2147484545"/>
            <pc:sldLayoutMk cId="1343362793" sldId="2147484662"/>
          </pc:sldLayoutMkLst>
        </pc:sldLayoutChg>
        <pc:sldLayoutChg chg="del">
          <pc:chgData name="Gabriel Fiorilli" userId="6dec09dd-bf1e-4f54-a7db-53ed072060ed" providerId="ADAL" clId="{7DBF1522-1442-4072-822F-816E1C27FADA}" dt="2026-09-11T16:27:07.579" v="958" actId="2696"/>
          <pc:sldLayoutMkLst>
            <pc:docMk/>
            <pc:sldMasterMk cId="500428069" sldId="2147484545"/>
            <pc:sldLayoutMk cId="1343362793" sldId="2147484663"/>
          </pc:sldLayoutMkLst>
        </pc:sldLayoutChg>
        <pc:sldLayoutChg chg="del">
          <pc:chgData name="Gabriel Fiorilli" userId="6dec09dd-bf1e-4f54-a7db-53ed072060ed" providerId="ADAL" clId="{7DBF1522-1442-4072-822F-816E1C27FADA}" dt="2026-09-11T16:27:07.579" v="958" actId="2696"/>
          <pc:sldLayoutMkLst>
            <pc:docMk/>
            <pc:sldMasterMk cId="500428069" sldId="2147484545"/>
            <pc:sldLayoutMk cId="2463390709" sldId="2147484664"/>
          </pc:sldLayoutMkLst>
        </pc:sldLayoutChg>
        <pc:sldLayoutChg chg="del">
          <pc:chgData name="Gabriel Fiorilli" userId="6dec09dd-bf1e-4f54-a7db-53ed072060ed" providerId="ADAL" clId="{7DBF1522-1442-4072-822F-816E1C27FADA}" dt="2026-09-11T16:27:07.579" v="958" actId="2696"/>
          <pc:sldLayoutMkLst>
            <pc:docMk/>
            <pc:sldMasterMk cId="500428069" sldId="2147484545"/>
            <pc:sldLayoutMk cId="2463390709" sldId="2147484665"/>
          </pc:sldLayoutMkLst>
        </pc:sldLayoutChg>
      </pc:sldMasterChg>
    </pc:docChg>
  </pc:docChgLst>
  <pc:docChgLst>
    <pc:chgData name="Renan Chaves" userId="87d612b1-8fbc-4dfb-aeee-fef7412ff91a" providerId="ADAL" clId="{1B3D67D0-E9A3-4733-BE13-E4624521CA12}"/>
    <pc:docChg chg="undo custSel addSld delSld modSld modSection">
      <pc:chgData name="Renan Chaves" userId="87d612b1-8fbc-4dfb-aeee-fef7412ff91a" providerId="ADAL" clId="{1B3D67D0-E9A3-4733-BE13-E4624521CA12}" dt="2026-07-15T17:42:08.348" v="628" actId="47"/>
      <pc:docMkLst>
        <pc:docMk/>
      </pc:docMkLst>
      <pc:sldChg chg="del">
        <pc:chgData name="Renan Chaves" userId="87d612b1-8fbc-4dfb-aeee-fef7412ff91a" providerId="ADAL" clId="{1B3D67D0-E9A3-4733-BE13-E4624521CA12}" dt="2026-07-15T17:42:08.348" v="628" actId="47"/>
        <pc:sldMkLst>
          <pc:docMk/>
          <pc:sldMk cId="3561324483" sldId="2147474238"/>
        </pc:sldMkLst>
      </pc:sldChg>
      <pc:sldChg chg="modSp mod">
        <pc:chgData name="Renan Chaves" userId="87d612b1-8fbc-4dfb-aeee-fef7412ff91a" providerId="ADAL" clId="{1B3D67D0-E9A3-4733-BE13-E4624521CA12}" dt="2026-07-15T17:39:49.176" v="627" actId="20577"/>
        <pc:sldMkLst>
          <pc:docMk/>
          <pc:sldMk cId="3635349100" sldId="2147474498"/>
        </pc:sldMkLst>
        <pc:spChg chg="mod">
          <ac:chgData name="Renan Chaves" userId="87d612b1-8fbc-4dfb-aeee-fef7412ff91a" providerId="ADAL" clId="{1B3D67D0-E9A3-4733-BE13-E4624521CA12}" dt="2026-07-15T17:39:49.176" v="627" actId="20577"/>
          <ac:spMkLst>
            <pc:docMk/>
            <pc:sldMk cId="3635349100" sldId="2147474498"/>
            <ac:spMk id="134" creationId="{70F97801-FC0F-5902-AE14-447CB5AE196A}"/>
          </ac:spMkLst>
        </pc:spChg>
      </pc:sldChg>
      <pc:sldChg chg="addSp delSp modSp add mod modAnim chgLayout">
        <pc:chgData name="Renan Chaves" userId="87d612b1-8fbc-4dfb-aeee-fef7412ff91a" providerId="ADAL" clId="{1B3D67D0-E9A3-4733-BE13-E4624521CA12}" dt="2026-06-25T14:37:12.145" v="626" actId="14100"/>
        <pc:sldMkLst>
          <pc:docMk/>
          <pc:sldMk cId="1992582616" sldId="2147483647"/>
        </pc:sldMkLst>
        <pc:spChg chg="add mod">
          <ac:chgData name="Renan Chaves" userId="87d612b1-8fbc-4dfb-aeee-fef7412ff91a" providerId="ADAL" clId="{1B3D67D0-E9A3-4733-BE13-E4624521CA12}" dt="2026-06-24T17:08:13.344" v="540" actId="164"/>
          <ac:spMkLst>
            <pc:docMk/>
            <pc:sldMk cId="1992582616" sldId="2147483647"/>
            <ac:spMk id="3" creationId="{4FCE3F70-EAB8-8D2E-3554-75870A7AD51F}"/>
          </ac:spMkLst>
        </pc:spChg>
        <pc:spChg chg="add mod">
          <ac:chgData name="Renan Chaves" userId="87d612b1-8fbc-4dfb-aeee-fef7412ff91a" providerId="ADAL" clId="{1B3D67D0-E9A3-4733-BE13-E4624521CA12}" dt="2026-06-25T14:35:35.183" v="568" actId="1076"/>
          <ac:spMkLst>
            <pc:docMk/>
            <pc:sldMk cId="1992582616" sldId="2147483647"/>
            <ac:spMk id="4" creationId="{89B2B965-C20D-6E1E-2455-E700A09B3D7A}"/>
          </ac:spMkLst>
        </pc:spChg>
        <pc:spChg chg="add mod">
          <ac:chgData name="Renan Chaves" userId="87d612b1-8fbc-4dfb-aeee-fef7412ff91a" providerId="ADAL" clId="{1B3D67D0-E9A3-4733-BE13-E4624521CA12}" dt="2026-06-24T17:08:13.344" v="540" actId="164"/>
          <ac:spMkLst>
            <pc:docMk/>
            <pc:sldMk cId="1992582616" sldId="2147483647"/>
            <ac:spMk id="5" creationId="{A42E6295-0C75-B8C3-4EBD-2CDD973BEA13}"/>
          </ac:spMkLst>
        </pc:spChg>
        <pc:spChg chg="mod">
          <ac:chgData name="Renan Chaves" userId="87d612b1-8fbc-4dfb-aeee-fef7412ff91a" providerId="ADAL" clId="{1B3D67D0-E9A3-4733-BE13-E4624521CA12}" dt="2026-06-23T19:48:13.787" v="112" actId="164"/>
          <ac:spMkLst>
            <pc:docMk/>
            <pc:sldMk cId="1992582616" sldId="2147483647"/>
            <ac:spMk id="6" creationId="{9101F90B-A9C8-37AC-105A-F16D367F8A2D}"/>
          </ac:spMkLst>
        </pc:spChg>
        <pc:spChg chg="add mod">
          <ac:chgData name="Renan Chaves" userId="87d612b1-8fbc-4dfb-aeee-fef7412ff91a" providerId="ADAL" clId="{1B3D67D0-E9A3-4733-BE13-E4624521CA12}" dt="2026-06-25T14:37:12.145" v="626" actId="14100"/>
          <ac:spMkLst>
            <pc:docMk/>
            <pc:sldMk cId="1992582616" sldId="2147483647"/>
            <ac:spMk id="7" creationId="{362948EC-5787-BA6B-519D-8B12F1484352}"/>
          </ac:spMkLst>
        </pc:spChg>
        <pc:spChg chg="add mod">
          <ac:chgData name="Renan Chaves" userId="87d612b1-8fbc-4dfb-aeee-fef7412ff91a" providerId="ADAL" clId="{1B3D67D0-E9A3-4733-BE13-E4624521CA12}" dt="2026-06-24T17:07:16.023" v="525"/>
          <ac:spMkLst>
            <pc:docMk/>
            <pc:sldMk cId="1992582616" sldId="2147483647"/>
            <ac:spMk id="11" creationId="{38B88F73-EE12-8797-1BC6-A0EEF8B1785D}"/>
          </ac:spMkLst>
        </pc:spChg>
        <pc:spChg chg="add mod">
          <ac:chgData name="Renan Chaves" userId="87d612b1-8fbc-4dfb-aeee-fef7412ff91a" providerId="ADAL" clId="{1B3D67D0-E9A3-4733-BE13-E4624521CA12}" dt="2026-06-25T14:36:47.647" v="617" actId="20577"/>
          <ac:spMkLst>
            <pc:docMk/>
            <pc:sldMk cId="1992582616" sldId="2147483647"/>
            <ac:spMk id="47" creationId="{BD0FD5E3-7991-4CD9-2CEB-6DB676FBDF40}"/>
          </ac:spMkLst>
        </pc:spChg>
        <pc:spChg chg="add mod">
          <ac:chgData name="Renan Chaves" userId="87d612b1-8fbc-4dfb-aeee-fef7412ff91a" providerId="ADAL" clId="{1B3D67D0-E9A3-4733-BE13-E4624521CA12}" dt="2026-06-25T14:36:52.413" v="619" actId="20577"/>
          <ac:spMkLst>
            <pc:docMk/>
            <pc:sldMk cId="1992582616" sldId="2147483647"/>
            <ac:spMk id="49" creationId="{CD376A72-6F2B-109E-85C5-18ACF85FD64C}"/>
          </ac:spMkLst>
        </pc:spChg>
        <pc:spChg chg="add mod">
          <ac:chgData name="Renan Chaves" userId="87d612b1-8fbc-4dfb-aeee-fef7412ff91a" providerId="ADAL" clId="{1B3D67D0-E9A3-4733-BE13-E4624521CA12}" dt="2026-06-25T14:36:58.885" v="624"/>
          <ac:spMkLst>
            <pc:docMk/>
            <pc:sldMk cId="1992582616" sldId="2147483647"/>
            <ac:spMk id="51" creationId="{63ED603A-A3B3-6110-56FE-101897E0C507}"/>
          </ac:spMkLst>
        </pc:spChg>
        <pc:spChg chg="add mod">
          <ac:chgData name="Renan Chaves" userId="87d612b1-8fbc-4dfb-aeee-fef7412ff91a" providerId="ADAL" clId="{1B3D67D0-E9A3-4733-BE13-E4624521CA12}" dt="2026-06-25T14:36:55.396" v="623" actId="20577"/>
          <ac:spMkLst>
            <pc:docMk/>
            <pc:sldMk cId="1992582616" sldId="2147483647"/>
            <ac:spMk id="53" creationId="{430DF2B6-AB1D-66F5-551C-EC10A8C2A822}"/>
          </ac:spMkLst>
        </pc:spChg>
        <pc:spChg chg="mod ord">
          <ac:chgData name="Renan Chaves" userId="87d612b1-8fbc-4dfb-aeee-fef7412ff91a" providerId="ADAL" clId="{1B3D67D0-E9A3-4733-BE13-E4624521CA12}" dt="2026-06-23T20:06:09.102" v="184" actId="6264"/>
          <ac:spMkLst>
            <pc:docMk/>
            <pc:sldMk cId="1992582616" sldId="2147483647"/>
            <ac:spMk id="70" creationId="{5BB60731-FC60-1613-47FA-5EB50873DD37}"/>
          </ac:spMkLst>
        </pc:spChg>
        <pc:spChg chg="mod">
          <ac:chgData name="Renan Chaves" userId="87d612b1-8fbc-4dfb-aeee-fef7412ff91a" providerId="ADAL" clId="{1B3D67D0-E9A3-4733-BE13-E4624521CA12}" dt="2026-06-24T13:49:57.078" v="500" actId="165"/>
          <ac:spMkLst>
            <pc:docMk/>
            <pc:sldMk cId="1992582616" sldId="2147483647"/>
            <ac:spMk id="191" creationId="{0A1659B9-4EAB-363A-2E08-22EE376C3E04}"/>
          </ac:spMkLst>
        </pc:spChg>
        <pc:spChg chg="mod">
          <ac:chgData name="Renan Chaves" userId="87d612b1-8fbc-4dfb-aeee-fef7412ff91a" providerId="ADAL" clId="{1B3D67D0-E9A3-4733-BE13-E4624521CA12}" dt="2026-06-23T19:41:56.915" v="23" actId="27803"/>
          <ac:spMkLst>
            <pc:docMk/>
            <pc:sldMk cId="1992582616" sldId="2147483647"/>
            <ac:spMk id="192" creationId="{3176781F-DF7A-9838-223A-4E5FE06F65DD}"/>
          </ac:spMkLst>
        </pc:spChg>
        <pc:spChg chg="mod">
          <ac:chgData name="Renan Chaves" userId="87d612b1-8fbc-4dfb-aeee-fef7412ff91a" providerId="ADAL" clId="{1B3D67D0-E9A3-4733-BE13-E4624521CA12}" dt="2026-06-23T19:41:56.915" v="23" actId="27803"/>
          <ac:spMkLst>
            <pc:docMk/>
            <pc:sldMk cId="1992582616" sldId="2147483647"/>
            <ac:spMk id="193" creationId="{FF746C58-5DB0-6A1A-AC9D-419D7EDB9583}"/>
          </ac:spMkLst>
        </pc:spChg>
        <pc:spChg chg="mod">
          <ac:chgData name="Renan Chaves" userId="87d612b1-8fbc-4dfb-aeee-fef7412ff91a" providerId="ADAL" clId="{1B3D67D0-E9A3-4733-BE13-E4624521CA12}" dt="2026-06-24T13:49:57.078" v="500" actId="165"/>
          <ac:spMkLst>
            <pc:docMk/>
            <pc:sldMk cId="1992582616" sldId="2147483647"/>
            <ac:spMk id="194" creationId="{DA9ADECC-A727-8423-FB91-0FE6812BC938}"/>
          </ac:spMkLst>
        </pc:spChg>
        <pc:spChg chg="mod">
          <ac:chgData name="Renan Chaves" userId="87d612b1-8fbc-4dfb-aeee-fef7412ff91a" providerId="ADAL" clId="{1B3D67D0-E9A3-4733-BE13-E4624521CA12}" dt="2026-06-23T19:42:01.056" v="26" actId="1076"/>
          <ac:spMkLst>
            <pc:docMk/>
            <pc:sldMk cId="1992582616" sldId="2147483647"/>
            <ac:spMk id="195" creationId="{31114202-1562-F7E4-3BD7-078C706910CE}"/>
          </ac:spMkLst>
        </pc:spChg>
        <pc:spChg chg="mod">
          <ac:chgData name="Renan Chaves" userId="87d612b1-8fbc-4dfb-aeee-fef7412ff91a" providerId="ADAL" clId="{1B3D67D0-E9A3-4733-BE13-E4624521CA12}" dt="2026-06-23T19:41:56.915" v="23" actId="27803"/>
          <ac:spMkLst>
            <pc:docMk/>
            <pc:sldMk cId="1992582616" sldId="2147483647"/>
            <ac:spMk id="196" creationId="{00EC1669-D007-C38E-26A4-FD6E272E4308}"/>
          </ac:spMkLst>
        </pc:spChg>
        <pc:spChg chg="mod">
          <ac:chgData name="Renan Chaves" userId="87d612b1-8fbc-4dfb-aeee-fef7412ff91a" providerId="ADAL" clId="{1B3D67D0-E9A3-4733-BE13-E4624521CA12}" dt="2026-06-24T13:49:57.078" v="500" actId="165"/>
          <ac:spMkLst>
            <pc:docMk/>
            <pc:sldMk cId="1992582616" sldId="2147483647"/>
            <ac:spMk id="197" creationId="{FBEC5A63-B066-1701-3621-BA7545BA616D}"/>
          </ac:spMkLst>
        </pc:spChg>
        <pc:spChg chg="mod">
          <ac:chgData name="Renan Chaves" userId="87d612b1-8fbc-4dfb-aeee-fef7412ff91a" providerId="ADAL" clId="{1B3D67D0-E9A3-4733-BE13-E4624521CA12}" dt="2026-06-23T19:41:56.915" v="23" actId="27803"/>
          <ac:spMkLst>
            <pc:docMk/>
            <pc:sldMk cId="1992582616" sldId="2147483647"/>
            <ac:spMk id="198" creationId="{8786FE05-3B4A-1015-360A-0F180E8766A1}"/>
          </ac:spMkLst>
        </pc:spChg>
        <pc:spChg chg="mod">
          <ac:chgData name="Renan Chaves" userId="87d612b1-8fbc-4dfb-aeee-fef7412ff91a" providerId="ADAL" clId="{1B3D67D0-E9A3-4733-BE13-E4624521CA12}" dt="2026-06-24T13:49:57.078" v="500" actId="165"/>
          <ac:spMkLst>
            <pc:docMk/>
            <pc:sldMk cId="1992582616" sldId="2147483647"/>
            <ac:spMk id="199" creationId="{A5E954D3-E752-8454-5E36-D87D9E1A9D99}"/>
          </ac:spMkLst>
        </pc:spChg>
        <pc:spChg chg="mod">
          <ac:chgData name="Renan Chaves" userId="87d612b1-8fbc-4dfb-aeee-fef7412ff91a" providerId="ADAL" clId="{1B3D67D0-E9A3-4733-BE13-E4624521CA12}" dt="2026-06-24T13:49:57.078" v="500" actId="165"/>
          <ac:spMkLst>
            <pc:docMk/>
            <pc:sldMk cId="1992582616" sldId="2147483647"/>
            <ac:spMk id="203" creationId="{666F62D9-6E03-C417-E486-0C59E8CCA5F1}"/>
          </ac:spMkLst>
        </pc:spChg>
        <pc:spChg chg="mod">
          <ac:chgData name="Renan Chaves" userId="87d612b1-8fbc-4dfb-aeee-fef7412ff91a" providerId="ADAL" clId="{1B3D67D0-E9A3-4733-BE13-E4624521CA12}" dt="2026-06-23T19:41:56.915" v="23" actId="27803"/>
          <ac:spMkLst>
            <pc:docMk/>
            <pc:sldMk cId="1992582616" sldId="2147483647"/>
            <ac:spMk id="205" creationId="{16D28C60-5DC3-4031-6140-B68ADB099C3A}"/>
          </ac:spMkLst>
        </pc:spChg>
        <pc:spChg chg="mod">
          <ac:chgData name="Renan Chaves" userId="87d612b1-8fbc-4dfb-aeee-fef7412ff91a" providerId="ADAL" clId="{1B3D67D0-E9A3-4733-BE13-E4624521CA12}" dt="2026-06-23T19:41:56.915" v="23" actId="27803"/>
          <ac:spMkLst>
            <pc:docMk/>
            <pc:sldMk cId="1992582616" sldId="2147483647"/>
            <ac:spMk id="207" creationId="{AFB31F39-4026-3AEA-28E2-D567243BDE54}"/>
          </ac:spMkLst>
        </pc:spChg>
        <pc:spChg chg="mod">
          <ac:chgData name="Renan Chaves" userId="87d612b1-8fbc-4dfb-aeee-fef7412ff91a" providerId="ADAL" clId="{1B3D67D0-E9A3-4733-BE13-E4624521CA12}" dt="2026-06-24T13:49:57.078" v="500" actId="165"/>
          <ac:spMkLst>
            <pc:docMk/>
            <pc:sldMk cId="1992582616" sldId="2147483647"/>
            <ac:spMk id="223" creationId="{65FD8437-A80F-867E-446E-5CDF06A365B1}"/>
          </ac:spMkLst>
        </pc:spChg>
        <pc:spChg chg="mod">
          <ac:chgData name="Renan Chaves" userId="87d612b1-8fbc-4dfb-aeee-fef7412ff91a" providerId="ADAL" clId="{1B3D67D0-E9A3-4733-BE13-E4624521CA12}" dt="2026-06-23T19:42:26.433" v="32" actId="27803"/>
          <ac:spMkLst>
            <pc:docMk/>
            <pc:sldMk cId="1992582616" sldId="2147483647"/>
            <ac:spMk id="224" creationId="{8057DCB5-4299-7DF3-F7B4-40EF0405DB43}"/>
          </ac:spMkLst>
        </pc:spChg>
        <pc:spChg chg="mod">
          <ac:chgData name="Renan Chaves" userId="87d612b1-8fbc-4dfb-aeee-fef7412ff91a" providerId="ADAL" clId="{1B3D67D0-E9A3-4733-BE13-E4624521CA12}" dt="2026-06-23T19:42:26.433" v="32" actId="27803"/>
          <ac:spMkLst>
            <pc:docMk/>
            <pc:sldMk cId="1992582616" sldId="2147483647"/>
            <ac:spMk id="226" creationId="{2ED3AEED-9C5B-A3A9-E972-F2705CC66124}"/>
          </ac:spMkLst>
        </pc:spChg>
        <pc:spChg chg="mod">
          <ac:chgData name="Renan Chaves" userId="87d612b1-8fbc-4dfb-aeee-fef7412ff91a" providerId="ADAL" clId="{1B3D67D0-E9A3-4733-BE13-E4624521CA12}" dt="2026-06-23T19:42:26.433" v="32" actId="27803"/>
          <ac:spMkLst>
            <pc:docMk/>
            <pc:sldMk cId="1992582616" sldId="2147483647"/>
            <ac:spMk id="227" creationId="{89A4A332-E83B-89A0-8248-F148185DC400}"/>
          </ac:spMkLst>
        </pc:spChg>
        <pc:spChg chg="mod">
          <ac:chgData name="Renan Chaves" userId="87d612b1-8fbc-4dfb-aeee-fef7412ff91a" providerId="ADAL" clId="{1B3D67D0-E9A3-4733-BE13-E4624521CA12}" dt="2026-06-23T19:42:26.433" v="32" actId="27803"/>
          <ac:spMkLst>
            <pc:docMk/>
            <pc:sldMk cId="1992582616" sldId="2147483647"/>
            <ac:spMk id="228" creationId="{3F886067-0708-FFE8-C4C4-190996FC0819}"/>
          </ac:spMkLst>
        </pc:spChg>
        <pc:spChg chg="mod">
          <ac:chgData name="Renan Chaves" userId="87d612b1-8fbc-4dfb-aeee-fef7412ff91a" providerId="ADAL" clId="{1B3D67D0-E9A3-4733-BE13-E4624521CA12}" dt="2026-06-23T19:42:26.433" v="32" actId="27803"/>
          <ac:spMkLst>
            <pc:docMk/>
            <pc:sldMk cId="1992582616" sldId="2147483647"/>
            <ac:spMk id="229" creationId="{2A3E5BD2-2BFF-8D52-791D-4F0930FF4F19}"/>
          </ac:spMkLst>
        </pc:spChg>
        <pc:spChg chg="mod">
          <ac:chgData name="Renan Chaves" userId="87d612b1-8fbc-4dfb-aeee-fef7412ff91a" providerId="ADAL" clId="{1B3D67D0-E9A3-4733-BE13-E4624521CA12}" dt="2026-06-23T19:42:26.433" v="32" actId="27803"/>
          <ac:spMkLst>
            <pc:docMk/>
            <pc:sldMk cId="1992582616" sldId="2147483647"/>
            <ac:spMk id="230" creationId="{3F721CF2-D0F4-9042-C523-27180FE8D10D}"/>
          </ac:spMkLst>
        </pc:spChg>
        <pc:spChg chg="mod">
          <ac:chgData name="Renan Chaves" userId="87d612b1-8fbc-4dfb-aeee-fef7412ff91a" providerId="ADAL" clId="{1B3D67D0-E9A3-4733-BE13-E4624521CA12}" dt="2026-06-24T13:49:57.078" v="500" actId="165"/>
          <ac:spMkLst>
            <pc:docMk/>
            <pc:sldMk cId="1992582616" sldId="2147483647"/>
            <ac:spMk id="232" creationId="{52242FBD-9787-4C24-636F-1F6E3530CB2A}"/>
          </ac:spMkLst>
        </pc:spChg>
        <pc:spChg chg="mod">
          <ac:chgData name="Renan Chaves" userId="87d612b1-8fbc-4dfb-aeee-fef7412ff91a" providerId="ADAL" clId="{1B3D67D0-E9A3-4733-BE13-E4624521CA12}" dt="2026-06-23T19:42:56.935" v="39"/>
          <ac:spMkLst>
            <pc:docMk/>
            <pc:sldMk cId="1992582616" sldId="2147483647"/>
            <ac:spMk id="234" creationId="{044BE8B2-0A89-D8B5-D5CA-8C766954FC70}"/>
          </ac:spMkLst>
        </pc:spChg>
        <pc:spChg chg="mod">
          <ac:chgData name="Renan Chaves" userId="87d612b1-8fbc-4dfb-aeee-fef7412ff91a" providerId="ADAL" clId="{1B3D67D0-E9A3-4733-BE13-E4624521CA12}" dt="2026-06-24T13:49:57.078" v="500" actId="165"/>
          <ac:spMkLst>
            <pc:docMk/>
            <pc:sldMk cId="1992582616" sldId="2147483647"/>
            <ac:spMk id="235" creationId="{C05AE99A-A774-B207-4871-422A35883592}"/>
          </ac:spMkLst>
        </pc:spChg>
        <pc:spChg chg="mod">
          <ac:chgData name="Renan Chaves" userId="87d612b1-8fbc-4dfb-aeee-fef7412ff91a" providerId="ADAL" clId="{1B3D67D0-E9A3-4733-BE13-E4624521CA12}" dt="2026-06-23T19:42:56.935" v="39"/>
          <ac:spMkLst>
            <pc:docMk/>
            <pc:sldMk cId="1992582616" sldId="2147483647"/>
            <ac:spMk id="237" creationId="{ACE8DCE8-5B9D-A194-457D-05F80CA5BC1D}"/>
          </ac:spMkLst>
        </pc:spChg>
        <pc:spChg chg="mod">
          <ac:chgData name="Renan Chaves" userId="87d612b1-8fbc-4dfb-aeee-fef7412ff91a" providerId="ADAL" clId="{1B3D67D0-E9A3-4733-BE13-E4624521CA12}" dt="2026-06-23T19:42:56.935" v="39"/>
          <ac:spMkLst>
            <pc:docMk/>
            <pc:sldMk cId="1992582616" sldId="2147483647"/>
            <ac:spMk id="238" creationId="{8AED37E5-98F5-64D2-3C40-9884D6A777AB}"/>
          </ac:spMkLst>
        </pc:spChg>
        <pc:spChg chg="mod">
          <ac:chgData name="Renan Chaves" userId="87d612b1-8fbc-4dfb-aeee-fef7412ff91a" providerId="ADAL" clId="{1B3D67D0-E9A3-4733-BE13-E4624521CA12}" dt="2026-06-23T19:42:56.935" v="39"/>
          <ac:spMkLst>
            <pc:docMk/>
            <pc:sldMk cId="1992582616" sldId="2147483647"/>
            <ac:spMk id="241" creationId="{AF2ED85C-C953-36D2-97C4-C68D3A6F0C04}"/>
          </ac:spMkLst>
        </pc:spChg>
        <pc:spChg chg="mod">
          <ac:chgData name="Renan Chaves" userId="87d612b1-8fbc-4dfb-aeee-fef7412ff91a" providerId="ADAL" clId="{1B3D67D0-E9A3-4733-BE13-E4624521CA12}" dt="2026-06-24T13:49:57.078" v="500" actId="165"/>
          <ac:spMkLst>
            <pc:docMk/>
            <pc:sldMk cId="1992582616" sldId="2147483647"/>
            <ac:spMk id="242" creationId="{56CB3FBD-AD1A-2326-3A5B-88B39ACA6F87}"/>
          </ac:spMkLst>
        </pc:spChg>
        <pc:spChg chg="mod">
          <ac:chgData name="Renan Chaves" userId="87d612b1-8fbc-4dfb-aeee-fef7412ff91a" providerId="ADAL" clId="{1B3D67D0-E9A3-4733-BE13-E4624521CA12}" dt="2026-06-23T19:42:56.935" v="39"/>
          <ac:spMkLst>
            <pc:docMk/>
            <pc:sldMk cId="1992582616" sldId="2147483647"/>
            <ac:spMk id="244" creationId="{284A92E4-A70D-623C-5F1E-0CF5DAFAC982}"/>
          </ac:spMkLst>
        </pc:spChg>
        <pc:spChg chg="mod">
          <ac:chgData name="Renan Chaves" userId="87d612b1-8fbc-4dfb-aeee-fef7412ff91a" providerId="ADAL" clId="{1B3D67D0-E9A3-4733-BE13-E4624521CA12}" dt="2026-06-23T19:42:56.935" v="39"/>
          <ac:spMkLst>
            <pc:docMk/>
            <pc:sldMk cId="1992582616" sldId="2147483647"/>
            <ac:spMk id="245" creationId="{F57A670E-EF26-77E5-3214-5182DDE678B8}"/>
          </ac:spMkLst>
        </pc:spChg>
        <pc:spChg chg="mod">
          <ac:chgData name="Renan Chaves" userId="87d612b1-8fbc-4dfb-aeee-fef7412ff91a" providerId="ADAL" clId="{1B3D67D0-E9A3-4733-BE13-E4624521CA12}" dt="2026-06-23T19:42:56.935" v="39"/>
          <ac:spMkLst>
            <pc:docMk/>
            <pc:sldMk cId="1992582616" sldId="2147483647"/>
            <ac:spMk id="246" creationId="{D81D449C-1663-CE2B-CD78-EB6B225C5966}"/>
          </ac:spMkLst>
        </pc:spChg>
        <pc:spChg chg="mod">
          <ac:chgData name="Renan Chaves" userId="87d612b1-8fbc-4dfb-aeee-fef7412ff91a" providerId="ADAL" clId="{1B3D67D0-E9A3-4733-BE13-E4624521CA12}" dt="2026-06-24T13:49:57.078" v="500" actId="165"/>
          <ac:spMkLst>
            <pc:docMk/>
            <pc:sldMk cId="1992582616" sldId="2147483647"/>
            <ac:spMk id="248" creationId="{D92CDF07-D70F-2CBF-E99A-A732F894EB7C}"/>
          </ac:spMkLst>
        </pc:spChg>
        <pc:spChg chg="add mod">
          <ac:chgData name="Renan Chaves" userId="87d612b1-8fbc-4dfb-aeee-fef7412ff91a" providerId="ADAL" clId="{1B3D67D0-E9A3-4733-BE13-E4624521CA12}" dt="2026-06-23T19:48:13.787" v="112" actId="164"/>
          <ac:spMkLst>
            <pc:docMk/>
            <pc:sldMk cId="1992582616" sldId="2147483647"/>
            <ac:spMk id="260" creationId="{42AC5A5C-0261-9232-51D8-E22D738E5BEB}"/>
          </ac:spMkLst>
        </pc:spChg>
        <pc:spChg chg="add mod">
          <ac:chgData name="Renan Chaves" userId="87d612b1-8fbc-4dfb-aeee-fef7412ff91a" providerId="ADAL" clId="{1B3D67D0-E9A3-4733-BE13-E4624521CA12}" dt="2026-06-23T19:48:13.787" v="112" actId="164"/>
          <ac:spMkLst>
            <pc:docMk/>
            <pc:sldMk cId="1992582616" sldId="2147483647"/>
            <ac:spMk id="261" creationId="{0DBA4B01-81CF-7A21-41F2-8601BD5E6DE8}"/>
          </ac:spMkLst>
        </pc:spChg>
        <pc:spChg chg="add mod">
          <ac:chgData name="Renan Chaves" userId="87d612b1-8fbc-4dfb-aeee-fef7412ff91a" providerId="ADAL" clId="{1B3D67D0-E9A3-4733-BE13-E4624521CA12}" dt="2026-06-23T19:48:13.787" v="112" actId="164"/>
          <ac:spMkLst>
            <pc:docMk/>
            <pc:sldMk cId="1992582616" sldId="2147483647"/>
            <ac:spMk id="262" creationId="{0265FA9B-BEC8-3E79-8CBA-DE26A2003E34}"/>
          </ac:spMkLst>
        </pc:spChg>
        <pc:spChg chg="mod">
          <ac:chgData name="Renan Chaves" userId="87d612b1-8fbc-4dfb-aeee-fef7412ff91a" providerId="ADAL" clId="{1B3D67D0-E9A3-4733-BE13-E4624521CA12}" dt="2026-06-24T13:41:07.774" v="387" actId="12789"/>
          <ac:spMkLst>
            <pc:docMk/>
            <pc:sldMk cId="1992582616" sldId="2147483647"/>
            <ac:spMk id="265" creationId="{3B5B3BBF-A0BC-E7C5-4683-ACF890B170E3}"/>
          </ac:spMkLst>
        </pc:spChg>
        <pc:spChg chg="mod">
          <ac:chgData name="Renan Chaves" userId="87d612b1-8fbc-4dfb-aeee-fef7412ff91a" providerId="ADAL" clId="{1B3D67D0-E9A3-4733-BE13-E4624521CA12}" dt="2026-06-24T13:41:07.774" v="387" actId="12789"/>
          <ac:spMkLst>
            <pc:docMk/>
            <pc:sldMk cId="1992582616" sldId="2147483647"/>
            <ac:spMk id="266" creationId="{83A30DCF-DDCC-3EF9-A62F-6B3EBDEE21A3}"/>
          </ac:spMkLst>
        </pc:spChg>
        <pc:spChg chg="mod">
          <ac:chgData name="Renan Chaves" userId="87d612b1-8fbc-4dfb-aeee-fef7412ff91a" providerId="ADAL" clId="{1B3D67D0-E9A3-4733-BE13-E4624521CA12}" dt="2026-06-24T13:41:07.774" v="387" actId="12789"/>
          <ac:spMkLst>
            <pc:docMk/>
            <pc:sldMk cId="1992582616" sldId="2147483647"/>
            <ac:spMk id="267" creationId="{5736A87C-9054-6935-C29F-E61FEC8944D4}"/>
          </ac:spMkLst>
        </pc:spChg>
        <pc:spChg chg="mod">
          <ac:chgData name="Renan Chaves" userId="87d612b1-8fbc-4dfb-aeee-fef7412ff91a" providerId="ADAL" clId="{1B3D67D0-E9A3-4733-BE13-E4624521CA12}" dt="2026-06-24T13:41:07.774" v="387" actId="12789"/>
          <ac:spMkLst>
            <pc:docMk/>
            <pc:sldMk cId="1992582616" sldId="2147483647"/>
            <ac:spMk id="268" creationId="{4FDA4642-5EA7-53D6-EDD7-B682D84F06CB}"/>
          </ac:spMkLst>
        </pc:spChg>
        <pc:spChg chg="mod">
          <ac:chgData name="Renan Chaves" userId="87d612b1-8fbc-4dfb-aeee-fef7412ff91a" providerId="ADAL" clId="{1B3D67D0-E9A3-4733-BE13-E4624521CA12}" dt="2026-06-24T13:41:10.938" v="388" actId="12789"/>
          <ac:spMkLst>
            <pc:docMk/>
            <pc:sldMk cId="1992582616" sldId="2147483647"/>
            <ac:spMk id="270" creationId="{0C6A15F5-8D72-11EE-4072-75248B927294}"/>
          </ac:spMkLst>
        </pc:spChg>
        <pc:spChg chg="mod">
          <ac:chgData name="Renan Chaves" userId="87d612b1-8fbc-4dfb-aeee-fef7412ff91a" providerId="ADAL" clId="{1B3D67D0-E9A3-4733-BE13-E4624521CA12}" dt="2026-06-24T13:41:10.938" v="388" actId="12789"/>
          <ac:spMkLst>
            <pc:docMk/>
            <pc:sldMk cId="1992582616" sldId="2147483647"/>
            <ac:spMk id="271" creationId="{A992ADBB-D1D7-8298-D982-430C7326C007}"/>
          </ac:spMkLst>
        </pc:spChg>
        <pc:spChg chg="mod">
          <ac:chgData name="Renan Chaves" userId="87d612b1-8fbc-4dfb-aeee-fef7412ff91a" providerId="ADAL" clId="{1B3D67D0-E9A3-4733-BE13-E4624521CA12}" dt="2026-06-24T13:41:10.938" v="388" actId="12789"/>
          <ac:spMkLst>
            <pc:docMk/>
            <pc:sldMk cId="1992582616" sldId="2147483647"/>
            <ac:spMk id="272" creationId="{83B2416B-A1D5-5E8C-A31D-B1E95FC51BC5}"/>
          </ac:spMkLst>
        </pc:spChg>
        <pc:spChg chg="mod">
          <ac:chgData name="Renan Chaves" userId="87d612b1-8fbc-4dfb-aeee-fef7412ff91a" providerId="ADAL" clId="{1B3D67D0-E9A3-4733-BE13-E4624521CA12}" dt="2026-06-24T17:07:38.588" v="530" actId="20577"/>
          <ac:spMkLst>
            <pc:docMk/>
            <pc:sldMk cId="1992582616" sldId="2147483647"/>
            <ac:spMk id="273" creationId="{89834934-00EE-6D23-6513-A1087A86D333}"/>
          </ac:spMkLst>
        </pc:spChg>
        <pc:spChg chg="mod">
          <ac:chgData name="Renan Chaves" userId="87d612b1-8fbc-4dfb-aeee-fef7412ff91a" providerId="ADAL" clId="{1B3D67D0-E9A3-4733-BE13-E4624521CA12}" dt="2026-06-23T20:02:43.125" v="169"/>
          <ac:spMkLst>
            <pc:docMk/>
            <pc:sldMk cId="1992582616" sldId="2147483647"/>
            <ac:spMk id="275" creationId="{CCD63DEB-2C4C-4117-1B9E-E41A51B47940}"/>
          </ac:spMkLst>
        </pc:spChg>
        <pc:spChg chg="mod">
          <ac:chgData name="Renan Chaves" userId="87d612b1-8fbc-4dfb-aeee-fef7412ff91a" providerId="ADAL" clId="{1B3D67D0-E9A3-4733-BE13-E4624521CA12}" dt="2026-06-23T20:02:43.125" v="169"/>
          <ac:spMkLst>
            <pc:docMk/>
            <pc:sldMk cId="1992582616" sldId="2147483647"/>
            <ac:spMk id="276" creationId="{D786477A-EF44-658D-1E42-B0F6612263C1}"/>
          </ac:spMkLst>
        </pc:spChg>
        <pc:spChg chg="mod">
          <ac:chgData name="Renan Chaves" userId="87d612b1-8fbc-4dfb-aeee-fef7412ff91a" providerId="ADAL" clId="{1B3D67D0-E9A3-4733-BE13-E4624521CA12}" dt="2026-06-23T20:02:43.125" v="169"/>
          <ac:spMkLst>
            <pc:docMk/>
            <pc:sldMk cId="1992582616" sldId="2147483647"/>
            <ac:spMk id="277" creationId="{84176C32-997F-1B9E-6C69-15450BF11D52}"/>
          </ac:spMkLst>
        </pc:spChg>
        <pc:spChg chg="mod">
          <ac:chgData name="Renan Chaves" userId="87d612b1-8fbc-4dfb-aeee-fef7412ff91a" providerId="ADAL" clId="{1B3D67D0-E9A3-4733-BE13-E4624521CA12}" dt="2026-06-23T20:03:02.805" v="180" actId="255"/>
          <ac:spMkLst>
            <pc:docMk/>
            <pc:sldMk cId="1992582616" sldId="2147483647"/>
            <ac:spMk id="278" creationId="{8207E062-EC17-6856-B75C-62E56F2C5186}"/>
          </ac:spMkLst>
        </pc:spChg>
        <pc:spChg chg="mod">
          <ac:chgData name="Renan Chaves" userId="87d612b1-8fbc-4dfb-aeee-fef7412ff91a" providerId="ADAL" clId="{1B3D67D0-E9A3-4733-BE13-E4624521CA12}" dt="2026-06-23T20:03:02.805" v="180" actId="255"/>
          <ac:spMkLst>
            <pc:docMk/>
            <pc:sldMk cId="1992582616" sldId="2147483647"/>
            <ac:spMk id="280" creationId="{929E6EE4-5678-5577-96A0-FF6704D9AF1D}"/>
          </ac:spMkLst>
        </pc:spChg>
        <pc:spChg chg="mod">
          <ac:chgData name="Renan Chaves" userId="87d612b1-8fbc-4dfb-aeee-fef7412ff91a" providerId="ADAL" clId="{1B3D67D0-E9A3-4733-BE13-E4624521CA12}" dt="2026-06-23T20:02:48.537" v="175"/>
          <ac:spMkLst>
            <pc:docMk/>
            <pc:sldMk cId="1992582616" sldId="2147483647"/>
            <ac:spMk id="281" creationId="{97EE8CC3-6A0C-A312-0687-3854444127A2}"/>
          </ac:spMkLst>
        </pc:spChg>
        <pc:spChg chg="mod">
          <ac:chgData name="Renan Chaves" userId="87d612b1-8fbc-4dfb-aeee-fef7412ff91a" providerId="ADAL" clId="{1B3D67D0-E9A3-4733-BE13-E4624521CA12}" dt="2026-06-23T20:02:49.955" v="177" actId="20577"/>
          <ac:spMkLst>
            <pc:docMk/>
            <pc:sldMk cId="1992582616" sldId="2147483647"/>
            <ac:spMk id="282" creationId="{3FA2B22C-33CB-BC76-4EE1-4C092EAB2B84}"/>
          </ac:spMkLst>
        </pc:spChg>
        <pc:spChg chg="mod">
          <ac:chgData name="Renan Chaves" userId="87d612b1-8fbc-4dfb-aeee-fef7412ff91a" providerId="ADAL" clId="{1B3D67D0-E9A3-4733-BE13-E4624521CA12}" dt="2026-06-23T20:03:02.805" v="180" actId="255"/>
          <ac:spMkLst>
            <pc:docMk/>
            <pc:sldMk cId="1992582616" sldId="2147483647"/>
            <ac:spMk id="283" creationId="{C9A6B3BB-C58A-5C9C-C4D9-C1DA30875F97}"/>
          </ac:spMkLst>
        </pc:spChg>
        <pc:spChg chg="mod topLvl">
          <ac:chgData name="Renan Chaves" userId="87d612b1-8fbc-4dfb-aeee-fef7412ff91a" providerId="ADAL" clId="{1B3D67D0-E9A3-4733-BE13-E4624521CA12}" dt="2026-06-23T20:14:58.064" v="191" actId="165"/>
          <ac:spMkLst>
            <pc:docMk/>
            <pc:sldMk cId="1992582616" sldId="2147483647"/>
            <ac:spMk id="290" creationId="{548B6163-40D6-9F6A-46A8-E84008AD85C8}"/>
          </ac:spMkLst>
        </pc:spChg>
        <pc:spChg chg="mod">
          <ac:chgData name="Renan Chaves" userId="87d612b1-8fbc-4dfb-aeee-fef7412ff91a" providerId="ADAL" clId="{1B3D67D0-E9A3-4733-BE13-E4624521CA12}" dt="2026-06-24T13:41:04.597" v="386" actId="12789"/>
          <ac:spMkLst>
            <pc:docMk/>
            <pc:sldMk cId="1992582616" sldId="2147483647"/>
            <ac:spMk id="295" creationId="{C1CF1CC7-DE2B-CA3D-5428-7D4B093C5093}"/>
          </ac:spMkLst>
        </pc:spChg>
        <pc:spChg chg="mod">
          <ac:chgData name="Renan Chaves" userId="87d612b1-8fbc-4dfb-aeee-fef7412ff91a" providerId="ADAL" clId="{1B3D67D0-E9A3-4733-BE13-E4624521CA12}" dt="2026-06-24T13:41:04.597" v="386" actId="12789"/>
          <ac:spMkLst>
            <pc:docMk/>
            <pc:sldMk cId="1992582616" sldId="2147483647"/>
            <ac:spMk id="296" creationId="{06A7FCEC-3D87-36C3-12CD-C739B6ADA369}"/>
          </ac:spMkLst>
        </pc:spChg>
        <pc:spChg chg="mod">
          <ac:chgData name="Renan Chaves" userId="87d612b1-8fbc-4dfb-aeee-fef7412ff91a" providerId="ADAL" clId="{1B3D67D0-E9A3-4733-BE13-E4624521CA12}" dt="2026-06-24T13:41:04.597" v="386" actId="12789"/>
          <ac:spMkLst>
            <pc:docMk/>
            <pc:sldMk cId="1992582616" sldId="2147483647"/>
            <ac:spMk id="297" creationId="{7F882064-6DDB-E590-1F5C-C7A758FD44D6}"/>
          </ac:spMkLst>
        </pc:spChg>
        <pc:spChg chg="mod">
          <ac:chgData name="Renan Chaves" userId="87d612b1-8fbc-4dfb-aeee-fef7412ff91a" providerId="ADAL" clId="{1B3D67D0-E9A3-4733-BE13-E4624521CA12}" dt="2026-06-24T13:41:04.597" v="386" actId="12789"/>
          <ac:spMkLst>
            <pc:docMk/>
            <pc:sldMk cId="1992582616" sldId="2147483647"/>
            <ac:spMk id="298" creationId="{9F3ACC1E-7206-39AF-337D-1AC6B7DD36F5}"/>
          </ac:spMkLst>
        </pc:spChg>
        <pc:spChg chg="add mod">
          <ac:chgData name="Renan Chaves" userId="87d612b1-8fbc-4dfb-aeee-fef7412ff91a" providerId="ADAL" clId="{1B3D67D0-E9A3-4733-BE13-E4624521CA12}" dt="2026-06-23T20:06:23.170" v="189" actId="255"/>
          <ac:spMkLst>
            <pc:docMk/>
            <pc:sldMk cId="1992582616" sldId="2147483647"/>
            <ac:spMk id="303" creationId="{3F7C9A6E-6725-6E1A-1144-0987B1390720}"/>
          </ac:spMkLst>
        </pc:spChg>
        <pc:spChg chg="add mod">
          <ac:chgData name="Renan Chaves" userId="87d612b1-8fbc-4dfb-aeee-fef7412ff91a" providerId="ADAL" clId="{1B3D67D0-E9A3-4733-BE13-E4624521CA12}" dt="2026-06-25T14:36:40.154" v="613" actId="555"/>
          <ac:spMkLst>
            <pc:docMk/>
            <pc:sldMk cId="1992582616" sldId="2147483647"/>
            <ac:spMk id="325" creationId="{219A1F24-6527-71E0-BBC6-90C04656B1D9}"/>
          </ac:spMkLst>
        </pc:spChg>
        <pc:spChg chg="add mod">
          <ac:chgData name="Renan Chaves" userId="87d612b1-8fbc-4dfb-aeee-fef7412ff91a" providerId="ADAL" clId="{1B3D67D0-E9A3-4733-BE13-E4624521CA12}" dt="2026-06-25T14:36:40.154" v="613" actId="555"/>
          <ac:spMkLst>
            <pc:docMk/>
            <pc:sldMk cId="1992582616" sldId="2147483647"/>
            <ac:spMk id="327" creationId="{05127708-7AFF-095F-F17F-A548BD6C8DDA}"/>
          </ac:spMkLst>
        </pc:spChg>
        <pc:spChg chg="add mod">
          <ac:chgData name="Renan Chaves" userId="87d612b1-8fbc-4dfb-aeee-fef7412ff91a" providerId="ADAL" clId="{1B3D67D0-E9A3-4733-BE13-E4624521CA12}" dt="2026-06-25T14:36:40.154" v="613" actId="555"/>
          <ac:spMkLst>
            <pc:docMk/>
            <pc:sldMk cId="1992582616" sldId="2147483647"/>
            <ac:spMk id="329" creationId="{E09C9026-1F1D-8AAD-2408-D2E7495A909C}"/>
          </ac:spMkLst>
        </pc:spChg>
        <pc:spChg chg="add mod">
          <ac:chgData name="Renan Chaves" userId="87d612b1-8fbc-4dfb-aeee-fef7412ff91a" providerId="ADAL" clId="{1B3D67D0-E9A3-4733-BE13-E4624521CA12}" dt="2026-06-25T14:36:40.154" v="613" actId="555"/>
          <ac:spMkLst>
            <pc:docMk/>
            <pc:sldMk cId="1992582616" sldId="2147483647"/>
            <ac:spMk id="331" creationId="{071F59B1-EEE3-0277-EB3E-D63192C4AFB1}"/>
          </ac:spMkLst>
        </pc:spChg>
        <pc:grpChg chg="add mod">
          <ac:chgData name="Renan Chaves" userId="87d612b1-8fbc-4dfb-aeee-fef7412ff91a" providerId="ADAL" clId="{1B3D67D0-E9A3-4733-BE13-E4624521CA12}" dt="2026-06-24T17:08:13.344" v="540" actId="164"/>
          <ac:grpSpMkLst>
            <pc:docMk/>
            <pc:sldMk cId="1992582616" sldId="2147483647"/>
            <ac:grpSpMk id="19" creationId="{D2BF22B4-8644-ABB9-A22A-C92A6EA3052C}"/>
          </ac:grpSpMkLst>
        </pc:grpChg>
        <pc:grpChg chg="add mod">
          <ac:chgData name="Renan Chaves" userId="87d612b1-8fbc-4dfb-aeee-fef7412ff91a" providerId="ADAL" clId="{1B3D67D0-E9A3-4733-BE13-E4624521CA12}" dt="2026-06-24T19:23:16.856" v="560" actId="554"/>
          <ac:grpSpMkLst>
            <pc:docMk/>
            <pc:sldMk cId="1992582616" sldId="2147483647"/>
            <ac:grpSpMk id="26" creationId="{4F88458F-A522-DC88-79C2-4253D21D5E36}"/>
          </ac:grpSpMkLst>
        </pc:grpChg>
        <pc:grpChg chg="add mod">
          <ac:chgData name="Renan Chaves" userId="87d612b1-8fbc-4dfb-aeee-fef7412ff91a" providerId="ADAL" clId="{1B3D67D0-E9A3-4733-BE13-E4624521CA12}" dt="2026-06-24T19:23:16.856" v="560" actId="554"/>
          <ac:grpSpMkLst>
            <pc:docMk/>
            <pc:sldMk cId="1992582616" sldId="2147483647"/>
            <ac:grpSpMk id="27" creationId="{477E2A76-02D0-6DE3-F605-FB345EA8F023}"/>
          </ac:grpSpMkLst>
        </pc:grpChg>
        <pc:grpChg chg="add mod">
          <ac:chgData name="Renan Chaves" userId="87d612b1-8fbc-4dfb-aeee-fef7412ff91a" providerId="ADAL" clId="{1B3D67D0-E9A3-4733-BE13-E4624521CA12}" dt="2026-06-24T19:23:16.856" v="560" actId="554"/>
          <ac:grpSpMkLst>
            <pc:docMk/>
            <pc:sldMk cId="1992582616" sldId="2147483647"/>
            <ac:grpSpMk id="34" creationId="{6D207571-C703-8C76-2492-F46DA50E223F}"/>
          </ac:grpSpMkLst>
        </pc:grpChg>
        <pc:grpChg chg="mod">
          <ac:chgData name="Renan Chaves" userId="87d612b1-8fbc-4dfb-aeee-fef7412ff91a" providerId="ADAL" clId="{1B3D67D0-E9A3-4733-BE13-E4624521CA12}" dt="2026-06-24T17:07:23.560" v="527" actId="1076"/>
          <ac:grpSpMkLst>
            <pc:docMk/>
            <pc:sldMk cId="1992582616" sldId="2147483647"/>
            <ac:grpSpMk id="190" creationId="{7D600CEE-A0D9-FED2-F3C9-246F6A503541}"/>
          </ac:grpSpMkLst>
        </pc:grpChg>
        <pc:grpChg chg="mod">
          <ac:chgData name="Renan Chaves" userId="87d612b1-8fbc-4dfb-aeee-fef7412ff91a" providerId="ADAL" clId="{1B3D67D0-E9A3-4733-BE13-E4624521CA12}" dt="2026-06-24T17:08:33.826" v="542" actId="1076"/>
          <ac:grpSpMkLst>
            <pc:docMk/>
            <pc:sldMk cId="1992582616" sldId="2147483647"/>
            <ac:grpSpMk id="218" creationId="{7768C563-6623-F616-7A0D-906518227211}"/>
          </ac:grpSpMkLst>
        </pc:grpChg>
        <pc:grpChg chg="mod">
          <ac:chgData name="Renan Chaves" userId="87d612b1-8fbc-4dfb-aeee-fef7412ff91a" providerId="ADAL" clId="{1B3D67D0-E9A3-4733-BE13-E4624521CA12}" dt="2026-06-24T17:07:23.560" v="527" actId="1076"/>
          <ac:grpSpMkLst>
            <pc:docMk/>
            <pc:sldMk cId="1992582616" sldId="2147483647"/>
            <ac:grpSpMk id="233" creationId="{53FCA356-CA68-4B48-D162-D2963AF70593}"/>
          </ac:grpSpMkLst>
        </pc:grpChg>
        <pc:grpChg chg="add mod">
          <ac:chgData name="Renan Chaves" userId="87d612b1-8fbc-4dfb-aeee-fef7412ff91a" providerId="ADAL" clId="{1B3D67D0-E9A3-4733-BE13-E4624521CA12}" dt="2026-06-24T17:08:25.921" v="541" actId="465"/>
          <ac:grpSpMkLst>
            <pc:docMk/>
            <pc:sldMk cId="1992582616" sldId="2147483647"/>
            <ac:grpSpMk id="263" creationId="{CAAC4BCC-D919-3284-7935-180C7C568BEA}"/>
          </ac:grpSpMkLst>
        </pc:grpChg>
        <pc:grpChg chg="add mod">
          <ac:chgData name="Renan Chaves" userId="87d612b1-8fbc-4dfb-aeee-fef7412ff91a" providerId="ADAL" clId="{1B3D67D0-E9A3-4733-BE13-E4624521CA12}" dt="2026-06-24T17:08:25.921" v="541" actId="465"/>
          <ac:grpSpMkLst>
            <pc:docMk/>
            <pc:sldMk cId="1992582616" sldId="2147483647"/>
            <ac:grpSpMk id="264" creationId="{63B2020A-DF83-BA6A-06BF-095C3259E1B7}"/>
          </ac:grpSpMkLst>
        </pc:grpChg>
        <pc:grpChg chg="add mod">
          <ac:chgData name="Renan Chaves" userId="87d612b1-8fbc-4dfb-aeee-fef7412ff91a" providerId="ADAL" clId="{1B3D67D0-E9A3-4733-BE13-E4624521CA12}" dt="2026-06-24T17:08:25.921" v="541" actId="465"/>
          <ac:grpSpMkLst>
            <pc:docMk/>
            <pc:sldMk cId="1992582616" sldId="2147483647"/>
            <ac:grpSpMk id="269" creationId="{62D28D3F-E10F-6E8D-5034-76C616A2747C}"/>
          </ac:grpSpMkLst>
        </pc:grpChg>
        <pc:grpChg chg="add mod">
          <ac:chgData name="Renan Chaves" userId="87d612b1-8fbc-4dfb-aeee-fef7412ff91a" providerId="ADAL" clId="{1B3D67D0-E9A3-4733-BE13-E4624521CA12}" dt="2026-06-24T17:08:25.921" v="541" actId="465"/>
          <ac:grpSpMkLst>
            <pc:docMk/>
            <pc:sldMk cId="1992582616" sldId="2147483647"/>
            <ac:grpSpMk id="274" creationId="{CBF7F22C-CB78-0B70-1851-253F01AD1FD0}"/>
          </ac:grpSpMkLst>
        </pc:grpChg>
        <pc:grpChg chg="add mod">
          <ac:chgData name="Renan Chaves" userId="87d612b1-8fbc-4dfb-aeee-fef7412ff91a" providerId="ADAL" clId="{1B3D67D0-E9A3-4733-BE13-E4624521CA12}" dt="2026-06-24T17:08:25.921" v="541" actId="465"/>
          <ac:grpSpMkLst>
            <pc:docMk/>
            <pc:sldMk cId="1992582616" sldId="2147483647"/>
            <ac:grpSpMk id="279" creationId="{60B56E2C-5ED2-EE47-B0B8-92E66A73D153}"/>
          </ac:grpSpMkLst>
        </pc:grpChg>
        <pc:grpChg chg="add mod">
          <ac:chgData name="Renan Chaves" userId="87d612b1-8fbc-4dfb-aeee-fef7412ff91a" providerId="ADAL" clId="{1B3D67D0-E9A3-4733-BE13-E4624521CA12}" dt="2026-06-24T17:08:25.921" v="541" actId="465"/>
          <ac:grpSpMkLst>
            <pc:docMk/>
            <pc:sldMk cId="1992582616" sldId="2147483647"/>
            <ac:grpSpMk id="294" creationId="{5581861A-6200-5FC6-E71F-744896B57C23}"/>
          </ac:grpSpMkLst>
        </pc:grpChg>
        <pc:graphicFrameChg chg="add mod modGraphic">
          <ac:chgData name="Renan Chaves" userId="87d612b1-8fbc-4dfb-aeee-fef7412ff91a" providerId="ADAL" clId="{1B3D67D0-E9A3-4733-BE13-E4624521CA12}" dt="2026-06-24T17:08:13.344" v="540" actId="164"/>
          <ac:graphicFrameMkLst>
            <pc:docMk/>
            <pc:sldMk cId="1992582616" sldId="2147483647"/>
            <ac:graphicFrameMk id="2" creationId="{FB08296E-551D-C395-3F2B-C3CBDFB6FD5F}"/>
          </ac:graphicFrameMkLst>
        </pc:graphicFrameChg>
        <pc:graphicFrameChg chg="add mod modGraphic">
          <ac:chgData name="Renan Chaves" userId="87d612b1-8fbc-4dfb-aeee-fef7412ff91a" providerId="ADAL" clId="{1B3D67D0-E9A3-4733-BE13-E4624521CA12}" dt="2026-06-25T14:36:01.432" v="580"/>
          <ac:graphicFrameMkLst>
            <pc:docMk/>
            <pc:sldMk cId="1992582616" sldId="2147483647"/>
            <ac:graphicFrameMk id="41" creationId="{A5639A68-2D72-9B88-3368-3740D84288E4}"/>
          </ac:graphicFrameMkLst>
        </pc:graphicFrameChg>
        <pc:graphicFrameChg chg="add mod modGraphic">
          <ac:chgData name="Renan Chaves" userId="87d612b1-8fbc-4dfb-aeee-fef7412ff91a" providerId="ADAL" clId="{1B3D67D0-E9A3-4733-BE13-E4624521CA12}" dt="2026-06-25T14:34:46.852" v="566" actId="554"/>
          <ac:graphicFrameMkLst>
            <pc:docMk/>
            <pc:sldMk cId="1992582616" sldId="2147483647"/>
            <ac:graphicFrameMk id="317" creationId="{84BFD5D9-B28C-4BE7-9122-D7A5D52E2342}"/>
          </ac:graphicFrameMkLst>
        </pc:graphicFrameChg>
        <pc:cxnChg chg="add mod">
          <ac:chgData name="Renan Chaves" userId="87d612b1-8fbc-4dfb-aeee-fef7412ff91a" providerId="ADAL" clId="{1B3D67D0-E9A3-4733-BE13-E4624521CA12}" dt="2026-06-24T17:08:55.994" v="548" actId="164"/>
          <ac:cxnSpMkLst>
            <pc:docMk/>
            <pc:sldMk cId="1992582616" sldId="2147483647"/>
            <ac:cxnSpMk id="13" creationId="{48E6D431-F34B-0CBD-4C38-8ED6DE18D349}"/>
          </ac:cxnSpMkLst>
        </pc:cxnChg>
        <pc:cxnChg chg="add mod">
          <ac:chgData name="Renan Chaves" userId="87d612b1-8fbc-4dfb-aeee-fef7412ff91a" providerId="ADAL" clId="{1B3D67D0-E9A3-4733-BE13-E4624521CA12}" dt="2026-06-24T17:08:55.994" v="548" actId="164"/>
          <ac:cxnSpMkLst>
            <pc:docMk/>
            <pc:sldMk cId="1992582616" sldId="2147483647"/>
            <ac:cxnSpMk id="14" creationId="{793C5FBB-B058-02EB-5858-3DEEA8F7E184}"/>
          </ac:cxnSpMkLst>
        </pc:cxnChg>
        <pc:cxnChg chg="add mod">
          <ac:chgData name="Renan Chaves" userId="87d612b1-8fbc-4dfb-aeee-fef7412ff91a" providerId="ADAL" clId="{1B3D67D0-E9A3-4733-BE13-E4624521CA12}" dt="2026-06-24T17:08:55.994" v="548" actId="164"/>
          <ac:cxnSpMkLst>
            <pc:docMk/>
            <pc:sldMk cId="1992582616" sldId="2147483647"/>
            <ac:cxnSpMk id="15" creationId="{BCA21915-A3AA-ECC7-78C7-D23B26BE4F24}"/>
          </ac:cxnSpMkLst>
        </pc:cxnChg>
        <pc:cxnChg chg="add mod">
          <ac:chgData name="Renan Chaves" userId="87d612b1-8fbc-4dfb-aeee-fef7412ff91a" providerId="ADAL" clId="{1B3D67D0-E9A3-4733-BE13-E4624521CA12}" dt="2026-06-24T17:08:55.994" v="548" actId="164"/>
          <ac:cxnSpMkLst>
            <pc:docMk/>
            <pc:sldMk cId="1992582616" sldId="2147483647"/>
            <ac:cxnSpMk id="16" creationId="{7656EFF9-CD32-34B0-35D7-6FE15392085E}"/>
          </ac:cxnSpMkLst>
        </pc:cxnChg>
        <pc:cxnChg chg="add mod">
          <ac:chgData name="Renan Chaves" userId="87d612b1-8fbc-4dfb-aeee-fef7412ff91a" providerId="ADAL" clId="{1B3D67D0-E9A3-4733-BE13-E4624521CA12}" dt="2026-06-24T17:08:55.994" v="548" actId="164"/>
          <ac:cxnSpMkLst>
            <pc:docMk/>
            <pc:sldMk cId="1992582616" sldId="2147483647"/>
            <ac:cxnSpMk id="17" creationId="{CA4ED905-9ABB-3C05-2240-4BFD57688D99}"/>
          </ac:cxnSpMkLst>
        </pc:cxnChg>
        <pc:cxnChg chg="add mod">
          <ac:chgData name="Renan Chaves" userId="87d612b1-8fbc-4dfb-aeee-fef7412ff91a" providerId="ADAL" clId="{1B3D67D0-E9A3-4733-BE13-E4624521CA12}" dt="2026-06-24T17:08:55.994" v="548" actId="164"/>
          <ac:cxnSpMkLst>
            <pc:docMk/>
            <pc:sldMk cId="1992582616" sldId="2147483647"/>
            <ac:cxnSpMk id="18" creationId="{BFAE2BF3-9198-DFDC-9504-CD0B0ACD92AE}"/>
          </ac:cxnSpMkLst>
        </pc:cxnChg>
        <pc:cxnChg chg="mod">
          <ac:chgData name="Renan Chaves" userId="87d612b1-8fbc-4dfb-aeee-fef7412ff91a" providerId="ADAL" clId="{1B3D67D0-E9A3-4733-BE13-E4624521CA12}" dt="2026-06-24T17:09:01.221" v="551" actId="571"/>
          <ac:cxnSpMkLst>
            <pc:docMk/>
            <pc:sldMk cId="1992582616" sldId="2147483647"/>
            <ac:cxnSpMk id="28" creationId="{32B8E976-342B-50AE-7F54-D88C36FB6E6C}"/>
          </ac:cxnSpMkLst>
        </pc:cxnChg>
        <pc:cxnChg chg="mod">
          <ac:chgData name="Renan Chaves" userId="87d612b1-8fbc-4dfb-aeee-fef7412ff91a" providerId="ADAL" clId="{1B3D67D0-E9A3-4733-BE13-E4624521CA12}" dt="2026-06-24T17:09:01.221" v="551" actId="571"/>
          <ac:cxnSpMkLst>
            <pc:docMk/>
            <pc:sldMk cId="1992582616" sldId="2147483647"/>
            <ac:cxnSpMk id="29" creationId="{19291161-F0F3-9670-49BC-CA0AE894767F}"/>
          </ac:cxnSpMkLst>
        </pc:cxnChg>
        <pc:cxnChg chg="mod">
          <ac:chgData name="Renan Chaves" userId="87d612b1-8fbc-4dfb-aeee-fef7412ff91a" providerId="ADAL" clId="{1B3D67D0-E9A3-4733-BE13-E4624521CA12}" dt="2026-06-24T17:09:01.221" v="551" actId="571"/>
          <ac:cxnSpMkLst>
            <pc:docMk/>
            <pc:sldMk cId="1992582616" sldId="2147483647"/>
            <ac:cxnSpMk id="30" creationId="{8B8C2B74-FFDA-197C-A001-8AF221FE2847}"/>
          </ac:cxnSpMkLst>
        </pc:cxnChg>
        <pc:cxnChg chg="mod">
          <ac:chgData name="Renan Chaves" userId="87d612b1-8fbc-4dfb-aeee-fef7412ff91a" providerId="ADAL" clId="{1B3D67D0-E9A3-4733-BE13-E4624521CA12}" dt="2026-06-24T17:09:01.221" v="551" actId="571"/>
          <ac:cxnSpMkLst>
            <pc:docMk/>
            <pc:sldMk cId="1992582616" sldId="2147483647"/>
            <ac:cxnSpMk id="31" creationId="{C3DB5A0C-3EF2-F373-F4CD-002DEE4F64D8}"/>
          </ac:cxnSpMkLst>
        </pc:cxnChg>
        <pc:cxnChg chg="mod">
          <ac:chgData name="Renan Chaves" userId="87d612b1-8fbc-4dfb-aeee-fef7412ff91a" providerId="ADAL" clId="{1B3D67D0-E9A3-4733-BE13-E4624521CA12}" dt="2026-06-24T17:09:01.221" v="551" actId="571"/>
          <ac:cxnSpMkLst>
            <pc:docMk/>
            <pc:sldMk cId="1992582616" sldId="2147483647"/>
            <ac:cxnSpMk id="32" creationId="{D782EE50-4FD1-D893-DFC0-B75E3C60B39F}"/>
          </ac:cxnSpMkLst>
        </pc:cxnChg>
        <pc:cxnChg chg="mod">
          <ac:chgData name="Renan Chaves" userId="87d612b1-8fbc-4dfb-aeee-fef7412ff91a" providerId="ADAL" clId="{1B3D67D0-E9A3-4733-BE13-E4624521CA12}" dt="2026-06-24T17:09:01.221" v="551" actId="571"/>
          <ac:cxnSpMkLst>
            <pc:docMk/>
            <pc:sldMk cId="1992582616" sldId="2147483647"/>
            <ac:cxnSpMk id="33" creationId="{B0B195A6-9818-9F72-3F93-807436F98E66}"/>
          </ac:cxnSpMkLst>
        </pc:cxnChg>
        <pc:cxnChg chg="mod">
          <ac:chgData name="Renan Chaves" userId="87d612b1-8fbc-4dfb-aeee-fef7412ff91a" providerId="ADAL" clId="{1B3D67D0-E9A3-4733-BE13-E4624521CA12}" dt="2026-06-24T17:09:04.446" v="553" actId="571"/>
          <ac:cxnSpMkLst>
            <pc:docMk/>
            <pc:sldMk cId="1992582616" sldId="2147483647"/>
            <ac:cxnSpMk id="35" creationId="{25C6AB8B-1DBE-866F-26A9-36DFBCDBEA06}"/>
          </ac:cxnSpMkLst>
        </pc:cxnChg>
        <pc:cxnChg chg="mod">
          <ac:chgData name="Renan Chaves" userId="87d612b1-8fbc-4dfb-aeee-fef7412ff91a" providerId="ADAL" clId="{1B3D67D0-E9A3-4733-BE13-E4624521CA12}" dt="2026-06-24T17:09:04.446" v="553" actId="571"/>
          <ac:cxnSpMkLst>
            <pc:docMk/>
            <pc:sldMk cId="1992582616" sldId="2147483647"/>
            <ac:cxnSpMk id="36" creationId="{22F0F1EC-2EDF-DDD0-3F22-F12E4A78BBA9}"/>
          </ac:cxnSpMkLst>
        </pc:cxnChg>
        <pc:cxnChg chg="mod">
          <ac:chgData name="Renan Chaves" userId="87d612b1-8fbc-4dfb-aeee-fef7412ff91a" providerId="ADAL" clId="{1B3D67D0-E9A3-4733-BE13-E4624521CA12}" dt="2026-06-24T17:09:04.446" v="553" actId="571"/>
          <ac:cxnSpMkLst>
            <pc:docMk/>
            <pc:sldMk cId="1992582616" sldId="2147483647"/>
            <ac:cxnSpMk id="37" creationId="{07F2D10B-8BF3-5360-0B3C-0779915AF80D}"/>
          </ac:cxnSpMkLst>
        </pc:cxnChg>
        <pc:cxnChg chg="mod">
          <ac:chgData name="Renan Chaves" userId="87d612b1-8fbc-4dfb-aeee-fef7412ff91a" providerId="ADAL" clId="{1B3D67D0-E9A3-4733-BE13-E4624521CA12}" dt="2026-06-24T17:09:04.446" v="553" actId="571"/>
          <ac:cxnSpMkLst>
            <pc:docMk/>
            <pc:sldMk cId="1992582616" sldId="2147483647"/>
            <ac:cxnSpMk id="38" creationId="{978AD77C-CC86-2E44-93D6-4A7E580A97FC}"/>
          </ac:cxnSpMkLst>
        </pc:cxnChg>
        <pc:cxnChg chg="mod">
          <ac:chgData name="Renan Chaves" userId="87d612b1-8fbc-4dfb-aeee-fef7412ff91a" providerId="ADAL" clId="{1B3D67D0-E9A3-4733-BE13-E4624521CA12}" dt="2026-06-24T17:09:04.446" v="553" actId="571"/>
          <ac:cxnSpMkLst>
            <pc:docMk/>
            <pc:sldMk cId="1992582616" sldId="2147483647"/>
            <ac:cxnSpMk id="39" creationId="{837A0F79-B8E7-6016-74AB-4E53CEFC1395}"/>
          </ac:cxnSpMkLst>
        </pc:cxnChg>
        <pc:cxnChg chg="mod">
          <ac:chgData name="Renan Chaves" userId="87d612b1-8fbc-4dfb-aeee-fef7412ff91a" providerId="ADAL" clId="{1B3D67D0-E9A3-4733-BE13-E4624521CA12}" dt="2026-06-24T17:09:04.446" v="553" actId="571"/>
          <ac:cxnSpMkLst>
            <pc:docMk/>
            <pc:sldMk cId="1992582616" sldId="2147483647"/>
            <ac:cxnSpMk id="40" creationId="{C109D685-AAF1-1D8A-457E-31B3EB596E5E}"/>
          </ac:cxnSpMkLst>
        </pc:cxnChg>
        <pc:cxnChg chg="add mod">
          <ac:chgData name="Renan Chaves" userId="87d612b1-8fbc-4dfb-aeee-fef7412ff91a" providerId="ADAL" clId="{1B3D67D0-E9A3-4733-BE13-E4624521CA12}" dt="2026-06-24T17:09:33.977" v="557" actId="552"/>
          <ac:cxnSpMkLst>
            <pc:docMk/>
            <pc:sldMk cId="1992582616" sldId="2147483647"/>
            <ac:cxnSpMk id="253" creationId="{C9A3AF5D-E463-AB0C-5E26-BB5C3A8ED44B}"/>
          </ac:cxnSpMkLst>
        </pc:cxnChg>
        <pc:cxnChg chg="add mod">
          <ac:chgData name="Renan Chaves" userId="87d612b1-8fbc-4dfb-aeee-fef7412ff91a" providerId="ADAL" clId="{1B3D67D0-E9A3-4733-BE13-E4624521CA12}" dt="2026-06-24T17:09:25.368" v="556" actId="553"/>
          <ac:cxnSpMkLst>
            <pc:docMk/>
            <pc:sldMk cId="1992582616" sldId="2147483647"/>
            <ac:cxnSpMk id="254" creationId="{74A689A1-3A13-1760-ECC7-9EDACFF7A14F}"/>
          </ac:cxnSpMkLst>
        </pc:cxnChg>
        <pc:cxnChg chg="add mod">
          <ac:chgData name="Renan Chaves" userId="87d612b1-8fbc-4dfb-aeee-fef7412ff91a" providerId="ADAL" clId="{1B3D67D0-E9A3-4733-BE13-E4624521CA12}" dt="2026-06-24T17:09:18.514" v="555" actId="552"/>
          <ac:cxnSpMkLst>
            <pc:docMk/>
            <pc:sldMk cId="1992582616" sldId="2147483647"/>
            <ac:cxnSpMk id="255" creationId="{E8E4B99E-DA2E-A495-2BDF-9D2922DE9203}"/>
          </ac:cxnSpMkLst>
        </pc:cxnChg>
      </pc:sldChg>
    </pc:docChg>
  </pc:docChgLst>
  <pc:docChgLst>
    <pc:chgData name="Cesar Medeiros" userId="b80f52a5-8e5b-4ade-ace9-55f55e75c7a9" providerId="ADAL" clId="{756754D0-4B4F-4648-9E3B-6F2926E9D952}"/>
    <pc:docChg chg="undo custSel addSld delSld modSld delMainMaster modSection">
      <pc:chgData name="Cesar Medeiros" userId="b80f52a5-8e5b-4ade-ace9-55f55e75c7a9" providerId="ADAL" clId="{756754D0-4B4F-4648-9E3B-6F2926E9D952}" dt="2026-06-23T19:37:35.177" v="680" actId="404"/>
      <pc:docMkLst>
        <pc:docMk/>
      </pc:docMkLst>
    </pc:docChg>
  </pc:docChgLst>
  <pc:docChgLst>
    <pc:chgData name="Gabriel Fiorilli" userId="6dec09dd-bf1e-4f54-a7db-53ed072060ed" providerId="ADAL" clId="{26BD4A11-C96D-4B5B-BAF2-EFA2959DB236}"/>
    <pc:docChg chg="undo custSel addSld delSld modSld delMainMaster modMainMaster modSection">
      <pc:chgData name="Gabriel Fiorilli" userId="6dec09dd-bf1e-4f54-a7db-53ed072060ed" providerId="ADAL" clId="{26BD4A11-C96D-4B5B-BAF2-EFA2959DB236}" dt="2026-06-26T18:21:43.127" v="267" actId="404"/>
      <pc:docMkLst>
        <pc:docMk/>
      </pc:docMkLst>
      <pc:sldChg chg="modSp add mod modClrScheme chgLayout">
        <pc:chgData name="Gabriel Fiorilli" userId="6dec09dd-bf1e-4f54-a7db-53ed072060ed" providerId="ADAL" clId="{26BD4A11-C96D-4B5B-BAF2-EFA2959DB236}" dt="2026-06-26T13:40:40.611" v="8"/>
        <pc:sldMkLst>
          <pc:docMk/>
          <pc:sldMk cId="2504776677" sldId="256"/>
        </pc:sldMkLst>
        <pc:spChg chg="mod ord">
          <ac:chgData name="Gabriel Fiorilli" userId="6dec09dd-bf1e-4f54-a7db-53ed072060ed" providerId="ADAL" clId="{26BD4A11-C96D-4B5B-BAF2-EFA2959DB236}" dt="2026-06-26T13:40:40.611" v="8"/>
          <ac:spMkLst>
            <pc:docMk/>
            <pc:sldMk cId="2504776677" sldId="256"/>
            <ac:spMk id="2" creationId="{7A097415-C9E9-FB1A-581D-5C576B434D2E}"/>
          </ac:spMkLst>
        </pc:spChg>
        <pc:spChg chg="mod ord">
          <ac:chgData name="Gabriel Fiorilli" userId="6dec09dd-bf1e-4f54-a7db-53ed072060ed" providerId="ADAL" clId="{26BD4A11-C96D-4B5B-BAF2-EFA2959DB236}" dt="2026-06-26T13:40:40.611" v="8"/>
          <ac:spMkLst>
            <pc:docMk/>
            <pc:sldMk cId="2504776677" sldId="256"/>
            <ac:spMk id="4" creationId="{B5F33ED6-52B0-57D6-1C79-4036ED4D4903}"/>
          </ac:spMkLst>
        </pc:spChg>
      </pc:sldChg>
      <pc:sldChg chg="add">
        <pc:chgData name="Gabriel Fiorilli" userId="6dec09dd-bf1e-4f54-a7db-53ed072060ed" providerId="ADAL" clId="{26BD4A11-C96D-4B5B-BAF2-EFA2959DB236}" dt="2026-06-26T13:41:39.269" v="10"/>
        <pc:sldMkLst>
          <pc:docMk/>
          <pc:sldMk cId="118375835" sldId="257"/>
        </pc:sldMkLst>
      </pc:sldChg>
      <pc:sldChg chg="add">
        <pc:chgData name="Gabriel Fiorilli" userId="6dec09dd-bf1e-4f54-a7db-53ed072060ed" providerId="ADAL" clId="{26BD4A11-C96D-4B5B-BAF2-EFA2959DB236}" dt="2026-06-26T13:43:35.002" v="14"/>
        <pc:sldMkLst>
          <pc:docMk/>
          <pc:sldMk cId="825526086" sldId="258"/>
        </pc:sldMkLst>
      </pc:sldChg>
      <pc:sldChg chg="addSp delSp modSp add mod">
        <pc:chgData name="Gabriel Fiorilli" userId="6dec09dd-bf1e-4f54-a7db-53ed072060ed" providerId="ADAL" clId="{26BD4A11-C96D-4B5B-BAF2-EFA2959DB236}" dt="2026-06-26T18:20:54.569" v="254" actId="14100"/>
        <pc:sldMkLst>
          <pc:docMk/>
          <pc:sldMk cId="743554565" sldId="259"/>
        </pc:sldMkLst>
        <pc:spChg chg="add mod">
          <ac:chgData name="Gabriel Fiorilli" userId="6dec09dd-bf1e-4f54-a7db-53ed072060ed" providerId="ADAL" clId="{26BD4A11-C96D-4B5B-BAF2-EFA2959DB236}" dt="2026-06-26T18:08:51.252" v="187" actId="404"/>
          <ac:spMkLst>
            <pc:docMk/>
            <pc:sldMk cId="743554565" sldId="259"/>
            <ac:spMk id="2" creationId="{625BF0BD-5E93-D19A-9732-35895FD063C3}"/>
          </ac:spMkLst>
        </pc:spChg>
        <pc:spChg chg="mod">
          <ac:chgData name="Gabriel Fiorilli" userId="6dec09dd-bf1e-4f54-a7db-53ed072060ed" providerId="ADAL" clId="{26BD4A11-C96D-4B5B-BAF2-EFA2959DB236}" dt="2026-06-26T18:20:43.668" v="252" actId="1036"/>
          <ac:spMkLst>
            <pc:docMk/>
            <pc:sldMk cId="743554565" sldId="259"/>
            <ac:spMk id="4" creationId="{75F093FC-61AE-8A1A-968B-62F86C3E73A3}"/>
          </ac:spMkLst>
        </pc:spChg>
        <pc:spChg chg="mod">
          <ac:chgData name="Gabriel Fiorilli" userId="6dec09dd-bf1e-4f54-a7db-53ed072060ed" providerId="ADAL" clId="{26BD4A11-C96D-4B5B-BAF2-EFA2959DB236}" dt="2026-06-26T18:20:47.681" v="253" actId="14100"/>
          <ac:spMkLst>
            <pc:docMk/>
            <pc:sldMk cId="743554565" sldId="259"/>
            <ac:spMk id="5" creationId="{668C55BA-4D40-8677-77DA-4938BF785232}"/>
          </ac:spMkLst>
        </pc:spChg>
        <pc:spChg chg="add mod">
          <ac:chgData name="Gabriel Fiorilli" userId="6dec09dd-bf1e-4f54-a7db-53ed072060ed" providerId="ADAL" clId="{26BD4A11-C96D-4B5B-BAF2-EFA2959DB236}" dt="2026-06-26T18:09:42.155" v="210" actId="1036"/>
          <ac:spMkLst>
            <pc:docMk/>
            <pc:sldMk cId="743554565" sldId="259"/>
            <ac:spMk id="18" creationId="{6D840528-0E12-1FD9-B61C-811C092A99C7}"/>
          </ac:spMkLst>
        </pc:spChg>
        <pc:spChg chg="mod">
          <ac:chgData name="Gabriel Fiorilli" userId="6dec09dd-bf1e-4f54-a7db-53ed072060ed" providerId="ADAL" clId="{26BD4A11-C96D-4B5B-BAF2-EFA2959DB236}" dt="2026-06-26T18:09:42.155" v="210" actId="1036"/>
          <ac:spMkLst>
            <pc:docMk/>
            <pc:sldMk cId="743554565" sldId="259"/>
            <ac:spMk id="19" creationId="{34BB569F-1BA8-35A9-82C1-1B673448D137}"/>
          </ac:spMkLst>
        </pc:spChg>
        <pc:spChg chg="add mod">
          <ac:chgData name="Gabriel Fiorilli" userId="6dec09dd-bf1e-4f54-a7db-53ed072060ed" providerId="ADAL" clId="{26BD4A11-C96D-4B5B-BAF2-EFA2959DB236}" dt="2026-06-26T18:09:42.155" v="210" actId="1036"/>
          <ac:spMkLst>
            <pc:docMk/>
            <pc:sldMk cId="743554565" sldId="259"/>
            <ac:spMk id="20" creationId="{DA6697B7-1A64-068F-79FD-0F7654053510}"/>
          </ac:spMkLst>
        </pc:spChg>
        <pc:spChg chg="mod">
          <ac:chgData name="Gabriel Fiorilli" userId="6dec09dd-bf1e-4f54-a7db-53ed072060ed" providerId="ADAL" clId="{26BD4A11-C96D-4B5B-BAF2-EFA2959DB236}" dt="2026-06-26T18:10:12.652" v="215" actId="1076"/>
          <ac:spMkLst>
            <pc:docMk/>
            <pc:sldMk cId="743554565" sldId="259"/>
            <ac:spMk id="21" creationId="{EF1415E4-D9C4-B2CF-9A01-ADA0A421FB1B}"/>
          </ac:spMkLst>
        </pc:spChg>
        <pc:spChg chg="mod">
          <ac:chgData name="Gabriel Fiorilli" userId="6dec09dd-bf1e-4f54-a7db-53ed072060ed" providerId="ADAL" clId="{26BD4A11-C96D-4B5B-BAF2-EFA2959DB236}" dt="2026-06-26T18:10:05.269" v="213" actId="14100"/>
          <ac:spMkLst>
            <pc:docMk/>
            <pc:sldMk cId="743554565" sldId="259"/>
            <ac:spMk id="22" creationId="{75D5F00A-7030-0EF6-13B8-264F5570C1EF}"/>
          </ac:spMkLst>
        </pc:spChg>
        <pc:spChg chg="add mod">
          <ac:chgData name="Gabriel Fiorilli" userId="6dec09dd-bf1e-4f54-a7db-53ed072060ed" providerId="ADAL" clId="{26BD4A11-C96D-4B5B-BAF2-EFA2959DB236}" dt="2026-06-26T18:10:09.144" v="214" actId="1076"/>
          <ac:spMkLst>
            <pc:docMk/>
            <pc:sldMk cId="743554565" sldId="259"/>
            <ac:spMk id="23" creationId="{6A2AF79A-ACE2-8EF0-505D-3E159F4A83BA}"/>
          </ac:spMkLst>
        </pc:spChg>
        <pc:spChg chg="add mod">
          <ac:chgData name="Gabriel Fiorilli" userId="6dec09dd-bf1e-4f54-a7db-53ed072060ed" providerId="ADAL" clId="{26BD4A11-C96D-4B5B-BAF2-EFA2959DB236}" dt="2026-06-26T18:08:51.252" v="187" actId="404"/>
          <ac:spMkLst>
            <pc:docMk/>
            <pc:sldMk cId="743554565" sldId="259"/>
            <ac:spMk id="26" creationId="{9607094E-0D2F-DD2A-C024-F071184A1C47}"/>
          </ac:spMkLst>
        </pc:spChg>
        <pc:spChg chg="add mod">
          <ac:chgData name="Gabriel Fiorilli" userId="6dec09dd-bf1e-4f54-a7db-53ed072060ed" providerId="ADAL" clId="{26BD4A11-C96D-4B5B-BAF2-EFA2959DB236}" dt="2026-06-26T18:08:51.252" v="187" actId="404"/>
          <ac:spMkLst>
            <pc:docMk/>
            <pc:sldMk cId="743554565" sldId="259"/>
            <ac:spMk id="27" creationId="{BD1A7F01-0F6B-6229-9FBB-908B81D7CD92}"/>
          </ac:spMkLst>
        </pc:spChg>
        <pc:spChg chg="add mod">
          <ac:chgData name="Gabriel Fiorilli" userId="6dec09dd-bf1e-4f54-a7db-53ed072060ed" providerId="ADAL" clId="{26BD4A11-C96D-4B5B-BAF2-EFA2959DB236}" dt="2026-06-26T18:08:51.252" v="187" actId="404"/>
          <ac:spMkLst>
            <pc:docMk/>
            <pc:sldMk cId="743554565" sldId="259"/>
            <ac:spMk id="30" creationId="{C0D4FDCD-52B1-E0DB-6E37-53BCAA9B17CE}"/>
          </ac:spMkLst>
        </pc:spChg>
        <pc:spChg chg="add mod">
          <ac:chgData name="Gabriel Fiorilli" userId="6dec09dd-bf1e-4f54-a7db-53ed072060ed" providerId="ADAL" clId="{26BD4A11-C96D-4B5B-BAF2-EFA2959DB236}" dt="2026-06-26T18:08:51.252" v="187" actId="404"/>
          <ac:spMkLst>
            <pc:docMk/>
            <pc:sldMk cId="743554565" sldId="259"/>
            <ac:spMk id="31" creationId="{2E6FDA08-29B4-0A98-84EA-CA2C0CA89852}"/>
          </ac:spMkLst>
        </pc:spChg>
        <pc:spChg chg="add mod">
          <ac:chgData name="Gabriel Fiorilli" userId="6dec09dd-bf1e-4f54-a7db-53ed072060ed" providerId="ADAL" clId="{26BD4A11-C96D-4B5B-BAF2-EFA2959DB236}" dt="2026-06-26T18:08:51.252" v="187" actId="404"/>
          <ac:spMkLst>
            <pc:docMk/>
            <pc:sldMk cId="743554565" sldId="259"/>
            <ac:spMk id="33" creationId="{F6D7D70B-626B-277F-9081-D6E32F1A5681}"/>
          </ac:spMkLst>
        </pc:spChg>
        <pc:spChg chg="add mod">
          <ac:chgData name="Gabriel Fiorilli" userId="6dec09dd-bf1e-4f54-a7db-53ed072060ed" providerId="ADAL" clId="{26BD4A11-C96D-4B5B-BAF2-EFA2959DB236}" dt="2026-06-26T18:08:51.252" v="187" actId="404"/>
          <ac:spMkLst>
            <pc:docMk/>
            <pc:sldMk cId="743554565" sldId="259"/>
            <ac:spMk id="34" creationId="{45005CA9-36D7-187F-4644-2FCA5D96DEBA}"/>
          </ac:spMkLst>
        </pc:spChg>
        <pc:grpChg chg="mod">
          <ac:chgData name="Gabriel Fiorilli" userId="6dec09dd-bf1e-4f54-a7db-53ed072060ed" providerId="ADAL" clId="{26BD4A11-C96D-4B5B-BAF2-EFA2959DB236}" dt="2026-06-26T18:11:57.765" v="218" actId="1076"/>
          <ac:grpSpMkLst>
            <pc:docMk/>
            <pc:sldMk cId="743554565" sldId="259"/>
            <ac:grpSpMk id="35" creationId="{C552C73F-0917-AFC3-5BDB-3E32F17C884E}"/>
          </ac:grpSpMkLst>
        </pc:grpChg>
        <pc:cxnChg chg="add mod">
          <ac:chgData name="Gabriel Fiorilli" userId="6dec09dd-bf1e-4f54-a7db-53ed072060ed" providerId="ADAL" clId="{26BD4A11-C96D-4B5B-BAF2-EFA2959DB236}" dt="2026-06-26T18:20:54.569" v="254" actId="14100"/>
          <ac:cxnSpMkLst>
            <pc:docMk/>
            <pc:sldMk cId="743554565" sldId="259"/>
            <ac:cxnSpMk id="37" creationId="{0917112E-F064-7210-819E-0BDFE6825433}"/>
          </ac:cxnSpMkLst>
        </pc:cxnChg>
      </pc:sldChg>
      <pc:sldChg chg="modSp mod">
        <pc:chgData name="Gabriel Fiorilli" userId="6dec09dd-bf1e-4f54-a7db-53ed072060ed" providerId="ADAL" clId="{26BD4A11-C96D-4B5B-BAF2-EFA2959DB236}" dt="2026-06-26T13:40:42.608" v="9" actId="20577"/>
        <pc:sldMkLst>
          <pc:docMk/>
          <pc:sldMk cId="1605975913" sldId="2147474532"/>
        </pc:sldMkLst>
        <pc:spChg chg="mod">
          <ac:chgData name="Gabriel Fiorilli" userId="6dec09dd-bf1e-4f54-a7db-53ed072060ed" providerId="ADAL" clId="{26BD4A11-C96D-4B5B-BAF2-EFA2959DB236}" dt="2026-06-26T13:40:42.608" v="9" actId="20577"/>
          <ac:spMkLst>
            <pc:docMk/>
            <pc:sldMk cId="1605975913" sldId="2147474532"/>
            <ac:spMk id="26" creationId="{7C873CEE-6F57-13CC-6D69-C783CD20E2F2}"/>
          </ac:spMkLst>
        </pc:spChg>
      </pc:sldChg>
      <pc:sldChg chg="modSp mod">
        <pc:chgData name="Gabriel Fiorilli" userId="6dec09dd-bf1e-4f54-a7db-53ed072060ed" providerId="ADAL" clId="{26BD4A11-C96D-4B5B-BAF2-EFA2959DB236}" dt="2026-06-26T18:21:43.127" v="267" actId="404"/>
        <pc:sldMkLst>
          <pc:docMk/>
          <pc:sldMk cId="1992582616" sldId="2147483647"/>
        </pc:sldMkLst>
        <pc:spChg chg="mod">
          <ac:chgData name="Gabriel Fiorilli" userId="6dec09dd-bf1e-4f54-a7db-53ed072060ed" providerId="ADAL" clId="{26BD4A11-C96D-4B5B-BAF2-EFA2959DB236}" dt="2026-06-26T18:21:43.127" v="267" actId="404"/>
          <ac:spMkLst>
            <pc:docMk/>
            <pc:sldMk cId="1992582616" sldId="2147483647"/>
            <ac:spMk id="4" creationId="{89B2B965-C20D-6E1E-2455-E700A09B3D7A}"/>
          </ac:spMkLst>
        </pc:spChg>
        <pc:spChg chg="mod">
          <ac:chgData name="Gabriel Fiorilli" userId="6dec09dd-bf1e-4f54-a7db-53ed072060ed" providerId="ADAL" clId="{26BD4A11-C96D-4B5B-BAF2-EFA2959DB236}" dt="2026-06-26T18:21:28.248" v="265" actId="404"/>
          <ac:spMkLst>
            <pc:docMk/>
            <pc:sldMk cId="1992582616" sldId="2147483647"/>
            <ac:spMk id="7" creationId="{362948EC-5787-BA6B-519D-8B12F1484352}"/>
          </ac:spMkLst>
        </pc:spChg>
      </pc:sldChg>
      <pc:sldMasterChg chg="delSldLayout modSldLayout sldLayoutOrd">
        <pc:chgData name="Gabriel Fiorilli" userId="6dec09dd-bf1e-4f54-a7db-53ed072060ed" providerId="ADAL" clId="{26BD4A11-C96D-4B5B-BAF2-EFA2959DB236}" dt="2026-06-26T13:40:40.540" v="7"/>
        <pc:sldMasterMkLst>
          <pc:docMk/>
          <pc:sldMasterMk cId="4145236821" sldId="2147483759"/>
        </pc:sldMasterMkLst>
        <pc:sldLayoutChg chg="modSp mod ord">
          <pc:chgData name="Gabriel Fiorilli" userId="6dec09dd-bf1e-4f54-a7db-53ed072060ed" providerId="ADAL" clId="{26BD4A11-C96D-4B5B-BAF2-EFA2959DB236}" dt="2026-06-26T13:40:40.421" v="6"/>
          <pc:sldLayoutMkLst>
            <pc:docMk/>
            <pc:sldMasterMk cId="4145236821" sldId="2147483759"/>
            <pc:sldLayoutMk cId="2476067908" sldId="2147484494"/>
          </pc:sldLayoutMkLst>
          <pc:spChg chg="mod">
            <ac:chgData name="Gabriel Fiorilli" userId="6dec09dd-bf1e-4f54-a7db-53ed072060ed" providerId="ADAL" clId="{26BD4A11-C96D-4B5B-BAF2-EFA2959DB236}" dt="2026-06-26T13:40:40.421" v="6"/>
            <ac:spMkLst>
              <pc:docMk/>
              <pc:sldMasterMk cId="4145236821" sldId="2147483759"/>
              <pc:sldLayoutMk cId="2476067908" sldId="2147484494"/>
              <ac:spMk id="4" creationId="{C9B13D7C-5A47-B0DF-B518-26E79F5D2DB1}"/>
            </ac:spMkLst>
          </pc:spChg>
          <pc:spChg chg="mod">
            <ac:chgData name="Gabriel Fiorilli" userId="6dec09dd-bf1e-4f54-a7db-53ed072060ed" providerId="ADAL" clId="{26BD4A11-C96D-4B5B-BAF2-EFA2959DB236}" dt="2026-06-26T13:40:40.421" v="6"/>
            <ac:spMkLst>
              <pc:docMk/>
              <pc:sldMasterMk cId="4145236821" sldId="2147483759"/>
              <pc:sldLayoutMk cId="2476067908" sldId="2147484494"/>
              <ac:spMk id="6" creationId="{2132BCE3-A04F-8602-64F7-7623C7EAF165}"/>
            </ac:spMkLst>
          </pc:spChg>
          <pc:spChg chg="mod">
            <ac:chgData name="Gabriel Fiorilli" userId="6dec09dd-bf1e-4f54-a7db-53ed072060ed" providerId="ADAL" clId="{26BD4A11-C96D-4B5B-BAF2-EFA2959DB236}" dt="2026-06-26T13:40:40.421" v="6"/>
            <ac:spMkLst>
              <pc:docMk/>
              <pc:sldMasterMk cId="4145236821" sldId="2147483759"/>
              <pc:sldLayoutMk cId="2476067908" sldId="2147484494"/>
              <ac:spMk id="13" creationId="{7F86D482-580C-D22A-58CC-10B9C4F7EDD2}"/>
            </ac:spMkLst>
          </pc:spChg>
        </pc:sldLayoutChg>
        <pc:sldLayoutChg chg="modSp mod ord">
          <pc:chgData name="Gabriel Fiorilli" userId="6dec09dd-bf1e-4f54-a7db-53ed072060ed" providerId="ADAL" clId="{26BD4A11-C96D-4B5B-BAF2-EFA2959DB236}" dt="2026-06-26T13:40:40.421" v="6"/>
          <pc:sldLayoutMkLst>
            <pc:docMk/>
            <pc:sldMasterMk cId="4145236821" sldId="2147483759"/>
            <pc:sldLayoutMk cId="2669966400" sldId="2147484495"/>
          </pc:sldLayoutMkLst>
          <pc:spChg chg="mod">
            <ac:chgData name="Gabriel Fiorilli" userId="6dec09dd-bf1e-4f54-a7db-53ed072060ed" providerId="ADAL" clId="{26BD4A11-C96D-4B5B-BAF2-EFA2959DB236}" dt="2026-06-26T13:40:40.421" v="6"/>
            <ac:spMkLst>
              <pc:docMk/>
              <pc:sldMasterMk cId="4145236821" sldId="2147483759"/>
              <pc:sldLayoutMk cId="2669966400" sldId="2147484495"/>
              <ac:spMk id="4" creationId="{C9B13D7C-5A47-B0DF-B518-26E79F5D2DB1}"/>
            </ac:spMkLst>
          </pc:spChg>
          <pc:spChg chg="mod">
            <ac:chgData name="Gabriel Fiorilli" userId="6dec09dd-bf1e-4f54-a7db-53ed072060ed" providerId="ADAL" clId="{26BD4A11-C96D-4B5B-BAF2-EFA2959DB236}" dt="2026-06-26T13:40:40.421" v="6"/>
            <ac:spMkLst>
              <pc:docMk/>
              <pc:sldMasterMk cId="4145236821" sldId="2147483759"/>
              <pc:sldLayoutMk cId="2669966400" sldId="2147484495"/>
              <ac:spMk id="6" creationId="{2132BCE3-A04F-8602-64F7-7623C7EAF165}"/>
            </ac:spMkLst>
          </pc:spChg>
          <pc:spChg chg="mod">
            <ac:chgData name="Gabriel Fiorilli" userId="6dec09dd-bf1e-4f54-a7db-53ed072060ed" providerId="ADAL" clId="{26BD4A11-C96D-4B5B-BAF2-EFA2959DB236}" dt="2026-06-26T13:40:40.421" v="6"/>
            <ac:spMkLst>
              <pc:docMk/>
              <pc:sldMasterMk cId="4145236821" sldId="2147483759"/>
              <pc:sldLayoutMk cId="2669966400" sldId="2147484495"/>
              <ac:spMk id="13" creationId="{7F86D482-580C-D22A-58CC-10B9C4F7EDD2}"/>
            </ac:spMkLst>
          </pc:spChg>
        </pc:sldLayoutChg>
        <pc:sldLayoutChg chg="mod ord">
          <pc:chgData name="Gabriel Fiorilli" userId="6dec09dd-bf1e-4f54-a7db-53ed072060ed" providerId="ADAL" clId="{26BD4A11-C96D-4B5B-BAF2-EFA2959DB236}" dt="2026-06-26T13:40:40.421" v="6"/>
          <pc:sldLayoutMkLst>
            <pc:docMk/>
            <pc:sldMasterMk cId="4145236821" sldId="2147483759"/>
            <pc:sldLayoutMk cId="2083499640" sldId="2147484524"/>
          </pc:sldLayoutMkLst>
        </pc:sldLayoutChg>
      </pc:sldMasterChg>
    </pc:docChg>
  </pc:docChgLst>
  <pc:docChgLst>
    <pc:chgData name="Fernanda Acquati" userId="S::fernanda.acquati@tivio.com::2ea3fdcf-775e-4e6a-bd20-5fe8db92074a" providerId="AD" clId="Web-{C305FBA6-6A90-F728-CBEB-7C2899038E4B}"/>
    <pc:docChg chg="modSld">
      <pc:chgData name="Fernanda Acquati" userId="S::fernanda.acquati@tivio.com::2ea3fdcf-775e-4e6a-bd20-5fe8db92074a" providerId="AD" clId="Web-{C305FBA6-6A90-F728-CBEB-7C2899038E4B}" dt="2026-06-26T13:07:08.404" v="5" actId="20577"/>
      <pc:docMkLst>
        <pc:docMk/>
      </pc:docMkLst>
      <pc:sldChg chg="modSp">
        <pc:chgData name="Fernanda Acquati" userId="S::fernanda.acquati@tivio.com::2ea3fdcf-775e-4e6a-bd20-5fe8db92074a" providerId="AD" clId="Web-{C305FBA6-6A90-F728-CBEB-7C2899038E4B}" dt="2026-06-26T13:07:08.404" v="5" actId="20577"/>
        <pc:sldMkLst>
          <pc:docMk/>
          <pc:sldMk cId="1605975913" sldId="2147474532"/>
        </pc:sldMkLst>
        <pc:spChg chg="mod">
          <ac:chgData name="Fernanda Acquati" userId="S::fernanda.acquati@tivio.com::2ea3fdcf-775e-4e6a-bd20-5fe8db92074a" providerId="AD" clId="Web-{C305FBA6-6A90-F728-CBEB-7C2899038E4B}" dt="2026-06-26T13:07:08.404" v="5" actId="20577"/>
          <ac:spMkLst>
            <pc:docMk/>
            <pc:sldMk cId="1605975913" sldId="2147474532"/>
            <ac:spMk id="29" creationId="{A7FB7710-A1DF-D8FE-A0AA-5C18F5653E24}"/>
          </ac:spMkLst>
        </pc:spChg>
        <pc:spChg chg="mod">
          <ac:chgData name="Fernanda Acquati" userId="S::fernanda.acquati@tivio.com::2ea3fdcf-775e-4e6a-bd20-5fe8db92074a" providerId="AD" clId="Web-{C305FBA6-6A90-F728-CBEB-7C2899038E4B}" dt="2026-06-26T13:06:53.794" v="3" actId="20577"/>
          <ac:spMkLst>
            <pc:docMk/>
            <pc:sldMk cId="1605975913" sldId="2147474532"/>
            <ac:spMk id="34" creationId="{8B4E48BF-2B0E-BB3F-7D7C-74CED1B99786}"/>
          </ac:spMkLst>
        </pc:spChg>
      </pc:sldChg>
    </pc:docChg>
  </pc:docChgLst>
  <pc:docChgLst>
    <pc:chgData name="Fernanda Acquati" userId="2ea3fdcf-775e-4e6a-bd20-5fe8db92074a" providerId="ADAL" clId="{56C5FE45-73D1-4169-8C90-8E6BDF913CC7}"/>
    <pc:docChg chg="custSel modSld">
      <pc:chgData name="Fernanda Acquati" userId="2ea3fdcf-775e-4e6a-bd20-5fe8db92074a" providerId="ADAL" clId="{56C5FE45-73D1-4169-8C90-8E6BDF913CC7}" dt="2026-07-16T14:35:39.619" v="70" actId="20577"/>
      <pc:docMkLst>
        <pc:docMk/>
      </pc:docMkLst>
      <pc:sldChg chg="modSp mod">
        <pc:chgData name="Fernanda Acquati" userId="2ea3fdcf-775e-4e6a-bd20-5fe8db92074a" providerId="ADAL" clId="{56C5FE45-73D1-4169-8C90-8E6BDF913CC7}" dt="2026-07-13T14:50:48.612" v="40" actId="20577"/>
        <pc:sldMkLst>
          <pc:docMk/>
          <pc:sldMk cId="825526086" sldId="258"/>
        </pc:sldMkLst>
        <pc:spChg chg="mod">
          <ac:chgData name="Fernanda Acquati" userId="2ea3fdcf-775e-4e6a-bd20-5fe8db92074a" providerId="ADAL" clId="{56C5FE45-73D1-4169-8C90-8E6BDF913CC7}" dt="2026-07-13T14:50:48.612" v="40" actId="20577"/>
          <ac:spMkLst>
            <pc:docMk/>
            <pc:sldMk cId="825526086" sldId="258"/>
            <ac:spMk id="60" creationId="{C58B7459-9528-9CB5-2829-7476EF5FB566}"/>
          </ac:spMkLst>
        </pc:spChg>
      </pc:sldChg>
      <pc:sldChg chg="mod modShow">
        <pc:chgData name="Fernanda Acquati" userId="2ea3fdcf-775e-4e6a-bd20-5fe8db92074a" providerId="ADAL" clId="{56C5FE45-73D1-4169-8C90-8E6BDF913CC7}" dt="2026-07-14T21:09:29.006" v="44" actId="34476"/>
        <pc:sldMkLst>
          <pc:docMk/>
          <pc:sldMk cId="743554565" sldId="259"/>
        </pc:sldMkLst>
      </pc:sldChg>
      <pc:sldChg chg="mod modShow">
        <pc:chgData name="Fernanda Acquati" userId="2ea3fdcf-775e-4e6a-bd20-5fe8db92074a" providerId="ADAL" clId="{56C5FE45-73D1-4169-8C90-8E6BDF913CC7}" dt="2026-07-15T14:10:36.059" v="64" actId="729"/>
        <pc:sldMkLst>
          <pc:docMk/>
          <pc:sldMk cId="3630119785" sldId="2147474239"/>
        </pc:sldMkLst>
      </pc:sldChg>
      <pc:sldChg chg="modSp mod">
        <pc:chgData name="Fernanda Acquati" userId="2ea3fdcf-775e-4e6a-bd20-5fe8db92074a" providerId="ADAL" clId="{56C5FE45-73D1-4169-8C90-8E6BDF913CC7}" dt="2026-07-15T17:36:17.181" v="67" actId="20577"/>
        <pc:sldMkLst>
          <pc:docMk/>
          <pc:sldMk cId="3635349100" sldId="2147474498"/>
        </pc:sldMkLst>
        <pc:spChg chg="mod">
          <ac:chgData name="Fernanda Acquati" userId="2ea3fdcf-775e-4e6a-bd20-5fe8db92074a" providerId="ADAL" clId="{56C5FE45-73D1-4169-8C90-8E6BDF913CC7}" dt="2026-07-15T14:09:42.498" v="59" actId="20577"/>
          <ac:spMkLst>
            <pc:docMk/>
            <pc:sldMk cId="3635349100" sldId="2147474498"/>
            <ac:spMk id="53" creationId="{1EA518C2-FC7D-507A-8DA4-C0332A60BE87}"/>
          </ac:spMkLst>
        </pc:spChg>
        <pc:spChg chg="mod">
          <ac:chgData name="Fernanda Acquati" userId="2ea3fdcf-775e-4e6a-bd20-5fe8db92074a" providerId="ADAL" clId="{56C5FE45-73D1-4169-8C90-8E6BDF913CC7}" dt="2026-07-15T14:09:50.440" v="63" actId="20577"/>
          <ac:spMkLst>
            <pc:docMk/>
            <pc:sldMk cId="3635349100" sldId="2147474498"/>
            <ac:spMk id="54" creationId="{7ADF39A2-3D03-6F3D-94F8-BA201DFCD32A}"/>
          </ac:spMkLst>
        </pc:spChg>
        <pc:spChg chg="mod">
          <ac:chgData name="Fernanda Acquati" userId="2ea3fdcf-775e-4e6a-bd20-5fe8db92074a" providerId="ADAL" clId="{56C5FE45-73D1-4169-8C90-8E6BDF913CC7}" dt="2026-07-15T17:36:17.181" v="67" actId="20577"/>
          <ac:spMkLst>
            <pc:docMk/>
            <pc:sldMk cId="3635349100" sldId="2147474498"/>
            <ac:spMk id="137" creationId="{BBCCFBA4-8D79-AAF7-CEA9-0026477BFE7F}"/>
          </ac:spMkLst>
        </pc:spChg>
      </pc:sldChg>
      <pc:sldChg chg="modSp mod">
        <pc:chgData name="Fernanda Acquati" userId="2ea3fdcf-775e-4e6a-bd20-5fe8db92074a" providerId="ADAL" clId="{56C5FE45-73D1-4169-8C90-8E6BDF913CC7}" dt="2026-07-16T14:35:39.619" v="70" actId="20577"/>
        <pc:sldMkLst>
          <pc:docMk/>
          <pc:sldMk cId="1605975913" sldId="2147474532"/>
        </pc:sldMkLst>
        <pc:spChg chg="mod">
          <ac:chgData name="Fernanda Acquati" userId="2ea3fdcf-775e-4e6a-bd20-5fe8db92074a" providerId="ADAL" clId="{56C5FE45-73D1-4169-8C90-8E6BDF913CC7}" dt="2026-07-16T14:35:39.619" v="70" actId="20577"/>
          <ac:spMkLst>
            <pc:docMk/>
            <pc:sldMk cId="1605975913" sldId="2147474532"/>
            <ac:spMk id="34" creationId="{8B4E48BF-2B0E-BB3F-7D7C-74CED1B99786}"/>
          </ac:spMkLst>
        </pc:spChg>
      </pc:sldChg>
      <pc:sldChg chg="modSp mod">
        <pc:chgData name="Fernanda Acquati" userId="2ea3fdcf-775e-4e6a-bd20-5fe8db92074a" providerId="ADAL" clId="{56C5FE45-73D1-4169-8C90-8E6BDF913CC7}" dt="2026-07-14T21:10:18.664" v="57" actId="20577"/>
        <pc:sldMkLst>
          <pc:docMk/>
          <pc:sldMk cId="1992582616" sldId="2147483647"/>
        </pc:sldMkLst>
        <pc:spChg chg="mod">
          <ac:chgData name="Fernanda Acquati" userId="2ea3fdcf-775e-4e6a-bd20-5fe8db92074a" providerId="ADAL" clId="{56C5FE45-73D1-4169-8C90-8E6BDF913CC7}" dt="2026-07-14T21:10:02.182" v="48" actId="20577"/>
          <ac:spMkLst>
            <pc:docMk/>
            <pc:sldMk cId="1992582616" sldId="2147483647"/>
            <ac:spMk id="277" creationId="{84176C32-997F-1B9E-6C69-15450BF11D52}"/>
          </ac:spMkLst>
        </pc:spChg>
        <pc:spChg chg="mod">
          <ac:chgData name="Fernanda Acquati" userId="2ea3fdcf-775e-4e6a-bd20-5fe8db92074a" providerId="ADAL" clId="{56C5FE45-73D1-4169-8C90-8E6BDF913CC7}" dt="2026-07-14T21:10:11.613" v="54" actId="20577"/>
          <ac:spMkLst>
            <pc:docMk/>
            <pc:sldMk cId="1992582616" sldId="2147483647"/>
            <ac:spMk id="278" creationId="{8207E062-EC17-6856-B75C-62E56F2C5186}"/>
          </ac:spMkLst>
        </pc:spChg>
        <pc:spChg chg="mod">
          <ac:chgData name="Fernanda Acquati" userId="2ea3fdcf-775e-4e6a-bd20-5fe8db92074a" providerId="ADAL" clId="{56C5FE45-73D1-4169-8C90-8E6BDF913CC7}" dt="2026-07-14T21:10:06.218" v="49" actId="20577"/>
          <ac:spMkLst>
            <pc:docMk/>
            <pc:sldMk cId="1992582616" sldId="2147483647"/>
            <ac:spMk id="282" creationId="{3FA2B22C-33CB-BC76-4EE1-4C092EAB2B84}"/>
          </ac:spMkLst>
        </pc:spChg>
        <pc:spChg chg="mod">
          <ac:chgData name="Fernanda Acquati" userId="2ea3fdcf-775e-4e6a-bd20-5fe8db92074a" providerId="ADAL" clId="{56C5FE45-73D1-4169-8C90-8E6BDF913CC7}" dt="2026-07-14T21:10:18.664" v="57" actId="20577"/>
          <ac:spMkLst>
            <pc:docMk/>
            <pc:sldMk cId="1992582616" sldId="2147483647"/>
            <ac:spMk id="283" creationId="{C9A6B3BB-C58A-5C9C-C4D9-C1DA30875F97}"/>
          </ac:spMkLst>
        </pc:spChg>
        <pc:spChg chg="mod">
          <ac:chgData name="Fernanda Acquati" userId="2ea3fdcf-775e-4e6a-bd20-5fe8db92074a" providerId="ADAL" clId="{56C5FE45-73D1-4169-8C90-8E6BDF913CC7}" dt="2026-07-14T21:09:44.520" v="45" actId="20577"/>
          <ac:spMkLst>
            <pc:docMk/>
            <pc:sldMk cId="1992582616" sldId="2147483647"/>
            <ac:spMk id="295" creationId="{C1CF1CC7-DE2B-CA3D-5428-7D4B093C5093}"/>
          </ac:spMkLst>
        </pc:spChg>
        <pc:spChg chg="mod">
          <ac:chgData name="Fernanda Acquati" userId="2ea3fdcf-775e-4e6a-bd20-5fe8db92074a" providerId="ADAL" clId="{56C5FE45-73D1-4169-8C90-8E6BDF913CC7}" dt="2026-07-10T18:48:10.698" v="28" actId="20577"/>
          <ac:spMkLst>
            <pc:docMk/>
            <pc:sldMk cId="1992582616" sldId="2147483647"/>
            <ac:spMk id="303" creationId="{3F7C9A6E-6725-6E1A-1144-0987B1390720}"/>
          </ac:spMkLst>
        </pc:spChg>
        <pc:grpChg chg="mod">
          <ac:chgData name="Fernanda Acquati" userId="2ea3fdcf-775e-4e6a-bd20-5fe8db92074a" providerId="ADAL" clId="{56C5FE45-73D1-4169-8C90-8E6BDF913CC7}" dt="2026-07-14T21:10:07.677" v="50" actId="1076"/>
          <ac:grpSpMkLst>
            <pc:docMk/>
            <pc:sldMk cId="1992582616" sldId="2147483647"/>
            <ac:grpSpMk id="274" creationId="{CBF7F22C-CB78-0B70-1851-253F01AD1FD0}"/>
          </ac:grpSpMkLst>
        </pc:gr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GabrielFiorilli\Downloads\Fechamento%20Agosto%2026\carteiras_mkt_v2-com%20ajuste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GabrielFiorilli\Downloads\Fechamento%20Agosto%2026\carteiras_mkt_v2-com%20ajuste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GabrielFiorilli\Downloads\Fechamento%20Agosto%2026\carteiras_mkt_v2-com%20ajuste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Ex1.xml.rels><?xml version="1.0" encoding="UTF-8" standalone="yes"?>
<Relationships xmlns="http://schemas.openxmlformats.org/package/2006/relationships"><Relationship Id="rId3" Type="http://schemas.microsoft.com/office/2011/relationships/chartColorStyle" Target="colors4.xml"/><Relationship Id="rId2" Type="http://schemas.microsoft.com/office/2011/relationships/chartStyle" Target="style4.xml"/><Relationship Id="rId1" Type="http://schemas.openxmlformats.org/officeDocument/2006/relationships/oleObject" Target="Book1" TargetMode="External"/></Relationships>
</file>

<file path=ppt/charts/_rels/chartEx2.xml.rels><?xml version="1.0" encoding="UTF-8" standalone="yes"?>
<Relationships xmlns="http://schemas.openxmlformats.org/package/2006/relationships"><Relationship Id="rId3" Type="http://schemas.microsoft.com/office/2011/relationships/chartColorStyle" Target="colors5.xml"/><Relationship Id="rId2" Type="http://schemas.microsoft.com/office/2011/relationships/chartStyle" Target="style5.xml"/><Relationship Id="rId1" Type="http://schemas.openxmlformats.org/officeDocument/2006/relationships/oleObject" Target="Book1" TargetMode="External"/></Relationships>
</file>

<file path=ppt/charts/_rels/chartEx3.xml.rels><?xml version="1.0" encoding="UTF-8" standalone="yes"?>
<Relationships xmlns="http://schemas.openxmlformats.org/package/2006/relationships"><Relationship Id="rId3" Type="http://schemas.microsoft.com/office/2011/relationships/chartColorStyle" Target="colors6.xml"/><Relationship Id="rId2" Type="http://schemas.microsoft.com/office/2011/relationships/chartStyle" Target="style6.xml"/><Relationship Id="rId1" Type="http://schemas.openxmlformats.org/officeDocument/2006/relationships/oleObject" Target="Book1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3"/>
    </mc:Choice>
    <mc:Fallback>
      <c:style val="3"/>
    </mc:Fallback>
  </mc:AlternateContent>
  <c:chart>
    <c:autoTitleDeleted val="1"/>
    <c:plotArea>
      <c:layout>
        <c:manualLayout>
          <c:layoutTarget val="inner"/>
          <c:xMode val="edge"/>
          <c:yMode val="edge"/>
          <c:x val="0.46129242992154318"/>
          <c:y val="1.3108575735772775E-2"/>
          <c:w val="0.41264235599185484"/>
          <c:h val="0.97378284852845443"/>
        </c:manualLayout>
      </c:layout>
      <c:barChart>
        <c:barDir val="bar"/>
        <c:grouping val="clustered"/>
        <c:varyColors val="0"/>
        <c:ser>
          <c:idx val="0"/>
          <c:order val="0"/>
          <c:tx>
            <c:v>TOP 5 Emissores</c:v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 algn="l">
                  <a:defRPr sz="900" b="0" i="0" u="none" strike="noStrike" kern="1200" baseline="0">
                    <a:solidFill>
                      <a:schemeClr val="bg1"/>
                    </a:solidFill>
                    <a:latin typeface="Versos" panose="020B0503020204030204" pitchFamily="34" charset="0"/>
                    <a:ea typeface="+mn-ea"/>
                    <a:cs typeface="+mn-cs"/>
                  </a:defRPr>
                </a:pPr>
                <a:endParaRPr lang="pt-B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Dados!$E$2:$E$6</c:f>
              <c:strCache>
                <c:ptCount val="5"/>
                <c:pt idx="0">
                  <c:v>C6</c:v>
                </c:pt>
                <c:pt idx="1">
                  <c:v>ABC</c:v>
                </c:pt>
                <c:pt idx="2">
                  <c:v>XP</c:v>
                </c:pt>
                <c:pt idx="3">
                  <c:v>BTG</c:v>
                </c:pt>
                <c:pt idx="4">
                  <c:v>BRADESCO</c:v>
                </c:pt>
              </c:strCache>
            </c:strRef>
          </c:cat>
          <c:val>
            <c:numRef>
              <c:f>Dados!$F$2:$F$6</c:f>
              <c:numCache>
                <c:formatCode>0.00%</c:formatCode>
                <c:ptCount val="5"/>
                <c:pt idx="0">
                  <c:v>6.003364167524422E-2</c:v>
                </c:pt>
                <c:pt idx="1">
                  <c:v>3.7836022540833285E-2</c:v>
                </c:pt>
                <c:pt idx="2">
                  <c:v>3.619481707393403E-2</c:v>
                </c:pt>
                <c:pt idx="3">
                  <c:v>3.615582269350575E-2</c:v>
                </c:pt>
                <c:pt idx="4">
                  <c:v>1.937592547039713E-2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282-4E78-832B-FA0E7239CB1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72"/>
        <c:axId val="1847786048"/>
        <c:axId val="1847786528"/>
      </c:barChart>
      <c:catAx>
        <c:axId val="1847786048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6350" cap="flat" cmpd="sng" algn="ctr">
            <a:solidFill>
              <a:schemeClr val="bg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bg1"/>
                </a:solidFill>
                <a:latin typeface="Versos" panose="020B0503020204030204" pitchFamily="34" charset="0"/>
                <a:ea typeface="+mn-ea"/>
                <a:cs typeface="+mn-cs"/>
              </a:defRPr>
            </a:pPr>
            <a:endParaRPr lang="pt-BR"/>
          </a:p>
        </c:txPr>
        <c:crossAx val="1847786528"/>
        <c:crosses val="autoZero"/>
        <c:auto val="1"/>
        <c:lblAlgn val="ctr"/>
        <c:lblOffset val="100"/>
        <c:noMultiLvlLbl val="0"/>
      </c:catAx>
      <c:valAx>
        <c:axId val="1847786528"/>
        <c:scaling>
          <c:orientation val="minMax"/>
        </c:scaling>
        <c:delete val="1"/>
        <c:axPos val="t"/>
        <c:numFmt formatCode="0.00%" sourceLinked="1"/>
        <c:majorTickMark val="none"/>
        <c:minorTickMark val="none"/>
        <c:tickLblPos val="nextTo"/>
        <c:crossAx val="184778604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 w="9525" cap="flat" cmpd="sng" algn="ctr">
      <a:noFill/>
      <a:round/>
    </a:ln>
    <a:effectLst/>
  </c:spPr>
  <c:txPr>
    <a:bodyPr/>
    <a:lstStyle/>
    <a:p>
      <a:pPr>
        <a:defRPr>
          <a:solidFill>
            <a:schemeClr val="bg1"/>
          </a:solidFill>
          <a:latin typeface="Versos" panose="020B0503020204030204" pitchFamily="34" charset="0"/>
        </a:defRPr>
      </a:pPr>
      <a:endParaRPr lang="pt-BR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3"/>
    </mc:Choice>
    <mc:Fallback>
      <c:style val="3"/>
    </mc:Fallback>
  </mc:AlternateContent>
  <c:chart>
    <c:autoTitleDeleted val="1"/>
    <c:plotArea>
      <c:layout>
        <c:manualLayout>
          <c:layoutTarget val="inner"/>
          <c:xMode val="edge"/>
          <c:yMode val="edge"/>
          <c:x val="2.3049439473763439E-3"/>
          <c:y val="0"/>
          <c:w val="0.89273348238877548"/>
          <c:h val="0.99217061933153605"/>
        </c:manualLayout>
      </c:layout>
      <c:barChart>
        <c:barDir val="col"/>
        <c:grouping val="clustered"/>
        <c:varyColors val="0"/>
        <c:ser>
          <c:idx val="1"/>
          <c:order val="0"/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0" i="0" u="none" strike="noStrike" kern="1200" baseline="0">
                    <a:solidFill>
                      <a:schemeClr val="bg1"/>
                    </a:solidFill>
                    <a:latin typeface="Versos" panose="020B0503020204030204" pitchFamily="34" charset="0"/>
                    <a:ea typeface="+mn-ea"/>
                    <a:cs typeface="+mn-cs"/>
                  </a:defRPr>
                </a:pPr>
                <a:endParaRPr lang="pt-B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Dados!$Q$2:$Q$8</c:f>
              <c:strCache>
                <c:ptCount val="7"/>
                <c:pt idx="0">
                  <c:v>AAA</c:v>
                </c:pt>
                <c:pt idx="1">
                  <c:v>AA+</c:v>
                </c:pt>
                <c:pt idx="2">
                  <c:v>A</c:v>
                </c:pt>
                <c:pt idx="3">
                  <c:v>AA-</c:v>
                </c:pt>
                <c:pt idx="4">
                  <c:v>A+</c:v>
                </c:pt>
                <c:pt idx="5">
                  <c:v>AA</c:v>
                </c:pt>
                <c:pt idx="6">
                  <c:v>BB</c:v>
                </c:pt>
              </c:strCache>
            </c:strRef>
          </c:cat>
          <c:val>
            <c:numRef>
              <c:f>Dados!$R$2:$R$8</c:f>
              <c:numCache>
                <c:formatCode>0.00%</c:formatCode>
                <c:ptCount val="7"/>
                <c:pt idx="0">
                  <c:v>0.35990296164926616</c:v>
                </c:pt>
                <c:pt idx="1">
                  <c:v>8.5603115150746839E-2</c:v>
                </c:pt>
                <c:pt idx="2">
                  <c:v>6.8274827022825363E-2</c:v>
                </c:pt>
                <c:pt idx="3">
                  <c:v>6.2340521676056047E-2</c:v>
                </c:pt>
                <c:pt idx="4">
                  <c:v>4.6650061601281004E-2</c:v>
                </c:pt>
                <c:pt idx="5">
                  <c:v>4.5221947251805047E-2</c:v>
                </c:pt>
                <c:pt idx="6">
                  <c:v>7.5074186090731444E-3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F7D-4503-A9AD-381536230736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72"/>
        <c:axId val="1847786048"/>
        <c:axId val="1847786528"/>
      </c:barChart>
      <c:catAx>
        <c:axId val="184778604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bg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bg1"/>
                </a:solidFill>
                <a:latin typeface="Versos" panose="020B0503020204030204" pitchFamily="34" charset="0"/>
                <a:ea typeface="+mn-ea"/>
                <a:cs typeface="+mn-cs"/>
              </a:defRPr>
            </a:pPr>
            <a:endParaRPr lang="pt-BR"/>
          </a:p>
        </c:txPr>
        <c:crossAx val="1847786528"/>
        <c:crosses val="autoZero"/>
        <c:auto val="1"/>
        <c:lblAlgn val="ctr"/>
        <c:lblOffset val="100"/>
        <c:noMultiLvlLbl val="0"/>
      </c:catAx>
      <c:valAx>
        <c:axId val="1847786528"/>
        <c:scaling>
          <c:orientation val="minMax"/>
        </c:scaling>
        <c:delete val="1"/>
        <c:axPos val="l"/>
        <c:numFmt formatCode="0.00%" sourceLinked="1"/>
        <c:majorTickMark val="none"/>
        <c:minorTickMark val="none"/>
        <c:tickLblPos val="nextTo"/>
        <c:crossAx val="184778604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/>
  </c:chart>
  <c:spPr>
    <a:noFill/>
    <a:ln w="9525" cap="flat" cmpd="sng" algn="ctr">
      <a:noFill/>
      <a:round/>
    </a:ln>
    <a:effectLst/>
  </c:spPr>
  <c:txPr>
    <a:bodyPr/>
    <a:lstStyle/>
    <a:p>
      <a:pPr>
        <a:defRPr>
          <a:solidFill>
            <a:schemeClr val="bg1"/>
          </a:solidFill>
          <a:latin typeface="Versos" panose="020B0503020204030204" pitchFamily="34" charset="0"/>
        </a:defRPr>
      </a:pPr>
      <a:endParaRPr lang="pt-BR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3"/>
    </mc:Choice>
    <mc:Fallback>
      <c:style val="3"/>
    </mc:Fallback>
  </mc:AlternateContent>
  <c:chart>
    <c:autoTitleDeleted val="1"/>
    <c:plotArea>
      <c:layout>
        <c:manualLayout>
          <c:layoutTarget val="inner"/>
          <c:xMode val="edge"/>
          <c:yMode val="edge"/>
          <c:x val="0.4995478336552448"/>
          <c:y val="2.7183359412817597E-2"/>
          <c:w val="0.37434284717816202"/>
          <c:h val="0.94572178194963752"/>
        </c:manualLayout>
      </c:layout>
      <c:barChart>
        <c:barDir val="bar"/>
        <c:grouping val="clustered"/>
        <c:varyColors val="0"/>
        <c:ser>
          <c:idx val="1"/>
          <c:order val="0"/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0" i="0" u="none" strike="noStrike" kern="1200" baseline="0">
                    <a:solidFill>
                      <a:schemeClr val="bg1"/>
                    </a:solidFill>
                    <a:latin typeface="Versos" panose="020B0503020204030204" pitchFamily="34" charset="0"/>
                    <a:ea typeface="+mn-ea"/>
                    <a:cs typeface="+mn-cs"/>
                  </a:defRPr>
                </a:pPr>
                <a:endParaRPr lang="pt-B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Dados!$K$2:$K$20</c:f>
              <c:strCache>
                <c:ptCount val="19"/>
                <c:pt idx="0">
                  <c:v>Financeiro</c:v>
                </c:pt>
                <c:pt idx="1">
                  <c:v>Caixa</c:v>
                </c:pt>
                <c:pt idx="2">
                  <c:v>FIDC</c:v>
                </c:pt>
                <c:pt idx="3">
                  <c:v>Energia Elétrica</c:v>
                </c:pt>
                <c:pt idx="4">
                  <c:v>Locação de veículos</c:v>
                </c:pt>
                <c:pt idx="5">
                  <c:v>Saneamento</c:v>
                </c:pt>
                <c:pt idx="6">
                  <c:v>Comércio atacadista e varejista</c:v>
                </c:pt>
                <c:pt idx="7">
                  <c:v>Transporte e Logística</c:v>
                </c:pt>
                <c:pt idx="8">
                  <c:v>Assistência médica</c:v>
                </c:pt>
                <c:pt idx="9">
                  <c:v>Indústria e Comércio</c:v>
                </c:pt>
                <c:pt idx="10">
                  <c:v>TI e Telecomunicações</c:v>
                </c:pt>
                <c:pt idx="11">
                  <c:v>Petróleo e Gás</c:v>
                </c:pt>
                <c:pt idx="12">
                  <c:v>Educação</c:v>
                </c:pt>
                <c:pt idx="13">
                  <c:v>Metalurgia e Siderurgia</c:v>
                </c:pt>
                <c:pt idx="14">
                  <c:v>Agropecuária</c:v>
                </c:pt>
                <c:pt idx="15">
                  <c:v>Alimentos e bebidas</c:v>
                </c:pt>
                <c:pt idx="16">
                  <c:v>Financeiro Corp</c:v>
                </c:pt>
                <c:pt idx="17">
                  <c:v>Outros</c:v>
                </c:pt>
                <c:pt idx="18">
                  <c:v>Têxtil e Calçados</c:v>
                </c:pt>
              </c:strCache>
            </c:strRef>
          </c:cat>
          <c:val>
            <c:numRef>
              <c:f>Dados!$L$2:$L$20</c:f>
              <c:numCache>
                <c:formatCode>0.00%</c:formatCode>
                <c:ptCount val="19"/>
                <c:pt idx="0">
                  <c:v>0.30804562504142285</c:v>
                </c:pt>
                <c:pt idx="1">
                  <c:v>0.19693368281555559</c:v>
                </c:pt>
                <c:pt idx="2">
                  <c:v>0.14369410724717491</c:v>
                </c:pt>
                <c:pt idx="3">
                  <c:v>7.8200376290098669E-2</c:v>
                </c:pt>
                <c:pt idx="4">
                  <c:v>4.2271409321834361E-2</c:v>
                </c:pt>
                <c:pt idx="5">
                  <c:v>3.80622284805067E-2</c:v>
                </c:pt>
                <c:pt idx="6">
                  <c:v>3.735452968020108E-2</c:v>
                </c:pt>
                <c:pt idx="7">
                  <c:v>2.9381485969726746E-2</c:v>
                </c:pt>
                <c:pt idx="8">
                  <c:v>2.4872480973315864E-2</c:v>
                </c:pt>
                <c:pt idx="9">
                  <c:v>2.1917739081387763E-2</c:v>
                </c:pt>
                <c:pt idx="10">
                  <c:v>2.0412974360665283E-2</c:v>
                </c:pt>
                <c:pt idx="11">
                  <c:v>1.3325638196545328E-2</c:v>
                </c:pt>
                <c:pt idx="12">
                  <c:v>1.146407940271298E-2</c:v>
                </c:pt>
                <c:pt idx="13">
                  <c:v>9.634667762314442E-3</c:v>
                </c:pt>
                <c:pt idx="14">
                  <c:v>6.7202620233750713E-3</c:v>
                </c:pt>
                <c:pt idx="15">
                  <c:v>5.8940236177395218E-3</c:v>
                </c:pt>
                <c:pt idx="16">
                  <c:v>5.5732552376409764E-3</c:v>
                </c:pt>
                <c:pt idx="17">
                  <c:v>2.6256926677447547E-3</c:v>
                </c:pt>
                <c:pt idx="18">
                  <c:v>1.8716203303196369E-3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843-41D1-8CA3-29A3D3AE60D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72"/>
        <c:axId val="1847786048"/>
        <c:axId val="1847786528"/>
      </c:barChart>
      <c:catAx>
        <c:axId val="1847786048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6350" cap="flat" cmpd="sng" algn="ctr">
            <a:solidFill>
              <a:schemeClr val="bg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bg1"/>
                </a:solidFill>
                <a:latin typeface="Versos" panose="020B0503020204030204" pitchFamily="34" charset="0"/>
                <a:ea typeface="+mn-ea"/>
                <a:cs typeface="+mn-cs"/>
              </a:defRPr>
            </a:pPr>
            <a:endParaRPr lang="pt-BR"/>
          </a:p>
        </c:txPr>
        <c:crossAx val="1847786528"/>
        <c:crosses val="autoZero"/>
        <c:auto val="1"/>
        <c:lblAlgn val="ctr"/>
        <c:lblOffset val="100"/>
        <c:noMultiLvlLbl val="0"/>
      </c:catAx>
      <c:valAx>
        <c:axId val="1847786528"/>
        <c:scaling>
          <c:orientation val="minMax"/>
        </c:scaling>
        <c:delete val="1"/>
        <c:axPos val="t"/>
        <c:numFmt formatCode="0.00%" sourceLinked="1"/>
        <c:majorTickMark val="none"/>
        <c:minorTickMark val="none"/>
        <c:tickLblPos val="nextTo"/>
        <c:crossAx val="184778604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 w="9525" cap="flat" cmpd="sng" algn="ctr">
      <a:noFill/>
      <a:round/>
    </a:ln>
    <a:effectLst/>
  </c:spPr>
  <c:txPr>
    <a:bodyPr/>
    <a:lstStyle/>
    <a:p>
      <a:pPr>
        <a:defRPr>
          <a:solidFill>
            <a:schemeClr val="bg1"/>
          </a:solidFill>
          <a:latin typeface="Versos" panose="020B0503020204030204" pitchFamily="34" charset="0"/>
        </a:defRPr>
      </a:pPr>
      <a:endParaRPr lang="pt-BR"/>
    </a:p>
  </c:txPr>
  <c:externalData r:id="rId3">
    <c:autoUpdate val="0"/>
  </c:externalData>
</c:chartSpace>
</file>

<file path=ppt/charts/chartEx1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strDim type="cat">
        <cx:f>Sheet1!$B$2:$B$5</cx:f>
        <cx:lvl ptCount="4">
          <cx:pt idx="0">Bancário</cx:pt>
          <cx:pt idx="1">Corporativo</cx:pt>
          <cx:pt idx="2">FDIC</cx:pt>
          <cx:pt idx="3">Caixa</cx:pt>
        </cx:lvl>
      </cx:strDim>
      <cx:numDim type="size">
        <cx:f>Sheet1!$F$2:$F$5</cx:f>
        <cx:lvl ptCount="4" formatCode="0,0%">
          <cx:pt idx="0">0.14999999999999999</cx:pt>
          <cx:pt idx="1">0.27500000000000002</cx:pt>
          <cx:pt idx="2">0.108</cx:pt>
          <cx:pt idx="3">0.29699999999999999</cx:pt>
        </cx:lvl>
      </cx:numDim>
    </cx:data>
  </cx:chartData>
  <cx:chart>
    <cx:plotArea>
      <cx:plotAreaRegion>
        <cx:series layoutId="treemap" uniqueId="{00000000-B76C-469F-949D-1B9A1ACB3368}">
          <cx:spPr>
            <a:solidFill>
              <a:schemeClr val="bg2">
                <a:lumMod val="75000"/>
              </a:schemeClr>
            </a:solidFill>
            <a:ln>
              <a:noFill/>
            </a:ln>
          </cx:spPr>
          <cx:dataPt idx="1">
            <cx:spPr>
              <a:solidFill>
                <a:srgbClr val="E6EDF1">
                  <a:lumMod val="50000"/>
                </a:srgbClr>
              </a:solidFill>
            </cx:spPr>
          </cx:dataPt>
          <cx:dataPt idx="2">
            <cx:spPr>
              <a:solidFill>
                <a:srgbClr val="C1F4D4"/>
              </a:solidFill>
            </cx:spPr>
          </cx:dataPt>
          <cx:dataPt idx="3">
            <cx:spPr>
              <a:solidFill>
                <a:srgbClr val="FFFFFF">
                  <a:lumMod val="85000"/>
                </a:srgbClr>
              </a:solidFill>
            </cx:spPr>
          </cx:dataPt>
          <cx:dataId val="0"/>
          <cx:layoutPr/>
        </cx:series>
      </cx:plotAreaRegion>
    </cx:plotArea>
  </cx:chart>
</cx:chartSpace>
</file>

<file path=ppt/charts/chartEx2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strDim type="cat">
        <cx:f>Sheet1!$B$2:$B$5</cx:f>
        <cx:lvl ptCount="4">
          <cx:pt idx="0">Bancário</cx:pt>
          <cx:pt idx="1">Corporativo</cx:pt>
          <cx:pt idx="2">FDIC</cx:pt>
          <cx:pt idx="3">Caixa</cx:pt>
        </cx:lvl>
      </cx:strDim>
      <cx:numDim type="size">
        <cx:f>Sheet1!$C$2:$C$5</cx:f>
        <cx:lvl ptCount="4" formatCode="0,0%">
          <cx:pt idx="0">0.46100000000000002</cx:pt>
          <cx:pt idx="1">0.14799999999999999</cx:pt>
          <cx:pt idx="2">0.019</cx:pt>
          <cx:pt idx="3">0.372</cx:pt>
        </cx:lvl>
      </cx:numDim>
    </cx:data>
  </cx:chartData>
  <cx:chart>
    <cx:plotArea>
      <cx:plotAreaRegion>
        <cx:series layoutId="treemap" uniqueId="{00000000-A74F-4CDA-99FB-C73758325B66}">
          <cx:spPr>
            <a:ln>
              <a:noFill/>
            </a:ln>
          </cx:spPr>
          <cx:dataPt idx="0">
            <cx:spPr>
              <a:solidFill>
                <a:srgbClr val="9BB7C7"/>
              </a:solidFill>
            </cx:spPr>
          </cx:dataPt>
          <cx:dataPt idx="1">
            <cx:spPr>
              <a:solidFill>
                <a:srgbClr val="E6EDF1">
                  <a:lumMod val="50000"/>
                </a:srgbClr>
              </a:solidFill>
            </cx:spPr>
          </cx:dataPt>
          <cx:dataPt idx="2">
            <cx:spPr>
              <a:solidFill>
                <a:srgbClr val="C1F4D4"/>
              </a:solidFill>
            </cx:spPr>
          </cx:dataPt>
          <cx:dataPt idx="3">
            <cx:spPr>
              <a:solidFill>
                <a:srgbClr val="FFFFFF">
                  <a:lumMod val="85000"/>
                </a:srgbClr>
              </a:solidFill>
            </cx:spPr>
          </cx:dataPt>
          <cx:dataId val="0"/>
          <cx:layoutPr>
            <cx:parentLabelLayout val="overlapping"/>
          </cx:layoutPr>
        </cx:series>
      </cx:plotAreaRegion>
    </cx:plotArea>
  </cx:chart>
</cx:chartSpace>
</file>

<file path=ppt/charts/chartEx3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strDim type="cat">
        <cx:f>Sheet1!$B$2:$B$5</cx:f>
        <cx:lvl ptCount="4">
          <cx:pt idx="0">Bancário</cx:pt>
          <cx:pt idx="1">Corporativo</cx:pt>
          <cx:pt idx="2">FDIC</cx:pt>
          <cx:pt idx="3">Caixa</cx:pt>
        </cx:lvl>
      </cx:strDim>
      <cx:numDim type="size">
        <cx:f>Sheet1!$I$2:$I$5</cx:f>
        <cx:lvl ptCount="4" formatCode="0,0%">
          <cx:pt idx="0">0.13500000000000001</cx:pt>
          <cx:pt idx="1">0.39100000000000001</cx:pt>
          <cx:pt idx="2">0.14000000000000001</cx:pt>
          <cx:pt idx="3">0.13500000000000001</cx:pt>
        </cx:lvl>
      </cx:numDim>
    </cx:data>
  </cx:chartData>
  <cx:chart>
    <cx:plotArea>
      <cx:plotAreaRegion>
        <cx:series layoutId="treemap" uniqueId="{00000000-A1F7-49C8-91E1-EB0275A1BD0E}">
          <cx:spPr>
            <a:ln>
              <a:noFill/>
            </a:ln>
          </cx:spPr>
          <cx:dataPt idx="0">
            <cx:spPr>
              <a:solidFill>
                <a:srgbClr val="E6EDF1">
                  <a:lumMod val="90000"/>
                </a:srgbClr>
              </a:solidFill>
            </cx:spPr>
          </cx:dataPt>
          <cx:dataPt idx="1">
            <cx:spPr>
              <a:solidFill>
                <a:srgbClr val="E6EDF1">
                  <a:lumMod val="50000"/>
                </a:srgbClr>
              </a:solidFill>
            </cx:spPr>
          </cx:dataPt>
          <cx:dataPt idx="2">
            <cx:spPr>
              <a:solidFill>
                <a:srgbClr val="C1F4D4"/>
              </a:solidFill>
            </cx:spPr>
          </cx:dataPt>
          <cx:dataPt idx="3">
            <cx:spPr>
              <a:solidFill>
                <a:srgbClr val="FFFFFF">
                  <a:lumMod val="85000"/>
                </a:srgbClr>
              </a:solidFill>
            </cx:spPr>
          </cx:dataPt>
          <cx:dataId val="0"/>
          <cx:layoutPr/>
        </cx:series>
      </cx:plotAreaRegion>
    </cx:plotArea>
  </cx:chart>
</cx:chartSpace>
</file>

<file path=ppt/charts/colors1.xml><?xml version="1.0" encoding="utf-8"?>
<cs:colorStyle xmlns:cs="http://schemas.microsoft.com/office/drawing/2012/chartStyle" xmlns:a="http://schemas.openxmlformats.org/drawingml/2006/main" meth="withinLinear" id="14">
  <a:schemeClr val="accent1"/>
</cs:colorStyle>
</file>

<file path=ppt/charts/colors2.xml><?xml version="1.0" encoding="utf-8"?>
<cs:colorStyle xmlns:cs="http://schemas.microsoft.com/office/drawing/2012/chartStyle" xmlns:a="http://schemas.openxmlformats.org/drawingml/2006/main" meth="withinLinear" id="14">
  <a:schemeClr val="accent1"/>
</cs:colorStyle>
</file>

<file path=ppt/charts/colors3.xml><?xml version="1.0" encoding="utf-8"?>
<cs:colorStyle xmlns:cs="http://schemas.microsoft.com/office/drawing/2012/chartStyle" xmlns:a="http://schemas.openxmlformats.org/drawingml/2006/main" meth="withinLinear" id="14">
  <a:schemeClr val="accent1"/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410">
  <cs:axisTitle>
    <cs:lnRef idx="0"/>
    <cs:fillRef idx="0"/>
    <cs:effectRef idx="0"/>
    <cs:fontRef idx="minor">
      <a:schemeClr val="tx1">
        <a:lumMod val="65000"/>
        <a:lumOff val="35000"/>
      </a:schemeClr>
    </cs:fontRef>
    <cs:spPr>
      <a:solidFill>
        <a:schemeClr val="bg1">
          <a:lumMod val="65000"/>
        </a:schemeClr>
      </a:solidFill>
      <a:ln w="19050">
        <a:solidFill>
          <a:schemeClr val="bg1"/>
        </a:solidFill>
      </a:ln>
    </cs:spPr>
    <cs:defRPr sz="9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/>
  </cs:chartArea>
  <cs:dataLabel>
    <cs:lnRef idx="0"/>
    <cs:fillRef idx="0"/>
    <cs:effectRef idx="0"/>
    <cs:fontRef idx="minor">
      <a:schemeClr val="lt1"/>
    </cs:fontRef>
    <cs:defRPr sz="9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19050">
        <a:solidFill>
          <a:schemeClr val="lt1"/>
        </a:solidFill>
      </a:ln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/>
  </cs:seriesAxis>
  <cs:seriesLine>
    <cs:lnRef idx="0"/>
    <cs:fillRef idx="0"/>
    <cs:effectRef idx="0"/>
    <cs:fontRef idx="minor">
      <a:schemeClr val="tx1"/>
    </cs:fontRef>
    <cs:spPr>
      <a:ln w="9525" cap="flat">
        <a:solidFill>
          <a:srgbClr val="D9D9D9"/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/>
  </cs:valueAxis>
  <cs:wall>
    <cs:lnRef idx="0"/>
    <cs:fillRef idx="0"/>
    <cs:effectRef idx="0"/>
    <cs:fontRef idx="minor">
      <a:schemeClr val="tx1"/>
    </cs:fontRef>
  </cs:wall>
</cs:chartStyle>
</file>

<file path=ppt/charts/style5.xml><?xml version="1.0" encoding="utf-8"?>
<cs:chartStyle xmlns:cs="http://schemas.microsoft.com/office/drawing/2012/chartStyle" xmlns:a="http://schemas.openxmlformats.org/drawingml/2006/main" id="410">
  <cs:axisTitle>
    <cs:lnRef idx="0"/>
    <cs:fillRef idx="0"/>
    <cs:effectRef idx="0"/>
    <cs:fontRef idx="minor">
      <a:schemeClr val="tx1">
        <a:lumMod val="65000"/>
        <a:lumOff val="35000"/>
      </a:schemeClr>
    </cs:fontRef>
    <cs:spPr>
      <a:solidFill>
        <a:schemeClr val="bg1">
          <a:lumMod val="65000"/>
        </a:schemeClr>
      </a:solidFill>
      <a:ln w="19050">
        <a:solidFill>
          <a:schemeClr val="bg1"/>
        </a:solidFill>
      </a:ln>
    </cs:spPr>
    <cs:defRPr sz="9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/>
  </cs:chartArea>
  <cs:dataLabel>
    <cs:lnRef idx="0"/>
    <cs:fillRef idx="0"/>
    <cs:effectRef idx="0"/>
    <cs:fontRef idx="minor">
      <a:schemeClr val="lt1"/>
    </cs:fontRef>
    <cs:defRPr sz="9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19050">
        <a:solidFill>
          <a:schemeClr val="lt1"/>
        </a:solidFill>
      </a:ln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/>
  </cs:seriesAxis>
  <cs:seriesLine>
    <cs:lnRef idx="0"/>
    <cs:fillRef idx="0"/>
    <cs:effectRef idx="0"/>
    <cs:fontRef idx="minor">
      <a:schemeClr val="tx1"/>
    </cs:fontRef>
    <cs:spPr>
      <a:ln w="9525" cap="flat">
        <a:solidFill>
          <a:srgbClr val="D9D9D9"/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/>
  </cs:valueAxis>
  <cs:wall>
    <cs:lnRef idx="0"/>
    <cs:fillRef idx="0"/>
    <cs:effectRef idx="0"/>
    <cs:fontRef idx="minor">
      <a:schemeClr val="tx1"/>
    </cs:fontRef>
  </cs:wall>
</cs:chartStyle>
</file>

<file path=ppt/charts/style6.xml><?xml version="1.0" encoding="utf-8"?>
<cs:chartStyle xmlns:cs="http://schemas.microsoft.com/office/drawing/2012/chartStyle" xmlns:a="http://schemas.openxmlformats.org/drawingml/2006/main" id="410">
  <cs:axisTitle>
    <cs:lnRef idx="0"/>
    <cs:fillRef idx="0"/>
    <cs:effectRef idx="0"/>
    <cs:fontRef idx="minor">
      <a:schemeClr val="tx1">
        <a:lumMod val="65000"/>
        <a:lumOff val="35000"/>
      </a:schemeClr>
    </cs:fontRef>
    <cs:spPr>
      <a:solidFill>
        <a:schemeClr val="bg1">
          <a:lumMod val="65000"/>
        </a:schemeClr>
      </a:solidFill>
      <a:ln w="19050">
        <a:solidFill>
          <a:schemeClr val="bg1"/>
        </a:solidFill>
      </a:ln>
    </cs:spPr>
    <cs:defRPr sz="9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/>
  </cs:chartArea>
  <cs:dataLabel>
    <cs:lnRef idx="0"/>
    <cs:fillRef idx="0"/>
    <cs:effectRef idx="0"/>
    <cs:fontRef idx="minor">
      <a:schemeClr val="lt1"/>
    </cs:fontRef>
    <cs:defRPr sz="9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19050">
        <a:solidFill>
          <a:schemeClr val="lt1"/>
        </a:solidFill>
      </a:ln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/>
  </cs:seriesAxis>
  <cs:seriesLine>
    <cs:lnRef idx="0"/>
    <cs:fillRef idx="0"/>
    <cs:effectRef idx="0"/>
    <cs:fontRef idx="minor">
      <a:schemeClr val="tx1"/>
    </cs:fontRef>
    <cs:spPr>
      <a:ln w="9525" cap="flat">
        <a:solidFill>
          <a:srgbClr val="D9D9D9"/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/>
  </cs:valueAxis>
  <cs:wall>
    <cs:lnRef idx="0"/>
    <cs:fillRef idx="0"/>
    <cs:effectRef idx="0"/>
    <cs:fontRef idx="minor">
      <a:schemeClr val="tx1"/>
    </cs:fontRef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>
            <a:extLst>
              <a:ext uri="{FF2B5EF4-FFF2-40B4-BE49-F238E27FC236}">
                <a16:creationId xmlns:a16="http://schemas.microsoft.com/office/drawing/2014/main" id="{889B95B2-C046-5B90-B68A-70732CCC08D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347" cy="49821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6287889A-7168-9843-B51F-4A96BEDF346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51342" y="0"/>
            <a:ext cx="2946347" cy="49821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134EE74-F1FE-4077-A3AF-4FA9EF572C69}" type="datetimeFigureOut">
              <a:rPr lang="pt-BR" smtClean="0"/>
              <a:t>11/09/2026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D37B29F1-DA66-0926-237F-96DA21A3156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431600"/>
            <a:ext cx="2946347" cy="49821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0E877541-DF57-82B6-3053-BB1B034E875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51342" y="9431600"/>
            <a:ext cx="2946347" cy="49821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5F10E9B-5D82-4172-896B-0C259D311F82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30020266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3128" userDrawn="1">
          <p15:clr>
            <a:srgbClr val="F26B43"/>
          </p15:clr>
        </p15:guide>
        <p15:guide id="2" pos="2142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8287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79927" y="4716661"/>
            <a:ext cx="5439410" cy="4468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A6F6462-2CA2-4AE3-AD2E-EB43427E8668}" type="slidenum">
              <a:rPr kumimoji="0" lang="pt-B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pt-B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8523024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E5184FA-CB4B-4734-92EF-B7335504A4B8}" type="slidenum">
              <a:rPr kumimoji="0" lang="pt-B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pt-B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7264048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E5184FA-CB4B-4734-92EF-B7335504A4B8}" type="slidenum">
              <a:rPr kumimoji="0" lang="pt-B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pt-B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11349641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FD90EE-CA99-AE0E-17FE-4047840001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90CC6509-E7E0-66B3-CF8B-EEAC90651E7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AD994F23-020C-88E2-B55A-99267D03FA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04DD3AC5-92DF-15C1-84C9-E15196D53F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E23133B-F4AA-467A-8C0F-548313A2434D}" type="slidenum">
              <a:rPr kumimoji="0" lang="pt-BR" sz="12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pt-BR" sz="12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116071481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9195AC-0357-2538-E7EF-D304DABF7E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8EDBAFB-AC6D-A2CD-C19E-8B018C1B2D8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E738978-40F7-F141-B0A3-DB6933862D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6856538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DDB048-4E64-D24A-9D84-CF17849D9936}" type="slidenum">
              <a:rPr lang="pt-BR" smtClean="0"/>
              <a:t>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3811275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E6681D-4622-9A5A-0E35-B512224281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5D6CF414-D5AC-42BE-2B6C-AA540BF3A9E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C6C9CE52-A505-FF1F-32C8-C902B2D9F0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CBF49C56-4251-3C14-86EE-9CB52AF6D7A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E23133B-F4AA-467A-8C0F-548313A2434D}" type="slidenum">
              <a:rPr kumimoji="0" lang="pt-BR" sz="12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pt-BR" sz="12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7835933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00618D-8E8C-8E1F-E337-F766EA1650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FAC14827-8B9D-6BF8-8C0E-63339E83BD0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C3351D60-C920-FF92-F81B-E8C6DCED6D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9ECD96B9-C055-AC4F-FF15-0481967B0E2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E23133B-F4AA-467A-8C0F-548313A2434D}" type="slidenum">
              <a:rPr kumimoji="0" lang="pt-BR" sz="12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pt-BR" sz="12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11137393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E9DDB048-4E64-D24A-9D84-CF17849D9936}" type="slidenum">
              <a:rPr kumimoji="0" lang="pt-BR" sz="14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11</a:t>
            </a:fld>
            <a:endParaRPr kumimoji="0" lang="pt-BR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68713183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DD6E52-D1D2-310E-8371-E8B8AB313F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E49246C4-7C55-FC8D-94B4-F6C6D98020C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5F1B9922-116C-4D83-974B-9A20797913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9823F482-F48D-5024-40FC-58F6BAD3546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E23133B-F4AA-467A-8C0F-548313A2434D}" type="slidenum">
              <a:rPr kumimoji="0" lang="pt-BR" sz="12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pt-BR" sz="12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6445491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7A38C5-A1BA-8BE6-FDE1-70718F13BB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DDECA9A2-1AE6-1895-480A-69B41B46F27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8F5D54E5-64EF-48C1-CB4B-A70DA711B2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A8A6FD23-45F5-0B89-C42C-2EB5B125C7A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DDB048-4E64-D24A-9D84-CF17849D9936}" type="slidenum">
              <a:rPr lang="pt-BR" smtClean="0"/>
              <a:t>14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817680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_rels/slideLayout1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5.xml"/></Relationships>
</file>

<file path=ppt/slideLayouts/_rels/slideLayout1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5.xml"/></Relationships>
</file>

<file path=ppt/slideLayouts/_rels/slideLayout1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5.xml"/></Relationships>
</file>

<file path=ppt/slideLayouts/_rels/slideLayout1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5.xml"/></Relationships>
</file>

<file path=ppt/slideLayouts/_rels/slideLayout1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5.xml"/></Relationships>
</file>

<file path=ppt/slideLayouts/_rels/slideLayout1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7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6.xml"/><Relationship Id="rId4" Type="http://schemas.openxmlformats.org/officeDocument/2006/relationships/image" Target="../media/image1.svg"/></Relationships>
</file>

<file path=ppt/slideLayouts/_rels/slideLayout1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6.xml"/></Relationships>
</file>

<file path=ppt/slideLayouts/_rels/slideLayout1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8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6.xml"/><Relationship Id="rId4" Type="http://schemas.openxmlformats.org/officeDocument/2006/relationships/image" Target="../media/image1.svg"/></Relationships>
</file>

<file path=ppt/slideLayouts/_rels/slideLayout1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6.xml"/></Relationships>
</file>

<file path=ppt/slideLayouts/_rels/slideLayout1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racapa - Escur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8">
            <a:extLst>
              <a:ext uri="{FF2B5EF4-FFF2-40B4-BE49-F238E27FC236}">
                <a16:creationId xmlns:a16="http://schemas.microsoft.com/office/drawing/2014/main" id="{5DFDDE66-D42F-747B-AE91-59F0E99B410D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-8117" t="-23966" r="-8117" b="-23966"/>
          <a:stretch/>
        </p:blipFill>
        <p:spPr>
          <a:xfrm>
            <a:off x="5238152" y="3057517"/>
            <a:ext cx="1715687" cy="742966"/>
          </a:xfrm>
          <a:prstGeom prst="rect">
            <a:avLst/>
          </a:prstGeom>
        </p:spPr>
      </p:pic>
      <p:sp>
        <p:nvSpPr>
          <p:cNvPr id="7" name="CaixaDeTexto 5">
            <a:extLst>
              <a:ext uri="{FF2B5EF4-FFF2-40B4-BE49-F238E27FC236}">
                <a16:creationId xmlns:a16="http://schemas.microsoft.com/office/drawing/2014/main" id="{8378CFC1-6711-DF8D-70B6-9948B019A6C8}"/>
              </a:ext>
            </a:extLst>
          </p:cNvPr>
          <p:cNvSpPr txBox="1"/>
          <p:nvPr userDrawn="1"/>
        </p:nvSpPr>
        <p:spPr>
          <a:xfrm>
            <a:off x="4614728" y="5812397"/>
            <a:ext cx="2962544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sz="1000" kern="0">
                <a:solidFill>
                  <a:schemeClr val="bg1"/>
                </a:solidFill>
                <a:effectLst/>
                <a:latin typeface="Versos Light" panose="020B0403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Avenida Brigadeiro Faria Lima, 4.300</a:t>
            </a:r>
          </a:p>
          <a:p>
            <a:pPr algn="ctr"/>
            <a:r>
              <a:rPr lang="it-IT" sz="1000" kern="0">
                <a:solidFill>
                  <a:schemeClr val="bg1"/>
                </a:solidFill>
                <a:effectLst/>
                <a:latin typeface="Versos Light" panose="020B0403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7º andar | Vila Olímpia</a:t>
            </a:r>
          </a:p>
          <a:p>
            <a:pPr algn="ctr"/>
            <a:r>
              <a:rPr lang="it-IT" sz="1000" kern="0">
                <a:solidFill>
                  <a:schemeClr val="bg1"/>
                </a:solidFill>
                <a:effectLst/>
                <a:latin typeface="Versos Light" panose="020B0403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CEP 04538-132 | São Paulo</a:t>
            </a:r>
          </a:p>
          <a:p>
            <a:pPr algn="ctr"/>
            <a:endParaRPr lang="it-IT" sz="1000">
              <a:solidFill>
                <a:schemeClr val="bg1"/>
              </a:solidFill>
              <a:latin typeface="Versos Light" panose="020B0403020204030204" pitchFamily="34" charset="0"/>
              <a:cs typeface="Times New Roman" panose="02020603050405020304" pitchFamily="18" charset="0"/>
            </a:endParaRPr>
          </a:p>
          <a:p>
            <a:pPr algn="ctr"/>
            <a:r>
              <a:rPr lang="it-IT" sz="1000">
                <a:solidFill>
                  <a:schemeClr val="bg1"/>
                </a:solidFill>
                <a:latin typeface="Versos Light" panose="020B0403020204030204" pitchFamily="34" charset="0"/>
                <a:cs typeface="Times New Roman" panose="02020603050405020304" pitchFamily="18" charset="0"/>
              </a:rPr>
              <a:t>www.tivio.com</a:t>
            </a:r>
            <a:endParaRPr lang="pt-BR" sz="1000">
              <a:solidFill>
                <a:schemeClr val="bg1"/>
              </a:solidFill>
              <a:latin typeface="Versos Light" panose="020B0403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04704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319" userDrawn="1">
          <p15:clr>
            <a:srgbClr val="FBAE40"/>
          </p15:clr>
        </p15:guide>
        <p15:guide id="2" orient="horz" pos="2001" userDrawn="1">
          <p15:clr>
            <a:srgbClr val="FBAE40"/>
          </p15:clr>
        </p15:guide>
        <p15:guide id="3" orient="horz" pos="3952" userDrawn="1">
          <p15:clr>
            <a:srgbClr val="FBAE40"/>
          </p15:clr>
        </p15:guide>
        <p15:guide id="4" orient="horz" pos="4156" userDrawn="1">
          <p15:clr>
            <a:srgbClr val="FBAE40"/>
          </p15:clr>
        </p15:guide>
        <p15:guide id="5" orient="horz" pos="3702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racapa - High Yield">
    <p:bg>
      <p:bgPr>
        <a:gradFill>
          <a:gsLst>
            <a:gs pos="81000">
              <a:schemeClr val="tx1">
                <a:lumMod val="85000"/>
                <a:lumOff val="15000"/>
              </a:schemeClr>
            </a:gs>
            <a:gs pos="100000">
              <a:schemeClr val="tx1">
                <a:lumMod val="95000"/>
                <a:lumOff val="5000"/>
              </a:schemeClr>
            </a:gs>
            <a:gs pos="0">
              <a:schemeClr val="accent5"/>
            </a:gs>
          </a:gsLst>
          <a:lin ang="7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8">
            <a:extLst>
              <a:ext uri="{FF2B5EF4-FFF2-40B4-BE49-F238E27FC236}">
                <a16:creationId xmlns:a16="http://schemas.microsoft.com/office/drawing/2014/main" id="{7FA659D6-B3E6-7839-862F-1FC6C0BD7702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-8117" t="-23966" r="-8117" b="-23966"/>
          <a:stretch/>
        </p:blipFill>
        <p:spPr>
          <a:xfrm>
            <a:off x="5238152" y="3057517"/>
            <a:ext cx="1715687" cy="742966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0BF8F5F1-0A08-22F3-1ED8-904453E91B9F}"/>
              </a:ext>
            </a:extLst>
          </p:cNvPr>
          <p:cNvSpPr txBox="1"/>
          <p:nvPr userDrawn="1"/>
        </p:nvSpPr>
        <p:spPr>
          <a:xfrm>
            <a:off x="4975497" y="5812397"/>
            <a:ext cx="2240995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sz="1000" kern="0">
                <a:solidFill>
                  <a:schemeClr val="bg1"/>
                </a:solidFill>
                <a:effectLst/>
                <a:latin typeface="Versos Light" panose="020B0403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Avenida Faria Lima, 4.300</a:t>
            </a:r>
          </a:p>
          <a:p>
            <a:pPr algn="ctr"/>
            <a:r>
              <a:rPr lang="it-IT" sz="1000" kern="0">
                <a:solidFill>
                  <a:schemeClr val="bg1"/>
                </a:solidFill>
                <a:effectLst/>
                <a:latin typeface="Versos Light" panose="020B0403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7º andar | Vila Olímpia</a:t>
            </a:r>
          </a:p>
          <a:p>
            <a:pPr algn="ctr"/>
            <a:r>
              <a:rPr lang="it-IT" sz="1000" kern="0">
                <a:solidFill>
                  <a:schemeClr val="bg1"/>
                </a:solidFill>
                <a:effectLst/>
                <a:latin typeface="Versos Light" panose="020B0403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CEP 04538-132 | São Paulo</a:t>
            </a:r>
          </a:p>
          <a:p>
            <a:pPr algn="ctr"/>
            <a:endParaRPr lang="it-IT" sz="1000">
              <a:solidFill>
                <a:schemeClr val="bg1"/>
              </a:solidFill>
              <a:latin typeface="Versos Light" panose="020B0403020204030204" pitchFamily="34" charset="0"/>
              <a:cs typeface="Times New Roman" panose="02020603050405020304" pitchFamily="18" charset="0"/>
            </a:endParaRPr>
          </a:p>
          <a:p>
            <a:pPr algn="ctr"/>
            <a:r>
              <a:rPr lang="it-IT" sz="1000">
                <a:solidFill>
                  <a:schemeClr val="accent2"/>
                </a:solidFill>
                <a:latin typeface="Versos Light" panose="020B0403020204030204" pitchFamily="34" charset="0"/>
                <a:cs typeface="Times New Roman" panose="02020603050405020304" pitchFamily="18" charset="0"/>
              </a:rPr>
              <a:t>www.tivio.com</a:t>
            </a:r>
            <a:endParaRPr lang="pt-BR" sz="1000">
              <a:solidFill>
                <a:schemeClr val="accent2"/>
              </a:solidFill>
              <a:latin typeface="Versos Light" panose="020B0403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501729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319" userDrawn="1">
          <p15:clr>
            <a:srgbClr val="FBAE40"/>
          </p15:clr>
        </p15:guide>
        <p15:guide id="3" orient="horz" pos="2001" userDrawn="1">
          <p15:clr>
            <a:srgbClr val="FBAE40"/>
          </p15:clr>
        </p15:guide>
        <p15:guide id="4" orient="horz" pos="3680" userDrawn="1">
          <p15:clr>
            <a:srgbClr val="FBAE40"/>
          </p15:clr>
        </p15:guide>
        <p15:guide id="5" orient="horz" pos="3952" userDrawn="1">
          <p15:clr>
            <a:srgbClr val="FBAE40"/>
          </p15:clr>
        </p15:guide>
        <p15:guide id="6" orient="horz" pos="4156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racapa - High Grade">
    <p:bg>
      <p:bgPr>
        <a:gradFill>
          <a:gsLst>
            <a:gs pos="81000">
              <a:schemeClr val="tx1">
                <a:lumMod val="85000"/>
                <a:lumOff val="15000"/>
              </a:schemeClr>
            </a:gs>
            <a:gs pos="100000">
              <a:schemeClr val="tx1">
                <a:lumMod val="95000"/>
                <a:lumOff val="5000"/>
              </a:schemeClr>
            </a:gs>
            <a:gs pos="0">
              <a:schemeClr val="accent1"/>
            </a:gs>
          </a:gsLst>
          <a:lin ang="7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8">
            <a:extLst>
              <a:ext uri="{FF2B5EF4-FFF2-40B4-BE49-F238E27FC236}">
                <a16:creationId xmlns:a16="http://schemas.microsoft.com/office/drawing/2014/main" id="{7FA659D6-B3E6-7839-862F-1FC6C0BD7702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-8117" t="-23966" r="-8117" b="-23966"/>
          <a:stretch/>
        </p:blipFill>
        <p:spPr>
          <a:xfrm>
            <a:off x="5238152" y="3057517"/>
            <a:ext cx="1715687" cy="742966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0BF8F5F1-0A08-22F3-1ED8-904453E91B9F}"/>
              </a:ext>
            </a:extLst>
          </p:cNvPr>
          <p:cNvSpPr txBox="1"/>
          <p:nvPr userDrawn="1"/>
        </p:nvSpPr>
        <p:spPr>
          <a:xfrm>
            <a:off x="4975497" y="5812397"/>
            <a:ext cx="2240995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sz="1000" kern="0">
                <a:solidFill>
                  <a:schemeClr val="bg1"/>
                </a:solidFill>
                <a:effectLst/>
                <a:latin typeface="Versos Light" panose="020B0403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Avenida Faria Lima, 4.300</a:t>
            </a:r>
          </a:p>
          <a:p>
            <a:pPr algn="ctr"/>
            <a:r>
              <a:rPr lang="it-IT" sz="1000" kern="0">
                <a:solidFill>
                  <a:schemeClr val="bg1"/>
                </a:solidFill>
                <a:effectLst/>
                <a:latin typeface="Versos Light" panose="020B0403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7º andar | Vila Olímpia</a:t>
            </a:r>
          </a:p>
          <a:p>
            <a:pPr algn="ctr"/>
            <a:r>
              <a:rPr lang="it-IT" sz="1000" kern="0">
                <a:solidFill>
                  <a:schemeClr val="bg1"/>
                </a:solidFill>
                <a:effectLst/>
                <a:latin typeface="Versos Light" panose="020B0403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CEP 04538-132 | São Paulo</a:t>
            </a:r>
          </a:p>
          <a:p>
            <a:pPr algn="ctr"/>
            <a:endParaRPr lang="it-IT" sz="1000">
              <a:solidFill>
                <a:schemeClr val="bg1"/>
              </a:solidFill>
              <a:latin typeface="Versos Light" panose="020B0403020204030204" pitchFamily="34" charset="0"/>
              <a:cs typeface="Times New Roman" panose="02020603050405020304" pitchFamily="18" charset="0"/>
            </a:endParaRPr>
          </a:p>
          <a:p>
            <a:pPr algn="ctr"/>
            <a:r>
              <a:rPr lang="it-IT" sz="1000">
                <a:solidFill>
                  <a:schemeClr val="accent2"/>
                </a:solidFill>
                <a:latin typeface="Versos Light" panose="020B0403020204030204" pitchFamily="34" charset="0"/>
                <a:cs typeface="Times New Roman" panose="02020603050405020304" pitchFamily="18" charset="0"/>
              </a:rPr>
              <a:t>www.tivio.com</a:t>
            </a:r>
            <a:endParaRPr lang="pt-BR" sz="1000">
              <a:solidFill>
                <a:schemeClr val="accent2"/>
              </a:solidFill>
              <a:latin typeface="Versos Light" panose="020B0403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597694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319">
          <p15:clr>
            <a:srgbClr val="FBAE40"/>
          </p15:clr>
        </p15:guide>
        <p15:guide id="3" orient="horz" pos="2001">
          <p15:clr>
            <a:srgbClr val="FBAE40"/>
          </p15:clr>
        </p15:guide>
        <p15:guide id="4" orient="horz" pos="3680">
          <p15:clr>
            <a:srgbClr val="FBAE40"/>
          </p15:clr>
        </p15:guide>
        <p15:guide id="5" orient="horz" pos="3952">
          <p15:clr>
            <a:srgbClr val="FBAE40"/>
          </p15:clr>
        </p15:guide>
        <p15:guide id="6" orient="horz" pos="4156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claimer - Branco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8">
            <a:extLst>
              <a:ext uri="{FF2B5EF4-FFF2-40B4-BE49-F238E27FC236}">
                <a16:creationId xmlns:a16="http://schemas.microsoft.com/office/drawing/2014/main" id="{0A77DBCB-2AB5-6CB5-41F8-C0F34878DCC3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-8117" t="-23966" r="-8117" b="-23966"/>
          <a:stretch/>
        </p:blipFill>
        <p:spPr>
          <a:xfrm>
            <a:off x="271656" y="6354582"/>
            <a:ext cx="889861" cy="385348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6F1873E-A461-1060-F030-72F82DE78FD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63" y="368300"/>
            <a:ext cx="8441175" cy="4308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Disclaimer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03F3B14A-4381-EE52-0164-94E04FE17DB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34962" y="1103586"/>
            <a:ext cx="11522075" cy="5133702"/>
          </a:xfrm>
          <a:prstGeom prst="rect">
            <a:avLst/>
          </a:prstGeom>
        </p:spPr>
        <p:txBody>
          <a:bodyPr lIns="0" tIns="0" rIns="0" bIns="0"/>
          <a:lstStyle>
            <a:lvl1pPr marL="0" indent="0" algn="just">
              <a:lnSpc>
                <a:spcPct val="100000"/>
              </a:lnSpc>
              <a:spcBef>
                <a:spcPts val="0"/>
              </a:spcBef>
              <a:buNone/>
              <a:defRPr sz="100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3922811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42" userDrawn="1">
          <p15:clr>
            <a:srgbClr val="FBAE40"/>
          </p15:clr>
        </p15:guide>
        <p15:guide id="2" pos="211" userDrawn="1">
          <p15:clr>
            <a:srgbClr val="FBAE40"/>
          </p15:clr>
        </p15:guide>
        <p15:guide id="3" orient="horz" pos="3929" userDrawn="1">
          <p15:clr>
            <a:srgbClr val="FBAE40"/>
          </p15:clr>
        </p15:guide>
        <p15:guide id="4" pos="7469" userDrawn="1">
          <p15:clr>
            <a:srgbClr val="FBAE40"/>
          </p15:clr>
        </p15:guide>
        <p15:guide id="5" orient="horz" pos="232" userDrawn="1">
          <p15:clr>
            <a:srgbClr val="FBAE40"/>
          </p15:clr>
        </p15:guide>
        <p15:guide id="6" orient="horz" pos="504" userDrawn="1">
          <p15:clr>
            <a:srgbClr val="FBAE40"/>
          </p15:clr>
        </p15:guide>
        <p15:guide id="7" orient="horz" pos="686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claimer - High Yield">
    <p:bg>
      <p:bgPr>
        <a:gradFill>
          <a:gsLst>
            <a:gs pos="81000">
              <a:schemeClr val="tx1">
                <a:lumMod val="85000"/>
                <a:lumOff val="15000"/>
              </a:schemeClr>
            </a:gs>
            <a:gs pos="100000">
              <a:schemeClr val="tx1">
                <a:lumMod val="95000"/>
                <a:lumOff val="5000"/>
              </a:schemeClr>
            </a:gs>
            <a:gs pos="0">
              <a:schemeClr val="accent5"/>
            </a:gs>
          </a:gsLst>
          <a:lin ang="7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8">
            <a:extLst>
              <a:ext uri="{FF2B5EF4-FFF2-40B4-BE49-F238E27FC236}">
                <a16:creationId xmlns:a16="http://schemas.microsoft.com/office/drawing/2014/main" id="{0A77DBCB-2AB5-6CB5-41F8-C0F34878DCC3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-8117" t="-23966" r="-8117" b="-23966"/>
          <a:stretch/>
        </p:blipFill>
        <p:spPr>
          <a:xfrm>
            <a:off x="271656" y="6354582"/>
            <a:ext cx="889861" cy="385348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6F1873E-A461-1060-F030-72F82DE78FD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63" y="368300"/>
            <a:ext cx="8441175" cy="4308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Disclaimer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03F3B14A-4381-EE52-0164-94E04FE17DB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34962" y="1103586"/>
            <a:ext cx="11522075" cy="5133702"/>
          </a:xfrm>
          <a:prstGeom prst="rect">
            <a:avLst/>
          </a:prstGeom>
        </p:spPr>
        <p:txBody>
          <a:bodyPr lIns="0" tIns="0" rIns="0" bIns="0"/>
          <a:lstStyle>
            <a:lvl1pPr marL="0" indent="0" algn="just">
              <a:lnSpc>
                <a:spcPct val="100000"/>
              </a:lnSpc>
              <a:spcBef>
                <a:spcPts val="0"/>
              </a:spcBef>
              <a:buNone/>
              <a:defRPr sz="100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606637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42">
          <p15:clr>
            <a:srgbClr val="FBAE40"/>
          </p15:clr>
        </p15:guide>
        <p15:guide id="2" pos="211">
          <p15:clr>
            <a:srgbClr val="FBAE40"/>
          </p15:clr>
        </p15:guide>
        <p15:guide id="3" orient="horz" pos="3929">
          <p15:clr>
            <a:srgbClr val="FBAE40"/>
          </p15:clr>
        </p15:guide>
        <p15:guide id="4" pos="7469">
          <p15:clr>
            <a:srgbClr val="FBAE40"/>
          </p15:clr>
        </p15:guide>
        <p15:guide id="5" orient="horz" pos="232">
          <p15:clr>
            <a:srgbClr val="FBAE40"/>
          </p15:clr>
        </p15:guide>
        <p15:guide id="6" orient="horz" pos="504">
          <p15:clr>
            <a:srgbClr val="FBAE40"/>
          </p15:clr>
        </p15:guide>
        <p15:guide id="7" orient="horz" pos="686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claimer - High Grade">
    <p:bg>
      <p:bgPr>
        <a:gradFill>
          <a:gsLst>
            <a:gs pos="81000">
              <a:schemeClr val="tx1">
                <a:lumMod val="85000"/>
                <a:lumOff val="15000"/>
              </a:schemeClr>
            </a:gs>
            <a:gs pos="100000">
              <a:schemeClr val="tx1">
                <a:lumMod val="95000"/>
                <a:lumOff val="5000"/>
              </a:schemeClr>
            </a:gs>
            <a:gs pos="0">
              <a:schemeClr val="accent1"/>
            </a:gs>
          </a:gsLst>
          <a:lin ang="7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8">
            <a:extLst>
              <a:ext uri="{FF2B5EF4-FFF2-40B4-BE49-F238E27FC236}">
                <a16:creationId xmlns:a16="http://schemas.microsoft.com/office/drawing/2014/main" id="{0A77DBCB-2AB5-6CB5-41F8-C0F34878DCC3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-8117" t="-23966" r="-8117" b="-23966"/>
          <a:stretch/>
        </p:blipFill>
        <p:spPr>
          <a:xfrm>
            <a:off x="271656" y="6354582"/>
            <a:ext cx="889861" cy="385348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6F1873E-A461-1060-F030-72F82DE78FD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63" y="368300"/>
            <a:ext cx="8441175" cy="4308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Disclaimer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03F3B14A-4381-EE52-0164-94E04FE17DB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34962" y="1103586"/>
            <a:ext cx="11522075" cy="5133702"/>
          </a:xfrm>
          <a:prstGeom prst="rect">
            <a:avLst/>
          </a:prstGeom>
        </p:spPr>
        <p:txBody>
          <a:bodyPr lIns="0" tIns="0" rIns="0" bIns="0"/>
          <a:lstStyle>
            <a:lvl1pPr marL="0" indent="0" algn="just">
              <a:lnSpc>
                <a:spcPct val="100000"/>
              </a:lnSpc>
              <a:spcBef>
                <a:spcPts val="0"/>
              </a:spcBef>
              <a:buNone/>
              <a:defRPr sz="100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80622764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42">
          <p15:clr>
            <a:srgbClr val="FBAE40"/>
          </p15:clr>
        </p15:guide>
        <p15:guide id="2" pos="211">
          <p15:clr>
            <a:srgbClr val="FBAE40"/>
          </p15:clr>
        </p15:guide>
        <p15:guide id="3" orient="horz" pos="3929">
          <p15:clr>
            <a:srgbClr val="FBAE40"/>
          </p15:clr>
        </p15:guide>
        <p15:guide id="4" pos="7469">
          <p15:clr>
            <a:srgbClr val="FBAE40"/>
          </p15:clr>
        </p15:guide>
        <p15:guide id="5" orient="horz" pos="232">
          <p15:clr>
            <a:srgbClr val="FBAE40"/>
          </p15:clr>
        </p15:guide>
        <p15:guide id="6" orient="horz" pos="504">
          <p15:clr>
            <a:srgbClr val="FBAE40"/>
          </p15:clr>
        </p15:guide>
        <p15:guide id="7" orient="horz" pos="686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apa 01 - Foto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7">
            <a:extLst>
              <a:ext uri="{FF2B5EF4-FFF2-40B4-BE49-F238E27FC236}">
                <a16:creationId xmlns:a16="http://schemas.microsoft.com/office/drawing/2014/main" id="{A68C5C04-9F9C-AD5B-8544-86BD159ED555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 lIns="0" tIns="0" rIns="0" bIns="972000" anchor="ctr" anchorCtr="0">
            <a:noAutofit/>
          </a:bodyPr>
          <a:lstStyle>
            <a:lvl1pPr algn="ctr">
              <a:defRPr sz="2400">
                <a:solidFill>
                  <a:schemeClr val="bg2">
                    <a:lumMod val="90000"/>
                  </a:schemeClr>
                </a:solidFill>
              </a:defRPr>
            </a:lvl1pPr>
          </a:lstStyle>
          <a:p>
            <a:endParaRPr lang="pt-BR"/>
          </a:p>
        </p:txBody>
      </p:sp>
      <p:pic>
        <p:nvPicPr>
          <p:cNvPr id="3" name="Picture 8">
            <a:extLst>
              <a:ext uri="{FF2B5EF4-FFF2-40B4-BE49-F238E27FC236}">
                <a16:creationId xmlns:a16="http://schemas.microsoft.com/office/drawing/2014/main" id="{17364209-1E38-0B40-9231-C88F3267BC2A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-8117" t="-23966" r="-8117" b="-23966"/>
          <a:stretch/>
        </p:blipFill>
        <p:spPr>
          <a:xfrm>
            <a:off x="10183916" y="304605"/>
            <a:ext cx="1715687" cy="742966"/>
          </a:xfrm>
          <a:prstGeom prst="rect">
            <a:avLst/>
          </a:prstGeom>
        </p:spPr>
      </p:pic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AAA4D9F5-240A-9CC5-1EF0-9AAA83CC690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7988" y="1113017"/>
            <a:ext cx="4233853" cy="1046440"/>
          </a:xfrm>
          <a:prstGeom prst="rect">
            <a:avLst/>
          </a:prstGeom>
          <a:noFill/>
        </p:spPr>
        <p:txBody>
          <a:bodyPr lIns="0" tIns="0" rIns="0" bIns="0" anchor="b" anchorCtr="0"/>
          <a:lstStyle>
            <a:lvl1pPr marL="0" indent="0">
              <a:buNone/>
              <a:defRPr sz="3400">
                <a:solidFill>
                  <a:schemeClr val="bg1"/>
                </a:solidFill>
                <a:latin typeface="Versos Light" panose="020B0403020204030204" pitchFamily="34" charset="0"/>
              </a:defRPr>
            </a:lvl1pPr>
          </a:lstStyle>
          <a:p>
            <a:pPr lvl="0"/>
            <a:r>
              <a:rPr lang="en-US" err="1"/>
              <a:t>Título</a:t>
            </a:r>
            <a:r>
              <a:rPr lang="en-US"/>
              <a:t> Template</a:t>
            </a:r>
          </a:p>
          <a:p>
            <a:pPr lvl="0"/>
            <a:r>
              <a:rPr lang="en-US" err="1"/>
              <a:t>Padrão</a:t>
            </a:r>
            <a:r>
              <a:rPr lang="en-US"/>
              <a:t> </a:t>
            </a:r>
            <a:r>
              <a:rPr lang="en-US" err="1"/>
              <a:t>Exemplo</a:t>
            </a:r>
            <a:endParaRPr lang="en-US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3AE31B1-0E8A-430C-61E0-A4A65D4D936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07988" y="2159779"/>
            <a:ext cx="4233853" cy="307777"/>
          </a:xfrm>
          <a:prstGeom prst="rect">
            <a:avLst/>
          </a:prstGeom>
        </p:spPr>
        <p:txBody>
          <a:bodyPr lIns="0" tIns="0" rIns="0" bIns="0"/>
          <a:lstStyle>
            <a:lvl1pPr>
              <a:defRPr lang="en-US" sz="2000" b="1" i="0" u="none" strike="noStrike" kern="1200" cap="none" dirty="0" smtClean="0">
                <a:solidFill>
                  <a:schemeClr val="bg1"/>
                </a:solidFill>
                <a:latin typeface="Versos"/>
                <a:ea typeface="+mj-ea"/>
                <a:cs typeface="+mj-cs"/>
                <a:sym typeface="Arial"/>
              </a:defRPr>
            </a:lvl1pPr>
            <a:lvl2pPr>
              <a:defRPr lang="en-US" sz="2000" b="1" i="0" u="none" strike="noStrike" kern="1200" cap="none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Versos"/>
                <a:ea typeface="+mj-ea"/>
                <a:cs typeface="+mj-cs"/>
                <a:sym typeface="Arial"/>
              </a:defRPr>
            </a:lvl2pPr>
            <a:lvl3pPr>
              <a:defRPr lang="en-US" sz="2000" b="1" i="0" u="none" strike="noStrike" kern="1200" cap="none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Versos"/>
                <a:ea typeface="+mj-ea"/>
                <a:cs typeface="+mj-cs"/>
                <a:sym typeface="Arial"/>
              </a:defRPr>
            </a:lvl3pPr>
            <a:lvl4pPr>
              <a:defRPr lang="en-US" sz="2000" b="1" i="0" u="none" strike="noStrike" kern="1200" cap="none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Versos"/>
                <a:ea typeface="+mj-ea"/>
                <a:cs typeface="+mj-cs"/>
                <a:sym typeface="Arial"/>
              </a:defRPr>
            </a:lvl4pPr>
            <a:lvl5pPr>
              <a:defRPr lang="pt-BR" sz="2000" b="1" i="0" u="none" strike="noStrike" kern="1200" cap="none" dirty="0">
                <a:solidFill>
                  <a:schemeClr val="tx1">
                    <a:lumMod val="85000"/>
                    <a:lumOff val="15000"/>
                  </a:schemeClr>
                </a:solidFill>
                <a:latin typeface="Versos"/>
                <a:ea typeface="+mj-ea"/>
                <a:cs typeface="+mj-cs"/>
                <a:sym typeface="Arial"/>
              </a:defRPr>
            </a:lvl5pPr>
          </a:lstStyle>
          <a:p>
            <a:pPr lvl="0"/>
            <a:r>
              <a:rPr lang="pt-BR" sz="2000" b="1">
                <a:solidFill>
                  <a:schemeClr val="tx1">
                    <a:lumMod val="85000"/>
                    <a:lumOff val="15000"/>
                  </a:schemeClr>
                </a:solidFill>
                <a:latin typeface="Versos"/>
              </a:rPr>
              <a:t>FIC FIM EXEMPLO</a:t>
            </a:r>
            <a:endParaRPr lang="pt-BR"/>
          </a:p>
        </p:txBody>
      </p:sp>
      <p:sp>
        <p:nvSpPr>
          <p:cNvPr id="2" name="Text Placeholder 20">
            <a:extLst>
              <a:ext uri="{FF2B5EF4-FFF2-40B4-BE49-F238E27FC236}">
                <a16:creationId xmlns:a16="http://schemas.microsoft.com/office/drawing/2014/main" id="{595D97E3-B378-E7B0-4A76-391C0989E8B6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410331" y="6296541"/>
            <a:ext cx="2364803" cy="184666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marR="3081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bg1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1pPr>
            <a:lvl2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2pPr>
            <a:lvl3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3pPr>
            <a:lvl4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4pPr>
            <a:lvl5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pt-BR" sz="1200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5pPr>
          </a:lstStyle>
          <a:p>
            <a:pPr marR="3081">
              <a:lnSpc>
                <a:spcPct val="100000"/>
              </a:lnSpc>
              <a:spcBef>
                <a:spcPts val="0"/>
              </a:spcBef>
              <a:buClrTx/>
              <a:buFontTx/>
            </a:pPr>
            <a:r>
              <a:rPr lang="pt-BR" sz="120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</a:rPr>
              <a:t>Data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7E424369-4F91-BA78-D59E-F025384664D4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9410330" y="6089649"/>
            <a:ext cx="2364803" cy="184666"/>
          </a:xfrm>
          <a:prstGeom prst="rect">
            <a:avLst/>
          </a:prstGeom>
        </p:spPr>
        <p:txBody>
          <a:bodyPr lIns="0" tIns="0" rIns="0" bIns="0"/>
          <a:lstStyle>
            <a:lvl1pPr marL="0" marR="3081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1" i="0" u="none" strike="noStrike" kern="1200" cap="none" dirty="0" smtClean="0">
                <a:solidFill>
                  <a:schemeClr val="bg1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1pPr>
            <a:lvl2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2pPr>
            <a:lvl3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3pPr>
            <a:lvl4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4pPr>
            <a:lvl5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pt-BR" sz="1200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5pPr>
          </a:lstStyle>
          <a:p>
            <a:pPr lvl="0"/>
            <a:r>
              <a:rPr lang="en-US"/>
              <a:t>Nome</a:t>
            </a:r>
            <a:endParaRPr lang="pt-BR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2CE84738-3A6C-EB34-89AF-461737E8A924}"/>
              </a:ext>
            </a:extLst>
          </p:cNvPr>
          <p:cNvGrpSpPr/>
          <p:nvPr userDrawn="1"/>
        </p:nvGrpSpPr>
        <p:grpSpPr>
          <a:xfrm>
            <a:off x="407988" y="404813"/>
            <a:ext cx="7879692" cy="2916619"/>
            <a:chOff x="509383" y="279643"/>
            <a:chExt cx="12206605" cy="4518199"/>
          </a:xfrm>
        </p:grpSpPr>
        <p:sp>
          <p:nvSpPr>
            <p:cNvPr id="5" name="bg object 18">
              <a:extLst>
                <a:ext uri="{FF2B5EF4-FFF2-40B4-BE49-F238E27FC236}">
                  <a16:creationId xmlns:a16="http://schemas.microsoft.com/office/drawing/2014/main" id="{FD4C2CB9-FBAE-882A-315C-DB4F669495DE}"/>
                </a:ext>
              </a:extLst>
            </p:cNvPr>
            <p:cNvSpPr/>
            <p:nvPr userDrawn="1"/>
          </p:nvSpPr>
          <p:spPr>
            <a:xfrm>
              <a:off x="509383" y="4797842"/>
              <a:ext cx="12206605" cy="0"/>
            </a:xfrm>
            <a:custGeom>
              <a:avLst/>
              <a:gdLst/>
              <a:ahLst/>
              <a:cxnLst/>
              <a:rect l="l" t="t" r="r" b="b"/>
              <a:pathLst>
                <a:path w="12206605">
                  <a:moveTo>
                    <a:pt x="0" y="0"/>
                  </a:moveTo>
                  <a:lnTo>
                    <a:pt x="12206570" y="0"/>
                  </a:lnTo>
                </a:path>
              </a:pathLst>
            </a:custGeom>
            <a:ln w="14837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bg object 19">
              <a:extLst>
                <a:ext uri="{FF2B5EF4-FFF2-40B4-BE49-F238E27FC236}">
                  <a16:creationId xmlns:a16="http://schemas.microsoft.com/office/drawing/2014/main" id="{EA389DAE-FA1D-8A30-5126-218E3FFA5A53}"/>
                </a:ext>
              </a:extLst>
            </p:cNvPr>
            <p:cNvSpPr/>
            <p:nvPr userDrawn="1"/>
          </p:nvSpPr>
          <p:spPr>
            <a:xfrm>
              <a:off x="9171428" y="279643"/>
              <a:ext cx="0" cy="4516755"/>
            </a:xfrm>
            <a:custGeom>
              <a:avLst/>
              <a:gdLst/>
              <a:ahLst/>
              <a:cxnLst/>
              <a:rect l="l" t="t" r="r" b="b"/>
              <a:pathLst>
                <a:path h="4516755">
                  <a:moveTo>
                    <a:pt x="0" y="4516647"/>
                  </a:moveTo>
                  <a:lnTo>
                    <a:pt x="0" y="0"/>
                  </a:lnTo>
                </a:path>
              </a:pathLst>
            </a:custGeom>
            <a:ln w="14837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Text Placeholder 17">
            <a:extLst>
              <a:ext uri="{FF2B5EF4-FFF2-40B4-BE49-F238E27FC236}">
                <a16:creationId xmlns:a16="http://schemas.microsoft.com/office/drawing/2014/main" id="{D0E34669-E9A0-3031-84E9-7C3208F4EB6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07988" y="5927209"/>
            <a:ext cx="6115360" cy="553998"/>
          </a:xfrm>
          <a:prstGeom prst="rect">
            <a:avLst/>
          </a:prstGeom>
        </p:spPr>
        <p:txBody>
          <a:bodyPr lIns="0" tIns="0" rIns="0" bIns="0"/>
          <a:lstStyle>
            <a:lvl1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bg1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1pPr>
            <a:lvl2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2pPr>
            <a:lvl3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3pPr>
            <a:lvl4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4pPr>
            <a:lvl5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pt-BR" sz="1200" b="0" i="0" u="none" strike="noStrike" kern="1200" cap="none" dirty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5pPr>
          </a:lstStyle>
          <a:p>
            <a:pPr marR="3081">
              <a:lnSpc>
                <a:spcPct val="100000"/>
              </a:lnSpc>
              <a:spcBef>
                <a:spcPts val="0"/>
              </a:spcBef>
              <a:buClrTx/>
              <a:buFontTx/>
            </a:pPr>
            <a:r>
              <a:rPr lang="pt-BR" sz="1200">
                <a:solidFill>
                  <a:schemeClr val="tx2"/>
                </a:solidFill>
                <a:latin typeface="Versos" panose="020B0503020204030204" pitchFamily="34" charset="0"/>
              </a:rPr>
              <a:t>TIVIO </a:t>
            </a:r>
            <a:br>
              <a:rPr lang="pt-BR" sz="1200">
                <a:solidFill>
                  <a:schemeClr val="tx2"/>
                </a:solidFill>
                <a:latin typeface="Versos" panose="020B0503020204030204" pitchFamily="34" charset="0"/>
              </a:rPr>
            </a:br>
            <a:r>
              <a:rPr lang="pt-BR" sz="1200">
                <a:solidFill>
                  <a:schemeClr val="tx2"/>
                </a:solidFill>
                <a:latin typeface="Versos" panose="020B0503020204030204" pitchFamily="34" charset="0"/>
              </a:rPr>
              <a:t>CRÉDITO </a:t>
            </a:r>
            <a:br>
              <a:rPr lang="pt-BR" sz="1200">
                <a:solidFill>
                  <a:schemeClr val="tx2"/>
                </a:solidFill>
                <a:latin typeface="Versos" panose="020B0503020204030204" pitchFamily="34" charset="0"/>
              </a:rPr>
            </a:br>
            <a:r>
              <a:rPr lang="pt-BR" sz="1200">
                <a:solidFill>
                  <a:schemeClr val="tx2"/>
                </a:solidFill>
                <a:latin typeface="Versos" panose="020B0503020204030204" pitchFamily="34" charset="0"/>
              </a:rPr>
              <a:t>ESTRUTURADO</a:t>
            </a:r>
          </a:p>
        </p:txBody>
      </p:sp>
    </p:spTree>
    <p:extLst>
      <p:ext uri="{BB962C8B-B14F-4D97-AF65-F5344CB8AC3E}">
        <p14:creationId xmlns:p14="http://schemas.microsoft.com/office/powerpoint/2010/main" val="4003458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7">
          <p15:clr>
            <a:srgbClr val="FBAE40"/>
          </p15:clr>
        </p15:guide>
        <p15:guide id="2" pos="7423">
          <p15:clr>
            <a:srgbClr val="FBAE40"/>
          </p15:clr>
        </p15:guide>
        <p15:guide id="3" orient="horz" pos="4088">
          <p15:clr>
            <a:srgbClr val="FBAE40"/>
          </p15:clr>
        </p15:guide>
        <p15:guide id="4" orient="horz" pos="3725">
          <p15:clr>
            <a:srgbClr val="FBAE40"/>
          </p15:clr>
        </p15:guide>
        <p15:guide id="5" orient="horz" pos="255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apa 01 - Foto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AAA4D9F5-240A-9CC5-1EF0-9AAA83CC690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7988" y="1113017"/>
            <a:ext cx="4233853" cy="1046440"/>
          </a:xfrm>
          <a:prstGeom prst="rect">
            <a:avLst/>
          </a:prstGeom>
          <a:noFill/>
        </p:spPr>
        <p:txBody>
          <a:bodyPr lIns="0" tIns="0" rIns="0" bIns="0" anchor="b" anchorCtr="0"/>
          <a:lstStyle>
            <a:lvl1pPr marL="0" indent="0">
              <a:buNone/>
              <a:defRPr sz="3400">
                <a:solidFill>
                  <a:schemeClr val="bg1"/>
                </a:solidFill>
                <a:latin typeface="Versos Light" panose="020B0403020204030204" pitchFamily="34" charset="0"/>
              </a:defRPr>
            </a:lvl1pPr>
          </a:lstStyle>
          <a:p>
            <a:pPr lvl="0"/>
            <a:r>
              <a:rPr lang="en-US" err="1"/>
              <a:t>Título</a:t>
            </a:r>
            <a:r>
              <a:rPr lang="en-US"/>
              <a:t> Template</a:t>
            </a:r>
          </a:p>
          <a:p>
            <a:pPr lvl="0"/>
            <a:r>
              <a:rPr lang="en-US" err="1"/>
              <a:t>Padrão</a:t>
            </a:r>
            <a:r>
              <a:rPr lang="en-US"/>
              <a:t> </a:t>
            </a:r>
            <a:r>
              <a:rPr lang="en-US" err="1"/>
              <a:t>Exemplo</a:t>
            </a:r>
            <a:endParaRPr lang="en-US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3AE31B1-0E8A-430C-61E0-A4A65D4D936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07988" y="2159779"/>
            <a:ext cx="4233853" cy="307777"/>
          </a:xfrm>
          <a:prstGeom prst="rect">
            <a:avLst/>
          </a:prstGeom>
        </p:spPr>
        <p:txBody>
          <a:bodyPr lIns="0" tIns="0" rIns="0" bIns="0"/>
          <a:lstStyle>
            <a:lvl1pPr>
              <a:defRPr lang="en-US" sz="2000" b="1" i="0" u="none" strike="noStrike" kern="1200" cap="none" dirty="0" smtClean="0">
                <a:solidFill>
                  <a:schemeClr val="bg1"/>
                </a:solidFill>
                <a:latin typeface="Versos"/>
                <a:ea typeface="+mj-ea"/>
                <a:cs typeface="+mj-cs"/>
                <a:sym typeface="Arial"/>
              </a:defRPr>
            </a:lvl1pPr>
            <a:lvl2pPr>
              <a:defRPr lang="en-US" sz="2000" b="1" i="0" u="none" strike="noStrike" kern="1200" cap="none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Versos"/>
                <a:ea typeface="+mj-ea"/>
                <a:cs typeface="+mj-cs"/>
                <a:sym typeface="Arial"/>
              </a:defRPr>
            </a:lvl2pPr>
            <a:lvl3pPr>
              <a:defRPr lang="en-US" sz="2000" b="1" i="0" u="none" strike="noStrike" kern="1200" cap="none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Versos"/>
                <a:ea typeface="+mj-ea"/>
                <a:cs typeface="+mj-cs"/>
                <a:sym typeface="Arial"/>
              </a:defRPr>
            </a:lvl3pPr>
            <a:lvl4pPr>
              <a:defRPr lang="en-US" sz="2000" b="1" i="0" u="none" strike="noStrike" kern="1200" cap="none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Versos"/>
                <a:ea typeface="+mj-ea"/>
                <a:cs typeface="+mj-cs"/>
                <a:sym typeface="Arial"/>
              </a:defRPr>
            </a:lvl4pPr>
            <a:lvl5pPr>
              <a:defRPr lang="pt-BR" sz="2000" b="1" i="0" u="none" strike="noStrike" kern="1200" cap="none" dirty="0">
                <a:solidFill>
                  <a:schemeClr val="tx1">
                    <a:lumMod val="85000"/>
                    <a:lumOff val="15000"/>
                  </a:schemeClr>
                </a:solidFill>
                <a:latin typeface="Versos"/>
                <a:ea typeface="+mj-ea"/>
                <a:cs typeface="+mj-cs"/>
                <a:sym typeface="Arial"/>
              </a:defRPr>
            </a:lvl5pPr>
          </a:lstStyle>
          <a:p>
            <a:pPr lvl="0"/>
            <a:r>
              <a:rPr lang="pt-BR" sz="2000" b="1">
                <a:solidFill>
                  <a:schemeClr val="tx1">
                    <a:lumMod val="85000"/>
                    <a:lumOff val="15000"/>
                  </a:schemeClr>
                </a:solidFill>
                <a:latin typeface="Versos"/>
              </a:rPr>
              <a:t>FIC FIM EXEMPLO</a:t>
            </a:r>
            <a:endParaRPr lang="pt-BR"/>
          </a:p>
        </p:txBody>
      </p:sp>
      <p:sp>
        <p:nvSpPr>
          <p:cNvPr id="2" name="Text Placeholder 20">
            <a:extLst>
              <a:ext uri="{FF2B5EF4-FFF2-40B4-BE49-F238E27FC236}">
                <a16:creationId xmlns:a16="http://schemas.microsoft.com/office/drawing/2014/main" id="{595D97E3-B378-E7B0-4A76-391C0989E8B6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410331" y="6296541"/>
            <a:ext cx="2364803" cy="184666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marR="3081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bg1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1pPr>
            <a:lvl2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2pPr>
            <a:lvl3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3pPr>
            <a:lvl4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4pPr>
            <a:lvl5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pt-BR" sz="1200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5pPr>
          </a:lstStyle>
          <a:p>
            <a:pPr marR="3081">
              <a:lnSpc>
                <a:spcPct val="100000"/>
              </a:lnSpc>
              <a:spcBef>
                <a:spcPts val="0"/>
              </a:spcBef>
              <a:buClrTx/>
              <a:buFontTx/>
            </a:pPr>
            <a:r>
              <a:rPr lang="pt-BR" sz="120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</a:rPr>
              <a:t>Data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7E424369-4F91-BA78-D59E-F025384664D4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9410330" y="6089649"/>
            <a:ext cx="2364803" cy="184666"/>
          </a:xfrm>
          <a:prstGeom prst="rect">
            <a:avLst/>
          </a:prstGeom>
        </p:spPr>
        <p:txBody>
          <a:bodyPr lIns="0" tIns="0" rIns="0" bIns="0"/>
          <a:lstStyle>
            <a:lvl1pPr marL="0" marR="3081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1" i="0" u="none" strike="noStrike" kern="1200" cap="none" dirty="0" smtClean="0">
                <a:solidFill>
                  <a:schemeClr val="bg1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1pPr>
            <a:lvl2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2pPr>
            <a:lvl3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3pPr>
            <a:lvl4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4pPr>
            <a:lvl5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pt-BR" sz="1200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5pPr>
          </a:lstStyle>
          <a:p>
            <a:pPr lvl="0"/>
            <a:r>
              <a:rPr lang="en-US"/>
              <a:t>Nome</a:t>
            </a:r>
            <a:endParaRPr lang="pt-BR"/>
          </a:p>
        </p:txBody>
      </p:sp>
      <p:sp>
        <p:nvSpPr>
          <p:cNvPr id="8" name="Text Placeholder 17">
            <a:extLst>
              <a:ext uri="{FF2B5EF4-FFF2-40B4-BE49-F238E27FC236}">
                <a16:creationId xmlns:a16="http://schemas.microsoft.com/office/drawing/2014/main" id="{D0E34669-E9A0-3031-84E9-7C3208F4EB6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07988" y="5927209"/>
            <a:ext cx="6115360" cy="553998"/>
          </a:xfrm>
          <a:prstGeom prst="rect">
            <a:avLst/>
          </a:prstGeom>
        </p:spPr>
        <p:txBody>
          <a:bodyPr lIns="0" tIns="0" rIns="0" bIns="0"/>
          <a:lstStyle>
            <a:lvl1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bg1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1pPr>
            <a:lvl2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2pPr>
            <a:lvl3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3pPr>
            <a:lvl4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4pPr>
            <a:lvl5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pt-BR" sz="1200" b="0" i="0" u="none" strike="noStrike" kern="1200" cap="none" dirty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5pPr>
          </a:lstStyle>
          <a:p>
            <a:pPr marR="3081">
              <a:lnSpc>
                <a:spcPct val="100000"/>
              </a:lnSpc>
              <a:spcBef>
                <a:spcPts val="0"/>
              </a:spcBef>
              <a:buClrTx/>
              <a:buFontTx/>
            </a:pPr>
            <a:r>
              <a:rPr lang="pt-BR" sz="1200">
                <a:solidFill>
                  <a:schemeClr val="tx2"/>
                </a:solidFill>
                <a:latin typeface="Versos" panose="020B0503020204030204" pitchFamily="34" charset="0"/>
              </a:rPr>
              <a:t>TIVIO </a:t>
            </a:r>
            <a:br>
              <a:rPr lang="pt-BR" sz="1200">
                <a:solidFill>
                  <a:schemeClr val="tx2"/>
                </a:solidFill>
                <a:latin typeface="Versos" panose="020B0503020204030204" pitchFamily="34" charset="0"/>
              </a:rPr>
            </a:br>
            <a:r>
              <a:rPr lang="pt-BR" sz="1200">
                <a:solidFill>
                  <a:schemeClr val="tx2"/>
                </a:solidFill>
                <a:latin typeface="Versos" panose="020B0503020204030204" pitchFamily="34" charset="0"/>
              </a:rPr>
              <a:t>CRÉDITO </a:t>
            </a:r>
            <a:br>
              <a:rPr lang="pt-BR" sz="1200">
                <a:solidFill>
                  <a:schemeClr val="tx2"/>
                </a:solidFill>
                <a:latin typeface="Versos" panose="020B0503020204030204" pitchFamily="34" charset="0"/>
              </a:rPr>
            </a:br>
            <a:r>
              <a:rPr lang="pt-BR" sz="1200">
                <a:solidFill>
                  <a:schemeClr val="tx2"/>
                </a:solidFill>
                <a:latin typeface="Versos" panose="020B0503020204030204" pitchFamily="34" charset="0"/>
              </a:rPr>
              <a:t>ESTRUTURADO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E3409CB-EF79-27E8-F698-53E7209567F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prstClr val="black"/>
              <a:schemeClr val="accent3">
                <a:tint val="45000"/>
                <a:satMod val="400000"/>
              </a:schemeClr>
            </a:duotone>
            <a:alphaModFix amt="44000"/>
          </a:blip>
          <a:srcRect t="7808" b="7808"/>
          <a:stretch>
            <a:fillRect/>
          </a:stretch>
        </p:blipFill>
        <p:spPr>
          <a:xfrm flipH="1">
            <a:off x="0" y="0"/>
            <a:ext cx="121919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403530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7">
          <p15:clr>
            <a:srgbClr val="FBAE40"/>
          </p15:clr>
        </p15:guide>
        <p15:guide id="2" pos="7423">
          <p15:clr>
            <a:srgbClr val="FBAE40"/>
          </p15:clr>
        </p15:guide>
        <p15:guide id="3" orient="horz" pos="4088">
          <p15:clr>
            <a:srgbClr val="FBAE40"/>
          </p15:clr>
        </p15:guide>
        <p15:guide id="4" orient="horz" pos="3725">
          <p15:clr>
            <a:srgbClr val="FBAE40"/>
          </p15:clr>
        </p15:guide>
        <p15:guide id="5" orient="horz" pos="255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pa 01 - High Grade">
    <p:bg>
      <p:bgPr>
        <a:gradFill>
          <a:gsLst>
            <a:gs pos="0">
              <a:schemeClr val="accent1">
                <a:lumMod val="20000"/>
                <a:lumOff val="80000"/>
              </a:schemeClr>
            </a:gs>
            <a:gs pos="100000">
              <a:schemeClr val="accent1">
                <a:lumMod val="60000"/>
                <a:lumOff val="40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8">
            <a:extLst>
              <a:ext uri="{FF2B5EF4-FFF2-40B4-BE49-F238E27FC236}">
                <a16:creationId xmlns:a16="http://schemas.microsoft.com/office/drawing/2014/main" id="{17364209-1E38-0B40-9231-C88F3267BC2A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-8117" t="-23966" r="-8117" b="-23966"/>
          <a:stretch/>
        </p:blipFill>
        <p:spPr>
          <a:xfrm>
            <a:off x="10183916" y="304605"/>
            <a:ext cx="1715687" cy="742966"/>
          </a:xfrm>
          <a:prstGeom prst="rect">
            <a:avLst/>
          </a:prstGeom>
        </p:spPr>
      </p:pic>
      <p:sp>
        <p:nvSpPr>
          <p:cNvPr id="2" name="Text Placeholder 20">
            <a:extLst>
              <a:ext uri="{FF2B5EF4-FFF2-40B4-BE49-F238E27FC236}">
                <a16:creationId xmlns:a16="http://schemas.microsoft.com/office/drawing/2014/main" id="{595D97E3-B378-E7B0-4A76-391C0989E8B6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410331" y="6296541"/>
            <a:ext cx="2364803" cy="184666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marR="3081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tx1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1pPr>
            <a:lvl2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2pPr>
            <a:lvl3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3pPr>
            <a:lvl4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4pPr>
            <a:lvl5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pt-BR" sz="1200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5pPr>
          </a:lstStyle>
          <a:p>
            <a:pPr marR="3081">
              <a:lnSpc>
                <a:spcPct val="100000"/>
              </a:lnSpc>
              <a:spcBef>
                <a:spcPts val="0"/>
              </a:spcBef>
              <a:buClrTx/>
              <a:buFontTx/>
            </a:pPr>
            <a:r>
              <a:rPr lang="pt-BR" sz="120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</a:rPr>
              <a:t>Data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7E424369-4F91-BA78-D59E-F025384664D4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9410330" y="6089649"/>
            <a:ext cx="2364803" cy="184666"/>
          </a:xfrm>
          <a:prstGeom prst="rect">
            <a:avLst/>
          </a:prstGeom>
        </p:spPr>
        <p:txBody>
          <a:bodyPr lIns="0" tIns="0" rIns="0" bIns="0"/>
          <a:lstStyle>
            <a:lvl1pPr marL="0" marR="3081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1" i="0" u="none" strike="noStrike" kern="1200" cap="none" dirty="0" smtClean="0">
                <a:solidFill>
                  <a:schemeClr val="tx1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1pPr>
            <a:lvl2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2pPr>
            <a:lvl3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3pPr>
            <a:lvl4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4pPr>
            <a:lvl5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pt-BR" sz="1200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5pPr>
          </a:lstStyle>
          <a:p>
            <a:pPr lvl="0"/>
            <a:r>
              <a:rPr lang="en-US"/>
              <a:t>Nome</a:t>
            </a:r>
            <a:endParaRPr lang="pt-BR"/>
          </a:p>
        </p:txBody>
      </p:sp>
      <p:sp>
        <p:nvSpPr>
          <p:cNvPr id="8" name="Text Placeholder 17">
            <a:extLst>
              <a:ext uri="{FF2B5EF4-FFF2-40B4-BE49-F238E27FC236}">
                <a16:creationId xmlns:a16="http://schemas.microsoft.com/office/drawing/2014/main" id="{D0E34669-E9A0-3031-84E9-7C3208F4EB6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07988" y="5927209"/>
            <a:ext cx="6115360" cy="553998"/>
          </a:xfrm>
          <a:prstGeom prst="rect">
            <a:avLst/>
          </a:prstGeom>
        </p:spPr>
        <p:txBody>
          <a:bodyPr lIns="0" tIns="0" rIns="0" bIns="0"/>
          <a:lstStyle>
            <a:lvl1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tx1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1pPr>
            <a:lvl2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2pPr>
            <a:lvl3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3pPr>
            <a:lvl4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4pPr>
            <a:lvl5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pt-BR" sz="1200" b="0" i="0" u="none" strike="noStrike" kern="1200" cap="none" dirty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5pPr>
          </a:lstStyle>
          <a:p>
            <a:pPr marR="3081">
              <a:lnSpc>
                <a:spcPct val="100000"/>
              </a:lnSpc>
              <a:spcBef>
                <a:spcPts val="0"/>
              </a:spcBef>
              <a:buClrTx/>
              <a:buFontTx/>
            </a:pPr>
            <a:r>
              <a:rPr lang="pt-BR" sz="1200">
                <a:solidFill>
                  <a:schemeClr val="tx2"/>
                </a:solidFill>
                <a:latin typeface="Versos" panose="020B0503020204030204" pitchFamily="34" charset="0"/>
              </a:rPr>
              <a:t>TIVIO </a:t>
            </a:r>
            <a:br>
              <a:rPr lang="pt-BR" sz="1200">
                <a:solidFill>
                  <a:schemeClr val="tx2"/>
                </a:solidFill>
                <a:latin typeface="Versos" panose="020B0503020204030204" pitchFamily="34" charset="0"/>
              </a:rPr>
            </a:br>
            <a:r>
              <a:rPr lang="pt-BR" sz="1200">
                <a:solidFill>
                  <a:schemeClr val="tx2"/>
                </a:solidFill>
                <a:latin typeface="Versos" panose="020B0503020204030204" pitchFamily="34" charset="0"/>
              </a:rPr>
              <a:t>CRÉDITO 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0BEB6966-A6DD-A413-E366-E85415CA7CC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7988" y="1113017"/>
            <a:ext cx="4233853" cy="1046440"/>
          </a:xfrm>
          <a:prstGeom prst="rect">
            <a:avLst/>
          </a:prstGeom>
          <a:noFill/>
        </p:spPr>
        <p:txBody>
          <a:bodyPr lIns="0" tIns="0" rIns="0" bIns="0" anchor="b" anchorCtr="0"/>
          <a:lstStyle>
            <a:lvl1pPr marL="0" indent="0">
              <a:buNone/>
              <a:defRPr sz="3400">
                <a:solidFill>
                  <a:schemeClr val="tx1"/>
                </a:solidFill>
                <a:latin typeface="Versos Light" panose="020B0403020204030204" pitchFamily="34" charset="0"/>
              </a:defRPr>
            </a:lvl1pPr>
          </a:lstStyle>
          <a:p>
            <a:pPr lvl="0"/>
            <a:r>
              <a:rPr lang="en-US" err="1"/>
              <a:t>Título</a:t>
            </a:r>
            <a:r>
              <a:rPr lang="en-US"/>
              <a:t> Template</a:t>
            </a:r>
          </a:p>
          <a:p>
            <a:pPr lvl="0"/>
            <a:r>
              <a:rPr lang="en-US" err="1"/>
              <a:t>Padrão</a:t>
            </a:r>
            <a:r>
              <a:rPr lang="en-US"/>
              <a:t> </a:t>
            </a:r>
            <a:r>
              <a:rPr lang="en-US" err="1"/>
              <a:t>Exemplo</a:t>
            </a:r>
            <a:endParaRPr lang="en-US"/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016B9899-7AA6-E693-2E4C-ADF3DFB2836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07988" y="2159779"/>
            <a:ext cx="4233853" cy="307777"/>
          </a:xfrm>
          <a:prstGeom prst="rect">
            <a:avLst/>
          </a:prstGeom>
        </p:spPr>
        <p:txBody>
          <a:bodyPr lIns="0" tIns="0" rIns="0" bIns="0"/>
          <a:lstStyle>
            <a:lvl1pPr>
              <a:defRPr lang="en-US" sz="2000" b="1" i="0" u="none" strike="noStrike" kern="1200" cap="none" dirty="0" smtClean="0">
                <a:solidFill>
                  <a:schemeClr val="tx1"/>
                </a:solidFill>
                <a:latin typeface="Versos"/>
                <a:ea typeface="+mj-ea"/>
                <a:cs typeface="+mj-cs"/>
                <a:sym typeface="Arial"/>
              </a:defRPr>
            </a:lvl1pPr>
            <a:lvl2pPr>
              <a:defRPr lang="en-US" sz="2000" b="1" i="0" u="none" strike="noStrike" kern="1200" cap="none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Versos"/>
                <a:ea typeface="+mj-ea"/>
                <a:cs typeface="+mj-cs"/>
                <a:sym typeface="Arial"/>
              </a:defRPr>
            </a:lvl2pPr>
            <a:lvl3pPr>
              <a:defRPr lang="en-US" sz="2000" b="1" i="0" u="none" strike="noStrike" kern="1200" cap="none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Versos"/>
                <a:ea typeface="+mj-ea"/>
                <a:cs typeface="+mj-cs"/>
                <a:sym typeface="Arial"/>
              </a:defRPr>
            </a:lvl3pPr>
            <a:lvl4pPr>
              <a:defRPr lang="en-US" sz="2000" b="1" i="0" u="none" strike="noStrike" kern="1200" cap="none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Versos"/>
                <a:ea typeface="+mj-ea"/>
                <a:cs typeface="+mj-cs"/>
                <a:sym typeface="Arial"/>
              </a:defRPr>
            </a:lvl4pPr>
            <a:lvl5pPr>
              <a:defRPr lang="pt-BR" sz="2000" b="1" i="0" u="none" strike="noStrike" kern="1200" cap="none" dirty="0">
                <a:solidFill>
                  <a:schemeClr val="tx1">
                    <a:lumMod val="85000"/>
                    <a:lumOff val="15000"/>
                  </a:schemeClr>
                </a:solidFill>
                <a:latin typeface="Versos"/>
                <a:ea typeface="+mj-ea"/>
                <a:cs typeface="+mj-cs"/>
                <a:sym typeface="Arial"/>
              </a:defRPr>
            </a:lvl5pPr>
          </a:lstStyle>
          <a:p>
            <a:pPr lvl="0"/>
            <a:r>
              <a:rPr lang="pt-BR" sz="2000" b="1">
                <a:solidFill>
                  <a:schemeClr val="tx1">
                    <a:lumMod val="85000"/>
                    <a:lumOff val="15000"/>
                  </a:schemeClr>
                </a:solidFill>
                <a:latin typeface="Versos"/>
              </a:rPr>
              <a:t>FIC FIM EXEMPLO</a:t>
            </a:r>
            <a:endParaRPr lang="pt-BR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5A247925-BD97-745B-F253-B805E96FFFA0}"/>
              </a:ext>
            </a:extLst>
          </p:cNvPr>
          <p:cNvGrpSpPr/>
          <p:nvPr userDrawn="1"/>
        </p:nvGrpSpPr>
        <p:grpSpPr>
          <a:xfrm>
            <a:off x="407988" y="404813"/>
            <a:ext cx="7879692" cy="2916619"/>
            <a:chOff x="509383" y="279643"/>
            <a:chExt cx="12206605" cy="4518199"/>
          </a:xfrm>
        </p:grpSpPr>
        <p:sp>
          <p:nvSpPr>
            <p:cNvPr id="12" name="bg object 18">
              <a:extLst>
                <a:ext uri="{FF2B5EF4-FFF2-40B4-BE49-F238E27FC236}">
                  <a16:creationId xmlns:a16="http://schemas.microsoft.com/office/drawing/2014/main" id="{BCEFB5ED-6BF7-6136-2220-F968C5DEF09D}"/>
                </a:ext>
              </a:extLst>
            </p:cNvPr>
            <p:cNvSpPr/>
            <p:nvPr userDrawn="1"/>
          </p:nvSpPr>
          <p:spPr>
            <a:xfrm>
              <a:off x="509383" y="4797842"/>
              <a:ext cx="12206605" cy="0"/>
            </a:xfrm>
            <a:custGeom>
              <a:avLst/>
              <a:gdLst/>
              <a:ahLst/>
              <a:cxnLst/>
              <a:rect l="l" t="t" r="r" b="b"/>
              <a:pathLst>
                <a:path w="12206605">
                  <a:moveTo>
                    <a:pt x="0" y="0"/>
                  </a:moveTo>
                  <a:lnTo>
                    <a:pt x="12206570" y="0"/>
                  </a:lnTo>
                </a:path>
              </a:pathLst>
            </a:custGeom>
            <a:ln w="14837"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bg object 19">
              <a:extLst>
                <a:ext uri="{FF2B5EF4-FFF2-40B4-BE49-F238E27FC236}">
                  <a16:creationId xmlns:a16="http://schemas.microsoft.com/office/drawing/2014/main" id="{40A1F716-1324-ACB0-605C-A36B2A57B93A}"/>
                </a:ext>
              </a:extLst>
            </p:cNvPr>
            <p:cNvSpPr/>
            <p:nvPr userDrawn="1"/>
          </p:nvSpPr>
          <p:spPr>
            <a:xfrm>
              <a:off x="9171428" y="279643"/>
              <a:ext cx="0" cy="4516755"/>
            </a:xfrm>
            <a:custGeom>
              <a:avLst/>
              <a:gdLst/>
              <a:ahLst/>
              <a:cxnLst/>
              <a:rect l="l" t="t" r="r" b="b"/>
              <a:pathLst>
                <a:path h="4516755">
                  <a:moveTo>
                    <a:pt x="0" y="4516647"/>
                  </a:moveTo>
                  <a:lnTo>
                    <a:pt x="0" y="0"/>
                  </a:lnTo>
                </a:path>
              </a:pathLst>
            </a:custGeom>
            <a:ln w="14837"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375232025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7">
          <p15:clr>
            <a:srgbClr val="FBAE40"/>
          </p15:clr>
        </p15:guide>
        <p15:guide id="2" pos="7423">
          <p15:clr>
            <a:srgbClr val="FBAE40"/>
          </p15:clr>
        </p15:guide>
        <p15:guide id="3" orient="horz" pos="4088">
          <p15:clr>
            <a:srgbClr val="FBAE40"/>
          </p15:clr>
        </p15:guide>
        <p15:guide id="4" orient="horz" pos="3725">
          <p15:clr>
            <a:srgbClr val="FBAE40"/>
          </p15:clr>
        </p15:guide>
        <p15:guide id="5" orient="horz" pos="255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pa 01 - High Yield">
    <p:bg>
      <p:bgPr>
        <a:gradFill>
          <a:gsLst>
            <a:gs pos="0">
              <a:srgbClr val="3C4A60"/>
            </a:gs>
            <a:gs pos="100000">
              <a:srgbClr val="759DB4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8">
            <a:extLst>
              <a:ext uri="{FF2B5EF4-FFF2-40B4-BE49-F238E27FC236}">
                <a16:creationId xmlns:a16="http://schemas.microsoft.com/office/drawing/2014/main" id="{17364209-1E38-0B40-9231-C88F3267BC2A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-8117" t="-23966" r="-8117" b="-23966"/>
          <a:stretch/>
        </p:blipFill>
        <p:spPr>
          <a:xfrm>
            <a:off x="10183916" y="304605"/>
            <a:ext cx="1715687" cy="742966"/>
          </a:xfrm>
          <a:prstGeom prst="rect">
            <a:avLst/>
          </a:prstGeom>
        </p:spPr>
      </p:pic>
      <p:sp>
        <p:nvSpPr>
          <p:cNvPr id="2" name="Text Placeholder 20">
            <a:extLst>
              <a:ext uri="{FF2B5EF4-FFF2-40B4-BE49-F238E27FC236}">
                <a16:creationId xmlns:a16="http://schemas.microsoft.com/office/drawing/2014/main" id="{595D97E3-B378-E7B0-4A76-391C0989E8B6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410331" y="6296541"/>
            <a:ext cx="2364803" cy="184666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marR="3081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bg1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1pPr>
            <a:lvl2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2pPr>
            <a:lvl3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3pPr>
            <a:lvl4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4pPr>
            <a:lvl5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pt-BR" sz="1200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5pPr>
          </a:lstStyle>
          <a:p>
            <a:pPr marR="3081">
              <a:lnSpc>
                <a:spcPct val="100000"/>
              </a:lnSpc>
              <a:spcBef>
                <a:spcPts val="0"/>
              </a:spcBef>
              <a:buClrTx/>
              <a:buFontTx/>
            </a:pPr>
            <a:r>
              <a:rPr lang="pt-BR" sz="120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</a:rPr>
              <a:t>Data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7E424369-4F91-BA78-D59E-F025384664D4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9410330" y="6089649"/>
            <a:ext cx="2364803" cy="184666"/>
          </a:xfrm>
          <a:prstGeom prst="rect">
            <a:avLst/>
          </a:prstGeom>
        </p:spPr>
        <p:txBody>
          <a:bodyPr lIns="0" tIns="0" rIns="0" bIns="0"/>
          <a:lstStyle>
            <a:lvl1pPr marL="0" marR="3081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1" i="0" u="none" strike="noStrike" kern="1200" cap="none" dirty="0" smtClean="0">
                <a:solidFill>
                  <a:schemeClr val="bg1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1pPr>
            <a:lvl2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2pPr>
            <a:lvl3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3pPr>
            <a:lvl4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4pPr>
            <a:lvl5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pt-BR" sz="1200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5pPr>
          </a:lstStyle>
          <a:p>
            <a:pPr lvl="0"/>
            <a:r>
              <a:rPr lang="en-US"/>
              <a:t>Nome</a:t>
            </a:r>
            <a:endParaRPr lang="pt-BR"/>
          </a:p>
        </p:txBody>
      </p:sp>
      <p:sp>
        <p:nvSpPr>
          <p:cNvPr id="8" name="Text Placeholder 17">
            <a:extLst>
              <a:ext uri="{FF2B5EF4-FFF2-40B4-BE49-F238E27FC236}">
                <a16:creationId xmlns:a16="http://schemas.microsoft.com/office/drawing/2014/main" id="{D0E34669-E9A0-3031-84E9-7C3208F4EB6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07988" y="5927209"/>
            <a:ext cx="6115360" cy="553998"/>
          </a:xfrm>
          <a:prstGeom prst="rect">
            <a:avLst/>
          </a:prstGeom>
        </p:spPr>
        <p:txBody>
          <a:bodyPr lIns="0" tIns="0" rIns="0" bIns="0"/>
          <a:lstStyle>
            <a:lvl1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bg1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1pPr>
            <a:lvl2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2pPr>
            <a:lvl3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3pPr>
            <a:lvl4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4pPr>
            <a:lvl5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pt-BR" sz="1200" b="0" i="0" u="none" strike="noStrike" kern="1200" cap="none" dirty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5pPr>
          </a:lstStyle>
          <a:p>
            <a:pPr marR="3081">
              <a:lnSpc>
                <a:spcPct val="100000"/>
              </a:lnSpc>
              <a:spcBef>
                <a:spcPts val="0"/>
              </a:spcBef>
              <a:buClrTx/>
              <a:buFontTx/>
            </a:pPr>
            <a:r>
              <a:rPr lang="pt-BR" sz="1200">
                <a:solidFill>
                  <a:schemeClr val="tx2"/>
                </a:solidFill>
                <a:latin typeface="Versos" panose="020B0503020204030204" pitchFamily="34" charset="0"/>
              </a:rPr>
              <a:t>TIVIO </a:t>
            </a:r>
            <a:br>
              <a:rPr lang="pt-BR" sz="1200">
                <a:solidFill>
                  <a:schemeClr val="tx2"/>
                </a:solidFill>
                <a:latin typeface="Versos" panose="020B0503020204030204" pitchFamily="34" charset="0"/>
              </a:rPr>
            </a:br>
            <a:r>
              <a:rPr lang="pt-BR" sz="1200">
                <a:solidFill>
                  <a:schemeClr val="tx2"/>
                </a:solidFill>
                <a:latin typeface="Versos" panose="020B0503020204030204" pitchFamily="34" charset="0"/>
              </a:rPr>
              <a:t>CRÉDITO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2990FA51-3BC5-8B5F-4922-A3EFDBE7D39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7988" y="1113017"/>
            <a:ext cx="4233853" cy="1046440"/>
          </a:xfrm>
          <a:prstGeom prst="rect">
            <a:avLst/>
          </a:prstGeom>
          <a:noFill/>
        </p:spPr>
        <p:txBody>
          <a:bodyPr lIns="0" tIns="0" rIns="0" bIns="0" anchor="b" anchorCtr="0"/>
          <a:lstStyle>
            <a:lvl1pPr marL="0" indent="0">
              <a:buNone/>
              <a:defRPr sz="3400">
                <a:solidFill>
                  <a:schemeClr val="tx1"/>
                </a:solidFill>
                <a:latin typeface="Versos Light" panose="020B0403020204030204" pitchFamily="34" charset="0"/>
              </a:defRPr>
            </a:lvl1pPr>
          </a:lstStyle>
          <a:p>
            <a:pPr lvl="0"/>
            <a:r>
              <a:rPr lang="en-US" err="1"/>
              <a:t>Título</a:t>
            </a:r>
            <a:r>
              <a:rPr lang="en-US"/>
              <a:t> Template</a:t>
            </a:r>
          </a:p>
          <a:p>
            <a:pPr lvl="0"/>
            <a:r>
              <a:rPr lang="en-US" err="1"/>
              <a:t>Padrão</a:t>
            </a:r>
            <a:r>
              <a:rPr lang="en-US"/>
              <a:t> </a:t>
            </a:r>
            <a:r>
              <a:rPr lang="en-US" err="1"/>
              <a:t>Exemplo</a:t>
            </a:r>
            <a:endParaRPr lang="en-US"/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7C6416CC-D42A-F9D0-470E-9656CD4825B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07988" y="2159779"/>
            <a:ext cx="4233853" cy="307777"/>
          </a:xfrm>
          <a:prstGeom prst="rect">
            <a:avLst/>
          </a:prstGeom>
        </p:spPr>
        <p:txBody>
          <a:bodyPr lIns="0" tIns="0" rIns="0" bIns="0"/>
          <a:lstStyle>
            <a:lvl1pPr>
              <a:defRPr lang="en-US" sz="2000" b="1" i="0" u="none" strike="noStrike" kern="1200" cap="none" dirty="0" smtClean="0">
                <a:solidFill>
                  <a:schemeClr val="tx1"/>
                </a:solidFill>
                <a:latin typeface="Versos"/>
                <a:ea typeface="+mj-ea"/>
                <a:cs typeface="+mj-cs"/>
                <a:sym typeface="Arial"/>
              </a:defRPr>
            </a:lvl1pPr>
            <a:lvl2pPr>
              <a:defRPr lang="en-US" sz="2000" b="1" i="0" u="none" strike="noStrike" kern="1200" cap="none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Versos"/>
                <a:ea typeface="+mj-ea"/>
                <a:cs typeface="+mj-cs"/>
                <a:sym typeface="Arial"/>
              </a:defRPr>
            </a:lvl2pPr>
            <a:lvl3pPr>
              <a:defRPr lang="en-US" sz="2000" b="1" i="0" u="none" strike="noStrike" kern="1200" cap="none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Versos"/>
                <a:ea typeface="+mj-ea"/>
                <a:cs typeface="+mj-cs"/>
                <a:sym typeface="Arial"/>
              </a:defRPr>
            </a:lvl3pPr>
            <a:lvl4pPr>
              <a:defRPr lang="en-US" sz="2000" b="1" i="0" u="none" strike="noStrike" kern="1200" cap="none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Versos"/>
                <a:ea typeface="+mj-ea"/>
                <a:cs typeface="+mj-cs"/>
                <a:sym typeface="Arial"/>
              </a:defRPr>
            </a:lvl4pPr>
            <a:lvl5pPr>
              <a:defRPr lang="pt-BR" sz="2000" b="1" i="0" u="none" strike="noStrike" kern="1200" cap="none" dirty="0">
                <a:solidFill>
                  <a:schemeClr val="tx1">
                    <a:lumMod val="85000"/>
                    <a:lumOff val="15000"/>
                  </a:schemeClr>
                </a:solidFill>
                <a:latin typeface="Versos"/>
                <a:ea typeface="+mj-ea"/>
                <a:cs typeface="+mj-cs"/>
                <a:sym typeface="Arial"/>
              </a:defRPr>
            </a:lvl5pPr>
          </a:lstStyle>
          <a:p>
            <a:pPr lvl="0"/>
            <a:r>
              <a:rPr lang="pt-BR" sz="2000" b="1">
                <a:solidFill>
                  <a:schemeClr val="tx1">
                    <a:lumMod val="85000"/>
                    <a:lumOff val="15000"/>
                  </a:schemeClr>
                </a:solidFill>
                <a:latin typeface="Versos"/>
              </a:rPr>
              <a:t>FIC FIM EXEMPLO</a:t>
            </a:r>
            <a:endParaRPr lang="pt-BR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5A012F14-CC53-BA2E-43A9-50DD92B9262B}"/>
              </a:ext>
            </a:extLst>
          </p:cNvPr>
          <p:cNvGrpSpPr/>
          <p:nvPr userDrawn="1"/>
        </p:nvGrpSpPr>
        <p:grpSpPr>
          <a:xfrm>
            <a:off x="407988" y="404813"/>
            <a:ext cx="7879692" cy="2916619"/>
            <a:chOff x="509383" y="279643"/>
            <a:chExt cx="12206605" cy="4518199"/>
          </a:xfrm>
        </p:grpSpPr>
        <p:sp>
          <p:nvSpPr>
            <p:cNvPr id="12" name="bg object 18">
              <a:extLst>
                <a:ext uri="{FF2B5EF4-FFF2-40B4-BE49-F238E27FC236}">
                  <a16:creationId xmlns:a16="http://schemas.microsoft.com/office/drawing/2014/main" id="{F4DE6A1B-8C6A-BB82-E709-6A2A45FA1D05}"/>
                </a:ext>
              </a:extLst>
            </p:cNvPr>
            <p:cNvSpPr/>
            <p:nvPr userDrawn="1"/>
          </p:nvSpPr>
          <p:spPr>
            <a:xfrm>
              <a:off x="509383" y="4797842"/>
              <a:ext cx="12206605" cy="0"/>
            </a:xfrm>
            <a:custGeom>
              <a:avLst/>
              <a:gdLst/>
              <a:ahLst/>
              <a:cxnLst/>
              <a:rect l="l" t="t" r="r" b="b"/>
              <a:pathLst>
                <a:path w="12206605">
                  <a:moveTo>
                    <a:pt x="0" y="0"/>
                  </a:moveTo>
                  <a:lnTo>
                    <a:pt x="12206570" y="0"/>
                  </a:lnTo>
                </a:path>
              </a:pathLst>
            </a:custGeom>
            <a:ln w="14837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bg object 19">
              <a:extLst>
                <a:ext uri="{FF2B5EF4-FFF2-40B4-BE49-F238E27FC236}">
                  <a16:creationId xmlns:a16="http://schemas.microsoft.com/office/drawing/2014/main" id="{3D7CFF59-CCAF-2434-5D7E-E1CA4FB1EB7E}"/>
                </a:ext>
              </a:extLst>
            </p:cNvPr>
            <p:cNvSpPr/>
            <p:nvPr userDrawn="1"/>
          </p:nvSpPr>
          <p:spPr>
            <a:xfrm>
              <a:off x="9171428" y="279643"/>
              <a:ext cx="0" cy="4516755"/>
            </a:xfrm>
            <a:custGeom>
              <a:avLst/>
              <a:gdLst/>
              <a:ahLst/>
              <a:cxnLst/>
              <a:rect l="l" t="t" r="r" b="b"/>
              <a:pathLst>
                <a:path h="4516755">
                  <a:moveTo>
                    <a:pt x="0" y="4516647"/>
                  </a:moveTo>
                  <a:lnTo>
                    <a:pt x="0" y="0"/>
                  </a:lnTo>
                </a:path>
              </a:pathLst>
            </a:custGeom>
            <a:ln w="14837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87174596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7">
          <p15:clr>
            <a:srgbClr val="FBAE40"/>
          </p15:clr>
        </p15:guide>
        <p15:guide id="2" pos="7423">
          <p15:clr>
            <a:srgbClr val="FBAE40"/>
          </p15:clr>
        </p15:guide>
        <p15:guide id="3" orient="horz" pos="4088">
          <p15:clr>
            <a:srgbClr val="FBAE40"/>
          </p15:clr>
        </p15:guide>
        <p15:guide id="4" orient="horz" pos="3725">
          <p15:clr>
            <a:srgbClr val="FBAE40"/>
          </p15:clr>
        </p15:guide>
        <p15:guide id="5" orient="horz" pos="255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Índice - High Grade - Mais de 40">
    <p:bg>
      <p:bgPr>
        <a:gradFill>
          <a:gsLst>
            <a:gs pos="81000">
              <a:schemeClr val="tx1">
                <a:lumMod val="85000"/>
                <a:lumOff val="15000"/>
              </a:schemeClr>
            </a:gs>
            <a:gs pos="100000">
              <a:schemeClr val="tx1">
                <a:lumMod val="95000"/>
                <a:lumOff val="5000"/>
              </a:schemeClr>
            </a:gs>
            <a:gs pos="0">
              <a:schemeClr val="accent1"/>
            </a:gs>
          </a:gsLst>
          <a:lin ang="7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spaço Reservado para Número de Slide 5">
            <a:extLst>
              <a:ext uri="{FF2B5EF4-FFF2-40B4-BE49-F238E27FC236}">
                <a16:creationId xmlns:a16="http://schemas.microsoft.com/office/drawing/2014/main" id="{1C9AF77E-9895-4AC7-A1DF-EE12ACB0EE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61763" y="6482556"/>
            <a:ext cx="295275" cy="1692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defRPr sz="1100">
                <a:solidFill>
                  <a:schemeClr val="bg1"/>
                </a:solidFill>
                <a:latin typeface="Versos" panose="020B0503020204030204" pitchFamily="34" charset="0"/>
                <a:cs typeface="Versos" panose="020B0503020204030204" pitchFamily="34" charset="0"/>
              </a:defRPr>
            </a:lvl1pPr>
          </a:lstStyle>
          <a:p>
            <a:fld id="{77667D73-C69A-4DAA-9003-24A825D36FE9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050BAD04-1FFE-3E42-A1B1-BDD8FE7DA82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63" y="368300"/>
            <a:ext cx="10183813" cy="4308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err="1"/>
              <a:t>Índice</a:t>
            </a:r>
            <a:r>
              <a:rPr lang="en-US"/>
              <a:t> - </a:t>
            </a:r>
            <a:r>
              <a:rPr lang="en-US" err="1"/>
              <a:t>Padrão</a:t>
            </a:r>
            <a:endParaRPr lang="en-US"/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27D03C84-7D32-1C70-A8E9-63EA0F348C1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4963" y="6482556"/>
            <a:ext cx="10980000" cy="138499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defRPr sz="900" baseline="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900">
                <a:latin typeface="Versos Light" panose="020B0403020204030204" pitchFamily="34" charset="0"/>
              </a:defRPr>
            </a:lvl2pPr>
            <a:lvl3pPr>
              <a:defRPr sz="900">
                <a:latin typeface="Versos Light" panose="020B0403020204030204" pitchFamily="34" charset="0"/>
              </a:defRPr>
            </a:lvl3pPr>
            <a:lvl4pPr>
              <a:defRPr sz="900">
                <a:latin typeface="Versos Light" panose="020B0403020204030204" pitchFamily="34" charset="0"/>
              </a:defRPr>
            </a:lvl4pPr>
            <a:lvl5pPr>
              <a:defRPr sz="900">
                <a:latin typeface="Versos Light" panose="020B0403020204030204" pitchFamily="34" charset="0"/>
              </a:defRPr>
            </a:lvl5pPr>
          </a:lstStyle>
          <a:p>
            <a:pPr lvl="0"/>
            <a:r>
              <a:rPr lang="en-US"/>
              <a:t>Fonte:</a:t>
            </a:r>
            <a:endParaRPr lang="pt-BR"/>
          </a:p>
        </p:txBody>
      </p:sp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9D8C61F7-2206-D64F-31E1-979FA329DE0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34963" y="1268414"/>
            <a:ext cx="11522075" cy="5076824"/>
          </a:xfrm>
          <a:prstGeom prst="rect">
            <a:avLst/>
          </a:prstGeom>
        </p:spPr>
        <p:txBody>
          <a:bodyPr wrap="square" lIns="0" tIns="0" rIns="0" bIns="0" numCol="2">
            <a:noAutofit/>
          </a:bodyPr>
          <a:lstStyle>
            <a:lvl1pPr marL="36000" indent="0">
              <a:lnSpc>
                <a:spcPct val="100000"/>
              </a:lnSpc>
              <a:spcBef>
                <a:spcPts val="0"/>
              </a:spcBef>
              <a:buNone/>
              <a:defRPr sz="140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err="1"/>
              <a:t>Título</a:t>
            </a:r>
            <a:endParaRPr lang="en-US"/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err="1"/>
              <a:t>Título</a:t>
            </a:r>
            <a:endParaRPr lang="en-US"/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err="1"/>
              <a:t>Título</a:t>
            </a:r>
            <a:endParaRPr lang="en-US"/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err="1"/>
              <a:t>Título</a:t>
            </a:r>
            <a:endParaRPr lang="en-US"/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err="1"/>
              <a:t>Título</a:t>
            </a:r>
            <a:endParaRPr lang="en-US"/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err="1"/>
              <a:t>Título</a:t>
            </a:r>
            <a:endParaRPr lang="en-US"/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err="1"/>
              <a:t>Título</a:t>
            </a:r>
            <a:endParaRPr lang="en-US"/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err="1"/>
              <a:t>Título</a:t>
            </a:r>
            <a:endParaRPr lang="en-US"/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err="1"/>
              <a:t>Título</a:t>
            </a:r>
            <a:endParaRPr lang="en-US"/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err="1"/>
              <a:t>Título</a:t>
            </a:r>
            <a:endParaRPr lang="en-US"/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err="1"/>
              <a:t>Título</a:t>
            </a:r>
            <a:endParaRPr lang="en-US"/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err="1"/>
              <a:t>Título</a:t>
            </a:r>
            <a:endParaRPr lang="en-US"/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err="1"/>
              <a:t>Título</a:t>
            </a:r>
            <a:endParaRPr lang="en-US"/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err="1"/>
              <a:t>Título</a:t>
            </a:r>
            <a:endParaRPr lang="en-US"/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err="1"/>
              <a:t>Título</a:t>
            </a:r>
            <a:endParaRPr lang="en-US"/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err="1"/>
              <a:t>Título</a:t>
            </a:r>
            <a:endParaRPr lang="en-US"/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err="1"/>
              <a:t>Título</a:t>
            </a:r>
            <a:endParaRPr lang="en-US"/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err="1"/>
              <a:t>Título</a:t>
            </a:r>
            <a:endParaRPr lang="en-US"/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err="1"/>
              <a:t>Título</a:t>
            </a:r>
            <a:endParaRPr lang="en-US"/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err="1"/>
              <a:t>Título</a:t>
            </a:r>
            <a:endParaRPr lang="en-US"/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err="1"/>
              <a:t>Título</a:t>
            </a:r>
            <a:endParaRPr lang="en-US"/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err="1"/>
              <a:t>Título</a:t>
            </a:r>
            <a:endParaRPr lang="en-US"/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err="1"/>
              <a:t>Título</a:t>
            </a:r>
            <a:endParaRPr lang="en-US"/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endParaRPr lang="en-US"/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err="1"/>
              <a:t>Título</a:t>
            </a:r>
            <a:endParaRPr lang="en-US"/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err="1"/>
              <a:t>Título</a:t>
            </a:r>
            <a:endParaRPr lang="en-US"/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err="1"/>
              <a:t>Título</a:t>
            </a:r>
            <a:endParaRPr lang="en-US"/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err="1"/>
              <a:t>Título</a:t>
            </a:r>
            <a:endParaRPr lang="en-US"/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err="1"/>
              <a:t>Título</a:t>
            </a:r>
            <a:endParaRPr lang="en-US"/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err="1"/>
              <a:t>Título</a:t>
            </a:r>
            <a:endParaRPr lang="en-US"/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err="1"/>
              <a:t>Título</a:t>
            </a:r>
            <a:endParaRPr lang="en-US"/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err="1"/>
              <a:t>Título</a:t>
            </a:r>
            <a:endParaRPr lang="en-US"/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err="1"/>
              <a:t>Título</a:t>
            </a:r>
            <a:endParaRPr lang="en-US"/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err="1"/>
              <a:t>Título</a:t>
            </a:r>
            <a:endParaRPr lang="en-US"/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err="1"/>
              <a:t>Título</a:t>
            </a:r>
            <a:endParaRPr lang="en-US"/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err="1"/>
              <a:t>Título</a:t>
            </a:r>
            <a:endParaRPr lang="en-US"/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err="1"/>
              <a:t>Título</a:t>
            </a:r>
            <a:endParaRPr lang="en-US"/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err="1"/>
              <a:t>Título</a:t>
            </a:r>
            <a:endParaRPr lang="en-US"/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err="1"/>
              <a:t>Título</a:t>
            </a:r>
            <a:endParaRPr lang="en-US"/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err="1"/>
              <a:t>Título</a:t>
            </a:r>
            <a:endParaRPr lang="en-US"/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err="1"/>
              <a:t>Título</a:t>
            </a:r>
            <a:endParaRPr lang="en-US"/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err="1"/>
              <a:t>Título</a:t>
            </a:r>
            <a:endParaRPr lang="en-US"/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err="1"/>
              <a:t>Título</a:t>
            </a:r>
            <a:endParaRPr lang="en-US"/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endParaRPr lang="en-US"/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endParaRPr lang="en-US"/>
          </a:p>
          <a:p>
            <a:pPr lvl="0"/>
            <a:endParaRPr lang="en-US"/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endParaRPr lang="en-US"/>
          </a:p>
          <a:p>
            <a:pPr lvl="0"/>
            <a:endParaRPr lang="en-US"/>
          </a:p>
        </p:txBody>
      </p:sp>
      <p:sp>
        <p:nvSpPr>
          <p:cNvPr id="4" name="Picture 8">
            <a:extLst>
              <a:ext uri="{FF2B5EF4-FFF2-40B4-BE49-F238E27FC236}">
                <a16:creationId xmlns:a16="http://schemas.microsoft.com/office/drawing/2014/main" id="{A5790082-B3AF-5DC7-AEAB-0F53AA8F9D33}"/>
              </a:ext>
            </a:extLst>
          </p:cNvPr>
          <p:cNvSpPr/>
          <p:nvPr userDrawn="1"/>
        </p:nvSpPr>
        <p:spPr>
          <a:xfrm>
            <a:off x="11091186" y="377178"/>
            <a:ext cx="765852" cy="260086"/>
          </a:xfrm>
          <a:custGeom>
            <a:avLst/>
            <a:gdLst>
              <a:gd name="connsiteX0" fmla="*/ 739575 w 765852"/>
              <a:gd name="connsiteY0" fmla="*/ 143884 h 260086"/>
              <a:gd name="connsiteX1" fmla="*/ 765852 w 765852"/>
              <a:gd name="connsiteY1" fmla="*/ 83403 h 260086"/>
              <a:gd name="connsiteX2" fmla="*/ 739575 w 765852"/>
              <a:gd name="connsiteY2" fmla="*/ 22921 h 260086"/>
              <a:gd name="connsiteX3" fmla="*/ 672177 w 765852"/>
              <a:gd name="connsiteY3" fmla="*/ 0 h 260086"/>
              <a:gd name="connsiteX4" fmla="*/ 604779 w 765852"/>
              <a:gd name="connsiteY4" fmla="*/ 22921 h 260086"/>
              <a:gd name="connsiteX5" fmla="*/ 578501 w 765852"/>
              <a:gd name="connsiteY5" fmla="*/ 83403 h 260086"/>
              <a:gd name="connsiteX6" fmla="*/ 604779 w 765852"/>
              <a:gd name="connsiteY6" fmla="*/ 143884 h 260086"/>
              <a:gd name="connsiteX7" fmla="*/ 672177 w 765852"/>
              <a:gd name="connsiteY7" fmla="*/ 166805 h 260086"/>
              <a:gd name="connsiteX8" fmla="*/ 739575 w 765852"/>
              <a:gd name="connsiteY8" fmla="*/ 143884 h 260086"/>
              <a:gd name="connsiteX9" fmla="*/ 604595 w 765852"/>
              <a:gd name="connsiteY9" fmla="*/ 83403 h 260086"/>
              <a:gd name="connsiteX10" fmla="*/ 622611 w 765852"/>
              <a:gd name="connsiteY10" fmla="*/ 41871 h 260086"/>
              <a:gd name="connsiteX11" fmla="*/ 672177 w 765852"/>
              <a:gd name="connsiteY11" fmla="*/ 25719 h 260086"/>
              <a:gd name="connsiteX12" fmla="*/ 721742 w 765852"/>
              <a:gd name="connsiteY12" fmla="*/ 41871 h 260086"/>
              <a:gd name="connsiteX13" fmla="*/ 739759 w 765852"/>
              <a:gd name="connsiteY13" fmla="*/ 83403 h 260086"/>
              <a:gd name="connsiteX14" fmla="*/ 721742 w 765852"/>
              <a:gd name="connsiteY14" fmla="*/ 124934 h 260086"/>
              <a:gd name="connsiteX15" fmla="*/ 672177 w 765852"/>
              <a:gd name="connsiteY15" fmla="*/ 141077 h 260086"/>
              <a:gd name="connsiteX16" fmla="*/ 622611 w 765852"/>
              <a:gd name="connsiteY16" fmla="*/ 124934 h 260086"/>
              <a:gd name="connsiteX17" fmla="*/ 604595 w 765852"/>
              <a:gd name="connsiteY17" fmla="*/ 83403 h 260086"/>
              <a:gd name="connsiteX18" fmla="*/ 238310 w 765852"/>
              <a:gd name="connsiteY18" fmla="*/ 207181 h 260086"/>
              <a:gd name="connsiteX19" fmla="*/ 249560 w 765852"/>
              <a:gd name="connsiteY19" fmla="*/ 204081 h 260086"/>
              <a:gd name="connsiteX20" fmla="*/ 261562 w 765852"/>
              <a:gd name="connsiteY20" fmla="*/ 207713 h 260086"/>
              <a:gd name="connsiteX21" fmla="*/ 268163 w 765852"/>
              <a:gd name="connsiteY21" fmla="*/ 217812 h 260086"/>
              <a:gd name="connsiteX22" fmla="*/ 275874 w 765852"/>
              <a:gd name="connsiteY22" fmla="*/ 217812 h 260086"/>
              <a:gd name="connsiteX23" fmla="*/ 267145 w 765852"/>
              <a:gd name="connsiteY23" fmla="*/ 202568 h 260086"/>
              <a:gd name="connsiteX24" fmla="*/ 249917 w 765852"/>
              <a:gd name="connsiteY24" fmla="*/ 196982 h 260086"/>
              <a:gd name="connsiteX25" fmla="*/ 234322 w 765852"/>
              <a:gd name="connsiteY25" fmla="*/ 200926 h 260086"/>
              <a:gd name="connsiteX26" fmla="*/ 223961 w 765852"/>
              <a:gd name="connsiteY26" fmla="*/ 212052 h 260086"/>
              <a:gd name="connsiteX27" fmla="*/ 220330 w 765852"/>
              <a:gd name="connsiteY27" fmla="*/ 228534 h 260086"/>
              <a:gd name="connsiteX28" fmla="*/ 223961 w 765852"/>
              <a:gd name="connsiteY28" fmla="*/ 245062 h 260086"/>
              <a:gd name="connsiteX29" fmla="*/ 234322 w 765852"/>
              <a:gd name="connsiteY29" fmla="*/ 256142 h 260086"/>
              <a:gd name="connsiteX30" fmla="*/ 249917 w 765852"/>
              <a:gd name="connsiteY30" fmla="*/ 260086 h 260086"/>
              <a:gd name="connsiteX31" fmla="*/ 267145 w 765852"/>
              <a:gd name="connsiteY31" fmla="*/ 254501 h 260086"/>
              <a:gd name="connsiteX32" fmla="*/ 275782 w 765852"/>
              <a:gd name="connsiteY32" fmla="*/ 239256 h 260086"/>
              <a:gd name="connsiteX33" fmla="*/ 268071 w 765852"/>
              <a:gd name="connsiteY33" fmla="*/ 239256 h 260086"/>
              <a:gd name="connsiteX34" fmla="*/ 261516 w 765852"/>
              <a:gd name="connsiteY34" fmla="*/ 249401 h 260086"/>
              <a:gd name="connsiteX35" fmla="*/ 249560 w 765852"/>
              <a:gd name="connsiteY35" fmla="*/ 252987 h 260086"/>
              <a:gd name="connsiteX36" fmla="*/ 238310 w 765852"/>
              <a:gd name="connsiteY36" fmla="*/ 249887 h 260086"/>
              <a:gd name="connsiteX37" fmla="*/ 230828 w 765852"/>
              <a:gd name="connsiteY37" fmla="*/ 241201 h 260086"/>
              <a:gd name="connsiteX38" fmla="*/ 228215 w 765852"/>
              <a:gd name="connsiteY38" fmla="*/ 228525 h 260086"/>
              <a:gd name="connsiteX39" fmla="*/ 230828 w 765852"/>
              <a:gd name="connsiteY39" fmla="*/ 215812 h 260086"/>
              <a:gd name="connsiteX40" fmla="*/ 238310 w 765852"/>
              <a:gd name="connsiteY40" fmla="*/ 207172 h 260086"/>
              <a:gd name="connsiteX41" fmla="*/ 335580 w 765852"/>
              <a:gd name="connsiteY41" fmla="*/ 197523 h 260086"/>
              <a:gd name="connsiteX42" fmla="*/ 311925 w 765852"/>
              <a:gd name="connsiteY42" fmla="*/ 259554 h 260086"/>
              <a:gd name="connsiteX43" fmla="*/ 319892 w 765852"/>
              <a:gd name="connsiteY43" fmla="*/ 259554 h 260086"/>
              <a:gd name="connsiteX44" fmla="*/ 326448 w 765852"/>
              <a:gd name="connsiteY44" fmla="*/ 242806 h 260086"/>
              <a:gd name="connsiteX45" fmla="*/ 353467 w 765852"/>
              <a:gd name="connsiteY45" fmla="*/ 242806 h 260086"/>
              <a:gd name="connsiteX46" fmla="*/ 360023 w 765852"/>
              <a:gd name="connsiteY46" fmla="*/ 259554 h 260086"/>
              <a:gd name="connsiteX47" fmla="*/ 368256 w 765852"/>
              <a:gd name="connsiteY47" fmla="*/ 259554 h 260086"/>
              <a:gd name="connsiteX48" fmla="*/ 344693 w 765852"/>
              <a:gd name="connsiteY48" fmla="*/ 197523 h 260086"/>
              <a:gd name="connsiteX49" fmla="*/ 335570 w 765852"/>
              <a:gd name="connsiteY49" fmla="*/ 197523 h 260086"/>
              <a:gd name="connsiteX50" fmla="*/ 328758 w 765852"/>
              <a:gd name="connsiteY50" fmla="*/ 235808 h 260086"/>
              <a:gd name="connsiteX51" fmla="*/ 339916 w 765852"/>
              <a:gd name="connsiteY51" fmla="*/ 205943 h 260086"/>
              <a:gd name="connsiteX52" fmla="*/ 351166 w 765852"/>
              <a:gd name="connsiteY52" fmla="*/ 235808 h 260086"/>
              <a:gd name="connsiteX53" fmla="*/ 328749 w 765852"/>
              <a:gd name="connsiteY53" fmla="*/ 235808 h 260086"/>
              <a:gd name="connsiteX54" fmla="*/ 725437 w 765852"/>
              <a:gd name="connsiteY54" fmla="*/ 197523 h 260086"/>
              <a:gd name="connsiteX55" fmla="*/ 717736 w 765852"/>
              <a:gd name="connsiteY55" fmla="*/ 197523 h 260086"/>
              <a:gd name="connsiteX56" fmla="*/ 717736 w 765852"/>
              <a:gd name="connsiteY56" fmla="*/ 259554 h 260086"/>
              <a:gd name="connsiteX57" fmla="*/ 753704 w 765852"/>
              <a:gd name="connsiteY57" fmla="*/ 259554 h 260086"/>
              <a:gd name="connsiteX58" fmla="*/ 753704 w 765852"/>
              <a:gd name="connsiteY58" fmla="*/ 252464 h 260086"/>
              <a:gd name="connsiteX59" fmla="*/ 725446 w 765852"/>
              <a:gd name="connsiteY59" fmla="*/ 252464 h 260086"/>
              <a:gd name="connsiteX60" fmla="*/ 725446 w 765852"/>
              <a:gd name="connsiteY60" fmla="*/ 197523 h 260086"/>
              <a:gd name="connsiteX61" fmla="*/ 250953 w 765852"/>
              <a:gd name="connsiteY61" fmla="*/ 2119 h 260086"/>
              <a:gd name="connsiteX62" fmla="*/ 225566 w 765852"/>
              <a:gd name="connsiteY62" fmla="*/ 2119 h 260086"/>
              <a:gd name="connsiteX63" fmla="*/ 225566 w 765852"/>
              <a:gd name="connsiteY63" fmla="*/ 164677 h 260086"/>
              <a:gd name="connsiteX64" fmla="*/ 250953 w 765852"/>
              <a:gd name="connsiteY64" fmla="*/ 164677 h 260086"/>
              <a:gd name="connsiteX65" fmla="*/ 250953 w 765852"/>
              <a:gd name="connsiteY65" fmla="*/ 2119 h 260086"/>
              <a:gd name="connsiteX66" fmla="*/ 80592 w 765852"/>
              <a:gd name="connsiteY66" fmla="*/ 62692 h 260086"/>
              <a:gd name="connsiteX67" fmla="*/ 80592 w 765852"/>
              <a:gd name="connsiteY67" fmla="*/ 164687 h 260086"/>
              <a:gd name="connsiteX68" fmla="*/ 106732 w 765852"/>
              <a:gd name="connsiteY68" fmla="*/ 164687 h 260086"/>
              <a:gd name="connsiteX69" fmla="*/ 106713 w 765852"/>
              <a:gd name="connsiteY69" fmla="*/ 62692 h 260086"/>
              <a:gd name="connsiteX70" fmla="*/ 95124 w 765852"/>
              <a:gd name="connsiteY70" fmla="*/ 28700 h 260086"/>
              <a:gd name="connsiteX71" fmla="*/ 93648 w 765852"/>
              <a:gd name="connsiteY71" fmla="*/ 26792 h 260086"/>
              <a:gd name="connsiteX72" fmla="*/ 92172 w 765852"/>
              <a:gd name="connsiteY72" fmla="*/ 28700 h 260086"/>
              <a:gd name="connsiteX73" fmla="*/ 80583 w 765852"/>
              <a:gd name="connsiteY73" fmla="*/ 62692 h 260086"/>
              <a:gd name="connsiteX74" fmla="*/ 47273 w 765852"/>
              <a:gd name="connsiteY74" fmla="*/ 2119 h 260086"/>
              <a:gd name="connsiteX75" fmla="*/ 0 w 765852"/>
              <a:gd name="connsiteY75" fmla="*/ 2119 h 260086"/>
              <a:gd name="connsiteX76" fmla="*/ 0 w 765852"/>
              <a:gd name="connsiteY76" fmla="*/ 26792 h 260086"/>
              <a:gd name="connsiteX77" fmla="*/ 93648 w 765852"/>
              <a:gd name="connsiteY77" fmla="*/ 26792 h 260086"/>
              <a:gd name="connsiteX78" fmla="*/ 91328 w 765852"/>
              <a:gd name="connsiteY78" fmla="*/ 23793 h 260086"/>
              <a:gd name="connsiteX79" fmla="*/ 47273 w 765852"/>
              <a:gd name="connsiteY79" fmla="*/ 2119 h 260086"/>
              <a:gd name="connsiteX80" fmla="*/ 95968 w 765852"/>
              <a:gd name="connsiteY80" fmla="*/ 23793 h 260086"/>
              <a:gd name="connsiteX81" fmla="*/ 93648 w 765852"/>
              <a:gd name="connsiteY81" fmla="*/ 26792 h 260086"/>
              <a:gd name="connsiteX82" fmla="*/ 187296 w 765852"/>
              <a:gd name="connsiteY82" fmla="*/ 26792 h 260086"/>
              <a:gd name="connsiteX83" fmla="*/ 187296 w 765852"/>
              <a:gd name="connsiteY83" fmla="*/ 2119 h 260086"/>
              <a:gd name="connsiteX84" fmla="*/ 140023 w 765852"/>
              <a:gd name="connsiteY84" fmla="*/ 2119 h 260086"/>
              <a:gd name="connsiteX85" fmla="*/ 95958 w 765852"/>
              <a:gd name="connsiteY85" fmla="*/ 23793 h 260086"/>
              <a:gd name="connsiteX86" fmla="*/ 514844 w 765852"/>
              <a:gd name="connsiteY86" fmla="*/ 164677 h 260086"/>
              <a:gd name="connsiteX87" fmla="*/ 540232 w 765852"/>
              <a:gd name="connsiteY87" fmla="*/ 164677 h 260086"/>
              <a:gd name="connsiteX88" fmla="*/ 540232 w 765852"/>
              <a:gd name="connsiteY88" fmla="*/ 2119 h 260086"/>
              <a:gd name="connsiteX89" fmla="*/ 514844 w 765852"/>
              <a:gd name="connsiteY89" fmla="*/ 2119 h 260086"/>
              <a:gd name="connsiteX90" fmla="*/ 514844 w 765852"/>
              <a:gd name="connsiteY90" fmla="*/ 164677 h 260086"/>
              <a:gd name="connsiteX91" fmla="*/ 495205 w 765852"/>
              <a:gd name="connsiteY91" fmla="*/ 259554 h 260086"/>
              <a:gd name="connsiteX92" fmla="*/ 502915 w 765852"/>
              <a:gd name="connsiteY92" fmla="*/ 259554 h 260086"/>
              <a:gd name="connsiteX93" fmla="*/ 502915 w 765852"/>
              <a:gd name="connsiteY93" fmla="*/ 197523 h 260086"/>
              <a:gd name="connsiteX94" fmla="*/ 495205 w 765852"/>
              <a:gd name="connsiteY94" fmla="*/ 197523 h 260086"/>
              <a:gd name="connsiteX95" fmla="*/ 495205 w 765852"/>
              <a:gd name="connsiteY95" fmla="*/ 259554 h 260086"/>
              <a:gd name="connsiteX96" fmla="*/ 544816 w 765852"/>
              <a:gd name="connsiteY96" fmla="*/ 204613 h 260086"/>
              <a:gd name="connsiteX97" fmla="*/ 564923 w 765852"/>
              <a:gd name="connsiteY97" fmla="*/ 204613 h 260086"/>
              <a:gd name="connsiteX98" fmla="*/ 564923 w 765852"/>
              <a:gd name="connsiteY98" fmla="*/ 259554 h 260086"/>
              <a:gd name="connsiteX99" fmla="*/ 572633 w 765852"/>
              <a:gd name="connsiteY99" fmla="*/ 259554 h 260086"/>
              <a:gd name="connsiteX100" fmla="*/ 572633 w 765852"/>
              <a:gd name="connsiteY100" fmla="*/ 204613 h 260086"/>
              <a:gd name="connsiteX101" fmla="*/ 592740 w 765852"/>
              <a:gd name="connsiteY101" fmla="*/ 204613 h 260086"/>
              <a:gd name="connsiteX102" fmla="*/ 592740 w 765852"/>
              <a:gd name="connsiteY102" fmla="*/ 197523 h 260086"/>
              <a:gd name="connsiteX103" fmla="*/ 544816 w 765852"/>
              <a:gd name="connsiteY103" fmla="*/ 197523 h 260086"/>
              <a:gd name="connsiteX104" fmla="*/ 544816 w 765852"/>
              <a:gd name="connsiteY104" fmla="*/ 204613 h 260086"/>
              <a:gd name="connsiteX105" fmla="*/ 287389 w 765852"/>
              <a:gd name="connsiteY105" fmla="*/ 2119 h 260086"/>
              <a:gd name="connsiteX106" fmla="*/ 345234 w 765852"/>
              <a:gd name="connsiteY106" fmla="*/ 140105 h 260086"/>
              <a:gd name="connsiteX107" fmla="*/ 381413 w 765852"/>
              <a:gd name="connsiteY107" fmla="*/ 166796 h 260086"/>
              <a:gd name="connsiteX108" fmla="*/ 382899 w 765852"/>
              <a:gd name="connsiteY108" fmla="*/ 166796 h 260086"/>
              <a:gd name="connsiteX109" fmla="*/ 316692 w 765852"/>
              <a:gd name="connsiteY109" fmla="*/ 2119 h 260086"/>
              <a:gd name="connsiteX110" fmla="*/ 287389 w 765852"/>
              <a:gd name="connsiteY110" fmla="*/ 2119 h 260086"/>
              <a:gd name="connsiteX111" fmla="*/ 443549 w 765852"/>
              <a:gd name="connsiteY111" fmla="*/ 199871 h 260086"/>
              <a:gd name="connsiteX112" fmla="*/ 432739 w 765852"/>
              <a:gd name="connsiteY112" fmla="*/ 197523 h 260086"/>
              <a:gd name="connsiteX113" fmla="*/ 408910 w 765852"/>
              <a:gd name="connsiteY113" fmla="*/ 197523 h 260086"/>
              <a:gd name="connsiteX114" fmla="*/ 408910 w 765852"/>
              <a:gd name="connsiteY114" fmla="*/ 259554 h 260086"/>
              <a:gd name="connsiteX115" fmla="*/ 416621 w 765852"/>
              <a:gd name="connsiteY115" fmla="*/ 259554 h 260086"/>
              <a:gd name="connsiteX116" fmla="*/ 416621 w 765852"/>
              <a:gd name="connsiteY116" fmla="*/ 235716 h 260086"/>
              <a:gd name="connsiteX117" fmla="*/ 432748 w 765852"/>
              <a:gd name="connsiteY117" fmla="*/ 235716 h 260086"/>
              <a:gd name="connsiteX118" fmla="*/ 443512 w 765852"/>
              <a:gd name="connsiteY118" fmla="*/ 233368 h 260086"/>
              <a:gd name="connsiteX119" fmla="*/ 450728 w 765852"/>
              <a:gd name="connsiteY119" fmla="*/ 226681 h 260086"/>
              <a:gd name="connsiteX120" fmla="*/ 453295 w 765852"/>
              <a:gd name="connsiteY120" fmla="*/ 216583 h 260086"/>
              <a:gd name="connsiteX121" fmla="*/ 450774 w 765852"/>
              <a:gd name="connsiteY121" fmla="*/ 206521 h 260086"/>
              <a:gd name="connsiteX122" fmla="*/ 443558 w 765852"/>
              <a:gd name="connsiteY122" fmla="*/ 199871 h 260086"/>
              <a:gd name="connsiteX123" fmla="*/ 441779 w 765852"/>
              <a:gd name="connsiteY123" fmla="*/ 225351 h 260086"/>
              <a:gd name="connsiteX124" fmla="*/ 432033 w 765852"/>
              <a:gd name="connsiteY124" fmla="*/ 228635 h 260086"/>
              <a:gd name="connsiteX125" fmla="*/ 416621 w 765852"/>
              <a:gd name="connsiteY125" fmla="*/ 228635 h 260086"/>
              <a:gd name="connsiteX126" fmla="*/ 416621 w 765852"/>
              <a:gd name="connsiteY126" fmla="*/ 204622 h 260086"/>
              <a:gd name="connsiteX127" fmla="*/ 432125 w 765852"/>
              <a:gd name="connsiteY127" fmla="*/ 204622 h 260086"/>
              <a:gd name="connsiteX128" fmla="*/ 441825 w 765852"/>
              <a:gd name="connsiteY128" fmla="*/ 207860 h 260086"/>
              <a:gd name="connsiteX129" fmla="*/ 445410 w 765852"/>
              <a:gd name="connsiteY129" fmla="*/ 216592 h 260086"/>
              <a:gd name="connsiteX130" fmla="*/ 441779 w 765852"/>
              <a:gd name="connsiteY130" fmla="*/ 225361 h 260086"/>
              <a:gd name="connsiteX131" fmla="*/ 382889 w 765852"/>
              <a:gd name="connsiteY131" fmla="*/ 166805 h 260086"/>
              <a:gd name="connsiteX132" fmla="*/ 384375 w 765852"/>
              <a:gd name="connsiteY132" fmla="*/ 166805 h 260086"/>
              <a:gd name="connsiteX133" fmla="*/ 420554 w 765852"/>
              <a:gd name="connsiteY133" fmla="*/ 140114 h 260086"/>
              <a:gd name="connsiteX134" fmla="*/ 478399 w 765852"/>
              <a:gd name="connsiteY134" fmla="*/ 2128 h 260086"/>
              <a:gd name="connsiteX135" fmla="*/ 449096 w 765852"/>
              <a:gd name="connsiteY135" fmla="*/ 2128 h 260086"/>
              <a:gd name="connsiteX136" fmla="*/ 382889 w 765852"/>
              <a:gd name="connsiteY136" fmla="*/ 166814 h 260086"/>
              <a:gd name="connsiteX137" fmla="*/ 644368 w 765852"/>
              <a:gd name="connsiteY137" fmla="*/ 197523 h 260086"/>
              <a:gd name="connsiteX138" fmla="*/ 620714 w 765852"/>
              <a:gd name="connsiteY138" fmla="*/ 259554 h 260086"/>
              <a:gd name="connsiteX139" fmla="*/ 628690 w 765852"/>
              <a:gd name="connsiteY139" fmla="*/ 259554 h 260086"/>
              <a:gd name="connsiteX140" fmla="*/ 635246 w 765852"/>
              <a:gd name="connsiteY140" fmla="*/ 242806 h 260086"/>
              <a:gd name="connsiteX141" fmla="*/ 662266 w 765852"/>
              <a:gd name="connsiteY141" fmla="*/ 242806 h 260086"/>
              <a:gd name="connsiteX142" fmla="*/ 668821 w 765852"/>
              <a:gd name="connsiteY142" fmla="*/ 259554 h 260086"/>
              <a:gd name="connsiteX143" fmla="*/ 677055 w 765852"/>
              <a:gd name="connsiteY143" fmla="*/ 259554 h 260086"/>
              <a:gd name="connsiteX144" fmla="*/ 653491 w 765852"/>
              <a:gd name="connsiteY144" fmla="*/ 197523 h 260086"/>
              <a:gd name="connsiteX145" fmla="*/ 644368 w 765852"/>
              <a:gd name="connsiteY145" fmla="*/ 197523 h 260086"/>
              <a:gd name="connsiteX146" fmla="*/ 637547 w 765852"/>
              <a:gd name="connsiteY146" fmla="*/ 235808 h 260086"/>
              <a:gd name="connsiteX147" fmla="*/ 648705 w 765852"/>
              <a:gd name="connsiteY147" fmla="*/ 205943 h 260086"/>
              <a:gd name="connsiteX148" fmla="*/ 659955 w 765852"/>
              <a:gd name="connsiteY148" fmla="*/ 235808 h 260086"/>
              <a:gd name="connsiteX149" fmla="*/ 637538 w 765852"/>
              <a:gd name="connsiteY149" fmla="*/ 235808 h 260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</a:cxnLst>
            <a:rect l="l" t="t" r="r" b="b"/>
            <a:pathLst>
              <a:path w="765852" h="260086">
                <a:moveTo>
                  <a:pt x="739575" y="143884"/>
                </a:moveTo>
                <a:cubicBezTo>
                  <a:pt x="756519" y="128906"/>
                  <a:pt x="765852" y="107425"/>
                  <a:pt x="765852" y="83403"/>
                </a:cubicBezTo>
                <a:cubicBezTo>
                  <a:pt x="765852" y="59381"/>
                  <a:pt x="756519" y="37899"/>
                  <a:pt x="739575" y="22921"/>
                </a:cubicBezTo>
                <a:cubicBezTo>
                  <a:pt x="722613" y="7925"/>
                  <a:pt x="699307" y="0"/>
                  <a:pt x="672177" y="0"/>
                </a:cubicBezTo>
                <a:cubicBezTo>
                  <a:pt x="645047" y="0"/>
                  <a:pt x="621740" y="7925"/>
                  <a:pt x="604779" y="22921"/>
                </a:cubicBezTo>
                <a:cubicBezTo>
                  <a:pt x="587835" y="37899"/>
                  <a:pt x="578501" y="59381"/>
                  <a:pt x="578501" y="83403"/>
                </a:cubicBezTo>
                <a:cubicBezTo>
                  <a:pt x="578501" y="107425"/>
                  <a:pt x="587835" y="128906"/>
                  <a:pt x="604779" y="143884"/>
                </a:cubicBezTo>
                <a:cubicBezTo>
                  <a:pt x="621740" y="158881"/>
                  <a:pt x="645047" y="166805"/>
                  <a:pt x="672177" y="166805"/>
                </a:cubicBezTo>
                <a:cubicBezTo>
                  <a:pt x="699307" y="166805"/>
                  <a:pt x="722613" y="158881"/>
                  <a:pt x="739575" y="143884"/>
                </a:cubicBezTo>
                <a:close/>
                <a:moveTo>
                  <a:pt x="604595" y="83403"/>
                </a:moveTo>
                <a:cubicBezTo>
                  <a:pt x="604595" y="66489"/>
                  <a:pt x="610821" y="52135"/>
                  <a:pt x="622611" y="41871"/>
                </a:cubicBezTo>
                <a:cubicBezTo>
                  <a:pt x="634751" y="31305"/>
                  <a:pt x="651887" y="25719"/>
                  <a:pt x="672177" y="25719"/>
                </a:cubicBezTo>
                <a:cubicBezTo>
                  <a:pt x="692467" y="25719"/>
                  <a:pt x="709603" y="31305"/>
                  <a:pt x="721742" y="41871"/>
                </a:cubicBezTo>
                <a:cubicBezTo>
                  <a:pt x="733524" y="52126"/>
                  <a:pt x="739759" y="66489"/>
                  <a:pt x="739759" y="83403"/>
                </a:cubicBezTo>
                <a:cubicBezTo>
                  <a:pt x="739759" y="100316"/>
                  <a:pt x="733533" y="114671"/>
                  <a:pt x="721742" y="124934"/>
                </a:cubicBezTo>
                <a:cubicBezTo>
                  <a:pt x="709603" y="135501"/>
                  <a:pt x="692467" y="141077"/>
                  <a:pt x="672177" y="141077"/>
                </a:cubicBezTo>
                <a:cubicBezTo>
                  <a:pt x="651887" y="141077"/>
                  <a:pt x="634741" y="135491"/>
                  <a:pt x="622611" y="124934"/>
                </a:cubicBezTo>
                <a:cubicBezTo>
                  <a:pt x="610830" y="114671"/>
                  <a:pt x="604595" y="100316"/>
                  <a:pt x="604595" y="83403"/>
                </a:cubicBezTo>
                <a:close/>
                <a:moveTo>
                  <a:pt x="238310" y="207181"/>
                </a:moveTo>
                <a:cubicBezTo>
                  <a:pt x="241556" y="205118"/>
                  <a:pt x="245306" y="204081"/>
                  <a:pt x="249560" y="204081"/>
                </a:cubicBezTo>
                <a:cubicBezTo>
                  <a:pt x="254282" y="204081"/>
                  <a:pt x="258288" y="205292"/>
                  <a:pt x="261562" y="207713"/>
                </a:cubicBezTo>
                <a:cubicBezTo>
                  <a:pt x="264835" y="210135"/>
                  <a:pt x="267035" y="213501"/>
                  <a:pt x="268163" y="217812"/>
                </a:cubicBezTo>
                <a:lnTo>
                  <a:pt x="275874" y="217812"/>
                </a:lnTo>
                <a:cubicBezTo>
                  <a:pt x="274691" y="211373"/>
                  <a:pt x="271784" y="206292"/>
                  <a:pt x="267145" y="202568"/>
                </a:cubicBezTo>
                <a:cubicBezTo>
                  <a:pt x="262506" y="198844"/>
                  <a:pt x="256766" y="196982"/>
                  <a:pt x="249917" y="196982"/>
                </a:cubicBezTo>
                <a:cubicBezTo>
                  <a:pt x="244013" y="196982"/>
                  <a:pt x="238814" y="198293"/>
                  <a:pt x="234322" y="200926"/>
                </a:cubicBezTo>
                <a:cubicBezTo>
                  <a:pt x="229838" y="203558"/>
                  <a:pt x="226382" y="207264"/>
                  <a:pt x="223961" y="212052"/>
                </a:cubicBezTo>
                <a:cubicBezTo>
                  <a:pt x="221541" y="216840"/>
                  <a:pt x="220330" y="222334"/>
                  <a:pt x="220330" y="228534"/>
                </a:cubicBezTo>
                <a:cubicBezTo>
                  <a:pt x="220330" y="234734"/>
                  <a:pt x="221541" y="240302"/>
                  <a:pt x="223961" y="245062"/>
                </a:cubicBezTo>
                <a:cubicBezTo>
                  <a:pt x="226382" y="249823"/>
                  <a:pt x="229838" y="253510"/>
                  <a:pt x="234322" y="256142"/>
                </a:cubicBezTo>
                <a:cubicBezTo>
                  <a:pt x="238805" y="258775"/>
                  <a:pt x="244004" y="260086"/>
                  <a:pt x="249917" y="260086"/>
                </a:cubicBezTo>
                <a:cubicBezTo>
                  <a:pt x="256831" y="260086"/>
                  <a:pt x="262570" y="258224"/>
                  <a:pt x="267145" y="254501"/>
                </a:cubicBezTo>
                <a:cubicBezTo>
                  <a:pt x="271720" y="250777"/>
                  <a:pt x="274599" y="245695"/>
                  <a:pt x="275782" y="239256"/>
                </a:cubicBezTo>
                <a:lnTo>
                  <a:pt x="268071" y="239256"/>
                </a:lnTo>
                <a:cubicBezTo>
                  <a:pt x="266888" y="243631"/>
                  <a:pt x="264706" y="247007"/>
                  <a:pt x="261516" y="249401"/>
                </a:cubicBezTo>
                <a:cubicBezTo>
                  <a:pt x="258325" y="251795"/>
                  <a:pt x="254337" y="252987"/>
                  <a:pt x="249560" y="252987"/>
                </a:cubicBezTo>
                <a:cubicBezTo>
                  <a:pt x="245306" y="252987"/>
                  <a:pt x="241556" y="251951"/>
                  <a:pt x="238310" y="249887"/>
                </a:cubicBezTo>
                <a:cubicBezTo>
                  <a:pt x="235064" y="247823"/>
                  <a:pt x="232561" y="244925"/>
                  <a:pt x="230828" y="241201"/>
                </a:cubicBezTo>
                <a:cubicBezTo>
                  <a:pt x="229086" y="237477"/>
                  <a:pt x="228215" y="233258"/>
                  <a:pt x="228215" y="228525"/>
                </a:cubicBezTo>
                <a:cubicBezTo>
                  <a:pt x="228215" y="223792"/>
                  <a:pt x="229086" y="219499"/>
                  <a:pt x="230828" y="215812"/>
                </a:cubicBezTo>
                <a:cubicBezTo>
                  <a:pt x="232570" y="212125"/>
                  <a:pt x="235064" y="209245"/>
                  <a:pt x="238310" y="207172"/>
                </a:cubicBezTo>
                <a:close/>
                <a:moveTo>
                  <a:pt x="335580" y="197523"/>
                </a:moveTo>
                <a:lnTo>
                  <a:pt x="311925" y="259554"/>
                </a:lnTo>
                <a:lnTo>
                  <a:pt x="319892" y="259554"/>
                </a:lnTo>
                <a:lnTo>
                  <a:pt x="326448" y="242806"/>
                </a:lnTo>
                <a:lnTo>
                  <a:pt x="353467" y="242806"/>
                </a:lnTo>
                <a:lnTo>
                  <a:pt x="360023" y="259554"/>
                </a:lnTo>
                <a:lnTo>
                  <a:pt x="368256" y="259554"/>
                </a:lnTo>
                <a:lnTo>
                  <a:pt x="344693" y="197523"/>
                </a:lnTo>
                <a:lnTo>
                  <a:pt x="335570" y="197523"/>
                </a:lnTo>
                <a:close/>
                <a:moveTo>
                  <a:pt x="328758" y="235808"/>
                </a:moveTo>
                <a:lnTo>
                  <a:pt x="339916" y="205943"/>
                </a:lnTo>
                <a:lnTo>
                  <a:pt x="351166" y="235808"/>
                </a:lnTo>
                <a:lnTo>
                  <a:pt x="328749" y="235808"/>
                </a:lnTo>
                <a:close/>
                <a:moveTo>
                  <a:pt x="725437" y="197523"/>
                </a:moveTo>
                <a:lnTo>
                  <a:pt x="717736" y="197523"/>
                </a:lnTo>
                <a:lnTo>
                  <a:pt x="717736" y="259554"/>
                </a:lnTo>
                <a:lnTo>
                  <a:pt x="753704" y="259554"/>
                </a:lnTo>
                <a:lnTo>
                  <a:pt x="753704" y="252464"/>
                </a:lnTo>
                <a:lnTo>
                  <a:pt x="725446" y="252464"/>
                </a:lnTo>
                <a:lnTo>
                  <a:pt x="725446" y="197523"/>
                </a:lnTo>
                <a:close/>
                <a:moveTo>
                  <a:pt x="250953" y="2119"/>
                </a:moveTo>
                <a:lnTo>
                  <a:pt x="225566" y="2119"/>
                </a:lnTo>
                <a:lnTo>
                  <a:pt x="225566" y="164677"/>
                </a:lnTo>
                <a:lnTo>
                  <a:pt x="250953" y="164677"/>
                </a:lnTo>
                <a:lnTo>
                  <a:pt x="250953" y="2119"/>
                </a:lnTo>
                <a:close/>
                <a:moveTo>
                  <a:pt x="80592" y="62692"/>
                </a:moveTo>
                <a:lnTo>
                  <a:pt x="80592" y="164687"/>
                </a:lnTo>
                <a:cubicBezTo>
                  <a:pt x="80592" y="164687"/>
                  <a:pt x="106732" y="164687"/>
                  <a:pt x="106732" y="164687"/>
                </a:cubicBezTo>
                <a:lnTo>
                  <a:pt x="106713" y="62692"/>
                </a:lnTo>
                <a:cubicBezTo>
                  <a:pt x="106713" y="50282"/>
                  <a:pt x="102707" y="38523"/>
                  <a:pt x="95124" y="28700"/>
                </a:cubicBezTo>
                <a:lnTo>
                  <a:pt x="93648" y="26792"/>
                </a:lnTo>
                <a:lnTo>
                  <a:pt x="92172" y="28700"/>
                </a:lnTo>
                <a:cubicBezTo>
                  <a:pt x="84589" y="38523"/>
                  <a:pt x="80583" y="50273"/>
                  <a:pt x="80583" y="62692"/>
                </a:cubicBezTo>
                <a:close/>
                <a:moveTo>
                  <a:pt x="47273" y="2119"/>
                </a:moveTo>
                <a:lnTo>
                  <a:pt x="0" y="2119"/>
                </a:lnTo>
                <a:lnTo>
                  <a:pt x="0" y="26792"/>
                </a:lnTo>
                <a:lnTo>
                  <a:pt x="93648" y="26792"/>
                </a:lnTo>
                <a:lnTo>
                  <a:pt x="91328" y="23793"/>
                </a:lnTo>
                <a:cubicBezTo>
                  <a:pt x="80693" y="10025"/>
                  <a:pt x="64629" y="2119"/>
                  <a:pt x="47273" y="2119"/>
                </a:cubicBezTo>
                <a:close/>
                <a:moveTo>
                  <a:pt x="95968" y="23793"/>
                </a:moveTo>
                <a:lnTo>
                  <a:pt x="93648" y="26792"/>
                </a:lnTo>
                <a:lnTo>
                  <a:pt x="187296" y="26792"/>
                </a:lnTo>
                <a:lnTo>
                  <a:pt x="187296" y="2119"/>
                </a:lnTo>
                <a:lnTo>
                  <a:pt x="140023" y="2119"/>
                </a:lnTo>
                <a:cubicBezTo>
                  <a:pt x="122657" y="2119"/>
                  <a:pt x="106603" y="10016"/>
                  <a:pt x="95958" y="23793"/>
                </a:cubicBezTo>
                <a:close/>
                <a:moveTo>
                  <a:pt x="514844" y="164677"/>
                </a:moveTo>
                <a:lnTo>
                  <a:pt x="540232" y="164677"/>
                </a:lnTo>
                <a:lnTo>
                  <a:pt x="540232" y="2119"/>
                </a:lnTo>
                <a:lnTo>
                  <a:pt x="514844" y="2119"/>
                </a:lnTo>
                <a:lnTo>
                  <a:pt x="514844" y="164677"/>
                </a:lnTo>
                <a:close/>
                <a:moveTo>
                  <a:pt x="495205" y="259554"/>
                </a:moveTo>
                <a:lnTo>
                  <a:pt x="502915" y="259554"/>
                </a:lnTo>
                <a:lnTo>
                  <a:pt x="502915" y="197523"/>
                </a:lnTo>
                <a:lnTo>
                  <a:pt x="495205" y="197523"/>
                </a:lnTo>
                <a:lnTo>
                  <a:pt x="495205" y="259554"/>
                </a:lnTo>
                <a:close/>
                <a:moveTo>
                  <a:pt x="544816" y="204613"/>
                </a:moveTo>
                <a:lnTo>
                  <a:pt x="564923" y="204613"/>
                </a:lnTo>
                <a:lnTo>
                  <a:pt x="564923" y="259554"/>
                </a:lnTo>
                <a:lnTo>
                  <a:pt x="572633" y="259554"/>
                </a:lnTo>
                <a:lnTo>
                  <a:pt x="572633" y="204613"/>
                </a:lnTo>
                <a:lnTo>
                  <a:pt x="592740" y="204613"/>
                </a:lnTo>
                <a:lnTo>
                  <a:pt x="592740" y="197523"/>
                </a:lnTo>
                <a:lnTo>
                  <a:pt x="544816" y="197523"/>
                </a:lnTo>
                <a:lnTo>
                  <a:pt x="544816" y="204613"/>
                </a:lnTo>
                <a:close/>
                <a:moveTo>
                  <a:pt x="287389" y="2119"/>
                </a:moveTo>
                <a:cubicBezTo>
                  <a:pt x="287389" y="2119"/>
                  <a:pt x="335680" y="117220"/>
                  <a:pt x="345234" y="140105"/>
                </a:cubicBezTo>
                <a:cubicBezTo>
                  <a:pt x="356374" y="166796"/>
                  <a:pt x="374464" y="166796"/>
                  <a:pt x="381413" y="166796"/>
                </a:cubicBezTo>
                <a:lnTo>
                  <a:pt x="382899" y="166796"/>
                </a:lnTo>
                <a:lnTo>
                  <a:pt x="316692" y="2119"/>
                </a:lnTo>
                <a:lnTo>
                  <a:pt x="287389" y="2119"/>
                </a:lnTo>
                <a:close/>
                <a:moveTo>
                  <a:pt x="443549" y="199871"/>
                </a:moveTo>
                <a:cubicBezTo>
                  <a:pt x="440413" y="198303"/>
                  <a:pt x="436819" y="197523"/>
                  <a:pt x="432739" y="197523"/>
                </a:cubicBezTo>
                <a:lnTo>
                  <a:pt x="408910" y="197523"/>
                </a:lnTo>
                <a:lnTo>
                  <a:pt x="408910" y="259554"/>
                </a:lnTo>
                <a:lnTo>
                  <a:pt x="416621" y="259554"/>
                </a:lnTo>
                <a:lnTo>
                  <a:pt x="416621" y="235716"/>
                </a:lnTo>
                <a:lnTo>
                  <a:pt x="432748" y="235716"/>
                </a:lnTo>
                <a:cubicBezTo>
                  <a:pt x="436819" y="235716"/>
                  <a:pt x="440413" y="234936"/>
                  <a:pt x="443512" y="233368"/>
                </a:cubicBezTo>
                <a:cubicBezTo>
                  <a:pt x="446611" y="231799"/>
                  <a:pt x="449013" y="229571"/>
                  <a:pt x="450728" y="226681"/>
                </a:cubicBezTo>
                <a:cubicBezTo>
                  <a:pt x="452442" y="223783"/>
                  <a:pt x="453295" y="220417"/>
                  <a:pt x="453295" y="216583"/>
                </a:cubicBezTo>
                <a:cubicBezTo>
                  <a:pt x="453295" y="212749"/>
                  <a:pt x="452452" y="209392"/>
                  <a:pt x="450774" y="206521"/>
                </a:cubicBezTo>
                <a:cubicBezTo>
                  <a:pt x="449087" y="203659"/>
                  <a:pt x="446685" y="201439"/>
                  <a:pt x="443558" y="199871"/>
                </a:cubicBezTo>
                <a:close/>
                <a:moveTo>
                  <a:pt x="441779" y="225351"/>
                </a:moveTo>
                <a:cubicBezTo>
                  <a:pt x="439359" y="227534"/>
                  <a:pt x="436113" y="228635"/>
                  <a:pt x="432033" y="228635"/>
                </a:cubicBezTo>
                <a:lnTo>
                  <a:pt x="416621" y="228635"/>
                </a:lnTo>
                <a:lnTo>
                  <a:pt x="416621" y="204622"/>
                </a:lnTo>
                <a:lnTo>
                  <a:pt x="432125" y="204622"/>
                </a:lnTo>
                <a:cubicBezTo>
                  <a:pt x="436196" y="204622"/>
                  <a:pt x="439432" y="205705"/>
                  <a:pt x="441825" y="207860"/>
                </a:cubicBezTo>
                <a:cubicBezTo>
                  <a:pt x="444218" y="210015"/>
                  <a:pt x="445410" y="212923"/>
                  <a:pt x="445410" y="216592"/>
                </a:cubicBezTo>
                <a:cubicBezTo>
                  <a:pt x="445410" y="220261"/>
                  <a:pt x="444200" y="223178"/>
                  <a:pt x="441779" y="225361"/>
                </a:cubicBezTo>
                <a:close/>
                <a:moveTo>
                  <a:pt x="382889" y="166805"/>
                </a:moveTo>
                <a:lnTo>
                  <a:pt x="384375" y="166805"/>
                </a:lnTo>
                <a:cubicBezTo>
                  <a:pt x="391334" y="166805"/>
                  <a:pt x="409423" y="166805"/>
                  <a:pt x="420554" y="140114"/>
                </a:cubicBezTo>
                <a:cubicBezTo>
                  <a:pt x="430099" y="117230"/>
                  <a:pt x="478399" y="2128"/>
                  <a:pt x="478399" y="2128"/>
                </a:cubicBezTo>
                <a:lnTo>
                  <a:pt x="449096" y="2128"/>
                </a:lnTo>
                <a:lnTo>
                  <a:pt x="382889" y="166814"/>
                </a:lnTo>
                <a:close/>
                <a:moveTo>
                  <a:pt x="644368" y="197523"/>
                </a:moveTo>
                <a:lnTo>
                  <a:pt x="620714" y="259554"/>
                </a:lnTo>
                <a:lnTo>
                  <a:pt x="628690" y="259554"/>
                </a:lnTo>
                <a:lnTo>
                  <a:pt x="635246" y="242806"/>
                </a:lnTo>
                <a:lnTo>
                  <a:pt x="662266" y="242806"/>
                </a:lnTo>
                <a:lnTo>
                  <a:pt x="668821" y="259554"/>
                </a:lnTo>
                <a:lnTo>
                  <a:pt x="677055" y="259554"/>
                </a:lnTo>
                <a:lnTo>
                  <a:pt x="653491" y="197523"/>
                </a:lnTo>
                <a:lnTo>
                  <a:pt x="644368" y="197523"/>
                </a:lnTo>
                <a:close/>
                <a:moveTo>
                  <a:pt x="637547" y="235808"/>
                </a:moveTo>
                <a:lnTo>
                  <a:pt x="648705" y="205943"/>
                </a:lnTo>
                <a:lnTo>
                  <a:pt x="659955" y="235808"/>
                </a:lnTo>
                <a:lnTo>
                  <a:pt x="637538" y="235808"/>
                </a:lnTo>
                <a:close/>
              </a:path>
            </a:pathLst>
          </a:custGeom>
          <a:solidFill>
            <a:schemeClr val="bg1"/>
          </a:solidFill>
          <a:ln w="1061" cap="flat">
            <a:noFill/>
            <a:prstDash val="solid"/>
            <a:miter/>
          </a:ln>
        </p:spPr>
        <p:txBody>
          <a:bodyPr rtlCol="0" anchor="ctr"/>
          <a:lstStyle/>
          <a:p>
            <a:endParaRPr lang="pt-BR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165701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65">
          <p15:clr>
            <a:srgbClr val="FBAE40"/>
          </p15:clr>
        </p15:guide>
        <p15:guide id="2" pos="211">
          <p15:clr>
            <a:srgbClr val="FBAE40"/>
          </p15:clr>
        </p15:guide>
        <p15:guide id="3" orient="horz" pos="3997">
          <p15:clr>
            <a:srgbClr val="FBAE40"/>
          </p15:clr>
        </p15:guide>
        <p15:guide id="4" pos="7469">
          <p15:clr>
            <a:srgbClr val="FBAE40"/>
          </p15:clr>
        </p15:guide>
        <p15:guide id="5" orient="horz" pos="232">
          <p15:clr>
            <a:srgbClr val="FBAE40"/>
          </p15:clr>
        </p15:guide>
        <p15:guide id="6" orient="horz" pos="504">
          <p15:clr>
            <a:srgbClr val="FBAE40"/>
          </p15:clr>
        </p15:guide>
        <p15:guide id="7" orient="horz" pos="799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Índice - High Grade - 10 títulos">
    <p:bg>
      <p:bgPr>
        <a:gradFill>
          <a:gsLst>
            <a:gs pos="81000">
              <a:schemeClr val="tx1">
                <a:lumMod val="85000"/>
                <a:lumOff val="15000"/>
              </a:schemeClr>
            </a:gs>
            <a:gs pos="100000">
              <a:schemeClr val="tx1">
                <a:lumMod val="95000"/>
                <a:lumOff val="5000"/>
              </a:schemeClr>
            </a:gs>
            <a:gs pos="0">
              <a:schemeClr val="accent1"/>
            </a:gs>
          </a:gsLst>
          <a:lin ang="7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Espaço Reservado para Número de Slide 5">
            <a:extLst>
              <a:ext uri="{FF2B5EF4-FFF2-40B4-BE49-F238E27FC236}">
                <a16:creationId xmlns:a16="http://schemas.microsoft.com/office/drawing/2014/main" id="{8B43B5D6-9411-2916-3463-C0BBC4CE3A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61763" y="6480822"/>
            <a:ext cx="295275" cy="1692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defRPr sz="1100">
                <a:solidFill>
                  <a:schemeClr val="bg1"/>
                </a:solidFill>
                <a:latin typeface="Versos" panose="020B0503020204030204" pitchFamily="34" charset="0"/>
                <a:cs typeface="Versos" panose="020B0503020204030204" pitchFamily="34" charset="0"/>
              </a:defRPr>
            </a:lvl1pPr>
          </a:lstStyle>
          <a:p>
            <a:fld id="{77667D73-C69A-4DAA-9003-24A825D36FE9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95" name="Text Placeholder 3">
            <a:extLst>
              <a:ext uri="{FF2B5EF4-FFF2-40B4-BE49-F238E27FC236}">
                <a16:creationId xmlns:a16="http://schemas.microsoft.com/office/drawing/2014/main" id="{1F9E0DEB-08E9-5248-44F9-9916F0925C8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63" y="368300"/>
            <a:ext cx="10183813" cy="4308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800">
                <a:solidFill>
                  <a:schemeClr val="bg1"/>
                </a:solidFill>
              </a:defRPr>
            </a:lvl1pPr>
          </a:lstStyle>
          <a:p>
            <a:pPr lvl="0"/>
            <a:r>
              <a:rPr lang="pt-BR"/>
              <a:t>Índice | Até 10 títulos</a:t>
            </a:r>
            <a:endParaRPr lang="en-US"/>
          </a:p>
        </p:txBody>
      </p:sp>
      <p:sp>
        <p:nvSpPr>
          <p:cNvPr id="96" name="Text Placeholder 10">
            <a:extLst>
              <a:ext uri="{FF2B5EF4-FFF2-40B4-BE49-F238E27FC236}">
                <a16:creationId xmlns:a16="http://schemas.microsoft.com/office/drawing/2014/main" id="{86EE135B-8461-A8E5-B808-1CCC5F3ABF3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4963" y="6482556"/>
            <a:ext cx="10980000" cy="138499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defRPr sz="900" baseline="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900">
                <a:latin typeface="Versos Light" panose="020B0403020204030204" pitchFamily="34" charset="0"/>
              </a:defRPr>
            </a:lvl2pPr>
            <a:lvl3pPr>
              <a:defRPr sz="900">
                <a:latin typeface="Versos Light" panose="020B0403020204030204" pitchFamily="34" charset="0"/>
              </a:defRPr>
            </a:lvl3pPr>
            <a:lvl4pPr>
              <a:defRPr sz="900">
                <a:latin typeface="Versos Light" panose="020B0403020204030204" pitchFamily="34" charset="0"/>
              </a:defRPr>
            </a:lvl4pPr>
            <a:lvl5pPr>
              <a:defRPr sz="900">
                <a:latin typeface="Versos Light" panose="020B0403020204030204" pitchFamily="34" charset="0"/>
              </a:defRPr>
            </a:lvl5pPr>
          </a:lstStyle>
          <a:p>
            <a:pPr lvl="0"/>
            <a:r>
              <a:rPr lang="en-US"/>
              <a:t>Fonte:</a:t>
            </a:r>
            <a:endParaRPr lang="pt-BR"/>
          </a:p>
        </p:txBody>
      </p:sp>
      <p:sp>
        <p:nvSpPr>
          <p:cNvPr id="97" name="Text Placeholder 21">
            <a:extLst>
              <a:ext uri="{FF2B5EF4-FFF2-40B4-BE49-F238E27FC236}">
                <a16:creationId xmlns:a16="http://schemas.microsoft.com/office/drawing/2014/main" id="{C68EECD8-4868-C403-065A-798C94914B2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217549" y="1340437"/>
            <a:ext cx="4304945" cy="369332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2400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1800">
                <a:latin typeface="Versos" panose="020B0503020204030204" pitchFamily="34" charset="0"/>
              </a:defRPr>
            </a:lvl2pPr>
            <a:lvl3pPr>
              <a:defRPr sz="1800">
                <a:latin typeface="Versos" panose="020B0503020204030204" pitchFamily="34" charset="0"/>
              </a:defRPr>
            </a:lvl3pPr>
            <a:lvl4pPr>
              <a:defRPr sz="1800">
                <a:latin typeface="Versos" panose="020B0503020204030204" pitchFamily="34" charset="0"/>
              </a:defRPr>
            </a:lvl4pPr>
            <a:lvl5pPr>
              <a:defRPr sz="18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 err="1"/>
              <a:t>Assunto</a:t>
            </a:r>
            <a:endParaRPr lang="pt-BR"/>
          </a:p>
        </p:txBody>
      </p:sp>
      <p:sp>
        <p:nvSpPr>
          <p:cNvPr id="98" name="Text Placeholder 21">
            <a:extLst>
              <a:ext uri="{FF2B5EF4-FFF2-40B4-BE49-F238E27FC236}">
                <a16:creationId xmlns:a16="http://schemas.microsoft.com/office/drawing/2014/main" id="{377F7479-B5E7-D307-06B9-71E3BA37F3E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217549" y="2266421"/>
            <a:ext cx="4304945" cy="369332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2400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1800">
                <a:latin typeface="Versos" panose="020B0503020204030204" pitchFamily="34" charset="0"/>
              </a:defRPr>
            </a:lvl2pPr>
            <a:lvl3pPr>
              <a:defRPr sz="1800">
                <a:latin typeface="Versos" panose="020B0503020204030204" pitchFamily="34" charset="0"/>
              </a:defRPr>
            </a:lvl3pPr>
            <a:lvl4pPr>
              <a:defRPr sz="1800">
                <a:latin typeface="Versos" panose="020B0503020204030204" pitchFamily="34" charset="0"/>
              </a:defRPr>
            </a:lvl4pPr>
            <a:lvl5pPr>
              <a:defRPr sz="18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 err="1"/>
              <a:t>Assunto</a:t>
            </a:r>
            <a:endParaRPr lang="pt-BR"/>
          </a:p>
        </p:txBody>
      </p:sp>
      <p:sp>
        <p:nvSpPr>
          <p:cNvPr id="99" name="Text Placeholder 21">
            <a:extLst>
              <a:ext uri="{FF2B5EF4-FFF2-40B4-BE49-F238E27FC236}">
                <a16:creationId xmlns:a16="http://schemas.microsoft.com/office/drawing/2014/main" id="{A9CB3A34-F081-C677-A00F-67C1873C062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217549" y="3279695"/>
            <a:ext cx="4304945" cy="369332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2400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1800">
                <a:latin typeface="Versos" panose="020B0503020204030204" pitchFamily="34" charset="0"/>
              </a:defRPr>
            </a:lvl2pPr>
            <a:lvl3pPr>
              <a:defRPr sz="1800">
                <a:latin typeface="Versos" panose="020B0503020204030204" pitchFamily="34" charset="0"/>
              </a:defRPr>
            </a:lvl3pPr>
            <a:lvl4pPr>
              <a:defRPr sz="1800">
                <a:latin typeface="Versos" panose="020B0503020204030204" pitchFamily="34" charset="0"/>
              </a:defRPr>
            </a:lvl4pPr>
            <a:lvl5pPr>
              <a:defRPr sz="18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 err="1"/>
              <a:t>Assunto</a:t>
            </a:r>
            <a:endParaRPr lang="pt-BR"/>
          </a:p>
        </p:txBody>
      </p:sp>
      <p:sp>
        <p:nvSpPr>
          <p:cNvPr id="100" name="Text Placeholder 21">
            <a:extLst>
              <a:ext uri="{FF2B5EF4-FFF2-40B4-BE49-F238E27FC236}">
                <a16:creationId xmlns:a16="http://schemas.microsoft.com/office/drawing/2014/main" id="{66627ED0-3A46-8737-6897-D3BDDB091302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217549" y="4298020"/>
            <a:ext cx="4304945" cy="369332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2400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1800">
                <a:latin typeface="Versos" panose="020B0503020204030204" pitchFamily="34" charset="0"/>
              </a:defRPr>
            </a:lvl2pPr>
            <a:lvl3pPr>
              <a:defRPr sz="1800">
                <a:latin typeface="Versos" panose="020B0503020204030204" pitchFamily="34" charset="0"/>
              </a:defRPr>
            </a:lvl3pPr>
            <a:lvl4pPr>
              <a:defRPr sz="1800">
                <a:latin typeface="Versos" panose="020B0503020204030204" pitchFamily="34" charset="0"/>
              </a:defRPr>
            </a:lvl4pPr>
            <a:lvl5pPr>
              <a:defRPr sz="18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 err="1"/>
              <a:t>Assunto</a:t>
            </a:r>
            <a:endParaRPr lang="pt-BR"/>
          </a:p>
        </p:txBody>
      </p:sp>
      <p:sp>
        <p:nvSpPr>
          <p:cNvPr id="101" name="Text Placeholder 21">
            <a:extLst>
              <a:ext uri="{FF2B5EF4-FFF2-40B4-BE49-F238E27FC236}">
                <a16:creationId xmlns:a16="http://schemas.microsoft.com/office/drawing/2014/main" id="{4A98C90D-F543-2D3A-9F32-FF02504B384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978587" y="1338594"/>
            <a:ext cx="4304945" cy="369332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2400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1800">
                <a:latin typeface="Versos" panose="020B0503020204030204" pitchFamily="34" charset="0"/>
              </a:defRPr>
            </a:lvl2pPr>
            <a:lvl3pPr>
              <a:defRPr sz="1800">
                <a:latin typeface="Versos" panose="020B0503020204030204" pitchFamily="34" charset="0"/>
              </a:defRPr>
            </a:lvl3pPr>
            <a:lvl4pPr>
              <a:defRPr sz="1800">
                <a:latin typeface="Versos" panose="020B0503020204030204" pitchFamily="34" charset="0"/>
              </a:defRPr>
            </a:lvl4pPr>
            <a:lvl5pPr>
              <a:defRPr sz="18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 err="1"/>
              <a:t>Assunto</a:t>
            </a:r>
            <a:endParaRPr lang="pt-BR"/>
          </a:p>
        </p:txBody>
      </p:sp>
      <p:sp>
        <p:nvSpPr>
          <p:cNvPr id="102" name="Text Placeholder 21">
            <a:extLst>
              <a:ext uri="{FF2B5EF4-FFF2-40B4-BE49-F238E27FC236}">
                <a16:creationId xmlns:a16="http://schemas.microsoft.com/office/drawing/2014/main" id="{02D303FD-4338-9202-3742-445CFAC544F9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978587" y="2264578"/>
            <a:ext cx="4304945" cy="369332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2400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1800">
                <a:latin typeface="Versos" panose="020B0503020204030204" pitchFamily="34" charset="0"/>
              </a:defRPr>
            </a:lvl2pPr>
            <a:lvl3pPr>
              <a:defRPr sz="1800">
                <a:latin typeface="Versos" panose="020B0503020204030204" pitchFamily="34" charset="0"/>
              </a:defRPr>
            </a:lvl3pPr>
            <a:lvl4pPr>
              <a:defRPr sz="1800">
                <a:latin typeface="Versos" panose="020B0503020204030204" pitchFamily="34" charset="0"/>
              </a:defRPr>
            </a:lvl4pPr>
            <a:lvl5pPr>
              <a:defRPr sz="18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 err="1"/>
              <a:t>Assunto</a:t>
            </a:r>
            <a:endParaRPr lang="pt-BR"/>
          </a:p>
        </p:txBody>
      </p:sp>
      <p:sp>
        <p:nvSpPr>
          <p:cNvPr id="103" name="Text Placeholder 21">
            <a:extLst>
              <a:ext uri="{FF2B5EF4-FFF2-40B4-BE49-F238E27FC236}">
                <a16:creationId xmlns:a16="http://schemas.microsoft.com/office/drawing/2014/main" id="{DAB51C54-4BA1-024C-8F1D-E61343BFAC42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978587" y="3274846"/>
            <a:ext cx="4304945" cy="369332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2400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1800">
                <a:latin typeface="Versos" panose="020B0503020204030204" pitchFamily="34" charset="0"/>
              </a:defRPr>
            </a:lvl2pPr>
            <a:lvl3pPr>
              <a:defRPr sz="1800">
                <a:latin typeface="Versos" panose="020B0503020204030204" pitchFamily="34" charset="0"/>
              </a:defRPr>
            </a:lvl3pPr>
            <a:lvl4pPr>
              <a:defRPr sz="1800">
                <a:latin typeface="Versos" panose="020B0503020204030204" pitchFamily="34" charset="0"/>
              </a:defRPr>
            </a:lvl4pPr>
            <a:lvl5pPr>
              <a:defRPr sz="18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 err="1"/>
              <a:t>Assunto</a:t>
            </a:r>
            <a:endParaRPr lang="pt-BR"/>
          </a:p>
        </p:txBody>
      </p:sp>
      <p:sp>
        <p:nvSpPr>
          <p:cNvPr id="104" name="Text Placeholder 21">
            <a:extLst>
              <a:ext uri="{FF2B5EF4-FFF2-40B4-BE49-F238E27FC236}">
                <a16:creationId xmlns:a16="http://schemas.microsoft.com/office/drawing/2014/main" id="{31C27C31-0117-4C41-7DD9-9A95AE01F9D5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978587" y="4296177"/>
            <a:ext cx="4304945" cy="369332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2400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1800">
                <a:latin typeface="Versos" panose="020B0503020204030204" pitchFamily="34" charset="0"/>
              </a:defRPr>
            </a:lvl2pPr>
            <a:lvl3pPr>
              <a:defRPr sz="1800">
                <a:latin typeface="Versos" panose="020B0503020204030204" pitchFamily="34" charset="0"/>
              </a:defRPr>
            </a:lvl3pPr>
            <a:lvl4pPr>
              <a:defRPr sz="1800">
                <a:latin typeface="Versos" panose="020B0503020204030204" pitchFamily="34" charset="0"/>
              </a:defRPr>
            </a:lvl4pPr>
            <a:lvl5pPr>
              <a:defRPr sz="18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 err="1"/>
              <a:t>Assunto</a:t>
            </a:r>
            <a:endParaRPr lang="pt-BR"/>
          </a:p>
        </p:txBody>
      </p:sp>
      <p:sp>
        <p:nvSpPr>
          <p:cNvPr id="105" name="Text Placeholder 21">
            <a:extLst>
              <a:ext uri="{FF2B5EF4-FFF2-40B4-BE49-F238E27FC236}">
                <a16:creationId xmlns:a16="http://schemas.microsoft.com/office/drawing/2014/main" id="{305C7304-230E-F6CE-A76D-99DF1E692F0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34964" y="1319509"/>
            <a:ext cx="666897" cy="492443"/>
          </a:xfrm>
          <a:prstGeom prst="rect">
            <a:avLst/>
          </a:prstGeom>
          <a:noFill/>
        </p:spPr>
        <p:txBody>
          <a:bodyPr lIns="0" tIns="0" rIns="0" bIns="0" anchor="ctr" anchorCtr="0"/>
          <a:lstStyle>
            <a:lvl1pPr algn="ctr">
              <a:defRPr sz="3200" b="1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1800">
                <a:latin typeface="Versos" panose="020B0503020204030204" pitchFamily="34" charset="0"/>
              </a:defRPr>
            </a:lvl2pPr>
            <a:lvl3pPr>
              <a:defRPr sz="1800">
                <a:latin typeface="Versos" panose="020B0503020204030204" pitchFamily="34" charset="0"/>
              </a:defRPr>
            </a:lvl3pPr>
            <a:lvl4pPr>
              <a:defRPr sz="1800">
                <a:latin typeface="Versos" panose="020B0503020204030204" pitchFamily="34" charset="0"/>
              </a:defRPr>
            </a:lvl4pPr>
            <a:lvl5pPr>
              <a:defRPr sz="18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1.</a:t>
            </a:r>
            <a:endParaRPr lang="pt-BR"/>
          </a:p>
        </p:txBody>
      </p:sp>
      <p:sp>
        <p:nvSpPr>
          <p:cNvPr id="106" name="Text Placeholder 21">
            <a:extLst>
              <a:ext uri="{FF2B5EF4-FFF2-40B4-BE49-F238E27FC236}">
                <a16:creationId xmlns:a16="http://schemas.microsoft.com/office/drawing/2014/main" id="{646BD931-2CC9-4B26-938C-C6A9327B317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34964" y="2240644"/>
            <a:ext cx="666897" cy="492443"/>
          </a:xfrm>
          <a:prstGeom prst="rect">
            <a:avLst/>
          </a:prstGeom>
        </p:spPr>
        <p:txBody>
          <a:bodyPr lIns="0" tIns="0" rIns="0" bIns="0" anchor="ctr" anchorCtr="0"/>
          <a:lstStyle>
            <a:lvl1pPr algn="ctr">
              <a:defRPr sz="3200" b="1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1800">
                <a:latin typeface="Versos" panose="020B0503020204030204" pitchFamily="34" charset="0"/>
              </a:defRPr>
            </a:lvl2pPr>
            <a:lvl3pPr>
              <a:defRPr sz="1800">
                <a:latin typeface="Versos" panose="020B0503020204030204" pitchFamily="34" charset="0"/>
              </a:defRPr>
            </a:lvl3pPr>
            <a:lvl4pPr>
              <a:defRPr sz="1800">
                <a:latin typeface="Versos" panose="020B0503020204030204" pitchFamily="34" charset="0"/>
              </a:defRPr>
            </a:lvl4pPr>
            <a:lvl5pPr>
              <a:defRPr sz="18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2.</a:t>
            </a:r>
            <a:endParaRPr lang="pt-BR"/>
          </a:p>
        </p:txBody>
      </p:sp>
      <p:sp>
        <p:nvSpPr>
          <p:cNvPr id="107" name="Text Placeholder 21">
            <a:extLst>
              <a:ext uri="{FF2B5EF4-FFF2-40B4-BE49-F238E27FC236}">
                <a16:creationId xmlns:a16="http://schemas.microsoft.com/office/drawing/2014/main" id="{7EF60F9A-51DE-3649-80E7-711C186485A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34964" y="3250912"/>
            <a:ext cx="666897" cy="492443"/>
          </a:xfrm>
          <a:prstGeom prst="rect">
            <a:avLst/>
          </a:prstGeom>
        </p:spPr>
        <p:txBody>
          <a:bodyPr lIns="0" tIns="0" rIns="0" bIns="0" anchor="ctr" anchorCtr="0"/>
          <a:lstStyle>
            <a:lvl1pPr algn="ctr">
              <a:defRPr sz="3200" b="1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1800">
                <a:latin typeface="Versos" panose="020B0503020204030204" pitchFamily="34" charset="0"/>
              </a:defRPr>
            </a:lvl2pPr>
            <a:lvl3pPr>
              <a:defRPr sz="1800">
                <a:latin typeface="Versos" panose="020B0503020204030204" pitchFamily="34" charset="0"/>
              </a:defRPr>
            </a:lvl3pPr>
            <a:lvl4pPr>
              <a:defRPr sz="1800">
                <a:latin typeface="Versos" panose="020B0503020204030204" pitchFamily="34" charset="0"/>
              </a:defRPr>
            </a:lvl4pPr>
            <a:lvl5pPr>
              <a:defRPr sz="18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3.</a:t>
            </a:r>
            <a:endParaRPr lang="pt-BR"/>
          </a:p>
        </p:txBody>
      </p:sp>
      <p:sp>
        <p:nvSpPr>
          <p:cNvPr id="108" name="Text Placeholder 21">
            <a:extLst>
              <a:ext uri="{FF2B5EF4-FFF2-40B4-BE49-F238E27FC236}">
                <a16:creationId xmlns:a16="http://schemas.microsoft.com/office/drawing/2014/main" id="{454FB385-5582-984D-3BEC-2409DCFBBEA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34964" y="4269237"/>
            <a:ext cx="666897" cy="492443"/>
          </a:xfrm>
          <a:prstGeom prst="rect">
            <a:avLst/>
          </a:prstGeom>
        </p:spPr>
        <p:txBody>
          <a:bodyPr lIns="0" tIns="0" rIns="0" bIns="0" anchor="ctr" anchorCtr="0"/>
          <a:lstStyle>
            <a:lvl1pPr algn="ctr">
              <a:defRPr sz="3200" b="1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1800">
                <a:latin typeface="Versos" panose="020B0503020204030204" pitchFamily="34" charset="0"/>
              </a:defRPr>
            </a:lvl2pPr>
            <a:lvl3pPr>
              <a:defRPr sz="1800">
                <a:latin typeface="Versos" panose="020B0503020204030204" pitchFamily="34" charset="0"/>
              </a:defRPr>
            </a:lvl3pPr>
            <a:lvl4pPr>
              <a:defRPr sz="1800">
                <a:latin typeface="Versos" panose="020B0503020204030204" pitchFamily="34" charset="0"/>
              </a:defRPr>
            </a:lvl4pPr>
            <a:lvl5pPr>
              <a:defRPr sz="18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4.</a:t>
            </a:r>
            <a:endParaRPr lang="pt-BR"/>
          </a:p>
        </p:txBody>
      </p:sp>
      <p:sp>
        <p:nvSpPr>
          <p:cNvPr id="109" name="Text Placeholder 21">
            <a:extLst>
              <a:ext uri="{FF2B5EF4-FFF2-40B4-BE49-F238E27FC236}">
                <a16:creationId xmlns:a16="http://schemas.microsoft.com/office/drawing/2014/main" id="{48AFB4A3-A713-3B36-5C4C-116B1798240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096002" y="1319509"/>
            <a:ext cx="666897" cy="492443"/>
          </a:xfrm>
          <a:prstGeom prst="rect">
            <a:avLst/>
          </a:prstGeom>
        </p:spPr>
        <p:txBody>
          <a:bodyPr lIns="0" tIns="0" rIns="0" bIns="0" anchor="ctr" anchorCtr="0"/>
          <a:lstStyle>
            <a:lvl1pPr algn="ctr">
              <a:defRPr sz="3200" b="1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1800">
                <a:latin typeface="Versos" panose="020B0503020204030204" pitchFamily="34" charset="0"/>
              </a:defRPr>
            </a:lvl2pPr>
            <a:lvl3pPr>
              <a:defRPr sz="1800">
                <a:latin typeface="Versos" panose="020B0503020204030204" pitchFamily="34" charset="0"/>
              </a:defRPr>
            </a:lvl3pPr>
            <a:lvl4pPr>
              <a:defRPr sz="1800">
                <a:latin typeface="Versos" panose="020B0503020204030204" pitchFamily="34" charset="0"/>
              </a:defRPr>
            </a:lvl4pPr>
            <a:lvl5pPr>
              <a:defRPr sz="18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6.</a:t>
            </a:r>
            <a:endParaRPr lang="pt-BR"/>
          </a:p>
        </p:txBody>
      </p:sp>
      <p:sp>
        <p:nvSpPr>
          <p:cNvPr id="110" name="Text Placeholder 21">
            <a:extLst>
              <a:ext uri="{FF2B5EF4-FFF2-40B4-BE49-F238E27FC236}">
                <a16:creationId xmlns:a16="http://schemas.microsoft.com/office/drawing/2014/main" id="{455A5A6A-C346-A345-7676-47650852DEC5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096002" y="2240644"/>
            <a:ext cx="666897" cy="492443"/>
          </a:xfrm>
          <a:prstGeom prst="rect">
            <a:avLst/>
          </a:prstGeom>
        </p:spPr>
        <p:txBody>
          <a:bodyPr lIns="0" tIns="0" rIns="0" bIns="0" anchor="ctr" anchorCtr="0"/>
          <a:lstStyle>
            <a:lvl1pPr algn="ctr">
              <a:defRPr sz="3200" b="1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1800">
                <a:latin typeface="Versos" panose="020B0503020204030204" pitchFamily="34" charset="0"/>
              </a:defRPr>
            </a:lvl2pPr>
            <a:lvl3pPr>
              <a:defRPr sz="1800">
                <a:latin typeface="Versos" panose="020B0503020204030204" pitchFamily="34" charset="0"/>
              </a:defRPr>
            </a:lvl3pPr>
            <a:lvl4pPr>
              <a:defRPr sz="1800">
                <a:latin typeface="Versos" panose="020B0503020204030204" pitchFamily="34" charset="0"/>
              </a:defRPr>
            </a:lvl4pPr>
            <a:lvl5pPr>
              <a:defRPr sz="18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7.</a:t>
            </a:r>
            <a:endParaRPr lang="pt-BR"/>
          </a:p>
        </p:txBody>
      </p:sp>
      <p:sp>
        <p:nvSpPr>
          <p:cNvPr id="111" name="Text Placeholder 21">
            <a:extLst>
              <a:ext uri="{FF2B5EF4-FFF2-40B4-BE49-F238E27FC236}">
                <a16:creationId xmlns:a16="http://schemas.microsoft.com/office/drawing/2014/main" id="{C9036724-53EE-61EA-4F36-0647670CC647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096002" y="3250912"/>
            <a:ext cx="666897" cy="492443"/>
          </a:xfrm>
          <a:prstGeom prst="rect">
            <a:avLst/>
          </a:prstGeom>
          <a:noFill/>
        </p:spPr>
        <p:txBody>
          <a:bodyPr lIns="0" tIns="0" rIns="0" bIns="0" anchor="ctr" anchorCtr="0"/>
          <a:lstStyle>
            <a:lvl1pPr algn="ctr">
              <a:defRPr sz="3200" b="1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1800">
                <a:latin typeface="Versos" panose="020B0503020204030204" pitchFamily="34" charset="0"/>
              </a:defRPr>
            </a:lvl2pPr>
            <a:lvl3pPr>
              <a:defRPr sz="1800">
                <a:latin typeface="Versos" panose="020B0503020204030204" pitchFamily="34" charset="0"/>
              </a:defRPr>
            </a:lvl3pPr>
            <a:lvl4pPr>
              <a:defRPr sz="1800">
                <a:latin typeface="Versos" panose="020B0503020204030204" pitchFamily="34" charset="0"/>
              </a:defRPr>
            </a:lvl4pPr>
            <a:lvl5pPr>
              <a:defRPr sz="18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8.</a:t>
            </a:r>
            <a:endParaRPr lang="pt-BR"/>
          </a:p>
        </p:txBody>
      </p:sp>
      <p:sp>
        <p:nvSpPr>
          <p:cNvPr id="112" name="Text Placeholder 21">
            <a:extLst>
              <a:ext uri="{FF2B5EF4-FFF2-40B4-BE49-F238E27FC236}">
                <a16:creationId xmlns:a16="http://schemas.microsoft.com/office/drawing/2014/main" id="{59FC8DE1-DA8C-E6FC-0074-C1233AE33862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096002" y="4269237"/>
            <a:ext cx="666897" cy="492443"/>
          </a:xfrm>
          <a:prstGeom prst="rect">
            <a:avLst/>
          </a:prstGeom>
        </p:spPr>
        <p:txBody>
          <a:bodyPr lIns="0" tIns="0" rIns="0" bIns="0" anchor="ctr" anchorCtr="0"/>
          <a:lstStyle>
            <a:lvl1pPr algn="ctr">
              <a:defRPr sz="3200" b="1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1800">
                <a:latin typeface="Versos" panose="020B0503020204030204" pitchFamily="34" charset="0"/>
              </a:defRPr>
            </a:lvl2pPr>
            <a:lvl3pPr>
              <a:defRPr sz="1800">
                <a:latin typeface="Versos" panose="020B0503020204030204" pitchFamily="34" charset="0"/>
              </a:defRPr>
            </a:lvl3pPr>
            <a:lvl4pPr>
              <a:defRPr sz="1800">
                <a:latin typeface="Versos" panose="020B0503020204030204" pitchFamily="34" charset="0"/>
              </a:defRPr>
            </a:lvl4pPr>
            <a:lvl5pPr>
              <a:defRPr sz="18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9.</a:t>
            </a:r>
            <a:endParaRPr lang="pt-BR"/>
          </a:p>
        </p:txBody>
      </p:sp>
      <p:sp>
        <p:nvSpPr>
          <p:cNvPr id="113" name="Text Placeholder 21">
            <a:extLst>
              <a:ext uri="{FF2B5EF4-FFF2-40B4-BE49-F238E27FC236}">
                <a16:creationId xmlns:a16="http://schemas.microsoft.com/office/drawing/2014/main" id="{CD7EC131-607A-502B-D5DB-EACD3848C447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217549" y="5311941"/>
            <a:ext cx="4304945" cy="369332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2400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1800">
                <a:latin typeface="Versos" panose="020B0503020204030204" pitchFamily="34" charset="0"/>
              </a:defRPr>
            </a:lvl2pPr>
            <a:lvl3pPr>
              <a:defRPr sz="1800">
                <a:latin typeface="Versos" panose="020B0503020204030204" pitchFamily="34" charset="0"/>
              </a:defRPr>
            </a:lvl3pPr>
            <a:lvl4pPr>
              <a:defRPr sz="1800">
                <a:latin typeface="Versos" panose="020B0503020204030204" pitchFamily="34" charset="0"/>
              </a:defRPr>
            </a:lvl4pPr>
            <a:lvl5pPr>
              <a:defRPr sz="18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 err="1"/>
              <a:t>Assunto</a:t>
            </a:r>
            <a:endParaRPr lang="pt-BR"/>
          </a:p>
        </p:txBody>
      </p:sp>
      <p:sp>
        <p:nvSpPr>
          <p:cNvPr id="114" name="Text Placeholder 21">
            <a:extLst>
              <a:ext uri="{FF2B5EF4-FFF2-40B4-BE49-F238E27FC236}">
                <a16:creationId xmlns:a16="http://schemas.microsoft.com/office/drawing/2014/main" id="{39366CD8-736E-E9F0-1631-408CE9342B7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978587" y="5310098"/>
            <a:ext cx="4304945" cy="369332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2400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1800">
                <a:latin typeface="Versos" panose="020B0503020204030204" pitchFamily="34" charset="0"/>
              </a:defRPr>
            </a:lvl2pPr>
            <a:lvl3pPr>
              <a:defRPr sz="1800">
                <a:latin typeface="Versos" panose="020B0503020204030204" pitchFamily="34" charset="0"/>
              </a:defRPr>
            </a:lvl3pPr>
            <a:lvl4pPr>
              <a:defRPr sz="1800">
                <a:latin typeface="Versos" panose="020B0503020204030204" pitchFamily="34" charset="0"/>
              </a:defRPr>
            </a:lvl4pPr>
            <a:lvl5pPr>
              <a:defRPr sz="18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 err="1"/>
              <a:t>Assunto</a:t>
            </a:r>
            <a:endParaRPr lang="pt-BR"/>
          </a:p>
        </p:txBody>
      </p:sp>
      <p:sp>
        <p:nvSpPr>
          <p:cNvPr id="115" name="Text Placeholder 21">
            <a:extLst>
              <a:ext uri="{FF2B5EF4-FFF2-40B4-BE49-F238E27FC236}">
                <a16:creationId xmlns:a16="http://schemas.microsoft.com/office/drawing/2014/main" id="{A36BD412-4DD9-0776-5A73-B5939ACF9185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334964" y="5283158"/>
            <a:ext cx="666897" cy="492443"/>
          </a:xfrm>
          <a:prstGeom prst="rect">
            <a:avLst/>
          </a:prstGeom>
        </p:spPr>
        <p:txBody>
          <a:bodyPr lIns="0" tIns="0" rIns="0" bIns="0" anchor="ctr" anchorCtr="0"/>
          <a:lstStyle>
            <a:lvl1pPr algn="ctr">
              <a:defRPr sz="3200" b="1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1800">
                <a:latin typeface="Versos" panose="020B0503020204030204" pitchFamily="34" charset="0"/>
              </a:defRPr>
            </a:lvl2pPr>
            <a:lvl3pPr>
              <a:defRPr sz="1800">
                <a:latin typeface="Versos" panose="020B0503020204030204" pitchFamily="34" charset="0"/>
              </a:defRPr>
            </a:lvl3pPr>
            <a:lvl4pPr>
              <a:defRPr sz="1800">
                <a:latin typeface="Versos" panose="020B0503020204030204" pitchFamily="34" charset="0"/>
              </a:defRPr>
            </a:lvl4pPr>
            <a:lvl5pPr>
              <a:defRPr sz="18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5.</a:t>
            </a:r>
            <a:endParaRPr lang="pt-BR"/>
          </a:p>
        </p:txBody>
      </p:sp>
      <p:sp>
        <p:nvSpPr>
          <p:cNvPr id="116" name="Text Placeholder 21">
            <a:extLst>
              <a:ext uri="{FF2B5EF4-FFF2-40B4-BE49-F238E27FC236}">
                <a16:creationId xmlns:a16="http://schemas.microsoft.com/office/drawing/2014/main" id="{0D56432C-F90B-BE78-9849-16EDFA25EDF3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6096002" y="5283158"/>
            <a:ext cx="666897" cy="492443"/>
          </a:xfrm>
          <a:prstGeom prst="rect">
            <a:avLst/>
          </a:prstGeom>
        </p:spPr>
        <p:txBody>
          <a:bodyPr lIns="0" tIns="0" rIns="0" bIns="0" anchor="ctr" anchorCtr="0"/>
          <a:lstStyle>
            <a:lvl1pPr algn="ctr">
              <a:defRPr sz="3200" b="1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1800">
                <a:latin typeface="Versos" panose="020B0503020204030204" pitchFamily="34" charset="0"/>
              </a:defRPr>
            </a:lvl2pPr>
            <a:lvl3pPr>
              <a:defRPr sz="1800">
                <a:latin typeface="Versos" panose="020B0503020204030204" pitchFamily="34" charset="0"/>
              </a:defRPr>
            </a:lvl3pPr>
            <a:lvl4pPr>
              <a:defRPr sz="1800">
                <a:latin typeface="Versos" panose="020B0503020204030204" pitchFamily="34" charset="0"/>
              </a:defRPr>
            </a:lvl4pPr>
            <a:lvl5pPr>
              <a:defRPr sz="18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10.</a:t>
            </a:r>
            <a:endParaRPr lang="pt-BR"/>
          </a:p>
        </p:txBody>
      </p:sp>
      <p:sp>
        <p:nvSpPr>
          <p:cNvPr id="3" name="Picture 8">
            <a:extLst>
              <a:ext uri="{FF2B5EF4-FFF2-40B4-BE49-F238E27FC236}">
                <a16:creationId xmlns:a16="http://schemas.microsoft.com/office/drawing/2014/main" id="{13E1FCE5-3B0A-A220-D717-0F7086E423DA}"/>
              </a:ext>
            </a:extLst>
          </p:cNvPr>
          <p:cNvSpPr/>
          <p:nvPr userDrawn="1"/>
        </p:nvSpPr>
        <p:spPr>
          <a:xfrm>
            <a:off x="11091186" y="377178"/>
            <a:ext cx="765852" cy="260086"/>
          </a:xfrm>
          <a:custGeom>
            <a:avLst/>
            <a:gdLst>
              <a:gd name="connsiteX0" fmla="*/ 739575 w 765852"/>
              <a:gd name="connsiteY0" fmla="*/ 143884 h 260086"/>
              <a:gd name="connsiteX1" fmla="*/ 765852 w 765852"/>
              <a:gd name="connsiteY1" fmla="*/ 83403 h 260086"/>
              <a:gd name="connsiteX2" fmla="*/ 739575 w 765852"/>
              <a:gd name="connsiteY2" fmla="*/ 22921 h 260086"/>
              <a:gd name="connsiteX3" fmla="*/ 672177 w 765852"/>
              <a:gd name="connsiteY3" fmla="*/ 0 h 260086"/>
              <a:gd name="connsiteX4" fmla="*/ 604779 w 765852"/>
              <a:gd name="connsiteY4" fmla="*/ 22921 h 260086"/>
              <a:gd name="connsiteX5" fmla="*/ 578501 w 765852"/>
              <a:gd name="connsiteY5" fmla="*/ 83403 h 260086"/>
              <a:gd name="connsiteX6" fmla="*/ 604779 w 765852"/>
              <a:gd name="connsiteY6" fmla="*/ 143884 h 260086"/>
              <a:gd name="connsiteX7" fmla="*/ 672177 w 765852"/>
              <a:gd name="connsiteY7" fmla="*/ 166805 h 260086"/>
              <a:gd name="connsiteX8" fmla="*/ 739575 w 765852"/>
              <a:gd name="connsiteY8" fmla="*/ 143884 h 260086"/>
              <a:gd name="connsiteX9" fmla="*/ 604595 w 765852"/>
              <a:gd name="connsiteY9" fmla="*/ 83403 h 260086"/>
              <a:gd name="connsiteX10" fmla="*/ 622611 w 765852"/>
              <a:gd name="connsiteY10" fmla="*/ 41871 h 260086"/>
              <a:gd name="connsiteX11" fmla="*/ 672177 w 765852"/>
              <a:gd name="connsiteY11" fmla="*/ 25719 h 260086"/>
              <a:gd name="connsiteX12" fmla="*/ 721742 w 765852"/>
              <a:gd name="connsiteY12" fmla="*/ 41871 h 260086"/>
              <a:gd name="connsiteX13" fmla="*/ 739759 w 765852"/>
              <a:gd name="connsiteY13" fmla="*/ 83403 h 260086"/>
              <a:gd name="connsiteX14" fmla="*/ 721742 w 765852"/>
              <a:gd name="connsiteY14" fmla="*/ 124934 h 260086"/>
              <a:gd name="connsiteX15" fmla="*/ 672177 w 765852"/>
              <a:gd name="connsiteY15" fmla="*/ 141077 h 260086"/>
              <a:gd name="connsiteX16" fmla="*/ 622611 w 765852"/>
              <a:gd name="connsiteY16" fmla="*/ 124934 h 260086"/>
              <a:gd name="connsiteX17" fmla="*/ 604595 w 765852"/>
              <a:gd name="connsiteY17" fmla="*/ 83403 h 260086"/>
              <a:gd name="connsiteX18" fmla="*/ 238310 w 765852"/>
              <a:gd name="connsiteY18" fmla="*/ 207181 h 260086"/>
              <a:gd name="connsiteX19" fmla="*/ 249560 w 765852"/>
              <a:gd name="connsiteY19" fmla="*/ 204081 h 260086"/>
              <a:gd name="connsiteX20" fmla="*/ 261562 w 765852"/>
              <a:gd name="connsiteY20" fmla="*/ 207713 h 260086"/>
              <a:gd name="connsiteX21" fmla="*/ 268163 w 765852"/>
              <a:gd name="connsiteY21" fmla="*/ 217812 h 260086"/>
              <a:gd name="connsiteX22" fmla="*/ 275874 w 765852"/>
              <a:gd name="connsiteY22" fmla="*/ 217812 h 260086"/>
              <a:gd name="connsiteX23" fmla="*/ 267145 w 765852"/>
              <a:gd name="connsiteY23" fmla="*/ 202568 h 260086"/>
              <a:gd name="connsiteX24" fmla="*/ 249917 w 765852"/>
              <a:gd name="connsiteY24" fmla="*/ 196982 h 260086"/>
              <a:gd name="connsiteX25" fmla="*/ 234322 w 765852"/>
              <a:gd name="connsiteY25" fmla="*/ 200926 h 260086"/>
              <a:gd name="connsiteX26" fmla="*/ 223961 w 765852"/>
              <a:gd name="connsiteY26" fmla="*/ 212052 h 260086"/>
              <a:gd name="connsiteX27" fmla="*/ 220330 w 765852"/>
              <a:gd name="connsiteY27" fmla="*/ 228534 h 260086"/>
              <a:gd name="connsiteX28" fmla="*/ 223961 w 765852"/>
              <a:gd name="connsiteY28" fmla="*/ 245062 h 260086"/>
              <a:gd name="connsiteX29" fmla="*/ 234322 w 765852"/>
              <a:gd name="connsiteY29" fmla="*/ 256142 h 260086"/>
              <a:gd name="connsiteX30" fmla="*/ 249917 w 765852"/>
              <a:gd name="connsiteY30" fmla="*/ 260086 h 260086"/>
              <a:gd name="connsiteX31" fmla="*/ 267145 w 765852"/>
              <a:gd name="connsiteY31" fmla="*/ 254501 h 260086"/>
              <a:gd name="connsiteX32" fmla="*/ 275782 w 765852"/>
              <a:gd name="connsiteY32" fmla="*/ 239256 h 260086"/>
              <a:gd name="connsiteX33" fmla="*/ 268071 w 765852"/>
              <a:gd name="connsiteY33" fmla="*/ 239256 h 260086"/>
              <a:gd name="connsiteX34" fmla="*/ 261516 w 765852"/>
              <a:gd name="connsiteY34" fmla="*/ 249401 h 260086"/>
              <a:gd name="connsiteX35" fmla="*/ 249560 w 765852"/>
              <a:gd name="connsiteY35" fmla="*/ 252987 h 260086"/>
              <a:gd name="connsiteX36" fmla="*/ 238310 w 765852"/>
              <a:gd name="connsiteY36" fmla="*/ 249887 h 260086"/>
              <a:gd name="connsiteX37" fmla="*/ 230828 w 765852"/>
              <a:gd name="connsiteY37" fmla="*/ 241201 h 260086"/>
              <a:gd name="connsiteX38" fmla="*/ 228215 w 765852"/>
              <a:gd name="connsiteY38" fmla="*/ 228525 h 260086"/>
              <a:gd name="connsiteX39" fmla="*/ 230828 w 765852"/>
              <a:gd name="connsiteY39" fmla="*/ 215812 h 260086"/>
              <a:gd name="connsiteX40" fmla="*/ 238310 w 765852"/>
              <a:gd name="connsiteY40" fmla="*/ 207172 h 260086"/>
              <a:gd name="connsiteX41" fmla="*/ 335580 w 765852"/>
              <a:gd name="connsiteY41" fmla="*/ 197523 h 260086"/>
              <a:gd name="connsiteX42" fmla="*/ 311925 w 765852"/>
              <a:gd name="connsiteY42" fmla="*/ 259554 h 260086"/>
              <a:gd name="connsiteX43" fmla="*/ 319892 w 765852"/>
              <a:gd name="connsiteY43" fmla="*/ 259554 h 260086"/>
              <a:gd name="connsiteX44" fmla="*/ 326448 w 765852"/>
              <a:gd name="connsiteY44" fmla="*/ 242806 h 260086"/>
              <a:gd name="connsiteX45" fmla="*/ 353467 w 765852"/>
              <a:gd name="connsiteY45" fmla="*/ 242806 h 260086"/>
              <a:gd name="connsiteX46" fmla="*/ 360023 w 765852"/>
              <a:gd name="connsiteY46" fmla="*/ 259554 h 260086"/>
              <a:gd name="connsiteX47" fmla="*/ 368256 w 765852"/>
              <a:gd name="connsiteY47" fmla="*/ 259554 h 260086"/>
              <a:gd name="connsiteX48" fmla="*/ 344693 w 765852"/>
              <a:gd name="connsiteY48" fmla="*/ 197523 h 260086"/>
              <a:gd name="connsiteX49" fmla="*/ 335570 w 765852"/>
              <a:gd name="connsiteY49" fmla="*/ 197523 h 260086"/>
              <a:gd name="connsiteX50" fmla="*/ 328758 w 765852"/>
              <a:gd name="connsiteY50" fmla="*/ 235808 h 260086"/>
              <a:gd name="connsiteX51" fmla="*/ 339916 w 765852"/>
              <a:gd name="connsiteY51" fmla="*/ 205943 h 260086"/>
              <a:gd name="connsiteX52" fmla="*/ 351166 w 765852"/>
              <a:gd name="connsiteY52" fmla="*/ 235808 h 260086"/>
              <a:gd name="connsiteX53" fmla="*/ 328749 w 765852"/>
              <a:gd name="connsiteY53" fmla="*/ 235808 h 260086"/>
              <a:gd name="connsiteX54" fmla="*/ 725437 w 765852"/>
              <a:gd name="connsiteY54" fmla="*/ 197523 h 260086"/>
              <a:gd name="connsiteX55" fmla="*/ 717736 w 765852"/>
              <a:gd name="connsiteY55" fmla="*/ 197523 h 260086"/>
              <a:gd name="connsiteX56" fmla="*/ 717736 w 765852"/>
              <a:gd name="connsiteY56" fmla="*/ 259554 h 260086"/>
              <a:gd name="connsiteX57" fmla="*/ 753704 w 765852"/>
              <a:gd name="connsiteY57" fmla="*/ 259554 h 260086"/>
              <a:gd name="connsiteX58" fmla="*/ 753704 w 765852"/>
              <a:gd name="connsiteY58" fmla="*/ 252464 h 260086"/>
              <a:gd name="connsiteX59" fmla="*/ 725446 w 765852"/>
              <a:gd name="connsiteY59" fmla="*/ 252464 h 260086"/>
              <a:gd name="connsiteX60" fmla="*/ 725446 w 765852"/>
              <a:gd name="connsiteY60" fmla="*/ 197523 h 260086"/>
              <a:gd name="connsiteX61" fmla="*/ 250953 w 765852"/>
              <a:gd name="connsiteY61" fmla="*/ 2119 h 260086"/>
              <a:gd name="connsiteX62" fmla="*/ 225566 w 765852"/>
              <a:gd name="connsiteY62" fmla="*/ 2119 h 260086"/>
              <a:gd name="connsiteX63" fmla="*/ 225566 w 765852"/>
              <a:gd name="connsiteY63" fmla="*/ 164677 h 260086"/>
              <a:gd name="connsiteX64" fmla="*/ 250953 w 765852"/>
              <a:gd name="connsiteY64" fmla="*/ 164677 h 260086"/>
              <a:gd name="connsiteX65" fmla="*/ 250953 w 765852"/>
              <a:gd name="connsiteY65" fmla="*/ 2119 h 260086"/>
              <a:gd name="connsiteX66" fmla="*/ 80592 w 765852"/>
              <a:gd name="connsiteY66" fmla="*/ 62692 h 260086"/>
              <a:gd name="connsiteX67" fmla="*/ 80592 w 765852"/>
              <a:gd name="connsiteY67" fmla="*/ 164687 h 260086"/>
              <a:gd name="connsiteX68" fmla="*/ 106732 w 765852"/>
              <a:gd name="connsiteY68" fmla="*/ 164687 h 260086"/>
              <a:gd name="connsiteX69" fmla="*/ 106713 w 765852"/>
              <a:gd name="connsiteY69" fmla="*/ 62692 h 260086"/>
              <a:gd name="connsiteX70" fmla="*/ 95124 w 765852"/>
              <a:gd name="connsiteY70" fmla="*/ 28700 h 260086"/>
              <a:gd name="connsiteX71" fmla="*/ 93648 w 765852"/>
              <a:gd name="connsiteY71" fmla="*/ 26792 h 260086"/>
              <a:gd name="connsiteX72" fmla="*/ 92172 w 765852"/>
              <a:gd name="connsiteY72" fmla="*/ 28700 h 260086"/>
              <a:gd name="connsiteX73" fmla="*/ 80583 w 765852"/>
              <a:gd name="connsiteY73" fmla="*/ 62692 h 260086"/>
              <a:gd name="connsiteX74" fmla="*/ 47273 w 765852"/>
              <a:gd name="connsiteY74" fmla="*/ 2119 h 260086"/>
              <a:gd name="connsiteX75" fmla="*/ 0 w 765852"/>
              <a:gd name="connsiteY75" fmla="*/ 2119 h 260086"/>
              <a:gd name="connsiteX76" fmla="*/ 0 w 765852"/>
              <a:gd name="connsiteY76" fmla="*/ 26792 h 260086"/>
              <a:gd name="connsiteX77" fmla="*/ 93648 w 765852"/>
              <a:gd name="connsiteY77" fmla="*/ 26792 h 260086"/>
              <a:gd name="connsiteX78" fmla="*/ 91328 w 765852"/>
              <a:gd name="connsiteY78" fmla="*/ 23793 h 260086"/>
              <a:gd name="connsiteX79" fmla="*/ 47273 w 765852"/>
              <a:gd name="connsiteY79" fmla="*/ 2119 h 260086"/>
              <a:gd name="connsiteX80" fmla="*/ 95968 w 765852"/>
              <a:gd name="connsiteY80" fmla="*/ 23793 h 260086"/>
              <a:gd name="connsiteX81" fmla="*/ 93648 w 765852"/>
              <a:gd name="connsiteY81" fmla="*/ 26792 h 260086"/>
              <a:gd name="connsiteX82" fmla="*/ 187296 w 765852"/>
              <a:gd name="connsiteY82" fmla="*/ 26792 h 260086"/>
              <a:gd name="connsiteX83" fmla="*/ 187296 w 765852"/>
              <a:gd name="connsiteY83" fmla="*/ 2119 h 260086"/>
              <a:gd name="connsiteX84" fmla="*/ 140023 w 765852"/>
              <a:gd name="connsiteY84" fmla="*/ 2119 h 260086"/>
              <a:gd name="connsiteX85" fmla="*/ 95958 w 765852"/>
              <a:gd name="connsiteY85" fmla="*/ 23793 h 260086"/>
              <a:gd name="connsiteX86" fmla="*/ 514844 w 765852"/>
              <a:gd name="connsiteY86" fmla="*/ 164677 h 260086"/>
              <a:gd name="connsiteX87" fmla="*/ 540232 w 765852"/>
              <a:gd name="connsiteY87" fmla="*/ 164677 h 260086"/>
              <a:gd name="connsiteX88" fmla="*/ 540232 w 765852"/>
              <a:gd name="connsiteY88" fmla="*/ 2119 h 260086"/>
              <a:gd name="connsiteX89" fmla="*/ 514844 w 765852"/>
              <a:gd name="connsiteY89" fmla="*/ 2119 h 260086"/>
              <a:gd name="connsiteX90" fmla="*/ 514844 w 765852"/>
              <a:gd name="connsiteY90" fmla="*/ 164677 h 260086"/>
              <a:gd name="connsiteX91" fmla="*/ 495205 w 765852"/>
              <a:gd name="connsiteY91" fmla="*/ 259554 h 260086"/>
              <a:gd name="connsiteX92" fmla="*/ 502915 w 765852"/>
              <a:gd name="connsiteY92" fmla="*/ 259554 h 260086"/>
              <a:gd name="connsiteX93" fmla="*/ 502915 w 765852"/>
              <a:gd name="connsiteY93" fmla="*/ 197523 h 260086"/>
              <a:gd name="connsiteX94" fmla="*/ 495205 w 765852"/>
              <a:gd name="connsiteY94" fmla="*/ 197523 h 260086"/>
              <a:gd name="connsiteX95" fmla="*/ 495205 w 765852"/>
              <a:gd name="connsiteY95" fmla="*/ 259554 h 260086"/>
              <a:gd name="connsiteX96" fmla="*/ 544816 w 765852"/>
              <a:gd name="connsiteY96" fmla="*/ 204613 h 260086"/>
              <a:gd name="connsiteX97" fmla="*/ 564923 w 765852"/>
              <a:gd name="connsiteY97" fmla="*/ 204613 h 260086"/>
              <a:gd name="connsiteX98" fmla="*/ 564923 w 765852"/>
              <a:gd name="connsiteY98" fmla="*/ 259554 h 260086"/>
              <a:gd name="connsiteX99" fmla="*/ 572633 w 765852"/>
              <a:gd name="connsiteY99" fmla="*/ 259554 h 260086"/>
              <a:gd name="connsiteX100" fmla="*/ 572633 w 765852"/>
              <a:gd name="connsiteY100" fmla="*/ 204613 h 260086"/>
              <a:gd name="connsiteX101" fmla="*/ 592740 w 765852"/>
              <a:gd name="connsiteY101" fmla="*/ 204613 h 260086"/>
              <a:gd name="connsiteX102" fmla="*/ 592740 w 765852"/>
              <a:gd name="connsiteY102" fmla="*/ 197523 h 260086"/>
              <a:gd name="connsiteX103" fmla="*/ 544816 w 765852"/>
              <a:gd name="connsiteY103" fmla="*/ 197523 h 260086"/>
              <a:gd name="connsiteX104" fmla="*/ 544816 w 765852"/>
              <a:gd name="connsiteY104" fmla="*/ 204613 h 260086"/>
              <a:gd name="connsiteX105" fmla="*/ 287389 w 765852"/>
              <a:gd name="connsiteY105" fmla="*/ 2119 h 260086"/>
              <a:gd name="connsiteX106" fmla="*/ 345234 w 765852"/>
              <a:gd name="connsiteY106" fmla="*/ 140105 h 260086"/>
              <a:gd name="connsiteX107" fmla="*/ 381413 w 765852"/>
              <a:gd name="connsiteY107" fmla="*/ 166796 h 260086"/>
              <a:gd name="connsiteX108" fmla="*/ 382899 w 765852"/>
              <a:gd name="connsiteY108" fmla="*/ 166796 h 260086"/>
              <a:gd name="connsiteX109" fmla="*/ 316692 w 765852"/>
              <a:gd name="connsiteY109" fmla="*/ 2119 h 260086"/>
              <a:gd name="connsiteX110" fmla="*/ 287389 w 765852"/>
              <a:gd name="connsiteY110" fmla="*/ 2119 h 260086"/>
              <a:gd name="connsiteX111" fmla="*/ 443549 w 765852"/>
              <a:gd name="connsiteY111" fmla="*/ 199871 h 260086"/>
              <a:gd name="connsiteX112" fmla="*/ 432739 w 765852"/>
              <a:gd name="connsiteY112" fmla="*/ 197523 h 260086"/>
              <a:gd name="connsiteX113" fmla="*/ 408910 w 765852"/>
              <a:gd name="connsiteY113" fmla="*/ 197523 h 260086"/>
              <a:gd name="connsiteX114" fmla="*/ 408910 w 765852"/>
              <a:gd name="connsiteY114" fmla="*/ 259554 h 260086"/>
              <a:gd name="connsiteX115" fmla="*/ 416621 w 765852"/>
              <a:gd name="connsiteY115" fmla="*/ 259554 h 260086"/>
              <a:gd name="connsiteX116" fmla="*/ 416621 w 765852"/>
              <a:gd name="connsiteY116" fmla="*/ 235716 h 260086"/>
              <a:gd name="connsiteX117" fmla="*/ 432748 w 765852"/>
              <a:gd name="connsiteY117" fmla="*/ 235716 h 260086"/>
              <a:gd name="connsiteX118" fmla="*/ 443512 w 765852"/>
              <a:gd name="connsiteY118" fmla="*/ 233368 h 260086"/>
              <a:gd name="connsiteX119" fmla="*/ 450728 w 765852"/>
              <a:gd name="connsiteY119" fmla="*/ 226681 h 260086"/>
              <a:gd name="connsiteX120" fmla="*/ 453295 w 765852"/>
              <a:gd name="connsiteY120" fmla="*/ 216583 h 260086"/>
              <a:gd name="connsiteX121" fmla="*/ 450774 w 765852"/>
              <a:gd name="connsiteY121" fmla="*/ 206521 h 260086"/>
              <a:gd name="connsiteX122" fmla="*/ 443558 w 765852"/>
              <a:gd name="connsiteY122" fmla="*/ 199871 h 260086"/>
              <a:gd name="connsiteX123" fmla="*/ 441779 w 765852"/>
              <a:gd name="connsiteY123" fmla="*/ 225351 h 260086"/>
              <a:gd name="connsiteX124" fmla="*/ 432033 w 765852"/>
              <a:gd name="connsiteY124" fmla="*/ 228635 h 260086"/>
              <a:gd name="connsiteX125" fmla="*/ 416621 w 765852"/>
              <a:gd name="connsiteY125" fmla="*/ 228635 h 260086"/>
              <a:gd name="connsiteX126" fmla="*/ 416621 w 765852"/>
              <a:gd name="connsiteY126" fmla="*/ 204622 h 260086"/>
              <a:gd name="connsiteX127" fmla="*/ 432125 w 765852"/>
              <a:gd name="connsiteY127" fmla="*/ 204622 h 260086"/>
              <a:gd name="connsiteX128" fmla="*/ 441825 w 765852"/>
              <a:gd name="connsiteY128" fmla="*/ 207860 h 260086"/>
              <a:gd name="connsiteX129" fmla="*/ 445410 w 765852"/>
              <a:gd name="connsiteY129" fmla="*/ 216592 h 260086"/>
              <a:gd name="connsiteX130" fmla="*/ 441779 w 765852"/>
              <a:gd name="connsiteY130" fmla="*/ 225361 h 260086"/>
              <a:gd name="connsiteX131" fmla="*/ 382889 w 765852"/>
              <a:gd name="connsiteY131" fmla="*/ 166805 h 260086"/>
              <a:gd name="connsiteX132" fmla="*/ 384375 w 765852"/>
              <a:gd name="connsiteY132" fmla="*/ 166805 h 260086"/>
              <a:gd name="connsiteX133" fmla="*/ 420554 w 765852"/>
              <a:gd name="connsiteY133" fmla="*/ 140114 h 260086"/>
              <a:gd name="connsiteX134" fmla="*/ 478399 w 765852"/>
              <a:gd name="connsiteY134" fmla="*/ 2128 h 260086"/>
              <a:gd name="connsiteX135" fmla="*/ 449096 w 765852"/>
              <a:gd name="connsiteY135" fmla="*/ 2128 h 260086"/>
              <a:gd name="connsiteX136" fmla="*/ 382889 w 765852"/>
              <a:gd name="connsiteY136" fmla="*/ 166814 h 260086"/>
              <a:gd name="connsiteX137" fmla="*/ 644368 w 765852"/>
              <a:gd name="connsiteY137" fmla="*/ 197523 h 260086"/>
              <a:gd name="connsiteX138" fmla="*/ 620714 w 765852"/>
              <a:gd name="connsiteY138" fmla="*/ 259554 h 260086"/>
              <a:gd name="connsiteX139" fmla="*/ 628690 w 765852"/>
              <a:gd name="connsiteY139" fmla="*/ 259554 h 260086"/>
              <a:gd name="connsiteX140" fmla="*/ 635246 w 765852"/>
              <a:gd name="connsiteY140" fmla="*/ 242806 h 260086"/>
              <a:gd name="connsiteX141" fmla="*/ 662266 w 765852"/>
              <a:gd name="connsiteY141" fmla="*/ 242806 h 260086"/>
              <a:gd name="connsiteX142" fmla="*/ 668821 w 765852"/>
              <a:gd name="connsiteY142" fmla="*/ 259554 h 260086"/>
              <a:gd name="connsiteX143" fmla="*/ 677055 w 765852"/>
              <a:gd name="connsiteY143" fmla="*/ 259554 h 260086"/>
              <a:gd name="connsiteX144" fmla="*/ 653491 w 765852"/>
              <a:gd name="connsiteY144" fmla="*/ 197523 h 260086"/>
              <a:gd name="connsiteX145" fmla="*/ 644368 w 765852"/>
              <a:gd name="connsiteY145" fmla="*/ 197523 h 260086"/>
              <a:gd name="connsiteX146" fmla="*/ 637547 w 765852"/>
              <a:gd name="connsiteY146" fmla="*/ 235808 h 260086"/>
              <a:gd name="connsiteX147" fmla="*/ 648705 w 765852"/>
              <a:gd name="connsiteY147" fmla="*/ 205943 h 260086"/>
              <a:gd name="connsiteX148" fmla="*/ 659955 w 765852"/>
              <a:gd name="connsiteY148" fmla="*/ 235808 h 260086"/>
              <a:gd name="connsiteX149" fmla="*/ 637538 w 765852"/>
              <a:gd name="connsiteY149" fmla="*/ 235808 h 260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</a:cxnLst>
            <a:rect l="l" t="t" r="r" b="b"/>
            <a:pathLst>
              <a:path w="765852" h="260086">
                <a:moveTo>
                  <a:pt x="739575" y="143884"/>
                </a:moveTo>
                <a:cubicBezTo>
                  <a:pt x="756519" y="128906"/>
                  <a:pt x="765852" y="107425"/>
                  <a:pt x="765852" y="83403"/>
                </a:cubicBezTo>
                <a:cubicBezTo>
                  <a:pt x="765852" y="59381"/>
                  <a:pt x="756519" y="37899"/>
                  <a:pt x="739575" y="22921"/>
                </a:cubicBezTo>
                <a:cubicBezTo>
                  <a:pt x="722613" y="7925"/>
                  <a:pt x="699307" y="0"/>
                  <a:pt x="672177" y="0"/>
                </a:cubicBezTo>
                <a:cubicBezTo>
                  <a:pt x="645047" y="0"/>
                  <a:pt x="621740" y="7925"/>
                  <a:pt x="604779" y="22921"/>
                </a:cubicBezTo>
                <a:cubicBezTo>
                  <a:pt x="587835" y="37899"/>
                  <a:pt x="578501" y="59381"/>
                  <a:pt x="578501" y="83403"/>
                </a:cubicBezTo>
                <a:cubicBezTo>
                  <a:pt x="578501" y="107425"/>
                  <a:pt x="587835" y="128906"/>
                  <a:pt x="604779" y="143884"/>
                </a:cubicBezTo>
                <a:cubicBezTo>
                  <a:pt x="621740" y="158881"/>
                  <a:pt x="645047" y="166805"/>
                  <a:pt x="672177" y="166805"/>
                </a:cubicBezTo>
                <a:cubicBezTo>
                  <a:pt x="699307" y="166805"/>
                  <a:pt x="722613" y="158881"/>
                  <a:pt x="739575" y="143884"/>
                </a:cubicBezTo>
                <a:close/>
                <a:moveTo>
                  <a:pt x="604595" y="83403"/>
                </a:moveTo>
                <a:cubicBezTo>
                  <a:pt x="604595" y="66489"/>
                  <a:pt x="610821" y="52135"/>
                  <a:pt x="622611" y="41871"/>
                </a:cubicBezTo>
                <a:cubicBezTo>
                  <a:pt x="634751" y="31305"/>
                  <a:pt x="651887" y="25719"/>
                  <a:pt x="672177" y="25719"/>
                </a:cubicBezTo>
                <a:cubicBezTo>
                  <a:pt x="692467" y="25719"/>
                  <a:pt x="709603" y="31305"/>
                  <a:pt x="721742" y="41871"/>
                </a:cubicBezTo>
                <a:cubicBezTo>
                  <a:pt x="733524" y="52126"/>
                  <a:pt x="739759" y="66489"/>
                  <a:pt x="739759" y="83403"/>
                </a:cubicBezTo>
                <a:cubicBezTo>
                  <a:pt x="739759" y="100316"/>
                  <a:pt x="733533" y="114671"/>
                  <a:pt x="721742" y="124934"/>
                </a:cubicBezTo>
                <a:cubicBezTo>
                  <a:pt x="709603" y="135501"/>
                  <a:pt x="692467" y="141077"/>
                  <a:pt x="672177" y="141077"/>
                </a:cubicBezTo>
                <a:cubicBezTo>
                  <a:pt x="651887" y="141077"/>
                  <a:pt x="634741" y="135491"/>
                  <a:pt x="622611" y="124934"/>
                </a:cubicBezTo>
                <a:cubicBezTo>
                  <a:pt x="610830" y="114671"/>
                  <a:pt x="604595" y="100316"/>
                  <a:pt x="604595" y="83403"/>
                </a:cubicBezTo>
                <a:close/>
                <a:moveTo>
                  <a:pt x="238310" y="207181"/>
                </a:moveTo>
                <a:cubicBezTo>
                  <a:pt x="241556" y="205118"/>
                  <a:pt x="245306" y="204081"/>
                  <a:pt x="249560" y="204081"/>
                </a:cubicBezTo>
                <a:cubicBezTo>
                  <a:pt x="254282" y="204081"/>
                  <a:pt x="258288" y="205292"/>
                  <a:pt x="261562" y="207713"/>
                </a:cubicBezTo>
                <a:cubicBezTo>
                  <a:pt x="264835" y="210135"/>
                  <a:pt x="267035" y="213501"/>
                  <a:pt x="268163" y="217812"/>
                </a:cubicBezTo>
                <a:lnTo>
                  <a:pt x="275874" y="217812"/>
                </a:lnTo>
                <a:cubicBezTo>
                  <a:pt x="274691" y="211373"/>
                  <a:pt x="271784" y="206292"/>
                  <a:pt x="267145" y="202568"/>
                </a:cubicBezTo>
                <a:cubicBezTo>
                  <a:pt x="262506" y="198844"/>
                  <a:pt x="256766" y="196982"/>
                  <a:pt x="249917" y="196982"/>
                </a:cubicBezTo>
                <a:cubicBezTo>
                  <a:pt x="244013" y="196982"/>
                  <a:pt x="238814" y="198293"/>
                  <a:pt x="234322" y="200926"/>
                </a:cubicBezTo>
                <a:cubicBezTo>
                  <a:pt x="229838" y="203558"/>
                  <a:pt x="226382" y="207264"/>
                  <a:pt x="223961" y="212052"/>
                </a:cubicBezTo>
                <a:cubicBezTo>
                  <a:pt x="221541" y="216840"/>
                  <a:pt x="220330" y="222334"/>
                  <a:pt x="220330" y="228534"/>
                </a:cubicBezTo>
                <a:cubicBezTo>
                  <a:pt x="220330" y="234734"/>
                  <a:pt x="221541" y="240302"/>
                  <a:pt x="223961" y="245062"/>
                </a:cubicBezTo>
                <a:cubicBezTo>
                  <a:pt x="226382" y="249823"/>
                  <a:pt x="229838" y="253510"/>
                  <a:pt x="234322" y="256142"/>
                </a:cubicBezTo>
                <a:cubicBezTo>
                  <a:pt x="238805" y="258775"/>
                  <a:pt x="244004" y="260086"/>
                  <a:pt x="249917" y="260086"/>
                </a:cubicBezTo>
                <a:cubicBezTo>
                  <a:pt x="256831" y="260086"/>
                  <a:pt x="262570" y="258224"/>
                  <a:pt x="267145" y="254501"/>
                </a:cubicBezTo>
                <a:cubicBezTo>
                  <a:pt x="271720" y="250777"/>
                  <a:pt x="274599" y="245695"/>
                  <a:pt x="275782" y="239256"/>
                </a:cubicBezTo>
                <a:lnTo>
                  <a:pt x="268071" y="239256"/>
                </a:lnTo>
                <a:cubicBezTo>
                  <a:pt x="266888" y="243631"/>
                  <a:pt x="264706" y="247007"/>
                  <a:pt x="261516" y="249401"/>
                </a:cubicBezTo>
                <a:cubicBezTo>
                  <a:pt x="258325" y="251795"/>
                  <a:pt x="254337" y="252987"/>
                  <a:pt x="249560" y="252987"/>
                </a:cubicBezTo>
                <a:cubicBezTo>
                  <a:pt x="245306" y="252987"/>
                  <a:pt x="241556" y="251951"/>
                  <a:pt x="238310" y="249887"/>
                </a:cubicBezTo>
                <a:cubicBezTo>
                  <a:pt x="235064" y="247823"/>
                  <a:pt x="232561" y="244925"/>
                  <a:pt x="230828" y="241201"/>
                </a:cubicBezTo>
                <a:cubicBezTo>
                  <a:pt x="229086" y="237477"/>
                  <a:pt x="228215" y="233258"/>
                  <a:pt x="228215" y="228525"/>
                </a:cubicBezTo>
                <a:cubicBezTo>
                  <a:pt x="228215" y="223792"/>
                  <a:pt x="229086" y="219499"/>
                  <a:pt x="230828" y="215812"/>
                </a:cubicBezTo>
                <a:cubicBezTo>
                  <a:pt x="232570" y="212125"/>
                  <a:pt x="235064" y="209245"/>
                  <a:pt x="238310" y="207172"/>
                </a:cubicBezTo>
                <a:close/>
                <a:moveTo>
                  <a:pt x="335580" y="197523"/>
                </a:moveTo>
                <a:lnTo>
                  <a:pt x="311925" y="259554"/>
                </a:lnTo>
                <a:lnTo>
                  <a:pt x="319892" y="259554"/>
                </a:lnTo>
                <a:lnTo>
                  <a:pt x="326448" y="242806"/>
                </a:lnTo>
                <a:lnTo>
                  <a:pt x="353467" y="242806"/>
                </a:lnTo>
                <a:lnTo>
                  <a:pt x="360023" y="259554"/>
                </a:lnTo>
                <a:lnTo>
                  <a:pt x="368256" y="259554"/>
                </a:lnTo>
                <a:lnTo>
                  <a:pt x="344693" y="197523"/>
                </a:lnTo>
                <a:lnTo>
                  <a:pt x="335570" y="197523"/>
                </a:lnTo>
                <a:close/>
                <a:moveTo>
                  <a:pt x="328758" y="235808"/>
                </a:moveTo>
                <a:lnTo>
                  <a:pt x="339916" y="205943"/>
                </a:lnTo>
                <a:lnTo>
                  <a:pt x="351166" y="235808"/>
                </a:lnTo>
                <a:lnTo>
                  <a:pt x="328749" y="235808"/>
                </a:lnTo>
                <a:close/>
                <a:moveTo>
                  <a:pt x="725437" y="197523"/>
                </a:moveTo>
                <a:lnTo>
                  <a:pt x="717736" y="197523"/>
                </a:lnTo>
                <a:lnTo>
                  <a:pt x="717736" y="259554"/>
                </a:lnTo>
                <a:lnTo>
                  <a:pt x="753704" y="259554"/>
                </a:lnTo>
                <a:lnTo>
                  <a:pt x="753704" y="252464"/>
                </a:lnTo>
                <a:lnTo>
                  <a:pt x="725446" y="252464"/>
                </a:lnTo>
                <a:lnTo>
                  <a:pt x="725446" y="197523"/>
                </a:lnTo>
                <a:close/>
                <a:moveTo>
                  <a:pt x="250953" y="2119"/>
                </a:moveTo>
                <a:lnTo>
                  <a:pt x="225566" y="2119"/>
                </a:lnTo>
                <a:lnTo>
                  <a:pt x="225566" y="164677"/>
                </a:lnTo>
                <a:lnTo>
                  <a:pt x="250953" y="164677"/>
                </a:lnTo>
                <a:lnTo>
                  <a:pt x="250953" y="2119"/>
                </a:lnTo>
                <a:close/>
                <a:moveTo>
                  <a:pt x="80592" y="62692"/>
                </a:moveTo>
                <a:lnTo>
                  <a:pt x="80592" y="164687"/>
                </a:lnTo>
                <a:cubicBezTo>
                  <a:pt x="80592" y="164687"/>
                  <a:pt x="106732" y="164687"/>
                  <a:pt x="106732" y="164687"/>
                </a:cubicBezTo>
                <a:lnTo>
                  <a:pt x="106713" y="62692"/>
                </a:lnTo>
                <a:cubicBezTo>
                  <a:pt x="106713" y="50282"/>
                  <a:pt x="102707" y="38523"/>
                  <a:pt x="95124" y="28700"/>
                </a:cubicBezTo>
                <a:lnTo>
                  <a:pt x="93648" y="26792"/>
                </a:lnTo>
                <a:lnTo>
                  <a:pt x="92172" y="28700"/>
                </a:lnTo>
                <a:cubicBezTo>
                  <a:pt x="84589" y="38523"/>
                  <a:pt x="80583" y="50273"/>
                  <a:pt x="80583" y="62692"/>
                </a:cubicBezTo>
                <a:close/>
                <a:moveTo>
                  <a:pt x="47273" y="2119"/>
                </a:moveTo>
                <a:lnTo>
                  <a:pt x="0" y="2119"/>
                </a:lnTo>
                <a:lnTo>
                  <a:pt x="0" y="26792"/>
                </a:lnTo>
                <a:lnTo>
                  <a:pt x="93648" y="26792"/>
                </a:lnTo>
                <a:lnTo>
                  <a:pt x="91328" y="23793"/>
                </a:lnTo>
                <a:cubicBezTo>
                  <a:pt x="80693" y="10025"/>
                  <a:pt x="64629" y="2119"/>
                  <a:pt x="47273" y="2119"/>
                </a:cubicBezTo>
                <a:close/>
                <a:moveTo>
                  <a:pt x="95968" y="23793"/>
                </a:moveTo>
                <a:lnTo>
                  <a:pt x="93648" y="26792"/>
                </a:lnTo>
                <a:lnTo>
                  <a:pt x="187296" y="26792"/>
                </a:lnTo>
                <a:lnTo>
                  <a:pt x="187296" y="2119"/>
                </a:lnTo>
                <a:lnTo>
                  <a:pt x="140023" y="2119"/>
                </a:lnTo>
                <a:cubicBezTo>
                  <a:pt x="122657" y="2119"/>
                  <a:pt x="106603" y="10016"/>
                  <a:pt x="95958" y="23793"/>
                </a:cubicBezTo>
                <a:close/>
                <a:moveTo>
                  <a:pt x="514844" y="164677"/>
                </a:moveTo>
                <a:lnTo>
                  <a:pt x="540232" y="164677"/>
                </a:lnTo>
                <a:lnTo>
                  <a:pt x="540232" y="2119"/>
                </a:lnTo>
                <a:lnTo>
                  <a:pt x="514844" y="2119"/>
                </a:lnTo>
                <a:lnTo>
                  <a:pt x="514844" y="164677"/>
                </a:lnTo>
                <a:close/>
                <a:moveTo>
                  <a:pt x="495205" y="259554"/>
                </a:moveTo>
                <a:lnTo>
                  <a:pt x="502915" y="259554"/>
                </a:lnTo>
                <a:lnTo>
                  <a:pt x="502915" y="197523"/>
                </a:lnTo>
                <a:lnTo>
                  <a:pt x="495205" y="197523"/>
                </a:lnTo>
                <a:lnTo>
                  <a:pt x="495205" y="259554"/>
                </a:lnTo>
                <a:close/>
                <a:moveTo>
                  <a:pt x="544816" y="204613"/>
                </a:moveTo>
                <a:lnTo>
                  <a:pt x="564923" y="204613"/>
                </a:lnTo>
                <a:lnTo>
                  <a:pt x="564923" y="259554"/>
                </a:lnTo>
                <a:lnTo>
                  <a:pt x="572633" y="259554"/>
                </a:lnTo>
                <a:lnTo>
                  <a:pt x="572633" y="204613"/>
                </a:lnTo>
                <a:lnTo>
                  <a:pt x="592740" y="204613"/>
                </a:lnTo>
                <a:lnTo>
                  <a:pt x="592740" y="197523"/>
                </a:lnTo>
                <a:lnTo>
                  <a:pt x="544816" y="197523"/>
                </a:lnTo>
                <a:lnTo>
                  <a:pt x="544816" y="204613"/>
                </a:lnTo>
                <a:close/>
                <a:moveTo>
                  <a:pt x="287389" y="2119"/>
                </a:moveTo>
                <a:cubicBezTo>
                  <a:pt x="287389" y="2119"/>
                  <a:pt x="335680" y="117220"/>
                  <a:pt x="345234" y="140105"/>
                </a:cubicBezTo>
                <a:cubicBezTo>
                  <a:pt x="356374" y="166796"/>
                  <a:pt x="374464" y="166796"/>
                  <a:pt x="381413" y="166796"/>
                </a:cubicBezTo>
                <a:lnTo>
                  <a:pt x="382899" y="166796"/>
                </a:lnTo>
                <a:lnTo>
                  <a:pt x="316692" y="2119"/>
                </a:lnTo>
                <a:lnTo>
                  <a:pt x="287389" y="2119"/>
                </a:lnTo>
                <a:close/>
                <a:moveTo>
                  <a:pt x="443549" y="199871"/>
                </a:moveTo>
                <a:cubicBezTo>
                  <a:pt x="440413" y="198303"/>
                  <a:pt x="436819" y="197523"/>
                  <a:pt x="432739" y="197523"/>
                </a:cubicBezTo>
                <a:lnTo>
                  <a:pt x="408910" y="197523"/>
                </a:lnTo>
                <a:lnTo>
                  <a:pt x="408910" y="259554"/>
                </a:lnTo>
                <a:lnTo>
                  <a:pt x="416621" y="259554"/>
                </a:lnTo>
                <a:lnTo>
                  <a:pt x="416621" y="235716"/>
                </a:lnTo>
                <a:lnTo>
                  <a:pt x="432748" y="235716"/>
                </a:lnTo>
                <a:cubicBezTo>
                  <a:pt x="436819" y="235716"/>
                  <a:pt x="440413" y="234936"/>
                  <a:pt x="443512" y="233368"/>
                </a:cubicBezTo>
                <a:cubicBezTo>
                  <a:pt x="446611" y="231799"/>
                  <a:pt x="449013" y="229571"/>
                  <a:pt x="450728" y="226681"/>
                </a:cubicBezTo>
                <a:cubicBezTo>
                  <a:pt x="452442" y="223783"/>
                  <a:pt x="453295" y="220417"/>
                  <a:pt x="453295" y="216583"/>
                </a:cubicBezTo>
                <a:cubicBezTo>
                  <a:pt x="453295" y="212749"/>
                  <a:pt x="452452" y="209392"/>
                  <a:pt x="450774" y="206521"/>
                </a:cubicBezTo>
                <a:cubicBezTo>
                  <a:pt x="449087" y="203659"/>
                  <a:pt x="446685" y="201439"/>
                  <a:pt x="443558" y="199871"/>
                </a:cubicBezTo>
                <a:close/>
                <a:moveTo>
                  <a:pt x="441779" y="225351"/>
                </a:moveTo>
                <a:cubicBezTo>
                  <a:pt x="439359" y="227534"/>
                  <a:pt x="436113" y="228635"/>
                  <a:pt x="432033" y="228635"/>
                </a:cubicBezTo>
                <a:lnTo>
                  <a:pt x="416621" y="228635"/>
                </a:lnTo>
                <a:lnTo>
                  <a:pt x="416621" y="204622"/>
                </a:lnTo>
                <a:lnTo>
                  <a:pt x="432125" y="204622"/>
                </a:lnTo>
                <a:cubicBezTo>
                  <a:pt x="436196" y="204622"/>
                  <a:pt x="439432" y="205705"/>
                  <a:pt x="441825" y="207860"/>
                </a:cubicBezTo>
                <a:cubicBezTo>
                  <a:pt x="444218" y="210015"/>
                  <a:pt x="445410" y="212923"/>
                  <a:pt x="445410" y="216592"/>
                </a:cubicBezTo>
                <a:cubicBezTo>
                  <a:pt x="445410" y="220261"/>
                  <a:pt x="444200" y="223178"/>
                  <a:pt x="441779" y="225361"/>
                </a:cubicBezTo>
                <a:close/>
                <a:moveTo>
                  <a:pt x="382889" y="166805"/>
                </a:moveTo>
                <a:lnTo>
                  <a:pt x="384375" y="166805"/>
                </a:lnTo>
                <a:cubicBezTo>
                  <a:pt x="391334" y="166805"/>
                  <a:pt x="409423" y="166805"/>
                  <a:pt x="420554" y="140114"/>
                </a:cubicBezTo>
                <a:cubicBezTo>
                  <a:pt x="430099" y="117230"/>
                  <a:pt x="478399" y="2128"/>
                  <a:pt x="478399" y="2128"/>
                </a:cubicBezTo>
                <a:lnTo>
                  <a:pt x="449096" y="2128"/>
                </a:lnTo>
                <a:lnTo>
                  <a:pt x="382889" y="166814"/>
                </a:lnTo>
                <a:close/>
                <a:moveTo>
                  <a:pt x="644368" y="197523"/>
                </a:moveTo>
                <a:lnTo>
                  <a:pt x="620714" y="259554"/>
                </a:lnTo>
                <a:lnTo>
                  <a:pt x="628690" y="259554"/>
                </a:lnTo>
                <a:lnTo>
                  <a:pt x="635246" y="242806"/>
                </a:lnTo>
                <a:lnTo>
                  <a:pt x="662266" y="242806"/>
                </a:lnTo>
                <a:lnTo>
                  <a:pt x="668821" y="259554"/>
                </a:lnTo>
                <a:lnTo>
                  <a:pt x="677055" y="259554"/>
                </a:lnTo>
                <a:lnTo>
                  <a:pt x="653491" y="197523"/>
                </a:lnTo>
                <a:lnTo>
                  <a:pt x="644368" y="197523"/>
                </a:lnTo>
                <a:close/>
                <a:moveTo>
                  <a:pt x="637547" y="235808"/>
                </a:moveTo>
                <a:lnTo>
                  <a:pt x="648705" y="205943"/>
                </a:lnTo>
                <a:lnTo>
                  <a:pt x="659955" y="235808"/>
                </a:lnTo>
                <a:lnTo>
                  <a:pt x="637538" y="235808"/>
                </a:lnTo>
                <a:close/>
              </a:path>
            </a:pathLst>
          </a:custGeom>
          <a:solidFill>
            <a:schemeClr val="bg1"/>
          </a:solidFill>
          <a:ln w="1061" cap="flat">
            <a:noFill/>
            <a:prstDash val="solid"/>
            <a:miter/>
          </a:ln>
        </p:spPr>
        <p:txBody>
          <a:bodyPr rtlCol="0" anchor="ctr"/>
          <a:lstStyle/>
          <a:p>
            <a:endParaRPr lang="pt-BR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231488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65">
          <p15:clr>
            <a:srgbClr val="FBAE40"/>
          </p15:clr>
        </p15:guide>
        <p15:guide id="2" pos="211">
          <p15:clr>
            <a:srgbClr val="FBAE40"/>
          </p15:clr>
        </p15:guide>
        <p15:guide id="3" orient="horz" pos="3997">
          <p15:clr>
            <a:srgbClr val="FBAE40"/>
          </p15:clr>
        </p15:guide>
        <p15:guide id="4" pos="7469">
          <p15:clr>
            <a:srgbClr val="FBAE40"/>
          </p15:clr>
        </p15:guide>
        <p15:guide id="5" orient="horz" pos="232">
          <p15:clr>
            <a:srgbClr val="FBAE40"/>
          </p15:clr>
        </p15:guide>
        <p15:guide id="6" orient="horz" pos="504">
          <p15:clr>
            <a:srgbClr val="FBAE40"/>
          </p15:clr>
        </p15:guide>
        <p15:guide id="7" orient="horz" pos="799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Índice - High Grade - 14 títulos">
    <p:bg>
      <p:bgPr>
        <a:gradFill>
          <a:gsLst>
            <a:gs pos="81000">
              <a:schemeClr val="tx1">
                <a:lumMod val="85000"/>
                <a:lumOff val="15000"/>
              </a:schemeClr>
            </a:gs>
            <a:gs pos="100000">
              <a:schemeClr val="tx1">
                <a:lumMod val="95000"/>
                <a:lumOff val="5000"/>
              </a:schemeClr>
            </a:gs>
            <a:gs pos="0">
              <a:schemeClr val="accent1"/>
            </a:gs>
          </a:gsLst>
          <a:lin ang="7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Espaço Reservado para Número de Slide 5">
            <a:extLst>
              <a:ext uri="{FF2B5EF4-FFF2-40B4-BE49-F238E27FC236}">
                <a16:creationId xmlns:a16="http://schemas.microsoft.com/office/drawing/2014/main" id="{8B43B5D6-9411-2916-3463-C0BBC4CE3A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42617" y="6482556"/>
            <a:ext cx="295275" cy="1692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defRPr sz="1100">
                <a:solidFill>
                  <a:schemeClr val="bg1"/>
                </a:solidFill>
                <a:latin typeface="Versos" panose="020B0503020204030204" pitchFamily="34" charset="0"/>
                <a:cs typeface="Versos" panose="020B0503020204030204" pitchFamily="34" charset="0"/>
              </a:defRPr>
            </a:lvl1pPr>
          </a:lstStyle>
          <a:p>
            <a:fld id="{77667D73-C69A-4DAA-9003-24A825D36FE9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95" name="Text Placeholder 3">
            <a:extLst>
              <a:ext uri="{FF2B5EF4-FFF2-40B4-BE49-F238E27FC236}">
                <a16:creationId xmlns:a16="http://schemas.microsoft.com/office/drawing/2014/main" id="{1F9E0DEB-08E9-5248-44F9-9916F0925C8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63" y="368300"/>
            <a:ext cx="10183813" cy="4308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800">
                <a:solidFill>
                  <a:schemeClr val="bg1"/>
                </a:solidFill>
              </a:defRPr>
            </a:lvl1pPr>
          </a:lstStyle>
          <a:p>
            <a:pPr lvl="0"/>
            <a:r>
              <a:rPr lang="pt-BR"/>
              <a:t>Índice | Até 14 títulos</a:t>
            </a:r>
            <a:endParaRPr lang="en-US"/>
          </a:p>
        </p:txBody>
      </p:sp>
      <p:sp>
        <p:nvSpPr>
          <p:cNvPr id="96" name="Text Placeholder 10">
            <a:extLst>
              <a:ext uri="{FF2B5EF4-FFF2-40B4-BE49-F238E27FC236}">
                <a16:creationId xmlns:a16="http://schemas.microsoft.com/office/drawing/2014/main" id="{86EE135B-8461-A8E5-B808-1CCC5F3ABF3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4963" y="6482556"/>
            <a:ext cx="10980000" cy="138499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defRPr sz="900" baseline="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900">
                <a:latin typeface="Versos Light" panose="020B0403020204030204" pitchFamily="34" charset="0"/>
              </a:defRPr>
            </a:lvl2pPr>
            <a:lvl3pPr>
              <a:defRPr sz="900">
                <a:latin typeface="Versos Light" panose="020B0403020204030204" pitchFamily="34" charset="0"/>
              </a:defRPr>
            </a:lvl3pPr>
            <a:lvl4pPr>
              <a:defRPr sz="900">
                <a:latin typeface="Versos Light" panose="020B0403020204030204" pitchFamily="34" charset="0"/>
              </a:defRPr>
            </a:lvl4pPr>
            <a:lvl5pPr>
              <a:defRPr sz="900">
                <a:latin typeface="Versos Light" panose="020B0403020204030204" pitchFamily="34" charset="0"/>
              </a:defRPr>
            </a:lvl5pPr>
          </a:lstStyle>
          <a:p>
            <a:pPr lvl="0"/>
            <a:r>
              <a:rPr lang="en-US"/>
              <a:t>Fonte:</a:t>
            </a:r>
            <a:endParaRPr lang="pt-BR"/>
          </a:p>
        </p:txBody>
      </p:sp>
      <p:sp>
        <p:nvSpPr>
          <p:cNvPr id="97" name="Text Placeholder 21">
            <a:extLst>
              <a:ext uri="{FF2B5EF4-FFF2-40B4-BE49-F238E27FC236}">
                <a16:creationId xmlns:a16="http://schemas.microsoft.com/office/drawing/2014/main" id="{C68EECD8-4868-C403-065A-798C94914B2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112441" y="1294749"/>
            <a:ext cx="3633266" cy="369332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2400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1800">
                <a:latin typeface="Versos" panose="020B0503020204030204" pitchFamily="34" charset="0"/>
              </a:defRPr>
            </a:lvl2pPr>
            <a:lvl3pPr>
              <a:defRPr sz="1800">
                <a:latin typeface="Versos" panose="020B0503020204030204" pitchFamily="34" charset="0"/>
              </a:defRPr>
            </a:lvl3pPr>
            <a:lvl4pPr>
              <a:defRPr sz="1800">
                <a:latin typeface="Versos" panose="020B0503020204030204" pitchFamily="34" charset="0"/>
              </a:defRPr>
            </a:lvl4pPr>
            <a:lvl5pPr>
              <a:defRPr sz="18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 err="1"/>
              <a:t>Assunto</a:t>
            </a:r>
            <a:endParaRPr lang="pt-BR"/>
          </a:p>
        </p:txBody>
      </p:sp>
      <p:sp>
        <p:nvSpPr>
          <p:cNvPr id="98" name="Text Placeholder 21">
            <a:extLst>
              <a:ext uri="{FF2B5EF4-FFF2-40B4-BE49-F238E27FC236}">
                <a16:creationId xmlns:a16="http://schemas.microsoft.com/office/drawing/2014/main" id="{377F7479-B5E7-D307-06B9-71E3BA37F3E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112441" y="2053172"/>
            <a:ext cx="3633266" cy="369332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2400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1800">
                <a:latin typeface="Versos" panose="020B0503020204030204" pitchFamily="34" charset="0"/>
              </a:defRPr>
            </a:lvl2pPr>
            <a:lvl3pPr>
              <a:defRPr sz="1800">
                <a:latin typeface="Versos" panose="020B0503020204030204" pitchFamily="34" charset="0"/>
              </a:defRPr>
            </a:lvl3pPr>
            <a:lvl4pPr>
              <a:defRPr sz="1800">
                <a:latin typeface="Versos" panose="020B0503020204030204" pitchFamily="34" charset="0"/>
              </a:defRPr>
            </a:lvl4pPr>
            <a:lvl5pPr>
              <a:defRPr sz="18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 err="1"/>
              <a:t>Assunto</a:t>
            </a:r>
            <a:endParaRPr lang="pt-BR"/>
          </a:p>
        </p:txBody>
      </p:sp>
      <p:sp>
        <p:nvSpPr>
          <p:cNvPr id="99" name="Text Placeholder 21">
            <a:extLst>
              <a:ext uri="{FF2B5EF4-FFF2-40B4-BE49-F238E27FC236}">
                <a16:creationId xmlns:a16="http://schemas.microsoft.com/office/drawing/2014/main" id="{A9CB3A34-F081-C677-A00F-67C1873C062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112441" y="2813030"/>
            <a:ext cx="3633266" cy="369332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2400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1800">
                <a:latin typeface="Versos" panose="020B0503020204030204" pitchFamily="34" charset="0"/>
              </a:defRPr>
            </a:lvl2pPr>
            <a:lvl3pPr>
              <a:defRPr sz="1800">
                <a:latin typeface="Versos" panose="020B0503020204030204" pitchFamily="34" charset="0"/>
              </a:defRPr>
            </a:lvl3pPr>
            <a:lvl4pPr>
              <a:defRPr sz="1800">
                <a:latin typeface="Versos" panose="020B0503020204030204" pitchFamily="34" charset="0"/>
              </a:defRPr>
            </a:lvl4pPr>
            <a:lvl5pPr>
              <a:defRPr sz="18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 err="1"/>
              <a:t>Assunto</a:t>
            </a:r>
            <a:endParaRPr lang="pt-BR"/>
          </a:p>
        </p:txBody>
      </p:sp>
      <p:sp>
        <p:nvSpPr>
          <p:cNvPr id="100" name="Text Placeholder 21">
            <a:extLst>
              <a:ext uri="{FF2B5EF4-FFF2-40B4-BE49-F238E27FC236}">
                <a16:creationId xmlns:a16="http://schemas.microsoft.com/office/drawing/2014/main" id="{66627ED0-3A46-8737-6897-D3BDDB091302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112441" y="3578536"/>
            <a:ext cx="3633266" cy="369332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2400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1800">
                <a:latin typeface="Versos" panose="020B0503020204030204" pitchFamily="34" charset="0"/>
              </a:defRPr>
            </a:lvl2pPr>
            <a:lvl3pPr>
              <a:defRPr sz="1800">
                <a:latin typeface="Versos" panose="020B0503020204030204" pitchFamily="34" charset="0"/>
              </a:defRPr>
            </a:lvl3pPr>
            <a:lvl4pPr>
              <a:defRPr sz="1800">
                <a:latin typeface="Versos" panose="020B0503020204030204" pitchFamily="34" charset="0"/>
              </a:defRPr>
            </a:lvl4pPr>
            <a:lvl5pPr>
              <a:defRPr sz="18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 err="1"/>
              <a:t>Assunto</a:t>
            </a:r>
            <a:endParaRPr lang="pt-BR"/>
          </a:p>
        </p:txBody>
      </p:sp>
      <p:sp>
        <p:nvSpPr>
          <p:cNvPr id="101" name="Text Placeholder 21">
            <a:extLst>
              <a:ext uri="{FF2B5EF4-FFF2-40B4-BE49-F238E27FC236}">
                <a16:creationId xmlns:a16="http://schemas.microsoft.com/office/drawing/2014/main" id="{4A98C90D-F543-2D3A-9F32-FF02504B384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873479" y="1298388"/>
            <a:ext cx="3633266" cy="369332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2400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1800">
                <a:latin typeface="Versos" panose="020B0503020204030204" pitchFamily="34" charset="0"/>
              </a:defRPr>
            </a:lvl2pPr>
            <a:lvl3pPr>
              <a:defRPr sz="1800">
                <a:latin typeface="Versos" panose="020B0503020204030204" pitchFamily="34" charset="0"/>
              </a:defRPr>
            </a:lvl3pPr>
            <a:lvl4pPr>
              <a:defRPr sz="1800">
                <a:latin typeface="Versos" panose="020B0503020204030204" pitchFamily="34" charset="0"/>
              </a:defRPr>
            </a:lvl4pPr>
            <a:lvl5pPr>
              <a:defRPr sz="18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 err="1"/>
              <a:t>Assunto</a:t>
            </a:r>
            <a:endParaRPr lang="pt-BR"/>
          </a:p>
        </p:txBody>
      </p:sp>
      <p:sp>
        <p:nvSpPr>
          <p:cNvPr id="102" name="Text Placeholder 21">
            <a:extLst>
              <a:ext uri="{FF2B5EF4-FFF2-40B4-BE49-F238E27FC236}">
                <a16:creationId xmlns:a16="http://schemas.microsoft.com/office/drawing/2014/main" id="{02D303FD-4338-9202-3742-445CFAC544F9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873479" y="2051616"/>
            <a:ext cx="3633266" cy="369332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2400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1800">
                <a:latin typeface="Versos" panose="020B0503020204030204" pitchFamily="34" charset="0"/>
              </a:defRPr>
            </a:lvl2pPr>
            <a:lvl3pPr>
              <a:defRPr sz="1800">
                <a:latin typeface="Versos" panose="020B0503020204030204" pitchFamily="34" charset="0"/>
              </a:defRPr>
            </a:lvl3pPr>
            <a:lvl4pPr>
              <a:defRPr sz="1800">
                <a:latin typeface="Versos" panose="020B0503020204030204" pitchFamily="34" charset="0"/>
              </a:defRPr>
            </a:lvl4pPr>
            <a:lvl5pPr>
              <a:defRPr sz="18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 err="1"/>
              <a:t>Assunto</a:t>
            </a:r>
            <a:endParaRPr lang="pt-BR"/>
          </a:p>
        </p:txBody>
      </p:sp>
      <p:sp>
        <p:nvSpPr>
          <p:cNvPr id="103" name="Text Placeholder 21">
            <a:extLst>
              <a:ext uri="{FF2B5EF4-FFF2-40B4-BE49-F238E27FC236}">
                <a16:creationId xmlns:a16="http://schemas.microsoft.com/office/drawing/2014/main" id="{DAB51C54-4BA1-024C-8F1D-E61343BFAC42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873479" y="2808937"/>
            <a:ext cx="3633266" cy="369332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2400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1800">
                <a:latin typeface="Versos" panose="020B0503020204030204" pitchFamily="34" charset="0"/>
              </a:defRPr>
            </a:lvl2pPr>
            <a:lvl3pPr>
              <a:defRPr sz="1800">
                <a:latin typeface="Versos" panose="020B0503020204030204" pitchFamily="34" charset="0"/>
              </a:defRPr>
            </a:lvl3pPr>
            <a:lvl4pPr>
              <a:defRPr sz="1800">
                <a:latin typeface="Versos" panose="020B0503020204030204" pitchFamily="34" charset="0"/>
              </a:defRPr>
            </a:lvl4pPr>
            <a:lvl5pPr>
              <a:defRPr sz="18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 err="1"/>
              <a:t>Assunto</a:t>
            </a:r>
            <a:endParaRPr lang="pt-BR"/>
          </a:p>
        </p:txBody>
      </p:sp>
      <p:sp>
        <p:nvSpPr>
          <p:cNvPr id="104" name="Text Placeholder 21">
            <a:extLst>
              <a:ext uri="{FF2B5EF4-FFF2-40B4-BE49-F238E27FC236}">
                <a16:creationId xmlns:a16="http://schemas.microsoft.com/office/drawing/2014/main" id="{31C27C31-0117-4C41-7DD9-9A95AE01F9D5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873479" y="3576980"/>
            <a:ext cx="3633266" cy="369332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2400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1800">
                <a:latin typeface="Versos" panose="020B0503020204030204" pitchFamily="34" charset="0"/>
              </a:defRPr>
            </a:lvl2pPr>
            <a:lvl3pPr>
              <a:defRPr sz="1800">
                <a:latin typeface="Versos" panose="020B0503020204030204" pitchFamily="34" charset="0"/>
              </a:defRPr>
            </a:lvl3pPr>
            <a:lvl4pPr>
              <a:defRPr sz="1800">
                <a:latin typeface="Versos" panose="020B0503020204030204" pitchFamily="34" charset="0"/>
              </a:defRPr>
            </a:lvl4pPr>
            <a:lvl5pPr>
              <a:defRPr sz="18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 err="1"/>
              <a:t>Assunto</a:t>
            </a:r>
            <a:endParaRPr lang="pt-BR"/>
          </a:p>
        </p:txBody>
      </p:sp>
      <p:sp>
        <p:nvSpPr>
          <p:cNvPr id="105" name="Text Placeholder 21">
            <a:extLst>
              <a:ext uri="{FF2B5EF4-FFF2-40B4-BE49-F238E27FC236}">
                <a16:creationId xmlns:a16="http://schemas.microsoft.com/office/drawing/2014/main" id="{305C7304-230E-F6CE-A76D-99DF1E692F0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34965" y="1272292"/>
            <a:ext cx="562844" cy="492443"/>
          </a:xfrm>
          <a:prstGeom prst="rect">
            <a:avLst/>
          </a:prstGeom>
          <a:noFill/>
        </p:spPr>
        <p:txBody>
          <a:bodyPr lIns="0" tIns="0" rIns="0" bIns="0" anchor="ctr" anchorCtr="0"/>
          <a:lstStyle>
            <a:lvl1pPr algn="ctr">
              <a:defRPr sz="3200" b="1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1800">
                <a:latin typeface="Versos" panose="020B0503020204030204" pitchFamily="34" charset="0"/>
              </a:defRPr>
            </a:lvl2pPr>
            <a:lvl3pPr>
              <a:defRPr sz="1800">
                <a:latin typeface="Versos" panose="020B0503020204030204" pitchFamily="34" charset="0"/>
              </a:defRPr>
            </a:lvl3pPr>
            <a:lvl4pPr>
              <a:defRPr sz="1800">
                <a:latin typeface="Versos" panose="020B0503020204030204" pitchFamily="34" charset="0"/>
              </a:defRPr>
            </a:lvl4pPr>
            <a:lvl5pPr>
              <a:defRPr sz="18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1.</a:t>
            </a:r>
            <a:endParaRPr lang="pt-BR"/>
          </a:p>
        </p:txBody>
      </p:sp>
      <p:sp>
        <p:nvSpPr>
          <p:cNvPr id="106" name="Text Placeholder 21">
            <a:extLst>
              <a:ext uri="{FF2B5EF4-FFF2-40B4-BE49-F238E27FC236}">
                <a16:creationId xmlns:a16="http://schemas.microsoft.com/office/drawing/2014/main" id="{646BD931-2CC9-4B26-938C-C6A9327B317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34965" y="2021813"/>
            <a:ext cx="562844" cy="492443"/>
          </a:xfrm>
          <a:prstGeom prst="rect">
            <a:avLst/>
          </a:prstGeom>
        </p:spPr>
        <p:txBody>
          <a:bodyPr lIns="0" tIns="0" rIns="0" bIns="0" anchor="ctr" anchorCtr="0"/>
          <a:lstStyle>
            <a:lvl1pPr algn="ctr">
              <a:defRPr sz="3200" b="1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1800">
                <a:latin typeface="Versos" panose="020B0503020204030204" pitchFamily="34" charset="0"/>
              </a:defRPr>
            </a:lvl2pPr>
            <a:lvl3pPr>
              <a:defRPr sz="1800">
                <a:latin typeface="Versos" panose="020B0503020204030204" pitchFamily="34" charset="0"/>
              </a:defRPr>
            </a:lvl3pPr>
            <a:lvl4pPr>
              <a:defRPr sz="1800">
                <a:latin typeface="Versos" panose="020B0503020204030204" pitchFamily="34" charset="0"/>
              </a:defRPr>
            </a:lvl4pPr>
            <a:lvl5pPr>
              <a:defRPr sz="18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2.</a:t>
            </a:r>
            <a:endParaRPr lang="pt-BR"/>
          </a:p>
        </p:txBody>
      </p:sp>
      <p:sp>
        <p:nvSpPr>
          <p:cNvPr id="107" name="Text Placeholder 21">
            <a:extLst>
              <a:ext uri="{FF2B5EF4-FFF2-40B4-BE49-F238E27FC236}">
                <a16:creationId xmlns:a16="http://schemas.microsoft.com/office/drawing/2014/main" id="{7EF60F9A-51DE-3649-80E7-711C186485A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34965" y="2779134"/>
            <a:ext cx="562844" cy="492443"/>
          </a:xfrm>
          <a:prstGeom prst="rect">
            <a:avLst/>
          </a:prstGeom>
        </p:spPr>
        <p:txBody>
          <a:bodyPr lIns="0" tIns="0" rIns="0" bIns="0" anchor="ctr" anchorCtr="0"/>
          <a:lstStyle>
            <a:lvl1pPr algn="ctr">
              <a:defRPr sz="3200" b="1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1800">
                <a:latin typeface="Versos" panose="020B0503020204030204" pitchFamily="34" charset="0"/>
              </a:defRPr>
            </a:lvl2pPr>
            <a:lvl3pPr>
              <a:defRPr sz="1800">
                <a:latin typeface="Versos" panose="020B0503020204030204" pitchFamily="34" charset="0"/>
              </a:defRPr>
            </a:lvl3pPr>
            <a:lvl4pPr>
              <a:defRPr sz="1800">
                <a:latin typeface="Versos" panose="020B0503020204030204" pitchFamily="34" charset="0"/>
              </a:defRPr>
            </a:lvl4pPr>
            <a:lvl5pPr>
              <a:defRPr sz="18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3.</a:t>
            </a:r>
            <a:endParaRPr lang="pt-BR"/>
          </a:p>
        </p:txBody>
      </p:sp>
      <p:sp>
        <p:nvSpPr>
          <p:cNvPr id="108" name="Text Placeholder 21">
            <a:extLst>
              <a:ext uri="{FF2B5EF4-FFF2-40B4-BE49-F238E27FC236}">
                <a16:creationId xmlns:a16="http://schemas.microsoft.com/office/drawing/2014/main" id="{454FB385-5582-984D-3BEC-2409DCFBBEA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34965" y="3544640"/>
            <a:ext cx="562844" cy="492443"/>
          </a:xfrm>
          <a:prstGeom prst="rect">
            <a:avLst/>
          </a:prstGeom>
        </p:spPr>
        <p:txBody>
          <a:bodyPr lIns="0" tIns="0" rIns="0" bIns="0" anchor="ctr" anchorCtr="0"/>
          <a:lstStyle>
            <a:lvl1pPr algn="ctr">
              <a:defRPr sz="3200" b="1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1800">
                <a:latin typeface="Versos" panose="020B0503020204030204" pitchFamily="34" charset="0"/>
              </a:defRPr>
            </a:lvl2pPr>
            <a:lvl3pPr>
              <a:defRPr sz="1800">
                <a:latin typeface="Versos" panose="020B0503020204030204" pitchFamily="34" charset="0"/>
              </a:defRPr>
            </a:lvl3pPr>
            <a:lvl4pPr>
              <a:defRPr sz="1800">
                <a:latin typeface="Versos" panose="020B0503020204030204" pitchFamily="34" charset="0"/>
              </a:defRPr>
            </a:lvl4pPr>
            <a:lvl5pPr>
              <a:defRPr sz="18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4.</a:t>
            </a:r>
            <a:endParaRPr lang="pt-BR"/>
          </a:p>
        </p:txBody>
      </p:sp>
      <p:sp>
        <p:nvSpPr>
          <p:cNvPr id="109" name="Text Placeholder 21">
            <a:extLst>
              <a:ext uri="{FF2B5EF4-FFF2-40B4-BE49-F238E27FC236}">
                <a16:creationId xmlns:a16="http://schemas.microsoft.com/office/drawing/2014/main" id="{48AFB4A3-A713-3B36-5C4C-116B1798240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096003" y="1277486"/>
            <a:ext cx="562844" cy="492443"/>
          </a:xfrm>
          <a:prstGeom prst="rect">
            <a:avLst/>
          </a:prstGeom>
        </p:spPr>
        <p:txBody>
          <a:bodyPr lIns="0" tIns="0" rIns="0" bIns="0" anchor="ctr" anchorCtr="0"/>
          <a:lstStyle>
            <a:lvl1pPr algn="ctr">
              <a:defRPr sz="3200" b="1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1800">
                <a:latin typeface="Versos" panose="020B0503020204030204" pitchFamily="34" charset="0"/>
              </a:defRPr>
            </a:lvl2pPr>
            <a:lvl3pPr>
              <a:defRPr sz="1800">
                <a:latin typeface="Versos" panose="020B0503020204030204" pitchFamily="34" charset="0"/>
              </a:defRPr>
            </a:lvl3pPr>
            <a:lvl4pPr>
              <a:defRPr sz="1800">
                <a:latin typeface="Versos" panose="020B0503020204030204" pitchFamily="34" charset="0"/>
              </a:defRPr>
            </a:lvl4pPr>
            <a:lvl5pPr>
              <a:defRPr sz="18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8.</a:t>
            </a:r>
            <a:endParaRPr lang="pt-BR"/>
          </a:p>
        </p:txBody>
      </p:sp>
      <p:sp>
        <p:nvSpPr>
          <p:cNvPr id="110" name="Text Placeholder 21">
            <a:extLst>
              <a:ext uri="{FF2B5EF4-FFF2-40B4-BE49-F238E27FC236}">
                <a16:creationId xmlns:a16="http://schemas.microsoft.com/office/drawing/2014/main" id="{455A5A6A-C346-A345-7676-47650852DEC5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096003" y="2021813"/>
            <a:ext cx="562844" cy="492443"/>
          </a:xfrm>
          <a:prstGeom prst="rect">
            <a:avLst/>
          </a:prstGeom>
        </p:spPr>
        <p:txBody>
          <a:bodyPr lIns="0" tIns="0" rIns="0" bIns="0" anchor="ctr" anchorCtr="0"/>
          <a:lstStyle>
            <a:lvl1pPr algn="ctr">
              <a:defRPr sz="3200" b="1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1800">
                <a:latin typeface="Versos" panose="020B0503020204030204" pitchFamily="34" charset="0"/>
              </a:defRPr>
            </a:lvl2pPr>
            <a:lvl3pPr>
              <a:defRPr sz="1800">
                <a:latin typeface="Versos" panose="020B0503020204030204" pitchFamily="34" charset="0"/>
              </a:defRPr>
            </a:lvl3pPr>
            <a:lvl4pPr>
              <a:defRPr sz="1800">
                <a:latin typeface="Versos" panose="020B0503020204030204" pitchFamily="34" charset="0"/>
              </a:defRPr>
            </a:lvl4pPr>
            <a:lvl5pPr>
              <a:defRPr sz="18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9.</a:t>
            </a:r>
            <a:endParaRPr lang="pt-BR"/>
          </a:p>
        </p:txBody>
      </p:sp>
      <p:sp>
        <p:nvSpPr>
          <p:cNvPr id="111" name="Text Placeholder 21">
            <a:extLst>
              <a:ext uri="{FF2B5EF4-FFF2-40B4-BE49-F238E27FC236}">
                <a16:creationId xmlns:a16="http://schemas.microsoft.com/office/drawing/2014/main" id="{C9036724-53EE-61EA-4F36-0647670CC647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096003" y="2779134"/>
            <a:ext cx="562844" cy="492443"/>
          </a:xfrm>
          <a:prstGeom prst="rect">
            <a:avLst/>
          </a:prstGeom>
          <a:noFill/>
        </p:spPr>
        <p:txBody>
          <a:bodyPr lIns="0" tIns="0" rIns="0" bIns="0" anchor="ctr" anchorCtr="0"/>
          <a:lstStyle>
            <a:lvl1pPr algn="ctr">
              <a:defRPr sz="3200" b="1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1800">
                <a:latin typeface="Versos" panose="020B0503020204030204" pitchFamily="34" charset="0"/>
              </a:defRPr>
            </a:lvl2pPr>
            <a:lvl3pPr>
              <a:defRPr sz="1800">
                <a:latin typeface="Versos" panose="020B0503020204030204" pitchFamily="34" charset="0"/>
              </a:defRPr>
            </a:lvl3pPr>
            <a:lvl4pPr>
              <a:defRPr sz="1800">
                <a:latin typeface="Versos" panose="020B0503020204030204" pitchFamily="34" charset="0"/>
              </a:defRPr>
            </a:lvl4pPr>
            <a:lvl5pPr>
              <a:defRPr sz="18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10.</a:t>
            </a:r>
            <a:endParaRPr lang="pt-BR"/>
          </a:p>
        </p:txBody>
      </p:sp>
      <p:sp>
        <p:nvSpPr>
          <p:cNvPr id="112" name="Text Placeholder 21">
            <a:extLst>
              <a:ext uri="{FF2B5EF4-FFF2-40B4-BE49-F238E27FC236}">
                <a16:creationId xmlns:a16="http://schemas.microsoft.com/office/drawing/2014/main" id="{59FC8DE1-DA8C-E6FC-0074-C1233AE33862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096003" y="3544640"/>
            <a:ext cx="562844" cy="492443"/>
          </a:xfrm>
          <a:prstGeom prst="rect">
            <a:avLst/>
          </a:prstGeom>
        </p:spPr>
        <p:txBody>
          <a:bodyPr lIns="0" tIns="0" rIns="0" bIns="0" anchor="ctr" anchorCtr="0"/>
          <a:lstStyle>
            <a:lvl1pPr algn="ctr">
              <a:defRPr sz="3200" b="1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1800">
                <a:latin typeface="Versos" panose="020B0503020204030204" pitchFamily="34" charset="0"/>
              </a:defRPr>
            </a:lvl2pPr>
            <a:lvl3pPr>
              <a:defRPr sz="1800">
                <a:latin typeface="Versos" panose="020B0503020204030204" pitchFamily="34" charset="0"/>
              </a:defRPr>
            </a:lvl3pPr>
            <a:lvl4pPr>
              <a:defRPr sz="1800">
                <a:latin typeface="Versos" panose="020B0503020204030204" pitchFamily="34" charset="0"/>
              </a:defRPr>
            </a:lvl4pPr>
            <a:lvl5pPr>
              <a:defRPr sz="18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11.</a:t>
            </a:r>
            <a:endParaRPr lang="pt-BR"/>
          </a:p>
        </p:txBody>
      </p:sp>
      <p:sp>
        <p:nvSpPr>
          <p:cNvPr id="113" name="Text Placeholder 21">
            <a:extLst>
              <a:ext uri="{FF2B5EF4-FFF2-40B4-BE49-F238E27FC236}">
                <a16:creationId xmlns:a16="http://schemas.microsoft.com/office/drawing/2014/main" id="{CD7EC131-607A-502B-D5DB-EACD3848C447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112441" y="4354249"/>
            <a:ext cx="3633266" cy="369332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2400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1800">
                <a:latin typeface="Versos" panose="020B0503020204030204" pitchFamily="34" charset="0"/>
              </a:defRPr>
            </a:lvl2pPr>
            <a:lvl3pPr>
              <a:defRPr sz="1800">
                <a:latin typeface="Versos" panose="020B0503020204030204" pitchFamily="34" charset="0"/>
              </a:defRPr>
            </a:lvl3pPr>
            <a:lvl4pPr>
              <a:defRPr sz="1800">
                <a:latin typeface="Versos" panose="020B0503020204030204" pitchFamily="34" charset="0"/>
              </a:defRPr>
            </a:lvl4pPr>
            <a:lvl5pPr>
              <a:defRPr sz="18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 err="1"/>
              <a:t>Assunto</a:t>
            </a:r>
            <a:endParaRPr lang="pt-BR"/>
          </a:p>
        </p:txBody>
      </p:sp>
      <p:sp>
        <p:nvSpPr>
          <p:cNvPr id="114" name="Text Placeholder 21">
            <a:extLst>
              <a:ext uri="{FF2B5EF4-FFF2-40B4-BE49-F238E27FC236}">
                <a16:creationId xmlns:a16="http://schemas.microsoft.com/office/drawing/2014/main" id="{39366CD8-736E-E9F0-1631-408CE9342B7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873479" y="4352693"/>
            <a:ext cx="3633266" cy="369332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2400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1800">
                <a:latin typeface="Versos" panose="020B0503020204030204" pitchFamily="34" charset="0"/>
              </a:defRPr>
            </a:lvl2pPr>
            <a:lvl3pPr>
              <a:defRPr sz="1800">
                <a:latin typeface="Versos" panose="020B0503020204030204" pitchFamily="34" charset="0"/>
              </a:defRPr>
            </a:lvl3pPr>
            <a:lvl4pPr>
              <a:defRPr sz="1800">
                <a:latin typeface="Versos" panose="020B0503020204030204" pitchFamily="34" charset="0"/>
              </a:defRPr>
            </a:lvl4pPr>
            <a:lvl5pPr>
              <a:defRPr sz="18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 err="1"/>
              <a:t>Assunto</a:t>
            </a:r>
            <a:endParaRPr lang="pt-BR"/>
          </a:p>
        </p:txBody>
      </p:sp>
      <p:sp>
        <p:nvSpPr>
          <p:cNvPr id="115" name="Text Placeholder 21">
            <a:extLst>
              <a:ext uri="{FF2B5EF4-FFF2-40B4-BE49-F238E27FC236}">
                <a16:creationId xmlns:a16="http://schemas.microsoft.com/office/drawing/2014/main" id="{A36BD412-4DD9-0776-5A73-B5939ACF9185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334965" y="4320353"/>
            <a:ext cx="562844" cy="492443"/>
          </a:xfrm>
          <a:prstGeom prst="rect">
            <a:avLst/>
          </a:prstGeom>
        </p:spPr>
        <p:txBody>
          <a:bodyPr lIns="0" tIns="0" rIns="0" bIns="0" anchor="ctr" anchorCtr="0"/>
          <a:lstStyle>
            <a:lvl1pPr algn="ctr">
              <a:defRPr sz="3200" b="1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1800">
                <a:latin typeface="Versos" panose="020B0503020204030204" pitchFamily="34" charset="0"/>
              </a:defRPr>
            </a:lvl2pPr>
            <a:lvl3pPr>
              <a:defRPr sz="1800">
                <a:latin typeface="Versos" panose="020B0503020204030204" pitchFamily="34" charset="0"/>
              </a:defRPr>
            </a:lvl3pPr>
            <a:lvl4pPr>
              <a:defRPr sz="1800">
                <a:latin typeface="Versos" panose="020B0503020204030204" pitchFamily="34" charset="0"/>
              </a:defRPr>
            </a:lvl4pPr>
            <a:lvl5pPr>
              <a:defRPr sz="18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5.</a:t>
            </a:r>
            <a:endParaRPr lang="pt-BR"/>
          </a:p>
        </p:txBody>
      </p:sp>
      <p:sp>
        <p:nvSpPr>
          <p:cNvPr id="116" name="Text Placeholder 21">
            <a:extLst>
              <a:ext uri="{FF2B5EF4-FFF2-40B4-BE49-F238E27FC236}">
                <a16:creationId xmlns:a16="http://schemas.microsoft.com/office/drawing/2014/main" id="{0D56432C-F90B-BE78-9849-16EDFA25EDF3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6096003" y="4320353"/>
            <a:ext cx="562844" cy="492443"/>
          </a:xfrm>
          <a:prstGeom prst="rect">
            <a:avLst/>
          </a:prstGeom>
        </p:spPr>
        <p:txBody>
          <a:bodyPr lIns="0" tIns="0" rIns="0" bIns="0" anchor="ctr" anchorCtr="0"/>
          <a:lstStyle>
            <a:lvl1pPr algn="ctr">
              <a:defRPr sz="3200" b="1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1800">
                <a:latin typeface="Versos" panose="020B0503020204030204" pitchFamily="34" charset="0"/>
              </a:defRPr>
            </a:lvl2pPr>
            <a:lvl3pPr>
              <a:defRPr sz="1800">
                <a:latin typeface="Versos" panose="020B0503020204030204" pitchFamily="34" charset="0"/>
              </a:defRPr>
            </a:lvl3pPr>
            <a:lvl4pPr>
              <a:defRPr sz="1800">
                <a:latin typeface="Versos" panose="020B0503020204030204" pitchFamily="34" charset="0"/>
              </a:defRPr>
            </a:lvl4pPr>
            <a:lvl5pPr>
              <a:defRPr sz="18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12.</a:t>
            </a:r>
            <a:endParaRPr lang="pt-BR"/>
          </a:p>
        </p:txBody>
      </p:sp>
      <p:sp>
        <p:nvSpPr>
          <p:cNvPr id="26" name="Text Placeholder 21">
            <a:extLst>
              <a:ext uri="{FF2B5EF4-FFF2-40B4-BE49-F238E27FC236}">
                <a16:creationId xmlns:a16="http://schemas.microsoft.com/office/drawing/2014/main" id="{C5B1F338-8D07-6165-2984-C97D76B836F9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112441" y="5133711"/>
            <a:ext cx="3633266" cy="369332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2400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1800">
                <a:latin typeface="Versos" panose="020B0503020204030204" pitchFamily="34" charset="0"/>
              </a:defRPr>
            </a:lvl2pPr>
            <a:lvl3pPr>
              <a:defRPr sz="1800">
                <a:latin typeface="Versos" panose="020B0503020204030204" pitchFamily="34" charset="0"/>
              </a:defRPr>
            </a:lvl3pPr>
            <a:lvl4pPr>
              <a:defRPr sz="1800">
                <a:latin typeface="Versos" panose="020B0503020204030204" pitchFamily="34" charset="0"/>
              </a:defRPr>
            </a:lvl4pPr>
            <a:lvl5pPr>
              <a:defRPr sz="18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 err="1"/>
              <a:t>Assunto</a:t>
            </a:r>
            <a:endParaRPr lang="pt-BR"/>
          </a:p>
        </p:txBody>
      </p:sp>
      <p:sp>
        <p:nvSpPr>
          <p:cNvPr id="27" name="Text Placeholder 21">
            <a:extLst>
              <a:ext uri="{FF2B5EF4-FFF2-40B4-BE49-F238E27FC236}">
                <a16:creationId xmlns:a16="http://schemas.microsoft.com/office/drawing/2014/main" id="{6AC2D12D-986D-3DD5-FBFC-D384978B998E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873479" y="5132155"/>
            <a:ext cx="3633266" cy="369332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2400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1800">
                <a:latin typeface="Versos" panose="020B0503020204030204" pitchFamily="34" charset="0"/>
              </a:defRPr>
            </a:lvl2pPr>
            <a:lvl3pPr>
              <a:defRPr sz="1800">
                <a:latin typeface="Versos" panose="020B0503020204030204" pitchFamily="34" charset="0"/>
              </a:defRPr>
            </a:lvl3pPr>
            <a:lvl4pPr>
              <a:defRPr sz="1800">
                <a:latin typeface="Versos" panose="020B0503020204030204" pitchFamily="34" charset="0"/>
              </a:defRPr>
            </a:lvl4pPr>
            <a:lvl5pPr>
              <a:defRPr sz="18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 err="1"/>
              <a:t>Assunto</a:t>
            </a:r>
            <a:endParaRPr lang="pt-BR"/>
          </a:p>
        </p:txBody>
      </p:sp>
      <p:sp>
        <p:nvSpPr>
          <p:cNvPr id="28" name="Text Placeholder 21">
            <a:extLst>
              <a:ext uri="{FF2B5EF4-FFF2-40B4-BE49-F238E27FC236}">
                <a16:creationId xmlns:a16="http://schemas.microsoft.com/office/drawing/2014/main" id="{91E97FC2-9348-4E3B-00E5-76B9F5F34636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334965" y="5099815"/>
            <a:ext cx="562844" cy="492443"/>
          </a:xfrm>
          <a:prstGeom prst="rect">
            <a:avLst/>
          </a:prstGeom>
        </p:spPr>
        <p:txBody>
          <a:bodyPr lIns="0" tIns="0" rIns="0" bIns="0" anchor="ctr" anchorCtr="0"/>
          <a:lstStyle>
            <a:lvl1pPr algn="ctr">
              <a:defRPr sz="3200" b="1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1800">
                <a:latin typeface="Versos" panose="020B0503020204030204" pitchFamily="34" charset="0"/>
              </a:defRPr>
            </a:lvl2pPr>
            <a:lvl3pPr>
              <a:defRPr sz="1800">
                <a:latin typeface="Versos" panose="020B0503020204030204" pitchFamily="34" charset="0"/>
              </a:defRPr>
            </a:lvl3pPr>
            <a:lvl4pPr>
              <a:defRPr sz="1800">
                <a:latin typeface="Versos" panose="020B0503020204030204" pitchFamily="34" charset="0"/>
              </a:defRPr>
            </a:lvl4pPr>
            <a:lvl5pPr>
              <a:defRPr sz="18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6.</a:t>
            </a:r>
            <a:endParaRPr lang="pt-BR"/>
          </a:p>
        </p:txBody>
      </p:sp>
      <p:sp>
        <p:nvSpPr>
          <p:cNvPr id="29" name="Text Placeholder 21">
            <a:extLst>
              <a:ext uri="{FF2B5EF4-FFF2-40B4-BE49-F238E27FC236}">
                <a16:creationId xmlns:a16="http://schemas.microsoft.com/office/drawing/2014/main" id="{10FCC27C-9F7B-60DD-448A-FA5C70190D6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6096003" y="5099815"/>
            <a:ext cx="562844" cy="492443"/>
          </a:xfrm>
          <a:prstGeom prst="rect">
            <a:avLst/>
          </a:prstGeom>
        </p:spPr>
        <p:txBody>
          <a:bodyPr lIns="0" tIns="0" rIns="0" bIns="0" anchor="ctr" anchorCtr="0"/>
          <a:lstStyle>
            <a:lvl1pPr algn="ctr">
              <a:defRPr sz="3200" b="1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1800">
                <a:latin typeface="Versos" panose="020B0503020204030204" pitchFamily="34" charset="0"/>
              </a:defRPr>
            </a:lvl2pPr>
            <a:lvl3pPr>
              <a:defRPr sz="1800">
                <a:latin typeface="Versos" panose="020B0503020204030204" pitchFamily="34" charset="0"/>
              </a:defRPr>
            </a:lvl3pPr>
            <a:lvl4pPr>
              <a:defRPr sz="1800">
                <a:latin typeface="Versos" panose="020B0503020204030204" pitchFamily="34" charset="0"/>
              </a:defRPr>
            </a:lvl4pPr>
            <a:lvl5pPr>
              <a:defRPr sz="18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13.</a:t>
            </a:r>
            <a:endParaRPr lang="pt-BR"/>
          </a:p>
        </p:txBody>
      </p:sp>
      <p:sp>
        <p:nvSpPr>
          <p:cNvPr id="30" name="Text Placeholder 21">
            <a:extLst>
              <a:ext uri="{FF2B5EF4-FFF2-40B4-BE49-F238E27FC236}">
                <a16:creationId xmlns:a16="http://schemas.microsoft.com/office/drawing/2014/main" id="{647A3C75-F52C-9572-4AC8-DF3C9EC74895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112441" y="5909424"/>
            <a:ext cx="3633266" cy="369332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2400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1800">
                <a:latin typeface="Versos" panose="020B0503020204030204" pitchFamily="34" charset="0"/>
              </a:defRPr>
            </a:lvl2pPr>
            <a:lvl3pPr>
              <a:defRPr sz="1800">
                <a:latin typeface="Versos" panose="020B0503020204030204" pitchFamily="34" charset="0"/>
              </a:defRPr>
            </a:lvl3pPr>
            <a:lvl4pPr>
              <a:defRPr sz="1800">
                <a:latin typeface="Versos" panose="020B0503020204030204" pitchFamily="34" charset="0"/>
              </a:defRPr>
            </a:lvl4pPr>
            <a:lvl5pPr>
              <a:defRPr sz="18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 err="1"/>
              <a:t>Assunto</a:t>
            </a:r>
            <a:endParaRPr lang="pt-BR"/>
          </a:p>
        </p:txBody>
      </p:sp>
      <p:sp>
        <p:nvSpPr>
          <p:cNvPr id="31" name="Text Placeholder 21">
            <a:extLst>
              <a:ext uri="{FF2B5EF4-FFF2-40B4-BE49-F238E27FC236}">
                <a16:creationId xmlns:a16="http://schemas.microsoft.com/office/drawing/2014/main" id="{CF181672-FCCE-ED51-44CD-B257A5102052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6873479" y="5907868"/>
            <a:ext cx="3633266" cy="369332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2400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1800">
                <a:latin typeface="Versos" panose="020B0503020204030204" pitchFamily="34" charset="0"/>
              </a:defRPr>
            </a:lvl2pPr>
            <a:lvl3pPr>
              <a:defRPr sz="1800">
                <a:latin typeface="Versos" panose="020B0503020204030204" pitchFamily="34" charset="0"/>
              </a:defRPr>
            </a:lvl3pPr>
            <a:lvl4pPr>
              <a:defRPr sz="1800">
                <a:latin typeface="Versos" panose="020B0503020204030204" pitchFamily="34" charset="0"/>
              </a:defRPr>
            </a:lvl4pPr>
            <a:lvl5pPr>
              <a:defRPr sz="18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 err="1"/>
              <a:t>Assunto</a:t>
            </a:r>
            <a:endParaRPr lang="pt-BR"/>
          </a:p>
        </p:txBody>
      </p:sp>
      <p:sp>
        <p:nvSpPr>
          <p:cNvPr id="32" name="Text Placeholder 21">
            <a:extLst>
              <a:ext uri="{FF2B5EF4-FFF2-40B4-BE49-F238E27FC236}">
                <a16:creationId xmlns:a16="http://schemas.microsoft.com/office/drawing/2014/main" id="{C4E37429-91F7-9872-16AB-E9D998B9B034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334965" y="5875528"/>
            <a:ext cx="562844" cy="492443"/>
          </a:xfrm>
          <a:prstGeom prst="rect">
            <a:avLst/>
          </a:prstGeom>
        </p:spPr>
        <p:txBody>
          <a:bodyPr lIns="0" tIns="0" rIns="0" bIns="0" anchor="ctr" anchorCtr="0"/>
          <a:lstStyle>
            <a:lvl1pPr algn="ctr">
              <a:defRPr sz="3200" b="1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1800">
                <a:latin typeface="Versos" panose="020B0503020204030204" pitchFamily="34" charset="0"/>
              </a:defRPr>
            </a:lvl2pPr>
            <a:lvl3pPr>
              <a:defRPr sz="1800">
                <a:latin typeface="Versos" panose="020B0503020204030204" pitchFamily="34" charset="0"/>
              </a:defRPr>
            </a:lvl3pPr>
            <a:lvl4pPr>
              <a:defRPr sz="1800">
                <a:latin typeface="Versos" panose="020B0503020204030204" pitchFamily="34" charset="0"/>
              </a:defRPr>
            </a:lvl4pPr>
            <a:lvl5pPr>
              <a:defRPr sz="18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7.</a:t>
            </a:r>
            <a:endParaRPr lang="pt-BR"/>
          </a:p>
        </p:txBody>
      </p:sp>
      <p:sp>
        <p:nvSpPr>
          <p:cNvPr id="33" name="Text Placeholder 21">
            <a:extLst>
              <a:ext uri="{FF2B5EF4-FFF2-40B4-BE49-F238E27FC236}">
                <a16:creationId xmlns:a16="http://schemas.microsoft.com/office/drawing/2014/main" id="{996E1AEB-6FC0-93DB-7162-B62353FB6F67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6096003" y="5875528"/>
            <a:ext cx="562844" cy="492443"/>
          </a:xfrm>
          <a:prstGeom prst="rect">
            <a:avLst/>
          </a:prstGeom>
        </p:spPr>
        <p:txBody>
          <a:bodyPr lIns="0" tIns="0" rIns="0" bIns="0" anchor="ctr" anchorCtr="0"/>
          <a:lstStyle>
            <a:lvl1pPr algn="ctr">
              <a:defRPr sz="3200" b="1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1800">
                <a:latin typeface="Versos" panose="020B0503020204030204" pitchFamily="34" charset="0"/>
              </a:defRPr>
            </a:lvl2pPr>
            <a:lvl3pPr>
              <a:defRPr sz="1800">
                <a:latin typeface="Versos" panose="020B0503020204030204" pitchFamily="34" charset="0"/>
              </a:defRPr>
            </a:lvl3pPr>
            <a:lvl4pPr>
              <a:defRPr sz="1800">
                <a:latin typeface="Versos" panose="020B0503020204030204" pitchFamily="34" charset="0"/>
              </a:defRPr>
            </a:lvl4pPr>
            <a:lvl5pPr>
              <a:defRPr sz="18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14.</a:t>
            </a:r>
            <a:endParaRPr lang="pt-BR"/>
          </a:p>
        </p:txBody>
      </p:sp>
      <p:sp>
        <p:nvSpPr>
          <p:cNvPr id="2" name="Picture 8">
            <a:extLst>
              <a:ext uri="{FF2B5EF4-FFF2-40B4-BE49-F238E27FC236}">
                <a16:creationId xmlns:a16="http://schemas.microsoft.com/office/drawing/2014/main" id="{1352B972-1623-C7B4-AF77-24C25FC1A7A7}"/>
              </a:ext>
            </a:extLst>
          </p:cNvPr>
          <p:cNvSpPr/>
          <p:nvPr userDrawn="1"/>
        </p:nvSpPr>
        <p:spPr>
          <a:xfrm>
            <a:off x="11091186" y="377178"/>
            <a:ext cx="765852" cy="260086"/>
          </a:xfrm>
          <a:custGeom>
            <a:avLst/>
            <a:gdLst>
              <a:gd name="connsiteX0" fmla="*/ 739575 w 765852"/>
              <a:gd name="connsiteY0" fmla="*/ 143884 h 260086"/>
              <a:gd name="connsiteX1" fmla="*/ 765852 w 765852"/>
              <a:gd name="connsiteY1" fmla="*/ 83403 h 260086"/>
              <a:gd name="connsiteX2" fmla="*/ 739575 w 765852"/>
              <a:gd name="connsiteY2" fmla="*/ 22921 h 260086"/>
              <a:gd name="connsiteX3" fmla="*/ 672177 w 765852"/>
              <a:gd name="connsiteY3" fmla="*/ 0 h 260086"/>
              <a:gd name="connsiteX4" fmla="*/ 604779 w 765852"/>
              <a:gd name="connsiteY4" fmla="*/ 22921 h 260086"/>
              <a:gd name="connsiteX5" fmla="*/ 578501 w 765852"/>
              <a:gd name="connsiteY5" fmla="*/ 83403 h 260086"/>
              <a:gd name="connsiteX6" fmla="*/ 604779 w 765852"/>
              <a:gd name="connsiteY6" fmla="*/ 143884 h 260086"/>
              <a:gd name="connsiteX7" fmla="*/ 672177 w 765852"/>
              <a:gd name="connsiteY7" fmla="*/ 166805 h 260086"/>
              <a:gd name="connsiteX8" fmla="*/ 739575 w 765852"/>
              <a:gd name="connsiteY8" fmla="*/ 143884 h 260086"/>
              <a:gd name="connsiteX9" fmla="*/ 604595 w 765852"/>
              <a:gd name="connsiteY9" fmla="*/ 83403 h 260086"/>
              <a:gd name="connsiteX10" fmla="*/ 622611 w 765852"/>
              <a:gd name="connsiteY10" fmla="*/ 41871 h 260086"/>
              <a:gd name="connsiteX11" fmla="*/ 672177 w 765852"/>
              <a:gd name="connsiteY11" fmla="*/ 25719 h 260086"/>
              <a:gd name="connsiteX12" fmla="*/ 721742 w 765852"/>
              <a:gd name="connsiteY12" fmla="*/ 41871 h 260086"/>
              <a:gd name="connsiteX13" fmla="*/ 739759 w 765852"/>
              <a:gd name="connsiteY13" fmla="*/ 83403 h 260086"/>
              <a:gd name="connsiteX14" fmla="*/ 721742 w 765852"/>
              <a:gd name="connsiteY14" fmla="*/ 124934 h 260086"/>
              <a:gd name="connsiteX15" fmla="*/ 672177 w 765852"/>
              <a:gd name="connsiteY15" fmla="*/ 141077 h 260086"/>
              <a:gd name="connsiteX16" fmla="*/ 622611 w 765852"/>
              <a:gd name="connsiteY16" fmla="*/ 124934 h 260086"/>
              <a:gd name="connsiteX17" fmla="*/ 604595 w 765852"/>
              <a:gd name="connsiteY17" fmla="*/ 83403 h 260086"/>
              <a:gd name="connsiteX18" fmla="*/ 238310 w 765852"/>
              <a:gd name="connsiteY18" fmla="*/ 207181 h 260086"/>
              <a:gd name="connsiteX19" fmla="*/ 249560 w 765852"/>
              <a:gd name="connsiteY19" fmla="*/ 204081 h 260086"/>
              <a:gd name="connsiteX20" fmla="*/ 261562 w 765852"/>
              <a:gd name="connsiteY20" fmla="*/ 207713 h 260086"/>
              <a:gd name="connsiteX21" fmla="*/ 268163 w 765852"/>
              <a:gd name="connsiteY21" fmla="*/ 217812 h 260086"/>
              <a:gd name="connsiteX22" fmla="*/ 275874 w 765852"/>
              <a:gd name="connsiteY22" fmla="*/ 217812 h 260086"/>
              <a:gd name="connsiteX23" fmla="*/ 267145 w 765852"/>
              <a:gd name="connsiteY23" fmla="*/ 202568 h 260086"/>
              <a:gd name="connsiteX24" fmla="*/ 249917 w 765852"/>
              <a:gd name="connsiteY24" fmla="*/ 196982 h 260086"/>
              <a:gd name="connsiteX25" fmla="*/ 234322 w 765852"/>
              <a:gd name="connsiteY25" fmla="*/ 200926 h 260086"/>
              <a:gd name="connsiteX26" fmla="*/ 223961 w 765852"/>
              <a:gd name="connsiteY26" fmla="*/ 212052 h 260086"/>
              <a:gd name="connsiteX27" fmla="*/ 220330 w 765852"/>
              <a:gd name="connsiteY27" fmla="*/ 228534 h 260086"/>
              <a:gd name="connsiteX28" fmla="*/ 223961 w 765852"/>
              <a:gd name="connsiteY28" fmla="*/ 245062 h 260086"/>
              <a:gd name="connsiteX29" fmla="*/ 234322 w 765852"/>
              <a:gd name="connsiteY29" fmla="*/ 256142 h 260086"/>
              <a:gd name="connsiteX30" fmla="*/ 249917 w 765852"/>
              <a:gd name="connsiteY30" fmla="*/ 260086 h 260086"/>
              <a:gd name="connsiteX31" fmla="*/ 267145 w 765852"/>
              <a:gd name="connsiteY31" fmla="*/ 254501 h 260086"/>
              <a:gd name="connsiteX32" fmla="*/ 275782 w 765852"/>
              <a:gd name="connsiteY32" fmla="*/ 239256 h 260086"/>
              <a:gd name="connsiteX33" fmla="*/ 268071 w 765852"/>
              <a:gd name="connsiteY33" fmla="*/ 239256 h 260086"/>
              <a:gd name="connsiteX34" fmla="*/ 261516 w 765852"/>
              <a:gd name="connsiteY34" fmla="*/ 249401 h 260086"/>
              <a:gd name="connsiteX35" fmla="*/ 249560 w 765852"/>
              <a:gd name="connsiteY35" fmla="*/ 252987 h 260086"/>
              <a:gd name="connsiteX36" fmla="*/ 238310 w 765852"/>
              <a:gd name="connsiteY36" fmla="*/ 249887 h 260086"/>
              <a:gd name="connsiteX37" fmla="*/ 230828 w 765852"/>
              <a:gd name="connsiteY37" fmla="*/ 241201 h 260086"/>
              <a:gd name="connsiteX38" fmla="*/ 228215 w 765852"/>
              <a:gd name="connsiteY38" fmla="*/ 228525 h 260086"/>
              <a:gd name="connsiteX39" fmla="*/ 230828 w 765852"/>
              <a:gd name="connsiteY39" fmla="*/ 215812 h 260086"/>
              <a:gd name="connsiteX40" fmla="*/ 238310 w 765852"/>
              <a:gd name="connsiteY40" fmla="*/ 207172 h 260086"/>
              <a:gd name="connsiteX41" fmla="*/ 335580 w 765852"/>
              <a:gd name="connsiteY41" fmla="*/ 197523 h 260086"/>
              <a:gd name="connsiteX42" fmla="*/ 311925 w 765852"/>
              <a:gd name="connsiteY42" fmla="*/ 259554 h 260086"/>
              <a:gd name="connsiteX43" fmla="*/ 319892 w 765852"/>
              <a:gd name="connsiteY43" fmla="*/ 259554 h 260086"/>
              <a:gd name="connsiteX44" fmla="*/ 326448 w 765852"/>
              <a:gd name="connsiteY44" fmla="*/ 242806 h 260086"/>
              <a:gd name="connsiteX45" fmla="*/ 353467 w 765852"/>
              <a:gd name="connsiteY45" fmla="*/ 242806 h 260086"/>
              <a:gd name="connsiteX46" fmla="*/ 360023 w 765852"/>
              <a:gd name="connsiteY46" fmla="*/ 259554 h 260086"/>
              <a:gd name="connsiteX47" fmla="*/ 368256 w 765852"/>
              <a:gd name="connsiteY47" fmla="*/ 259554 h 260086"/>
              <a:gd name="connsiteX48" fmla="*/ 344693 w 765852"/>
              <a:gd name="connsiteY48" fmla="*/ 197523 h 260086"/>
              <a:gd name="connsiteX49" fmla="*/ 335570 w 765852"/>
              <a:gd name="connsiteY49" fmla="*/ 197523 h 260086"/>
              <a:gd name="connsiteX50" fmla="*/ 328758 w 765852"/>
              <a:gd name="connsiteY50" fmla="*/ 235808 h 260086"/>
              <a:gd name="connsiteX51" fmla="*/ 339916 w 765852"/>
              <a:gd name="connsiteY51" fmla="*/ 205943 h 260086"/>
              <a:gd name="connsiteX52" fmla="*/ 351166 w 765852"/>
              <a:gd name="connsiteY52" fmla="*/ 235808 h 260086"/>
              <a:gd name="connsiteX53" fmla="*/ 328749 w 765852"/>
              <a:gd name="connsiteY53" fmla="*/ 235808 h 260086"/>
              <a:gd name="connsiteX54" fmla="*/ 725437 w 765852"/>
              <a:gd name="connsiteY54" fmla="*/ 197523 h 260086"/>
              <a:gd name="connsiteX55" fmla="*/ 717736 w 765852"/>
              <a:gd name="connsiteY55" fmla="*/ 197523 h 260086"/>
              <a:gd name="connsiteX56" fmla="*/ 717736 w 765852"/>
              <a:gd name="connsiteY56" fmla="*/ 259554 h 260086"/>
              <a:gd name="connsiteX57" fmla="*/ 753704 w 765852"/>
              <a:gd name="connsiteY57" fmla="*/ 259554 h 260086"/>
              <a:gd name="connsiteX58" fmla="*/ 753704 w 765852"/>
              <a:gd name="connsiteY58" fmla="*/ 252464 h 260086"/>
              <a:gd name="connsiteX59" fmla="*/ 725446 w 765852"/>
              <a:gd name="connsiteY59" fmla="*/ 252464 h 260086"/>
              <a:gd name="connsiteX60" fmla="*/ 725446 w 765852"/>
              <a:gd name="connsiteY60" fmla="*/ 197523 h 260086"/>
              <a:gd name="connsiteX61" fmla="*/ 250953 w 765852"/>
              <a:gd name="connsiteY61" fmla="*/ 2119 h 260086"/>
              <a:gd name="connsiteX62" fmla="*/ 225566 w 765852"/>
              <a:gd name="connsiteY62" fmla="*/ 2119 h 260086"/>
              <a:gd name="connsiteX63" fmla="*/ 225566 w 765852"/>
              <a:gd name="connsiteY63" fmla="*/ 164677 h 260086"/>
              <a:gd name="connsiteX64" fmla="*/ 250953 w 765852"/>
              <a:gd name="connsiteY64" fmla="*/ 164677 h 260086"/>
              <a:gd name="connsiteX65" fmla="*/ 250953 w 765852"/>
              <a:gd name="connsiteY65" fmla="*/ 2119 h 260086"/>
              <a:gd name="connsiteX66" fmla="*/ 80592 w 765852"/>
              <a:gd name="connsiteY66" fmla="*/ 62692 h 260086"/>
              <a:gd name="connsiteX67" fmla="*/ 80592 w 765852"/>
              <a:gd name="connsiteY67" fmla="*/ 164687 h 260086"/>
              <a:gd name="connsiteX68" fmla="*/ 106732 w 765852"/>
              <a:gd name="connsiteY68" fmla="*/ 164687 h 260086"/>
              <a:gd name="connsiteX69" fmla="*/ 106713 w 765852"/>
              <a:gd name="connsiteY69" fmla="*/ 62692 h 260086"/>
              <a:gd name="connsiteX70" fmla="*/ 95124 w 765852"/>
              <a:gd name="connsiteY70" fmla="*/ 28700 h 260086"/>
              <a:gd name="connsiteX71" fmla="*/ 93648 w 765852"/>
              <a:gd name="connsiteY71" fmla="*/ 26792 h 260086"/>
              <a:gd name="connsiteX72" fmla="*/ 92172 w 765852"/>
              <a:gd name="connsiteY72" fmla="*/ 28700 h 260086"/>
              <a:gd name="connsiteX73" fmla="*/ 80583 w 765852"/>
              <a:gd name="connsiteY73" fmla="*/ 62692 h 260086"/>
              <a:gd name="connsiteX74" fmla="*/ 47273 w 765852"/>
              <a:gd name="connsiteY74" fmla="*/ 2119 h 260086"/>
              <a:gd name="connsiteX75" fmla="*/ 0 w 765852"/>
              <a:gd name="connsiteY75" fmla="*/ 2119 h 260086"/>
              <a:gd name="connsiteX76" fmla="*/ 0 w 765852"/>
              <a:gd name="connsiteY76" fmla="*/ 26792 h 260086"/>
              <a:gd name="connsiteX77" fmla="*/ 93648 w 765852"/>
              <a:gd name="connsiteY77" fmla="*/ 26792 h 260086"/>
              <a:gd name="connsiteX78" fmla="*/ 91328 w 765852"/>
              <a:gd name="connsiteY78" fmla="*/ 23793 h 260086"/>
              <a:gd name="connsiteX79" fmla="*/ 47273 w 765852"/>
              <a:gd name="connsiteY79" fmla="*/ 2119 h 260086"/>
              <a:gd name="connsiteX80" fmla="*/ 95968 w 765852"/>
              <a:gd name="connsiteY80" fmla="*/ 23793 h 260086"/>
              <a:gd name="connsiteX81" fmla="*/ 93648 w 765852"/>
              <a:gd name="connsiteY81" fmla="*/ 26792 h 260086"/>
              <a:gd name="connsiteX82" fmla="*/ 187296 w 765852"/>
              <a:gd name="connsiteY82" fmla="*/ 26792 h 260086"/>
              <a:gd name="connsiteX83" fmla="*/ 187296 w 765852"/>
              <a:gd name="connsiteY83" fmla="*/ 2119 h 260086"/>
              <a:gd name="connsiteX84" fmla="*/ 140023 w 765852"/>
              <a:gd name="connsiteY84" fmla="*/ 2119 h 260086"/>
              <a:gd name="connsiteX85" fmla="*/ 95958 w 765852"/>
              <a:gd name="connsiteY85" fmla="*/ 23793 h 260086"/>
              <a:gd name="connsiteX86" fmla="*/ 514844 w 765852"/>
              <a:gd name="connsiteY86" fmla="*/ 164677 h 260086"/>
              <a:gd name="connsiteX87" fmla="*/ 540232 w 765852"/>
              <a:gd name="connsiteY87" fmla="*/ 164677 h 260086"/>
              <a:gd name="connsiteX88" fmla="*/ 540232 w 765852"/>
              <a:gd name="connsiteY88" fmla="*/ 2119 h 260086"/>
              <a:gd name="connsiteX89" fmla="*/ 514844 w 765852"/>
              <a:gd name="connsiteY89" fmla="*/ 2119 h 260086"/>
              <a:gd name="connsiteX90" fmla="*/ 514844 w 765852"/>
              <a:gd name="connsiteY90" fmla="*/ 164677 h 260086"/>
              <a:gd name="connsiteX91" fmla="*/ 495205 w 765852"/>
              <a:gd name="connsiteY91" fmla="*/ 259554 h 260086"/>
              <a:gd name="connsiteX92" fmla="*/ 502915 w 765852"/>
              <a:gd name="connsiteY92" fmla="*/ 259554 h 260086"/>
              <a:gd name="connsiteX93" fmla="*/ 502915 w 765852"/>
              <a:gd name="connsiteY93" fmla="*/ 197523 h 260086"/>
              <a:gd name="connsiteX94" fmla="*/ 495205 w 765852"/>
              <a:gd name="connsiteY94" fmla="*/ 197523 h 260086"/>
              <a:gd name="connsiteX95" fmla="*/ 495205 w 765852"/>
              <a:gd name="connsiteY95" fmla="*/ 259554 h 260086"/>
              <a:gd name="connsiteX96" fmla="*/ 544816 w 765852"/>
              <a:gd name="connsiteY96" fmla="*/ 204613 h 260086"/>
              <a:gd name="connsiteX97" fmla="*/ 564923 w 765852"/>
              <a:gd name="connsiteY97" fmla="*/ 204613 h 260086"/>
              <a:gd name="connsiteX98" fmla="*/ 564923 w 765852"/>
              <a:gd name="connsiteY98" fmla="*/ 259554 h 260086"/>
              <a:gd name="connsiteX99" fmla="*/ 572633 w 765852"/>
              <a:gd name="connsiteY99" fmla="*/ 259554 h 260086"/>
              <a:gd name="connsiteX100" fmla="*/ 572633 w 765852"/>
              <a:gd name="connsiteY100" fmla="*/ 204613 h 260086"/>
              <a:gd name="connsiteX101" fmla="*/ 592740 w 765852"/>
              <a:gd name="connsiteY101" fmla="*/ 204613 h 260086"/>
              <a:gd name="connsiteX102" fmla="*/ 592740 w 765852"/>
              <a:gd name="connsiteY102" fmla="*/ 197523 h 260086"/>
              <a:gd name="connsiteX103" fmla="*/ 544816 w 765852"/>
              <a:gd name="connsiteY103" fmla="*/ 197523 h 260086"/>
              <a:gd name="connsiteX104" fmla="*/ 544816 w 765852"/>
              <a:gd name="connsiteY104" fmla="*/ 204613 h 260086"/>
              <a:gd name="connsiteX105" fmla="*/ 287389 w 765852"/>
              <a:gd name="connsiteY105" fmla="*/ 2119 h 260086"/>
              <a:gd name="connsiteX106" fmla="*/ 345234 w 765852"/>
              <a:gd name="connsiteY106" fmla="*/ 140105 h 260086"/>
              <a:gd name="connsiteX107" fmla="*/ 381413 w 765852"/>
              <a:gd name="connsiteY107" fmla="*/ 166796 h 260086"/>
              <a:gd name="connsiteX108" fmla="*/ 382899 w 765852"/>
              <a:gd name="connsiteY108" fmla="*/ 166796 h 260086"/>
              <a:gd name="connsiteX109" fmla="*/ 316692 w 765852"/>
              <a:gd name="connsiteY109" fmla="*/ 2119 h 260086"/>
              <a:gd name="connsiteX110" fmla="*/ 287389 w 765852"/>
              <a:gd name="connsiteY110" fmla="*/ 2119 h 260086"/>
              <a:gd name="connsiteX111" fmla="*/ 443549 w 765852"/>
              <a:gd name="connsiteY111" fmla="*/ 199871 h 260086"/>
              <a:gd name="connsiteX112" fmla="*/ 432739 w 765852"/>
              <a:gd name="connsiteY112" fmla="*/ 197523 h 260086"/>
              <a:gd name="connsiteX113" fmla="*/ 408910 w 765852"/>
              <a:gd name="connsiteY113" fmla="*/ 197523 h 260086"/>
              <a:gd name="connsiteX114" fmla="*/ 408910 w 765852"/>
              <a:gd name="connsiteY114" fmla="*/ 259554 h 260086"/>
              <a:gd name="connsiteX115" fmla="*/ 416621 w 765852"/>
              <a:gd name="connsiteY115" fmla="*/ 259554 h 260086"/>
              <a:gd name="connsiteX116" fmla="*/ 416621 w 765852"/>
              <a:gd name="connsiteY116" fmla="*/ 235716 h 260086"/>
              <a:gd name="connsiteX117" fmla="*/ 432748 w 765852"/>
              <a:gd name="connsiteY117" fmla="*/ 235716 h 260086"/>
              <a:gd name="connsiteX118" fmla="*/ 443512 w 765852"/>
              <a:gd name="connsiteY118" fmla="*/ 233368 h 260086"/>
              <a:gd name="connsiteX119" fmla="*/ 450728 w 765852"/>
              <a:gd name="connsiteY119" fmla="*/ 226681 h 260086"/>
              <a:gd name="connsiteX120" fmla="*/ 453295 w 765852"/>
              <a:gd name="connsiteY120" fmla="*/ 216583 h 260086"/>
              <a:gd name="connsiteX121" fmla="*/ 450774 w 765852"/>
              <a:gd name="connsiteY121" fmla="*/ 206521 h 260086"/>
              <a:gd name="connsiteX122" fmla="*/ 443558 w 765852"/>
              <a:gd name="connsiteY122" fmla="*/ 199871 h 260086"/>
              <a:gd name="connsiteX123" fmla="*/ 441779 w 765852"/>
              <a:gd name="connsiteY123" fmla="*/ 225351 h 260086"/>
              <a:gd name="connsiteX124" fmla="*/ 432033 w 765852"/>
              <a:gd name="connsiteY124" fmla="*/ 228635 h 260086"/>
              <a:gd name="connsiteX125" fmla="*/ 416621 w 765852"/>
              <a:gd name="connsiteY125" fmla="*/ 228635 h 260086"/>
              <a:gd name="connsiteX126" fmla="*/ 416621 w 765852"/>
              <a:gd name="connsiteY126" fmla="*/ 204622 h 260086"/>
              <a:gd name="connsiteX127" fmla="*/ 432125 w 765852"/>
              <a:gd name="connsiteY127" fmla="*/ 204622 h 260086"/>
              <a:gd name="connsiteX128" fmla="*/ 441825 w 765852"/>
              <a:gd name="connsiteY128" fmla="*/ 207860 h 260086"/>
              <a:gd name="connsiteX129" fmla="*/ 445410 w 765852"/>
              <a:gd name="connsiteY129" fmla="*/ 216592 h 260086"/>
              <a:gd name="connsiteX130" fmla="*/ 441779 w 765852"/>
              <a:gd name="connsiteY130" fmla="*/ 225361 h 260086"/>
              <a:gd name="connsiteX131" fmla="*/ 382889 w 765852"/>
              <a:gd name="connsiteY131" fmla="*/ 166805 h 260086"/>
              <a:gd name="connsiteX132" fmla="*/ 384375 w 765852"/>
              <a:gd name="connsiteY132" fmla="*/ 166805 h 260086"/>
              <a:gd name="connsiteX133" fmla="*/ 420554 w 765852"/>
              <a:gd name="connsiteY133" fmla="*/ 140114 h 260086"/>
              <a:gd name="connsiteX134" fmla="*/ 478399 w 765852"/>
              <a:gd name="connsiteY134" fmla="*/ 2128 h 260086"/>
              <a:gd name="connsiteX135" fmla="*/ 449096 w 765852"/>
              <a:gd name="connsiteY135" fmla="*/ 2128 h 260086"/>
              <a:gd name="connsiteX136" fmla="*/ 382889 w 765852"/>
              <a:gd name="connsiteY136" fmla="*/ 166814 h 260086"/>
              <a:gd name="connsiteX137" fmla="*/ 644368 w 765852"/>
              <a:gd name="connsiteY137" fmla="*/ 197523 h 260086"/>
              <a:gd name="connsiteX138" fmla="*/ 620714 w 765852"/>
              <a:gd name="connsiteY138" fmla="*/ 259554 h 260086"/>
              <a:gd name="connsiteX139" fmla="*/ 628690 w 765852"/>
              <a:gd name="connsiteY139" fmla="*/ 259554 h 260086"/>
              <a:gd name="connsiteX140" fmla="*/ 635246 w 765852"/>
              <a:gd name="connsiteY140" fmla="*/ 242806 h 260086"/>
              <a:gd name="connsiteX141" fmla="*/ 662266 w 765852"/>
              <a:gd name="connsiteY141" fmla="*/ 242806 h 260086"/>
              <a:gd name="connsiteX142" fmla="*/ 668821 w 765852"/>
              <a:gd name="connsiteY142" fmla="*/ 259554 h 260086"/>
              <a:gd name="connsiteX143" fmla="*/ 677055 w 765852"/>
              <a:gd name="connsiteY143" fmla="*/ 259554 h 260086"/>
              <a:gd name="connsiteX144" fmla="*/ 653491 w 765852"/>
              <a:gd name="connsiteY144" fmla="*/ 197523 h 260086"/>
              <a:gd name="connsiteX145" fmla="*/ 644368 w 765852"/>
              <a:gd name="connsiteY145" fmla="*/ 197523 h 260086"/>
              <a:gd name="connsiteX146" fmla="*/ 637547 w 765852"/>
              <a:gd name="connsiteY146" fmla="*/ 235808 h 260086"/>
              <a:gd name="connsiteX147" fmla="*/ 648705 w 765852"/>
              <a:gd name="connsiteY147" fmla="*/ 205943 h 260086"/>
              <a:gd name="connsiteX148" fmla="*/ 659955 w 765852"/>
              <a:gd name="connsiteY148" fmla="*/ 235808 h 260086"/>
              <a:gd name="connsiteX149" fmla="*/ 637538 w 765852"/>
              <a:gd name="connsiteY149" fmla="*/ 235808 h 260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</a:cxnLst>
            <a:rect l="l" t="t" r="r" b="b"/>
            <a:pathLst>
              <a:path w="765852" h="260086">
                <a:moveTo>
                  <a:pt x="739575" y="143884"/>
                </a:moveTo>
                <a:cubicBezTo>
                  <a:pt x="756519" y="128906"/>
                  <a:pt x="765852" y="107425"/>
                  <a:pt x="765852" y="83403"/>
                </a:cubicBezTo>
                <a:cubicBezTo>
                  <a:pt x="765852" y="59381"/>
                  <a:pt x="756519" y="37899"/>
                  <a:pt x="739575" y="22921"/>
                </a:cubicBezTo>
                <a:cubicBezTo>
                  <a:pt x="722613" y="7925"/>
                  <a:pt x="699307" y="0"/>
                  <a:pt x="672177" y="0"/>
                </a:cubicBezTo>
                <a:cubicBezTo>
                  <a:pt x="645047" y="0"/>
                  <a:pt x="621740" y="7925"/>
                  <a:pt x="604779" y="22921"/>
                </a:cubicBezTo>
                <a:cubicBezTo>
                  <a:pt x="587835" y="37899"/>
                  <a:pt x="578501" y="59381"/>
                  <a:pt x="578501" y="83403"/>
                </a:cubicBezTo>
                <a:cubicBezTo>
                  <a:pt x="578501" y="107425"/>
                  <a:pt x="587835" y="128906"/>
                  <a:pt x="604779" y="143884"/>
                </a:cubicBezTo>
                <a:cubicBezTo>
                  <a:pt x="621740" y="158881"/>
                  <a:pt x="645047" y="166805"/>
                  <a:pt x="672177" y="166805"/>
                </a:cubicBezTo>
                <a:cubicBezTo>
                  <a:pt x="699307" y="166805"/>
                  <a:pt x="722613" y="158881"/>
                  <a:pt x="739575" y="143884"/>
                </a:cubicBezTo>
                <a:close/>
                <a:moveTo>
                  <a:pt x="604595" y="83403"/>
                </a:moveTo>
                <a:cubicBezTo>
                  <a:pt x="604595" y="66489"/>
                  <a:pt x="610821" y="52135"/>
                  <a:pt x="622611" y="41871"/>
                </a:cubicBezTo>
                <a:cubicBezTo>
                  <a:pt x="634751" y="31305"/>
                  <a:pt x="651887" y="25719"/>
                  <a:pt x="672177" y="25719"/>
                </a:cubicBezTo>
                <a:cubicBezTo>
                  <a:pt x="692467" y="25719"/>
                  <a:pt x="709603" y="31305"/>
                  <a:pt x="721742" y="41871"/>
                </a:cubicBezTo>
                <a:cubicBezTo>
                  <a:pt x="733524" y="52126"/>
                  <a:pt x="739759" y="66489"/>
                  <a:pt x="739759" y="83403"/>
                </a:cubicBezTo>
                <a:cubicBezTo>
                  <a:pt x="739759" y="100316"/>
                  <a:pt x="733533" y="114671"/>
                  <a:pt x="721742" y="124934"/>
                </a:cubicBezTo>
                <a:cubicBezTo>
                  <a:pt x="709603" y="135501"/>
                  <a:pt x="692467" y="141077"/>
                  <a:pt x="672177" y="141077"/>
                </a:cubicBezTo>
                <a:cubicBezTo>
                  <a:pt x="651887" y="141077"/>
                  <a:pt x="634741" y="135491"/>
                  <a:pt x="622611" y="124934"/>
                </a:cubicBezTo>
                <a:cubicBezTo>
                  <a:pt x="610830" y="114671"/>
                  <a:pt x="604595" y="100316"/>
                  <a:pt x="604595" y="83403"/>
                </a:cubicBezTo>
                <a:close/>
                <a:moveTo>
                  <a:pt x="238310" y="207181"/>
                </a:moveTo>
                <a:cubicBezTo>
                  <a:pt x="241556" y="205118"/>
                  <a:pt x="245306" y="204081"/>
                  <a:pt x="249560" y="204081"/>
                </a:cubicBezTo>
                <a:cubicBezTo>
                  <a:pt x="254282" y="204081"/>
                  <a:pt x="258288" y="205292"/>
                  <a:pt x="261562" y="207713"/>
                </a:cubicBezTo>
                <a:cubicBezTo>
                  <a:pt x="264835" y="210135"/>
                  <a:pt x="267035" y="213501"/>
                  <a:pt x="268163" y="217812"/>
                </a:cubicBezTo>
                <a:lnTo>
                  <a:pt x="275874" y="217812"/>
                </a:lnTo>
                <a:cubicBezTo>
                  <a:pt x="274691" y="211373"/>
                  <a:pt x="271784" y="206292"/>
                  <a:pt x="267145" y="202568"/>
                </a:cubicBezTo>
                <a:cubicBezTo>
                  <a:pt x="262506" y="198844"/>
                  <a:pt x="256766" y="196982"/>
                  <a:pt x="249917" y="196982"/>
                </a:cubicBezTo>
                <a:cubicBezTo>
                  <a:pt x="244013" y="196982"/>
                  <a:pt x="238814" y="198293"/>
                  <a:pt x="234322" y="200926"/>
                </a:cubicBezTo>
                <a:cubicBezTo>
                  <a:pt x="229838" y="203558"/>
                  <a:pt x="226382" y="207264"/>
                  <a:pt x="223961" y="212052"/>
                </a:cubicBezTo>
                <a:cubicBezTo>
                  <a:pt x="221541" y="216840"/>
                  <a:pt x="220330" y="222334"/>
                  <a:pt x="220330" y="228534"/>
                </a:cubicBezTo>
                <a:cubicBezTo>
                  <a:pt x="220330" y="234734"/>
                  <a:pt x="221541" y="240302"/>
                  <a:pt x="223961" y="245062"/>
                </a:cubicBezTo>
                <a:cubicBezTo>
                  <a:pt x="226382" y="249823"/>
                  <a:pt x="229838" y="253510"/>
                  <a:pt x="234322" y="256142"/>
                </a:cubicBezTo>
                <a:cubicBezTo>
                  <a:pt x="238805" y="258775"/>
                  <a:pt x="244004" y="260086"/>
                  <a:pt x="249917" y="260086"/>
                </a:cubicBezTo>
                <a:cubicBezTo>
                  <a:pt x="256831" y="260086"/>
                  <a:pt x="262570" y="258224"/>
                  <a:pt x="267145" y="254501"/>
                </a:cubicBezTo>
                <a:cubicBezTo>
                  <a:pt x="271720" y="250777"/>
                  <a:pt x="274599" y="245695"/>
                  <a:pt x="275782" y="239256"/>
                </a:cubicBezTo>
                <a:lnTo>
                  <a:pt x="268071" y="239256"/>
                </a:lnTo>
                <a:cubicBezTo>
                  <a:pt x="266888" y="243631"/>
                  <a:pt x="264706" y="247007"/>
                  <a:pt x="261516" y="249401"/>
                </a:cubicBezTo>
                <a:cubicBezTo>
                  <a:pt x="258325" y="251795"/>
                  <a:pt x="254337" y="252987"/>
                  <a:pt x="249560" y="252987"/>
                </a:cubicBezTo>
                <a:cubicBezTo>
                  <a:pt x="245306" y="252987"/>
                  <a:pt x="241556" y="251951"/>
                  <a:pt x="238310" y="249887"/>
                </a:cubicBezTo>
                <a:cubicBezTo>
                  <a:pt x="235064" y="247823"/>
                  <a:pt x="232561" y="244925"/>
                  <a:pt x="230828" y="241201"/>
                </a:cubicBezTo>
                <a:cubicBezTo>
                  <a:pt x="229086" y="237477"/>
                  <a:pt x="228215" y="233258"/>
                  <a:pt x="228215" y="228525"/>
                </a:cubicBezTo>
                <a:cubicBezTo>
                  <a:pt x="228215" y="223792"/>
                  <a:pt x="229086" y="219499"/>
                  <a:pt x="230828" y="215812"/>
                </a:cubicBezTo>
                <a:cubicBezTo>
                  <a:pt x="232570" y="212125"/>
                  <a:pt x="235064" y="209245"/>
                  <a:pt x="238310" y="207172"/>
                </a:cubicBezTo>
                <a:close/>
                <a:moveTo>
                  <a:pt x="335580" y="197523"/>
                </a:moveTo>
                <a:lnTo>
                  <a:pt x="311925" y="259554"/>
                </a:lnTo>
                <a:lnTo>
                  <a:pt x="319892" y="259554"/>
                </a:lnTo>
                <a:lnTo>
                  <a:pt x="326448" y="242806"/>
                </a:lnTo>
                <a:lnTo>
                  <a:pt x="353467" y="242806"/>
                </a:lnTo>
                <a:lnTo>
                  <a:pt x="360023" y="259554"/>
                </a:lnTo>
                <a:lnTo>
                  <a:pt x="368256" y="259554"/>
                </a:lnTo>
                <a:lnTo>
                  <a:pt x="344693" y="197523"/>
                </a:lnTo>
                <a:lnTo>
                  <a:pt x="335570" y="197523"/>
                </a:lnTo>
                <a:close/>
                <a:moveTo>
                  <a:pt x="328758" y="235808"/>
                </a:moveTo>
                <a:lnTo>
                  <a:pt x="339916" y="205943"/>
                </a:lnTo>
                <a:lnTo>
                  <a:pt x="351166" y="235808"/>
                </a:lnTo>
                <a:lnTo>
                  <a:pt x="328749" y="235808"/>
                </a:lnTo>
                <a:close/>
                <a:moveTo>
                  <a:pt x="725437" y="197523"/>
                </a:moveTo>
                <a:lnTo>
                  <a:pt x="717736" y="197523"/>
                </a:lnTo>
                <a:lnTo>
                  <a:pt x="717736" y="259554"/>
                </a:lnTo>
                <a:lnTo>
                  <a:pt x="753704" y="259554"/>
                </a:lnTo>
                <a:lnTo>
                  <a:pt x="753704" y="252464"/>
                </a:lnTo>
                <a:lnTo>
                  <a:pt x="725446" y="252464"/>
                </a:lnTo>
                <a:lnTo>
                  <a:pt x="725446" y="197523"/>
                </a:lnTo>
                <a:close/>
                <a:moveTo>
                  <a:pt x="250953" y="2119"/>
                </a:moveTo>
                <a:lnTo>
                  <a:pt x="225566" y="2119"/>
                </a:lnTo>
                <a:lnTo>
                  <a:pt x="225566" y="164677"/>
                </a:lnTo>
                <a:lnTo>
                  <a:pt x="250953" y="164677"/>
                </a:lnTo>
                <a:lnTo>
                  <a:pt x="250953" y="2119"/>
                </a:lnTo>
                <a:close/>
                <a:moveTo>
                  <a:pt x="80592" y="62692"/>
                </a:moveTo>
                <a:lnTo>
                  <a:pt x="80592" y="164687"/>
                </a:lnTo>
                <a:cubicBezTo>
                  <a:pt x="80592" y="164687"/>
                  <a:pt x="106732" y="164687"/>
                  <a:pt x="106732" y="164687"/>
                </a:cubicBezTo>
                <a:lnTo>
                  <a:pt x="106713" y="62692"/>
                </a:lnTo>
                <a:cubicBezTo>
                  <a:pt x="106713" y="50282"/>
                  <a:pt x="102707" y="38523"/>
                  <a:pt x="95124" y="28700"/>
                </a:cubicBezTo>
                <a:lnTo>
                  <a:pt x="93648" y="26792"/>
                </a:lnTo>
                <a:lnTo>
                  <a:pt x="92172" y="28700"/>
                </a:lnTo>
                <a:cubicBezTo>
                  <a:pt x="84589" y="38523"/>
                  <a:pt x="80583" y="50273"/>
                  <a:pt x="80583" y="62692"/>
                </a:cubicBezTo>
                <a:close/>
                <a:moveTo>
                  <a:pt x="47273" y="2119"/>
                </a:moveTo>
                <a:lnTo>
                  <a:pt x="0" y="2119"/>
                </a:lnTo>
                <a:lnTo>
                  <a:pt x="0" y="26792"/>
                </a:lnTo>
                <a:lnTo>
                  <a:pt x="93648" y="26792"/>
                </a:lnTo>
                <a:lnTo>
                  <a:pt x="91328" y="23793"/>
                </a:lnTo>
                <a:cubicBezTo>
                  <a:pt x="80693" y="10025"/>
                  <a:pt x="64629" y="2119"/>
                  <a:pt x="47273" y="2119"/>
                </a:cubicBezTo>
                <a:close/>
                <a:moveTo>
                  <a:pt x="95968" y="23793"/>
                </a:moveTo>
                <a:lnTo>
                  <a:pt x="93648" y="26792"/>
                </a:lnTo>
                <a:lnTo>
                  <a:pt x="187296" y="26792"/>
                </a:lnTo>
                <a:lnTo>
                  <a:pt x="187296" y="2119"/>
                </a:lnTo>
                <a:lnTo>
                  <a:pt x="140023" y="2119"/>
                </a:lnTo>
                <a:cubicBezTo>
                  <a:pt x="122657" y="2119"/>
                  <a:pt x="106603" y="10016"/>
                  <a:pt x="95958" y="23793"/>
                </a:cubicBezTo>
                <a:close/>
                <a:moveTo>
                  <a:pt x="514844" y="164677"/>
                </a:moveTo>
                <a:lnTo>
                  <a:pt x="540232" y="164677"/>
                </a:lnTo>
                <a:lnTo>
                  <a:pt x="540232" y="2119"/>
                </a:lnTo>
                <a:lnTo>
                  <a:pt x="514844" y="2119"/>
                </a:lnTo>
                <a:lnTo>
                  <a:pt x="514844" y="164677"/>
                </a:lnTo>
                <a:close/>
                <a:moveTo>
                  <a:pt x="495205" y="259554"/>
                </a:moveTo>
                <a:lnTo>
                  <a:pt x="502915" y="259554"/>
                </a:lnTo>
                <a:lnTo>
                  <a:pt x="502915" y="197523"/>
                </a:lnTo>
                <a:lnTo>
                  <a:pt x="495205" y="197523"/>
                </a:lnTo>
                <a:lnTo>
                  <a:pt x="495205" y="259554"/>
                </a:lnTo>
                <a:close/>
                <a:moveTo>
                  <a:pt x="544816" y="204613"/>
                </a:moveTo>
                <a:lnTo>
                  <a:pt x="564923" y="204613"/>
                </a:lnTo>
                <a:lnTo>
                  <a:pt x="564923" y="259554"/>
                </a:lnTo>
                <a:lnTo>
                  <a:pt x="572633" y="259554"/>
                </a:lnTo>
                <a:lnTo>
                  <a:pt x="572633" y="204613"/>
                </a:lnTo>
                <a:lnTo>
                  <a:pt x="592740" y="204613"/>
                </a:lnTo>
                <a:lnTo>
                  <a:pt x="592740" y="197523"/>
                </a:lnTo>
                <a:lnTo>
                  <a:pt x="544816" y="197523"/>
                </a:lnTo>
                <a:lnTo>
                  <a:pt x="544816" y="204613"/>
                </a:lnTo>
                <a:close/>
                <a:moveTo>
                  <a:pt x="287389" y="2119"/>
                </a:moveTo>
                <a:cubicBezTo>
                  <a:pt x="287389" y="2119"/>
                  <a:pt x="335680" y="117220"/>
                  <a:pt x="345234" y="140105"/>
                </a:cubicBezTo>
                <a:cubicBezTo>
                  <a:pt x="356374" y="166796"/>
                  <a:pt x="374464" y="166796"/>
                  <a:pt x="381413" y="166796"/>
                </a:cubicBezTo>
                <a:lnTo>
                  <a:pt x="382899" y="166796"/>
                </a:lnTo>
                <a:lnTo>
                  <a:pt x="316692" y="2119"/>
                </a:lnTo>
                <a:lnTo>
                  <a:pt x="287389" y="2119"/>
                </a:lnTo>
                <a:close/>
                <a:moveTo>
                  <a:pt x="443549" y="199871"/>
                </a:moveTo>
                <a:cubicBezTo>
                  <a:pt x="440413" y="198303"/>
                  <a:pt x="436819" y="197523"/>
                  <a:pt x="432739" y="197523"/>
                </a:cubicBezTo>
                <a:lnTo>
                  <a:pt x="408910" y="197523"/>
                </a:lnTo>
                <a:lnTo>
                  <a:pt x="408910" y="259554"/>
                </a:lnTo>
                <a:lnTo>
                  <a:pt x="416621" y="259554"/>
                </a:lnTo>
                <a:lnTo>
                  <a:pt x="416621" y="235716"/>
                </a:lnTo>
                <a:lnTo>
                  <a:pt x="432748" y="235716"/>
                </a:lnTo>
                <a:cubicBezTo>
                  <a:pt x="436819" y="235716"/>
                  <a:pt x="440413" y="234936"/>
                  <a:pt x="443512" y="233368"/>
                </a:cubicBezTo>
                <a:cubicBezTo>
                  <a:pt x="446611" y="231799"/>
                  <a:pt x="449013" y="229571"/>
                  <a:pt x="450728" y="226681"/>
                </a:cubicBezTo>
                <a:cubicBezTo>
                  <a:pt x="452442" y="223783"/>
                  <a:pt x="453295" y="220417"/>
                  <a:pt x="453295" y="216583"/>
                </a:cubicBezTo>
                <a:cubicBezTo>
                  <a:pt x="453295" y="212749"/>
                  <a:pt x="452452" y="209392"/>
                  <a:pt x="450774" y="206521"/>
                </a:cubicBezTo>
                <a:cubicBezTo>
                  <a:pt x="449087" y="203659"/>
                  <a:pt x="446685" y="201439"/>
                  <a:pt x="443558" y="199871"/>
                </a:cubicBezTo>
                <a:close/>
                <a:moveTo>
                  <a:pt x="441779" y="225351"/>
                </a:moveTo>
                <a:cubicBezTo>
                  <a:pt x="439359" y="227534"/>
                  <a:pt x="436113" y="228635"/>
                  <a:pt x="432033" y="228635"/>
                </a:cubicBezTo>
                <a:lnTo>
                  <a:pt x="416621" y="228635"/>
                </a:lnTo>
                <a:lnTo>
                  <a:pt x="416621" y="204622"/>
                </a:lnTo>
                <a:lnTo>
                  <a:pt x="432125" y="204622"/>
                </a:lnTo>
                <a:cubicBezTo>
                  <a:pt x="436196" y="204622"/>
                  <a:pt x="439432" y="205705"/>
                  <a:pt x="441825" y="207860"/>
                </a:cubicBezTo>
                <a:cubicBezTo>
                  <a:pt x="444218" y="210015"/>
                  <a:pt x="445410" y="212923"/>
                  <a:pt x="445410" y="216592"/>
                </a:cubicBezTo>
                <a:cubicBezTo>
                  <a:pt x="445410" y="220261"/>
                  <a:pt x="444200" y="223178"/>
                  <a:pt x="441779" y="225361"/>
                </a:cubicBezTo>
                <a:close/>
                <a:moveTo>
                  <a:pt x="382889" y="166805"/>
                </a:moveTo>
                <a:lnTo>
                  <a:pt x="384375" y="166805"/>
                </a:lnTo>
                <a:cubicBezTo>
                  <a:pt x="391334" y="166805"/>
                  <a:pt x="409423" y="166805"/>
                  <a:pt x="420554" y="140114"/>
                </a:cubicBezTo>
                <a:cubicBezTo>
                  <a:pt x="430099" y="117230"/>
                  <a:pt x="478399" y="2128"/>
                  <a:pt x="478399" y="2128"/>
                </a:cubicBezTo>
                <a:lnTo>
                  <a:pt x="449096" y="2128"/>
                </a:lnTo>
                <a:lnTo>
                  <a:pt x="382889" y="166814"/>
                </a:lnTo>
                <a:close/>
                <a:moveTo>
                  <a:pt x="644368" y="197523"/>
                </a:moveTo>
                <a:lnTo>
                  <a:pt x="620714" y="259554"/>
                </a:lnTo>
                <a:lnTo>
                  <a:pt x="628690" y="259554"/>
                </a:lnTo>
                <a:lnTo>
                  <a:pt x="635246" y="242806"/>
                </a:lnTo>
                <a:lnTo>
                  <a:pt x="662266" y="242806"/>
                </a:lnTo>
                <a:lnTo>
                  <a:pt x="668821" y="259554"/>
                </a:lnTo>
                <a:lnTo>
                  <a:pt x="677055" y="259554"/>
                </a:lnTo>
                <a:lnTo>
                  <a:pt x="653491" y="197523"/>
                </a:lnTo>
                <a:lnTo>
                  <a:pt x="644368" y="197523"/>
                </a:lnTo>
                <a:close/>
                <a:moveTo>
                  <a:pt x="637547" y="235808"/>
                </a:moveTo>
                <a:lnTo>
                  <a:pt x="648705" y="205943"/>
                </a:lnTo>
                <a:lnTo>
                  <a:pt x="659955" y="235808"/>
                </a:lnTo>
                <a:lnTo>
                  <a:pt x="637538" y="235808"/>
                </a:lnTo>
                <a:close/>
              </a:path>
            </a:pathLst>
          </a:custGeom>
          <a:solidFill>
            <a:schemeClr val="bg1"/>
          </a:solidFill>
          <a:ln w="1061" cap="flat">
            <a:noFill/>
            <a:prstDash val="solid"/>
            <a:miter/>
          </a:ln>
        </p:spPr>
        <p:txBody>
          <a:bodyPr rtlCol="0" anchor="ctr"/>
          <a:lstStyle/>
          <a:p>
            <a:endParaRPr lang="pt-BR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878716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65">
          <p15:clr>
            <a:srgbClr val="FBAE40"/>
          </p15:clr>
        </p15:guide>
        <p15:guide id="2" pos="211">
          <p15:clr>
            <a:srgbClr val="FBAE40"/>
          </p15:clr>
        </p15:guide>
        <p15:guide id="3" orient="horz" pos="3997">
          <p15:clr>
            <a:srgbClr val="FBAE40"/>
          </p15:clr>
        </p15:guide>
        <p15:guide id="4" pos="7469">
          <p15:clr>
            <a:srgbClr val="FBAE40"/>
          </p15:clr>
        </p15:guide>
        <p15:guide id="5" orient="horz" pos="232">
          <p15:clr>
            <a:srgbClr val="FBAE40"/>
          </p15:clr>
        </p15:guide>
        <p15:guide id="6" orient="horz" pos="504">
          <p15:clr>
            <a:srgbClr val="FBAE40"/>
          </p15:clr>
        </p15:guide>
        <p15:guide id="7" orient="horz" pos="799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ítulo | 1 linha - Black">
    <p:bg>
      <p:bgPr>
        <a:gradFill>
          <a:gsLst>
            <a:gs pos="100000">
              <a:schemeClr val="tx1">
                <a:lumMod val="95000"/>
                <a:lumOff val="5000"/>
              </a:schemeClr>
            </a:gs>
            <a:gs pos="0">
              <a:schemeClr val="tx1">
                <a:lumMod val="85000"/>
                <a:lumOff val="15000"/>
              </a:schemeClr>
            </a:gs>
          </a:gsLst>
          <a:lin ang="7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132BCE3-A04F-8602-64F7-7623C7EAF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61763" y="6482556"/>
            <a:ext cx="295275" cy="1692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 sz="1100">
                <a:solidFill>
                  <a:schemeClr val="bg1"/>
                </a:solidFill>
                <a:latin typeface="Versos" panose="020B0503020204030204" pitchFamily="34" charset="0"/>
                <a:cs typeface="Versos" panose="020B0503020204030204" pitchFamily="34" charset="0"/>
              </a:defRPr>
            </a:lvl1pPr>
          </a:lstStyle>
          <a:p>
            <a:fld id="{77667D73-C69A-4DAA-9003-24A825D36FE9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B13D7C-5A47-B0DF-B518-26E79F5D2DB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63" y="368300"/>
            <a:ext cx="10183813" cy="4308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err="1"/>
              <a:t>Título</a:t>
            </a:r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401465E-A8CD-A3BA-BE2A-9597492FDC6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4963" y="6482556"/>
            <a:ext cx="10980000" cy="138499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900">
                <a:latin typeface="Versos Light" panose="020B0403020204030204" pitchFamily="34" charset="0"/>
              </a:defRPr>
            </a:lvl2pPr>
            <a:lvl3pPr>
              <a:defRPr sz="900">
                <a:latin typeface="Versos Light" panose="020B0403020204030204" pitchFamily="34" charset="0"/>
              </a:defRPr>
            </a:lvl3pPr>
            <a:lvl4pPr>
              <a:defRPr sz="900">
                <a:latin typeface="Versos Light" panose="020B0403020204030204" pitchFamily="34" charset="0"/>
              </a:defRPr>
            </a:lvl4pPr>
            <a:lvl5pPr>
              <a:defRPr sz="900">
                <a:latin typeface="Versos Light" panose="020B0403020204030204" pitchFamily="34" charset="0"/>
              </a:defRPr>
            </a:lvl5pPr>
          </a:lstStyle>
          <a:p>
            <a:pPr lvl="0"/>
            <a:r>
              <a:rPr lang="en-US"/>
              <a:t>Fonte:</a:t>
            </a:r>
            <a:endParaRPr lang="pt-BR"/>
          </a:p>
        </p:txBody>
      </p:sp>
      <p:sp>
        <p:nvSpPr>
          <p:cNvPr id="12" name="Text Placeholder 8">
            <a:extLst>
              <a:ext uri="{FF2B5EF4-FFF2-40B4-BE49-F238E27FC236}">
                <a16:creationId xmlns:a16="http://schemas.microsoft.com/office/drawing/2014/main" id="{7A7A9582-3614-801A-785B-273FCD3E092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34963" y="1949413"/>
            <a:ext cx="11522075" cy="435931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7F86D482-580C-D22A-58CC-10B9C4F7EDD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34962" y="1518527"/>
            <a:ext cx="11522585" cy="21544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Picture 8">
            <a:extLst>
              <a:ext uri="{FF2B5EF4-FFF2-40B4-BE49-F238E27FC236}">
                <a16:creationId xmlns:a16="http://schemas.microsoft.com/office/drawing/2014/main" id="{57BCE67C-64C7-2D0C-0DC2-7A4B4CC314E0}"/>
              </a:ext>
            </a:extLst>
          </p:cNvPr>
          <p:cNvSpPr/>
          <p:nvPr userDrawn="1"/>
        </p:nvSpPr>
        <p:spPr>
          <a:xfrm>
            <a:off x="11091186" y="377178"/>
            <a:ext cx="765852" cy="260086"/>
          </a:xfrm>
          <a:custGeom>
            <a:avLst/>
            <a:gdLst>
              <a:gd name="connsiteX0" fmla="*/ 739575 w 765852"/>
              <a:gd name="connsiteY0" fmla="*/ 143884 h 260086"/>
              <a:gd name="connsiteX1" fmla="*/ 765852 w 765852"/>
              <a:gd name="connsiteY1" fmla="*/ 83403 h 260086"/>
              <a:gd name="connsiteX2" fmla="*/ 739575 w 765852"/>
              <a:gd name="connsiteY2" fmla="*/ 22921 h 260086"/>
              <a:gd name="connsiteX3" fmla="*/ 672177 w 765852"/>
              <a:gd name="connsiteY3" fmla="*/ 0 h 260086"/>
              <a:gd name="connsiteX4" fmla="*/ 604779 w 765852"/>
              <a:gd name="connsiteY4" fmla="*/ 22921 h 260086"/>
              <a:gd name="connsiteX5" fmla="*/ 578501 w 765852"/>
              <a:gd name="connsiteY5" fmla="*/ 83403 h 260086"/>
              <a:gd name="connsiteX6" fmla="*/ 604779 w 765852"/>
              <a:gd name="connsiteY6" fmla="*/ 143884 h 260086"/>
              <a:gd name="connsiteX7" fmla="*/ 672177 w 765852"/>
              <a:gd name="connsiteY7" fmla="*/ 166805 h 260086"/>
              <a:gd name="connsiteX8" fmla="*/ 739575 w 765852"/>
              <a:gd name="connsiteY8" fmla="*/ 143884 h 260086"/>
              <a:gd name="connsiteX9" fmla="*/ 604595 w 765852"/>
              <a:gd name="connsiteY9" fmla="*/ 83403 h 260086"/>
              <a:gd name="connsiteX10" fmla="*/ 622611 w 765852"/>
              <a:gd name="connsiteY10" fmla="*/ 41871 h 260086"/>
              <a:gd name="connsiteX11" fmla="*/ 672177 w 765852"/>
              <a:gd name="connsiteY11" fmla="*/ 25719 h 260086"/>
              <a:gd name="connsiteX12" fmla="*/ 721742 w 765852"/>
              <a:gd name="connsiteY12" fmla="*/ 41871 h 260086"/>
              <a:gd name="connsiteX13" fmla="*/ 739759 w 765852"/>
              <a:gd name="connsiteY13" fmla="*/ 83403 h 260086"/>
              <a:gd name="connsiteX14" fmla="*/ 721742 w 765852"/>
              <a:gd name="connsiteY14" fmla="*/ 124934 h 260086"/>
              <a:gd name="connsiteX15" fmla="*/ 672177 w 765852"/>
              <a:gd name="connsiteY15" fmla="*/ 141077 h 260086"/>
              <a:gd name="connsiteX16" fmla="*/ 622611 w 765852"/>
              <a:gd name="connsiteY16" fmla="*/ 124934 h 260086"/>
              <a:gd name="connsiteX17" fmla="*/ 604595 w 765852"/>
              <a:gd name="connsiteY17" fmla="*/ 83403 h 260086"/>
              <a:gd name="connsiteX18" fmla="*/ 238310 w 765852"/>
              <a:gd name="connsiteY18" fmla="*/ 207181 h 260086"/>
              <a:gd name="connsiteX19" fmla="*/ 249560 w 765852"/>
              <a:gd name="connsiteY19" fmla="*/ 204081 h 260086"/>
              <a:gd name="connsiteX20" fmla="*/ 261562 w 765852"/>
              <a:gd name="connsiteY20" fmla="*/ 207713 h 260086"/>
              <a:gd name="connsiteX21" fmla="*/ 268163 w 765852"/>
              <a:gd name="connsiteY21" fmla="*/ 217812 h 260086"/>
              <a:gd name="connsiteX22" fmla="*/ 275874 w 765852"/>
              <a:gd name="connsiteY22" fmla="*/ 217812 h 260086"/>
              <a:gd name="connsiteX23" fmla="*/ 267145 w 765852"/>
              <a:gd name="connsiteY23" fmla="*/ 202568 h 260086"/>
              <a:gd name="connsiteX24" fmla="*/ 249917 w 765852"/>
              <a:gd name="connsiteY24" fmla="*/ 196982 h 260086"/>
              <a:gd name="connsiteX25" fmla="*/ 234322 w 765852"/>
              <a:gd name="connsiteY25" fmla="*/ 200926 h 260086"/>
              <a:gd name="connsiteX26" fmla="*/ 223961 w 765852"/>
              <a:gd name="connsiteY26" fmla="*/ 212052 h 260086"/>
              <a:gd name="connsiteX27" fmla="*/ 220330 w 765852"/>
              <a:gd name="connsiteY27" fmla="*/ 228534 h 260086"/>
              <a:gd name="connsiteX28" fmla="*/ 223961 w 765852"/>
              <a:gd name="connsiteY28" fmla="*/ 245062 h 260086"/>
              <a:gd name="connsiteX29" fmla="*/ 234322 w 765852"/>
              <a:gd name="connsiteY29" fmla="*/ 256142 h 260086"/>
              <a:gd name="connsiteX30" fmla="*/ 249917 w 765852"/>
              <a:gd name="connsiteY30" fmla="*/ 260086 h 260086"/>
              <a:gd name="connsiteX31" fmla="*/ 267145 w 765852"/>
              <a:gd name="connsiteY31" fmla="*/ 254501 h 260086"/>
              <a:gd name="connsiteX32" fmla="*/ 275782 w 765852"/>
              <a:gd name="connsiteY32" fmla="*/ 239256 h 260086"/>
              <a:gd name="connsiteX33" fmla="*/ 268071 w 765852"/>
              <a:gd name="connsiteY33" fmla="*/ 239256 h 260086"/>
              <a:gd name="connsiteX34" fmla="*/ 261516 w 765852"/>
              <a:gd name="connsiteY34" fmla="*/ 249401 h 260086"/>
              <a:gd name="connsiteX35" fmla="*/ 249560 w 765852"/>
              <a:gd name="connsiteY35" fmla="*/ 252987 h 260086"/>
              <a:gd name="connsiteX36" fmla="*/ 238310 w 765852"/>
              <a:gd name="connsiteY36" fmla="*/ 249887 h 260086"/>
              <a:gd name="connsiteX37" fmla="*/ 230828 w 765852"/>
              <a:gd name="connsiteY37" fmla="*/ 241201 h 260086"/>
              <a:gd name="connsiteX38" fmla="*/ 228215 w 765852"/>
              <a:gd name="connsiteY38" fmla="*/ 228525 h 260086"/>
              <a:gd name="connsiteX39" fmla="*/ 230828 w 765852"/>
              <a:gd name="connsiteY39" fmla="*/ 215812 h 260086"/>
              <a:gd name="connsiteX40" fmla="*/ 238310 w 765852"/>
              <a:gd name="connsiteY40" fmla="*/ 207172 h 260086"/>
              <a:gd name="connsiteX41" fmla="*/ 335580 w 765852"/>
              <a:gd name="connsiteY41" fmla="*/ 197523 h 260086"/>
              <a:gd name="connsiteX42" fmla="*/ 311925 w 765852"/>
              <a:gd name="connsiteY42" fmla="*/ 259554 h 260086"/>
              <a:gd name="connsiteX43" fmla="*/ 319892 w 765852"/>
              <a:gd name="connsiteY43" fmla="*/ 259554 h 260086"/>
              <a:gd name="connsiteX44" fmla="*/ 326448 w 765852"/>
              <a:gd name="connsiteY44" fmla="*/ 242806 h 260086"/>
              <a:gd name="connsiteX45" fmla="*/ 353467 w 765852"/>
              <a:gd name="connsiteY45" fmla="*/ 242806 h 260086"/>
              <a:gd name="connsiteX46" fmla="*/ 360023 w 765852"/>
              <a:gd name="connsiteY46" fmla="*/ 259554 h 260086"/>
              <a:gd name="connsiteX47" fmla="*/ 368256 w 765852"/>
              <a:gd name="connsiteY47" fmla="*/ 259554 h 260086"/>
              <a:gd name="connsiteX48" fmla="*/ 344693 w 765852"/>
              <a:gd name="connsiteY48" fmla="*/ 197523 h 260086"/>
              <a:gd name="connsiteX49" fmla="*/ 335570 w 765852"/>
              <a:gd name="connsiteY49" fmla="*/ 197523 h 260086"/>
              <a:gd name="connsiteX50" fmla="*/ 328758 w 765852"/>
              <a:gd name="connsiteY50" fmla="*/ 235808 h 260086"/>
              <a:gd name="connsiteX51" fmla="*/ 339916 w 765852"/>
              <a:gd name="connsiteY51" fmla="*/ 205943 h 260086"/>
              <a:gd name="connsiteX52" fmla="*/ 351166 w 765852"/>
              <a:gd name="connsiteY52" fmla="*/ 235808 h 260086"/>
              <a:gd name="connsiteX53" fmla="*/ 328749 w 765852"/>
              <a:gd name="connsiteY53" fmla="*/ 235808 h 260086"/>
              <a:gd name="connsiteX54" fmla="*/ 725437 w 765852"/>
              <a:gd name="connsiteY54" fmla="*/ 197523 h 260086"/>
              <a:gd name="connsiteX55" fmla="*/ 717736 w 765852"/>
              <a:gd name="connsiteY55" fmla="*/ 197523 h 260086"/>
              <a:gd name="connsiteX56" fmla="*/ 717736 w 765852"/>
              <a:gd name="connsiteY56" fmla="*/ 259554 h 260086"/>
              <a:gd name="connsiteX57" fmla="*/ 753704 w 765852"/>
              <a:gd name="connsiteY57" fmla="*/ 259554 h 260086"/>
              <a:gd name="connsiteX58" fmla="*/ 753704 w 765852"/>
              <a:gd name="connsiteY58" fmla="*/ 252464 h 260086"/>
              <a:gd name="connsiteX59" fmla="*/ 725446 w 765852"/>
              <a:gd name="connsiteY59" fmla="*/ 252464 h 260086"/>
              <a:gd name="connsiteX60" fmla="*/ 725446 w 765852"/>
              <a:gd name="connsiteY60" fmla="*/ 197523 h 260086"/>
              <a:gd name="connsiteX61" fmla="*/ 250953 w 765852"/>
              <a:gd name="connsiteY61" fmla="*/ 2119 h 260086"/>
              <a:gd name="connsiteX62" fmla="*/ 225566 w 765852"/>
              <a:gd name="connsiteY62" fmla="*/ 2119 h 260086"/>
              <a:gd name="connsiteX63" fmla="*/ 225566 w 765852"/>
              <a:gd name="connsiteY63" fmla="*/ 164677 h 260086"/>
              <a:gd name="connsiteX64" fmla="*/ 250953 w 765852"/>
              <a:gd name="connsiteY64" fmla="*/ 164677 h 260086"/>
              <a:gd name="connsiteX65" fmla="*/ 250953 w 765852"/>
              <a:gd name="connsiteY65" fmla="*/ 2119 h 260086"/>
              <a:gd name="connsiteX66" fmla="*/ 80592 w 765852"/>
              <a:gd name="connsiteY66" fmla="*/ 62692 h 260086"/>
              <a:gd name="connsiteX67" fmla="*/ 80592 w 765852"/>
              <a:gd name="connsiteY67" fmla="*/ 164687 h 260086"/>
              <a:gd name="connsiteX68" fmla="*/ 106732 w 765852"/>
              <a:gd name="connsiteY68" fmla="*/ 164687 h 260086"/>
              <a:gd name="connsiteX69" fmla="*/ 106713 w 765852"/>
              <a:gd name="connsiteY69" fmla="*/ 62692 h 260086"/>
              <a:gd name="connsiteX70" fmla="*/ 95124 w 765852"/>
              <a:gd name="connsiteY70" fmla="*/ 28700 h 260086"/>
              <a:gd name="connsiteX71" fmla="*/ 93648 w 765852"/>
              <a:gd name="connsiteY71" fmla="*/ 26792 h 260086"/>
              <a:gd name="connsiteX72" fmla="*/ 92172 w 765852"/>
              <a:gd name="connsiteY72" fmla="*/ 28700 h 260086"/>
              <a:gd name="connsiteX73" fmla="*/ 80583 w 765852"/>
              <a:gd name="connsiteY73" fmla="*/ 62692 h 260086"/>
              <a:gd name="connsiteX74" fmla="*/ 47273 w 765852"/>
              <a:gd name="connsiteY74" fmla="*/ 2119 h 260086"/>
              <a:gd name="connsiteX75" fmla="*/ 0 w 765852"/>
              <a:gd name="connsiteY75" fmla="*/ 2119 h 260086"/>
              <a:gd name="connsiteX76" fmla="*/ 0 w 765852"/>
              <a:gd name="connsiteY76" fmla="*/ 26792 h 260086"/>
              <a:gd name="connsiteX77" fmla="*/ 93648 w 765852"/>
              <a:gd name="connsiteY77" fmla="*/ 26792 h 260086"/>
              <a:gd name="connsiteX78" fmla="*/ 91328 w 765852"/>
              <a:gd name="connsiteY78" fmla="*/ 23793 h 260086"/>
              <a:gd name="connsiteX79" fmla="*/ 47273 w 765852"/>
              <a:gd name="connsiteY79" fmla="*/ 2119 h 260086"/>
              <a:gd name="connsiteX80" fmla="*/ 95968 w 765852"/>
              <a:gd name="connsiteY80" fmla="*/ 23793 h 260086"/>
              <a:gd name="connsiteX81" fmla="*/ 93648 w 765852"/>
              <a:gd name="connsiteY81" fmla="*/ 26792 h 260086"/>
              <a:gd name="connsiteX82" fmla="*/ 187296 w 765852"/>
              <a:gd name="connsiteY82" fmla="*/ 26792 h 260086"/>
              <a:gd name="connsiteX83" fmla="*/ 187296 w 765852"/>
              <a:gd name="connsiteY83" fmla="*/ 2119 h 260086"/>
              <a:gd name="connsiteX84" fmla="*/ 140023 w 765852"/>
              <a:gd name="connsiteY84" fmla="*/ 2119 h 260086"/>
              <a:gd name="connsiteX85" fmla="*/ 95958 w 765852"/>
              <a:gd name="connsiteY85" fmla="*/ 23793 h 260086"/>
              <a:gd name="connsiteX86" fmla="*/ 514844 w 765852"/>
              <a:gd name="connsiteY86" fmla="*/ 164677 h 260086"/>
              <a:gd name="connsiteX87" fmla="*/ 540232 w 765852"/>
              <a:gd name="connsiteY87" fmla="*/ 164677 h 260086"/>
              <a:gd name="connsiteX88" fmla="*/ 540232 w 765852"/>
              <a:gd name="connsiteY88" fmla="*/ 2119 h 260086"/>
              <a:gd name="connsiteX89" fmla="*/ 514844 w 765852"/>
              <a:gd name="connsiteY89" fmla="*/ 2119 h 260086"/>
              <a:gd name="connsiteX90" fmla="*/ 514844 w 765852"/>
              <a:gd name="connsiteY90" fmla="*/ 164677 h 260086"/>
              <a:gd name="connsiteX91" fmla="*/ 495205 w 765852"/>
              <a:gd name="connsiteY91" fmla="*/ 259554 h 260086"/>
              <a:gd name="connsiteX92" fmla="*/ 502915 w 765852"/>
              <a:gd name="connsiteY92" fmla="*/ 259554 h 260086"/>
              <a:gd name="connsiteX93" fmla="*/ 502915 w 765852"/>
              <a:gd name="connsiteY93" fmla="*/ 197523 h 260086"/>
              <a:gd name="connsiteX94" fmla="*/ 495205 w 765852"/>
              <a:gd name="connsiteY94" fmla="*/ 197523 h 260086"/>
              <a:gd name="connsiteX95" fmla="*/ 495205 w 765852"/>
              <a:gd name="connsiteY95" fmla="*/ 259554 h 260086"/>
              <a:gd name="connsiteX96" fmla="*/ 544816 w 765852"/>
              <a:gd name="connsiteY96" fmla="*/ 204613 h 260086"/>
              <a:gd name="connsiteX97" fmla="*/ 564923 w 765852"/>
              <a:gd name="connsiteY97" fmla="*/ 204613 h 260086"/>
              <a:gd name="connsiteX98" fmla="*/ 564923 w 765852"/>
              <a:gd name="connsiteY98" fmla="*/ 259554 h 260086"/>
              <a:gd name="connsiteX99" fmla="*/ 572633 w 765852"/>
              <a:gd name="connsiteY99" fmla="*/ 259554 h 260086"/>
              <a:gd name="connsiteX100" fmla="*/ 572633 w 765852"/>
              <a:gd name="connsiteY100" fmla="*/ 204613 h 260086"/>
              <a:gd name="connsiteX101" fmla="*/ 592740 w 765852"/>
              <a:gd name="connsiteY101" fmla="*/ 204613 h 260086"/>
              <a:gd name="connsiteX102" fmla="*/ 592740 w 765852"/>
              <a:gd name="connsiteY102" fmla="*/ 197523 h 260086"/>
              <a:gd name="connsiteX103" fmla="*/ 544816 w 765852"/>
              <a:gd name="connsiteY103" fmla="*/ 197523 h 260086"/>
              <a:gd name="connsiteX104" fmla="*/ 544816 w 765852"/>
              <a:gd name="connsiteY104" fmla="*/ 204613 h 260086"/>
              <a:gd name="connsiteX105" fmla="*/ 287389 w 765852"/>
              <a:gd name="connsiteY105" fmla="*/ 2119 h 260086"/>
              <a:gd name="connsiteX106" fmla="*/ 345234 w 765852"/>
              <a:gd name="connsiteY106" fmla="*/ 140105 h 260086"/>
              <a:gd name="connsiteX107" fmla="*/ 381413 w 765852"/>
              <a:gd name="connsiteY107" fmla="*/ 166796 h 260086"/>
              <a:gd name="connsiteX108" fmla="*/ 382899 w 765852"/>
              <a:gd name="connsiteY108" fmla="*/ 166796 h 260086"/>
              <a:gd name="connsiteX109" fmla="*/ 316692 w 765852"/>
              <a:gd name="connsiteY109" fmla="*/ 2119 h 260086"/>
              <a:gd name="connsiteX110" fmla="*/ 287389 w 765852"/>
              <a:gd name="connsiteY110" fmla="*/ 2119 h 260086"/>
              <a:gd name="connsiteX111" fmla="*/ 443549 w 765852"/>
              <a:gd name="connsiteY111" fmla="*/ 199871 h 260086"/>
              <a:gd name="connsiteX112" fmla="*/ 432739 w 765852"/>
              <a:gd name="connsiteY112" fmla="*/ 197523 h 260086"/>
              <a:gd name="connsiteX113" fmla="*/ 408910 w 765852"/>
              <a:gd name="connsiteY113" fmla="*/ 197523 h 260086"/>
              <a:gd name="connsiteX114" fmla="*/ 408910 w 765852"/>
              <a:gd name="connsiteY114" fmla="*/ 259554 h 260086"/>
              <a:gd name="connsiteX115" fmla="*/ 416621 w 765852"/>
              <a:gd name="connsiteY115" fmla="*/ 259554 h 260086"/>
              <a:gd name="connsiteX116" fmla="*/ 416621 w 765852"/>
              <a:gd name="connsiteY116" fmla="*/ 235716 h 260086"/>
              <a:gd name="connsiteX117" fmla="*/ 432748 w 765852"/>
              <a:gd name="connsiteY117" fmla="*/ 235716 h 260086"/>
              <a:gd name="connsiteX118" fmla="*/ 443512 w 765852"/>
              <a:gd name="connsiteY118" fmla="*/ 233368 h 260086"/>
              <a:gd name="connsiteX119" fmla="*/ 450728 w 765852"/>
              <a:gd name="connsiteY119" fmla="*/ 226681 h 260086"/>
              <a:gd name="connsiteX120" fmla="*/ 453295 w 765852"/>
              <a:gd name="connsiteY120" fmla="*/ 216583 h 260086"/>
              <a:gd name="connsiteX121" fmla="*/ 450774 w 765852"/>
              <a:gd name="connsiteY121" fmla="*/ 206521 h 260086"/>
              <a:gd name="connsiteX122" fmla="*/ 443558 w 765852"/>
              <a:gd name="connsiteY122" fmla="*/ 199871 h 260086"/>
              <a:gd name="connsiteX123" fmla="*/ 441779 w 765852"/>
              <a:gd name="connsiteY123" fmla="*/ 225351 h 260086"/>
              <a:gd name="connsiteX124" fmla="*/ 432033 w 765852"/>
              <a:gd name="connsiteY124" fmla="*/ 228635 h 260086"/>
              <a:gd name="connsiteX125" fmla="*/ 416621 w 765852"/>
              <a:gd name="connsiteY125" fmla="*/ 228635 h 260086"/>
              <a:gd name="connsiteX126" fmla="*/ 416621 w 765852"/>
              <a:gd name="connsiteY126" fmla="*/ 204622 h 260086"/>
              <a:gd name="connsiteX127" fmla="*/ 432125 w 765852"/>
              <a:gd name="connsiteY127" fmla="*/ 204622 h 260086"/>
              <a:gd name="connsiteX128" fmla="*/ 441825 w 765852"/>
              <a:gd name="connsiteY128" fmla="*/ 207860 h 260086"/>
              <a:gd name="connsiteX129" fmla="*/ 445410 w 765852"/>
              <a:gd name="connsiteY129" fmla="*/ 216592 h 260086"/>
              <a:gd name="connsiteX130" fmla="*/ 441779 w 765852"/>
              <a:gd name="connsiteY130" fmla="*/ 225361 h 260086"/>
              <a:gd name="connsiteX131" fmla="*/ 382889 w 765852"/>
              <a:gd name="connsiteY131" fmla="*/ 166805 h 260086"/>
              <a:gd name="connsiteX132" fmla="*/ 384375 w 765852"/>
              <a:gd name="connsiteY132" fmla="*/ 166805 h 260086"/>
              <a:gd name="connsiteX133" fmla="*/ 420554 w 765852"/>
              <a:gd name="connsiteY133" fmla="*/ 140114 h 260086"/>
              <a:gd name="connsiteX134" fmla="*/ 478399 w 765852"/>
              <a:gd name="connsiteY134" fmla="*/ 2128 h 260086"/>
              <a:gd name="connsiteX135" fmla="*/ 449096 w 765852"/>
              <a:gd name="connsiteY135" fmla="*/ 2128 h 260086"/>
              <a:gd name="connsiteX136" fmla="*/ 382889 w 765852"/>
              <a:gd name="connsiteY136" fmla="*/ 166814 h 260086"/>
              <a:gd name="connsiteX137" fmla="*/ 644368 w 765852"/>
              <a:gd name="connsiteY137" fmla="*/ 197523 h 260086"/>
              <a:gd name="connsiteX138" fmla="*/ 620714 w 765852"/>
              <a:gd name="connsiteY138" fmla="*/ 259554 h 260086"/>
              <a:gd name="connsiteX139" fmla="*/ 628690 w 765852"/>
              <a:gd name="connsiteY139" fmla="*/ 259554 h 260086"/>
              <a:gd name="connsiteX140" fmla="*/ 635246 w 765852"/>
              <a:gd name="connsiteY140" fmla="*/ 242806 h 260086"/>
              <a:gd name="connsiteX141" fmla="*/ 662266 w 765852"/>
              <a:gd name="connsiteY141" fmla="*/ 242806 h 260086"/>
              <a:gd name="connsiteX142" fmla="*/ 668821 w 765852"/>
              <a:gd name="connsiteY142" fmla="*/ 259554 h 260086"/>
              <a:gd name="connsiteX143" fmla="*/ 677055 w 765852"/>
              <a:gd name="connsiteY143" fmla="*/ 259554 h 260086"/>
              <a:gd name="connsiteX144" fmla="*/ 653491 w 765852"/>
              <a:gd name="connsiteY144" fmla="*/ 197523 h 260086"/>
              <a:gd name="connsiteX145" fmla="*/ 644368 w 765852"/>
              <a:gd name="connsiteY145" fmla="*/ 197523 h 260086"/>
              <a:gd name="connsiteX146" fmla="*/ 637547 w 765852"/>
              <a:gd name="connsiteY146" fmla="*/ 235808 h 260086"/>
              <a:gd name="connsiteX147" fmla="*/ 648705 w 765852"/>
              <a:gd name="connsiteY147" fmla="*/ 205943 h 260086"/>
              <a:gd name="connsiteX148" fmla="*/ 659955 w 765852"/>
              <a:gd name="connsiteY148" fmla="*/ 235808 h 260086"/>
              <a:gd name="connsiteX149" fmla="*/ 637538 w 765852"/>
              <a:gd name="connsiteY149" fmla="*/ 235808 h 260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</a:cxnLst>
            <a:rect l="l" t="t" r="r" b="b"/>
            <a:pathLst>
              <a:path w="765852" h="260086">
                <a:moveTo>
                  <a:pt x="739575" y="143884"/>
                </a:moveTo>
                <a:cubicBezTo>
                  <a:pt x="756519" y="128906"/>
                  <a:pt x="765852" y="107425"/>
                  <a:pt x="765852" y="83403"/>
                </a:cubicBezTo>
                <a:cubicBezTo>
                  <a:pt x="765852" y="59381"/>
                  <a:pt x="756519" y="37899"/>
                  <a:pt x="739575" y="22921"/>
                </a:cubicBezTo>
                <a:cubicBezTo>
                  <a:pt x="722613" y="7925"/>
                  <a:pt x="699307" y="0"/>
                  <a:pt x="672177" y="0"/>
                </a:cubicBezTo>
                <a:cubicBezTo>
                  <a:pt x="645047" y="0"/>
                  <a:pt x="621740" y="7925"/>
                  <a:pt x="604779" y="22921"/>
                </a:cubicBezTo>
                <a:cubicBezTo>
                  <a:pt x="587835" y="37899"/>
                  <a:pt x="578501" y="59381"/>
                  <a:pt x="578501" y="83403"/>
                </a:cubicBezTo>
                <a:cubicBezTo>
                  <a:pt x="578501" y="107425"/>
                  <a:pt x="587835" y="128906"/>
                  <a:pt x="604779" y="143884"/>
                </a:cubicBezTo>
                <a:cubicBezTo>
                  <a:pt x="621740" y="158881"/>
                  <a:pt x="645047" y="166805"/>
                  <a:pt x="672177" y="166805"/>
                </a:cubicBezTo>
                <a:cubicBezTo>
                  <a:pt x="699307" y="166805"/>
                  <a:pt x="722613" y="158881"/>
                  <a:pt x="739575" y="143884"/>
                </a:cubicBezTo>
                <a:close/>
                <a:moveTo>
                  <a:pt x="604595" y="83403"/>
                </a:moveTo>
                <a:cubicBezTo>
                  <a:pt x="604595" y="66489"/>
                  <a:pt x="610821" y="52135"/>
                  <a:pt x="622611" y="41871"/>
                </a:cubicBezTo>
                <a:cubicBezTo>
                  <a:pt x="634751" y="31305"/>
                  <a:pt x="651887" y="25719"/>
                  <a:pt x="672177" y="25719"/>
                </a:cubicBezTo>
                <a:cubicBezTo>
                  <a:pt x="692467" y="25719"/>
                  <a:pt x="709603" y="31305"/>
                  <a:pt x="721742" y="41871"/>
                </a:cubicBezTo>
                <a:cubicBezTo>
                  <a:pt x="733524" y="52126"/>
                  <a:pt x="739759" y="66489"/>
                  <a:pt x="739759" y="83403"/>
                </a:cubicBezTo>
                <a:cubicBezTo>
                  <a:pt x="739759" y="100316"/>
                  <a:pt x="733533" y="114671"/>
                  <a:pt x="721742" y="124934"/>
                </a:cubicBezTo>
                <a:cubicBezTo>
                  <a:pt x="709603" y="135501"/>
                  <a:pt x="692467" y="141077"/>
                  <a:pt x="672177" y="141077"/>
                </a:cubicBezTo>
                <a:cubicBezTo>
                  <a:pt x="651887" y="141077"/>
                  <a:pt x="634741" y="135491"/>
                  <a:pt x="622611" y="124934"/>
                </a:cubicBezTo>
                <a:cubicBezTo>
                  <a:pt x="610830" y="114671"/>
                  <a:pt x="604595" y="100316"/>
                  <a:pt x="604595" y="83403"/>
                </a:cubicBezTo>
                <a:close/>
                <a:moveTo>
                  <a:pt x="238310" y="207181"/>
                </a:moveTo>
                <a:cubicBezTo>
                  <a:pt x="241556" y="205118"/>
                  <a:pt x="245306" y="204081"/>
                  <a:pt x="249560" y="204081"/>
                </a:cubicBezTo>
                <a:cubicBezTo>
                  <a:pt x="254282" y="204081"/>
                  <a:pt x="258288" y="205292"/>
                  <a:pt x="261562" y="207713"/>
                </a:cubicBezTo>
                <a:cubicBezTo>
                  <a:pt x="264835" y="210135"/>
                  <a:pt x="267035" y="213501"/>
                  <a:pt x="268163" y="217812"/>
                </a:cubicBezTo>
                <a:lnTo>
                  <a:pt x="275874" y="217812"/>
                </a:lnTo>
                <a:cubicBezTo>
                  <a:pt x="274691" y="211373"/>
                  <a:pt x="271784" y="206292"/>
                  <a:pt x="267145" y="202568"/>
                </a:cubicBezTo>
                <a:cubicBezTo>
                  <a:pt x="262506" y="198844"/>
                  <a:pt x="256766" y="196982"/>
                  <a:pt x="249917" y="196982"/>
                </a:cubicBezTo>
                <a:cubicBezTo>
                  <a:pt x="244013" y="196982"/>
                  <a:pt x="238814" y="198293"/>
                  <a:pt x="234322" y="200926"/>
                </a:cubicBezTo>
                <a:cubicBezTo>
                  <a:pt x="229838" y="203558"/>
                  <a:pt x="226382" y="207264"/>
                  <a:pt x="223961" y="212052"/>
                </a:cubicBezTo>
                <a:cubicBezTo>
                  <a:pt x="221541" y="216840"/>
                  <a:pt x="220330" y="222334"/>
                  <a:pt x="220330" y="228534"/>
                </a:cubicBezTo>
                <a:cubicBezTo>
                  <a:pt x="220330" y="234734"/>
                  <a:pt x="221541" y="240302"/>
                  <a:pt x="223961" y="245062"/>
                </a:cubicBezTo>
                <a:cubicBezTo>
                  <a:pt x="226382" y="249823"/>
                  <a:pt x="229838" y="253510"/>
                  <a:pt x="234322" y="256142"/>
                </a:cubicBezTo>
                <a:cubicBezTo>
                  <a:pt x="238805" y="258775"/>
                  <a:pt x="244004" y="260086"/>
                  <a:pt x="249917" y="260086"/>
                </a:cubicBezTo>
                <a:cubicBezTo>
                  <a:pt x="256831" y="260086"/>
                  <a:pt x="262570" y="258224"/>
                  <a:pt x="267145" y="254501"/>
                </a:cubicBezTo>
                <a:cubicBezTo>
                  <a:pt x="271720" y="250777"/>
                  <a:pt x="274599" y="245695"/>
                  <a:pt x="275782" y="239256"/>
                </a:cubicBezTo>
                <a:lnTo>
                  <a:pt x="268071" y="239256"/>
                </a:lnTo>
                <a:cubicBezTo>
                  <a:pt x="266888" y="243631"/>
                  <a:pt x="264706" y="247007"/>
                  <a:pt x="261516" y="249401"/>
                </a:cubicBezTo>
                <a:cubicBezTo>
                  <a:pt x="258325" y="251795"/>
                  <a:pt x="254337" y="252987"/>
                  <a:pt x="249560" y="252987"/>
                </a:cubicBezTo>
                <a:cubicBezTo>
                  <a:pt x="245306" y="252987"/>
                  <a:pt x="241556" y="251951"/>
                  <a:pt x="238310" y="249887"/>
                </a:cubicBezTo>
                <a:cubicBezTo>
                  <a:pt x="235064" y="247823"/>
                  <a:pt x="232561" y="244925"/>
                  <a:pt x="230828" y="241201"/>
                </a:cubicBezTo>
                <a:cubicBezTo>
                  <a:pt x="229086" y="237477"/>
                  <a:pt x="228215" y="233258"/>
                  <a:pt x="228215" y="228525"/>
                </a:cubicBezTo>
                <a:cubicBezTo>
                  <a:pt x="228215" y="223792"/>
                  <a:pt x="229086" y="219499"/>
                  <a:pt x="230828" y="215812"/>
                </a:cubicBezTo>
                <a:cubicBezTo>
                  <a:pt x="232570" y="212125"/>
                  <a:pt x="235064" y="209245"/>
                  <a:pt x="238310" y="207172"/>
                </a:cubicBezTo>
                <a:close/>
                <a:moveTo>
                  <a:pt x="335580" y="197523"/>
                </a:moveTo>
                <a:lnTo>
                  <a:pt x="311925" y="259554"/>
                </a:lnTo>
                <a:lnTo>
                  <a:pt x="319892" y="259554"/>
                </a:lnTo>
                <a:lnTo>
                  <a:pt x="326448" y="242806"/>
                </a:lnTo>
                <a:lnTo>
                  <a:pt x="353467" y="242806"/>
                </a:lnTo>
                <a:lnTo>
                  <a:pt x="360023" y="259554"/>
                </a:lnTo>
                <a:lnTo>
                  <a:pt x="368256" y="259554"/>
                </a:lnTo>
                <a:lnTo>
                  <a:pt x="344693" y="197523"/>
                </a:lnTo>
                <a:lnTo>
                  <a:pt x="335570" y="197523"/>
                </a:lnTo>
                <a:close/>
                <a:moveTo>
                  <a:pt x="328758" y="235808"/>
                </a:moveTo>
                <a:lnTo>
                  <a:pt x="339916" y="205943"/>
                </a:lnTo>
                <a:lnTo>
                  <a:pt x="351166" y="235808"/>
                </a:lnTo>
                <a:lnTo>
                  <a:pt x="328749" y="235808"/>
                </a:lnTo>
                <a:close/>
                <a:moveTo>
                  <a:pt x="725437" y="197523"/>
                </a:moveTo>
                <a:lnTo>
                  <a:pt x="717736" y="197523"/>
                </a:lnTo>
                <a:lnTo>
                  <a:pt x="717736" y="259554"/>
                </a:lnTo>
                <a:lnTo>
                  <a:pt x="753704" y="259554"/>
                </a:lnTo>
                <a:lnTo>
                  <a:pt x="753704" y="252464"/>
                </a:lnTo>
                <a:lnTo>
                  <a:pt x="725446" y="252464"/>
                </a:lnTo>
                <a:lnTo>
                  <a:pt x="725446" y="197523"/>
                </a:lnTo>
                <a:close/>
                <a:moveTo>
                  <a:pt x="250953" y="2119"/>
                </a:moveTo>
                <a:lnTo>
                  <a:pt x="225566" y="2119"/>
                </a:lnTo>
                <a:lnTo>
                  <a:pt x="225566" y="164677"/>
                </a:lnTo>
                <a:lnTo>
                  <a:pt x="250953" y="164677"/>
                </a:lnTo>
                <a:lnTo>
                  <a:pt x="250953" y="2119"/>
                </a:lnTo>
                <a:close/>
                <a:moveTo>
                  <a:pt x="80592" y="62692"/>
                </a:moveTo>
                <a:lnTo>
                  <a:pt x="80592" y="164687"/>
                </a:lnTo>
                <a:cubicBezTo>
                  <a:pt x="80592" y="164687"/>
                  <a:pt x="106732" y="164687"/>
                  <a:pt x="106732" y="164687"/>
                </a:cubicBezTo>
                <a:lnTo>
                  <a:pt x="106713" y="62692"/>
                </a:lnTo>
                <a:cubicBezTo>
                  <a:pt x="106713" y="50282"/>
                  <a:pt x="102707" y="38523"/>
                  <a:pt x="95124" y="28700"/>
                </a:cubicBezTo>
                <a:lnTo>
                  <a:pt x="93648" y="26792"/>
                </a:lnTo>
                <a:lnTo>
                  <a:pt x="92172" y="28700"/>
                </a:lnTo>
                <a:cubicBezTo>
                  <a:pt x="84589" y="38523"/>
                  <a:pt x="80583" y="50273"/>
                  <a:pt x="80583" y="62692"/>
                </a:cubicBezTo>
                <a:close/>
                <a:moveTo>
                  <a:pt x="47273" y="2119"/>
                </a:moveTo>
                <a:lnTo>
                  <a:pt x="0" y="2119"/>
                </a:lnTo>
                <a:lnTo>
                  <a:pt x="0" y="26792"/>
                </a:lnTo>
                <a:lnTo>
                  <a:pt x="93648" y="26792"/>
                </a:lnTo>
                <a:lnTo>
                  <a:pt x="91328" y="23793"/>
                </a:lnTo>
                <a:cubicBezTo>
                  <a:pt x="80693" y="10025"/>
                  <a:pt x="64629" y="2119"/>
                  <a:pt x="47273" y="2119"/>
                </a:cubicBezTo>
                <a:close/>
                <a:moveTo>
                  <a:pt x="95968" y="23793"/>
                </a:moveTo>
                <a:lnTo>
                  <a:pt x="93648" y="26792"/>
                </a:lnTo>
                <a:lnTo>
                  <a:pt x="187296" y="26792"/>
                </a:lnTo>
                <a:lnTo>
                  <a:pt x="187296" y="2119"/>
                </a:lnTo>
                <a:lnTo>
                  <a:pt x="140023" y="2119"/>
                </a:lnTo>
                <a:cubicBezTo>
                  <a:pt x="122657" y="2119"/>
                  <a:pt x="106603" y="10016"/>
                  <a:pt x="95958" y="23793"/>
                </a:cubicBezTo>
                <a:close/>
                <a:moveTo>
                  <a:pt x="514844" y="164677"/>
                </a:moveTo>
                <a:lnTo>
                  <a:pt x="540232" y="164677"/>
                </a:lnTo>
                <a:lnTo>
                  <a:pt x="540232" y="2119"/>
                </a:lnTo>
                <a:lnTo>
                  <a:pt x="514844" y="2119"/>
                </a:lnTo>
                <a:lnTo>
                  <a:pt x="514844" y="164677"/>
                </a:lnTo>
                <a:close/>
                <a:moveTo>
                  <a:pt x="495205" y="259554"/>
                </a:moveTo>
                <a:lnTo>
                  <a:pt x="502915" y="259554"/>
                </a:lnTo>
                <a:lnTo>
                  <a:pt x="502915" y="197523"/>
                </a:lnTo>
                <a:lnTo>
                  <a:pt x="495205" y="197523"/>
                </a:lnTo>
                <a:lnTo>
                  <a:pt x="495205" y="259554"/>
                </a:lnTo>
                <a:close/>
                <a:moveTo>
                  <a:pt x="544816" y="204613"/>
                </a:moveTo>
                <a:lnTo>
                  <a:pt x="564923" y="204613"/>
                </a:lnTo>
                <a:lnTo>
                  <a:pt x="564923" y="259554"/>
                </a:lnTo>
                <a:lnTo>
                  <a:pt x="572633" y="259554"/>
                </a:lnTo>
                <a:lnTo>
                  <a:pt x="572633" y="204613"/>
                </a:lnTo>
                <a:lnTo>
                  <a:pt x="592740" y="204613"/>
                </a:lnTo>
                <a:lnTo>
                  <a:pt x="592740" y="197523"/>
                </a:lnTo>
                <a:lnTo>
                  <a:pt x="544816" y="197523"/>
                </a:lnTo>
                <a:lnTo>
                  <a:pt x="544816" y="204613"/>
                </a:lnTo>
                <a:close/>
                <a:moveTo>
                  <a:pt x="287389" y="2119"/>
                </a:moveTo>
                <a:cubicBezTo>
                  <a:pt x="287389" y="2119"/>
                  <a:pt x="335680" y="117220"/>
                  <a:pt x="345234" y="140105"/>
                </a:cubicBezTo>
                <a:cubicBezTo>
                  <a:pt x="356374" y="166796"/>
                  <a:pt x="374464" y="166796"/>
                  <a:pt x="381413" y="166796"/>
                </a:cubicBezTo>
                <a:lnTo>
                  <a:pt x="382899" y="166796"/>
                </a:lnTo>
                <a:lnTo>
                  <a:pt x="316692" y="2119"/>
                </a:lnTo>
                <a:lnTo>
                  <a:pt x="287389" y="2119"/>
                </a:lnTo>
                <a:close/>
                <a:moveTo>
                  <a:pt x="443549" y="199871"/>
                </a:moveTo>
                <a:cubicBezTo>
                  <a:pt x="440413" y="198303"/>
                  <a:pt x="436819" y="197523"/>
                  <a:pt x="432739" y="197523"/>
                </a:cubicBezTo>
                <a:lnTo>
                  <a:pt x="408910" y="197523"/>
                </a:lnTo>
                <a:lnTo>
                  <a:pt x="408910" y="259554"/>
                </a:lnTo>
                <a:lnTo>
                  <a:pt x="416621" y="259554"/>
                </a:lnTo>
                <a:lnTo>
                  <a:pt x="416621" y="235716"/>
                </a:lnTo>
                <a:lnTo>
                  <a:pt x="432748" y="235716"/>
                </a:lnTo>
                <a:cubicBezTo>
                  <a:pt x="436819" y="235716"/>
                  <a:pt x="440413" y="234936"/>
                  <a:pt x="443512" y="233368"/>
                </a:cubicBezTo>
                <a:cubicBezTo>
                  <a:pt x="446611" y="231799"/>
                  <a:pt x="449013" y="229571"/>
                  <a:pt x="450728" y="226681"/>
                </a:cubicBezTo>
                <a:cubicBezTo>
                  <a:pt x="452442" y="223783"/>
                  <a:pt x="453295" y="220417"/>
                  <a:pt x="453295" y="216583"/>
                </a:cubicBezTo>
                <a:cubicBezTo>
                  <a:pt x="453295" y="212749"/>
                  <a:pt x="452452" y="209392"/>
                  <a:pt x="450774" y="206521"/>
                </a:cubicBezTo>
                <a:cubicBezTo>
                  <a:pt x="449087" y="203659"/>
                  <a:pt x="446685" y="201439"/>
                  <a:pt x="443558" y="199871"/>
                </a:cubicBezTo>
                <a:close/>
                <a:moveTo>
                  <a:pt x="441779" y="225351"/>
                </a:moveTo>
                <a:cubicBezTo>
                  <a:pt x="439359" y="227534"/>
                  <a:pt x="436113" y="228635"/>
                  <a:pt x="432033" y="228635"/>
                </a:cubicBezTo>
                <a:lnTo>
                  <a:pt x="416621" y="228635"/>
                </a:lnTo>
                <a:lnTo>
                  <a:pt x="416621" y="204622"/>
                </a:lnTo>
                <a:lnTo>
                  <a:pt x="432125" y="204622"/>
                </a:lnTo>
                <a:cubicBezTo>
                  <a:pt x="436196" y="204622"/>
                  <a:pt x="439432" y="205705"/>
                  <a:pt x="441825" y="207860"/>
                </a:cubicBezTo>
                <a:cubicBezTo>
                  <a:pt x="444218" y="210015"/>
                  <a:pt x="445410" y="212923"/>
                  <a:pt x="445410" y="216592"/>
                </a:cubicBezTo>
                <a:cubicBezTo>
                  <a:pt x="445410" y="220261"/>
                  <a:pt x="444200" y="223178"/>
                  <a:pt x="441779" y="225361"/>
                </a:cubicBezTo>
                <a:close/>
                <a:moveTo>
                  <a:pt x="382889" y="166805"/>
                </a:moveTo>
                <a:lnTo>
                  <a:pt x="384375" y="166805"/>
                </a:lnTo>
                <a:cubicBezTo>
                  <a:pt x="391334" y="166805"/>
                  <a:pt x="409423" y="166805"/>
                  <a:pt x="420554" y="140114"/>
                </a:cubicBezTo>
                <a:cubicBezTo>
                  <a:pt x="430099" y="117230"/>
                  <a:pt x="478399" y="2128"/>
                  <a:pt x="478399" y="2128"/>
                </a:cubicBezTo>
                <a:lnTo>
                  <a:pt x="449096" y="2128"/>
                </a:lnTo>
                <a:lnTo>
                  <a:pt x="382889" y="166814"/>
                </a:lnTo>
                <a:close/>
                <a:moveTo>
                  <a:pt x="644368" y="197523"/>
                </a:moveTo>
                <a:lnTo>
                  <a:pt x="620714" y="259554"/>
                </a:lnTo>
                <a:lnTo>
                  <a:pt x="628690" y="259554"/>
                </a:lnTo>
                <a:lnTo>
                  <a:pt x="635246" y="242806"/>
                </a:lnTo>
                <a:lnTo>
                  <a:pt x="662266" y="242806"/>
                </a:lnTo>
                <a:lnTo>
                  <a:pt x="668821" y="259554"/>
                </a:lnTo>
                <a:lnTo>
                  <a:pt x="677055" y="259554"/>
                </a:lnTo>
                <a:lnTo>
                  <a:pt x="653491" y="197523"/>
                </a:lnTo>
                <a:lnTo>
                  <a:pt x="644368" y="197523"/>
                </a:lnTo>
                <a:close/>
                <a:moveTo>
                  <a:pt x="637547" y="235808"/>
                </a:moveTo>
                <a:lnTo>
                  <a:pt x="648705" y="205943"/>
                </a:lnTo>
                <a:lnTo>
                  <a:pt x="659955" y="235808"/>
                </a:lnTo>
                <a:lnTo>
                  <a:pt x="637538" y="235808"/>
                </a:lnTo>
                <a:close/>
              </a:path>
            </a:pathLst>
          </a:custGeom>
          <a:solidFill>
            <a:schemeClr val="bg1"/>
          </a:solidFill>
          <a:ln w="1061" cap="flat">
            <a:noFill/>
            <a:prstDash val="solid"/>
            <a:miter/>
          </a:ln>
        </p:spPr>
        <p:txBody>
          <a:bodyPr rtlCol="0" anchor="ctr"/>
          <a:lstStyle/>
          <a:p>
            <a:endParaRPr lang="pt-BR">
              <a:solidFill>
                <a:schemeClr val="bg1"/>
              </a:solidFill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1E210A61-F7AF-5C56-9539-494DD44ED880}"/>
              </a:ext>
            </a:extLst>
          </p:cNvPr>
          <p:cNvCxnSpPr/>
          <p:nvPr userDrawn="1"/>
        </p:nvCxnSpPr>
        <p:spPr>
          <a:xfrm>
            <a:off x="334963" y="185353"/>
            <a:ext cx="10415415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5978317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469">
          <p15:clr>
            <a:srgbClr val="FBAE40"/>
          </p15:clr>
        </p15:guide>
        <p15:guide id="2" orient="horz" pos="3974">
          <p15:clr>
            <a:srgbClr val="FBAE40"/>
          </p15:clr>
        </p15:guide>
        <p15:guide id="3" orient="horz" pos="232">
          <p15:clr>
            <a:srgbClr val="FBAE40"/>
          </p15:clr>
        </p15:guide>
        <p15:guide id="4" pos="211">
          <p15:clr>
            <a:srgbClr val="FBAE40"/>
          </p15:clr>
        </p15:guide>
        <p15:guide id="5" orient="horz" pos="4065">
          <p15:clr>
            <a:srgbClr val="FBAE40"/>
          </p15:clr>
        </p15:guide>
        <p15:guide id="6" orient="horz" pos="799">
          <p15:clr>
            <a:srgbClr val="FBAE40"/>
          </p15:clr>
        </p15:guide>
        <p15:guide id="7" orient="horz" pos="935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Blank">
    <p:bg>
      <p:bgPr>
        <a:gradFill>
          <a:gsLst>
            <a:gs pos="100000">
              <a:schemeClr val="tx1">
                <a:lumMod val="95000"/>
                <a:lumOff val="5000"/>
              </a:schemeClr>
            </a:gs>
            <a:gs pos="0">
              <a:schemeClr val="tx1">
                <a:lumMod val="85000"/>
                <a:lumOff val="15000"/>
              </a:schemeClr>
            </a:gs>
          </a:gsLst>
          <a:lin ang="7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58965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623770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bg>
      <p:bgPr>
        <a:gradFill>
          <a:gsLst>
            <a:gs pos="100000">
              <a:schemeClr val="tx1"/>
            </a:gs>
            <a:gs pos="0">
              <a:schemeClr val="tx1">
                <a:lumMod val="95000"/>
                <a:lumOff val="5000"/>
              </a:schemeClr>
            </a:gs>
          </a:gsLst>
          <a:lin ang="7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5">
            <a:extLst>
              <a:ext uri="{FF2B5EF4-FFF2-40B4-BE49-F238E27FC236}">
                <a16:creationId xmlns:a16="http://schemas.microsoft.com/office/drawing/2014/main" id="{E48CEA9B-7AE1-C9CB-91D5-73FE3580D72F}"/>
              </a:ext>
            </a:extLst>
          </p:cNvPr>
          <p:cNvSpPr/>
          <p:nvPr userDrawn="1"/>
        </p:nvSpPr>
        <p:spPr>
          <a:xfrm flipV="1">
            <a:off x="334963" y="87564"/>
            <a:ext cx="11520864" cy="256427"/>
          </a:xfrm>
          <a:custGeom>
            <a:avLst/>
            <a:gdLst/>
            <a:ahLst/>
            <a:cxnLst/>
            <a:rect l="l" t="t" r="r" b="b"/>
            <a:pathLst>
              <a:path w="19125565">
                <a:moveTo>
                  <a:pt x="0" y="0"/>
                </a:moveTo>
                <a:lnTo>
                  <a:pt x="19125114" y="0"/>
                </a:lnTo>
              </a:path>
            </a:pathLst>
          </a:custGeom>
          <a:ln w="635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pPr defTabSz="554492">
              <a:buClrTx/>
              <a:defRPr/>
            </a:pPr>
            <a:endParaRPr sz="1092">
              <a:solidFill>
                <a:sysClr val="windowText" lastClr="000000"/>
              </a:solidFill>
            </a:endParaRPr>
          </a:p>
        </p:txBody>
      </p:sp>
      <p:sp>
        <p:nvSpPr>
          <p:cNvPr id="8" name="Picture 8">
            <a:extLst>
              <a:ext uri="{FF2B5EF4-FFF2-40B4-BE49-F238E27FC236}">
                <a16:creationId xmlns:a16="http://schemas.microsoft.com/office/drawing/2014/main" id="{3F134C83-D46A-88D2-FB6A-3AF20F41AFB2}"/>
              </a:ext>
            </a:extLst>
          </p:cNvPr>
          <p:cNvSpPr/>
          <p:nvPr/>
        </p:nvSpPr>
        <p:spPr>
          <a:xfrm>
            <a:off x="11100750" y="513297"/>
            <a:ext cx="755077" cy="256427"/>
          </a:xfrm>
          <a:custGeom>
            <a:avLst/>
            <a:gdLst>
              <a:gd name="connsiteX0" fmla="*/ 729170 w 755077"/>
              <a:gd name="connsiteY0" fmla="*/ 141860 h 256427"/>
              <a:gd name="connsiteX1" fmla="*/ 755078 w 755077"/>
              <a:gd name="connsiteY1" fmla="*/ 82229 h 256427"/>
              <a:gd name="connsiteX2" fmla="*/ 729170 w 755077"/>
              <a:gd name="connsiteY2" fmla="*/ 22599 h 256427"/>
              <a:gd name="connsiteX3" fmla="*/ 662720 w 755077"/>
              <a:gd name="connsiteY3" fmla="*/ 0 h 256427"/>
              <a:gd name="connsiteX4" fmla="*/ 596270 w 755077"/>
              <a:gd name="connsiteY4" fmla="*/ 22599 h 256427"/>
              <a:gd name="connsiteX5" fmla="*/ 570363 w 755077"/>
              <a:gd name="connsiteY5" fmla="*/ 82229 h 256427"/>
              <a:gd name="connsiteX6" fmla="*/ 596270 w 755077"/>
              <a:gd name="connsiteY6" fmla="*/ 141860 h 256427"/>
              <a:gd name="connsiteX7" fmla="*/ 662720 w 755077"/>
              <a:gd name="connsiteY7" fmla="*/ 164459 h 256427"/>
              <a:gd name="connsiteX8" fmla="*/ 729170 w 755077"/>
              <a:gd name="connsiteY8" fmla="*/ 141860 h 256427"/>
              <a:gd name="connsiteX9" fmla="*/ 596089 w 755077"/>
              <a:gd name="connsiteY9" fmla="*/ 82229 h 256427"/>
              <a:gd name="connsiteX10" fmla="*/ 613852 w 755077"/>
              <a:gd name="connsiteY10" fmla="*/ 41282 h 256427"/>
              <a:gd name="connsiteX11" fmla="*/ 662720 w 755077"/>
              <a:gd name="connsiteY11" fmla="*/ 25357 h 256427"/>
              <a:gd name="connsiteX12" fmla="*/ 711588 w 755077"/>
              <a:gd name="connsiteY12" fmla="*/ 41282 h 256427"/>
              <a:gd name="connsiteX13" fmla="*/ 729351 w 755077"/>
              <a:gd name="connsiteY13" fmla="*/ 82229 h 256427"/>
              <a:gd name="connsiteX14" fmla="*/ 711588 w 755077"/>
              <a:gd name="connsiteY14" fmla="*/ 123177 h 256427"/>
              <a:gd name="connsiteX15" fmla="*/ 662720 w 755077"/>
              <a:gd name="connsiteY15" fmla="*/ 139093 h 256427"/>
              <a:gd name="connsiteX16" fmla="*/ 613852 w 755077"/>
              <a:gd name="connsiteY16" fmla="*/ 123177 h 256427"/>
              <a:gd name="connsiteX17" fmla="*/ 596089 w 755077"/>
              <a:gd name="connsiteY17" fmla="*/ 82229 h 256427"/>
              <a:gd name="connsiteX18" fmla="*/ 234957 w 755077"/>
              <a:gd name="connsiteY18" fmla="*/ 204267 h 256427"/>
              <a:gd name="connsiteX19" fmla="*/ 246049 w 755077"/>
              <a:gd name="connsiteY19" fmla="*/ 201210 h 256427"/>
              <a:gd name="connsiteX20" fmla="*/ 257882 w 755077"/>
              <a:gd name="connsiteY20" fmla="*/ 204791 h 256427"/>
              <a:gd name="connsiteX21" fmla="*/ 264390 w 755077"/>
              <a:gd name="connsiteY21" fmla="*/ 214748 h 256427"/>
              <a:gd name="connsiteX22" fmla="*/ 271993 w 755077"/>
              <a:gd name="connsiteY22" fmla="*/ 214748 h 256427"/>
              <a:gd name="connsiteX23" fmla="*/ 263387 w 755077"/>
              <a:gd name="connsiteY23" fmla="*/ 199718 h 256427"/>
              <a:gd name="connsiteX24" fmla="*/ 246401 w 755077"/>
              <a:gd name="connsiteY24" fmla="*/ 194211 h 256427"/>
              <a:gd name="connsiteX25" fmla="*/ 231025 w 755077"/>
              <a:gd name="connsiteY25" fmla="*/ 198099 h 256427"/>
              <a:gd name="connsiteX26" fmla="*/ 220810 w 755077"/>
              <a:gd name="connsiteY26" fmla="*/ 209069 h 256427"/>
              <a:gd name="connsiteX27" fmla="*/ 217231 w 755077"/>
              <a:gd name="connsiteY27" fmla="*/ 225319 h 256427"/>
              <a:gd name="connsiteX28" fmla="*/ 220810 w 755077"/>
              <a:gd name="connsiteY28" fmla="*/ 241615 h 256427"/>
              <a:gd name="connsiteX29" fmla="*/ 231025 w 755077"/>
              <a:gd name="connsiteY29" fmla="*/ 252539 h 256427"/>
              <a:gd name="connsiteX30" fmla="*/ 246401 w 755077"/>
              <a:gd name="connsiteY30" fmla="*/ 256428 h 256427"/>
              <a:gd name="connsiteX31" fmla="*/ 263387 w 755077"/>
              <a:gd name="connsiteY31" fmla="*/ 250920 h 256427"/>
              <a:gd name="connsiteX32" fmla="*/ 271902 w 755077"/>
              <a:gd name="connsiteY32" fmla="*/ 235891 h 256427"/>
              <a:gd name="connsiteX33" fmla="*/ 264300 w 755077"/>
              <a:gd name="connsiteY33" fmla="*/ 235891 h 256427"/>
              <a:gd name="connsiteX34" fmla="*/ 257837 w 755077"/>
              <a:gd name="connsiteY34" fmla="*/ 245892 h 256427"/>
              <a:gd name="connsiteX35" fmla="*/ 246049 w 755077"/>
              <a:gd name="connsiteY35" fmla="*/ 249428 h 256427"/>
              <a:gd name="connsiteX36" fmla="*/ 234957 w 755077"/>
              <a:gd name="connsiteY36" fmla="*/ 246372 h 256427"/>
              <a:gd name="connsiteX37" fmla="*/ 227581 w 755077"/>
              <a:gd name="connsiteY37" fmla="*/ 237808 h 256427"/>
              <a:gd name="connsiteX38" fmla="*/ 225005 w 755077"/>
              <a:gd name="connsiteY38" fmla="*/ 225310 h 256427"/>
              <a:gd name="connsiteX39" fmla="*/ 227581 w 755077"/>
              <a:gd name="connsiteY39" fmla="*/ 212776 h 256427"/>
              <a:gd name="connsiteX40" fmla="*/ 234957 w 755077"/>
              <a:gd name="connsiteY40" fmla="*/ 204258 h 256427"/>
              <a:gd name="connsiteX41" fmla="*/ 330858 w 755077"/>
              <a:gd name="connsiteY41" fmla="*/ 194744 h 256427"/>
              <a:gd name="connsiteX42" fmla="*/ 307536 w 755077"/>
              <a:gd name="connsiteY42" fmla="*/ 255903 h 256427"/>
              <a:gd name="connsiteX43" fmla="*/ 315392 w 755077"/>
              <a:gd name="connsiteY43" fmla="*/ 255903 h 256427"/>
              <a:gd name="connsiteX44" fmla="*/ 321855 w 755077"/>
              <a:gd name="connsiteY44" fmla="*/ 239390 h 256427"/>
              <a:gd name="connsiteX45" fmla="*/ 348495 w 755077"/>
              <a:gd name="connsiteY45" fmla="*/ 239390 h 256427"/>
              <a:gd name="connsiteX46" fmla="*/ 354958 w 755077"/>
              <a:gd name="connsiteY46" fmla="*/ 255903 h 256427"/>
              <a:gd name="connsiteX47" fmla="*/ 363076 w 755077"/>
              <a:gd name="connsiteY47" fmla="*/ 255903 h 256427"/>
              <a:gd name="connsiteX48" fmla="*/ 339844 w 755077"/>
              <a:gd name="connsiteY48" fmla="*/ 194744 h 256427"/>
              <a:gd name="connsiteX49" fmla="*/ 330849 w 755077"/>
              <a:gd name="connsiteY49" fmla="*/ 194744 h 256427"/>
              <a:gd name="connsiteX50" fmla="*/ 324133 w 755077"/>
              <a:gd name="connsiteY50" fmla="*/ 232490 h 256427"/>
              <a:gd name="connsiteX51" fmla="*/ 335134 w 755077"/>
              <a:gd name="connsiteY51" fmla="*/ 203046 h 256427"/>
              <a:gd name="connsiteX52" fmla="*/ 346226 w 755077"/>
              <a:gd name="connsiteY52" fmla="*/ 232490 h 256427"/>
              <a:gd name="connsiteX53" fmla="*/ 324124 w 755077"/>
              <a:gd name="connsiteY53" fmla="*/ 232490 h 256427"/>
              <a:gd name="connsiteX54" fmla="*/ 715231 w 755077"/>
              <a:gd name="connsiteY54" fmla="*/ 194744 h 256427"/>
              <a:gd name="connsiteX55" fmla="*/ 707638 w 755077"/>
              <a:gd name="connsiteY55" fmla="*/ 194744 h 256427"/>
              <a:gd name="connsiteX56" fmla="*/ 707638 w 755077"/>
              <a:gd name="connsiteY56" fmla="*/ 255903 h 256427"/>
              <a:gd name="connsiteX57" fmla="*/ 743100 w 755077"/>
              <a:gd name="connsiteY57" fmla="*/ 255903 h 256427"/>
              <a:gd name="connsiteX58" fmla="*/ 743100 w 755077"/>
              <a:gd name="connsiteY58" fmla="*/ 248913 h 256427"/>
              <a:gd name="connsiteX59" fmla="*/ 715240 w 755077"/>
              <a:gd name="connsiteY59" fmla="*/ 248913 h 256427"/>
              <a:gd name="connsiteX60" fmla="*/ 715240 w 755077"/>
              <a:gd name="connsiteY60" fmla="*/ 194744 h 256427"/>
              <a:gd name="connsiteX61" fmla="*/ 247423 w 755077"/>
              <a:gd name="connsiteY61" fmla="*/ 2089 h 256427"/>
              <a:gd name="connsiteX62" fmla="*/ 222392 w 755077"/>
              <a:gd name="connsiteY62" fmla="*/ 2089 h 256427"/>
              <a:gd name="connsiteX63" fmla="*/ 222392 w 755077"/>
              <a:gd name="connsiteY63" fmla="*/ 162361 h 256427"/>
              <a:gd name="connsiteX64" fmla="*/ 247423 w 755077"/>
              <a:gd name="connsiteY64" fmla="*/ 162361 h 256427"/>
              <a:gd name="connsiteX65" fmla="*/ 247423 w 755077"/>
              <a:gd name="connsiteY65" fmla="*/ 2089 h 256427"/>
              <a:gd name="connsiteX66" fmla="*/ 79458 w 755077"/>
              <a:gd name="connsiteY66" fmla="*/ 61810 h 256427"/>
              <a:gd name="connsiteX67" fmla="*/ 79458 w 755077"/>
              <a:gd name="connsiteY67" fmla="*/ 162370 h 256427"/>
              <a:gd name="connsiteX68" fmla="*/ 105230 w 755077"/>
              <a:gd name="connsiteY68" fmla="*/ 162370 h 256427"/>
              <a:gd name="connsiteX69" fmla="*/ 105212 w 755077"/>
              <a:gd name="connsiteY69" fmla="*/ 61810 h 256427"/>
              <a:gd name="connsiteX70" fmla="*/ 93786 w 755077"/>
              <a:gd name="connsiteY70" fmla="*/ 28296 h 256427"/>
              <a:gd name="connsiteX71" fmla="*/ 92330 w 755077"/>
              <a:gd name="connsiteY71" fmla="*/ 26415 h 256427"/>
              <a:gd name="connsiteX72" fmla="*/ 90875 w 755077"/>
              <a:gd name="connsiteY72" fmla="*/ 28296 h 256427"/>
              <a:gd name="connsiteX73" fmla="*/ 79449 w 755077"/>
              <a:gd name="connsiteY73" fmla="*/ 61810 h 256427"/>
              <a:gd name="connsiteX74" fmla="*/ 46608 w 755077"/>
              <a:gd name="connsiteY74" fmla="*/ 2089 h 256427"/>
              <a:gd name="connsiteX75" fmla="*/ 0 w 755077"/>
              <a:gd name="connsiteY75" fmla="*/ 2089 h 256427"/>
              <a:gd name="connsiteX76" fmla="*/ 0 w 755077"/>
              <a:gd name="connsiteY76" fmla="*/ 26415 h 256427"/>
              <a:gd name="connsiteX77" fmla="*/ 92330 w 755077"/>
              <a:gd name="connsiteY77" fmla="*/ 26415 h 256427"/>
              <a:gd name="connsiteX78" fmla="*/ 90043 w 755077"/>
              <a:gd name="connsiteY78" fmla="*/ 23458 h 256427"/>
              <a:gd name="connsiteX79" fmla="*/ 46608 w 755077"/>
              <a:gd name="connsiteY79" fmla="*/ 2089 h 256427"/>
              <a:gd name="connsiteX80" fmla="*/ 94618 w 755077"/>
              <a:gd name="connsiteY80" fmla="*/ 23458 h 256427"/>
              <a:gd name="connsiteX81" fmla="*/ 92330 w 755077"/>
              <a:gd name="connsiteY81" fmla="*/ 26415 h 256427"/>
              <a:gd name="connsiteX82" fmla="*/ 184661 w 755077"/>
              <a:gd name="connsiteY82" fmla="*/ 26415 h 256427"/>
              <a:gd name="connsiteX83" fmla="*/ 184661 w 755077"/>
              <a:gd name="connsiteY83" fmla="*/ 2089 h 256427"/>
              <a:gd name="connsiteX84" fmla="*/ 138053 w 755077"/>
              <a:gd name="connsiteY84" fmla="*/ 2089 h 256427"/>
              <a:gd name="connsiteX85" fmla="*/ 94608 w 755077"/>
              <a:gd name="connsiteY85" fmla="*/ 23458 h 256427"/>
              <a:gd name="connsiteX86" fmla="*/ 507601 w 755077"/>
              <a:gd name="connsiteY86" fmla="*/ 162361 h 256427"/>
              <a:gd name="connsiteX87" fmla="*/ 532631 w 755077"/>
              <a:gd name="connsiteY87" fmla="*/ 162361 h 256427"/>
              <a:gd name="connsiteX88" fmla="*/ 532631 w 755077"/>
              <a:gd name="connsiteY88" fmla="*/ 2089 h 256427"/>
              <a:gd name="connsiteX89" fmla="*/ 507601 w 755077"/>
              <a:gd name="connsiteY89" fmla="*/ 2089 h 256427"/>
              <a:gd name="connsiteX90" fmla="*/ 507601 w 755077"/>
              <a:gd name="connsiteY90" fmla="*/ 162361 h 256427"/>
              <a:gd name="connsiteX91" fmla="*/ 488238 w 755077"/>
              <a:gd name="connsiteY91" fmla="*/ 255903 h 256427"/>
              <a:gd name="connsiteX92" fmla="*/ 495840 w 755077"/>
              <a:gd name="connsiteY92" fmla="*/ 255903 h 256427"/>
              <a:gd name="connsiteX93" fmla="*/ 495840 w 755077"/>
              <a:gd name="connsiteY93" fmla="*/ 194744 h 256427"/>
              <a:gd name="connsiteX94" fmla="*/ 488238 w 755077"/>
              <a:gd name="connsiteY94" fmla="*/ 194744 h 256427"/>
              <a:gd name="connsiteX95" fmla="*/ 488238 w 755077"/>
              <a:gd name="connsiteY95" fmla="*/ 255903 h 256427"/>
              <a:gd name="connsiteX96" fmla="*/ 537151 w 755077"/>
              <a:gd name="connsiteY96" fmla="*/ 201735 h 256427"/>
              <a:gd name="connsiteX97" fmla="*/ 556975 w 755077"/>
              <a:gd name="connsiteY97" fmla="*/ 201735 h 256427"/>
              <a:gd name="connsiteX98" fmla="*/ 556975 w 755077"/>
              <a:gd name="connsiteY98" fmla="*/ 255903 h 256427"/>
              <a:gd name="connsiteX99" fmla="*/ 564577 w 755077"/>
              <a:gd name="connsiteY99" fmla="*/ 255903 h 256427"/>
              <a:gd name="connsiteX100" fmla="*/ 564577 w 755077"/>
              <a:gd name="connsiteY100" fmla="*/ 201735 h 256427"/>
              <a:gd name="connsiteX101" fmla="*/ 584401 w 755077"/>
              <a:gd name="connsiteY101" fmla="*/ 201735 h 256427"/>
              <a:gd name="connsiteX102" fmla="*/ 584401 w 755077"/>
              <a:gd name="connsiteY102" fmla="*/ 194744 h 256427"/>
              <a:gd name="connsiteX103" fmla="*/ 537151 w 755077"/>
              <a:gd name="connsiteY103" fmla="*/ 194744 h 256427"/>
              <a:gd name="connsiteX104" fmla="*/ 537151 w 755077"/>
              <a:gd name="connsiteY104" fmla="*/ 201735 h 256427"/>
              <a:gd name="connsiteX105" fmla="*/ 283346 w 755077"/>
              <a:gd name="connsiteY105" fmla="*/ 2089 h 256427"/>
              <a:gd name="connsiteX106" fmla="*/ 340377 w 755077"/>
              <a:gd name="connsiteY106" fmla="*/ 138134 h 256427"/>
              <a:gd name="connsiteX107" fmla="*/ 376047 w 755077"/>
              <a:gd name="connsiteY107" fmla="*/ 164450 h 256427"/>
              <a:gd name="connsiteX108" fmla="*/ 377512 w 755077"/>
              <a:gd name="connsiteY108" fmla="*/ 164450 h 256427"/>
              <a:gd name="connsiteX109" fmla="*/ 312237 w 755077"/>
              <a:gd name="connsiteY109" fmla="*/ 2089 h 256427"/>
              <a:gd name="connsiteX110" fmla="*/ 283346 w 755077"/>
              <a:gd name="connsiteY110" fmla="*/ 2089 h 256427"/>
              <a:gd name="connsiteX111" fmla="*/ 437309 w 755077"/>
              <a:gd name="connsiteY111" fmla="*/ 197059 h 256427"/>
              <a:gd name="connsiteX112" fmla="*/ 426651 w 755077"/>
              <a:gd name="connsiteY112" fmla="*/ 194744 h 256427"/>
              <a:gd name="connsiteX113" fmla="*/ 403157 w 755077"/>
              <a:gd name="connsiteY113" fmla="*/ 194744 h 256427"/>
              <a:gd name="connsiteX114" fmla="*/ 403157 w 755077"/>
              <a:gd name="connsiteY114" fmla="*/ 255903 h 256427"/>
              <a:gd name="connsiteX115" fmla="*/ 410759 w 755077"/>
              <a:gd name="connsiteY115" fmla="*/ 255903 h 256427"/>
              <a:gd name="connsiteX116" fmla="*/ 410759 w 755077"/>
              <a:gd name="connsiteY116" fmla="*/ 232400 h 256427"/>
              <a:gd name="connsiteX117" fmla="*/ 426660 w 755077"/>
              <a:gd name="connsiteY117" fmla="*/ 232400 h 256427"/>
              <a:gd name="connsiteX118" fmla="*/ 437273 w 755077"/>
              <a:gd name="connsiteY118" fmla="*/ 230085 h 256427"/>
              <a:gd name="connsiteX119" fmla="*/ 444387 w 755077"/>
              <a:gd name="connsiteY119" fmla="*/ 223492 h 256427"/>
              <a:gd name="connsiteX120" fmla="*/ 446918 w 755077"/>
              <a:gd name="connsiteY120" fmla="*/ 213536 h 256427"/>
              <a:gd name="connsiteX121" fmla="*/ 444432 w 755077"/>
              <a:gd name="connsiteY121" fmla="*/ 203616 h 256427"/>
              <a:gd name="connsiteX122" fmla="*/ 437318 w 755077"/>
              <a:gd name="connsiteY122" fmla="*/ 197059 h 256427"/>
              <a:gd name="connsiteX123" fmla="*/ 435564 w 755077"/>
              <a:gd name="connsiteY123" fmla="*/ 222181 h 256427"/>
              <a:gd name="connsiteX124" fmla="*/ 425955 w 755077"/>
              <a:gd name="connsiteY124" fmla="*/ 225419 h 256427"/>
              <a:gd name="connsiteX125" fmla="*/ 410759 w 755077"/>
              <a:gd name="connsiteY125" fmla="*/ 225419 h 256427"/>
              <a:gd name="connsiteX126" fmla="*/ 410759 w 755077"/>
              <a:gd name="connsiteY126" fmla="*/ 201744 h 256427"/>
              <a:gd name="connsiteX127" fmla="*/ 426045 w 755077"/>
              <a:gd name="connsiteY127" fmla="*/ 201744 h 256427"/>
              <a:gd name="connsiteX128" fmla="*/ 435609 w 755077"/>
              <a:gd name="connsiteY128" fmla="*/ 204936 h 256427"/>
              <a:gd name="connsiteX129" fmla="*/ 439144 w 755077"/>
              <a:gd name="connsiteY129" fmla="*/ 213545 h 256427"/>
              <a:gd name="connsiteX130" fmla="*/ 435564 w 755077"/>
              <a:gd name="connsiteY130" fmla="*/ 222190 h 256427"/>
              <a:gd name="connsiteX131" fmla="*/ 377503 w 755077"/>
              <a:gd name="connsiteY131" fmla="*/ 164459 h 256427"/>
              <a:gd name="connsiteX132" fmla="*/ 378967 w 755077"/>
              <a:gd name="connsiteY132" fmla="*/ 164459 h 256427"/>
              <a:gd name="connsiteX133" fmla="*/ 414637 w 755077"/>
              <a:gd name="connsiteY133" fmla="*/ 138143 h 256427"/>
              <a:gd name="connsiteX134" fmla="*/ 471668 w 755077"/>
              <a:gd name="connsiteY134" fmla="*/ 2098 h 256427"/>
              <a:gd name="connsiteX135" fmla="*/ 442778 w 755077"/>
              <a:gd name="connsiteY135" fmla="*/ 2098 h 256427"/>
              <a:gd name="connsiteX136" fmla="*/ 377503 w 755077"/>
              <a:gd name="connsiteY136" fmla="*/ 164468 h 256427"/>
              <a:gd name="connsiteX137" fmla="*/ 635303 w 755077"/>
              <a:gd name="connsiteY137" fmla="*/ 194744 h 256427"/>
              <a:gd name="connsiteX138" fmla="*/ 611981 w 755077"/>
              <a:gd name="connsiteY138" fmla="*/ 255903 h 256427"/>
              <a:gd name="connsiteX139" fmla="*/ 619845 w 755077"/>
              <a:gd name="connsiteY139" fmla="*/ 255903 h 256427"/>
              <a:gd name="connsiteX140" fmla="*/ 626309 w 755077"/>
              <a:gd name="connsiteY140" fmla="*/ 239390 h 256427"/>
              <a:gd name="connsiteX141" fmla="*/ 652948 w 755077"/>
              <a:gd name="connsiteY141" fmla="*/ 239390 h 256427"/>
              <a:gd name="connsiteX142" fmla="*/ 659412 w 755077"/>
              <a:gd name="connsiteY142" fmla="*/ 255903 h 256427"/>
              <a:gd name="connsiteX143" fmla="*/ 667529 w 755077"/>
              <a:gd name="connsiteY143" fmla="*/ 255903 h 256427"/>
              <a:gd name="connsiteX144" fmla="*/ 644298 w 755077"/>
              <a:gd name="connsiteY144" fmla="*/ 194744 h 256427"/>
              <a:gd name="connsiteX145" fmla="*/ 635303 w 755077"/>
              <a:gd name="connsiteY145" fmla="*/ 194744 h 256427"/>
              <a:gd name="connsiteX146" fmla="*/ 628578 w 755077"/>
              <a:gd name="connsiteY146" fmla="*/ 232490 h 256427"/>
              <a:gd name="connsiteX147" fmla="*/ 639579 w 755077"/>
              <a:gd name="connsiteY147" fmla="*/ 203046 h 256427"/>
              <a:gd name="connsiteX148" fmla="*/ 650670 w 755077"/>
              <a:gd name="connsiteY148" fmla="*/ 232490 h 256427"/>
              <a:gd name="connsiteX149" fmla="*/ 628569 w 755077"/>
              <a:gd name="connsiteY149" fmla="*/ 232490 h 2564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</a:cxnLst>
            <a:rect l="l" t="t" r="r" b="b"/>
            <a:pathLst>
              <a:path w="755077" h="256427">
                <a:moveTo>
                  <a:pt x="729170" y="141860"/>
                </a:moveTo>
                <a:cubicBezTo>
                  <a:pt x="745876" y="127092"/>
                  <a:pt x="755078" y="105913"/>
                  <a:pt x="755078" y="82229"/>
                </a:cubicBezTo>
                <a:cubicBezTo>
                  <a:pt x="755078" y="58545"/>
                  <a:pt x="745876" y="37366"/>
                  <a:pt x="729170" y="22599"/>
                </a:cubicBezTo>
                <a:cubicBezTo>
                  <a:pt x="712447" y="7813"/>
                  <a:pt x="689468" y="0"/>
                  <a:pt x="662720" y="0"/>
                </a:cubicBezTo>
                <a:cubicBezTo>
                  <a:pt x="635972" y="0"/>
                  <a:pt x="612993" y="7813"/>
                  <a:pt x="596270" y="22599"/>
                </a:cubicBezTo>
                <a:cubicBezTo>
                  <a:pt x="579565" y="37366"/>
                  <a:pt x="570363" y="58545"/>
                  <a:pt x="570363" y="82229"/>
                </a:cubicBezTo>
                <a:cubicBezTo>
                  <a:pt x="570363" y="105913"/>
                  <a:pt x="579565" y="127092"/>
                  <a:pt x="596270" y="141860"/>
                </a:cubicBezTo>
                <a:cubicBezTo>
                  <a:pt x="612993" y="156645"/>
                  <a:pt x="635972" y="164459"/>
                  <a:pt x="662720" y="164459"/>
                </a:cubicBezTo>
                <a:cubicBezTo>
                  <a:pt x="689468" y="164459"/>
                  <a:pt x="712447" y="156645"/>
                  <a:pt x="729170" y="141860"/>
                </a:cubicBezTo>
                <a:close/>
                <a:moveTo>
                  <a:pt x="596089" y="82229"/>
                </a:moveTo>
                <a:cubicBezTo>
                  <a:pt x="596089" y="65554"/>
                  <a:pt x="602227" y="51401"/>
                  <a:pt x="613852" y="41282"/>
                </a:cubicBezTo>
                <a:cubicBezTo>
                  <a:pt x="625821" y="30864"/>
                  <a:pt x="642716" y="25357"/>
                  <a:pt x="662720" y="25357"/>
                </a:cubicBezTo>
                <a:cubicBezTo>
                  <a:pt x="682725" y="25357"/>
                  <a:pt x="699620" y="30864"/>
                  <a:pt x="711588" y="41282"/>
                </a:cubicBezTo>
                <a:cubicBezTo>
                  <a:pt x="723204" y="51392"/>
                  <a:pt x="729351" y="65554"/>
                  <a:pt x="729351" y="82229"/>
                </a:cubicBezTo>
                <a:cubicBezTo>
                  <a:pt x="729351" y="98905"/>
                  <a:pt x="723213" y="113057"/>
                  <a:pt x="711588" y="123177"/>
                </a:cubicBezTo>
                <a:cubicBezTo>
                  <a:pt x="699620" y="133594"/>
                  <a:pt x="682725" y="139093"/>
                  <a:pt x="662720" y="139093"/>
                </a:cubicBezTo>
                <a:cubicBezTo>
                  <a:pt x="642716" y="139093"/>
                  <a:pt x="625812" y="133585"/>
                  <a:pt x="613852" y="123177"/>
                </a:cubicBezTo>
                <a:cubicBezTo>
                  <a:pt x="602236" y="113057"/>
                  <a:pt x="596089" y="98905"/>
                  <a:pt x="596089" y="82229"/>
                </a:cubicBezTo>
                <a:close/>
                <a:moveTo>
                  <a:pt x="234957" y="204267"/>
                </a:moveTo>
                <a:cubicBezTo>
                  <a:pt x="238157" y="202232"/>
                  <a:pt x="241855" y="201210"/>
                  <a:pt x="246049" y="201210"/>
                </a:cubicBezTo>
                <a:cubicBezTo>
                  <a:pt x="250704" y="201210"/>
                  <a:pt x="254655" y="202404"/>
                  <a:pt x="257882" y="204791"/>
                </a:cubicBezTo>
                <a:cubicBezTo>
                  <a:pt x="261109" y="207179"/>
                  <a:pt x="263278" y="210497"/>
                  <a:pt x="264390" y="214748"/>
                </a:cubicBezTo>
                <a:lnTo>
                  <a:pt x="271993" y="214748"/>
                </a:lnTo>
                <a:cubicBezTo>
                  <a:pt x="270826" y="208399"/>
                  <a:pt x="267961" y="203389"/>
                  <a:pt x="263387" y="199718"/>
                </a:cubicBezTo>
                <a:cubicBezTo>
                  <a:pt x="258813" y="196046"/>
                  <a:pt x="253154" y="194211"/>
                  <a:pt x="246401" y="194211"/>
                </a:cubicBezTo>
                <a:cubicBezTo>
                  <a:pt x="240580" y="194211"/>
                  <a:pt x="235454" y="195504"/>
                  <a:pt x="231025" y="198099"/>
                </a:cubicBezTo>
                <a:cubicBezTo>
                  <a:pt x="226605" y="200695"/>
                  <a:pt x="223197" y="204348"/>
                  <a:pt x="220810" y="209069"/>
                </a:cubicBezTo>
                <a:cubicBezTo>
                  <a:pt x="218424" y="213789"/>
                  <a:pt x="217231" y="219206"/>
                  <a:pt x="217231" y="225319"/>
                </a:cubicBezTo>
                <a:cubicBezTo>
                  <a:pt x="217231" y="231432"/>
                  <a:pt x="218424" y="236921"/>
                  <a:pt x="220810" y="241615"/>
                </a:cubicBezTo>
                <a:cubicBezTo>
                  <a:pt x="223197" y="246308"/>
                  <a:pt x="226605" y="249944"/>
                  <a:pt x="231025" y="252539"/>
                </a:cubicBezTo>
                <a:cubicBezTo>
                  <a:pt x="235445" y="255134"/>
                  <a:pt x="240571" y="256428"/>
                  <a:pt x="246401" y="256428"/>
                </a:cubicBezTo>
                <a:cubicBezTo>
                  <a:pt x="253217" y="256428"/>
                  <a:pt x="258876" y="254592"/>
                  <a:pt x="263387" y="250920"/>
                </a:cubicBezTo>
                <a:cubicBezTo>
                  <a:pt x="267898" y="247249"/>
                  <a:pt x="270736" y="242239"/>
                  <a:pt x="271902" y="235891"/>
                </a:cubicBezTo>
                <a:lnTo>
                  <a:pt x="264300" y="235891"/>
                </a:lnTo>
                <a:cubicBezTo>
                  <a:pt x="263134" y="240204"/>
                  <a:pt x="260982" y="243532"/>
                  <a:pt x="257837" y="245892"/>
                </a:cubicBezTo>
                <a:cubicBezTo>
                  <a:pt x="254691" y="248253"/>
                  <a:pt x="250759" y="249428"/>
                  <a:pt x="246049" y="249428"/>
                </a:cubicBezTo>
                <a:cubicBezTo>
                  <a:pt x="241855" y="249428"/>
                  <a:pt x="238157" y="248406"/>
                  <a:pt x="234957" y="246372"/>
                </a:cubicBezTo>
                <a:cubicBezTo>
                  <a:pt x="231757" y="244337"/>
                  <a:pt x="229289" y="241479"/>
                  <a:pt x="227581" y="237808"/>
                </a:cubicBezTo>
                <a:cubicBezTo>
                  <a:pt x="225863" y="234136"/>
                  <a:pt x="225005" y="229976"/>
                  <a:pt x="225005" y="225310"/>
                </a:cubicBezTo>
                <a:cubicBezTo>
                  <a:pt x="225005" y="220644"/>
                  <a:pt x="225863" y="216412"/>
                  <a:pt x="227581" y="212776"/>
                </a:cubicBezTo>
                <a:cubicBezTo>
                  <a:pt x="229299" y="209141"/>
                  <a:pt x="231757" y="206301"/>
                  <a:pt x="234957" y="204258"/>
                </a:cubicBezTo>
                <a:close/>
                <a:moveTo>
                  <a:pt x="330858" y="194744"/>
                </a:moveTo>
                <a:lnTo>
                  <a:pt x="307536" y="255903"/>
                </a:lnTo>
                <a:lnTo>
                  <a:pt x="315392" y="255903"/>
                </a:lnTo>
                <a:lnTo>
                  <a:pt x="321855" y="239390"/>
                </a:lnTo>
                <a:lnTo>
                  <a:pt x="348495" y="239390"/>
                </a:lnTo>
                <a:lnTo>
                  <a:pt x="354958" y="255903"/>
                </a:lnTo>
                <a:lnTo>
                  <a:pt x="363076" y="255903"/>
                </a:lnTo>
                <a:lnTo>
                  <a:pt x="339844" y="194744"/>
                </a:lnTo>
                <a:lnTo>
                  <a:pt x="330849" y="194744"/>
                </a:lnTo>
                <a:close/>
                <a:moveTo>
                  <a:pt x="324133" y="232490"/>
                </a:moveTo>
                <a:lnTo>
                  <a:pt x="335134" y="203046"/>
                </a:lnTo>
                <a:lnTo>
                  <a:pt x="346226" y="232490"/>
                </a:lnTo>
                <a:lnTo>
                  <a:pt x="324124" y="232490"/>
                </a:lnTo>
                <a:close/>
                <a:moveTo>
                  <a:pt x="715231" y="194744"/>
                </a:moveTo>
                <a:lnTo>
                  <a:pt x="707638" y="194744"/>
                </a:lnTo>
                <a:lnTo>
                  <a:pt x="707638" y="255903"/>
                </a:lnTo>
                <a:lnTo>
                  <a:pt x="743100" y="255903"/>
                </a:lnTo>
                <a:lnTo>
                  <a:pt x="743100" y="248913"/>
                </a:lnTo>
                <a:lnTo>
                  <a:pt x="715240" y="248913"/>
                </a:lnTo>
                <a:lnTo>
                  <a:pt x="715240" y="194744"/>
                </a:lnTo>
                <a:close/>
                <a:moveTo>
                  <a:pt x="247423" y="2089"/>
                </a:moveTo>
                <a:lnTo>
                  <a:pt x="222392" y="2089"/>
                </a:lnTo>
                <a:lnTo>
                  <a:pt x="222392" y="162361"/>
                </a:lnTo>
                <a:lnTo>
                  <a:pt x="247423" y="162361"/>
                </a:lnTo>
                <a:lnTo>
                  <a:pt x="247423" y="2089"/>
                </a:lnTo>
                <a:close/>
                <a:moveTo>
                  <a:pt x="79458" y="61810"/>
                </a:moveTo>
                <a:lnTo>
                  <a:pt x="79458" y="162370"/>
                </a:lnTo>
                <a:cubicBezTo>
                  <a:pt x="79458" y="162370"/>
                  <a:pt x="105230" y="162370"/>
                  <a:pt x="105230" y="162370"/>
                </a:cubicBezTo>
                <a:lnTo>
                  <a:pt x="105212" y="61810"/>
                </a:lnTo>
                <a:cubicBezTo>
                  <a:pt x="105212" y="49575"/>
                  <a:pt x="101262" y="37981"/>
                  <a:pt x="93786" y="28296"/>
                </a:cubicBezTo>
                <a:lnTo>
                  <a:pt x="92330" y="26415"/>
                </a:lnTo>
                <a:lnTo>
                  <a:pt x="90875" y="28296"/>
                </a:lnTo>
                <a:cubicBezTo>
                  <a:pt x="83399" y="37981"/>
                  <a:pt x="79449" y="49566"/>
                  <a:pt x="79449" y="61810"/>
                </a:cubicBezTo>
                <a:close/>
                <a:moveTo>
                  <a:pt x="46608" y="2089"/>
                </a:moveTo>
                <a:lnTo>
                  <a:pt x="0" y="2089"/>
                </a:lnTo>
                <a:lnTo>
                  <a:pt x="0" y="26415"/>
                </a:lnTo>
                <a:lnTo>
                  <a:pt x="92330" y="26415"/>
                </a:lnTo>
                <a:lnTo>
                  <a:pt x="90043" y="23458"/>
                </a:lnTo>
                <a:cubicBezTo>
                  <a:pt x="79558" y="9884"/>
                  <a:pt x="63720" y="2089"/>
                  <a:pt x="46608" y="2089"/>
                </a:cubicBezTo>
                <a:close/>
                <a:moveTo>
                  <a:pt x="94618" y="23458"/>
                </a:moveTo>
                <a:lnTo>
                  <a:pt x="92330" y="26415"/>
                </a:lnTo>
                <a:lnTo>
                  <a:pt x="184661" y="26415"/>
                </a:lnTo>
                <a:lnTo>
                  <a:pt x="184661" y="2089"/>
                </a:lnTo>
                <a:lnTo>
                  <a:pt x="138053" y="2089"/>
                </a:lnTo>
                <a:cubicBezTo>
                  <a:pt x="120932" y="2089"/>
                  <a:pt x="105103" y="9875"/>
                  <a:pt x="94608" y="23458"/>
                </a:cubicBezTo>
                <a:close/>
                <a:moveTo>
                  <a:pt x="507601" y="162361"/>
                </a:moveTo>
                <a:lnTo>
                  <a:pt x="532631" y="162361"/>
                </a:lnTo>
                <a:lnTo>
                  <a:pt x="532631" y="2089"/>
                </a:lnTo>
                <a:lnTo>
                  <a:pt x="507601" y="2089"/>
                </a:lnTo>
                <a:lnTo>
                  <a:pt x="507601" y="162361"/>
                </a:lnTo>
                <a:close/>
                <a:moveTo>
                  <a:pt x="488238" y="255903"/>
                </a:moveTo>
                <a:lnTo>
                  <a:pt x="495840" y="255903"/>
                </a:lnTo>
                <a:lnTo>
                  <a:pt x="495840" y="194744"/>
                </a:lnTo>
                <a:lnTo>
                  <a:pt x="488238" y="194744"/>
                </a:lnTo>
                <a:lnTo>
                  <a:pt x="488238" y="255903"/>
                </a:lnTo>
                <a:close/>
                <a:moveTo>
                  <a:pt x="537151" y="201735"/>
                </a:moveTo>
                <a:lnTo>
                  <a:pt x="556975" y="201735"/>
                </a:lnTo>
                <a:lnTo>
                  <a:pt x="556975" y="255903"/>
                </a:lnTo>
                <a:lnTo>
                  <a:pt x="564577" y="255903"/>
                </a:lnTo>
                <a:lnTo>
                  <a:pt x="564577" y="201735"/>
                </a:lnTo>
                <a:lnTo>
                  <a:pt x="584401" y="201735"/>
                </a:lnTo>
                <a:lnTo>
                  <a:pt x="584401" y="194744"/>
                </a:lnTo>
                <a:lnTo>
                  <a:pt x="537151" y="194744"/>
                </a:lnTo>
                <a:lnTo>
                  <a:pt x="537151" y="201735"/>
                </a:lnTo>
                <a:close/>
                <a:moveTo>
                  <a:pt x="283346" y="2089"/>
                </a:moveTo>
                <a:cubicBezTo>
                  <a:pt x="283346" y="2089"/>
                  <a:pt x="330958" y="115571"/>
                  <a:pt x="340377" y="138134"/>
                </a:cubicBezTo>
                <a:cubicBezTo>
                  <a:pt x="351360" y="164450"/>
                  <a:pt x="369195" y="164450"/>
                  <a:pt x="376047" y="164450"/>
                </a:cubicBezTo>
                <a:lnTo>
                  <a:pt x="377512" y="164450"/>
                </a:lnTo>
                <a:lnTo>
                  <a:pt x="312237" y="2089"/>
                </a:lnTo>
                <a:lnTo>
                  <a:pt x="283346" y="2089"/>
                </a:lnTo>
                <a:close/>
                <a:moveTo>
                  <a:pt x="437309" y="197059"/>
                </a:moveTo>
                <a:cubicBezTo>
                  <a:pt x="434217" y="195513"/>
                  <a:pt x="430674" y="194744"/>
                  <a:pt x="426651" y="194744"/>
                </a:cubicBezTo>
                <a:lnTo>
                  <a:pt x="403157" y="194744"/>
                </a:lnTo>
                <a:lnTo>
                  <a:pt x="403157" y="255903"/>
                </a:lnTo>
                <a:lnTo>
                  <a:pt x="410759" y="255903"/>
                </a:lnTo>
                <a:lnTo>
                  <a:pt x="410759" y="232400"/>
                </a:lnTo>
                <a:lnTo>
                  <a:pt x="426660" y="232400"/>
                </a:lnTo>
                <a:cubicBezTo>
                  <a:pt x="430674" y="232400"/>
                  <a:pt x="434217" y="231631"/>
                  <a:pt x="437273" y="230085"/>
                </a:cubicBezTo>
                <a:cubicBezTo>
                  <a:pt x="440328" y="228538"/>
                  <a:pt x="442696" y="226341"/>
                  <a:pt x="444387" y="223492"/>
                </a:cubicBezTo>
                <a:cubicBezTo>
                  <a:pt x="446077" y="220635"/>
                  <a:pt x="446918" y="217316"/>
                  <a:pt x="446918" y="213536"/>
                </a:cubicBezTo>
                <a:cubicBezTo>
                  <a:pt x="446918" y="209756"/>
                  <a:pt x="446086" y="206446"/>
                  <a:pt x="444432" y="203616"/>
                </a:cubicBezTo>
                <a:cubicBezTo>
                  <a:pt x="442769" y="200794"/>
                  <a:pt x="440400" y="198606"/>
                  <a:pt x="437318" y="197059"/>
                </a:cubicBezTo>
                <a:close/>
                <a:moveTo>
                  <a:pt x="435564" y="222181"/>
                </a:moveTo>
                <a:cubicBezTo>
                  <a:pt x="433178" y="224333"/>
                  <a:pt x="429978" y="225419"/>
                  <a:pt x="425955" y="225419"/>
                </a:cubicBezTo>
                <a:lnTo>
                  <a:pt x="410759" y="225419"/>
                </a:lnTo>
                <a:lnTo>
                  <a:pt x="410759" y="201744"/>
                </a:lnTo>
                <a:lnTo>
                  <a:pt x="426045" y="201744"/>
                </a:lnTo>
                <a:cubicBezTo>
                  <a:pt x="430059" y="201744"/>
                  <a:pt x="433250" y="202811"/>
                  <a:pt x="435609" y="204936"/>
                </a:cubicBezTo>
                <a:cubicBezTo>
                  <a:pt x="437969" y="207061"/>
                  <a:pt x="439144" y="209928"/>
                  <a:pt x="439144" y="213545"/>
                </a:cubicBezTo>
                <a:cubicBezTo>
                  <a:pt x="439144" y="217162"/>
                  <a:pt x="437951" y="220038"/>
                  <a:pt x="435564" y="222190"/>
                </a:cubicBezTo>
                <a:close/>
                <a:moveTo>
                  <a:pt x="377503" y="164459"/>
                </a:moveTo>
                <a:lnTo>
                  <a:pt x="378967" y="164459"/>
                </a:lnTo>
                <a:cubicBezTo>
                  <a:pt x="385828" y="164459"/>
                  <a:pt x="403663" y="164459"/>
                  <a:pt x="414637" y="138143"/>
                </a:cubicBezTo>
                <a:cubicBezTo>
                  <a:pt x="424048" y="115580"/>
                  <a:pt x="471668" y="2098"/>
                  <a:pt x="471668" y="2098"/>
                </a:cubicBezTo>
                <a:lnTo>
                  <a:pt x="442778" y="2098"/>
                </a:lnTo>
                <a:lnTo>
                  <a:pt x="377503" y="164468"/>
                </a:lnTo>
                <a:close/>
                <a:moveTo>
                  <a:pt x="635303" y="194744"/>
                </a:moveTo>
                <a:lnTo>
                  <a:pt x="611981" y="255903"/>
                </a:lnTo>
                <a:lnTo>
                  <a:pt x="619845" y="255903"/>
                </a:lnTo>
                <a:lnTo>
                  <a:pt x="626309" y="239390"/>
                </a:lnTo>
                <a:lnTo>
                  <a:pt x="652948" y="239390"/>
                </a:lnTo>
                <a:lnTo>
                  <a:pt x="659412" y="255903"/>
                </a:lnTo>
                <a:lnTo>
                  <a:pt x="667529" y="255903"/>
                </a:lnTo>
                <a:lnTo>
                  <a:pt x="644298" y="194744"/>
                </a:lnTo>
                <a:lnTo>
                  <a:pt x="635303" y="194744"/>
                </a:lnTo>
                <a:close/>
                <a:moveTo>
                  <a:pt x="628578" y="232490"/>
                </a:moveTo>
                <a:lnTo>
                  <a:pt x="639579" y="203046"/>
                </a:lnTo>
                <a:lnTo>
                  <a:pt x="650670" y="232490"/>
                </a:lnTo>
                <a:lnTo>
                  <a:pt x="628569" y="232490"/>
                </a:lnTo>
                <a:close/>
              </a:path>
            </a:pathLst>
          </a:custGeom>
          <a:solidFill>
            <a:schemeClr val="bg1"/>
          </a:solidFill>
          <a:ln w="1049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9" name="object 5">
            <a:extLst>
              <a:ext uri="{FF2B5EF4-FFF2-40B4-BE49-F238E27FC236}">
                <a16:creationId xmlns:a16="http://schemas.microsoft.com/office/drawing/2014/main" id="{6343AC24-3D20-1E58-EEA1-00E726405F33}"/>
              </a:ext>
            </a:extLst>
          </p:cNvPr>
          <p:cNvSpPr/>
          <p:nvPr userDrawn="1"/>
        </p:nvSpPr>
        <p:spPr>
          <a:xfrm flipV="1">
            <a:off x="334962" y="6294310"/>
            <a:ext cx="11097267" cy="256427"/>
          </a:xfrm>
          <a:custGeom>
            <a:avLst/>
            <a:gdLst/>
            <a:ahLst/>
            <a:cxnLst/>
            <a:rect l="l" t="t" r="r" b="b"/>
            <a:pathLst>
              <a:path w="19125565">
                <a:moveTo>
                  <a:pt x="0" y="0"/>
                </a:moveTo>
                <a:lnTo>
                  <a:pt x="19125114" y="0"/>
                </a:lnTo>
              </a:path>
            </a:pathLst>
          </a:custGeom>
          <a:ln w="635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pPr defTabSz="554492">
              <a:buClrTx/>
              <a:defRPr/>
            </a:pPr>
            <a:endParaRPr sz="1092">
              <a:solidFill>
                <a:sysClr val="windowText" lastClr="000000"/>
              </a:solidFill>
            </a:endParaRPr>
          </a:p>
        </p:txBody>
      </p:sp>
      <p:sp>
        <p:nvSpPr>
          <p:cNvPr id="10" name="Espaço Reservado para Número de Slide 5">
            <a:extLst>
              <a:ext uri="{FF2B5EF4-FFF2-40B4-BE49-F238E27FC236}">
                <a16:creationId xmlns:a16="http://schemas.microsoft.com/office/drawing/2014/main" id="{94531090-414D-3695-0E2D-BB1269270B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61763" y="6473636"/>
            <a:ext cx="295275" cy="1692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defRPr sz="1100">
                <a:solidFill>
                  <a:schemeClr val="bg1"/>
                </a:solidFill>
                <a:latin typeface="Versos" panose="020B0503020204030204" pitchFamily="34" charset="0"/>
                <a:cs typeface="Versos" panose="020B0503020204030204" pitchFamily="34" charset="0"/>
              </a:defRPr>
            </a:lvl1pPr>
          </a:lstStyle>
          <a:p>
            <a:fld id="{77667D73-C69A-4DAA-9003-24A825D36FE9}" type="slidenum">
              <a:rPr lang="pt-BR" smtClean="0"/>
              <a:pPr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393065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65" userDrawn="1">
          <p15:clr>
            <a:srgbClr val="FBAE40"/>
          </p15:clr>
        </p15:guide>
        <p15:guide id="2" pos="211" userDrawn="1">
          <p15:clr>
            <a:srgbClr val="FBAE40"/>
          </p15:clr>
        </p15:guide>
        <p15:guide id="3" orient="horz" pos="482" userDrawn="1">
          <p15:clr>
            <a:srgbClr val="FBAE40"/>
          </p15:clr>
        </p15:guide>
        <p15:guide id="4" pos="7469" userDrawn="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689617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562">
          <p15:clr>
            <a:srgbClr val="FBAE40"/>
          </p15:clr>
        </p15:guide>
        <p15:guide id="2" pos="6332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apa 01 - Foto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7">
            <a:extLst>
              <a:ext uri="{FF2B5EF4-FFF2-40B4-BE49-F238E27FC236}">
                <a16:creationId xmlns:a16="http://schemas.microsoft.com/office/drawing/2014/main" id="{A68C5C04-9F9C-AD5B-8544-86BD159ED555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 lIns="0" tIns="0" rIns="0" bIns="972000" anchor="ctr" anchorCtr="0">
            <a:noAutofit/>
          </a:bodyPr>
          <a:lstStyle>
            <a:lvl1pPr algn="ctr">
              <a:defRPr sz="2400">
                <a:solidFill>
                  <a:schemeClr val="bg2">
                    <a:lumMod val="90000"/>
                  </a:schemeClr>
                </a:solidFill>
              </a:defRPr>
            </a:lvl1pPr>
          </a:lstStyle>
          <a:p>
            <a:endParaRPr lang="pt-BR"/>
          </a:p>
        </p:txBody>
      </p:sp>
      <p:pic>
        <p:nvPicPr>
          <p:cNvPr id="3" name="Picture 8">
            <a:extLst>
              <a:ext uri="{FF2B5EF4-FFF2-40B4-BE49-F238E27FC236}">
                <a16:creationId xmlns:a16="http://schemas.microsoft.com/office/drawing/2014/main" id="{17364209-1E38-0B40-9231-C88F3267BC2A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-8117" t="-23966" r="-8117" b="-23966"/>
          <a:stretch/>
        </p:blipFill>
        <p:spPr>
          <a:xfrm>
            <a:off x="10183916" y="304605"/>
            <a:ext cx="1715687" cy="742966"/>
          </a:xfrm>
          <a:prstGeom prst="rect">
            <a:avLst/>
          </a:prstGeom>
        </p:spPr>
      </p:pic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AAA4D9F5-240A-9CC5-1EF0-9AAA83CC690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7989" y="1113018"/>
            <a:ext cx="4233853" cy="1046440"/>
          </a:xfrm>
          <a:prstGeom prst="rect">
            <a:avLst/>
          </a:prstGeom>
          <a:noFill/>
        </p:spPr>
        <p:txBody>
          <a:bodyPr lIns="0" tIns="0" rIns="0" bIns="0" anchor="b" anchorCtr="0"/>
          <a:lstStyle>
            <a:lvl1pPr marL="0" indent="0">
              <a:buNone/>
              <a:defRPr sz="3400">
                <a:solidFill>
                  <a:schemeClr val="bg1"/>
                </a:solidFill>
                <a:latin typeface="Versos Light" panose="020B0403020204030204" pitchFamily="34" charset="0"/>
              </a:defRPr>
            </a:lvl1pPr>
          </a:lstStyle>
          <a:p>
            <a:pPr lvl="0"/>
            <a:r>
              <a:rPr lang="en-US" err="1"/>
              <a:t>Título</a:t>
            </a:r>
            <a:r>
              <a:rPr lang="en-US"/>
              <a:t> Template</a:t>
            </a:r>
          </a:p>
          <a:p>
            <a:pPr lvl="0"/>
            <a:r>
              <a:rPr lang="en-US" err="1"/>
              <a:t>Padrão</a:t>
            </a:r>
            <a:r>
              <a:rPr lang="en-US"/>
              <a:t> </a:t>
            </a:r>
            <a:r>
              <a:rPr lang="en-US" err="1"/>
              <a:t>Exemplo</a:t>
            </a:r>
            <a:endParaRPr lang="en-US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3AE31B1-0E8A-430C-61E0-A4A65D4D936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07989" y="2159780"/>
            <a:ext cx="4233853" cy="307777"/>
          </a:xfrm>
          <a:prstGeom prst="rect">
            <a:avLst/>
          </a:prstGeom>
        </p:spPr>
        <p:txBody>
          <a:bodyPr lIns="0" tIns="0" rIns="0" bIns="0"/>
          <a:lstStyle>
            <a:lvl1pPr>
              <a:defRPr lang="en-US" sz="2000" b="1" i="0" u="none" strike="noStrike" kern="1200" cap="none" dirty="0" smtClean="0">
                <a:solidFill>
                  <a:schemeClr val="bg1"/>
                </a:solidFill>
                <a:latin typeface="Versos"/>
                <a:ea typeface="+mj-ea"/>
                <a:cs typeface="+mj-cs"/>
                <a:sym typeface="Arial"/>
              </a:defRPr>
            </a:lvl1pPr>
            <a:lvl2pPr>
              <a:defRPr lang="en-US" sz="2000" b="1" i="0" u="none" strike="noStrike" kern="1200" cap="none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Versos"/>
                <a:ea typeface="+mj-ea"/>
                <a:cs typeface="+mj-cs"/>
                <a:sym typeface="Arial"/>
              </a:defRPr>
            </a:lvl2pPr>
            <a:lvl3pPr>
              <a:defRPr lang="en-US" sz="2000" b="1" i="0" u="none" strike="noStrike" kern="1200" cap="none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Versos"/>
                <a:ea typeface="+mj-ea"/>
                <a:cs typeface="+mj-cs"/>
                <a:sym typeface="Arial"/>
              </a:defRPr>
            </a:lvl3pPr>
            <a:lvl4pPr>
              <a:defRPr lang="en-US" sz="2000" b="1" i="0" u="none" strike="noStrike" kern="1200" cap="none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Versos"/>
                <a:ea typeface="+mj-ea"/>
                <a:cs typeface="+mj-cs"/>
                <a:sym typeface="Arial"/>
              </a:defRPr>
            </a:lvl4pPr>
            <a:lvl5pPr>
              <a:defRPr lang="pt-BR" sz="2000" b="1" i="0" u="none" strike="noStrike" kern="1200" cap="none" dirty="0">
                <a:solidFill>
                  <a:schemeClr val="tx1">
                    <a:lumMod val="85000"/>
                    <a:lumOff val="15000"/>
                  </a:schemeClr>
                </a:solidFill>
                <a:latin typeface="Versos"/>
                <a:ea typeface="+mj-ea"/>
                <a:cs typeface="+mj-cs"/>
                <a:sym typeface="Arial"/>
              </a:defRPr>
            </a:lvl5pPr>
          </a:lstStyle>
          <a:p>
            <a:pPr lvl="0"/>
            <a:r>
              <a:rPr lang="pt-BR" sz="2000" b="1">
                <a:solidFill>
                  <a:schemeClr val="tx1">
                    <a:lumMod val="85000"/>
                    <a:lumOff val="15000"/>
                  </a:schemeClr>
                </a:solidFill>
                <a:latin typeface="Versos"/>
              </a:rPr>
              <a:t>FIC FIM EXEMPLO</a:t>
            </a:r>
            <a:endParaRPr lang="pt-BR"/>
          </a:p>
        </p:txBody>
      </p:sp>
      <p:sp>
        <p:nvSpPr>
          <p:cNvPr id="2" name="Text Placeholder 20">
            <a:extLst>
              <a:ext uri="{FF2B5EF4-FFF2-40B4-BE49-F238E27FC236}">
                <a16:creationId xmlns:a16="http://schemas.microsoft.com/office/drawing/2014/main" id="{595D97E3-B378-E7B0-4A76-391C0989E8B6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410331" y="6296541"/>
            <a:ext cx="2364803" cy="184666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marR="1868" algn="r" defTabSz="914358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bg1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1pPr>
            <a:lvl2pPr marL="0" marR="3081" algn="l" defTabSz="914358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2pPr>
            <a:lvl3pPr marL="0" marR="3081" algn="l" defTabSz="914358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3pPr>
            <a:lvl4pPr marL="0" marR="3081" algn="l" defTabSz="914358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4pPr>
            <a:lvl5pPr marL="0" marR="3081" algn="l" defTabSz="914358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pt-BR" sz="1200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5pPr>
          </a:lstStyle>
          <a:p>
            <a:pPr marR="3081">
              <a:lnSpc>
                <a:spcPct val="100000"/>
              </a:lnSpc>
              <a:spcBef>
                <a:spcPts val="0"/>
              </a:spcBef>
              <a:buClrTx/>
              <a:buFontTx/>
            </a:pPr>
            <a:r>
              <a:rPr lang="pt-BR" sz="120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</a:rPr>
              <a:t>Data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7E424369-4F91-BA78-D59E-F025384664D4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9410331" y="6089649"/>
            <a:ext cx="2364803" cy="184666"/>
          </a:xfrm>
          <a:prstGeom prst="rect">
            <a:avLst/>
          </a:prstGeom>
        </p:spPr>
        <p:txBody>
          <a:bodyPr lIns="0" tIns="0" rIns="0" bIns="0"/>
          <a:lstStyle>
            <a:lvl1pPr marL="0" marR="3081" algn="r" defTabSz="914358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1" i="0" u="none" strike="noStrike" kern="1200" cap="none" dirty="0" smtClean="0">
                <a:solidFill>
                  <a:schemeClr val="bg1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1pPr>
            <a:lvl2pPr marL="0" marR="3081" algn="l" defTabSz="914358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2pPr>
            <a:lvl3pPr marL="0" marR="3081" algn="l" defTabSz="914358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3pPr>
            <a:lvl4pPr marL="0" marR="3081" algn="l" defTabSz="914358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4pPr>
            <a:lvl5pPr marL="0" marR="3081" algn="l" defTabSz="914358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pt-BR" sz="1200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5pPr>
          </a:lstStyle>
          <a:p>
            <a:pPr lvl="0"/>
            <a:r>
              <a:rPr lang="en-US"/>
              <a:t>Nome</a:t>
            </a:r>
            <a:endParaRPr lang="pt-BR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2CE84738-3A6C-EB34-89AF-461737E8A924}"/>
              </a:ext>
            </a:extLst>
          </p:cNvPr>
          <p:cNvGrpSpPr/>
          <p:nvPr userDrawn="1"/>
        </p:nvGrpSpPr>
        <p:grpSpPr>
          <a:xfrm>
            <a:off x="407988" y="404814"/>
            <a:ext cx="7879692" cy="2916619"/>
            <a:chOff x="509383" y="279643"/>
            <a:chExt cx="12206605" cy="4518199"/>
          </a:xfrm>
        </p:grpSpPr>
        <p:sp>
          <p:nvSpPr>
            <p:cNvPr id="5" name="bg object 18">
              <a:extLst>
                <a:ext uri="{FF2B5EF4-FFF2-40B4-BE49-F238E27FC236}">
                  <a16:creationId xmlns:a16="http://schemas.microsoft.com/office/drawing/2014/main" id="{FD4C2CB9-FBAE-882A-315C-DB4F669495DE}"/>
                </a:ext>
              </a:extLst>
            </p:cNvPr>
            <p:cNvSpPr/>
            <p:nvPr userDrawn="1"/>
          </p:nvSpPr>
          <p:spPr>
            <a:xfrm>
              <a:off x="509383" y="4797842"/>
              <a:ext cx="12206605" cy="0"/>
            </a:xfrm>
            <a:custGeom>
              <a:avLst/>
              <a:gdLst/>
              <a:ahLst/>
              <a:cxnLst/>
              <a:rect l="l" t="t" r="r" b="b"/>
              <a:pathLst>
                <a:path w="12206605">
                  <a:moveTo>
                    <a:pt x="0" y="0"/>
                  </a:moveTo>
                  <a:lnTo>
                    <a:pt x="12206570" y="0"/>
                  </a:lnTo>
                </a:path>
              </a:pathLst>
            </a:custGeom>
            <a:ln w="14837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 sz="849"/>
            </a:p>
          </p:txBody>
        </p:sp>
        <p:sp>
          <p:nvSpPr>
            <p:cNvPr id="6" name="bg object 19">
              <a:extLst>
                <a:ext uri="{FF2B5EF4-FFF2-40B4-BE49-F238E27FC236}">
                  <a16:creationId xmlns:a16="http://schemas.microsoft.com/office/drawing/2014/main" id="{EA389DAE-FA1D-8A30-5126-218E3FFA5A53}"/>
                </a:ext>
              </a:extLst>
            </p:cNvPr>
            <p:cNvSpPr/>
            <p:nvPr userDrawn="1"/>
          </p:nvSpPr>
          <p:spPr>
            <a:xfrm>
              <a:off x="9171428" y="279643"/>
              <a:ext cx="0" cy="4516755"/>
            </a:xfrm>
            <a:custGeom>
              <a:avLst/>
              <a:gdLst/>
              <a:ahLst/>
              <a:cxnLst/>
              <a:rect l="l" t="t" r="r" b="b"/>
              <a:pathLst>
                <a:path h="4516755">
                  <a:moveTo>
                    <a:pt x="0" y="4516647"/>
                  </a:moveTo>
                  <a:lnTo>
                    <a:pt x="0" y="0"/>
                  </a:lnTo>
                </a:path>
              </a:pathLst>
            </a:custGeom>
            <a:ln w="14837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 sz="849"/>
            </a:p>
          </p:txBody>
        </p:sp>
      </p:grpSp>
      <p:sp>
        <p:nvSpPr>
          <p:cNvPr id="8" name="Text Placeholder 17">
            <a:extLst>
              <a:ext uri="{FF2B5EF4-FFF2-40B4-BE49-F238E27FC236}">
                <a16:creationId xmlns:a16="http://schemas.microsoft.com/office/drawing/2014/main" id="{D0E34669-E9A0-3031-84E9-7C3208F4EB6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07988" y="5927209"/>
            <a:ext cx="6115360" cy="553998"/>
          </a:xfrm>
          <a:prstGeom prst="rect">
            <a:avLst/>
          </a:prstGeom>
        </p:spPr>
        <p:txBody>
          <a:bodyPr lIns="0" tIns="0" rIns="0" bIns="0"/>
          <a:lstStyle>
            <a:lvl1pPr marL="0" marR="1868" algn="l" defTabSz="914358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bg1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1pPr>
            <a:lvl2pPr marL="0" marR="3081" algn="l" defTabSz="914358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2pPr>
            <a:lvl3pPr marL="0" marR="3081" algn="l" defTabSz="914358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3pPr>
            <a:lvl4pPr marL="0" marR="3081" algn="l" defTabSz="914358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4pPr>
            <a:lvl5pPr marL="0" marR="3081" algn="l" defTabSz="914358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pt-BR" sz="1200" b="0" i="0" u="none" strike="noStrike" kern="1200" cap="none" dirty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5pPr>
          </a:lstStyle>
          <a:p>
            <a:pPr marR="3081">
              <a:lnSpc>
                <a:spcPct val="100000"/>
              </a:lnSpc>
              <a:spcBef>
                <a:spcPts val="0"/>
              </a:spcBef>
              <a:buClrTx/>
              <a:buFontTx/>
            </a:pPr>
            <a:r>
              <a:rPr lang="pt-BR" sz="1200">
                <a:solidFill>
                  <a:schemeClr val="tx2"/>
                </a:solidFill>
                <a:latin typeface="Versos" panose="020B0503020204030204" pitchFamily="34" charset="0"/>
              </a:rPr>
              <a:t>TIVIO </a:t>
            </a:r>
            <a:br>
              <a:rPr lang="pt-BR" sz="1200">
                <a:solidFill>
                  <a:schemeClr val="tx2"/>
                </a:solidFill>
                <a:latin typeface="Versos" panose="020B0503020204030204" pitchFamily="34" charset="0"/>
              </a:rPr>
            </a:br>
            <a:r>
              <a:rPr lang="pt-BR" sz="1200">
                <a:solidFill>
                  <a:schemeClr val="tx2"/>
                </a:solidFill>
                <a:latin typeface="Versos" panose="020B0503020204030204" pitchFamily="34" charset="0"/>
              </a:rPr>
              <a:t>CRÉDITO </a:t>
            </a:r>
            <a:br>
              <a:rPr lang="pt-BR" sz="1200">
                <a:solidFill>
                  <a:schemeClr val="tx2"/>
                </a:solidFill>
                <a:latin typeface="Versos" panose="020B0503020204030204" pitchFamily="34" charset="0"/>
              </a:rPr>
            </a:br>
            <a:r>
              <a:rPr lang="pt-BR" sz="1200">
                <a:solidFill>
                  <a:schemeClr val="tx2"/>
                </a:solidFill>
                <a:latin typeface="Versos" panose="020B0503020204030204" pitchFamily="34" charset="0"/>
              </a:rPr>
              <a:t>ESTRUTURADO</a:t>
            </a:r>
          </a:p>
        </p:txBody>
      </p:sp>
    </p:spTree>
    <p:extLst>
      <p:ext uri="{BB962C8B-B14F-4D97-AF65-F5344CB8AC3E}">
        <p14:creationId xmlns:p14="http://schemas.microsoft.com/office/powerpoint/2010/main" val="17743761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7">
          <p15:clr>
            <a:srgbClr val="FBAE40"/>
          </p15:clr>
        </p15:guide>
        <p15:guide id="2" pos="7423">
          <p15:clr>
            <a:srgbClr val="FBAE40"/>
          </p15:clr>
        </p15:guide>
        <p15:guide id="3" orient="horz" pos="4088">
          <p15:clr>
            <a:srgbClr val="FBAE40"/>
          </p15:clr>
        </p15:guide>
        <p15:guide id="4" orient="horz" pos="3725">
          <p15:clr>
            <a:srgbClr val="FBAE40"/>
          </p15:clr>
        </p15:guide>
        <p15:guide id="5" orient="horz" pos="255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apa 01 - High Grade">
    <p:bg>
      <p:bgPr>
        <a:gradFill>
          <a:gsLst>
            <a:gs pos="0">
              <a:schemeClr val="accent1">
                <a:lumMod val="20000"/>
                <a:lumOff val="80000"/>
              </a:schemeClr>
            </a:gs>
            <a:gs pos="100000">
              <a:schemeClr val="accent1">
                <a:lumMod val="60000"/>
                <a:lumOff val="40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8">
            <a:extLst>
              <a:ext uri="{FF2B5EF4-FFF2-40B4-BE49-F238E27FC236}">
                <a16:creationId xmlns:a16="http://schemas.microsoft.com/office/drawing/2014/main" id="{17364209-1E38-0B40-9231-C88F3267BC2A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-8117" t="-23966" r="-8117" b="-23966"/>
          <a:stretch/>
        </p:blipFill>
        <p:spPr>
          <a:xfrm>
            <a:off x="10183916" y="304605"/>
            <a:ext cx="1715687" cy="742966"/>
          </a:xfrm>
          <a:prstGeom prst="rect">
            <a:avLst/>
          </a:prstGeom>
        </p:spPr>
      </p:pic>
      <p:sp>
        <p:nvSpPr>
          <p:cNvPr id="2" name="Text Placeholder 20">
            <a:extLst>
              <a:ext uri="{FF2B5EF4-FFF2-40B4-BE49-F238E27FC236}">
                <a16:creationId xmlns:a16="http://schemas.microsoft.com/office/drawing/2014/main" id="{595D97E3-B378-E7B0-4A76-391C0989E8B6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410331" y="6296541"/>
            <a:ext cx="2364803" cy="184666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marR="1868" algn="r" defTabSz="914358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tx1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1pPr>
            <a:lvl2pPr marL="0" marR="3081" algn="l" defTabSz="914358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2pPr>
            <a:lvl3pPr marL="0" marR="3081" algn="l" defTabSz="914358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3pPr>
            <a:lvl4pPr marL="0" marR="3081" algn="l" defTabSz="914358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4pPr>
            <a:lvl5pPr marL="0" marR="3081" algn="l" defTabSz="914358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pt-BR" sz="1200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5pPr>
          </a:lstStyle>
          <a:p>
            <a:pPr marR="3081">
              <a:lnSpc>
                <a:spcPct val="100000"/>
              </a:lnSpc>
              <a:spcBef>
                <a:spcPts val="0"/>
              </a:spcBef>
              <a:buClrTx/>
              <a:buFontTx/>
            </a:pPr>
            <a:r>
              <a:rPr lang="pt-BR" sz="120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</a:rPr>
              <a:t>Data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7E424369-4F91-BA78-D59E-F025384664D4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9410331" y="6089649"/>
            <a:ext cx="2364803" cy="184666"/>
          </a:xfrm>
          <a:prstGeom prst="rect">
            <a:avLst/>
          </a:prstGeom>
        </p:spPr>
        <p:txBody>
          <a:bodyPr lIns="0" tIns="0" rIns="0" bIns="0"/>
          <a:lstStyle>
            <a:lvl1pPr marL="0" marR="3081" algn="r" defTabSz="914358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1" i="0" u="none" strike="noStrike" kern="1200" cap="none" dirty="0" smtClean="0">
                <a:solidFill>
                  <a:schemeClr val="tx1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1pPr>
            <a:lvl2pPr marL="0" marR="3081" algn="l" defTabSz="914358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2pPr>
            <a:lvl3pPr marL="0" marR="3081" algn="l" defTabSz="914358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3pPr>
            <a:lvl4pPr marL="0" marR="3081" algn="l" defTabSz="914358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4pPr>
            <a:lvl5pPr marL="0" marR="3081" algn="l" defTabSz="914358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pt-BR" sz="1200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5pPr>
          </a:lstStyle>
          <a:p>
            <a:pPr lvl="0"/>
            <a:r>
              <a:rPr lang="en-US"/>
              <a:t>Nome</a:t>
            </a:r>
            <a:endParaRPr lang="pt-BR"/>
          </a:p>
        </p:txBody>
      </p:sp>
      <p:sp>
        <p:nvSpPr>
          <p:cNvPr id="8" name="Text Placeholder 17">
            <a:extLst>
              <a:ext uri="{FF2B5EF4-FFF2-40B4-BE49-F238E27FC236}">
                <a16:creationId xmlns:a16="http://schemas.microsoft.com/office/drawing/2014/main" id="{D0E34669-E9A0-3031-84E9-7C3208F4EB6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07988" y="5927209"/>
            <a:ext cx="6115360" cy="553998"/>
          </a:xfrm>
          <a:prstGeom prst="rect">
            <a:avLst/>
          </a:prstGeom>
        </p:spPr>
        <p:txBody>
          <a:bodyPr lIns="0" tIns="0" rIns="0" bIns="0"/>
          <a:lstStyle>
            <a:lvl1pPr marL="0" marR="1868" algn="l" defTabSz="914358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tx1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1pPr>
            <a:lvl2pPr marL="0" marR="3081" algn="l" defTabSz="914358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2pPr>
            <a:lvl3pPr marL="0" marR="3081" algn="l" defTabSz="914358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3pPr>
            <a:lvl4pPr marL="0" marR="3081" algn="l" defTabSz="914358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4pPr>
            <a:lvl5pPr marL="0" marR="3081" algn="l" defTabSz="914358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pt-BR" sz="1200" b="0" i="0" u="none" strike="noStrike" kern="1200" cap="none" dirty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5pPr>
          </a:lstStyle>
          <a:p>
            <a:pPr marR="3081">
              <a:lnSpc>
                <a:spcPct val="100000"/>
              </a:lnSpc>
              <a:spcBef>
                <a:spcPts val="0"/>
              </a:spcBef>
              <a:buClrTx/>
              <a:buFontTx/>
            </a:pPr>
            <a:r>
              <a:rPr lang="pt-BR" sz="1200">
                <a:solidFill>
                  <a:schemeClr val="tx2"/>
                </a:solidFill>
                <a:latin typeface="Versos" panose="020B0503020204030204" pitchFamily="34" charset="0"/>
              </a:rPr>
              <a:t>TIVIO </a:t>
            </a:r>
            <a:br>
              <a:rPr lang="pt-BR" sz="1200">
                <a:solidFill>
                  <a:schemeClr val="tx2"/>
                </a:solidFill>
                <a:latin typeface="Versos" panose="020B0503020204030204" pitchFamily="34" charset="0"/>
              </a:rPr>
            </a:br>
            <a:r>
              <a:rPr lang="pt-BR" sz="1200">
                <a:solidFill>
                  <a:schemeClr val="tx2"/>
                </a:solidFill>
                <a:latin typeface="Versos" panose="020B0503020204030204" pitchFamily="34" charset="0"/>
              </a:rPr>
              <a:t>CRÉDITO 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0BEB6966-A6DD-A413-E366-E85415CA7CC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7989" y="1113018"/>
            <a:ext cx="4233853" cy="1046440"/>
          </a:xfrm>
          <a:prstGeom prst="rect">
            <a:avLst/>
          </a:prstGeom>
          <a:noFill/>
        </p:spPr>
        <p:txBody>
          <a:bodyPr lIns="0" tIns="0" rIns="0" bIns="0" anchor="b" anchorCtr="0"/>
          <a:lstStyle>
            <a:lvl1pPr marL="0" indent="0">
              <a:buNone/>
              <a:defRPr sz="3400">
                <a:solidFill>
                  <a:schemeClr val="tx1"/>
                </a:solidFill>
                <a:latin typeface="Versos Light" panose="020B0403020204030204" pitchFamily="34" charset="0"/>
              </a:defRPr>
            </a:lvl1pPr>
          </a:lstStyle>
          <a:p>
            <a:pPr lvl="0"/>
            <a:r>
              <a:rPr lang="en-US" err="1"/>
              <a:t>Título</a:t>
            </a:r>
            <a:r>
              <a:rPr lang="en-US"/>
              <a:t> Template</a:t>
            </a:r>
          </a:p>
          <a:p>
            <a:pPr lvl="0"/>
            <a:r>
              <a:rPr lang="en-US" err="1"/>
              <a:t>Padrão</a:t>
            </a:r>
            <a:r>
              <a:rPr lang="en-US"/>
              <a:t> </a:t>
            </a:r>
            <a:r>
              <a:rPr lang="en-US" err="1"/>
              <a:t>Exemplo</a:t>
            </a:r>
            <a:endParaRPr lang="en-US"/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016B9899-7AA6-E693-2E4C-ADF3DFB2836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07989" y="2159780"/>
            <a:ext cx="4233853" cy="307777"/>
          </a:xfrm>
          <a:prstGeom prst="rect">
            <a:avLst/>
          </a:prstGeom>
        </p:spPr>
        <p:txBody>
          <a:bodyPr lIns="0" tIns="0" rIns="0" bIns="0"/>
          <a:lstStyle>
            <a:lvl1pPr>
              <a:defRPr lang="en-US" sz="2000" b="1" i="0" u="none" strike="noStrike" kern="1200" cap="none" dirty="0" smtClean="0">
                <a:solidFill>
                  <a:schemeClr val="tx1"/>
                </a:solidFill>
                <a:latin typeface="Versos"/>
                <a:ea typeface="+mj-ea"/>
                <a:cs typeface="+mj-cs"/>
                <a:sym typeface="Arial"/>
              </a:defRPr>
            </a:lvl1pPr>
            <a:lvl2pPr>
              <a:defRPr lang="en-US" sz="2000" b="1" i="0" u="none" strike="noStrike" kern="1200" cap="none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Versos"/>
                <a:ea typeface="+mj-ea"/>
                <a:cs typeface="+mj-cs"/>
                <a:sym typeface="Arial"/>
              </a:defRPr>
            </a:lvl2pPr>
            <a:lvl3pPr>
              <a:defRPr lang="en-US" sz="2000" b="1" i="0" u="none" strike="noStrike" kern="1200" cap="none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Versos"/>
                <a:ea typeface="+mj-ea"/>
                <a:cs typeface="+mj-cs"/>
                <a:sym typeface="Arial"/>
              </a:defRPr>
            </a:lvl3pPr>
            <a:lvl4pPr>
              <a:defRPr lang="en-US" sz="2000" b="1" i="0" u="none" strike="noStrike" kern="1200" cap="none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Versos"/>
                <a:ea typeface="+mj-ea"/>
                <a:cs typeface="+mj-cs"/>
                <a:sym typeface="Arial"/>
              </a:defRPr>
            </a:lvl4pPr>
            <a:lvl5pPr>
              <a:defRPr lang="pt-BR" sz="2000" b="1" i="0" u="none" strike="noStrike" kern="1200" cap="none" dirty="0">
                <a:solidFill>
                  <a:schemeClr val="tx1">
                    <a:lumMod val="85000"/>
                    <a:lumOff val="15000"/>
                  </a:schemeClr>
                </a:solidFill>
                <a:latin typeface="Versos"/>
                <a:ea typeface="+mj-ea"/>
                <a:cs typeface="+mj-cs"/>
                <a:sym typeface="Arial"/>
              </a:defRPr>
            </a:lvl5pPr>
          </a:lstStyle>
          <a:p>
            <a:pPr lvl="0"/>
            <a:r>
              <a:rPr lang="pt-BR" sz="2000" b="1">
                <a:solidFill>
                  <a:schemeClr val="tx1">
                    <a:lumMod val="85000"/>
                    <a:lumOff val="15000"/>
                  </a:schemeClr>
                </a:solidFill>
                <a:latin typeface="Versos"/>
              </a:rPr>
              <a:t>FIC FIM EXEMPLO</a:t>
            </a:r>
            <a:endParaRPr lang="pt-BR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5A247925-BD97-745B-F253-B805E96FFFA0}"/>
              </a:ext>
            </a:extLst>
          </p:cNvPr>
          <p:cNvGrpSpPr/>
          <p:nvPr userDrawn="1"/>
        </p:nvGrpSpPr>
        <p:grpSpPr>
          <a:xfrm>
            <a:off x="407988" y="404814"/>
            <a:ext cx="7879692" cy="2916619"/>
            <a:chOff x="509383" y="279643"/>
            <a:chExt cx="12206605" cy="4518199"/>
          </a:xfrm>
        </p:grpSpPr>
        <p:sp>
          <p:nvSpPr>
            <p:cNvPr id="12" name="bg object 18">
              <a:extLst>
                <a:ext uri="{FF2B5EF4-FFF2-40B4-BE49-F238E27FC236}">
                  <a16:creationId xmlns:a16="http://schemas.microsoft.com/office/drawing/2014/main" id="{BCEFB5ED-6BF7-6136-2220-F968C5DEF09D}"/>
                </a:ext>
              </a:extLst>
            </p:cNvPr>
            <p:cNvSpPr/>
            <p:nvPr userDrawn="1"/>
          </p:nvSpPr>
          <p:spPr>
            <a:xfrm>
              <a:off x="509383" y="4797842"/>
              <a:ext cx="12206605" cy="0"/>
            </a:xfrm>
            <a:custGeom>
              <a:avLst/>
              <a:gdLst/>
              <a:ahLst/>
              <a:cxnLst/>
              <a:rect l="l" t="t" r="r" b="b"/>
              <a:pathLst>
                <a:path w="12206605">
                  <a:moveTo>
                    <a:pt x="0" y="0"/>
                  </a:moveTo>
                  <a:lnTo>
                    <a:pt x="12206570" y="0"/>
                  </a:lnTo>
                </a:path>
              </a:pathLst>
            </a:custGeom>
            <a:ln w="14837"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 sz="849"/>
            </a:p>
          </p:txBody>
        </p:sp>
        <p:sp>
          <p:nvSpPr>
            <p:cNvPr id="14" name="bg object 19">
              <a:extLst>
                <a:ext uri="{FF2B5EF4-FFF2-40B4-BE49-F238E27FC236}">
                  <a16:creationId xmlns:a16="http://schemas.microsoft.com/office/drawing/2014/main" id="{40A1F716-1324-ACB0-605C-A36B2A57B93A}"/>
                </a:ext>
              </a:extLst>
            </p:cNvPr>
            <p:cNvSpPr/>
            <p:nvPr userDrawn="1"/>
          </p:nvSpPr>
          <p:spPr>
            <a:xfrm>
              <a:off x="9171428" y="279643"/>
              <a:ext cx="0" cy="4516755"/>
            </a:xfrm>
            <a:custGeom>
              <a:avLst/>
              <a:gdLst/>
              <a:ahLst/>
              <a:cxnLst/>
              <a:rect l="l" t="t" r="r" b="b"/>
              <a:pathLst>
                <a:path h="4516755">
                  <a:moveTo>
                    <a:pt x="0" y="4516647"/>
                  </a:moveTo>
                  <a:lnTo>
                    <a:pt x="0" y="0"/>
                  </a:lnTo>
                </a:path>
              </a:pathLst>
            </a:custGeom>
            <a:ln w="14837"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 sz="849"/>
            </a:p>
          </p:txBody>
        </p:sp>
      </p:grpSp>
    </p:spTree>
    <p:extLst>
      <p:ext uri="{BB962C8B-B14F-4D97-AF65-F5344CB8AC3E}">
        <p14:creationId xmlns:p14="http://schemas.microsoft.com/office/powerpoint/2010/main" val="61838916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7">
          <p15:clr>
            <a:srgbClr val="FBAE40"/>
          </p15:clr>
        </p15:guide>
        <p15:guide id="2" pos="7423">
          <p15:clr>
            <a:srgbClr val="FBAE40"/>
          </p15:clr>
        </p15:guide>
        <p15:guide id="3" orient="horz" pos="4088">
          <p15:clr>
            <a:srgbClr val="FBAE40"/>
          </p15:clr>
        </p15:guide>
        <p15:guide id="4" orient="horz" pos="3725">
          <p15:clr>
            <a:srgbClr val="FBAE40"/>
          </p15:clr>
        </p15:guide>
        <p15:guide id="5" orient="horz" pos="255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apa 01 - High Yield">
    <p:bg>
      <p:bgPr>
        <a:gradFill>
          <a:gsLst>
            <a:gs pos="0">
              <a:srgbClr val="3C4A60"/>
            </a:gs>
            <a:gs pos="100000">
              <a:srgbClr val="759DB4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8">
            <a:extLst>
              <a:ext uri="{FF2B5EF4-FFF2-40B4-BE49-F238E27FC236}">
                <a16:creationId xmlns:a16="http://schemas.microsoft.com/office/drawing/2014/main" id="{17364209-1E38-0B40-9231-C88F3267BC2A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-8117" t="-23966" r="-8117" b="-23966"/>
          <a:stretch/>
        </p:blipFill>
        <p:spPr>
          <a:xfrm>
            <a:off x="10183916" y="304605"/>
            <a:ext cx="1715687" cy="742966"/>
          </a:xfrm>
          <a:prstGeom prst="rect">
            <a:avLst/>
          </a:prstGeom>
        </p:spPr>
      </p:pic>
      <p:sp>
        <p:nvSpPr>
          <p:cNvPr id="2" name="Text Placeholder 20">
            <a:extLst>
              <a:ext uri="{FF2B5EF4-FFF2-40B4-BE49-F238E27FC236}">
                <a16:creationId xmlns:a16="http://schemas.microsoft.com/office/drawing/2014/main" id="{595D97E3-B378-E7B0-4A76-391C0989E8B6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410331" y="6296541"/>
            <a:ext cx="2364803" cy="184666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marR="1868" algn="r" defTabSz="914358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bg1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1pPr>
            <a:lvl2pPr marL="0" marR="3081" algn="l" defTabSz="914358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2pPr>
            <a:lvl3pPr marL="0" marR="3081" algn="l" defTabSz="914358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3pPr>
            <a:lvl4pPr marL="0" marR="3081" algn="l" defTabSz="914358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4pPr>
            <a:lvl5pPr marL="0" marR="3081" algn="l" defTabSz="914358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pt-BR" sz="1200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5pPr>
          </a:lstStyle>
          <a:p>
            <a:pPr marR="3081">
              <a:lnSpc>
                <a:spcPct val="100000"/>
              </a:lnSpc>
              <a:spcBef>
                <a:spcPts val="0"/>
              </a:spcBef>
              <a:buClrTx/>
              <a:buFontTx/>
            </a:pPr>
            <a:r>
              <a:rPr lang="pt-BR" sz="120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</a:rPr>
              <a:t>Data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7E424369-4F91-BA78-D59E-F025384664D4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9410331" y="6089649"/>
            <a:ext cx="2364803" cy="184666"/>
          </a:xfrm>
          <a:prstGeom prst="rect">
            <a:avLst/>
          </a:prstGeom>
        </p:spPr>
        <p:txBody>
          <a:bodyPr lIns="0" tIns="0" rIns="0" bIns="0"/>
          <a:lstStyle>
            <a:lvl1pPr marL="0" marR="3081" algn="r" defTabSz="914358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1" i="0" u="none" strike="noStrike" kern="1200" cap="none" dirty="0" smtClean="0">
                <a:solidFill>
                  <a:schemeClr val="bg1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1pPr>
            <a:lvl2pPr marL="0" marR="3081" algn="l" defTabSz="914358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2pPr>
            <a:lvl3pPr marL="0" marR="3081" algn="l" defTabSz="914358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3pPr>
            <a:lvl4pPr marL="0" marR="3081" algn="l" defTabSz="914358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4pPr>
            <a:lvl5pPr marL="0" marR="3081" algn="l" defTabSz="914358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pt-BR" sz="1200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5pPr>
          </a:lstStyle>
          <a:p>
            <a:pPr lvl="0"/>
            <a:r>
              <a:rPr lang="en-US"/>
              <a:t>Nome</a:t>
            </a:r>
            <a:endParaRPr lang="pt-BR"/>
          </a:p>
        </p:txBody>
      </p:sp>
      <p:sp>
        <p:nvSpPr>
          <p:cNvPr id="8" name="Text Placeholder 17">
            <a:extLst>
              <a:ext uri="{FF2B5EF4-FFF2-40B4-BE49-F238E27FC236}">
                <a16:creationId xmlns:a16="http://schemas.microsoft.com/office/drawing/2014/main" id="{D0E34669-E9A0-3031-84E9-7C3208F4EB6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07988" y="5927209"/>
            <a:ext cx="6115360" cy="553998"/>
          </a:xfrm>
          <a:prstGeom prst="rect">
            <a:avLst/>
          </a:prstGeom>
        </p:spPr>
        <p:txBody>
          <a:bodyPr lIns="0" tIns="0" rIns="0" bIns="0"/>
          <a:lstStyle>
            <a:lvl1pPr marL="0" marR="1868" algn="l" defTabSz="914358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bg1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1pPr>
            <a:lvl2pPr marL="0" marR="3081" algn="l" defTabSz="914358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2pPr>
            <a:lvl3pPr marL="0" marR="3081" algn="l" defTabSz="914358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3pPr>
            <a:lvl4pPr marL="0" marR="3081" algn="l" defTabSz="914358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4pPr>
            <a:lvl5pPr marL="0" marR="3081" algn="l" defTabSz="914358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pt-BR" sz="1200" b="0" i="0" u="none" strike="noStrike" kern="1200" cap="none" dirty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5pPr>
          </a:lstStyle>
          <a:p>
            <a:pPr marR="3081">
              <a:lnSpc>
                <a:spcPct val="100000"/>
              </a:lnSpc>
              <a:spcBef>
                <a:spcPts val="0"/>
              </a:spcBef>
              <a:buClrTx/>
              <a:buFontTx/>
            </a:pPr>
            <a:r>
              <a:rPr lang="pt-BR" sz="1200">
                <a:solidFill>
                  <a:schemeClr val="tx2"/>
                </a:solidFill>
                <a:latin typeface="Versos" panose="020B0503020204030204" pitchFamily="34" charset="0"/>
              </a:rPr>
              <a:t>TIVIO </a:t>
            </a:r>
            <a:br>
              <a:rPr lang="pt-BR" sz="1200">
                <a:solidFill>
                  <a:schemeClr val="tx2"/>
                </a:solidFill>
                <a:latin typeface="Versos" panose="020B0503020204030204" pitchFamily="34" charset="0"/>
              </a:rPr>
            </a:br>
            <a:r>
              <a:rPr lang="pt-BR" sz="1200">
                <a:solidFill>
                  <a:schemeClr val="tx2"/>
                </a:solidFill>
                <a:latin typeface="Versos" panose="020B0503020204030204" pitchFamily="34" charset="0"/>
              </a:rPr>
              <a:t>CRÉDITO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2990FA51-3BC5-8B5F-4922-A3EFDBE7D39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7989" y="1113018"/>
            <a:ext cx="4233853" cy="1046440"/>
          </a:xfrm>
          <a:prstGeom prst="rect">
            <a:avLst/>
          </a:prstGeom>
          <a:noFill/>
        </p:spPr>
        <p:txBody>
          <a:bodyPr lIns="0" tIns="0" rIns="0" bIns="0" anchor="b" anchorCtr="0"/>
          <a:lstStyle>
            <a:lvl1pPr marL="0" indent="0">
              <a:buNone/>
              <a:defRPr sz="3400">
                <a:solidFill>
                  <a:schemeClr val="tx1"/>
                </a:solidFill>
                <a:latin typeface="Versos Light" panose="020B0403020204030204" pitchFamily="34" charset="0"/>
              </a:defRPr>
            </a:lvl1pPr>
          </a:lstStyle>
          <a:p>
            <a:pPr lvl="0"/>
            <a:r>
              <a:rPr lang="en-US" err="1"/>
              <a:t>Título</a:t>
            </a:r>
            <a:r>
              <a:rPr lang="en-US"/>
              <a:t> Template</a:t>
            </a:r>
          </a:p>
          <a:p>
            <a:pPr lvl="0"/>
            <a:r>
              <a:rPr lang="en-US" err="1"/>
              <a:t>Padrão</a:t>
            </a:r>
            <a:r>
              <a:rPr lang="en-US"/>
              <a:t> </a:t>
            </a:r>
            <a:r>
              <a:rPr lang="en-US" err="1"/>
              <a:t>Exemplo</a:t>
            </a:r>
            <a:endParaRPr lang="en-US"/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7C6416CC-D42A-F9D0-470E-9656CD4825B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07989" y="2159780"/>
            <a:ext cx="4233853" cy="307777"/>
          </a:xfrm>
          <a:prstGeom prst="rect">
            <a:avLst/>
          </a:prstGeom>
        </p:spPr>
        <p:txBody>
          <a:bodyPr lIns="0" tIns="0" rIns="0" bIns="0"/>
          <a:lstStyle>
            <a:lvl1pPr>
              <a:defRPr lang="en-US" sz="2000" b="1" i="0" u="none" strike="noStrike" kern="1200" cap="none" dirty="0" smtClean="0">
                <a:solidFill>
                  <a:schemeClr val="tx1"/>
                </a:solidFill>
                <a:latin typeface="Versos"/>
                <a:ea typeface="+mj-ea"/>
                <a:cs typeface="+mj-cs"/>
                <a:sym typeface="Arial"/>
              </a:defRPr>
            </a:lvl1pPr>
            <a:lvl2pPr>
              <a:defRPr lang="en-US" sz="2000" b="1" i="0" u="none" strike="noStrike" kern="1200" cap="none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Versos"/>
                <a:ea typeface="+mj-ea"/>
                <a:cs typeface="+mj-cs"/>
                <a:sym typeface="Arial"/>
              </a:defRPr>
            </a:lvl2pPr>
            <a:lvl3pPr>
              <a:defRPr lang="en-US" sz="2000" b="1" i="0" u="none" strike="noStrike" kern="1200" cap="none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Versos"/>
                <a:ea typeface="+mj-ea"/>
                <a:cs typeface="+mj-cs"/>
                <a:sym typeface="Arial"/>
              </a:defRPr>
            </a:lvl3pPr>
            <a:lvl4pPr>
              <a:defRPr lang="en-US" sz="2000" b="1" i="0" u="none" strike="noStrike" kern="1200" cap="none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Versos"/>
                <a:ea typeface="+mj-ea"/>
                <a:cs typeface="+mj-cs"/>
                <a:sym typeface="Arial"/>
              </a:defRPr>
            </a:lvl4pPr>
            <a:lvl5pPr>
              <a:defRPr lang="pt-BR" sz="2000" b="1" i="0" u="none" strike="noStrike" kern="1200" cap="none" dirty="0">
                <a:solidFill>
                  <a:schemeClr val="tx1">
                    <a:lumMod val="85000"/>
                    <a:lumOff val="15000"/>
                  </a:schemeClr>
                </a:solidFill>
                <a:latin typeface="Versos"/>
                <a:ea typeface="+mj-ea"/>
                <a:cs typeface="+mj-cs"/>
                <a:sym typeface="Arial"/>
              </a:defRPr>
            </a:lvl5pPr>
          </a:lstStyle>
          <a:p>
            <a:pPr lvl="0"/>
            <a:r>
              <a:rPr lang="pt-BR" sz="2000" b="1">
                <a:solidFill>
                  <a:schemeClr val="tx1">
                    <a:lumMod val="85000"/>
                    <a:lumOff val="15000"/>
                  </a:schemeClr>
                </a:solidFill>
                <a:latin typeface="Versos"/>
              </a:rPr>
              <a:t>FIC FIM EXEMPLO</a:t>
            </a:r>
            <a:endParaRPr lang="pt-BR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5A012F14-CC53-BA2E-43A9-50DD92B9262B}"/>
              </a:ext>
            </a:extLst>
          </p:cNvPr>
          <p:cNvGrpSpPr/>
          <p:nvPr userDrawn="1"/>
        </p:nvGrpSpPr>
        <p:grpSpPr>
          <a:xfrm>
            <a:off x="407988" y="404814"/>
            <a:ext cx="7879692" cy="2916619"/>
            <a:chOff x="509383" y="279643"/>
            <a:chExt cx="12206605" cy="4518199"/>
          </a:xfrm>
        </p:grpSpPr>
        <p:sp>
          <p:nvSpPr>
            <p:cNvPr id="12" name="bg object 18">
              <a:extLst>
                <a:ext uri="{FF2B5EF4-FFF2-40B4-BE49-F238E27FC236}">
                  <a16:creationId xmlns:a16="http://schemas.microsoft.com/office/drawing/2014/main" id="{F4DE6A1B-8C6A-BB82-E709-6A2A45FA1D05}"/>
                </a:ext>
              </a:extLst>
            </p:cNvPr>
            <p:cNvSpPr/>
            <p:nvPr userDrawn="1"/>
          </p:nvSpPr>
          <p:spPr>
            <a:xfrm>
              <a:off x="509383" y="4797842"/>
              <a:ext cx="12206605" cy="0"/>
            </a:xfrm>
            <a:custGeom>
              <a:avLst/>
              <a:gdLst/>
              <a:ahLst/>
              <a:cxnLst/>
              <a:rect l="l" t="t" r="r" b="b"/>
              <a:pathLst>
                <a:path w="12206605">
                  <a:moveTo>
                    <a:pt x="0" y="0"/>
                  </a:moveTo>
                  <a:lnTo>
                    <a:pt x="12206570" y="0"/>
                  </a:lnTo>
                </a:path>
              </a:pathLst>
            </a:custGeom>
            <a:ln w="14837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 sz="849"/>
            </a:p>
          </p:txBody>
        </p:sp>
        <p:sp>
          <p:nvSpPr>
            <p:cNvPr id="14" name="bg object 19">
              <a:extLst>
                <a:ext uri="{FF2B5EF4-FFF2-40B4-BE49-F238E27FC236}">
                  <a16:creationId xmlns:a16="http://schemas.microsoft.com/office/drawing/2014/main" id="{3D7CFF59-CCAF-2434-5D7E-E1CA4FB1EB7E}"/>
                </a:ext>
              </a:extLst>
            </p:cNvPr>
            <p:cNvSpPr/>
            <p:nvPr userDrawn="1"/>
          </p:nvSpPr>
          <p:spPr>
            <a:xfrm>
              <a:off x="9171428" y="279643"/>
              <a:ext cx="0" cy="4516755"/>
            </a:xfrm>
            <a:custGeom>
              <a:avLst/>
              <a:gdLst/>
              <a:ahLst/>
              <a:cxnLst/>
              <a:rect l="l" t="t" r="r" b="b"/>
              <a:pathLst>
                <a:path h="4516755">
                  <a:moveTo>
                    <a:pt x="0" y="4516647"/>
                  </a:moveTo>
                  <a:lnTo>
                    <a:pt x="0" y="0"/>
                  </a:lnTo>
                </a:path>
              </a:pathLst>
            </a:custGeom>
            <a:ln w="14837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 sz="849"/>
            </a:p>
          </p:txBody>
        </p:sp>
      </p:grpSp>
    </p:spTree>
    <p:extLst>
      <p:ext uri="{BB962C8B-B14F-4D97-AF65-F5344CB8AC3E}">
        <p14:creationId xmlns:p14="http://schemas.microsoft.com/office/powerpoint/2010/main" val="33174631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7">
          <p15:clr>
            <a:srgbClr val="FBAE40"/>
          </p15:clr>
        </p15:guide>
        <p15:guide id="2" pos="7423">
          <p15:clr>
            <a:srgbClr val="FBAE40"/>
          </p15:clr>
        </p15:guide>
        <p15:guide id="3" orient="horz" pos="4088">
          <p15:clr>
            <a:srgbClr val="FBAE40"/>
          </p15:clr>
        </p15:guide>
        <p15:guide id="4" orient="horz" pos="3725">
          <p15:clr>
            <a:srgbClr val="FBAE40"/>
          </p15:clr>
        </p15:guide>
        <p15:guide id="5" orient="horz" pos="255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7_Blank">
    <p:bg>
      <p:bgPr>
        <a:gradFill>
          <a:gsLst>
            <a:gs pos="100000">
              <a:schemeClr val="tx1">
                <a:lumMod val="95000"/>
                <a:lumOff val="5000"/>
              </a:schemeClr>
            </a:gs>
            <a:gs pos="0">
              <a:schemeClr val="tx1">
                <a:lumMod val="85000"/>
                <a:lumOff val="15000"/>
              </a:schemeClr>
            </a:gs>
          </a:gsLst>
          <a:lin ang="7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537723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6_Blank">
    <p:bg>
      <p:bgPr>
        <a:gradFill>
          <a:gsLst>
            <a:gs pos="100000">
              <a:schemeClr val="tx1">
                <a:lumMod val="95000"/>
                <a:lumOff val="5000"/>
              </a:schemeClr>
            </a:gs>
            <a:gs pos="0">
              <a:schemeClr val="tx1">
                <a:lumMod val="85000"/>
                <a:lumOff val="15000"/>
              </a:schemeClr>
            </a:gs>
          </a:gsLst>
          <a:lin ang="7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537723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5_Blank">
    <p:bg>
      <p:bgPr>
        <a:gradFill>
          <a:gsLst>
            <a:gs pos="100000">
              <a:schemeClr val="tx1">
                <a:lumMod val="95000"/>
                <a:lumOff val="5000"/>
              </a:schemeClr>
            </a:gs>
            <a:gs pos="0">
              <a:schemeClr val="tx1">
                <a:lumMod val="85000"/>
                <a:lumOff val="15000"/>
              </a:schemeClr>
            </a:gs>
          </a:gsLst>
          <a:lin ang="7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537723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4_Blank">
    <p:bg>
      <p:bgPr>
        <a:gradFill>
          <a:gsLst>
            <a:gs pos="100000">
              <a:schemeClr val="tx1">
                <a:lumMod val="95000"/>
                <a:lumOff val="5000"/>
              </a:schemeClr>
            </a:gs>
            <a:gs pos="0">
              <a:schemeClr val="tx1">
                <a:lumMod val="85000"/>
                <a:lumOff val="15000"/>
              </a:schemeClr>
            </a:gs>
          </a:gsLst>
          <a:lin ang="7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537723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3_Blank">
    <p:bg>
      <p:bgPr>
        <a:gradFill>
          <a:gsLst>
            <a:gs pos="100000">
              <a:schemeClr val="tx1">
                <a:lumMod val="95000"/>
                <a:lumOff val="5000"/>
              </a:schemeClr>
            </a:gs>
            <a:gs pos="0">
              <a:schemeClr val="tx1">
                <a:lumMod val="85000"/>
                <a:lumOff val="15000"/>
              </a:schemeClr>
            </a:gs>
          </a:gsLst>
          <a:lin ang="7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537723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2_Blank">
    <p:bg>
      <p:bgPr>
        <a:gradFill>
          <a:gsLst>
            <a:gs pos="100000">
              <a:schemeClr val="tx1">
                <a:lumMod val="95000"/>
                <a:lumOff val="5000"/>
              </a:schemeClr>
            </a:gs>
            <a:gs pos="0">
              <a:schemeClr val="tx1">
                <a:lumMod val="85000"/>
                <a:lumOff val="15000"/>
              </a:schemeClr>
            </a:gs>
          </a:gsLst>
          <a:lin ang="7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537723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1_Blank">
    <p:bg>
      <p:bgPr>
        <a:gradFill>
          <a:gsLst>
            <a:gs pos="100000">
              <a:schemeClr val="tx1">
                <a:lumMod val="95000"/>
                <a:lumOff val="5000"/>
              </a:schemeClr>
            </a:gs>
            <a:gs pos="0">
              <a:schemeClr val="tx1">
                <a:lumMod val="85000"/>
                <a:lumOff val="15000"/>
              </a:schemeClr>
            </a:gs>
          </a:gsLst>
          <a:lin ang="7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537723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0_Blank">
    <p:bg>
      <p:bgPr>
        <a:gradFill>
          <a:gsLst>
            <a:gs pos="100000">
              <a:schemeClr val="tx1">
                <a:lumMod val="95000"/>
                <a:lumOff val="5000"/>
              </a:schemeClr>
            </a:gs>
            <a:gs pos="0">
              <a:schemeClr val="tx1">
                <a:lumMod val="85000"/>
                <a:lumOff val="15000"/>
              </a:schemeClr>
            </a:gs>
          </a:gsLst>
          <a:lin ang="7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537723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9_Blank">
    <p:bg>
      <p:bgPr>
        <a:gradFill>
          <a:gsLst>
            <a:gs pos="100000">
              <a:schemeClr val="tx1">
                <a:lumMod val="95000"/>
                <a:lumOff val="5000"/>
              </a:schemeClr>
            </a:gs>
            <a:gs pos="0">
              <a:schemeClr val="tx1">
                <a:lumMod val="85000"/>
                <a:lumOff val="15000"/>
              </a:schemeClr>
            </a:gs>
          </a:gsLst>
          <a:lin ang="7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537723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8_Blank">
    <p:bg>
      <p:bgPr>
        <a:gradFill>
          <a:gsLst>
            <a:gs pos="100000">
              <a:schemeClr val="tx1">
                <a:lumMod val="95000"/>
                <a:lumOff val="5000"/>
              </a:schemeClr>
            </a:gs>
            <a:gs pos="0">
              <a:schemeClr val="tx1">
                <a:lumMod val="85000"/>
                <a:lumOff val="15000"/>
              </a:schemeClr>
            </a:gs>
          </a:gsLst>
          <a:lin ang="7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537723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7_Blank">
    <p:bg>
      <p:bgPr>
        <a:gradFill>
          <a:gsLst>
            <a:gs pos="100000">
              <a:schemeClr val="tx1">
                <a:lumMod val="95000"/>
                <a:lumOff val="5000"/>
              </a:schemeClr>
            </a:gs>
            <a:gs pos="0">
              <a:schemeClr val="tx1">
                <a:lumMod val="85000"/>
                <a:lumOff val="15000"/>
              </a:schemeClr>
            </a:gs>
          </a:gsLst>
          <a:lin ang="7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537723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6_Blank">
    <p:bg>
      <p:bgPr>
        <a:gradFill>
          <a:gsLst>
            <a:gs pos="100000">
              <a:schemeClr val="tx1">
                <a:lumMod val="95000"/>
                <a:lumOff val="5000"/>
              </a:schemeClr>
            </a:gs>
            <a:gs pos="0">
              <a:schemeClr val="tx1">
                <a:lumMod val="85000"/>
                <a:lumOff val="15000"/>
              </a:schemeClr>
            </a:gs>
          </a:gsLst>
          <a:lin ang="7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537723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5_Blank">
    <p:bg>
      <p:bgPr>
        <a:gradFill>
          <a:gsLst>
            <a:gs pos="100000">
              <a:schemeClr val="tx1">
                <a:lumMod val="95000"/>
                <a:lumOff val="5000"/>
              </a:schemeClr>
            </a:gs>
            <a:gs pos="0">
              <a:schemeClr val="tx1">
                <a:lumMod val="85000"/>
                <a:lumOff val="15000"/>
              </a:schemeClr>
            </a:gs>
          </a:gsLst>
          <a:lin ang="7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537723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4_Blank">
    <p:bg>
      <p:bgPr>
        <a:gradFill>
          <a:gsLst>
            <a:gs pos="100000">
              <a:schemeClr val="tx1">
                <a:lumMod val="95000"/>
                <a:lumOff val="5000"/>
              </a:schemeClr>
            </a:gs>
            <a:gs pos="0">
              <a:schemeClr val="tx1">
                <a:lumMod val="85000"/>
                <a:lumOff val="15000"/>
              </a:schemeClr>
            </a:gs>
          </a:gsLst>
          <a:lin ang="7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537723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3_Blank">
    <p:bg>
      <p:bgPr>
        <a:gradFill>
          <a:gsLst>
            <a:gs pos="100000">
              <a:schemeClr val="tx1">
                <a:lumMod val="95000"/>
                <a:lumOff val="5000"/>
              </a:schemeClr>
            </a:gs>
            <a:gs pos="0">
              <a:schemeClr val="tx1">
                <a:lumMod val="85000"/>
                <a:lumOff val="15000"/>
              </a:schemeClr>
            </a:gs>
          </a:gsLst>
          <a:lin ang="7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537723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_Blank">
    <p:bg>
      <p:bgPr>
        <a:gradFill>
          <a:gsLst>
            <a:gs pos="100000">
              <a:schemeClr val="tx1">
                <a:lumMod val="95000"/>
                <a:lumOff val="5000"/>
              </a:schemeClr>
            </a:gs>
            <a:gs pos="0">
              <a:schemeClr val="tx1">
                <a:lumMod val="85000"/>
                <a:lumOff val="15000"/>
              </a:schemeClr>
            </a:gs>
          </a:gsLst>
          <a:lin ang="7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537723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| 1 linha - Branco 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132BCE3-A04F-8602-64F7-7623C7EAF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61763" y="6482556"/>
            <a:ext cx="295275" cy="1692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defRPr sz="1100">
                <a:solidFill>
                  <a:schemeClr val="tx1"/>
                </a:solidFill>
                <a:latin typeface="Versos" panose="020B0503020204030204" pitchFamily="34" charset="0"/>
                <a:cs typeface="Versos" panose="020B0503020204030204" pitchFamily="34" charset="0"/>
              </a:defRPr>
            </a:lvl1pPr>
          </a:lstStyle>
          <a:p>
            <a:fld id="{77667D73-C69A-4DAA-9003-24A825D36FE9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B13D7C-5A47-B0DF-B518-26E79F5D2DB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63" y="368300"/>
            <a:ext cx="10183813" cy="4308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800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 err="1"/>
              <a:t>Título</a:t>
            </a:r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401465E-A8CD-A3BA-BE2A-9597492FDC6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4963" y="6482556"/>
            <a:ext cx="10980000" cy="180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defRPr sz="900" baseline="0">
                <a:solidFill>
                  <a:schemeClr val="tx1"/>
                </a:solidFill>
                <a:latin typeface="Versos Light" panose="020B0403020204030204" pitchFamily="34" charset="0"/>
              </a:defRPr>
            </a:lvl1pPr>
            <a:lvl2pPr>
              <a:defRPr sz="900">
                <a:latin typeface="Versos Light" panose="020B0403020204030204" pitchFamily="34" charset="0"/>
              </a:defRPr>
            </a:lvl2pPr>
            <a:lvl3pPr>
              <a:defRPr sz="900">
                <a:latin typeface="Versos Light" panose="020B0403020204030204" pitchFamily="34" charset="0"/>
              </a:defRPr>
            </a:lvl3pPr>
            <a:lvl4pPr>
              <a:defRPr sz="900">
                <a:latin typeface="Versos Light" panose="020B0403020204030204" pitchFamily="34" charset="0"/>
              </a:defRPr>
            </a:lvl4pPr>
            <a:lvl5pPr>
              <a:defRPr sz="900">
                <a:latin typeface="Versos Light" panose="020B0403020204030204" pitchFamily="34" charset="0"/>
              </a:defRPr>
            </a:lvl5pPr>
          </a:lstStyle>
          <a:p>
            <a:pPr lvl="0"/>
            <a:r>
              <a:rPr lang="en-US"/>
              <a:t>Fonte:</a:t>
            </a:r>
            <a:endParaRPr lang="pt-BR"/>
          </a:p>
        </p:txBody>
      </p:sp>
      <p:sp>
        <p:nvSpPr>
          <p:cNvPr id="12" name="Text Placeholder 8">
            <a:extLst>
              <a:ext uri="{FF2B5EF4-FFF2-40B4-BE49-F238E27FC236}">
                <a16:creationId xmlns:a16="http://schemas.microsoft.com/office/drawing/2014/main" id="{7A7A9582-3614-801A-785B-273FCD3E092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34963" y="1949414"/>
            <a:ext cx="11522075" cy="435931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>
                <a:solidFill>
                  <a:schemeClr val="tx1"/>
                </a:solidFill>
                <a:latin typeface="Versos Light" panose="020B04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7F86D482-580C-D22A-58CC-10B9C4F7EDD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34962" y="1518527"/>
            <a:ext cx="11522585" cy="23011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>
                <a:solidFill>
                  <a:schemeClr val="tx1"/>
                </a:solidFill>
                <a:latin typeface="Versos" panose="020B05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Picture 8">
            <a:extLst>
              <a:ext uri="{FF2B5EF4-FFF2-40B4-BE49-F238E27FC236}">
                <a16:creationId xmlns:a16="http://schemas.microsoft.com/office/drawing/2014/main" id="{EFD7F938-B824-C27B-BEB2-95E90F5FFDD4}"/>
              </a:ext>
            </a:extLst>
          </p:cNvPr>
          <p:cNvSpPr/>
          <p:nvPr userDrawn="1"/>
        </p:nvSpPr>
        <p:spPr>
          <a:xfrm>
            <a:off x="11091186" y="377178"/>
            <a:ext cx="765852" cy="260086"/>
          </a:xfrm>
          <a:custGeom>
            <a:avLst/>
            <a:gdLst>
              <a:gd name="connsiteX0" fmla="*/ 739575 w 765852"/>
              <a:gd name="connsiteY0" fmla="*/ 143884 h 260086"/>
              <a:gd name="connsiteX1" fmla="*/ 765852 w 765852"/>
              <a:gd name="connsiteY1" fmla="*/ 83403 h 260086"/>
              <a:gd name="connsiteX2" fmla="*/ 739575 w 765852"/>
              <a:gd name="connsiteY2" fmla="*/ 22921 h 260086"/>
              <a:gd name="connsiteX3" fmla="*/ 672177 w 765852"/>
              <a:gd name="connsiteY3" fmla="*/ 0 h 260086"/>
              <a:gd name="connsiteX4" fmla="*/ 604779 w 765852"/>
              <a:gd name="connsiteY4" fmla="*/ 22921 h 260086"/>
              <a:gd name="connsiteX5" fmla="*/ 578501 w 765852"/>
              <a:gd name="connsiteY5" fmla="*/ 83403 h 260086"/>
              <a:gd name="connsiteX6" fmla="*/ 604779 w 765852"/>
              <a:gd name="connsiteY6" fmla="*/ 143884 h 260086"/>
              <a:gd name="connsiteX7" fmla="*/ 672177 w 765852"/>
              <a:gd name="connsiteY7" fmla="*/ 166805 h 260086"/>
              <a:gd name="connsiteX8" fmla="*/ 739575 w 765852"/>
              <a:gd name="connsiteY8" fmla="*/ 143884 h 260086"/>
              <a:gd name="connsiteX9" fmla="*/ 604595 w 765852"/>
              <a:gd name="connsiteY9" fmla="*/ 83403 h 260086"/>
              <a:gd name="connsiteX10" fmla="*/ 622611 w 765852"/>
              <a:gd name="connsiteY10" fmla="*/ 41871 h 260086"/>
              <a:gd name="connsiteX11" fmla="*/ 672177 w 765852"/>
              <a:gd name="connsiteY11" fmla="*/ 25719 h 260086"/>
              <a:gd name="connsiteX12" fmla="*/ 721742 w 765852"/>
              <a:gd name="connsiteY12" fmla="*/ 41871 h 260086"/>
              <a:gd name="connsiteX13" fmla="*/ 739759 w 765852"/>
              <a:gd name="connsiteY13" fmla="*/ 83403 h 260086"/>
              <a:gd name="connsiteX14" fmla="*/ 721742 w 765852"/>
              <a:gd name="connsiteY14" fmla="*/ 124934 h 260086"/>
              <a:gd name="connsiteX15" fmla="*/ 672177 w 765852"/>
              <a:gd name="connsiteY15" fmla="*/ 141077 h 260086"/>
              <a:gd name="connsiteX16" fmla="*/ 622611 w 765852"/>
              <a:gd name="connsiteY16" fmla="*/ 124934 h 260086"/>
              <a:gd name="connsiteX17" fmla="*/ 604595 w 765852"/>
              <a:gd name="connsiteY17" fmla="*/ 83403 h 260086"/>
              <a:gd name="connsiteX18" fmla="*/ 238310 w 765852"/>
              <a:gd name="connsiteY18" fmla="*/ 207181 h 260086"/>
              <a:gd name="connsiteX19" fmla="*/ 249560 w 765852"/>
              <a:gd name="connsiteY19" fmla="*/ 204081 h 260086"/>
              <a:gd name="connsiteX20" fmla="*/ 261562 w 765852"/>
              <a:gd name="connsiteY20" fmla="*/ 207713 h 260086"/>
              <a:gd name="connsiteX21" fmla="*/ 268163 w 765852"/>
              <a:gd name="connsiteY21" fmla="*/ 217812 h 260086"/>
              <a:gd name="connsiteX22" fmla="*/ 275874 w 765852"/>
              <a:gd name="connsiteY22" fmla="*/ 217812 h 260086"/>
              <a:gd name="connsiteX23" fmla="*/ 267145 w 765852"/>
              <a:gd name="connsiteY23" fmla="*/ 202568 h 260086"/>
              <a:gd name="connsiteX24" fmla="*/ 249917 w 765852"/>
              <a:gd name="connsiteY24" fmla="*/ 196982 h 260086"/>
              <a:gd name="connsiteX25" fmla="*/ 234322 w 765852"/>
              <a:gd name="connsiteY25" fmla="*/ 200926 h 260086"/>
              <a:gd name="connsiteX26" fmla="*/ 223961 w 765852"/>
              <a:gd name="connsiteY26" fmla="*/ 212052 h 260086"/>
              <a:gd name="connsiteX27" fmla="*/ 220330 w 765852"/>
              <a:gd name="connsiteY27" fmla="*/ 228534 h 260086"/>
              <a:gd name="connsiteX28" fmla="*/ 223961 w 765852"/>
              <a:gd name="connsiteY28" fmla="*/ 245062 h 260086"/>
              <a:gd name="connsiteX29" fmla="*/ 234322 w 765852"/>
              <a:gd name="connsiteY29" fmla="*/ 256142 h 260086"/>
              <a:gd name="connsiteX30" fmla="*/ 249917 w 765852"/>
              <a:gd name="connsiteY30" fmla="*/ 260086 h 260086"/>
              <a:gd name="connsiteX31" fmla="*/ 267145 w 765852"/>
              <a:gd name="connsiteY31" fmla="*/ 254501 h 260086"/>
              <a:gd name="connsiteX32" fmla="*/ 275782 w 765852"/>
              <a:gd name="connsiteY32" fmla="*/ 239256 h 260086"/>
              <a:gd name="connsiteX33" fmla="*/ 268071 w 765852"/>
              <a:gd name="connsiteY33" fmla="*/ 239256 h 260086"/>
              <a:gd name="connsiteX34" fmla="*/ 261516 w 765852"/>
              <a:gd name="connsiteY34" fmla="*/ 249401 h 260086"/>
              <a:gd name="connsiteX35" fmla="*/ 249560 w 765852"/>
              <a:gd name="connsiteY35" fmla="*/ 252987 h 260086"/>
              <a:gd name="connsiteX36" fmla="*/ 238310 w 765852"/>
              <a:gd name="connsiteY36" fmla="*/ 249887 h 260086"/>
              <a:gd name="connsiteX37" fmla="*/ 230828 w 765852"/>
              <a:gd name="connsiteY37" fmla="*/ 241201 h 260086"/>
              <a:gd name="connsiteX38" fmla="*/ 228215 w 765852"/>
              <a:gd name="connsiteY38" fmla="*/ 228525 h 260086"/>
              <a:gd name="connsiteX39" fmla="*/ 230828 w 765852"/>
              <a:gd name="connsiteY39" fmla="*/ 215812 h 260086"/>
              <a:gd name="connsiteX40" fmla="*/ 238310 w 765852"/>
              <a:gd name="connsiteY40" fmla="*/ 207172 h 260086"/>
              <a:gd name="connsiteX41" fmla="*/ 335580 w 765852"/>
              <a:gd name="connsiteY41" fmla="*/ 197523 h 260086"/>
              <a:gd name="connsiteX42" fmla="*/ 311925 w 765852"/>
              <a:gd name="connsiteY42" fmla="*/ 259554 h 260086"/>
              <a:gd name="connsiteX43" fmla="*/ 319892 w 765852"/>
              <a:gd name="connsiteY43" fmla="*/ 259554 h 260086"/>
              <a:gd name="connsiteX44" fmla="*/ 326448 w 765852"/>
              <a:gd name="connsiteY44" fmla="*/ 242806 h 260086"/>
              <a:gd name="connsiteX45" fmla="*/ 353467 w 765852"/>
              <a:gd name="connsiteY45" fmla="*/ 242806 h 260086"/>
              <a:gd name="connsiteX46" fmla="*/ 360023 w 765852"/>
              <a:gd name="connsiteY46" fmla="*/ 259554 h 260086"/>
              <a:gd name="connsiteX47" fmla="*/ 368256 w 765852"/>
              <a:gd name="connsiteY47" fmla="*/ 259554 h 260086"/>
              <a:gd name="connsiteX48" fmla="*/ 344693 w 765852"/>
              <a:gd name="connsiteY48" fmla="*/ 197523 h 260086"/>
              <a:gd name="connsiteX49" fmla="*/ 335570 w 765852"/>
              <a:gd name="connsiteY49" fmla="*/ 197523 h 260086"/>
              <a:gd name="connsiteX50" fmla="*/ 328758 w 765852"/>
              <a:gd name="connsiteY50" fmla="*/ 235808 h 260086"/>
              <a:gd name="connsiteX51" fmla="*/ 339916 w 765852"/>
              <a:gd name="connsiteY51" fmla="*/ 205943 h 260086"/>
              <a:gd name="connsiteX52" fmla="*/ 351166 w 765852"/>
              <a:gd name="connsiteY52" fmla="*/ 235808 h 260086"/>
              <a:gd name="connsiteX53" fmla="*/ 328749 w 765852"/>
              <a:gd name="connsiteY53" fmla="*/ 235808 h 260086"/>
              <a:gd name="connsiteX54" fmla="*/ 725437 w 765852"/>
              <a:gd name="connsiteY54" fmla="*/ 197523 h 260086"/>
              <a:gd name="connsiteX55" fmla="*/ 717736 w 765852"/>
              <a:gd name="connsiteY55" fmla="*/ 197523 h 260086"/>
              <a:gd name="connsiteX56" fmla="*/ 717736 w 765852"/>
              <a:gd name="connsiteY56" fmla="*/ 259554 h 260086"/>
              <a:gd name="connsiteX57" fmla="*/ 753704 w 765852"/>
              <a:gd name="connsiteY57" fmla="*/ 259554 h 260086"/>
              <a:gd name="connsiteX58" fmla="*/ 753704 w 765852"/>
              <a:gd name="connsiteY58" fmla="*/ 252464 h 260086"/>
              <a:gd name="connsiteX59" fmla="*/ 725446 w 765852"/>
              <a:gd name="connsiteY59" fmla="*/ 252464 h 260086"/>
              <a:gd name="connsiteX60" fmla="*/ 725446 w 765852"/>
              <a:gd name="connsiteY60" fmla="*/ 197523 h 260086"/>
              <a:gd name="connsiteX61" fmla="*/ 250953 w 765852"/>
              <a:gd name="connsiteY61" fmla="*/ 2119 h 260086"/>
              <a:gd name="connsiteX62" fmla="*/ 225566 w 765852"/>
              <a:gd name="connsiteY62" fmla="*/ 2119 h 260086"/>
              <a:gd name="connsiteX63" fmla="*/ 225566 w 765852"/>
              <a:gd name="connsiteY63" fmla="*/ 164677 h 260086"/>
              <a:gd name="connsiteX64" fmla="*/ 250953 w 765852"/>
              <a:gd name="connsiteY64" fmla="*/ 164677 h 260086"/>
              <a:gd name="connsiteX65" fmla="*/ 250953 w 765852"/>
              <a:gd name="connsiteY65" fmla="*/ 2119 h 260086"/>
              <a:gd name="connsiteX66" fmla="*/ 80592 w 765852"/>
              <a:gd name="connsiteY66" fmla="*/ 62692 h 260086"/>
              <a:gd name="connsiteX67" fmla="*/ 80592 w 765852"/>
              <a:gd name="connsiteY67" fmla="*/ 164687 h 260086"/>
              <a:gd name="connsiteX68" fmla="*/ 106732 w 765852"/>
              <a:gd name="connsiteY68" fmla="*/ 164687 h 260086"/>
              <a:gd name="connsiteX69" fmla="*/ 106713 w 765852"/>
              <a:gd name="connsiteY69" fmla="*/ 62692 h 260086"/>
              <a:gd name="connsiteX70" fmla="*/ 95124 w 765852"/>
              <a:gd name="connsiteY70" fmla="*/ 28700 h 260086"/>
              <a:gd name="connsiteX71" fmla="*/ 93648 w 765852"/>
              <a:gd name="connsiteY71" fmla="*/ 26792 h 260086"/>
              <a:gd name="connsiteX72" fmla="*/ 92172 w 765852"/>
              <a:gd name="connsiteY72" fmla="*/ 28700 h 260086"/>
              <a:gd name="connsiteX73" fmla="*/ 80583 w 765852"/>
              <a:gd name="connsiteY73" fmla="*/ 62692 h 260086"/>
              <a:gd name="connsiteX74" fmla="*/ 47273 w 765852"/>
              <a:gd name="connsiteY74" fmla="*/ 2119 h 260086"/>
              <a:gd name="connsiteX75" fmla="*/ 0 w 765852"/>
              <a:gd name="connsiteY75" fmla="*/ 2119 h 260086"/>
              <a:gd name="connsiteX76" fmla="*/ 0 w 765852"/>
              <a:gd name="connsiteY76" fmla="*/ 26792 h 260086"/>
              <a:gd name="connsiteX77" fmla="*/ 93648 w 765852"/>
              <a:gd name="connsiteY77" fmla="*/ 26792 h 260086"/>
              <a:gd name="connsiteX78" fmla="*/ 91328 w 765852"/>
              <a:gd name="connsiteY78" fmla="*/ 23793 h 260086"/>
              <a:gd name="connsiteX79" fmla="*/ 47273 w 765852"/>
              <a:gd name="connsiteY79" fmla="*/ 2119 h 260086"/>
              <a:gd name="connsiteX80" fmla="*/ 95968 w 765852"/>
              <a:gd name="connsiteY80" fmla="*/ 23793 h 260086"/>
              <a:gd name="connsiteX81" fmla="*/ 93648 w 765852"/>
              <a:gd name="connsiteY81" fmla="*/ 26792 h 260086"/>
              <a:gd name="connsiteX82" fmla="*/ 187296 w 765852"/>
              <a:gd name="connsiteY82" fmla="*/ 26792 h 260086"/>
              <a:gd name="connsiteX83" fmla="*/ 187296 w 765852"/>
              <a:gd name="connsiteY83" fmla="*/ 2119 h 260086"/>
              <a:gd name="connsiteX84" fmla="*/ 140023 w 765852"/>
              <a:gd name="connsiteY84" fmla="*/ 2119 h 260086"/>
              <a:gd name="connsiteX85" fmla="*/ 95958 w 765852"/>
              <a:gd name="connsiteY85" fmla="*/ 23793 h 260086"/>
              <a:gd name="connsiteX86" fmla="*/ 514844 w 765852"/>
              <a:gd name="connsiteY86" fmla="*/ 164677 h 260086"/>
              <a:gd name="connsiteX87" fmla="*/ 540232 w 765852"/>
              <a:gd name="connsiteY87" fmla="*/ 164677 h 260086"/>
              <a:gd name="connsiteX88" fmla="*/ 540232 w 765852"/>
              <a:gd name="connsiteY88" fmla="*/ 2119 h 260086"/>
              <a:gd name="connsiteX89" fmla="*/ 514844 w 765852"/>
              <a:gd name="connsiteY89" fmla="*/ 2119 h 260086"/>
              <a:gd name="connsiteX90" fmla="*/ 514844 w 765852"/>
              <a:gd name="connsiteY90" fmla="*/ 164677 h 260086"/>
              <a:gd name="connsiteX91" fmla="*/ 495205 w 765852"/>
              <a:gd name="connsiteY91" fmla="*/ 259554 h 260086"/>
              <a:gd name="connsiteX92" fmla="*/ 502915 w 765852"/>
              <a:gd name="connsiteY92" fmla="*/ 259554 h 260086"/>
              <a:gd name="connsiteX93" fmla="*/ 502915 w 765852"/>
              <a:gd name="connsiteY93" fmla="*/ 197523 h 260086"/>
              <a:gd name="connsiteX94" fmla="*/ 495205 w 765852"/>
              <a:gd name="connsiteY94" fmla="*/ 197523 h 260086"/>
              <a:gd name="connsiteX95" fmla="*/ 495205 w 765852"/>
              <a:gd name="connsiteY95" fmla="*/ 259554 h 260086"/>
              <a:gd name="connsiteX96" fmla="*/ 544816 w 765852"/>
              <a:gd name="connsiteY96" fmla="*/ 204613 h 260086"/>
              <a:gd name="connsiteX97" fmla="*/ 564923 w 765852"/>
              <a:gd name="connsiteY97" fmla="*/ 204613 h 260086"/>
              <a:gd name="connsiteX98" fmla="*/ 564923 w 765852"/>
              <a:gd name="connsiteY98" fmla="*/ 259554 h 260086"/>
              <a:gd name="connsiteX99" fmla="*/ 572633 w 765852"/>
              <a:gd name="connsiteY99" fmla="*/ 259554 h 260086"/>
              <a:gd name="connsiteX100" fmla="*/ 572633 w 765852"/>
              <a:gd name="connsiteY100" fmla="*/ 204613 h 260086"/>
              <a:gd name="connsiteX101" fmla="*/ 592740 w 765852"/>
              <a:gd name="connsiteY101" fmla="*/ 204613 h 260086"/>
              <a:gd name="connsiteX102" fmla="*/ 592740 w 765852"/>
              <a:gd name="connsiteY102" fmla="*/ 197523 h 260086"/>
              <a:gd name="connsiteX103" fmla="*/ 544816 w 765852"/>
              <a:gd name="connsiteY103" fmla="*/ 197523 h 260086"/>
              <a:gd name="connsiteX104" fmla="*/ 544816 w 765852"/>
              <a:gd name="connsiteY104" fmla="*/ 204613 h 260086"/>
              <a:gd name="connsiteX105" fmla="*/ 287389 w 765852"/>
              <a:gd name="connsiteY105" fmla="*/ 2119 h 260086"/>
              <a:gd name="connsiteX106" fmla="*/ 345234 w 765852"/>
              <a:gd name="connsiteY106" fmla="*/ 140105 h 260086"/>
              <a:gd name="connsiteX107" fmla="*/ 381413 w 765852"/>
              <a:gd name="connsiteY107" fmla="*/ 166796 h 260086"/>
              <a:gd name="connsiteX108" fmla="*/ 382899 w 765852"/>
              <a:gd name="connsiteY108" fmla="*/ 166796 h 260086"/>
              <a:gd name="connsiteX109" fmla="*/ 316692 w 765852"/>
              <a:gd name="connsiteY109" fmla="*/ 2119 h 260086"/>
              <a:gd name="connsiteX110" fmla="*/ 287389 w 765852"/>
              <a:gd name="connsiteY110" fmla="*/ 2119 h 260086"/>
              <a:gd name="connsiteX111" fmla="*/ 443549 w 765852"/>
              <a:gd name="connsiteY111" fmla="*/ 199871 h 260086"/>
              <a:gd name="connsiteX112" fmla="*/ 432739 w 765852"/>
              <a:gd name="connsiteY112" fmla="*/ 197523 h 260086"/>
              <a:gd name="connsiteX113" fmla="*/ 408910 w 765852"/>
              <a:gd name="connsiteY113" fmla="*/ 197523 h 260086"/>
              <a:gd name="connsiteX114" fmla="*/ 408910 w 765852"/>
              <a:gd name="connsiteY114" fmla="*/ 259554 h 260086"/>
              <a:gd name="connsiteX115" fmla="*/ 416621 w 765852"/>
              <a:gd name="connsiteY115" fmla="*/ 259554 h 260086"/>
              <a:gd name="connsiteX116" fmla="*/ 416621 w 765852"/>
              <a:gd name="connsiteY116" fmla="*/ 235716 h 260086"/>
              <a:gd name="connsiteX117" fmla="*/ 432748 w 765852"/>
              <a:gd name="connsiteY117" fmla="*/ 235716 h 260086"/>
              <a:gd name="connsiteX118" fmla="*/ 443512 w 765852"/>
              <a:gd name="connsiteY118" fmla="*/ 233368 h 260086"/>
              <a:gd name="connsiteX119" fmla="*/ 450728 w 765852"/>
              <a:gd name="connsiteY119" fmla="*/ 226681 h 260086"/>
              <a:gd name="connsiteX120" fmla="*/ 453295 w 765852"/>
              <a:gd name="connsiteY120" fmla="*/ 216583 h 260086"/>
              <a:gd name="connsiteX121" fmla="*/ 450774 w 765852"/>
              <a:gd name="connsiteY121" fmla="*/ 206521 h 260086"/>
              <a:gd name="connsiteX122" fmla="*/ 443558 w 765852"/>
              <a:gd name="connsiteY122" fmla="*/ 199871 h 260086"/>
              <a:gd name="connsiteX123" fmla="*/ 441779 w 765852"/>
              <a:gd name="connsiteY123" fmla="*/ 225351 h 260086"/>
              <a:gd name="connsiteX124" fmla="*/ 432033 w 765852"/>
              <a:gd name="connsiteY124" fmla="*/ 228635 h 260086"/>
              <a:gd name="connsiteX125" fmla="*/ 416621 w 765852"/>
              <a:gd name="connsiteY125" fmla="*/ 228635 h 260086"/>
              <a:gd name="connsiteX126" fmla="*/ 416621 w 765852"/>
              <a:gd name="connsiteY126" fmla="*/ 204622 h 260086"/>
              <a:gd name="connsiteX127" fmla="*/ 432125 w 765852"/>
              <a:gd name="connsiteY127" fmla="*/ 204622 h 260086"/>
              <a:gd name="connsiteX128" fmla="*/ 441825 w 765852"/>
              <a:gd name="connsiteY128" fmla="*/ 207860 h 260086"/>
              <a:gd name="connsiteX129" fmla="*/ 445410 w 765852"/>
              <a:gd name="connsiteY129" fmla="*/ 216592 h 260086"/>
              <a:gd name="connsiteX130" fmla="*/ 441779 w 765852"/>
              <a:gd name="connsiteY130" fmla="*/ 225361 h 260086"/>
              <a:gd name="connsiteX131" fmla="*/ 382889 w 765852"/>
              <a:gd name="connsiteY131" fmla="*/ 166805 h 260086"/>
              <a:gd name="connsiteX132" fmla="*/ 384375 w 765852"/>
              <a:gd name="connsiteY132" fmla="*/ 166805 h 260086"/>
              <a:gd name="connsiteX133" fmla="*/ 420554 w 765852"/>
              <a:gd name="connsiteY133" fmla="*/ 140114 h 260086"/>
              <a:gd name="connsiteX134" fmla="*/ 478399 w 765852"/>
              <a:gd name="connsiteY134" fmla="*/ 2128 h 260086"/>
              <a:gd name="connsiteX135" fmla="*/ 449096 w 765852"/>
              <a:gd name="connsiteY135" fmla="*/ 2128 h 260086"/>
              <a:gd name="connsiteX136" fmla="*/ 382889 w 765852"/>
              <a:gd name="connsiteY136" fmla="*/ 166814 h 260086"/>
              <a:gd name="connsiteX137" fmla="*/ 644368 w 765852"/>
              <a:gd name="connsiteY137" fmla="*/ 197523 h 260086"/>
              <a:gd name="connsiteX138" fmla="*/ 620714 w 765852"/>
              <a:gd name="connsiteY138" fmla="*/ 259554 h 260086"/>
              <a:gd name="connsiteX139" fmla="*/ 628690 w 765852"/>
              <a:gd name="connsiteY139" fmla="*/ 259554 h 260086"/>
              <a:gd name="connsiteX140" fmla="*/ 635246 w 765852"/>
              <a:gd name="connsiteY140" fmla="*/ 242806 h 260086"/>
              <a:gd name="connsiteX141" fmla="*/ 662266 w 765852"/>
              <a:gd name="connsiteY141" fmla="*/ 242806 h 260086"/>
              <a:gd name="connsiteX142" fmla="*/ 668821 w 765852"/>
              <a:gd name="connsiteY142" fmla="*/ 259554 h 260086"/>
              <a:gd name="connsiteX143" fmla="*/ 677055 w 765852"/>
              <a:gd name="connsiteY143" fmla="*/ 259554 h 260086"/>
              <a:gd name="connsiteX144" fmla="*/ 653491 w 765852"/>
              <a:gd name="connsiteY144" fmla="*/ 197523 h 260086"/>
              <a:gd name="connsiteX145" fmla="*/ 644368 w 765852"/>
              <a:gd name="connsiteY145" fmla="*/ 197523 h 260086"/>
              <a:gd name="connsiteX146" fmla="*/ 637547 w 765852"/>
              <a:gd name="connsiteY146" fmla="*/ 235808 h 260086"/>
              <a:gd name="connsiteX147" fmla="*/ 648705 w 765852"/>
              <a:gd name="connsiteY147" fmla="*/ 205943 h 260086"/>
              <a:gd name="connsiteX148" fmla="*/ 659955 w 765852"/>
              <a:gd name="connsiteY148" fmla="*/ 235808 h 260086"/>
              <a:gd name="connsiteX149" fmla="*/ 637538 w 765852"/>
              <a:gd name="connsiteY149" fmla="*/ 235808 h 260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</a:cxnLst>
            <a:rect l="l" t="t" r="r" b="b"/>
            <a:pathLst>
              <a:path w="765852" h="260086">
                <a:moveTo>
                  <a:pt x="739575" y="143884"/>
                </a:moveTo>
                <a:cubicBezTo>
                  <a:pt x="756519" y="128906"/>
                  <a:pt x="765852" y="107425"/>
                  <a:pt x="765852" y="83403"/>
                </a:cubicBezTo>
                <a:cubicBezTo>
                  <a:pt x="765852" y="59381"/>
                  <a:pt x="756519" y="37899"/>
                  <a:pt x="739575" y="22921"/>
                </a:cubicBezTo>
                <a:cubicBezTo>
                  <a:pt x="722613" y="7925"/>
                  <a:pt x="699307" y="0"/>
                  <a:pt x="672177" y="0"/>
                </a:cubicBezTo>
                <a:cubicBezTo>
                  <a:pt x="645047" y="0"/>
                  <a:pt x="621740" y="7925"/>
                  <a:pt x="604779" y="22921"/>
                </a:cubicBezTo>
                <a:cubicBezTo>
                  <a:pt x="587835" y="37899"/>
                  <a:pt x="578501" y="59381"/>
                  <a:pt x="578501" y="83403"/>
                </a:cubicBezTo>
                <a:cubicBezTo>
                  <a:pt x="578501" y="107425"/>
                  <a:pt x="587835" y="128906"/>
                  <a:pt x="604779" y="143884"/>
                </a:cubicBezTo>
                <a:cubicBezTo>
                  <a:pt x="621740" y="158881"/>
                  <a:pt x="645047" y="166805"/>
                  <a:pt x="672177" y="166805"/>
                </a:cubicBezTo>
                <a:cubicBezTo>
                  <a:pt x="699307" y="166805"/>
                  <a:pt x="722613" y="158881"/>
                  <a:pt x="739575" y="143884"/>
                </a:cubicBezTo>
                <a:close/>
                <a:moveTo>
                  <a:pt x="604595" y="83403"/>
                </a:moveTo>
                <a:cubicBezTo>
                  <a:pt x="604595" y="66489"/>
                  <a:pt x="610821" y="52135"/>
                  <a:pt x="622611" y="41871"/>
                </a:cubicBezTo>
                <a:cubicBezTo>
                  <a:pt x="634751" y="31305"/>
                  <a:pt x="651887" y="25719"/>
                  <a:pt x="672177" y="25719"/>
                </a:cubicBezTo>
                <a:cubicBezTo>
                  <a:pt x="692467" y="25719"/>
                  <a:pt x="709603" y="31305"/>
                  <a:pt x="721742" y="41871"/>
                </a:cubicBezTo>
                <a:cubicBezTo>
                  <a:pt x="733524" y="52126"/>
                  <a:pt x="739759" y="66489"/>
                  <a:pt x="739759" y="83403"/>
                </a:cubicBezTo>
                <a:cubicBezTo>
                  <a:pt x="739759" y="100316"/>
                  <a:pt x="733533" y="114671"/>
                  <a:pt x="721742" y="124934"/>
                </a:cubicBezTo>
                <a:cubicBezTo>
                  <a:pt x="709603" y="135501"/>
                  <a:pt x="692467" y="141077"/>
                  <a:pt x="672177" y="141077"/>
                </a:cubicBezTo>
                <a:cubicBezTo>
                  <a:pt x="651887" y="141077"/>
                  <a:pt x="634741" y="135491"/>
                  <a:pt x="622611" y="124934"/>
                </a:cubicBezTo>
                <a:cubicBezTo>
                  <a:pt x="610830" y="114671"/>
                  <a:pt x="604595" y="100316"/>
                  <a:pt x="604595" y="83403"/>
                </a:cubicBezTo>
                <a:close/>
                <a:moveTo>
                  <a:pt x="238310" y="207181"/>
                </a:moveTo>
                <a:cubicBezTo>
                  <a:pt x="241556" y="205118"/>
                  <a:pt x="245306" y="204081"/>
                  <a:pt x="249560" y="204081"/>
                </a:cubicBezTo>
                <a:cubicBezTo>
                  <a:pt x="254282" y="204081"/>
                  <a:pt x="258288" y="205292"/>
                  <a:pt x="261562" y="207713"/>
                </a:cubicBezTo>
                <a:cubicBezTo>
                  <a:pt x="264835" y="210135"/>
                  <a:pt x="267035" y="213501"/>
                  <a:pt x="268163" y="217812"/>
                </a:cubicBezTo>
                <a:lnTo>
                  <a:pt x="275874" y="217812"/>
                </a:lnTo>
                <a:cubicBezTo>
                  <a:pt x="274691" y="211373"/>
                  <a:pt x="271784" y="206292"/>
                  <a:pt x="267145" y="202568"/>
                </a:cubicBezTo>
                <a:cubicBezTo>
                  <a:pt x="262506" y="198844"/>
                  <a:pt x="256766" y="196982"/>
                  <a:pt x="249917" y="196982"/>
                </a:cubicBezTo>
                <a:cubicBezTo>
                  <a:pt x="244013" y="196982"/>
                  <a:pt x="238814" y="198293"/>
                  <a:pt x="234322" y="200926"/>
                </a:cubicBezTo>
                <a:cubicBezTo>
                  <a:pt x="229838" y="203558"/>
                  <a:pt x="226382" y="207264"/>
                  <a:pt x="223961" y="212052"/>
                </a:cubicBezTo>
                <a:cubicBezTo>
                  <a:pt x="221541" y="216840"/>
                  <a:pt x="220330" y="222334"/>
                  <a:pt x="220330" y="228534"/>
                </a:cubicBezTo>
                <a:cubicBezTo>
                  <a:pt x="220330" y="234734"/>
                  <a:pt x="221541" y="240302"/>
                  <a:pt x="223961" y="245062"/>
                </a:cubicBezTo>
                <a:cubicBezTo>
                  <a:pt x="226382" y="249823"/>
                  <a:pt x="229838" y="253510"/>
                  <a:pt x="234322" y="256142"/>
                </a:cubicBezTo>
                <a:cubicBezTo>
                  <a:pt x="238805" y="258775"/>
                  <a:pt x="244004" y="260086"/>
                  <a:pt x="249917" y="260086"/>
                </a:cubicBezTo>
                <a:cubicBezTo>
                  <a:pt x="256831" y="260086"/>
                  <a:pt x="262570" y="258224"/>
                  <a:pt x="267145" y="254501"/>
                </a:cubicBezTo>
                <a:cubicBezTo>
                  <a:pt x="271720" y="250777"/>
                  <a:pt x="274599" y="245695"/>
                  <a:pt x="275782" y="239256"/>
                </a:cubicBezTo>
                <a:lnTo>
                  <a:pt x="268071" y="239256"/>
                </a:lnTo>
                <a:cubicBezTo>
                  <a:pt x="266888" y="243631"/>
                  <a:pt x="264706" y="247007"/>
                  <a:pt x="261516" y="249401"/>
                </a:cubicBezTo>
                <a:cubicBezTo>
                  <a:pt x="258325" y="251795"/>
                  <a:pt x="254337" y="252987"/>
                  <a:pt x="249560" y="252987"/>
                </a:cubicBezTo>
                <a:cubicBezTo>
                  <a:pt x="245306" y="252987"/>
                  <a:pt x="241556" y="251951"/>
                  <a:pt x="238310" y="249887"/>
                </a:cubicBezTo>
                <a:cubicBezTo>
                  <a:pt x="235064" y="247823"/>
                  <a:pt x="232561" y="244925"/>
                  <a:pt x="230828" y="241201"/>
                </a:cubicBezTo>
                <a:cubicBezTo>
                  <a:pt x="229086" y="237477"/>
                  <a:pt x="228215" y="233258"/>
                  <a:pt x="228215" y="228525"/>
                </a:cubicBezTo>
                <a:cubicBezTo>
                  <a:pt x="228215" y="223792"/>
                  <a:pt x="229086" y="219499"/>
                  <a:pt x="230828" y="215812"/>
                </a:cubicBezTo>
                <a:cubicBezTo>
                  <a:pt x="232570" y="212125"/>
                  <a:pt x="235064" y="209245"/>
                  <a:pt x="238310" y="207172"/>
                </a:cubicBezTo>
                <a:close/>
                <a:moveTo>
                  <a:pt x="335580" y="197523"/>
                </a:moveTo>
                <a:lnTo>
                  <a:pt x="311925" y="259554"/>
                </a:lnTo>
                <a:lnTo>
                  <a:pt x="319892" y="259554"/>
                </a:lnTo>
                <a:lnTo>
                  <a:pt x="326448" y="242806"/>
                </a:lnTo>
                <a:lnTo>
                  <a:pt x="353467" y="242806"/>
                </a:lnTo>
                <a:lnTo>
                  <a:pt x="360023" y="259554"/>
                </a:lnTo>
                <a:lnTo>
                  <a:pt x="368256" y="259554"/>
                </a:lnTo>
                <a:lnTo>
                  <a:pt x="344693" y="197523"/>
                </a:lnTo>
                <a:lnTo>
                  <a:pt x="335570" y="197523"/>
                </a:lnTo>
                <a:close/>
                <a:moveTo>
                  <a:pt x="328758" y="235808"/>
                </a:moveTo>
                <a:lnTo>
                  <a:pt x="339916" y="205943"/>
                </a:lnTo>
                <a:lnTo>
                  <a:pt x="351166" y="235808"/>
                </a:lnTo>
                <a:lnTo>
                  <a:pt x="328749" y="235808"/>
                </a:lnTo>
                <a:close/>
                <a:moveTo>
                  <a:pt x="725437" y="197523"/>
                </a:moveTo>
                <a:lnTo>
                  <a:pt x="717736" y="197523"/>
                </a:lnTo>
                <a:lnTo>
                  <a:pt x="717736" y="259554"/>
                </a:lnTo>
                <a:lnTo>
                  <a:pt x="753704" y="259554"/>
                </a:lnTo>
                <a:lnTo>
                  <a:pt x="753704" y="252464"/>
                </a:lnTo>
                <a:lnTo>
                  <a:pt x="725446" y="252464"/>
                </a:lnTo>
                <a:lnTo>
                  <a:pt x="725446" y="197523"/>
                </a:lnTo>
                <a:close/>
                <a:moveTo>
                  <a:pt x="250953" y="2119"/>
                </a:moveTo>
                <a:lnTo>
                  <a:pt x="225566" y="2119"/>
                </a:lnTo>
                <a:lnTo>
                  <a:pt x="225566" y="164677"/>
                </a:lnTo>
                <a:lnTo>
                  <a:pt x="250953" y="164677"/>
                </a:lnTo>
                <a:lnTo>
                  <a:pt x="250953" y="2119"/>
                </a:lnTo>
                <a:close/>
                <a:moveTo>
                  <a:pt x="80592" y="62692"/>
                </a:moveTo>
                <a:lnTo>
                  <a:pt x="80592" y="164687"/>
                </a:lnTo>
                <a:cubicBezTo>
                  <a:pt x="80592" y="164687"/>
                  <a:pt x="106732" y="164687"/>
                  <a:pt x="106732" y="164687"/>
                </a:cubicBezTo>
                <a:lnTo>
                  <a:pt x="106713" y="62692"/>
                </a:lnTo>
                <a:cubicBezTo>
                  <a:pt x="106713" y="50282"/>
                  <a:pt x="102707" y="38523"/>
                  <a:pt x="95124" y="28700"/>
                </a:cubicBezTo>
                <a:lnTo>
                  <a:pt x="93648" y="26792"/>
                </a:lnTo>
                <a:lnTo>
                  <a:pt x="92172" y="28700"/>
                </a:lnTo>
                <a:cubicBezTo>
                  <a:pt x="84589" y="38523"/>
                  <a:pt x="80583" y="50273"/>
                  <a:pt x="80583" y="62692"/>
                </a:cubicBezTo>
                <a:close/>
                <a:moveTo>
                  <a:pt x="47273" y="2119"/>
                </a:moveTo>
                <a:lnTo>
                  <a:pt x="0" y="2119"/>
                </a:lnTo>
                <a:lnTo>
                  <a:pt x="0" y="26792"/>
                </a:lnTo>
                <a:lnTo>
                  <a:pt x="93648" y="26792"/>
                </a:lnTo>
                <a:lnTo>
                  <a:pt x="91328" y="23793"/>
                </a:lnTo>
                <a:cubicBezTo>
                  <a:pt x="80693" y="10025"/>
                  <a:pt x="64629" y="2119"/>
                  <a:pt x="47273" y="2119"/>
                </a:cubicBezTo>
                <a:close/>
                <a:moveTo>
                  <a:pt x="95968" y="23793"/>
                </a:moveTo>
                <a:lnTo>
                  <a:pt x="93648" y="26792"/>
                </a:lnTo>
                <a:lnTo>
                  <a:pt x="187296" y="26792"/>
                </a:lnTo>
                <a:lnTo>
                  <a:pt x="187296" y="2119"/>
                </a:lnTo>
                <a:lnTo>
                  <a:pt x="140023" y="2119"/>
                </a:lnTo>
                <a:cubicBezTo>
                  <a:pt x="122657" y="2119"/>
                  <a:pt x="106603" y="10016"/>
                  <a:pt x="95958" y="23793"/>
                </a:cubicBezTo>
                <a:close/>
                <a:moveTo>
                  <a:pt x="514844" y="164677"/>
                </a:moveTo>
                <a:lnTo>
                  <a:pt x="540232" y="164677"/>
                </a:lnTo>
                <a:lnTo>
                  <a:pt x="540232" y="2119"/>
                </a:lnTo>
                <a:lnTo>
                  <a:pt x="514844" y="2119"/>
                </a:lnTo>
                <a:lnTo>
                  <a:pt x="514844" y="164677"/>
                </a:lnTo>
                <a:close/>
                <a:moveTo>
                  <a:pt x="495205" y="259554"/>
                </a:moveTo>
                <a:lnTo>
                  <a:pt x="502915" y="259554"/>
                </a:lnTo>
                <a:lnTo>
                  <a:pt x="502915" y="197523"/>
                </a:lnTo>
                <a:lnTo>
                  <a:pt x="495205" y="197523"/>
                </a:lnTo>
                <a:lnTo>
                  <a:pt x="495205" y="259554"/>
                </a:lnTo>
                <a:close/>
                <a:moveTo>
                  <a:pt x="544816" y="204613"/>
                </a:moveTo>
                <a:lnTo>
                  <a:pt x="564923" y="204613"/>
                </a:lnTo>
                <a:lnTo>
                  <a:pt x="564923" y="259554"/>
                </a:lnTo>
                <a:lnTo>
                  <a:pt x="572633" y="259554"/>
                </a:lnTo>
                <a:lnTo>
                  <a:pt x="572633" y="204613"/>
                </a:lnTo>
                <a:lnTo>
                  <a:pt x="592740" y="204613"/>
                </a:lnTo>
                <a:lnTo>
                  <a:pt x="592740" y="197523"/>
                </a:lnTo>
                <a:lnTo>
                  <a:pt x="544816" y="197523"/>
                </a:lnTo>
                <a:lnTo>
                  <a:pt x="544816" y="204613"/>
                </a:lnTo>
                <a:close/>
                <a:moveTo>
                  <a:pt x="287389" y="2119"/>
                </a:moveTo>
                <a:cubicBezTo>
                  <a:pt x="287389" y="2119"/>
                  <a:pt x="335680" y="117220"/>
                  <a:pt x="345234" y="140105"/>
                </a:cubicBezTo>
                <a:cubicBezTo>
                  <a:pt x="356374" y="166796"/>
                  <a:pt x="374464" y="166796"/>
                  <a:pt x="381413" y="166796"/>
                </a:cubicBezTo>
                <a:lnTo>
                  <a:pt x="382899" y="166796"/>
                </a:lnTo>
                <a:lnTo>
                  <a:pt x="316692" y="2119"/>
                </a:lnTo>
                <a:lnTo>
                  <a:pt x="287389" y="2119"/>
                </a:lnTo>
                <a:close/>
                <a:moveTo>
                  <a:pt x="443549" y="199871"/>
                </a:moveTo>
                <a:cubicBezTo>
                  <a:pt x="440413" y="198303"/>
                  <a:pt x="436819" y="197523"/>
                  <a:pt x="432739" y="197523"/>
                </a:cubicBezTo>
                <a:lnTo>
                  <a:pt x="408910" y="197523"/>
                </a:lnTo>
                <a:lnTo>
                  <a:pt x="408910" y="259554"/>
                </a:lnTo>
                <a:lnTo>
                  <a:pt x="416621" y="259554"/>
                </a:lnTo>
                <a:lnTo>
                  <a:pt x="416621" y="235716"/>
                </a:lnTo>
                <a:lnTo>
                  <a:pt x="432748" y="235716"/>
                </a:lnTo>
                <a:cubicBezTo>
                  <a:pt x="436819" y="235716"/>
                  <a:pt x="440413" y="234936"/>
                  <a:pt x="443512" y="233368"/>
                </a:cubicBezTo>
                <a:cubicBezTo>
                  <a:pt x="446611" y="231799"/>
                  <a:pt x="449013" y="229571"/>
                  <a:pt x="450728" y="226681"/>
                </a:cubicBezTo>
                <a:cubicBezTo>
                  <a:pt x="452442" y="223783"/>
                  <a:pt x="453295" y="220417"/>
                  <a:pt x="453295" y="216583"/>
                </a:cubicBezTo>
                <a:cubicBezTo>
                  <a:pt x="453295" y="212749"/>
                  <a:pt x="452452" y="209392"/>
                  <a:pt x="450774" y="206521"/>
                </a:cubicBezTo>
                <a:cubicBezTo>
                  <a:pt x="449087" y="203659"/>
                  <a:pt x="446685" y="201439"/>
                  <a:pt x="443558" y="199871"/>
                </a:cubicBezTo>
                <a:close/>
                <a:moveTo>
                  <a:pt x="441779" y="225351"/>
                </a:moveTo>
                <a:cubicBezTo>
                  <a:pt x="439359" y="227534"/>
                  <a:pt x="436113" y="228635"/>
                  <a:pt x="432033" y="228635"/>
                </a:cubicBezTo>
                <a:lnTo>
                  <a:pt x="416621" y="228635"/>
                </a:lnTo>
                <a:lnTo>
                  <a:pt x="416621" y="204622"/>
                </a:lnTo>
                <a:lnTo>
                  <a:pt x="432125" y="204622"/>
                </a:lnTo>
                <a:cubicBezTo>
                  <a:pt x="436196" y="204622"/>
                  <a:pt x="439432" y="205705"/>
                  <a:pt x="441825" y="207860"/>
                </a:cubicBezTo>
                <a:cubicBezTo>
                  <a:pt x="444218" y="210015"/>
                  <a:pt x="445410" y="212923"/>
                  <a:pt x="445410" y="216592"/>
                </a:cubicBezTo>
                <a:cubicBezTo>
                  <a:pt x="445410" y="220261"/>
                  <a:pt x="444200" y="223178"/>
                  <a:pt x="441779" y="225361"/>
                </a:cubicBezTo>
                <a:close/>
                <a:moveTo>
                  <a:pt x="382889" y="166805"/>
                </a:moveTo>
                <a:lnTo>
                  <a:pt x="384375" y="166805"/>
                </a:lnTo>
                <a:cubicBezTo>
                  <a:pt x="391334" y="166805"/>
                  <a:pt x="409423" y="166805"/>
                  <a:pt x="420554" y="140114"/>
                </a:cubicBezTo>
                <a:cubicBezTo>
                  <a:pt x="430099" y="117230"/>
                  <a:pt x="478399" y="2128"/>
                  <a:pt x="478399" y="2128"/>
                </a:cubicBezTo>
                <a:lnTo>
                  <a:pt x="449096" y="2128"/>
                </a:lnTo>
                <a:lnTo>
                  <a:pt x="382889" y="166814"/>
                </a:lnTo>
                <a:close/>
                <a:moveTo>
                  <a:pt x="644368" y="197523"/>
                </a:moveTo>
                <a:lnTo>
                  <a:pt x="620714" y="259554"/>
                </a:lnTo>
                <a:lnTo>
                  <a:pt x="628690" y="259554"/>
                </a:lnTo>
                <a:lnTo>
                  <a:pt x="635246" y="242806"/>
                </a:lnTo>
                <a:lnTo>
                  <a:pt x="662266" y="242806"/>
                </a:lnTo>
                <a:lnTo>
                  <a:pt x="668821" y="259554"/>
                </a:lnTo>
                <a:lnTo>
                  <a:pt x="677055" y="259554"/>
                </a:lnTo>
                <a:lnTo>
                  <a:pt x="653491" y="197523"/>
                </a:lnTo>
                <a:lnTo>
                  <a:pt x="644368" y="197523"/>
                </a:lnTo>
                <a:close/>
                <a:moveTo>
                  <a:pt x="637547" y="235808"/>
                </a:moveTo>
                <a:lnTo>
                  <a:pt x="648705" y="205943"/>
                </a:lnTo>
                <a:lnTo>
                  <a:pt x="659955" y="235808"/>
                </a:lnTo>
                <a:lnTo>
                  <a:pt x="637538" y="235808"/>
                </a:lnTo>
                <a:close/>
              </a:path>
            </a:pathLst>
          </a:custGeom>
          <a:solidFill>
            <a:srgbClr val="000000"/>
          </a:solidFill>
          <a:ln w="1061" cap="flat">
            <a:noFill/>
            <a:prstDash val="solid"/>
            <a:miter/>
          </a:ln>
        </p:spPr>
        <p:txBody>
          <a:bodyPr rtlCol="0" anchor="ctr"/>
          <a:lstStyle/>
          <a:p>
            <a:endParaRPr lang="pt-BR">
              <a:solidFill>
                <a:schemeClr val="accent6"/>
              </a:solidFill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819F04F-8ABD-ABFC-2381-D3C3D7CF30AF}"/>
              </a:ext>
            </a:extLst>
          </p:cNvPr>
          <p:cNvCxnSpPr/>
          <p:nvPr userDrawn="1"/>
        </p:nvCxnSpPr>
        <p:spPr>
          <a:xfrm>
            <a:off x="0" y="6699502"/>
            <a:ext cx="12192000" cy="0"/>
          </a:xfrm>
          <a:prstGeom prst="line">
            <a:avLst/>
          </a:prstGeom>
          <a:ln>
            <a:gradFill>
              <a:gsLst>
                <a:gs pos="0">
                  <a:schemeClr val="accent1"/>
                </a:gs>
                <a:gs pos="50000">
                  <a:srgbClr val="AAE4C0"/>
                </a:gs>
                <a:gs pos="100000">
                  <a:schemeClr val="accent2">
                    <a:alpha val="0"/>
                  </a:schemeClr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5FA29D40-8F86-4DCA-85E9-E401626339AF}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6776531"/>
            <a:ext cx="12192000" cy="0"/>
          </a:xfrm>
          <a:prstGeom prst="line">
            <a:avLst/>
          </a:prstGeom>
          <a:ln>
            <a:gradFill>
              <a:gsLst>
                <a:gs pos="0">
                  <a:schemeClr val="accent3">
                    <a:lumMod val="50000"/>
                  </a:schemeClr>
                </a:gs>
                <a:gs pos="50000">
                  <a:schemeClr val="accent3">
                    <a:lumMod val="60000"/>
                    <a:lumOff val="40000"/>
                  </a:schemeClr>
                </a:gs>
                <a:gs pos="100000">
                  <a:schemeClr val="bg1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935211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469">
          <p15:clr>
            <a:srgbClr val="FBAE40"/>
          </p15:clr>
        </p15:guide>
        <p15:guide id="2" orient="horz" pos="3974">
          <p15:clr>
            <a:srgbClr val="FBAE40"/>
          </p15:clr>
        </p15:guide>
        <p15:guide id="3" orient="horz" pos="232">
          <p15:clr>
            <a:srgbClr val="FBAE40"/>
          </p15:clr>
        </p15:guide>
        <p15:guide id="4" pos="211">
          <p15:clr>
            <a:srgbClr val="FBAE40"/>
          </p15:clr>
        </p15:guide>
        <p15:guide id="5" orient="horz" pos="4065">
          <p15:clr>
            <a:srgbClr val="FBAE40"/>
          </p15:clr>
        </p15:guide>
        <p15:guide id="6" orient="horz" pos="799">
          <p15:clr>
            <a:srgbClr val="FBAE40"/>
          </p15:clr>
        </p15:guide>
        <p15:guide id="7" orient="horz" pos="935">
          <p15:clr>
            <a:srgbClr val="FBAE40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| 2 linhas - Branco 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132BCE3-A04F-8602-64F7-7623C7EAF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61763" y="6482556"/>
            <a:ext cx="295275" cy="1692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 sz="1100">
                <a:solidFill>
                  <a:schemeClr val="tx1"/>
                </a:solidFill>
                <a:latin typeface="Versos" panose="020B0503020204030204" pitchFamily="34" charset="0"/>
                <a:cs typeface="Versos" panose="020B0503020204030204" pitchFamily="34" charset="0"/>
              </a:defRPr>
            </a:lvl1pPr>
          </a:lstStyle>
          <a:p>
            <a:fld id="{77667D73-C69A-4DAA-9003-24A825D36FE9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B13D7C-5A47-B0DF-B518-26E79F5D2DB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63" y="368300"/>
            <a:ext cx="10183813" cy="4308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800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 err="1"/>
              <a:t>Título</a:t>
            </a:r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2BF5896-7E11-14FB-06A4-95B1CAD37BF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34963" y="1949414"/>
            <a:ext cx="5648397" cy="435931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chemeClr val="tx1"/>
                </a:solidFill>
                <a:latin typeface="Versos Light" panose="020B04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401465E-A8CD-A3BA-BE2A-9597492FDC6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4963" y="6482556"/>
            <a:ext cx="10980000" cy="180000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chemeClr val="tx1"/>
                </a:solidFill>
                <a:latin typeface="Versos Light" panose="020B0403020204030204" pitchFamily="34" charset="0"/>
              </a:defRPr>
            </a:lvl1pPr>
            <a:lvl2pPr>
              <a:defRPr sz="900">
                <a:latin typeface="Versos Light" panose="020B0403020204030204" pitchFamily="34" charset="0"/>
              </a:defRPr>
            </a:lvl2pPr>
            <a:lvl3pPr>
              <a:defRPr sz="900">
                <a:latin typeface="Versos Light" panose="020B0403020204030204" pitchFamily="34" charset="0"/>
              </a:defRPr>
            </a:lvl3pPr>
            <a:lvl4pPr>
              <a:defRPr sz="900">
                <a:latin typeface="Versos Light" panose="020B0403020204030204" pitchFamily="34" charset="0"/>
              </a:defRPr>
            </a:lvl4pPr>
            <a:lvl5pPr>
              <a:defRPr sz="900">
                <a:latin typeface="Versos Light" panose="020B0403020204030204" pitchFamily="34" charset="0"/>
              </a:defRPr>
            </a:lvl5pPr>
          </a:lstStyle>
          <a:p>
            <a:pPr lvl="0"/>
            <a:r>
              <a:rPr lang="en-US"/>
              <a:t>Fonte:</a:t>
            </a:r>
            <a:endParaRPr lang="pt-BR"/>
          </a:p>
        </p:txBody>
      </p:sp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A0F307EA-4C29-0128-C5F3-1EC020414CC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208640" y="1949414"/>
            <a:ext cx="5648397" cy="435931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chemeClr val="tx1"/>
                </a:solidFill>
                <a:latin typeface="Versos Light" panose="020B04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8">
            <a:extLst>
              <a:ext uri="{FF2B5EF4-FFF2-40B4-BE49-F238E27FC236}">
                <a16:creationId xmlns:a16="http://schemas.microsoft.com/office/drawing/2014/main" id="{FC74B37E-4911-072A-7204-9C9ACA9A1C8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34963" y="1518527"/>
            <a:ext cx="5648397" cy="23011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chemeClr val="tx1"/>
                </a:solidFill>
                <a:latin typeface="Versos" panose="020B05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75ABF0D0-FF53-6AFF-585A-B5197E38DF0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208640" y="1518527"/>
            <a:ext cx="5648397" cy="23011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chemeClr val="tx1"/>
                </a:solidFill>
                <a:latin typeface="Versos" panose="020B05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Picture 8">
            <a:extLst>
              <a:ext uri="{FF2B5EF4-FFF2-40B4-BE49-F238E27FC236}">
                <a16:creationId xmlns:a16="http://schemas.microsoft.com/office/drawing/2014/main" id="{D2821058-F589-1511-1D91-0F05271A6C82}"/>
              </a:ext>
            </a:extLst>
          </p:cNvPr>
          <p:cNvSpPr/>
          <p:nvPr userDrawn="1"/>
        </p:nvSpPr>
        <p:spPr>
          <a:xfrm>
            <a:off x="11091186" y="377178"/>
            <a:ext cx="765852" cy="260086"/>
          </a:xfrm>
          <a:custGeom>
            <a:avLst/>
            <a:gdLst>
              <a:gd name="connsiteX0" fmla="*/ 739575 w 765852"/>
              <a:gd name="connsiteY0" fmla="*/ 143884 h 260086"/>
              <a:gd name="connsiteX1" fmla="*/ 765852 w 765852"/>
              <a:gd name="connsiteY1" fmla="*/ 83403 h 260086"/>
              <a:gd name="connsiteX2" fmla="*/ 739575 w 765852"/>
              <a:gd name="connsiteY2" fmla="*/ 22921 h 260086"/>
              <a:gd name="connsiteX3" fmla="*/ 672177 w 765852"/>
              <a:gd name="connsiteY3" fmla="*/ 0 h 260086"/>
              <a:gd name="connsiteX4" fmla="*/ 604779 w 765852"/>
              <a:gd name="connsiteY4" fmla="*/ 22921 h 260086"/>
              <a:gd name="connsiteX5" fmla="*/ 578501 w 765852"/>
              <a:gd name="connsiteY5" fmla="*/ 83403 h 260086"/>
              <a:gd name="connsiteX6" fmla="*/ 604779 w 765852"/>
              <a:gd name="connsiteY6" fmla="*/ 143884 h 260086"/>
              <a:gd name="connsiteX7" fmla="*/ 672177 w 765852"/>
              <a:gd name="connsiteY7" fmla="*/ 166805 h 260086"/>
              <a:gd name="connsiteX8" fmla="*/ 739575 w 765852"/>
              <a:gd name="connsiteY8" fmla="*/ 143884 h 260086"/>
              <a:gd name="connsiteX9" fmla="*/ 604595 w 765852"/>
              <a:gd name="connsiteY9" fmla="*/ 83403 h 260086"/>
              <a:gd name="connsiteX10" fmla="*/ 622611 w 765852"/>
              <a:gd name="connsiteY10" fmla="*/ 41871 h 260086"/>
              <a:gd name="connsiteX11" fmla="*/ 672177 w 765852"/>
              <a:gd name="connsiteY11" fmla="*/ 25719 h 260086"/>
              <a:gd name="connsiteX12" fmla="*/ 721742 w 765852"/>
              <a:gd name="connsiteY12" fmla="*/ 41871 h 260086"/>
              <a:gd name="connsiteX13" fmla="*/ 739759 w 765852"/>
              <a:gd name="connsiteY13" fmla="*/ 83403 h 260086"/>
              <a:gd name="connsiteX14" fmla="*/ 721742 w 765852"/>
              <a:gd name="connsiteY14" fmla="*/ 124934 h 260086"/>
              <a:gd name="connsiteX15" fmla="*/ 672177 w 765852"/>
              <a:gd name="connsiteY15" fmla="*/ 141077 h 260086"/>
              <a:gd name="connsiteX16" fmla="*/ 622611 w 765852"/>
              <a:gd name="connsiteY16" fmla="*/ 124934 h 260086"/>
              <a:gd name="connsiteX17" fmla="*/ 604595 w 765852"/>
              <a:gd name="connsiteY17" fmla="*/ 83403 h 260086"/>
              <a:gd name="connsiteX18" fmla="*/ 238310 w 765852"/>
              <a:gd name="connsiteY18" fmla="*/ 207181 h 260086"/>
              <a:gd name="connsiteX19" fmla="*/ 249560 w 765852"/>
              <a:gd name="connsiteY19" fmla="*/ 204081 h 260086"/>
              <a:gd name="connsiteX20" fmla="*/ 261562 w 765852"/>
              <a:gd name="connsiteY20" fmla="*/ 207713 h 260086"/>
              <a:gd name="connsiteX21" fmla="*/ 268163 w 765852"/>
              <a:gd name="connsiteY21" fmla="*/ 217812 h 260086"/>
              <a:gd name="connsiteX22" fmla="*/ 275874 w 765852"/>
              <a:gd name="connsiteY22" fmla="*/ 217812 h 260086"/>
              <a:gd name="connsiteX23" fmla="*/ 267145 w 765852"/>
              <a:gd name="connsiteY23" fmla="*/ 202568 h 260086"/>
              <a:gd name="connsiteX24" fmla="*/ 249917 w 765852"/>
              <a:gd name="connsiteY24" fmla="*/ 196982 h 260086"/>
              <a:gd name="connsiteX25" fmla="*/ 234322 w 765852"/>
              <a:gd name="connsiteY25" fmla="*/ 200926 h 260086"/>
              <a:gd name="connsiteX26" fmla="*/ 223961 w 765852"/>
              <a:gd name="connsiteY26" fmla="*/ 212052 h 260086"/>
              <a:gd name="connsiteX27" fmla="*/ 220330 w 765852"/>
              <a:gd name="connsiteY27" fmla="*/ 228534 h 260086"/>
              <a:gd name="connsiteX28" fmla="*/ 223961 w 765852"/>
              <a:gd name="connsiteY28" fmla="*/ 245062 h 260086"/>
              <a:gd name="connsiteX29" fmla="*/ 234322 w 765852"/>
              <a:gd name="connsiteY29" fmla="*/ 256142 h 260086"/>
              <a:gd name="connsiteX30" fmla="*/ 249917 w 765852"/>
              <a:gd name="connsiteY30" fmla="*/ 260086 h 260086"/>
              <a:gd name="connsiteX31" fmla="*/ 267145 w 765852"/>
              <a:gd name="connsiteY31" fmla="*/ 254501 h 260086"/>
              <a:gd name="connsiteX32" fmla="*/ 275782 w 765852"/>
              <a:gd name="connsiteY32" fmla="*/ 239256 h 260086"/>
              <a:gd name="connsiteX33" fmla="*/ 268071 w 765852"/>
              <a:gd name="connsiteY33" fmla="*/ 239256 h 260086"/>
              <a:gd name="connsiteX34" fmla="*/ 261516 w 765852"/>
              <a:gd name="connsiteY34" fmla="*/ 249401 h 260086"/>
              <a:gd name="connsiteX35" fmla="*/ 249560 w 765852"/>
              <a:gd name="connsiteY35" fmla="*/ 252987 h 260086"/>
              <a:gd name="connsiteX36" fmla="*/ 238310 w 765852"/>
              <a:gd name="connsiteY36" fmla="*/ 249887 h 260086"/>
              <a:gd name="connsiteX37" fmla="*/ 230828 w 765852"/>
              <a:gd name="connsiteY37" fmla="*/ 241201 h 260086"/>
              <a:gd name="connsiteX38" fmla="*/ 228215 w 765852"/>
              <a:gd name="connsiteY38" fmla="*/ 228525 h 260086"/>
              <a:gd name="connsiteX39" fmla="*/ 230828 w 765852"/>
              <a:gd name="connsiteY39" fmla="*/ 215812 h 260086"/>
              <a:gd name="connsiteX40" fmla="*/ 238310 w 765852"/>
              <a:gd name="connsiteY40" fmla="*/ 207172 h 260086"/>
              <a:gd name="connsiteX41" fmla="*/ 335580 w 765852"/>
              <a:gd name="connsiteY41" fmla="*/ 197523 h 260086"/>
              <a:gd name="connsiteX42" fmla="*/ 311925 w 765852"/>
              <a:gd name="connsiteY42" fmla="*/ 259554 h 260086"/>
              <a:gd name="connsiteX43" fmla="*/ 319892 w 765852"/>
              <a:gd name="connsiteY43" fmla="*/ 259554 h 260086"/>
              <a:gd name="connsiteX44" fmla="*/ 326448 w 765852"/>
              <a:gd name="connsiteY44" fmla="*/ 242806 h 260086"/>
              <a:gd name="connsiteX45" fmla="*/ 353467 w 765852"/>
              <a:gd name="connsiteY45" fmla="*/ 242806 h 260086"/>
              <a:gd name="connsiteX46" fmla="*/ 360023 w 765852"/>
              <a:gd name="connsiteY46" fmla="*/ 259554 h 260086"/>
              <a:gd name="connsiteX47" fmla="*/ 368256 w 765852"/>
              <a:gd name="connsiteY47" fmla="*/ 259554 h 260086"/>
              <a:gd name="connsiteX48" fmla="*/ 344693 w 765852"/>
              <a:gd name="connsiteY48" fmla="*/ 197523 h 260086"/>
              <a:gd name="connsiteX49" fmla="*/ 335570 w 765852"/>
              <a:gd name="connsiteY49" fmla="*/ 197523 h 260086"/>
              <a:gd name="connsiteX50" fmla="*/ 328758 w 765852"/>
              <a:gd name="connsiteY50" fmla="*/ 235808 h 260086"/>
              <a:gd name="connsiteX51" fmla="*/ 339916 w 765852"/>
              <a:gd name="connsiteY51" fmla="*/ 205943 h 260086"/>
              <a:gd name="connsiteX52" fmla="*/ 351166 w 765852"/>
              <a:gd name="connsiteY52" fmla="*/ 235808 h 260086"/>
              <a:gd name="connsiteX53" fmla="*/ 328749 w 765852"/>
              <a:gd name="connsiteY53" fmla="*/ 235808 h 260086"/>
              <a:gd name="connsiteX54" fmla="*/ 725437 w 765852"/>
              <a:gd name="connsiteY54" fmla="*/ 197523 h 260086"/>
              <a:gd name="connsiteX55" fmla="*/ 717736 w 765852"/>
              <a:gd name="connsiteY55" fmla="*/ 197523 h 260086"/>
              <a:gd name="connsiteX56" fmla="*/ 717736 w 765852"/>
              <a:gd name="connsiteY56" fmla="*/ 259554 h 260086"/>
              <a:gd name="connsiteX57" fmla="*/ 753704 w 765852"/>
              <a:gd name="connsiteY57" fmla="*/ 259554 h 260086"/>
              <a:gd name="connsiteX58" fmla="*/ 753704 w 765852"/>
              <a:gd name="connsiteY58" fmla="*/ 252464 h 260086"/>
              <a:gd name="connsiteX59" fmla="*/ 725446 w 765852"/>
              <a:gd name="connsiteY59" fmla="*/ 252464 h 260086"/>
              <a:gd name="connsiteX60" fmla="*/ 725446 w 765852"/>
              <a:gd name="connsiteY60" fmla="*/ 197523 h 260086"/>
              <a:gd name="connsiteX61" fmla="*/ 250953 w 765852"/>
              <a:gd name="connsiteY61" fmla="*/ 2119 h 260086"/>
              <a:gd name="connsiteX62" fmla="*/ 225566 w 765852"/>
              <a:gd name="connsiteY62" fmla="*/ 2119 h 260086"/>
              <a:gd name="connsiteX63" fmla="*/ 225566 w 765852"/>
              <a:gd name="connsiteY63" fmla="*/ 164677 h 260086"/>
              <a:gd name="connsiteX64" fmla="*/ 250953 w 765852"/>
              <a:gd name="connsiteY64" fmla="*/ 164677 h 260086"/>
              <a:gd name="connsiteX65" fmla="*/ 250953 w 765852"/>
              <a:gd name="connsiteY65" fmla="*/ 2119 h 260086"/>
              <a:gd name="connsiteX66" fmla="*/ 80592 w 765852"/>
              <a:gd name="connsiteY66" fmla="*/ 62692 h 260086"/>
              <a:gd name="connsiteX67" fmla="*/ 80592 w 765852"/>
              <a:gd name="connsiteY67" fmla="*/ 164687 h 260086"/>
              <a:gd name="connsiteX68" fmla="*/ 106732 w 765852"/>
              <a:gd name="connsiteY68" fmla="*/ 164687 h 260086"/>
              <a:gd name="connsiteX69" fmla="*/ 106713 w 765852"/>
              <a:gd name="connsiteY69" fmla="*/ 62692 h 260086"/>
              <a:gd name="connsiteX70" fmla="*/ 95124 w 765852"/>
              <a:gd name="connsiteY70" fmla="*/ 28700 h 260086"/>
              <a:gd name="connsiteX71" fmla="*/ 93648 w 765852"/>
              <a:gd name="connsiteY71" fmla="*/ 26792 h 260086"/>
              <a:gd name="connsiteX72" fmla="*/ 92172 w 765852"/>
              <a:gd name="connsiteY72" fmla="*/ 28700 h 260086"/>
              <a:gd name="connsiteX73" fmla="*/ 80583 w 765852"/>
              <a:gd name="connsiteY73" fmla="*/ 62692 h 260086"/>
              <a:gd name="connsiteX74" fmla="*/ 47273 w 765852"/>
              <a:gd name="connsiteY74" fmla="*/ 2119 h 260086"/>
              <a:gd name="connsiteX75" fmla="*/ 0 w 765852"/>
              <a:gd name="connsiteY75" fmla="*/ 2119 h 260086"/>
              <a:gd name="connsiteX76" fmla="*/ 0 w 765852"/>
              <a:gd name="connsiteY76" fmla="*/ 26792 h 260086"/>
              <a:gd name="connsiteX77" fmla="*/ 93648 w 765852"/>
              <a:gd name="connsiteY77" fmla="*/ 26792 h 260086"/>
              <a:gd name="connsiteX78" fmla="*/ 91328 w 765852"/>
              <a:gd name="connsiteY78" fmla="*/ 23793 h 260086"/>
              <a:gd name="connsiteX79" fmla="*/ 47273 w 765852"/>
              <a:gd name="connsiteY79" fmla="*/ 2119 h 260086"/>
              <a:gd name="connsiteX80" fmla="*/ 95968 w 765852"/>
              <a:gd name="connsiteY80" fmla="*/ 23793 h 260086"/>
              <a:gd name="connsiteX81" fmla="*/ 93648 w 765852"/>
              <a:gd name="connsiteY81" fmla="*/ 26792 h 260086"/>
              <a:gd name="connsiteX82" fmla="*/ 187296 w 765852"/>
              <a:gd name="connsiteY82" fmla="*/ 26792 h 260086"/>
              <a:gd name="connsiteX83" fmla="*/ 187296 w 765852"/>
              <a:gd name="connsiteY83" fmla="*/ 2119 h 260086"/>
              <a:gd name="connsiteX84" fmla="*/ 140023 w 765852"/>
              <a:gd name="connsiteY84" fmla="*/ 2119 h 260086"/>
              <a:gd name="connsiteX85" fmla="*/ 95958 w 765852"/>
              <a:gd name="connsiteY85" fmla="*/ 23793 h 260086"/>
              <a:gd name="connsiteX86" fmla="*/ 514844 w 765852"/>
              <a:gd name="connsiteY86" fmla="*/ 164677 h 260086"/>
              <a:gd name="connsiteX87" fmla="*/ 540232 w 765852"/>
              <a:gd name="connsiteY87" fmla="*/ 164677 h 260086"/>
              <a:gd name="connsiteX88" fmla="*/ 540232 w 765852"/>
              <a:gd name="connsiteY88" fmla="*/ 2119 h 260086"/>
              <a:gd name="connsiteX89" fmla="*/ 514844 w 765852"/>
              <a:gd name="connsiteY89" fmla="*/ 2119 h 260086"/>
              <a:gd name="connsiteX90" fmla="*/ 514844 w 765852"/>
              <a:gd name="connsiteY90" fmla="*/ 164677 h 260086"/>
              <a:gd name="connsiteX91" fmla="*/ 495205 w 765852"/>
              <a:gd name="connsiteY91" fmla="*/ 259554 h 260086"/>
              <a:gd name="connsiteX92" fmla="*/ 502915 w 765852"/>
              <a:gd name="connsiteY92" fmla="*/ 259554 h 260086"/>
              <a:gd name="connsiteX93" fmla="*/ 502915 w 765852"/>
              <a:gd name="connsiteY93" fmla="*/ 197523 h 260086"/>
              <a:gd name="connsiteX94" fmla="*/ 495205 w 765852"/>
              <a:gd name="connsiteY94" fmla="*/ 197523 h 260086"/>
              <a:gd name="connsiteX95" fmla="*/ 495205 w 765852"/>
              <a:gd name="connsiteY95" fmla="*/ 259554 h 260086"/>
              <a:gd name="connsiteX96" fmla="*/ 544816 w 765852"/>
              <a:gd name="connsiteY96" fmla="*/ 204613 h 260086"/>
              <a:gd name="connsiteX97" fmla="*/ 564923 w 765852"/>
              <a:gd name="connsiteY97" fmla="*/ 204613 h 260086"/>
              <a:gd name="connsiteX98" fmla="*/ 564923 w 765852"/>
              <a:gd name="connsiteY98" fmla="*/ 259554 h 260086"/>
              <a:gd name="connsiteX99" fmla="*/ 572633 w 765852"/>
              <a:gd name="connsiteY99" fmla="*/ 259554 h 260086"/>
              <a:gd name="connsiteX100" fmla="*/ 572633 w 765852"/>
              <a:gd name="connsiteY100" fmla="*/ 204613 h 260086"/>
              <a:gd name="connsiteX101" fmla="*/ 592740 w 765852"/>
              <a:gd name="connsiteY101" fmla="*/ 204613 h 260086"/>
              <a:gd name="connsiteX102" fmla="*/ 592740 w 765852"/>
              <a:gd name="connsiteY102" fmla="*/ 197523 h 260086"/>
              <a:gd name="connsiteX103" fmla="*/ 544816 w 765852"/>
              <a:gd name="connsiteY103" fmla="*/ 197523 h 260086"/>
              <a:gd name="connsiteX104" fmla="*/ 544816 w 765852"/>
              <a:gd name="connsiteY104" fmla="*/ 204613 h 260086"/>
              <a:gd name="connsiteX105" fmla="*/ 287389 w 765852"/>
              <a:gd name="connsiteY105" fmla="*/ 2119 h 260086"/>
              <a:gd name="connsiteX106" fmla="*/ 345234 w 765852"/>
              <a:gd name="connsiteY106" fmla="*/ 140105 h 260086"/>
              <a:gd name="connsiteX107" fmla="*/ 381413 w 765852"/>
              <a:gd name="connsiteY107" fmla="*/ 166796 h 260086"/>
              <a:gd name="connsiteX108" fmla="*/ 382899 w 765852"/>
              <a:gd name="connsiteY108" fmla="*/ 166796 h 260086"/>
              <a:gd name="connsiteX109" fmla="*/ 316692 w 765852"/>
              <a:gd name="connsiteY109" fmla="*/ 2119 h 260086"/>
              <a:gd name="connsiteX110" fmla="*/ 287389 w 765852"/>
              <a:gd name="connsiteY110" fmla="*/ 2119 h 260086"/>
              <a:gd name="connsiteX111" fmla="*/ 443549 w 765852"/>
              <a:gd name="connsiteY111" fmla="*/ 199871 h 260086"/>
              <a:gd name="connsiteX112" fmla="*/ 432739 w 765852"/>
              <a:gd name="connsiteY112" fmla="*/ 197523 h 260086"/>
              <a:gd name="connsiteX113" fmla="*/ 408910 w 765852"/>
              <a:gd name="connsiteY113" fmla="*/ 197523 h 260086"/>
              <a:gd name="connsiteX114" fmla="*/ 408910 w 765852"/>
              <a:gd name="connsiteY114" fmla="*/ 259554 h 260086"/>
              <a:gd name="connsiteX115" fmla="*/ 416621 w 765852"/>
              <a:gd name="connsiteY115" fmla="*/ 259554 h 260086"/>
              <a:gd name="connsiteX116" fmla="*/ 416621 w 765852"/>
              <a:gd name="connsiteY116" fmla="*/ 235716 h 260086"/>
              <a:gd name="connsiteX117" fmla="*/ 432748 w 765852"/>
              <a:gd name="connsiteY117" fmla="*/ 235716 h 260086"/>
              <a:gd name="connsiteX118" fmla="*/ 443512 w 765852"/>
              <a:gd name="connsiteY118" fmla="*/ 233368 h 260086"/>
              <a:gd name="connsiteX119" fmla="*/ 450728 w 765852"/>
              <a:gd name="connsiteY119" fmla="*/ 226681 h 260086"/>
              <a:gd name="connsiteX120" fmla="*/ 453295 w 765852"/>
              <a:gd name="connsiteY120" fmla="*/ 216583 h 260086"/>
              <a:gd name="connsiteX121" fmla="*/ 450774 w 765852"/>
              <a:gd name="connsiteY121" fmla="*/ 206521 h 260086"/>
              <a:gd name="connsiteX122" fmla="*/ 443558 w 765852"/>
              <a:gd name="connsiteY122" fmla="*/ 199871 h 260086"/>
              <a:gd name="connsiteX123" fmla="*/ 441779 w 765852"/>
              <a:gd name="connsiteY123" fmla="*/ 225351 h 260086"/>
              <a:gd name="connsiteX124" fmla="*/ 432033 w 765852"/>
              <a:gd name="connsiteY124" fmla="*/ 228635 h 260086"/>
              <a:gd name="connsiteX125" fmla="*/ 416621 w 765852"/>
              <a:gd name="connsiteY125" fmla="*/ 228635 h 260086"/>
              <a:gd name="connsiteX126" fmla="*/ 416621 w 765852"/>
              <a:gd name="connsiteY126" fmla="*/ 204622 h 260086"/>
              <a:gd name="connsiteX127" fmla="*/ 432125 w 765852"/>
              <a:gd name="connsiteY127" fmla="*/ 204622 h 260086"/>
              <a:gd name="connsiteX128" fmla="*/ 441825 w 765852"/>
              <a:gd name="connsiteY128" fmla="*/ 207860 h 260086"/>
              <a:gd name="connsiteX129" fmla="*/ 445410 w 765852"/>
              <a:gd name="connsiteY129" fmla="*/ 216592 h 260086"/>
              <a:gd name="connsiteX130" fmla="*/ 441779 w 765852"/>
              <a:gd name="connsiteY130" fmla="*/ 225361 h 260086"/>
              <a:gd name="connsiteX131" fmla="*/ 382889 w 765852"/>
              <a:gd name="connsiteY131" fmla="*/ 166805 h 260086"/>
              <a:gd name="connsiteX132" fmla="*/ 384375 w 765852"/>
              <a:gd name="connsiteY132" fmla="*/ 166805 h 260086"/>
              <a:gd name="connsiteX133" fmla="*/ 420554 w 765852"/>
              <a:gd name="connsiteY133" fmla="*/ 140114 h 260086"/>
              <a:gd name="connsiteX134" fmla="*/ 478399 w 765852"/>
              <a:gd name="connsiteY134" fmla="*/ 2128 h 260086"/>
              <a:gd name="connsiteX135" fmla="*/ 449096 w 765852"/>
              <a:gd name="connsiteY135" fmla="*/ 2128 h 260086"/>
              <a:gd name="connsiteX136" fmla="*/ 382889 w 765852"/>
              <a:gd name="connsiteY136" fmla="*/ 166814 h 260086"/>
              <a:gd name="connsiteX137" fmla="*/ 644368 w 765852"/>
              <a:gd name="connsiteY137" fmla="*/ 197523 h 260086"/>
              <a:gd name="connsiteX138" fmla="*/ 620714 w 765852"/>
              <a:gd name="connsiteY138" fmla="*/ 259554 h 260086"/>
              <a:gd name="connsiteX139" fmla="*/ 628690 w 765852"/>
              <a:gd name="connsiteY139" fmla="*/ 259554 h 260086"/>
              <a:gd name="connsiteX140" fmla="*/ 635246 w 765852"/>
              <a:gd name="connsiteY140" fmla="*/ 242806 h 260086"/>
              <a:gd name="connsiteX141" fmla="*/ 662266 w 765852"/>
              <a:gd name="connsiteY141" fmla="*/ 242806 h 260086"/>
              <a:gd name="connsiteX142" fmla="*/ 668821 w 765852"/>
              <a:gd name="connsiteY142" fmla="*/ 259554 h 260086"/>
              <a:gd name="connsiteX143" fmla="*/ 677055 w 765852"/>
              <a:gd name="connsiteY143" fmla="*/ 259554 h 260086"/>
              <a:gd name="connsiteX144" fmla="*/ 653491 w 765852"/>
              <a:gd name="connsiteY144" fmla="*/ 197523 h 260086"/>
              <a:gd name="connsiteX145" fmla="*/ 644368 w 765852"/>
              <a:gd name="connsiteY145" fmla="*/ 197523 h 260086"/>
              <a:gd name="connsiteX146" fmla="*/ 637547 w 765852"/>
              <a:gd name="connsiteY146" fmla="*/ 235808 h 260086"/>
              <a:gd name="connsiteX147" fmla="*/ 648705 w 765852"/>
              <a:gd name="connsiteY147" fmla="*/ 205943 h 260086"/>
              <a:gd name="connsiteX148" fmla="*/ 659955 w 765852"/>
              <a:gd name="connsiteY148" fmla="*/ 235808 h 260086"/>
              <a:gd name="connsiteX149" fmla="*/ 637538 w 765852"/>
              <a:gd name="connsiteY149" fmla="*/ 235808 h 260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</a:cxnLst>
            <a:rect l="l" t="t" r="r" b="b"/>
            <a:pathLst>
              <a:path w="765852" h="260086">
                <a:moveTo>
                  <a:pt x="739575" y="143884"/>
                </a:moveTo>
                <a:cubicBezTo>
                  <a:pt x="756519" y="128906"/>
                  <a:pt x="765852" y="107425"/>
                  <a:pt x="765852" y="83403"/>
                </a:cubicBezTo>
                <a:cubicBezTo>
                  <a:pt x="765852" y="59381"/>
                  <a:pt x="756519" y="37899"/>
                  <a:pt x="739575" y="22921"/>
                </a:cubicBezTo>
                <a:cubicBezTo>
                  <a:pt x="722613" y="7925"/>
                  <a:pt x="699307" y="0"/>
                  <a:pt x="672177" y="0"/>
                </a:cubicBezTo>
                <a:cubicBezTo>
                  <a:pt x="645047" y="0"/>
                  <a:pt x="621740" y="7925"/>
                  <a:pt x="604779" y="22921"/>
                </a:cubicBezTo>
                <a:cubicBezTo>
                  <a:pt x="587835" y="37899"/>
                  <a:pt x="578501" y="59381"/>
                  <a:pt x="578501" y="83403"/>
                </a:cubicBezTo>
                <a:cubicBezTo>
                  <a:pt x="578501" y="107425"/>
                  <a:pt x="587835" y="128906"/>
                  <a:pt x="604779" y="143884"/>
                </a:cubicBezTo>
                <a:cubicBezTo>
                  <a:pt x="621740" y="158881"/>
                  <a:pt x="645047" y="166805"/>
                  <a:pt x="672177" y="166805"/>
                </a:cubicBezTo>
                <a:cubicBezTo>
                  <a:pt x="699307" y="166805"/>
                  <a:pt x="722613" y="158881"/>
                  <a:pt x="739575" y="143884"/>
                </a:cubicBezTo>
                <a:close/>
                <a:moveTo>
                  <a:pt x="604595" y="83403"/>
                </a:moveTo>
                <a:cubicBezTo>
                  <a:pt x="604595" y="66489"/>
                  <a:pt x="610821" y="52135"/>
                  <a:pt x="622611" y="41871"/>
                </a:cubicBezTo>
                <a:cubicBezTo>
                  <a:pt x="634751" y="31305"/>
                  <a:pt x="651887" y="25719"/>
                  <a:pt x="672177" y="25719"/>
                </a:cubicBezTo>
                <a:cubicBezTo>
                  <a:pt x="692467" y="25719"/>
                  <a:pt x="709603" y="31305"/>
                  <a:pt x="721742" y="41871"/>
                </a:cubicBezTo>
                <a:cubicBezTo>
                  <a:pt x="733524" y="52126"/>
                  <a:pt x="739759" y="66489"/>
                  <a:pt x="739759" y="83403"/>
                </a:cubicBezTo>
                <a:cubicBezTo>
                  <a:pt x="739759" y="100316"/>
                  <a:pt x="733533" y="114671"/>
                  <a:pt x="721742" y="124934"/>
                </a:cubicBezTo>
                <a:cubicBezTo>
                  <a:pt x="709603" y="135501"/>
                  <a:pt x="692467" y="141077"/>
                  <a:pt x="672177" y="141077"/>
                </a:cubicBezTo>
                <a:cubicBezTo>
                  <a:pt x="651887" y="141077"/>
                  <a:pt x="634741" y="135491"/>
                  <a:pt x="622611" y="124934"/>
                </a:cubicBezTo>
                <a:cubicBezTo>
                  <a:pt x="610830" y="114671"/>
                  <a:pt x="604595" y="100316"/>
                  <a:pt x="604595" y="83403"/>
                </a:cubicBezTo>
                <a:close/>
                <a:moveTo>
                  <a:pt x="238310" y="207181"/>
                </a:moveTo>
                <a:cubicBezTo>
                  <a:pt x="241556" y="205118"/>
                  <a:pt x="245306" y="204081"/>
                  <a:pt x="249560" y="204081"/>
                </a:cubicBezTo>
                <a:cubicBezTo>
                  <a:pt x="254282" y="204081"/>
                  <a:pt x="258288" y="205292"/>
                  <a:pt x="261562" y="207713"/>
                </a:cubicBezTo>
                <a:cubicBezTo>
                  <a:pt x="264835" y="210135"/>
                  <a:pt x="267035" y="213501"/>
                  <a:pt x="268163" y="217812"/>
                </a:cubicBezTo>
                <a:lnTo>
                  <a:pt x="275874" y="217812"/>
                </a:lnTo>
                <a:cubicBezTo>
                  <a:pt x="274691" y="211373"/>
                  <a:pt x="271784" y="206292"/>
                  <a:pt x="267145" y="202568"/>
                </a:cubicBezTo>
                <a:cubicBezTo>
                  <a:pt x="262506" y="198844"/>
                  <a:pt x="256766" y="196982"/>
                  <a:pt x="249917" y="196982"/>
                </a:cubicBezTo>
                <a:cubicBezTo>
                  <a:pt x="244013" y="196982"/>
                  <a:pt x="238814" y="198293"/>
                  <a:pt x="234322" y="200926"/>
                </a:cubicBezTo>
                <a:cubicBezTo>
                  <a:pt x="229838" y="203558"/>
                  <a:pt x="226382" y="207264"/>
                  <a:pt x="223961" y="212052"/>
                </a:cubicBezTo>
                <a:cubicBezTo>
                  <a:pt x="221541" y="216840"/>
                  <a:pt x="220330" y="222334"/>
                  <a:pt x="220330" y="228534"/>
                </a:cubicBezTo>
                <a:cubicBezTo>
                  <a:pt x="220330" y="234734"/>
                  <a:pt x="221541" y="240302"/>
                  <a:pt x="223961" y="245062"/>
                </a:cubicBezTo>
                <a:cubicBezTo>
                  <a:pt x="226382" y="249823"/>
                  <a:pt x="229838" y="253510"/>
                  <a:pt x="234322" y="256142"/>
                </a:cubicBezTo>
                <a:cubicBezTo>
                  <a:pt x="238805" y="258775"/>
                  <a:pt x="244004" y="260086"/>
                  <a:pt x="249917" y="260086"/>
                </a:cubicBezTo>
                <a:cubicBezTo>
                  <a:pt x="256831" y="260086"/>
                  <a:pt x="262570" y="258224"/>
                  <a:pt x="267145" y="254501"/>
                </a:cubicBezTo>
                <a:cubicBezTo>
                  <a:pt x="271720" y="250777"/>
                  <a:pt x="274599" y="245695"/>
                  <a:pt x="275782" y="239256"/>
                </a:cubicBezTo>
                <a:lnTo>
                  <a:pt x="268071" y="239256"/>
                </a:lnTo>
                <a:cubicBezTo>
                  <a:pt x="266888" y="243631"/>
                  <a:pt x="264706" y="247007"/>
                  <a:pt x="261516" y="249401"/>
                </a:cubicBezTo>
                <a:cubicBezTo>
                  <a:pt x="258325" y="251795"/>
                  <a:pt x="254337" y="252987"/>
                  <a:pt x="249560" y="252987"/>
                </a:cubicBezTo>
                <a:cubicBezTo>
                  <a:pt x="245306" y="252987"/>
                  <a:pt x="241556" y="251951"/>
                  <a:pt x="238310" y="249887"/>
                </a:cubicBezTo>
                <a:cubicBezTo>
                  <a:pt x="235064" y="247823"/>
                  <a:pt x="232561" y="244925"/>
                  <a:pt x="230828" y="241201"/>
                </a:cubicBezTo>
                <a:cubicBezTo>
                  <a:pt x="229086" y="237477"/>
                  <a:pt x="228215" y="233258"/>
                  <a:pt x="228215" y="228525"/>
                </a:cubicBezTo>
                <a:cubicBezTo>
                  <a:pt x="228215" y="223792"/>
                  <a:pt x="229086" y="219499"/>
                  <a:pt x="230828" y="215812"/>
                </a:cubicBezTo>
                <a:cubicBezTo>
                  <a:pt x="232570" y="212125"/>
                  <a:pt x="235064" y="209245"/>
                  <a:pt x="238310" y="207172"/>
                </a:cubicBezTo>
                <a:close/>
                <a:moveTo>
                  <a:pt x="335580" y="197523"/>
                </a:moveTo>
                <a:lnTo>
                  <a:pt x="311925" y="259554"/>
                </a:lnTo>
                <a:lnTo>
                  <a:pt x="319892" y="259554"/>
                </a:lnTo>
                <a:lnTo>
                  <a:pt x="326448" y="242806"/>
                </a:lnTo>
                <a:lnTo>
                  <a:pt x="353467" y="242806"/>
                </a:lnTo>
                <a:lnTo>
                  <a:pt x="360023" y="259554"/>
                </a:lnTo>
                <a:lnTo>
                  <a:pt x="368256" y="259554"/>
                </a:lnTo>
                <a:lnTo>
                  <a:pt x="344693" y="197523"/>
                </a:lnTo>
                <a:lnTo>
                  <a:pt x="335570" y="197523"/>
                </a:lnTo>
                <a:close/>
                <a:moveTo>
                  <a:pt x="328758" y="235808"/>
                </a:moveTo>
                <a:lnTo>
                  <a:pt x="339916" y="205943"/>
                </a:lnTo>
                <a:lnTo>
                  <a:pt x="351166" y="235808"/>
                </a:lnTo>
                <a:lnTo>
                  <a:pt x="328749" y="235808"/>
                </a:lnTo>
                <a:close/>
                <a:moveTo>
                  <a:pt x="725437" y="197523"/>
                </a:moveTo>
                <a:lnTo>
                  <a:pt x="717736" y="197523"/>
                </a:lnTo>
                <a:lnTo>
                  <a:pt x="717736" y="259554"/>
                </a:lnTo>
                <a:lnTo>
                  <a:pt x="753704" y="259554"/>
                </a:lnTo>
                <a:lnTo>
                  <a:pt x="753704" y="252464"/>
                </a:lnTo>
                <a:lnTo>
                  <a:pt x="725446" y="252464"/>
                </a:lnTo>
                <a:lnTo>
                  <a:pt x="725446" y="197523"/>
                </a:lnTo>
                <a:close/>
                <a:moveTo>
                  <a:pt x="250953" y="2119"/>
                </a:moveTo>
                <a:lnTo>
                  <a:pt x="225566" y="2119"/>
                </a:lnTo>
                <a:lnTo>
                  <a:pt x="225566" y="164677"/>
                </a:lnTo>
                <a:lnTo>
                  <a:pt x="250953" y="164677"/>
                </a:lnTo>
                <a:lnTo>
                  <a:pt x="250953" y="2119"/>
                </a:lnTo>
                <a:close/>
                <a:moveTo>
                  <a:pt x="80592" y="62692"/>
                </a:moveTo>
                <a:lnTo>
                  <a:pt x="80592" y="164687"/>
                </a:lnTo>
                <a:cubicBezTo>
                  <a:pt x="80592" y="164687"/>
                  <a:pt x="106732" y="164687"/>
                  <a:pt x="106732" y="164687"/>
                </a:cubicBezTo>
                <a:lnTo>
                  <a:pt x="106713" y="62692"/>
                </a:lnTo>
                <a:cubicBezTo>
                  <a:pt x="106713" y="50282"/>
                  <a:pt x="102707" y="38523"/>
                  <a:pt x="95124" y="28700"/>
                </a:cubicBezTo>
                <a:lnTo>
                  <a:pt x="93648" y="26792"/>
                </a:lnTo>
                <a:lnTo>
                  <a:pt x="92172" y="28700"/>
                </a:lnTo>
                <a:cubicBezTo>
                  <a:pt x="84589" y="38523"/>
                  <a:pt x="80583" y="50273"/>
                  <a:pt x="80583" y="62692"/>
                </a:cubicBezTo>
                <a:close/>
                <a:moveTo>
                  <a:pt x="47273" y="2119"/>
                </a:moveTo>
                <a:lnTo>
                  <a:pt x="0" y="2119"/>
                </a:lnTo>
                <a:lnTo>
                  <a:pt x="0" y="26792"/>
                </a:lnTo>
                <a:lnTo>
                  <a:pt x="93648" y="26792"/>
                </a:lnTo>
                <a:lnTo>
                  <a:pt x="91328" y="23793"/>
                </a:lnTo>
                <a:cubicBezTo>
                  <a:pt x="80693" y="10025"/>
                  <a:pt x="64629" y="2119"/>
                  <a:pt x="47273" y="2119"/>
                </a:cubicBezTo>
                <a:close/>
                <a:moveTo>
                  <a:pt x="95968" y="23793"/>
                </a:moveTo>
                <a:lnTo>
                  <a:pt x="93648" y="26792"/>
                </a:lnTo>
                <a:lnTo>
                  <a:pt x="187296" y="26792"/>
                </a:lnTo>
                <a:lnTo>
                  <a:pt x="187296" y="2119"/>
                </a:lnTo>
                <a:lnTo>
                  <a:pt x="140023" y="2119"/>
                </a:lnTo>
                <a:cubicBezTo>
                  <a:pt x="122657" y="2119"/>
                  <a:pt x="106603" y="10016"/>
                  <a:pt x="95958" y="23793"/>
                </a:cubicBezTo>
                <a:close/>
                <a:moveTo>
                  <a:pt x="514844" y="164677"/>
                </a:moveTo>
                <a:lnTo>
                  <a:pt x="540232" y="164677"/>
                </a:lnTo>
                <a:lnTo>
                  <a:pt x="540232" y="2119"/>
                </a:lnTo>
                <a:lnTo>
                  <a:pt x="514844" y="2119"/>
                </a:lnTo>
                <a:lnTo>
                  <a:pt x="514844" y="164677"/>
                </a:lnTo>
                <a:close/>
                <a:moveTo>
                  <a:pt x="495205" y="259554"/>
                </a:moveTo>
                <a:lnTo>
                  <a:pt x="502915" y="259554"/>
                </a:lnTo>
                <a:lnTo>
                  <a:pt x="502915" y="197523"/>
                </a:lnTo>
                <a:lnTo>
                  <a:pt x="495205" y="197523"/>
                </a:lnTo>
                <a:lnTo>
                  <a:pt x="495205" y="259554"/>
                </a:lnTo>
                <a:close/>
                <a:moveTo>
                  <a:pt x="544816" y="204613"/>
                </a:moveTo>
                <a:lnTo>
                  <a:pt x="564923" y="204613"/>
                </a:lnTo>
                <a:lnTo>
                  <a:pt x="564923" y="259554"/>
                </a:lnTo>
                <a:lnTo>
                  <a:pt x="572633" y="259554"/>
                </a:lnTo>
                <a:lnTo>
                  <a:pt x="572633" y="204613"/>
                </a:lnTo>
                <a:lnTo>
                  <a:pt x="592740" y="204613"/>
                </a:lnTo>
                <a:lnTo>
                  <a:pt x="592740" y="197523"/>
                </a:lnTo>
                <a:lnTo>
                  <a:pt x="544816" y="197523"/>
                </a:lnTo>
                <a:lnTo>
                  <a:pt x="544816" y="204613"/>
                </a:lnTo>
                <a:close/>
                <a:moveTo>
                  <a:pt x="287389" y="2119"/>
                </a:moveTo>
                <a:cubicBezTo>
                  <a:pt x="287389" y="2119"/>
                  <a:pt x="335680" y="117220"/>
                  <a:pt x="345234" y="140105"/>
                </a:cubicBezTo>
                <a:cubicBezTo>
                  <a:pt x="356374" y="166796"/>
                  <a:pt x="374464" y="166796"/>
                  <a:pt x="381413" y="166796"/>
                </a:cubicBezTo>
                <a:lnTo>
                  <a:pt x="382899" y="166796"/>
                </a:lnTo>
                <a:lnTo>
                  <a:pt x="316692" y="2119"/>
                </a:lnTo>
                <a:lnTo>
                  <a:pt x="287389" y="2119"/>
                </a:lnTo>
                <a:close/>
                <a:moveTo>
                  <a:pt x="443549" y="199871"/>
                </a:moveTo>
                <a:cubicBezTo>
                  <a:pt x="440413" y="198303"/>
                  <a:pt x="436819" y="197523"/>
                  <a:pt x="432739" y="197523"/>
                </a:cubicBezTo>
                <a:lnTo>
                  <a:pt x="408910" y="197523"/>
                </a:lnTo>
                <a:lnTo>
                  <a:pt x="408910" y="259554"/>
                </a:lnTo>
                <a:lnTo>
                  <a:pt x="416621" y="259554"/>
                </a:lnTo>
                <a:lnTo>
                  <a:pt x="416621" y="235716"/>
                </a:lnTo>
                <a:lnTo>
                  <a:pt x="432748" y="235716"/>
                </a:lnTo>
                <a:cubicBezTo>
                  <a:pt x="436819" y="235716"/>
                  <a:pt x="440413" y="234936"/>
                  <a:pt x="443512" y="233368"/>
                </a:cubicBezTo>
                <a:cubicBezTo>
                  <a:pt x="446611" y="231799"/>
                  <a:pt x="449013" y="229571"/>
                  <a:pt x="450728" y="226681"/>
                </a:cubicBezTo>
                <a:cubicBezTo>
                  <a:pt x="452442" y="223783"/>
                  <a:pt x="453295" y="220417"/>
                  <a:pt x="453295" y="216583"/>
                </a:cubicBezTo>
                <a:cubicBezTo>
                  <a:pt x="453295" y="212749"/>
                  <a:pt x="452452" y="209392"/>
                  <a:pt x="450774" y="206521"/>
                </a:cubicBezTo>
                <a:cubicBezTo>
                  <a:pt x="449087" y="203659"/>
                  <a:pt x="446685" y="201439"/>
                  <a:pt x="443558" y="199871"/>
                </a:cubicBezTo>
                <a:close/>
                <a:moveTo>
                  <a:pt x="441779" y="225351"/>
                </a:moveTo>
                <a:cubicBezTo>
                  <a:pt x="439359" y="227534"/>
                  <a:pt x="436113" y="228635"/>
                  <a:pt x="432033" y="228635"/>
                </a:cubicBezTo>
                <a:lnTo>
                  <a:pt x="416621" y="228635"/>
                </a:lnTo>
                <a:lnTo>
                  <a:pt x="416621" y="204622"/>
                </a:lnTo>
                <a:lnTo>
                  <a:pt x="432125" y="204622"/>
                </a:lnTo>
                <a:cubicBezTo>
                  <a:pt x="436196" y="204622"/>
                  <a:pt x="439432" y="205705"/>
                  <a:pt x="441825" y="207860"/>
                </a:cubicBezTo>
                <a:cubicBezTo>
                  <a:pt x="444218" y="210015"/>
                  <a:pt x="445410" y="212923"/>
                  <a:pt x="445410" y="216592"/>
                </a:cubicBezTo>
                <a:cubicBezTo>
                  <a:pt x="445410" y="220261"/>
                  <a:pt x="444200" y="223178"/>
                  <a:pt x="441779" y="225361"/>
                </a:cubicBezTo>
                <a:close/>
                <a:moveTo>
                  <a:pt x="382889" y="166805"/>
                </a:moveTo>
                <a:lnTo>
                  <a:pt x="384375" y="166805"/>
                </a:lnTo>
                <a:cubicBezTo>
                  <a:pt x="391334" y="166805"/>
                  <a:pt x="409423" y="166805"/>
                  <a:pt x="420554" y="140114"/>
                </a:cubicBezTo>
                <a:cubicBezTo>
                  <a:pt x="430099" y="117230"/>
                  <a:pt x="478399" y="2128"/>
                  <a:pt x="478399" y="2128"/>
                </a:cubicBezTo>
                <a:lnTo>
                  <a:pt x="449096" y="2128"/>
                </a:lnTo>
                <a:lnTo>
                  <a:pt x="382889" y="166814"/>
                </a:lnTo>
                <a:close/>
                <a:moveTo>
                  <a:pt x="644368" y="197523"/>
                </a:moveTo>
                <a:lnTo>
                  <a:pt x="620714" y="259554"/>
                </a:lnTo>
                <a:lnTo>
                  <a:pt x="628690" y="259554"/>
                </a:lnTo>
                <a:lnTo>
                  <a:pt x="635246" y="242806"/>
                </a:lnTo>
                <a:lnTo>
                  <a:pt x="662266" y="242806"/>
                </a:lnTo>
                <a:lnTo>
                  <a:pt x="668821" y="259554"/>
                </a:lnTo>
                <a:lnTo>
                  <a:pt x="677055" y="259554"/>
                </a:lnTo>
                <a:lnTo>
                  <a:pt x="653491" y="197523"/>
                </a:lnTo>
                <a:lnTo>
                  <a:pt x="644368" y="197523"/>
                </a:lnTo>
                <a:close/>
                <a:moveTo>
                  <a:pt x="637547" y="235808"/>
                </a:moveTo>
                <a:lnTo>
                  <a:pt x="648705" y="205943"/>
                </a:lnTo>
                <a:lnTo>
                  <a:pt x="659955" y="235808"/>
                </a:lnTo>
                <a:lnTo>
                  <a:pt x="637538" y="235808"/>
                </a:lnTo>
                <a:close/>
              </a:path>
            </a:pathLst>
          </a:custGeom>
          <a:solidFill>
            <a:srgbClr val="000000"/>
          </a:solidFill>
          <a:ln w="1061" cap="flat">
            <a:noFill/>
            <a:prstDash val="solid"/>
            <a:miter/>
          </a:ln>
        </p:spPr>
        <p:txBody>
          <a:bodyPr rtlCol="0" anchor="ctr"/>
          <a:lstStyle/>
          <a:p>
            <a:endParaRPr lang="pt-BR">
              <a:solidFill>
                <a:schemeClr val="accent6"/>
              </a:solidFill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5A0A33CF-3720-1012-F597-F4ECE825DFE9}"/>
              </a:ext>
            </a:extLst>
          </p:cNvPr>
          <p:cNvCxnSpPr/>
          <p:nvPr userDrawn="1"/>
        </p:nvCxnSpPr>
        <p:spPr>
          <a:xfrm>
            <a:off x="334963" y="185353"/>
            <a:ext cx="1041541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181409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469">
          <p15:clr>
            <a:srgbClr val="FBAE40"/>
          </p15:clr>
        </p15:guide>
        <p15:guide id="2" orient="horz" pos="3974">
          <p15:clr>
            <a:srgbClr val="FBAE40"/>
          </p15:clr>
        </p15:guide>
        <p15:guide id="3" orient="horz" pos="232">
          <p15:clr>
            <a:srgbClr val="FBAE40"/>
          </p15:clr>
        </p15:guide>
        <p15:guide id="4" pos="211">
          <p15:clr>
            <a:srgbClr val="FBAE40"/>
          </p15:clr>
        </p15:guide>
        <p15:guide id="5" orient="horz" pos="4065">
          <p15:clr>
            <a:srgbClr val="FBAE40"/>
          </p15:clr>
        </p15:guide>
        <p15:guide id="6" orient="horz" pos="777" userDrawn="1">
          <p15:clr>
            <a:srgbClr val="FBAE40"/>
          </p15:clr>
        </p15:guide>
        <p15:guide id="7" orient="horz" pos="935">
          <p15:clr>
            <a:srgbClr val="FBAE40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| Box superior - Branco 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132BCE3-A04F-8602-64F7-7623C7EAF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61763" y="6482556"/>
            <a:ext cx="295275" cy="1692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 sz="1100">
                <a:solidFill>
                  <a:schemeClr val="tx1">
                    <a:lumMod val="95000"/>
                    <a:lumOff val="5000"/>
                  </a:schemeClr>
                </a:solidFill>
                <a:latin typeface="Versos" panose="020B0503020204030204" pitchFamily="34" charset="0"/>
                <a:cs typeface="Versos" panose="020B0503020204030204" pitchFamily="34" charset="0"/>
              </a:defRPr>
            </a:lvl1pPr>
          </a:lstStyle>
          <a:p>
            <a:fld id="{77667D73-C69A-4DAA-9003-24A825D36FE9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B13D7C-5A47-B0DF-B518-26E79F5D2DB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63" y="368300"/>
            <a:ext cx="10183813" cy="4308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</a:lstStyle>
          <a:p>
            <a:pPr lvl="0"/>
            <a:r>
              <a:rPr lang="en-US" err="1"/>
              <a:t>Título</a:t>
            </a:r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401465E-A8CD-A3BA-BE2A-9597492FDC6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4963" y="6482556"/>
            <a:ext cx="10980000" cy="180000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chemeClr val="tx1">
                    <a:lumMod val="95000"/>
                    <a:lumOff val="5000"/>
                  </a:schemeClr>
                </a:solidFill>
                <a:latin typeface="Versos Light" panose="020B0403020204030204" pitchFamily="34" charset="0"/>
              </a:defRPr>
            </a:lvl1pPr>
            <a:lvl2pPr>
              <a:defRPr sz="900">
                <a:latin typeface="Versos Light" panose="020B0403020204030204" pitchFamily="34" charset="0"/>
              </a:defRPr>
            </a:lvl2pPr>
            <a:lvl3pPr>
              <a:defRPr sz="900">
                <a:latin typeface="Versos Light" panose="020B0403020204030204" pitchFamily="34" charset="0"/>
              </a:defRPr>
            </a:lvl3pPr>
            <a:lvl4pPr>
              <a:defRPr sz="900">
                <a:latin typeface="Versos Light" panose="020B0403020204030204" pitchFamily="34" charset="0"/>
              </a:defRPr>
            </a:lvl4pPr>
            <a:lvl5pPr>
              <a:defRPr sz="900">
                <a:latin typeface="Versos Light" panose="020B0403020204030204" pitchFamily="34" charset="0"/>
              </a:defRPr>
            </a:lvl5pPr>
          </a:lstStyle>
          <a:p>
            <a:pPr lvl="0"/>
            <a:r>
              <a:rPr lang="en-US"/>
              <a:t>Fonte:</a:t>
            </a:r>
            <a:endParaRPr lang="pt-BR"/>
          </a:p>
        </p:txBody>
      </p:sp>
      <p:sp>
        <p:nvSpPr>
          <p:cNvPr id="10" name="Retângulo 5">
            <a:extLst>
              <a:ext uri="{FF2B5EF4-FFF2-40B4-BE49-F238E27FC236}">
                <a16:creationId xmlns:a16="http://schemas.microsoft.com/office/drawing/2014/main" id="{7D36360D-ABDB-2B93-AA05-C90BA9D483DB}"/>
              </a:ext>
            </a:extLst>
          </p:cNvPr>
          <p:cNvSpPr/>
          <p:nvPr userDrawn="1"/>
        </p:nvSpPr>
        <p:spPr>
          <a:xfrm>
            <a:off x="0" y="807794"/>
            <a:ext cx="12192000" cy="2091184"/>
          </a:xfrm>
          <a:prstGeom prst="rect">
            <a:avLst/>
          </a:prstGeom>
          <a:gradFill>
            <a:gsLst>
              <a:gs pos="100000">
                <a:schemeClr val="tx1">
                  <a:lumMod val="95000"/>
                  <a:lumOff val="5000"/>
                </a:schemeClr>
              </a:gs>
              <a:gs pos="0">
                <a:schemeClr val="tx1">
                  <a:lumMod val="85000"/>
                  <a:lumOff val="15000"/>
                </a:schemeClr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accent2"/>
              </a:solidFill>
              <a:latin typeface="Versos" panose="020B0503020204030204" pitchFamily="34" charset="0"/>
            </a:endParaRP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2BF5896-7E11-14FB-06A4-95B1CAD37BF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83427" y="1045525"/>
            <a:ext cx="5421301" cy="156104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>
                <a:solidFill>
                  <a:schemeClr val="accent4"/>
                </a:solidFill>
                <a:latin typeface="Versos Light" panose="020B04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2" name="Conector Reto 6">
            <a:extLst>
              <a:ext uri="{FF2B5EF4-FFF2-40B4-BE49-F238E27FC236}">
                <a16:creationId xmlns:a16="http://schemas.microsoft.com/office/drawing/2014/main" id="{93D24C85-FAB3-23B7-3282-C0255DE4BF50}"/>
              </a:ext>
            </a:extLst>
          </p:cNvPr>
          <p:cNvCxnSpPr/>
          <p:nvPr userDrawn="1"/>
        </p:nvCxnSpPr>
        <p:spPr>
          <a:xfrm>
            <a:off x="583096" y="1364974"/>
            <a:ext cx="0" cy="1562116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Reto 7">
            <a:extLst>
              <a:ext uri="{FF2B5EF4-FFF2-40B4-BE49-F238E27FC236}">
                <a16:creationId xmlns:a16="http://schemas.microsoft.com/office/drawing/2014/main" id="{A040BC7F-4356-241E-DE98-A14572A424F9}"/>
              </a:ext>
            </a:extLst>
          </p:cNvPr>
          <p:cNvCxnSpPr>
            <a:cxnSpLocks/>
          </p:cNvCxnSpPr>
          <p:nvPr userDrawn="1"/>
        </p:nvCxnSpPr>
        <p:spPr>
          <a:xfrm>
            <a:off x="6336683" y="1364974"/>
            <a:ext cx="0" cy="1562116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3D29ABC6-2275-8D02-5D8F-6C312831087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437014" y="1045525"/>
            <a:ext cx="5420023" cy="158838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>
                <a:solidFill>
                  <a:schemeClr val="accent4"/>
                </a:solidFill>
                <a:latin typeface="Versos Light" panose="020B04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8">
            <a:extLst>
              <a:ext uri="{FF2B5EF4-FFF2-40B4-BE49-F238E27FC236}">
                <a16:creationId xmlns:a16="http://schemas.microsoft.com/office/drawing/2014/main" id="{D0831873-076C-11EE-AA1E-02508B9C565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86447" y="3021651"/>
            <a:ext cx="5296913" cy="23011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chemeClr val="tx1">
                    <a:lumMod val="95000"/>
                    <a:lumOff val="5000"/>
                  </a:schemeClr>
                </a:solidFill>
                <a:latin typeface="Versos" panose="020B05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8">
            <a:extLst>
              <a:ext uri="{FF2B5EF4-FFF2-40B4-BE49-F238E27FC236}">
                <a16:creationId xmlns:a16="http://schemas.microsoft.com/office/drawing/2014/main" id="{89936DB2-1144-3AFC-1BBA-E1BDEB5020C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435706" y="3021651"/>
            <a:ext cx="5421332" cy="23011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chemeClr val="tx1">
                    <a:lumMod val="95000"/>
                    <a:lumOff val="5000"/>
                  </a:schemeClr>
                </a:solidFill>
                <a:latin typeface="Versos" panose="020B05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Picture 8">
            <a:extLst>
              <a:ext uri="{FF2B5EF4-FFF2-40B4-BE49-F238E27FC236}">
                <a16:creationId xmlns:a16="http://schemas.microsoft.com/office/drawing/2014/main" id="{4931296C-3A93-5F16-2D9A-EB313B015B30}"/>
              </a:ext>
            </a:extLst>
          </p:cNvPr>
          <p:cNvSpPr/>
          <p:nvPr userDrawn="1"/>
        </p:nvSpPr>
        <p:spPr>
          <a:xfrm>
            <a:off x="11091186" y="377178"/>
            <a:ext cx="765852" cy="260086"/>
          </a:xfrm>
          <a:custGeom>
            <a:avLst/>
            <a:gdLst>
              <a:gd name="connsiteX0" fmla="*/ 739575 w 765852"/>
              <a:gd name="connsiteY0" fmla="*/ 143884 h 260086"/>
              <a:gd name="connsiteX1" fmla="*/ 765852 w 765852"/>
              <a:gd name="connsiteY1" fmla="*/ 83403 h 260086"/>
              <a:gd name="connsiteX2" fmla="*/ 739575 w 765852"/>
              <a:gd name="connsiteY2" fmla="*/ 22921 h 260086"/>
              <a:gd name="connsiteX3" fmla="*/ 672177 w 765852"/>
              <a:gd name="connsiteY3" fmla="*/ 0 h 260086"/>
              <a:gd name="connsiteX4" fmla="*/ 604779 w 765852"/>
              <a:gd name="connsiteY4" fmla="*/ 22921 h 260086"/>
              <a:gd name="connsiteX5" fmla="*/ 578501 w 765852"/>
              <a:gd name="connsiteY5" fmla="*/ 83403 h 260086"/>
              <a:gd name="connsiteX6" fmla="*/ 604779 w 765852"/>
              <a:gd name="connsiteY6" fmla="*/ 143884 h 260086"/>
              <a:gd name="connsiteX7" fmla="*/ 672177 w 765852"/>
              <a:gd name="connsiteY7" fmla="*/ 166805 h 260086"/>
              <a:gd name="connsiteX8" fmla="*/ 739575 w 765852"/>
              <a:gd name="connsiteY8" fmla="*/ 143884 h 260086"/>
              <a:gd name="connsiteX9" fmla="*/ 604595 w 765852"/>
              <a:gd name="connsiteY9" fmla="*/ 83403 h 260086"/>
              <a:gd name="connsiteX10" fmla="*/ 622611 w 765852"/>
              <a:gd name="connsiteY10" fmla="*/ 41871 h 260086"/>
              <a:gd name="connsiteX11" fmla="*/ 672177 w 765852"/>
              <a:gd name="connsiteY11" fmla="*/ 25719 h 260086"/>
              <a:gd name="connsiteX12" fmla="*/ 721742 w 765852"/>
              <a:gd name="connsiteY12" fmla="*/ 41871 h 260086"/>
              <a:gd name="connsiteX13" fmla="*/ 739759 w 765852"/>
              <a:gd name="connsiteY13" fmla="*/ 83403 h 260086"/>
              <a:gd name="connsiteX14" fmla="*/ 721742 w 765852"/>
              <a:gd name="connsiteY14" fmla="*/ 124934 h 260086"/>
              <a:gd name="connsiteX15" fmla="*/ 672177 w 765852"/>
              <a:gd name="connsiteY15" fmla="*/ 141077 h 260086"/>
              <a:gd name="connsiteX16" fmla="*/ 622611 w 765852"/>
              <a:gd name="connsiteY16" fmla="*/ 124934 h 260086"/>
              <a:gd name="connsiteX17" fmla="*/ 604595 w 765852"/>
              <a:gd name="connsiteY17" fmla="*/ 83403 h 260086"/>
              <a:gd name="connsiteX18" fmla="*/ 238310 w 765852"/>
              <a:gd name="connsiteY18" fmla="*/ 207181 h 260086"/>
              <a:gd name="connsiteX19" fmla="*/ 249560 w 765852"/>
              <a:gd name="connsiteY19" fmla="*/ 204081 h 260086"/>
              <a:gd name="connsiteX20" fmla="*/ 261562 w 765852"/>
              <a:gd name="connsiteY20" fmla="*/ 207713 h 260086"/>
              <a:gd name="connsiteX21" fmla="*/ 268163 w 765852"/>
              <a:gd name="connsiteY21" fmla="*/ 217812 h 260086"/>
              <a:gd name="connsiteX22" fmla="*/ 275874 w 765852"/>
              <a:gd name="connsiteY22" fmla="*/ 217812 h 260086"/>
              <a:gd name="connsiteX23" fmla="*/ 267145 w 765852"/>
              <a:gd name="connsiteY23" fmla="*/ 202568 h 260086"/>
              <a:gd name="connsiteX24" fmla="*/ 249917 w 765852"/>
              <a:gd name="connsiteY24" fmla="*/ 196982 h 260086"/>
              <a:gd name="connsiteX25" fmla="*/ 234322 w 765852"/>
              <a:gd name="connsiteY25" fmla="*/ 200926 h 260086"/>
              <a:gd name="connsiteX26" fmla="*/ 223961 w 765852"/>
              <a:gd name="connsiteY26" fmla="*/ 212052 h 260086"/>
              <a:gd name="connsiteX27" fmla="*/ 220330 w 765852"/>
              <a:gd name="connsiteY27" fmla="*/ 228534 h 260086"/>
              <a:gd name="connsiteX28" fmla="*/ 223961 w 765852"/>
              <a:gd name="connsiteY28" fmla="*/ 245062 h 260086"/>
              <a:gd name="connsiteX29" fmla="*/ 234322 w 765852"/>
              <a:gd name="connsiteY29" fmla="*/ 256142 h 260086"/>
              <a:gd name="connsiteX30" fmla="*/ 249917 w 765852"/>
              <a:gd name="connsiteY30" fmla="*/ 260086 h 260086"/>
              <a:gd name="connsiteX31" fmla="*/ 267145 w 765852"/>
              <a:gd name="connsiteY31" fmla="*/ 254501 h 260086"/>
              <a:gd name="connsiteX32" fmla="*/ 275782 w 765852"/>
              <a:gd name="connsiteY32" fmla="*/ 239256 h 260086"/>
              <a:gd name="connsiteX33" fmla="*/ 268071 w 765852"/>
              <a:gd name="connsiteY33" fmla="*/ 239256 h 260086"/>
              <a:gd name="connsiteX34" fmla="*/ 261516 w 765852"/>
              <a:gd name="connsiteY34" fmla="*/ 249401 h 260086"/>
              <a:gd name="connsiteX35" fmla="*/ 249560 w 765852"/>
              <a:gd name="connsiteY35" fmla="*/ 252987 h 260086"/>
              <a:gd name="connsiteX36" fmla="*/ 238310 w 765852"/>
              <a:gd name="connsiteY36" fmla="*/ 249887 h 260086"/>
              <a:gd name="connsiteX37" fmla="*/ 230828 w 765852"/>
              <a:gd name="connsiteY37" fmla="*/ 241201 h 260086"/>
              <a:gd name="connsiteX38" fmla="*/ 228215 w 765852"/>
              <a:gd name="connsiteY38" fmla="*/ 228525 h 260086"/>
              <a:gd name="connsiteX39" fmla="*/ 230828 w 765852"/>
              <a:gd name="connsiteY39" fmla="*/ 215812 h 260086"/>
              <a:gd name="connsiteX40" fmla="*/ 238310 w 765852"/>
              <a:gd name="connsiteY40" fmla="*/ 207172 h 260086"/>
              <a:gd name="connsiteX41" fmla="*/ 335580 w 765852"/>
              <a:gd name="connsiteY41" fmla="*/ 197523 h 260086"/>
              <a:gd name="connsiteX42" fmla="*/ 311925 w 765852"/>
              <a:gd name="connsiteY42" fmla="*/ 259554 h 260086"/>
              <a:gd name="connsiteX43" fmla="*/ 319892 w 765852"/>
              <a:gd name="connsiteY43" fmla="*/ 259554 h 260086"/>
              <a:gd name="connsiteX44" fmla="*/ 326448 w 765852"/>
              <a:gd name="connsiteY44" fmla="*/ 242806 h 260086"/>
              <a:gd name="connsiteX45" fmla="*/ 353467 w 765852"/>
              <a:gd name="connsiteY45" fmla="*/ 242806 h 260086"/>
              <a:gd name="connsiteX46" fmla="*/ 360023 w 765852"/>
              <a:gd name="connsiteY46" fmla="*/ 259554 h 260086"/>
              <a:gd name="connsiteX47" fmla="*/ 368256 w 765852"/>
              <a:gd name="connsiteY47" fmla="*/ 259554 h 260086"/>
              <a:gd name="connsiteX48" fmla="*/ 344693 w 765852"/>
              <a:gd name="connsiteY48" fmla="*/ 197523 h 260086"/>
              <a:gd name="connsiteX49" fmla="*/ 335570 w 765852"/>
              <a:gd name="connsiteY49" fmla="*/ 197523 h 260086"/>
              <a:gd name="connsiteX50" fmla="*/ 328758 w 765852"/>
              <a:gd name="connsiteY50" fmla="*/ 235808 h 260086"/>
              <a:gd name="connsiteX51" fmla="*/ 339916 w 765852"/>
              <a:gd name="connsiteY51" fmla="*/ 205943 h 260086"/>
              <a:gd name="connsiteX52" fmla="*/ 351166 w 765852"/>
              <a:gd name="connsiteY52" fmla="*/ 235808 h 260086"/>
              <a:gd name="connsiteX53" fmla="*/ 328749 w 765852"/>
              <a:gd name="connsiteY53" fmla="*/ 235808 h 260086"/>
              <a:gd name="connsiteX54" fmla="*/ 725437 w 765852"/>
              <a:gd name="connsiteY54" fmla="*/ 197523 h 260086"/>
              <a:gd name="connsiteX55" fmla="*/ 717736 w 765852"/>
              <a:gd name="connsiteY55" fmla="*/ 197523 h 260086"/>
              <a:gd name="connsiteX56" fmla="*/ 717736 w 765852"/>
              <a:gd name="connsiteY56" fmla="*/ 259554 h 260086"/>
              <a:gd name="connsiteX57" fmla="*/ 753704 w 765852"/>
              <a:gd name="connsiteY57" fmla="*/ 259554 h 260086"/>
              <a:gd name="connsiteX58" fmla="*/ 753704 w 765852"/>
              <a:gd name="connsiteY58" fmla="*/ 252464 h 260086"/>
              <a:gd name="connsiteX59" fmla="*/ 725446 w 765852"/>
              <a:gd name="connsiteY59" fmla="*/ 252464 h 260086"/>
              <a:gd name="connsiteX60" fmla="*/ 725446 w 765852"/>
              <a:gd name="connsiteY60" fmla="*/ 197523 h 260086"/>
              <a:gd name="connsiteX61" fmla="*/ 250953 w 765852"/>
              <a:gd name="connsiteY61" fmla="*/ 2119 h 260086"/>
              <a:gd name="connsiteX62" fmla="*/ 225566 w 765852"/>
              <a:gd name="connsiteY62" fmla="*/ 2119 h 260086"/>
              <a:gd name="connsiteX63" fmla="*/ 225566 w 765852"/>
              <a:gd name="connsiteY63" fmla="*/ 164677 h 260086"/>
              <a:gd name="connsiteX64" fmla="*/ 250953 w 765852"/>
              <a:gd name="connsiteY64" fmla="*/ 164677 h 260086"/>
              <a:gd name="connsiteX65" fmla="*/ 250953 w 765852"/>
              <a:gd name="connsiteY65" fmla="*/ 2119 h 260086"/>
              <a:gd name="connsiteX66" fmla="*/ 80592 w 765852"/>
              <a:gd name="connsiteY66" fmla="*/ 62692 h 260086"/>
              <a:gd name="connsiteX67" fmla="*/ 80592 w 765852"/>
              <a:gd name="connsiteY67" fmla="*/ 164687 h 260086"/>
              <a:gd name="connsiteX68" fmla="*/ 106732 w 765852"/>
              <a:gd name="connsiteY68" fmla="*/ 164687 h 260086"/>
              <a:gd name="connsiteX69" fmla="*/ 106713 w 765852"/>
              <a:gd name="connsiteY69" fmla="*/ 62692 h 260086"/>
              <a:gd name="connsiteX70" fmla="*/ 95124 w 765852"/>
              <a:gd name="connsiteY70" fmla="*/ 28700 h 260086"/>
              <a:gd name="connsiteX71" fmla="*/ 93648 w 765852"/>
              <a:gd name="connsiteY71" fmla="*/ 26792 h 260086"/>
              <a:gd name="connsiteX72" fmla="*/ 92172 w 765852"/>
              <a:gd name="connsiteY72" fmla="*/ 28700 h 260086"/>
              <a:gd name="connsiteX73" fmla="*/ 80583 w 765852"/>
              <a:gd name="connsiteY73" fmla="*/ 62692 h 260086"/>
              <a:gd name="connsiteX74" fmla="*/ 47273 w 765852"/>
              <a:gd name="connsiteY74" fmla="*/ 2119 h 260086"/>
              <a:gd name="connsiteX75" fmla="*/ 0 w 765852"/>
              <a:gd name="connsiteY75" fmla="*/ 2119 h 260086"/>
              <a:gd name="connsiteX76" fmla="*/ 0 w 765852"/>
              <a:gd name="connsiteY76" fmla="*/ 26792 h 260086"/>
              <a:gd name="connsiteX77" fmla="*/ 93648 w 765852"/>
              <a:gd name="connsiteY77" fmla="*/ 26792 h 260086"/>
              <a:gd name="connsiteX78" fmla="*/ 91328 w 765852"/>
              <a:gd name="connsiteY78" fmla="*/ 23793 h 260086"/>
              <a:gd name="connsiteX79" fmla="*/ 47273 w 765852"/>
              <a:gd name="connsiteY79" fmla="*/ 2119 h 260086"/>
              <a:gd name="connsiteX80" fmla="*/ 95968 w 765852"/>
              <a:gd name="connsiteY80" fmla="*/ 23793 h 260086"/>
              <a:gd name="connsiteX81" fmla="*/ 93648 w 765852"/>
              <a:gd name="connsiteY81" fmla="*/ 26792 h 260086"/>
              <a:gd name="connsiteX82" fmla="*/ 187296 w 765852"/>
              <a:gd name="connsiteY82" fmla="*/ 26792 h 260086"/>
              <a:gd name="connsiteX83" fmla="*/ 187296 w 765852"/>
              <a:gd name="connsiteY83" fmla="*/ 2119 h 260086"/>
              <a:gd name="connsiteX84" fmla="*/ 140023 w 765852"/>
              <a:gd name="connsiteY84" fmla="*/ 2119 h 260086"/>
              <a:gd name="connsiteX85" fmla="*/ 95958 w 765852"/>
              <a:gd name="connsiteY85" fmla="*/ 23793 h 260086"/>
              <a:gd name="connsiteX86" fmla="*/ 514844 w 765852"/>
              <a:gd name="connsiteY86" fmla="*/ 164677 h 260086"/>
              <a:gd name="connsiteX87" fmla="*/ 540232 w 765852"/>
              <a:gd name="connsiteY87" fmla="*/ 164677 h 260086"/>
              <a:gd name="connsiteX88" fmla="*/ 540232 w 765852"/>
              <a:gd name="connsiteY88" fmla="*/ 2119 h 260086"/>
              <a:gd name="connsiteX89" fmla="*/ 514844 w 765852"/>
              <a:gd name="connsiteY89" fmla="*/ 2119 h 260086"/>
              <a:gd name="connsiteX90" fmla="*/ 514844 w 765852"/>
              <a:gd name="connsiteY90" fmla="*/ 164677 h 260086"/>
              <a:gd name="connsiteX91" fmla="*/ 495205 w 765852"/>
              <a:gd name="connsiteY91" fmla="*/ 259554 h 260086"/>
              <a:gd name="connsiteX92" fmla="*/ 502915 w 765852"/>
              <a:gd name="connsiteY92" fmla="*/ 259554 h 260086"/>
              <a:gd name="connsiteX93" fmla="*/ 502915 w 765852"/>
              <a:gd name="connsiteY93" fmla="*/ 197523 h 260086"/>
              <a:gd name="connsiteX94" fmla="*/ 495205 w 765852"/>
              <a:gd name="connsiteY94" fmla="*/ 197523 h 260086"/>
              <a:gd name="connsiteX95" fmla="*/ 495205 w 765852"/>
              <a:gd name="connsiteY95" fmla="*/ 259554 h 260086"/>
              <a:gd name="connsiteX96" fmla="*/ 544816 w 765852"/>
              <a:gd name="connsiteY96" fmla="*/ 204613 h 260086"/>
              <a:gd name="connsiteX97" fmla="*/ 564923 w 765852"/>
              <a:gd name="connsiteY97" fmla="*/ 204613 h 260086"/>
              <a:gd name="connsiteX98" fmla="*/ 564923 w 765852"/>
              <a:gd name="connsiteY98" fmla="*/ 259554 h 260086"/>
              <a:gd name="connsiteX99" fmla="*/ 572633 w 765852"/>
              <a:gd name="connsiteY99" fmla="*/ 259554 h 260086"/>
              <a:gd name="connsiteX100" fmla="*/ 572633 w 765852"/>
              <a:gd name="connsiteY100" fmla="*/ 204613 h 260086"/>
              <a:gd name="connsiteX101" fmla="*/ 592740 w 765852"/>
              <a:gd name="connsiteY101" fmla="*/ 204613 h 260086"/>
              <a:gd name="connsiteX102" fmla="*/ 592740 w 765852"/>
              <a:gd name="connsiteY102" fmla="*/ 197523 h 260086"/>
              <a:gd name="connsiteX103" fmla="*/ 544816 w 765852"/>
              <a:gd name="connsiteY103" fmla="*/ 197523 h 260086"/>
              <a:gd name="connsiteX104" fmla="*/ 544816 w 765852"/>
              <a:gd name="connsiteY104" fmla="*/ 204613 h 260086"/>
              <a:gd name="connsiteX105" fmla="*/ 287389 w 765852"/>
              <a:gd name="connsiteY105" fmla="*/ 2119 h 260086"/>
              <a:gd name="connsiteX106" fmla="*/ 345234 w 765852"/>
              <a:gd name="connsiteY106" fmla="*/ 140105 h 260086"/>
              <a:gd name="connsiteX107" fmla="*/ 381413 w 765852"/>
              <a:gd name="connsiteY107" fmla="*/ 166796 h 260086"/>
              <a:gd name="connsiteX108" fmla="*/ 382899 w 765852"/>
              <a:gd name="connsiteY108" fmla="*/ 166796 h 260086"/>
              <a:gd name="connsiteX109" fmla="*/ 316692 w 765852"/>
              <a:gd name="connsiteY109" fmla="*/ 2119 h 260086"/>
              <a:gd name="connsiteX110" fmla="*/ 287389 w 765852"/>
              <a:gd name="connsiteY110" fmla="*/ 2119 h 260086"/>
              <a:gd name="connsiteX111" fmla="*/ 443549 w 765852"/>
              <a:gd name="connsiteY111" fmla="*/ 199871 h 260086"/>
              <a:gd name="connsiteX112" fmla="*/ 432739 w 765852"/>
              <a:gd name="connsiteY112" fmla="*/ 197523 h 260086"/>
              <a:gd name="connsiteX113" fmla="*/ 408910 w 765852"/>
              <a:gd name="connsiteY113" fmla="*/ 197523 h 260086"/>
              <a:gd name="connsiteX114" fmla="*/ 408910 w 765852"/>
              <a:gd name="connsiteY114" fmla="*/ 259554 h 260086"/>
              <a:gd name="connsiteX115" fmla="*/ 416621 w 765852"/>
              <a:gd name="connsiteY115" fmla="*/ 259554 h 260086"/>
              <a:gd name="connsiteX116" fmla="*/ 416621 w 765852"/>
              <a:gd name="connsiteY116" fmla="*/ 235716 h 260086"/>
              <a:gd name="connsiteX117" fmla="*/ 432748 w 765852"/>
              <a:gd name="connsiteY117" fmla="*/ 235716 h 260086"/>
              <a:gd name="connsiteX118" fmla="*/ 443512 w 765852"/>
              <a:gd name="connsiteY118" fmla="*/ 233368 h 260086"/>
              <a:gd name="connsiteX119" fmla="*/ 450728 w 765852"/>
              <a:gd name="connsiteY119" fmla="*/ 226681 h 260086"/>
              <a:gd name="connsiteX120" fmla="*/ 453295 w 765852"/>
              <a:gd name="connsiteY120" fmla="*/ 216583 h 260086"/>
              <a:gd name="connsiteX121" fmla="*/ 450774 w 765852"/>
              <a:gd name="connsiteY121" fmla="*/ 206521 h 260086"/>
              <a:gd name="connsiteX122" fmla="*/ 443558 w 765852"/>
              <a:gd name="connsiteY122" fmla="*/ 199871 h 260086"/>
              <a:gd name="connsiteX123" fmla="*/ 441779 w 765852"/>
              <a:gd name="connsiteY123" fmla="*/ 225351 h 260086"/>
              <a:gd name="connsiteX124" fmla="*/ 432033 w 765852"/>
              <a:gd name="connsiteY124" fmla="*/ 228635 h 260086"/>
              <a:gd name="connsiteX125" fmla="*/ 416621 w 765852"/>
              <a:gd name="connsiteY125" fmla="*/ 228635 h 260086"/>
              <a:gd name="connsiteX126" fmla="*/ 416621 w 765852"/>
              <a:gd name="connsiteY126" fmla="*/ 204622 h 260086"/>
              <a:gd name="connsiteX127" fmla="*/ 432125 w 765852"/>
              <a:gd name="connsiteY127" fmla="*/ 204622 h 260086"/>
              <a:gd name="connsiteX128" fmla="*/ 441825 w 765852"/>
              <a:gd name="connsiteY128" fmla="*/ 207860 h 260086"/>
              <a:gd name="connsiteX129" fmla="*/ 445410 w 765852"/>
              <a:gd name="connsiteY129" fmla="*/ 216592 h 260086"/>
              <a:gd name="connsiteX130" fmla="*/ 441779 w 765852"/>
              <a:gd name="connsiteY130" fmla="*/ 225361 h 260086"/>
              <a:gd name="connsiteX131" fmla="*/ 382889 w 765852"/>
              <a:gd name="connsiteY131" fmla="*/ 166805 h 260086"/>
              <a:gd name="connsiteX132" fmla="*/ 384375 w 765852"/>
              <a:gd name="connsiteY132" fmla="*/ 166805 h 260086"/>
              <a:gd name="connsiteX133" fmla="*/ 420554 w 765852"/>
              <a:gd name="connsiteY133" fmla="*/ 140114 h 260086"/>
              <a:gd name="connsiteX134" fmla="*/ 478399 w 765852"/>
              <a:gd name="connsiteY134" fmla="*/ 2128 h 260086"/>
              <a:gd name="connsiteX135" fmla="*/ 449096 w 765852"/>
              <a:gd name="connsiteY135" fmla="*/ 2128 h 260086"/>
              <a:gd name="connsiteX136" fmla="*/ 382889 w 765852"/>
              <a:gd name="connsiteY136" fmla="*/ 166814 h 260086"/>
              <a:gd name="connsiteX137" fmla="*/ 644368 w 765852"/>
              <a:gd name="connsiteY137" fmla="*/ 197523 h 260086"/>
              <a:gd name="connsiteX138" fmla="*/ 620714 w 765852"/>
              <a:gd name="connsiteY138" fmla="*/ 259554 h 260086"/>
              <a:gd name="connsiteX139" fmla="*/ 628690 w 765852"/>
              <a:gd name="connsiteY139" fmla="*/ 259554 h 260086"/>
              <a:gd name="connsiteX140" fmla="*/ 635246 w 765852"/>
              <a:gd name="connsiteY140" fmla="*/ 242806 h 260086"/>
              <a:gd name="connsiteX141" fmla="*/ 662266 w 765852"/>
              <a:gd name="connsiteY141" fmla="*/ 242806 h 260086"/>
              <a:gd name="connsiteX142" fmla="*/ 668821 w 765852"/>
              <a:gd name="connsiteY142" fmla="*/ 259554 h 260086"/>
              <a:gd name="connsiteX143" fmla="*/ 677055 w 765852"/>
              <a:gd name="connsiteY143" fmla="*/ 259554 h 260086"/>
              <a:gd name="connsiteX144" fmla="*/ 653491 w 765852"/>
              <a:gd name="connsiteY144" fmla="*/ 197523 h 260086"/>
              <a:gd name="connsiteX145" fmla="*/ 644368 w 765852"/>
              <a:gd name="connsiteY145" fmla="*/ 197523 h 260086"/>
              <a:gd name="connsiteX146" fmla="*/ 637547 w 765852"/>
              <a:gd name="connsiteY146" fmla="*/ 235808 h 260086"/>
              <a:gd name="connsiteX147" fmla="*/ 648705 w 765852"/>
              <a:gd name="connsiteY147" fmla="*/ 205943 h 260086"/>
              <a:gd name="connsiteX148" fmla="*/ 659955 w 765852"/>
              <a:gd name="connsiteY148" fmla="*/ 235808 h 260086"/>
              <a:gd name="connsiteX149" fmla="*/ 637538 w 765852"/>
              <a:gd name="connsiteY149" fmla="*/ 235808 h 260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</a:cxnLst>
            <a:rect l="l" t="t" r="r" b="b"/>
            <a:pathLst>
              <a:path w="765852" h="260086">
                <a:moveTo>
                  <a:pt x="739575" y="143884"/>
                </a:moveTo>
                <a:cubicBezTo>
                  <a:pt x="756519" y="128906"/>
                  <a:pt x="765852" y="107425"/>
                  <a:pt x="765852" y="83403"/>
                </a:cubicBezTo>
                <a:cubicBezTo>
                  <a:pt x="765852" y="59381"/>
                  <a:pt x="756519" y="37899"/>
                  <a:pt x="739575" y="22921"/>
                </a:cubicBezTo>
                <a:cubicBezTo>
                  <a:pt x="722613" y="7925"/>
                  <a:pt x="699307" y="0"/>
                  <a:pt x="672177" y="0"/>
                </a:cubicBezTo>
                <a:cubicBezTo>
                  <a:pt x="645047" y="0"/>
                  <a:pt x="621740" y="7925"/>
                  <a:pt x="604779" y="22921"/>
                </a:cubicBezTo>
                <a:cubicBezTo>
                  <a:pt x="587835" y="37899"/>
                  <a:pt x="578501" y="59381"/>
                  <a:pt x="578501" y="83403"/>
                </a:cubicBezTo>
                <a:cubicBezTo>
                  <a:pt x="578501" y="107425"/>
                  <a:pt x="587835" y="128906"/>
                  <a:pt x="604779" y="143884"/>
                </a:cubicBezTo>
                <a:cubicBezTo>
                  <a:pt x="621740" y="158881"/>
                  <a:pt x="645047" y="166805"/>
                  <a:pt x="672177" y="166805"/>
                </a:cubicBezTo>
                <a:cubicBezTo>
                  <a:pt x="699307" y="166805"/>
                  <a:pt x="722613" y="158881"/>
                  <a:pt x="739575" y="143884"/>
                </a:cubicBezTo>
                <a:close/>
                <a:moveTo>
                  <a:pt x="604595" y="83403"/>
                </a:moveTo>
                <a:cubicBezTo>
                  <a:pt x="604595" y="66489"/>
                  <a:pt x="610821" y="52135"/>
                  <a:pt x="622611" y="41871"/>
                </a:cubicBezTo>
                <a:cubicBezTo>
                  <a:pt x="634751" y="31305"/>
                  <a:pt x="651887" y="25719"/>
                  <a:pt x="672177" y="25719"/>
                </a:cubicBezTo>
                <a:cubicBezTo>
                  <a:pt x="692467" y="25719"/>
                  <a:pt x="709603" y="31305"/>
                  <a:pt x="721742" y="41871"/>
                </a:cubicBezTo>
                <a:cubicBezTo>
                  <a:pt x="733524" y="52126"/>
                  <a:pt x="739759" y="66489"/>
                  <a:pt x="739759" y="83403"/>
                </a:cubicBezTo>
                <a:cubicBezTo>
                  <a:pt x="739759" y="100316"/>
                  <a:pt x="733533" y="114671"/>
                  <a:pt x="721742" y="124934"/>
                </a:cubicBezTo>
                <a:cubicBezTo>
                  <a:pt x="709603" y="135501"/>
                  <a:pt x="692467" y="141077"/>
                  <a:pt x="672177" y="141077"/>
                </a:cubicBezTo>
                <a:cubicBezTo>
                  <a:pt x="651887" y="141077"/>
                  <a:pt x="634741" y="135491"/>
                  <a:pt x="622611" y="124934"/>
                </a:cubicBezTo>
                <a:cubicBezTo>
                  <a:pt x="610830" y="114671"/>
                  <a:pt x="604595" y="100316"/>
                  <a:pt x="604595" y="83403"/>
                </a:cubicBezTo>
                <a:close/>
                <a:moveTo>
                  <a:pt x="238310" y="207181"/>
                </a:moveTo>
                <a:cubicBezTo>
                  <a:pt x="241556" y="205118"/>
                  <a:pt x="245306" y="204081"/>
                  <a:pt x="249560" y="204081"/>
                </a:cubicBezTo>
                <a:cubicBezTo>
                  <a:pt x="254282" y="204081"/>
                  <a:pt x="258288" y="205292"/>
                  <a:pt x="261562" y="207713"/>
                </a:cubicBezTo>
                <a:cubicBezTo>
                  <a:pt x="264835" y="210135"/>
                  <a:pt x="267035" y="213501"/>
                  <a:pt x="268163" y="217812"/>
                </a:cubicBezTo>
                <a:lnTo>
                  <a:pt x="275874" y="217812"/>
                </a:lnTo>
                <a:cubicBezTo>
                  <a:pt x="274691" y="211373"/>
                  <a:pt x="271784" y="206292"/>
                  <a:pt x="267145" y="202568"/>
                </a:cubicBezTo>
                <a:cubicBezTo>
                  <a:pt x="262506" y="198844"/>
                  <a:pt x="256766" y="196982"/>
                  <a:pt x="249917" y="196982"/>
                </a:cubicBezTo>
                <a:cubicBezTo>
                  <a:pt x="244013" y="196982"/>
                  <a:pt x="238814" y="198293"/>
                  <a:pt x="234322" y="200926"/>
                </a:cubicBezTo>
                <a:cubicBezTo>
                  <a:pt x="229838" y="203558"/>
                  <a:pt x="226382" y="207264"/>
                  <a:pt x="223961" y="212052"/>
                </a:cubicBezTo>
                <a:cubicBezTo>
                  <a:pt x="221541" y="216840"/>
                  <a:pt x="220330" y="222334"/>
                  <a:pt x="220330" y="228534"/>
                </a:cubicBezTo>
                <a:cubicBezTo>
                  <a:pt x="220330" y="234734"/>
                  <a:pt x="221541" y="240302"/>
                  <a:pt x="223961" y="245062"/>
                </a:cubicBezTo>
                <a:cubicBezTo>
                  <a:pt x="226382" y="249823"/>
                  <a:pt x="229838" y="253510"/>
                  <a:pt x="234322" y="256142"/>
                </a:cubicBezTo>
                <a:cubicBezTo>
                  <a:pt x="238805" y="258775"/>
                  <a:pt x="244004" y="260086"/>
                  <a:pt x="249917" y="260086"/>
                </a:cubicBezTo>
                <a:cubicBezTo>
                  <a:pt x="256831" y="260086"/>
                  <a:pt x="262570" y="258224"/>
                  <a:pt x="267145" y="254501"/>
                </a:cubicBezTo>
                <a:cubicBezTo>
                  <a:pt x="271720" y="250777"/>
                  <a:pt x="274599" y="245695"/>
                  <a:pt x="275782" y="239256"/>
                </a:cubicBezTo>
                <a:lnTo>
                  <a:pt x="268071" y="239256"/>
                </a:lnTo>
                <a:cubicBezTo>
                  <a:pt x="266888" y="243631"/>
                  <a:pt x="264706" y="247007"/>
                  <a:pt x="261516" y="249401"/>
                </a:cubicBezTo>
                <a:cubicBezTo>
                  <a:pt x="258325" y="251795"/>
                  <a:pt x="254337" y="252987"/>
                  <a:pt x="249560" y="252987"/>
                </a:cubicBezTo>
                <a:cubicBezTo>
                  <a:pt x="245306" y="252987"/>
                  <a:pt x="241556" y="251951"/>
                  <a:pt x="238310" y="249887"/>
                </a:cubicBezTo>
                <a:cubicBezTo>
                  <a:pt x="235064" y="247823"/>
                  <a:pt x="232561" y="244925"/>
                  <a:pt x="230828" y="241201"/>
                </a:cubicBezTo>
                <a:cubicBezTo>
                  <a:pt x="229086" y="237477"/>
                  <a:pt x="228215" y="233258"/>
                  <a:pt x="228215" y="228525"/>
                </a:cubicBezTo>
                <a:cubicBezTo>
                  <a:pt x="228215" y="223792"/>
                  <a:pt x="229086" y="219499"/>
                  <a:pt x="230828" y="215812"/>
                </a:cubicBezTo>
                <a:cubicBezTo>
                  <a:pt x="232570" y="212125"/>
                  <a:pt x="235064" y="209245"/>
                  <a:pt x="238310" y="207172"/>
                </a:cubicBezTo>
                <a:close/>
                <a:moveTo>
                  <a:pt x="335580" y="197523"/>
                </a:moveTo>
                <a:lnTo>
                  <a:pt x="311925" y="259554"/>
                </a:lnTo>
                <a:lnTo>
                  <a:pt x="319892" y="259554"/>
                </a:lnTo>
                <a:lnTo>
                  <a:pt x="326448" y="242806"/>
                </a:lnTo>
                <a:lnTo>
                  <a:pt x="353467" y="242806"/>
                </a:lnTo>
                <a:lnTo>
                  <a:pt x="360023" y="259554"/>
                </a:lnTo>
                <a:lnTo>
                  <a:pt x="368256" y="259554"/>
                </a:lnTo>
                <a:lnTo>
                  <a:pt x="344693" y="197523"/>
                </a:lnTo>
                <a:lnTo>
                  <a:pt x="335570" y="197523"/>
                </a:lnTo>
                <a:close/>
                <a:moveTo>
                  <a:pt x="328758" y="235808"/>
                </a:moveTo>
                <a:lnTo>
                  <a:pt x="339916" y="205943"/>
                </a:lnTo>
                <a:lnTo>
                  <a:pt x="351166" y="235808"/>
                </a:lnTo>
                <a:lnTo>
                  <a:pt x="328749" y="235808"/>
                </a:lnTo>
                <a:close/>
                <a:moveTo>
                  <a:pt x="725437" y="197523"/>
                </a:moveTo>
                <a:lnTo>
                  <a:pt x="717736" y="197523"/>
                </a:lnTo>
                <a:lnTo>
                  <a:pt x="717736" y="259554"/>
                </a:lnTo>
                <a:lnTo>
                  <a:pt x="753704" y="259554"/>
                </a:lnTo>
                <a:lnTo>
                  <a:pt x="753704" y="252464"/>
                </a:lnTo>
                <a:lnTo>
                  <a:pt x="725446" y="252464"/>
                </a:lnTo>
                <a:lnTo>
                  <a:pt x="725446" y="197523"/>
                </a:lnTo>
                <a:close/>
                <a:moveTo>
                  <a:pt x="250953" y="2119"/>
                </a:moveTo>
                <a:lnTo>
                  <a:pt x="225566" y="2119"/>
                </a:lnTo>
                <a:lnTo>
                  <a:pt x="225566" y="164677"/>
                </a:lnTo>
                <a:lnTo>
                  <a:pt x="250953" y="164677"/>
                </a:lnTo>
                <a:lnTo>
                  <a:pt x="250953" y="2119"/>
                </a:lnTo>
                <a:close/>
                <a:moveTo>
                  <a:pt x="80592" y="62692"/>
                </a:moveTo>
                <a:lnTo>
                  <a:pt x="80592" y="164687"/>
                </a:lnTo>
                <a:cubicBezTo>
                  <a:pt x="80592" y="164687"/>
                  <a:pt x="106732" y="164687"/>
                  <a:pt x="106732" y="164687"/>
                </a:cubicBezTo>
                <a:lnTo>
                  <a:pt x="106713" y="62692"/>
                </a:lnTo>
                <a:cubicBezTo>
                  <a:pt x="106713" y="50282"/>
                  <a:pt x="102707" y="38523"/>
                  <a:pt x="95124" y="28700"/>
                </a:cubicBezTo>
                <a:lnTo>
                  <a:pt x="93648" y="26792"/>
                </a:lnTo>
                <a:lnTo>
                  <a:pt x="92172" y="28700"/>
                </a:lnTo>
                <a:cubicBezTo>
                  <a:pt x="84589" y="38523"/>
                  <a:pt x="80583" y="50273"/>
                  <a:pt x="80583" y="62692"/>
                </a:cubicBezTo>
                <a:close/>
                <a:moveTo>
                  <a:pt x="47273" y="2119"/>
                </a:moveTo>
                <a:lnTo>
                  <a:pt x="0" y="2119"/>
                </a:lnTo>
                <a:lnTo>
                  <a:pt x="0" y="26792"/>
                </a:lnTo>
                <a:lnTo>
                  <a:pt x="93648" y="26792"/>
                </a:lnTo>
                <a:lnTo>
                  <a:pt x="91328" y="23793"/>
                </a:lnTo>
                <a:cubicBezTo>
                  <a:pt x="80693" y="10025"/>
                  <a:pt x="64629" y="2119"/>
                  <a:pt x="47273" y="2119"/>
                </a:cubicBezTo>
                <a:close/>
                <a:moveTo>
                  <a:pt x="95968" y="23793"/>
                </a:moveTo>
                <a:lnTo>
                  <a:pt x="93648" y="26792"/>
                </a:lnTo>
                <a:lnTo>
                  <a:pt x="187296" y="26792"/>
                </a:lnTo>
                <a:lnTo>
                  <a:pt x="187296" y="2119"/>
                </a:lnTo>
                <a:lnTo>
                  <a:pt x="140023" y="2119"/>
                </a:lnTo>
                <a:cubicBezTo>
                  <a:pt x="122657" y="2119"/>
                  <a:pt x="106603" y="10016"/>
                  <a:pt x="95958" y="23793"/>
                </a:cubicBezTo>
                <a:close/>
                <a:moveTo>
                  <a:pt x="514844" y="164677"/>
                </a:moveTo>
                <a:lnTo>
                  <a:pt x="540232" y="164677"/>
                </a:lnTo>
                <a:lnTo>
                  <a:pt x="540232" y="2119"/>
                </a:lnTo>
                <a:lnTo>
                  <a:pt x="514844" y="2119"/>
                </a:lnTo>
                <a:lnTo>
                  <a:pt x="514844" y="164677"/>
                </a:lnTo>
                <a:close/>
                <a:moveTo>
                  <a:pt x="495205" y="259554"/>
                </a:moveTo>
                <a:lnTo>
                  <a:pt x="502915" y="259554"/>
                </a:lnTo>
                <a:lnTo>
                  <a:pt x="502915" y="197523"/>
                </a:lnTo>
                <a:lnTo>
                  <a:pt x="495205" y="197523"/>
                </a:lnTo>
                <a:lnTo>
                  <a:pt x="495205" y="259554"/>
                </a:lnTo>
                <a:close/>
                <a:moveTo>
                  <a:pt x="544816" y="204613"/>
                </a:moveTo>
                <a:lnTo>
                  <a:pt x="564923" y="204613"/>
                </a:lnTo>
                <a:lnTo>
                  <a:pt x="564923" y="259554"/>
                </a:lnTo>
                <a:lnTo>
                  <a:pt x="572633" y="259554"/>
                </a:lnTo>
                <a:lnTo>
                  <a:pt x="572633" y="204613"/>
                </a:lnTo>
                <a:lnTo>
                  <a:pt x="592740" y="204613"/>
                </a:lnTo>
                <a:lnTo>
                  <a:pt x="592740" y="197523"/>
                </a:lnTo>
                <a:lnTo>
                  <a:pt x="544816" y="197523"/>
                </a:lnTo>
                <a:lnTo>
                  <a:pt x="544816" y="204613"/>
                </a:lnTo>
                <a:close/>
                <a:moveTo>
                  <a:pt x="287389" y="2119"/>
                </a:moveTo>
                <a:cubicBezTo>
                  <a:pt x="287389" y="2119"/>
                  <a:pt x="335680" y="117220"/>
                  <a:pt x="345234" y="140105"/>
                </a:cubicBezTo>
                <a:cubicBezTo>
                  <a:pt x="356374" y="166796"/>
                  <a:pt x="374464" y="166796"/>
                  <a:pt x="381413" y="166796"/>
                </a:cubicBezTo>
                <a:lnTo>
                  <a:pt x="382899" y="166796"/>
                </a:lnTo>
                <a:lnTo>
                  <a:pt x="316692" y="2119"/>
                </a:lnTo>
                <a:lnTo>
                  <a:pt x="287389" y="2119"/>
                </a:lnTo>
                <a:close/>
                <a:moveTo>
                  <a:pt x="443549" y="199871"/>
                </a:moveTo>
                <a:cubicBezTo>
                  <a:pt x="440413" y="198303"/>
                  <a:pt x="436819" y="197523"/>
                  <a:pt x="432739" y="197523"/>
                </a:cubicBezTo>
                <a:lnTo>
                  <a:pt x="408910" y="197523"/>
                </a:lnTo>
                <a:lnTo>
                  <a:pt x="408910" y="259554"/>
                </a:lnTo>
                <a:lnTo>
                  <a:pt x="416621" y="259554"/>
                </a:lnTo>
                <a:lnTo>
                  <a:pt x="416621" y="235716"/>
                </a:lnTo>
                <a:lnTo>
                  <a:pt x="432748" y="235716"/>
                </a:lnTo>
                <a:cubicBezTo>
                  <a:pt x="436819" y="235716"/>
                  <a:pt x="440413" y="234936"/>
                  <a:pt x="443512" y="233368"/>
                </a:cubicBezTo>
                <a:cubicBezTo>
                  <a:pt x="446611" y="231799"/>
                  <a:pt x="449013" y="229571"/>
                  <a:pt x="450728" y="226681"/>
                </a:cubicBezTo>
                <a:cubicBezTo>
                  <a:pt x="452442" y="223783"/>
                  <a:pt x="453295" y="220417"/>
                  <a:pt x="453295" y="216583"/>
                </a:cubicBezTo>
                <a:cubicBezTo>
                  <a:pt x="453295" y="212749"/>
                  <a:pt x="452452" y="209392"/>
                  <a:pt x="450774" y="206521"/>
                </a:cubicBezTo>
                <a:cubicBezTo>
                  <a:pt x="449087" y="203659"/>
                  <a:pt x="446685" y="201439"/>
                  <a:pt x="443558" y="199871"/>
                </a:cubicBezTo>
                <a:close/>
                <a:moveTo>
                  <a:pt x="441779" y="225351"/>
                </a:moveTo>
                <a:cubicBezTo>
                  <a:pt x="439359" y="227534"/>
                  <a:pt x="436113" y="228635"/>
                  <a:pt x="432033" y="228635"/>
                </a:cubicBezTo>
                <a:lnTo>
                  <a:pt x="416621" y="228635"/>
                </a:lnTo>
                <a:lnTo>
                  <a:pt x="416621" y="204622"/>
                </a:lnTo>
                <a:lnTo>
                  <a:pt x="432125" y="204622"/>
                </a:lnTo>
                <a:cubicBezTo>
                  <a:pt x="436196" y="204622"/>
                  <a:pt x="439432" y="205705"/>
                  <a:pt x="441825" y="207860"/>
                </a:cubicBezTo>
                <a:cubicBezTo>
                  <a:pt x="444218" y="210015"/>
                  <a:pt x="445410" y="212923"/>
                  <a:pt x="445410" y="216592"/>
                </a:cubicBezTo>
                <a:cubicBezTo>
                  <a:pt x="445410" y="220261"/>
                  <a:pt x="444200" y="223178"/>
                  <a:pt x="441779" y="225361"/>
                </a:cubicBezTo>
                <a:close/>
                <a:moveTo>
                  <a:pt x="382889" y="166805"/>
                </a:moveTo>
                <a:lnTo>
                  <a:pt x="384375" y="166805"/>
                </a:lnTo>
                <a:cubicBezTo>
                  <a:pt x="391334" y="166805"/>
                  <a:pt x="409423" y="166805"/>
                  <a:pt x="420554" y="140114"/>
                </a:cubicBezTo>
                <a:cubicBezTo>
                  <a:pt x="430099" y="117230"/>
                  <a:pt x="478399" y="2128"/>
                  <a:pt x="478399" y="2128"/>
                </a:cubicBezTo>
                <a:lnTo>
                  <a:pt x="449096" y="2128"/>
                </a:lnTo>
                <a:lnTo>
                  <a:pt x="382889" y="166814"/>
                </a:lnTo>
                <a:close/>
                <a:moveTo>
                  <a:pt x="644368" y="197523"/>
                </a:moveTo>
                <a:lnTo>
                  <a:pt x="620714" y="259554"/>
                </a:lnTo>
                <a:lnTo>
                  <a:pt x="628690" y="259554"/>
                </a:lnTo>
                <a:lnTo>
                  <a:pt x="635246" y="242806"/>
                </a:lnTo>
                <a:lnTo>
                  <a:pt x="662266" y="242806"/>
                </a:lnTo>
                <a:lnTo>
                  <a:pt x="668821" y="259554"/>
                </a:lnTo>
                <a:lnTo>
                  <a:pt x="677055" y="259554"/>
                </a:lnTo>
                <a:lnTo>
                  <a:pt x="653491" y="197523"/>
                </a:lnTo>
                <a:lnTo>
                  <a:pt x="644368" y="197523"/>
                </a:lnTo>
                <a:close/>
                <a:moveTo>
                  <a:pt x="637547" y="235808"/>
                </a:moveTo>
                <a:lnTo>
                  <a:pt x="648705" y="205943"/>
                </a:lnTo>
                <a:lnTo>
                  <a:pt x="659955" y="235808"/>
                </a:lnTo>
                <a:lnTo>
                  <a:pt x="637538" y="235808"/>
                </a:lnTo>
                <a:close/>
              </a:path>
            </a:pathLst>
          </a:custGeom>
          <a:solidFill>
            <a:srgbClr val="000000"/>
          </a:solidFill>
          <a:ln w="1061" cap="flat">
            <a:noFill/>
            <a:prstDash val="solid"/>
            <a:miter/>
          </a:ln>
        </p:spPr>
        <p:txBody>
          <a:bodyPr rtlCol="0" anchor="ctr"/>
          <a:lstStyle/>
          <a:p>
            <a:endParaRPr lang="pt-BR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09B6F29F-DF18-9050-9EF6-AF47C4A796AC}"/>
              </a:ext>
            </a:extLst>
          </p:cNvPr>
          <p:cNvCxnSpPr/>
          <p:nvPr userDrawn="1"/>
        </p:nvCxnSpPr>
        <p:spPr>
          <a:xfrm>
            <a:off x="334963" y="185353"/>
            <a:ext cx="1041541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261412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469">
          <p15:clr>
            <a:srgbClr val="FBAE40"/>
          </p15:clr>
        </p15:guide>
        <p15:guide id="2" orient="horz" pos="3974">
          <p15:clr>
            <a:srgbClr val="FBAE40"/>
          </p15:clr>
        </p15:guide>
        <p15:guide id="3" orient="horz" pos="232">
          <p15:clr>
            <a:srgbClr val="FBAE40"/>
          </p15:clr>
        </p15:guide>
        <p15:guide id="4" pos="211">
          <p15:clr>
            <a:srgbClr val="FBAE40"/>
          </p15:clr>
        </p15:guide>
        <p15:guide id="5" orient="horz" pos="4065">
          <p15:clr>
            <a:srgbClr val="FBAE40"/>
          </p15:clr>
        </p15:guide>
        <p15:guide id="6" orient="horz" pos="799">
          <p15:clr>
            <a:srgbClr val="FBAE40"/>
          </p15:clr>
        </p15:guide>
        <p15:guide id="7" orient="horz" pos="935">
          <p15:clr>
            <a:srgbClr val="FBAE40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| Box lateral - Branco 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tângulo 1">
            <a:extLst>
              <a:ext uri="{FF2B5EF4-FFF2-40B4-BE49-F238E27FC236}">
                <a16:creationId xmlns:a16="http://schemas.microsoft.com/office/drawing/2014/main" id="{0B0E7351-5252-E626-42EB-CDCE7C083C49}"/>
              </a:ext>
            </a:extLst>
          </p:cNvPr>
          <p:cNvSpPr/>
          <p:nvPr userDrawn="1"/>
        </p:nvSpPr>
        <p:spPr>
          <a:xfrm>
            <a:off x="0" y="1"/>
            <a:ext cx="5420020" cy="6858000"/>
          </a:xfrm>
          <a:prstGeom prst="rect">
            <a:avLst/>
          </a:prstGeom>
          <a:gradFill>
            <a:gsLst>
              <a:gs pos="100000">
                <a:schemeClr val="tx1">
                  <a:lumMod val="95000"/>
                  <a:lumOff val="5000"/>
                </a:schemeClr>
              </a:gs>
              <a:gs pos="0">
                <a:schemeClr val="tx1">
                  <a:lumMod val="85000"/>
                  <a:lumOff val="15000"/>
                </a:schemeClr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bg1"/>
              </a:solidFill>
            </a:endParaRPr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132BCE3-A04F-8602-64F7-7623C7EAF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61763" y="6482556"/>
            <a:ext cx="295275" cy="1692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 sz="1100">
                <a:solidFill>
                  <a:schemeClr val="tx1">
                    <a:lumMod val="95000"/>
                    <a:lumOff val="5000"/>
                  </a:schemeClr>
                </a:solidFill>
                <a:latin typeface="Versos" panose="020B0503020204030204" pitchFamily="34" charset="0"/>
                <a:cs typeface="Versos" panose="020B0503020204030204" pitchFamily="34" charset="0"/>
              </a:defRPr>
            </a:lvl1pPr>
          </a:lstStyle>
          <a:p>
            <a:fld id="{77667D73-C69A-4DAA-9003-24A825D36FE9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B13D7C-5A47-B0DF-B518-26E79F5D2DB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63" y="368300"/>
            <a:ext cx="5085057" cy="4308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err="1"/>
              <a:t>Título</a:t>
            </a:r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401465E-A8CD-A3BA-BE2A-9597492FDC6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4963" y="6482556"/>
            <a:ext cx="10980000" cy="180000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900">
                <a:latin typeface="Versos Light" panose="020B0403020204030204" pitchFamily="34" charset="0"/>
              </a:defRPr>
            </a:lvl2pPr>
            <a:lvl3pPr>
              <a:defRPr sz="900">
                <a:latin typeface="Versos Light" panose="020B0403020204030204" pitchFamily="34" charset="0"/>
              </a:defRPr>
            </a:lvl3pPr>
            <a:lvl4pPr>
              <a:defRPr sz="900">
                <a:latin typeface="Versos Light" panose="020B0403020204030204" pitchFamily="34" charset="0"/>
              </a:defRPr>
            </a:lvl4pPr>
            <a:lvl5pPr>
              <a:defRPr sz="900">
                <a:latin typeface="Versos Light" panose="020B0403020204030204" pitchFamily="34" charset="0"/>
              </a:defRPr>
            </a:lvl5pPr>
          </a:lstStyle>
          <a:p>
            <a:pPr lvl="0"/>
            <a:r>
              <a:rPr lang="en-US"/>
              <a:t>Fonte:</a:t>
            </a:r>
            <a:endParaRPr lang="pt-BR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2BF5896-7E11-14FB-06A4-95B1CAD37BF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47026" y="1751285"/>
            <a:ext cx="4369353" cy="156104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3D29ABC6-2275-8D02-5D8F-6C312831087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33166" y="3849328"/>
            <a:ext cx="4383213" cy="158838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8">
            <a:extLst>
              <a:ext uri="{FF2B5EF4-FFF2-40B4-BE49-F238E27FC236}">
                <a16:creationId xmlns:a16="http://schemas.microsoft.com/office/drawing/2014/main" id="{89936DB2-1144-3AFC-1BBA-E1BDEB5020C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767046" y="1484313"/>
            <a:ext cx="6077927" cy="445872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chemeClr val="tx1">
                    <a:lumMod val="95000"/>
                    <a:lumOff val="5000"/>
                  </a:schemeClr>
                </a:solidFill>
                <a:latin typeface="Versos" panose="020B05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2" name="Conector Reto 2">
            <a:extLst>
              <a:ext uri="{FF2B5EF4-FFF2-40B4-BE49-F238E27FC236}">
                <a16:creationId xmlns:a16="http://schemas.microsoft.com/office/drawing/2014/main" id="{D24BE17E-F6B3-8EAE-EC30-BB9C725FC11E}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1482784"/>
            <a:ext cx="1457739" cy="0"/>
          </a:xfrm>
          <a:prstGeom prst="line">
            <a:avLst/>
          </a:prstGeom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Conector Reto 7">
            <a:extLst>
              <a:ext uri="{FF2B5EF4-FFF2-40B4-BE49-F238E27FC236}">
                <a16:creationId xmlns:a16="http://schemas.microsoft.com/office/drawing/2014/main" id="{0D6EA7A2-501E-AE25-217B-771E1489503C}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3580828"/>
            <a:ext cx="1457739" cy="0"/>
          </a:xfrm>
          <a:prstGeom prst="line">
            <a:avLst/>
          </a:prstGeom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Picture 8">
            <a:extLst>
              <a:ext uri="{FF2B5EF4-FFF2-40B4-BE49-F238E27FC236}">
                <a16:creationId xmlns:a16="http://schemas.microsoft.com/office/drawing/2014/main" id="{68EB1F7D-EB42-B4A5-4EBA-55B2FE1DF06F}"/>
              </a:ext>
            </a:extLst>
          </p:cNvPr>
          <p:cNvSpPr/>
          <p:nvPr userDrawn="1"/>
        </p:nvSpPr>
        <p:spPr>
          <a:xfrm>
            <a:off x="11091186" y="377178"/>
            <a:ext cx="765852" cy="260086"/>
          </a:xfrm>
          <a:custGeom>
            <a:avLst/>
            <a:gdLst>
              <a:gd name="connsiteX0" fmla="*/ 739575 w 765852"/>
              <a:gd name="connsiteY0" fmla="*/ 143884 h 260086"/>
              <a:gd name="connsiteX1" fmla="*/ 765852 w 765852"/>
              <a:gd name="connsiteY1" fmla="*/ 83403 h 260086"/>
              <a:gd name="connsiteX2" fmla="*/ 739575 w 765852"/>
              <a:gd name="connsiteY2" fmla="*/ 22921 h 260086"/>
              <a:gd name="connsiteX3" fmla="*/ 672177 w 765852"/>
              <a:gd name="connsiteY3" fmla="*/ 0 h 260086"/>
              <a:gd name="connsiteX4" fmla="*/ 604779 w 765852"/>
              <a:gd name="connsiteY4" fmla="*/ 22921 h 260086"/>
              <a:gd name="connsiteX5" fmla="*/ 578501 w 765852"/>
              <a:gd name="connsiteY5" fmla="*/ 83403 h 260086"/>
              <a:gd name="connsiteX6" fmla="*/ 604779 w 765852"/>
              <a:gd name="connsiteY6" fmla="*/ 143884 h 260086"/>
              <a:gd name="connsiteX7" fmla="*/ 672177 w 765852"/>
              <a:gd name="connsiteY7" fmla="*/ 166805 h 260086"/>
              <a:gd name="connsiteX8" fmla="*/ 739575 w 765852"/>
              <a:gd name="connsiteY8" fmla="*/ 143884 h 260086"/>
              <a:gd name="connsiteX9" fmla="*/ 604595 w 765852"/>
              <a:gd name="connsiteY9" fmla="*/ 83403 h 260086"/>
              <a:gd name="connsiteX10" fmla="*/ 622611 w 765852"/>
              <a:gd name="connsiteY10" fmla="*/ 41871 h 260086"/>
              <a:gd name="connsiteX11" fmla="*/ 672177 w 765852"/>
              <a:gd name="connsiteY11" fmla="*/ 25719 h 260086"/>
              <a:gd name="connsiteX12" fmla="*/ 721742 w 765852"/>
              <a:gd name="connsiteY12" fmla="*/ 41871 h 260086"/>
              <a:gd name="connsiteX13" fmla="*/ 739759 w 765852"/>
              <a:gd name="connsiteY13" fmla="*/ 83403 h 260086"/>
              <a:gd name="connsiteX14" fmla="*/ 721742 w 765852"/>
              <a:gd name="connsiteY14" fmla="*/ 124934 h 260086"/>
              <a:gd name="connsiteX15" fmla="*/ 672177 w 765852"/>
              <a:gd name="connsiteY15" fmla="*/ 141077 h 260086"/>
              <a:gd name="connsiteX16" fmla="*/ 622611 w 765852"/>
              <a:gd name="connsiteY16" fmla="*/ 124934 h 260086"/>
              <a:gd name="connsiteX17" fmla="*/ 604595 w 765852"/>
              <a:gd name="connsiteY17" fmla="*/ 83403 h 260086"/>
              <a:gd name="connsiteX18" fmla="*/ 238310 w 765852"/>
              <a:gd name="connsiteY18" fmla="*/ 207181 h 260086"/>
              <a:gd name="connsiteX19" fmla="*/ 249560 w 765852"/>
              <a:gd name="connsiteY19" fmla="*/ 204081 h 260086"/>
              <a:gd name="connsiteX20" fmla="*/ 261562 w 765852"/>
              <a:gd name="connsiteY20" fmla="*/ 207713 h 260086"/>
              <a:gd name="connsiteX21" fmla="*/ 268163 w 765852"/>
              <a:gd name="connsiteY21" fmla="*/ 217812 h 260086"/>
              <a:gd name="connsiteX22" fmla="*/ 275874 w 765852"/>
              <a:gd name="connsiteY22" fmla="*/ 217812 h 260086"/>
              <a:gd name="connsiteX23" fmla="*/ 267145 w 765852"/>
              <a:gd name="connsiteY23" fmla="*/ 202568 h 260086"/>
              <a:gd name="connsiteX24" fmla="*/ 249917 w 765852"/>
              <a:gd name="connsiteY24" fmla="*/ 196982 h 260086"/>
              <a:gd name="connsiteX25" fmla="*/ 234322 w 765852"/>
              <a:gd name="connsiteY25" fmla="*/ 200926 h 260086"/>
              <a:gd name="connsiteX26" fmla="*/ 223961 w 765852"/>
              <a:gd name="connsiteY26" fmla="*/ 212052 h 260086"/>
              <a:gd name="connsiteX27" fmla="*/ 220330 w 765852"/>
              <a:gd name="connsiteY27" fmla="*/ 228534 h 260086"/>
              <a:gd name="connsiteX28" fmla="*/ 223961 w 765852"/>
              <a:gd name="connsiteY28" fmla="*/ 245062 h 260086"/>
              <a:gd name="connsiteX29" fmla="*/ 234322 w 765852"/>
              <a:gd name="connsiteY29" fmla="*/ 256142 h 260086"/>
              <a:gd name="connsiteX30" fmla="*/ 249917 w 765852"/>
              <a:gd name="connsiteY30" fmla="*/ 260086 h 260086"/>
              <a:gd name="connsiteX31" fmla="*/ 267145 w 765852"/>
              <a:gd name="connsiteY31" fmla="*/ 254501 h 260086"/>
              <a:gd name="connsiteX32" fmla="*/ 275782 w 765852"/>
              <a:gd name="connsiteY32" fmla="*/ 239256 h 260086"/>
              <a:gd name="connsiteX33" fmla="*/ 268071 w 765852"/>
              <a:gd name="connsiteY33" fmla="*/ 239256 h 260086"/>
              <a:gd name="connsiteX34" fmla="*/ 261516 w 765852"/>
              <a:gd name="connsiteY34" fmla="*/ 249401 h 260086"/>
              <a:gd name="connsiteX35" fmla="*/ 249560 w 765852"/>
              <a:gd name="connsiteY35" fmla="*/ 252987 h 260086"/>
              <a:gd name="connsiteX36" fmla="*/ 238310 w 765852"/>
              <a:gd name="connsiteY36" fmla="*/ 249887 h 260086"/>
              <a:gd name="connsiteX37" fmla="*/ 230828 w 765852"/>
              <a:gd name="connsiteY37" fmla="*/ 241201 h 260086"/>
              <a:gd name="connsiteX38" fmla="*/ 228215 w 765852"/>
              <a:gd name="connsiteY38" fmla="*/ 228525 h 260086"/>
              <a:gd name="connsiteX39" fmla="*/ 230828 w 765852"/>
              <a:gd name="connsiteY39" fmla="*/ 215812 h 260086"/>
              <a:gd name="connsiteX40" fmla="*/ 238310 w 765852"/>
              <a:gd name="connsiteY40" fmla="*/ 207172 h 260086"/>
              <a:gd name="connsiteX41" fmla="*/ 335580 w 765852"/>
              <a:gd name="connsiteY41" fmla="*/ 197523 h 260086"/>
              <a:gd name="connsiteX42" fmla="*/ 311925 w 765852"/>
              <a:gd name="connsiteY42" fmla="*/ 259554 h 260086"/>
              <a:gd name="connsiteX43" fmla="*/ 319892 w 765852"/>
              <a:gd name="connsiteY43" fmla="*/ 259554 h 260086"/>
              <a:gd name="connsiteX44" fmla="*/ 326448 w 765852"/>
              <a:gd name="connsiteY44" fmla="*/ 242806 h 260086"/>
              <a:gd name="connsiteX45" fmla="*/ 353467 w 765852"/>
              <a:gd name="connsiteY45" fmla="*/ 242806 h 260086"/>
              <a:gd name="connsiteX46" fmla="*/ 360023 w 765852"/>
              <a:gd name="connsiteY46" fmla="*/ 259554 h 260086"/>
              <a:gd name="connsiteX47" fmla="*/ 368256 w 765852"/>
              <a:gd name="connsiteY47" fmla="*/ 259554 h 260086"/>
              <a:gd name="connsiteX48" fmla="*/ 344693 w 765852"/>
              <a:gd name="connsiteY48" fmla="*/ 197523 h 260086"/>
              <a:gd name="connsiteX49" fmla="*/ 335570 w 765852"/>
              <a:gd name="connsiteY49" fmla="*/ 197523 h 260086"/>
              <a:gd name="connsiteX50" fmla="*/ 328758 w 765852"/>
              <a:gd name="connsiteY50" fmla="*/ 235808 h 260086"/>
              <a:gd name="connsiteX51" fmla="*/ 339916 w 765852"/>
              <a:gd name="connsiteY51" fmla="*/ 205943 h 260086"/>
              <a:gd name="connsiteX52" fmla="*/ 351166 w 765852"/>
              <a:gd name="connsiteY52" fmla="*/ 235808 h 260086"/>
              <a:gd name="connsiteX53" fmla="*/ 328749 w 765852"/>
              <a:gd name="connsiteY53" fmla="*/ 235808 h 260086"/>
              <a:gd name="connsiteX54" fmla="*/ 725437 w 765852"/>
              <a:gd name="connsiteY54" fmla="*/ 197523 h 260086"/>
              <a:gd name="connsiteX55" fmla="*/ 717736 w 765852"/>
              <a:gd name="connsiteY55" fmla="*/ 197523 h 260086"/>
              <a:gd name="connsiteX56" fmla="*/ 717736 w 765852"/>
              <a:gd name="connsiteY56" fmla="*/ 259554 h 260086"/>
              <a:gd name="connsiteX57" fmla="*/ 753704 w 765852"/>
              <a:gd name="connsiteY57" fmla="*/ 259554 h 260086"/>
              <a:gd name="connsiteX58" fmla="*/ 753704 w 765852"/>
              <a:gd name="connsiteY58" fmla="*/ 252464 h 260086"/>
              <a:gd name="connsiteX59" fmla="*/ 725446 w 765852"/>
              <a:gd name="connsiteY59" fmla="*/ 252464 h 260086"/>
              <a:gd name="connsiteX60" fmla="*/ 725446 w 765852"/>
              <a:gd name="connsiteY60" fmla="*/ 197523 h 260086"/>
              <a:gd name="connsiteX61" fmla="*/ 250953 w 765852"/>
              <a:gd name="connsiteY61" fmla="*/ 2119 h 260086"/>
              <a:gd name="connsiteX62" fmla="*/ 225566 w 765852"/>
              <a:gd name="connsiteY62" fmla="*/ 2119 h 260086"/>
              <a:gd name="connsiteX63" fmla="*/ 225566 w 765852"/>
              <a:gd name="connsiteY63" fmla="*/ 164677 h 260086"/>
              <a:gd name="connsiteX64" fmla="*/ 250953 w 765852"/>
              <a:gd name="connsiteY64" fmla="*/ 164677 h 260086"/>
              <a:gd name="connsiteX65" fmla="*/ 250953 w 765852"/>
              <a:gd name="connsiteY65" fmla="*/ 2119 h 260086"/>
              <a:gd name="connsiteX66" fmla="*/ 80592 w 765852"/>
              <a:gd name="connsiteY66" fmla="*/ 62692 h 260086"/>
              <a:gd name="connsiteX67" fmla="*/ 80592 w 765852"/>
              <a:gd name="connsiteY67" fmla="*/ 164687 h 260086"/>
              <a:gd name="connsiteX68" fmla="*/ 106732 w 765852"/>
              <a:gd name="connsiteY68" fmla="*/ 164687 h 260086"/>
              <a:gd name="connsiteX69" fmla="*/ 106713 w 765852"/>
              <a:gd name="connsiteY69" fmla="*/ 62692 h 260086"/>
              <a:gd name="connsiteX70" fmla="*/ 95124 w 765852"/>
              <a:gd name="connsiteY70" fmla="*/ 28700 h 260086"/>
              <a:gd name="connsiteX71" fmla="*/ 93648 w 765852"/>
              <a:gd name="connsiteY71" fmla="*/ 26792 h 260086"/>
              <a:gd name="connsiteX72" fmla="*/ 92172 w 765852"/>
              <a:gd name="connsiteY72" fmla="*/ 28700 h 260086"/>
              <a:gd name="connsiteX73" fmla="*/ 80583 w 765852"/>
              <a:gd name="connsiteY73" fmla="*/ 62692 h 260086"/>
              <a:gd name="connsiteX74" fmla="*/ 47273 w 765852"/>
              <a:gd name="connsiteY74" fmla="*/ 2119 h 260086"/>
              <a:gd name="connsiteX75" fmla="*/ 0 w 765852"/>
              <a:gd name="connsiteY75" fmla="*/ 2119 h 260086"/>
              <a:gd name="connsiteX76" fmla="*/ 0 w 765852"/>
              <a:gd name="connsiteY76" fmla="*/ 26792 h 260086"/>
              <a:gd name="connsiteX77" fmla="*/ 93648 w 765852"/>
              <a:gd name="connsiteY77" fmla="*/ 26792 h 260086"/>
              <a:gd name="connsiteX78" fmla="*/ 91328 w 765852"/>
              <a:gd name="connsiteY78" fmla="*/ 23793 h 260086"/>
              <a:gd name="connsiteX79" fmla="*/ 47273 w 765852"/>
              <a:gd name="connsiteY79" fmla="*/ 2119 h 260086"/>
              <a:gd name="connsiteX80" fmla="*/ 95968 w 765852"/>
              <a:gd name="connsiteY80" fmla="*/ 23793 h 260086"/>
              <a:gd name="connsiteX81" fmla="*/ 93648 w 765852"/>
              <a:gd name="connsiteY81" fmla="*/ 26792 h 260086"/>
              <a:gd name="connsiteX82" fmla="*/ 187296 w 765852"/>
              <a:gd name="connsiteY82" fmla="*/ 26792 h 260086"/>
              <a:gd name="connsiteX83" fmla="*/ 187296 w 765852"/>
              <a:gd name="connsiteY83" fmla="*/ 2119 h 260086"/>
              <a:gd name="connsiteX84" fmla="*/ 140023 w 765852"/>
              <a:gd name="connsiteY84" fmla="*/ 2119 h 260086"/>
              <a:gd name="connsiteX85" fmla="*/ 95958 w 765852"/>
              <a:gd name="connsiteY85" fmla="*/ 23793 h 260086"/>
              <a:gd name="connsiteX86" fmla="*/ 514844 w 765852"/>
              <a:gd name="connsiteY86" fmla="*/ 164677 h 260086"/>
              <a:gd name="connsiteX87" fmla="*/ 540232 w 765852"/>
              <a:gd name="connsiteY87" fmla="*/ 164677 h 260086"/>
              <a:gd name="connsiteX88" fmla="*/ 540232 w 765852"/>
              <a:gd name="connsiteY88" fmla="*/ 2119 h 260086"/>
              <a:gd name="connsiteX89" fmla="*/ 514844 w 765852"/>
              <a:gd name="connsiteY89" fmla="*/ 2119 h 260086"/>
              <a:gd name="connsiteX90" fmla="*/ 514844 w 765852"/>
              <a:gd name="connsiteY90" fmla="*/ 164677 h 260086"/>
              <a:gd name="connsiteX91" fmla="*/ 495205 w 765852"/>
              <a:gd name="connsiteY91" fmla="*/ 259554 h 260086"/>
              <a:gd name="connsiteX92" fmla="*/ 502915 w 765852"/>
              <a:gd name="connsiteY92" fmla="*/ 259554 h 260086"/>
              <a:gd name="connsiteX93" fmla="*/ 502915 w 765852"/>
              <a:gd name="connsiteY93" fmla="*/ 197523 h 260086"/>
              <a:gd name="connsiteX94" fmla="*/ 495205 w 765852"/>
              <a:gd name="connsiteY94" fmla="*/ 197523 h 260086"/>
              <a:gd name="connsiteX95" fmla="*/ 495205 w 765852"/>
              <a:gd name="connsiteY95" fmla="*/ 259554 h 260086"/>
              <a:gd name="connsiteX96" fmla="*/ 544816 w 765852"/>
              <a:gd name="connsiteY96" fmla="*/ 204613 h 260086"/>
              <a:gd name="connsiteX97" fmla="*/ 564923 w 765852"/>
              <a:gd name="connsiteY97" fmla="*/ 204613 h 260086"/>
              <a:gd name="connsiteX98" fmla="*/ 564923 w 765852"/>
              <a:gd name="connsiteY98" fmla="*/ 259554 h 260086"/>
              <a:gd name="connsiteX99" fmla="*/ 572633 w 765852"/>
              <a:gd name="connsiteY99" fmla="*/ 259554 h 260086"/>
              <a:gd name="connsiteX100" fmla="*/ 572633 w 765852"/>
              <a:gd name="connsiteY100" fmla="*/ 204613 h 260086"/>
              <a:gd name="connsiteX101" fmla="*/ 592740 w 765852"/>
              <a:gd name="connsiteY101" fmla="*/ 204613 h 260086"/>
              <a:gd name="connsiteX102" fmla="*/ 592740 w 765852"/>
              <a:gd name="connsiteY102" fmla="*/ 197523 h 260086"/>
              <a:gd name="connsiteX103" fmla="*/ 544816 w 765852"/>
              <a:gd name="connsiteY103" fmla="*/ 197523 h 260086"/>
              <a:gd name="connsiteX104" fmla="*/ 544816 w 765852"/>
              <a:gd name="connsiteY104" fmla="*/ 204613 h 260086"/>
              <a:gd name="connsiteX105" fmla="*/ 287389 w 765852"/>
              <a:gd name="connsiteY105" fmla="*/ 2119 h 260086"/>
              <a:gd name="connsiteX106" fmla="*/ 345234 w 765852"/>
              <a:gd name="connsiteY106" fmla="*/ 140105 h 260086"/>
              <a:gd name="connsiteX107" fmla="*/ 381413 w 765852"/>
              <a:gd name="connsiteY107" fmla="*/ 166796 h 260086"/>
              <a:gd name="connsiteX108" fmla="*/ 382899 w 765852"/>
              <a:gd name="connsiteY108" fmla="*/ 166796 h 260086"/>
              <a:gd name="connsiteX109" fmla="*/ 316692 w 765852"/>
              <a:gd name="connsiteY109" fmla="*/ 2119 h 260086"/>
              <a:gd name="connsiteX110" fmla="*/ 287389 w 765852"/>
              <a:gd name="connsiteY110" fmla="*/ 2119 h 260086"/>
              <a:gd name="connsiteX111" fmla="*/ 443549 w 765852"/>
              <a:gd name="connsiteY111" fmla="*/ 199871 h 260086"/>
              <a:gd name="connsiteX112" fmla="*/ 432739 w 765852"/>
              <a:gd name="connsiteY112" fmla="*/ 197523 h 260086"/>
              <a:gd name="connsiteX113" fmla="*/ 408910 w 765852"/>
              <a:gd name="connsiteY113" fmla="*/ 197523 h 260086"/>
              <a:gd name="connsiteX114" fmla="*/ 408910 w 765852"/>
              <a:gd name="connsiteY114" fmla="*/ 259554 h 260086"/>
              <a:gd name="connsiteX115" fmla="*/ 416621 w 765852"/>
              <a:gd name="connsiteY115" fmla="*/ 259554 h 260086"/>
              <a:gd name="connsiteX116" fmla="*/ 416621 w 765852"/>
              <a:gd name="connsiteY116" fmla="*/ 235716 h 260086"/>
              <a:gd name="connsiteX117" fmla="*/ 432748 w 765852"/>
              <a:gd name="connsiteY117" fmla="*/ 235716 h 260086"/>
              <a:gd name="connsiteX118" fmla="*/ 443512 w 765852"/>
              <a:gd name="connsiteY118" fmla="*/ 233368 h 260086"/>
              <a:gd name="connsiteX119" fmla="*/ 450728 w 765852"/>
              <a:gd name="connsiteY119" fmla="*/ 226681 h 260086"/>
              <a:gd name="connsiteX120" fmla="*/ 453295 w 765852"/>
              <a:gd name="connsiteY120" fmla="*/ 216583 h 260086"/>
              <a:gd name="connsiteX121" fmla="*/ 450774 w 765852"/>
              <a:gd name="connsiteY121" fmla="*/ 206521 h 260086"/>
              <a:gd name="connsiteX122" fmla="*/ 443558 w 765852"/>
              <a:gd name="connsiteY122" fmla="*/ 199871 h 260086"/>
              <a:gd name="connsiteX123" fmla="*/ 441779 w 765852"/>
              <a:gd name="connsiteY123" fmla="*/ 225351 h 260086"/>
              <a:gd name="connsiteX124" fmla="*/ 432033 w 765852"/>
              <a:gd name="connsiteY124" fmla="*/ 228635 h 260086"/>
              <a:gd name="connsiteX125" fmla="*/ 416621 w 765852"/>
              <a:gd name="connsiteY125" fmla="*/ 228635 h 260086"/>
              <a:gd name="connsiteX126" fmla="*/ 416621 w 765852"/>
              <a:gd name="connsiteY126" fmla="*/ 204622 h 260086"/>
              <a:gd name="connsiteX127" fmla="*/ 432125 w 765852"/>
              <a:gd name="connsiteY127" fmla="*/ 204622 h 260086"/>
              <a:gd name="connsiteX128" fmla="*/ 441825 w 765852"/>
              <a:gd name="connsiteY128" fmla="*/ 207860 h 260086"/>
              <a:gd name="connsiteX129" fmla="*/ 445410 w 765852"/>
              <a:gd name="connsiteY129" fmla="*/ 216592 h 260086"/>
              <a:gd name="connsiteX130" fmla="*/ 441779 w 765852"/>
              <a:gd name="connsiteY130" fmla="*/ 225361 h 260086"/>
              <a:gd name="connsiteX131" fmla="*/ 382889 w 765852"/>
              <a:gd name="connsiteY131" fmla="*/ 166805 h 260086"/>
              <a:gd name="connsiteX132" fmla="*/ 384375 w 765852"/>
              <a:gd name="connsiteY132" fmla="*/ 166805 h 260086"/>
              <a:gd name="connsiteX133" fmla="*/ 420554 w 765852"/>
              <a:gd name="connsiteY133" fmla="*/ 140114 h 260086"/>
              <a:gd name="connsiteX134" fmla="*/ 478399 w 765852"/>
              <a:gd name="connsiteY134" fmla="*/ 2128 h 260086"/>
              <a:gd name="connsiteX135" fmla="*/ 449096 w 765852"/>
              <a:gd name="connsiteY135" fmla="*/ 2128 h 260086"/>
              <a:gd name="connsiteX136" fmla="*/ 382889 w 765852"/>
              <a:gd name="connsiteY136" fmla="*/ 166814 h 260086"/>
              <a:gd name="connsiteX137" fmla="*/ 644368 w 765852"/>
              <a:gd name="connsiteY137" fmla="*/ 197523 h 260086"/>
              <a:gd name="connsiteX138" fmla="*/ 620714 w 765852"/>
              <a:gd name="connsiteY138" fmla="*/ 259554 h 260086"/>
              <a:gd name="connsiteX139" fmla="*/ 628690 w 765852"/>
              <a:gd name="connsiteY139" fmla="*/ 259554 h 260086"/>
              <a:gd name="connsiteX140" fmla="*/ 635246 w 765852"/>
              <a:gd name="connsiteY140" fmla="*/ 242806 h 260086"/>
              <a:gd name="connsiteX141" fmla="*/ 662266 w 765852"/>
              <a:gd name="connsiteY141" fmla="*/ 242806 h 260086"/>
              <a:gd name="connsiteX142" fmla="*/ 668821 w 765852"/>
              <a:gd name="connsiteY142" fmla="*/ 259554 h 260086"/>
              <a:gd name="connsiteX143" fmla="*/ 677055 w 765852"/>
              <a:gd name="connsiteY143" fmla="*/ 259554 h 260086"/>
              <a:gd name="connsiteX144" fmla="*/ 653491 w 765852"/>
              <a:gd name="connsiteY144" fmla="*/ 197523 h 260086"/>
              <a:gd name="connsiteX145" fmla="*/ 644368 w 765852"/>
              <a:gd name="connsiteY145" fmla="*/ 197523 h 260086"/>
              <a:gd name="connsiteX146" fmla="*/ 637547 w 765852"/>
              <a:gd name="connsiteY146" fmla="*/ 235808 h 260086"/>
              <a:gd name="connsiteX147" fmla="*/ 648705 w 765852"/>
              <a:gd name="connsiteY147" fmla="*/ 205943 h 260086"/>
              <a:gd name="connsiteX148" fmla="*/ 659955 w 765852"/>
              <a:gd name="connsiteY148" fmla="*/ 235808 h 260086"/>
              <a:gd name="connsiteX149" fmla="*/ 637538 w 765852"/>
              <a:gd name="connsiteY149" fmla="*/ 235808 h 260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</a:cxnLst>
            <a:rect l="l" t="t" r="r" b="b"/>
            <a:pathLst>
              <a:path w="765852" h="260086">
                <a:moveTo>
                  <a:pt x="739575" y="143884"/>
                </a:moveTo>
                <a:cubicBezTo>
                  <a:pt x="756519" y="128906"/>
                  <a:pt x="765852" y="107425"/>
                  <a:pt x="765852" y="83403"/>
                </a:cubicBezTo>
                <a:cubicBezTo>
                  <a:pt x="765852" y="59381"/>
                  <a:pt x="756519" y="37899"/>
                  <a:pt x="739575" y="22921"/>
                </a:cubicBezTo>
                <a:cubicBezTo>
                  <a:pt x="722613" y="7925"/>
                  <a:pt x="699307" y="0"/>
                  <a:pt x="672177" y="0"/>
                </a:cubicBezTo>
                <a:cubicBezTo>
                  <a:pt x="645047" y="0"/>
                  <a:pt x="621740" y="7925"/>
                  <a:pt x="604779" y="22921"/>
                </a:cubicBezTo>
                <a:cubicBezTo>
                  <a:pt x="587835" y="37899"/>
                  <a:pt x="578501" y="59381"/>
                  <a:pt x="578501" y="83403"/>
                </a:cubicBezTo>
                <a:cubicBezTo>
                  <a:pt x="578501" y="107425"/>
                  <a:pt x="587835" y="128906"/>
                  <a:pt x="604779" y="143884"/>
                </a:cubicBezTo>
                <a:cubicBezTo>
                  <a:pt x="621740" y="158881"/>
                  <a:pt x="645047" y="166805"/>
                  <a:pt x="672177" y="166805"/>
                </a:cubicBezTo>
                <a:cubicBezTo>
                  <a:pt x="699307" y="166805"/>
                  <a:pt x="722613" y="158881"/>
                  <a:pt x="739575" y="143884"/>
                </a:cubicBezTo>
                <a:close/>
                <a:moveTo>
                  <a:pt x="604595" y="83403"/>
                </a:moveTo>
                <a:cubicBezTo>
                  <a:pt x="604595" y="66489"/>
                  <a:pt x="610821" y="52135"/>
                  <a:pt x="622611" y="41871"/>
                </a:cubicBezTo>
                <a:cubicBezTo>
                  <a:pt x="634751" y="31305"/>
                  <a:pt x="651887" y="25719"/>
                  <a:pt x="672177" y="25719"/>
                </a:cubicBezTo>
                <a:cubicBezTo>
                  <a:pt x="692467" y="25719"/>
                  <a:pt x="709603" y="31305"/>
                  <a:pt x="721742" y="41871"/>
                </a:cubicBezTo>
                <a:cubicBezTo>
                  <a:pt x="733524" y="52126"/>
                  <a:pt x="739759" y="66489"/>
                  <a:pt x="739759" y="83403"/>
                </a:cubicBezTo>
                <a:cubicBezTo>
                  <a:pt x="739759" y="100316"/>
                  <a:pt x="733533" y="114671"/>
                  <a:pt x="721742" y="124934"/>
                </a:cubicBezTo>
                <a:cubicBezTo>
                  <a:pt x="709603" y="135501"/>
                  <a:pt x="692467" y="141077"/>
                  <a:pt x="672177" y="141077"/>
                </a:cubicBezTo>
                <a:cubicBezTo>
                  <a:pt x="651887" y="141077"/>
                  <a:pt x="634741" y="135491"/>
                  <a:pt x="622611" y="124934"/>
                </a:cubicBezTo>
                <a:cubicBezTo>
                  <a:pt x="610830" y="114671"/>
                  <a:pt x="604595" y="100316"/>
                  <a:pt x="604595" y="83403"/>
                </a:cubicBezTo>
                <a:close/>
                <a:moveTo>
                  <a:pt x="238310" y="207181"/>
                </a:moveTo>
                <a:cubicBezTo>
                  <a:pt x="241556" y="205118"/>
                  <a:pt x="245306" y="204081"/>
                  <a:pt x="249560" y="204081"/>
                </a:cubicBezTo>
                <a:cubicBezTo>
                  <a:pt x="254282" y="204081"/>
                  <a:pt x="258288" y="205292"/>
                  <a:pt x="261562" y="207713"/>
                </a:cubicBezTo>
                <a:cubicBezTo>
                  <a:pt x="264835" y="210135"/>
                  <a:pt x="267035" y="213501"/>
                  <a:pt x="268163" y="217812"/>
                </a:cubicBezTo>
                <a:lnTo>
                  <a:pt x="275874" y="217812"/>
                </a:lnTo>
                <a:cubicBezTo>
                  <a:pt x="274691" y="211373"/>
                  <a:pt x="271784" y="206292"/>
                  <a:pt x="267145" y="202568"/>
                </a:cubicBezTo>
                <a:cubicBezTo>
                  <a:pt x="262506" y="198844"/>
                  <a:pt x="256766" y="196982"/>
                  <a:pt x="249917" y="196982"/>
                </a:cubicBezTo>
                <a:cubicBezTo>
                  <a:pt x="244013" y="196982"/>
                  <a:pt x="238814" y="198293"/>
                  <a:pt x="234322" y="200926"/>
                </a:cubicBezTo>
                <a:cubicBezTo>
                  <a:pt x="229838" y="203558"/>
                  <a:pt x="226382" y="207264"/>
                  <a:pt x="223961" y="212052"/>
                </a:cubicBezTo>
                <a:cubicBezTo>
                  <a:pt x="221541" y="216840"/>
                  <a:pt x="220330" y="222334"/>
                  <a:pt x="220330" y="228534"/>
                </a:cubicBezTo>
                <a:cubicBezTo>
                  <a:pt x="220330" y="234734"/>
                  <a:pt x="221541" y="240302"/>
                  <a:pt x="223961" y="245062"/>
                </a:cubicBezTo>
                <a:cubicBezTo>
                  <a:pt x="226382" y="249823"/>
                  <a:pt x="229838" y="253510"/>
                  <a:pt x="234322" y="256142"/>
                </a:cubicBezTo>
                <a:cubicBezTo>
                  <a:pt x="238805" y="258775"/>
                  <a:pt x="244004" y="260086"/>
                  <a:pt x="249917" y="260086"/>
                </a:cubicBezTo>
                <a:cubicBezTo>
                  <a:pt x="256831" y="260086"/>
                  <a:pt x="262570" y="258224"/>
                  <a:pt x="267145" y="254501"/>
                </a:cubicBezTo>
                <a:cubicBezTo>
                  <a:pt x="271720" y="250777"/>
                  <a:pt x="274599" y="245695"/>
                  <a:pt x="275782" y="239256"/>
                </a:cubicBezTo>
                <a:lnTo>
                  <a:pt x="268071" y="239256"/>
                </a:lnTo>
                <a:cubicBezTo>
                  <a:pt x="266888" y="243631"/>
                  <a:pt x="264706" y="247007"/>
                  <a:pt x="261516" y="249401"/>
                </a:cubicBezTo>
                <a:cubicBezTo>
                  <a:pt x="258325" y="251795"/>
                  <a:pt x="254337" y="252987"/>
                  <a:pt x="249560" y="252987"/>
                </a:cubicBezTo>
                <a:cubicBezTo>
                  <a:pt x="245306" y="252987"/>
                  <a:pt x="241556" y="251951"/>
                  <a:pt x="238310" y="249887"/>
                </a:cubicBezTo>
                <a:cubicBezTo>
                  <a:pt x="235064" y="247823"/>
                  <a:pt x="232561" y="244925"/>
                  <a:pt x="230828" y="241201"/>
                </a:cubicBezTo>
                <a:cubicBezTo>
                  <a:pt x="229086" y="237477"/>
                  <a:pt x="228215" y="233258"/>
                  <a:pt x="228215" y="228525"/>
                </a:cubicBezTo>
                <a:cubicBezTo>
                  <a:pt x="228215" y="223792"/>
                  <a:pt x="229086" y="219499"/>
                  <a:pt x="230828" y="215812"/>
                </a:cubicBezTo>
                <a:cubicBezTo>
                  <a:pt x="232570" y="212125"/>
                  <a:pt x="235064" y="209245"/>
                  <a:pt x="238310" y="207172"/>
                </a:cubicBezTo>
                <a:close/>
                <a:moveTo>
                  <a:pt x="335580" y="197523"/>
                </a:moveTo>
                <a:lnTo>
                  <a:pt x="311925" y="259554"/>
                </a:lnTo>
                <a:lnTo>
                  <a:pt x="319892" y="259554"/>
                </a:lnTo>
                <a:lnTo>
                  <a:pt x="326448" y="242806"/>
                </a:lnTo>
                <a:lnTo>
                  <a:pt x="353467" y="242806"/>
                </a:lnTo>
                <a:lnTo>
                  <a:pt x="360023" y="259554"/>
                </a:lnTo>
                <a:lnTo>
                  <a:pt x="368256" y="259554"/>
                </a:lnTo>
                <a:lnTo>
                  <a:pt x="344693" y="197523"/>
                </a:lnTo>
                <a:lnTo>
                  <a:pt x="335570" y="197523"/>
                </a:lnTo>
                <a:close/>
                <a:moveTo>
                  <a:pt x="328758" y="235808"/>
                </a:moveTo>
                <a:lnTo>
                  <a:pt x="339916" y="205943"/>
                </a:lnTo>
                <a:lnTo>
                  <a:pt x="351166" y="235808"/>
                </a:lnTo>
                <a:lnTo>
                  <a:pt x="328749" y="235808"/>
                </a:lnTo>
                <a:close/>
                <a:moveTo>
                  <a:pt x="725437" y="197523"/>
                </a:moveTo>
                <a:lnTo>
                  <a:pt x="717736" y="197523"/>
                </a:lnTo>
                <a:lnTo>
                  <a:pt x="717736" y="259554"/>
                </a:lnTo>
                <a:lnTo>
                  <a:pt x="753704" y="259554"/>
                </a:lnTo>
                <a:lnTo>
                  <a:pt x="753704" y="252464"/>
                </a:lnTo>
                <a:lnTo>
                  <a:pt x="725446" y="252464"/>
                </a:lnTo>
                <a:lnTo>
                  <a:pt x="725446" y="197523"/>
                </a:lnTo>
                <a:close/>
                <a:moveTo>
                  <a:pt x="250953" y="2119"/>
                </a:moveTo>
                <a:lnTo>
                  <a:pt x="225566" y="2119"/>
                </a:lnTo>
                <a:lnTo>
                  <a:pt x="225566" y="164677"/>
                </a:lnTo>
                <a:lnTo>
                  <a:pt x="250953" y="164677"/>
                </a:lnTo>
                <a:lnTo>
                  <a:pt x="250953" y="2119"/>
                </a:lnTo>
                <a:close/>
                <a:moveTo>
                  <a:pt x="80592" y="62692"/>
                </a:moveTo>
                <a:lnTo>
                  <a:pt x="80592" y="164687"/>
                </a:lnTo>
                <a:cubicBezTo>
                  <a:pt x="80592" y="164687"/>
                  <a:pt x="106732" y="164687"/>
                  <a:pt x="106732" y="164687"/>
                </a:cubicBezTo>
                <a:lnTo>
                  <a:pt x="106713" y="62692"/>
                </a:lnTo>
                <a:cubicBezTo>
                  <a:pt x="106713" y="50282"/>
                  <a:pt x="102707" y="38523"/>
                  <a:pt x="95124" y="28700"/>
                </a:cubicBezTo>
                <a:lnTo>
                  <a:pt x="93648" y="26792"/>
                </a:lnTo>
                <a:lnTo>
                  <a:pt x="92172" y="28700"/>
                </a:lnTo>
                <a:cubicBezTo>
                  <a:pt x="84589" y="38523"/>
                  <a:pt x="80583" y="50273"/>
                  <a:pt x="80583" y="62692"/>
                </a:cubicBezTo>
                <a:close/>
                <a:moveTo>
                  <a:pt x="47273" y="2119"/>
                </a:moveTo>
                <a:lnTo>
                  <a:pt x="0" y="2119"/>
                </a:lnTo>
                <a:lnTo>
                  <a:pt x="0" y="26792"/>
                </a:lnTo>
                <a:lnTo>
                  <a:pt x="93648" y="26792"/>
                </a:lnTo>
                <a:lnTo>
                  <a:pt x="91328" y="23793"/>
                </a:lnTo>
                <a:cubicBezTo>
                  <a:pt x="80693" y="10025"/>
                  <a:pt x="64629" y="2119"/>
                  <a:pt x="47273" y="2119"/>
                </a:cubicBezTo>
                <a:close/>
                <a:moveTo>
                  <a:pt x="95968" y="23793"/>
                </a:moveTo>
                <a:lnTo>
                  <a:pt x="93648" y="26792"/>
                </a:lnTo>
                <a:lnTo>
                  <a:pt x="187296" y="26792"/>
                </a:lnTo>
                <a:lnTo>
                  <a:pt x="187296" y="2119"/>
                </a:lnTo>
                <a:lnTo>
                  <a:pt x="140023" y="2119"/>
                </a:lnTo>
                <a:cubicBezTo>
                  <a:pt x="122657" y="2119"/>
                  <a:pt x="106603" y="10016"/>
                  <a:pt x="95958" y="23793"/>
                </a:cubicBezTo>
                <a:close/>
                <a:moveTo>
                  <a:pt x="514844" y="164677"/>
                </a:moveTo>
                <a:lnTo>
                  <a:pt x="540232" y="164677"/>
                </a:lnTo>
                <a:lnTo>
                  <a:pt x="540232" y="2119"/>
                </a:lnTo>
                <a:lnTo>
                  <a:pt x="514844" y="2119"/>
                </a:lnTo>
                <a:lnTo>
                  <a:pt x="514844" y="164677"/>
                </a:lnTo>
                <a:close/>
                <a:moveTo>
                  <a:pt x="495205" y="259554"/>
                </a:moveTo>
                <a:lnTo>
                  <a:pt x="502915" y="259554"/>
                </a:lnTo>
                <a:lnTo>
                  <a:pt x="502915" y="197523"/>
                </a:lnTo>
                <a:lnTo>
                  <a:pt x="495205" y="197523"/>
                </a:lnTo>
                <a:lnTo>
                  <a:pt x="495205" y="259554"/>
                </a:lnTo>
                <a:close/>
                <a:moveTo>
                  <a:pt x="544816" y="204613"/>
                </a:moveTo>
                <a:lnTo>
                  <a:pt x="564923" y="204613"/>
                </a:lnTo>
                <a:lnTo>
                  <a:pt x="564923" y="259554"/>
                </a:lnTo>
                <a:lnTo>
                  <a:pt x="572633" y="259554"/>
                </a:lnTo>
                <a:lnTo>
                  <a:pt x="572633" y="204613"/>
                </a:lnTo>
                <a:lnTo>
                  <a:pt x="592740" y="204613"/>
                </a:lnTo>
                <a:lnTo>
                  <a:pt x="592740" y="197523"/>
                </a:lnTo>
                <a:lnTo>
                  <a:pt x="544816" y="197523"/>
                </a:lnTo>
                <a:lnTo>
                  <a:pt x="544816" y="204613"/>
                </a:lnTo>
                <a:close/>
                <a:moveTo>
                  <a:pt x="287389" y="2119"/>
                </a:moveTo>
                <a:cubicBezTo>
                  <a:pt x="287389" y="2119"/>
                  <a:pt x="335680" y="117220"/>
                  <a:pt x="345234" y="140105"/>
                </a:cubicBezTo>
                <a:cubicBezTo>
                  <a:pt x="356374" y="166796"/>
                  <a:pt x="374464" y="166796"/>
                  <a:pt x="381413" y="166796"/>
                </a:cubicBezTo>
                <a:lnTo>
                  <a:pt x="382899" y="166796"/>
                </a:lnTo>
                <a:lnTo>
                  <a:pt x="316692" y="2119"/>
                </a:lnTo>
                <a:lnTo>
                  <a:pt x="287389" y="2119"/>
                </a:lnTo>
                <a:close/>
                <a:moveTo>
                  <a:pt x="443549" y="199871"/>
                </a:moveTo>
                <a:cubicBezTo>
                  <a:pt x="440413" y="198303"/>
                  <a:pt x="436819" y="197523"/>
                  <a:pt x="432739" y="197523"/>
                </a:cubicBezTo>
                <a:lnTo>
                  <a:pt x="408910" y="197523"/>
                </a:lnTo>
                <a:lnTo>
                  <a:pt x="408910" y="259554"/>
                </a:lnTo>
                <a:lnTo>
                  <a:pt x="416621" y="259554"/>
                </a:lnTo>
                <a:lnTo>
                  <a:pt x="416621" y="235716"/>
                </a:lnTo>
                <a:lnTo>
                  <a:pt x="432748" y="235716"/>
                </a:lnTo>
                <a:cubicBezTo>
                  <a:pt x="436819" y="235716"/>
                  <a:pt x="440413" y="234936"/>
                  <a:pt x="443512" y="233368"/>
                </a:cubicBezTo>
                <a:cubicBezTo>
                  <a:pt x="446611" y="231799"/>
                  <a:pt x="449013" y="229571"/>
                  <a:pt x="450728" y="226681"/>
                </a:cubicBezTo>
                <a:cubicBezTo>
                  <a:pt x="452442" y="223783"/>
                  <a:pt x="453295" y="220417"/>
                  <a:pt x="453295" y="216583"/>
                </a:cubicBezTo>
                <a:cubicBezTo>
                  <a:pt x="453295" y="212749"/>
                  <a:pt x="452452" y="209392"/>
                  <a:pt x="450774" y="206521"/>
                </a:cubicBezTo>
                <a:cubicBezTo>
                  <a:pt x="449087" y="203659"/>
                  <a:pt x="446685" y="201439"/>
                  <a:pt x="443558" y="199871"/>
                </a:cubicBezTo>
                <a:close/>
                <a:moveTo>
                  <a:pt x="441779" y="225351"/>
                </a:moveTo>
                <a:cubicBezTo>
                  <a:pt x="439359" y="227534"/>
                  <a:pt x="436113" y="228635"/>
                  <a:pt x="432033" y="228635"/>
                </a:cubicBezTo>
                <a:lnTo>
                  <a:pt x="416621" y="228635"/>
                </a:lnTo>
                <a:lnTo>
                  <a:pt x="416621" y="204622"/>
                </a:lnTo>
                <a:lnTo>
                  <a:pt x="432125" y="204622"/>
                </a:lnTo>
                <a:cubicBezTo>
                  <a:pt x="436196" y="204622"/>
                  <a:pt x="439432" y="205705"/>
                  <a:pt x="441825" y="207860"/>
                </a:cubicBezTo>
                <a:cubicBezTo>
                  <a:pt x="444218" y="210015"/>
                  <a:pt x="445410" y="212923"/>
                  <a:pt x="445410" y="216592"/>
                </a:cubicBezTo>
                <a:cubicBezTo>
                  <a:pt x="445410" y="220261"/>
                  <a:pt x="444200" y="223178"/>
                  <a:pt x="441779" y="225361"/>
                </a:cubicBezTo>
                <a:close/>
                <a:moveTo>
                  <a:pt x="382889" y="166805"/>
                </a:moveTo>
                <a:lnTo>
                  <a:pt x="384375" y="166805"/>
                </a:lnTo>
                <a:cubicBezTo>
                  <a:pt x="391334" y="166805"/>
                  <a:pt x="409423" y="166805"/>
                  <a:pt x="420554" y="140114"/>
                </a:cubicBezTo>
                <a:cubicBezTo>
                  <a:pt x="430099" y="117230"/>
                  <a:pt x="478399" y="2128"/>
                  <a:pt x="478399" y="2128"/>
                </a:cubicBezTo>
                <a:lnTo>
                  <a:pt x="449096" y="2128"/>
                </a:lnTo>
                <a:lnTo>
                  <a:pt x="382889" y="166814"/>
                </a:lnTo>
                <a:close/>
                <a:moveTo>
                  <a:pt x="644368" y="197523"/>
                </a:moveTo>
                <a:lnTo>
                  <a:pt x="620714" y="259554"/>
                </a:lnTo>
                <a:lnTo>
                  <a:pt x="628690" y="259554"/>
                </a:lnTo>
                <a:lnTo>
                  <a:pt x="635246" y="242806"/>
                </a:lnTo>
                <a:lnTo>
                  <a:pt x="662266" y="242806"/>
                </a:lnTo>
                <a:lnTo>
                  <a:pt x="668821" y="259554"/>
                </a:lnTo>
                <a:lnTo>
                  <a:pt x="677055" y="259554"/>
                </a:lnTo>
                <a:lnTo>
                  <a:pt x="653491" y="197523"/>
                </a:lnTo>
                <a:lnTo>
                  <a:pt x="644368" y="197523"/>
                </a:lnTo>
                <a:close/>
                <a:moveTo>
                  <a:pt x="637547" y="235808"/>
                </a:moveTo>
                <a:lnTo>
                  <a:pt x="648705" y="205943"/>
                </a:lnTo>
                <a:lnTo>
                  <a:pt x="659955" y="235808"/>
                </a:lnTo>
                <a:lnTo>
                  <a:pt x="637538" y="235808"/>
                </a:lnTo>
                <a:close/>
              </a:path>
            </a:pathLst>
          </a:custGeom>
          <a:solidFill>
            <a:srgbClr val="000000"/>
          </a:solidFill>
          <a:ln w="1061" cap="flat">
            <a:noFill/>
            <a:prstDash val="solid"/>
            <a:miter/>
          </a:ln>
        </p:spPr>
        <p:txBody>
          <a:bodyPr rtlCol="0" anchor="ctr"/>
          <a:lstStyle/>
          <a:p>
            <a:endParaRPr lang="pt-BR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6622623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469">
          <p15:clr>
            <a:srgbClr val="FBAE40"/>
          </p15:clr>
        </p15:guide>
        <p15:guide id="2" orient="horz" pos="3974">
          <p15:clr>
            <a:srgbClr val="FBAE40"/>
          </p15:clr>
        </p15:guide>
        <p15:guide id="3" orient="horz" pos="232">
          <p15:clr>
            <a:srgbClr val="FBAE40"/>
          </p15:clr>
        </p15:guide>
        <p15:guide id="4" pos="211">
          <p15:clr>
            <a:srgbClr val="FBAE40"/>
          </p15:clr>
        </p15:guide>
        <p15:guide id="5" orient="horz" pos="4065">
          <p15:clr>
            <a:srgbClr val="FBAE40"/>
          </p15:clr>
        </p15:guide>
        <p15:guide id="6" orient="horz" pos="799">
          <p15:clr>
            <a:srgbClr val="FBAE40"/>
          </p15:clr>
        </p15:guide>
        <p15:guide id="7" orient="horz" pos="935">
          <p15:clr>
            <a:srgbClr val="FBAE40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- Branc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5887036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469">
          <p15:clr>
            <a:srgbClr val="FBAE40"/>
          </p15:clr>
        </p15:guide>
        <p15:guide id="2" orient="horz" pos="3974">
          <p15:clr>
            <a:srgbClr val="FBAE40"/>
          </p15:clr>
        </p15:guide>
        <p15:guide id="3" orient="horz" pos="232">
          <p15:clr>
            <a:srgbClr val="FBAE40"/>
          </p15:clr>
        </p15:guide>
        <p15:guide id="4" pos="211">
          <p15:clr>
            <a:srgbClr val="FBAE40"/>
          </p15:clr>
        </p15:guide>
        <p15:guide id="5" orient="horz" pos="4065">
          <p15:clr>
            <a:srgbClr val="FBAE40"/>
          </p15:clr>
        </p15:guide>
        <p15:guide id="6" orient="horz" pos="799">
          <p15:clr>
            <a:srgbClr val="FBAE40"/>
          </p15:clr>
        </p15:guide>
        <p15:guide id="7" orient="horz" pos="935">
          <p15:clr>
            <a:srgbClr val="FBAE40"/>
          </p15:clr>
        </p15:guide>
      </p15:sldGuideLst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| 1 linha - Black">
    <p:bg>
      <p:bgPr>
        <a:gradFill>
          <a:gsLst>
            <a:gs pos="100000">
              <a:schemeClr val="tx1">
                <a:lumMod val="95000"/>
                <a:lumOff val="5000"/>
              </a:schemeClr>
            </a:gs>
            <a:gs pos="0">
              <a:schemeClr val="tx1">
                <a:lumMod val="85000"/>
                <a:lumOff val="15000"/>
              </a:schemeClr>
            </a:gs>
          </a:gsLst>
          <a:lin ang="7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132BCE3-A04F-8602-64F7-7623C7EAF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61763" y="6482556"/>
            <a:ext cx="295275" cy="1692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 sz="1100">
                <a:solidFill>
                  <a:schemeClr val="bg1"/>
                </a:solidFill>
                <a:latin typeface="Versos" panose="020B0503020204030204" pitchFamily="34" charset="0"/>
                <a:cs typeface="Versos" panose="020B0503020204030204" pitchFamily="34" charset="0"/>
              </a:defRPr>
            </a:lvl1pPr>
          </a:lstStyle>
          <a:p>
            <a:fld id="{77667D73-C69A-4DAA-9003-24A825D36FE9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B13D7C-5A47-B0DF-B518-26E79F5D2DB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63" y="368300"/>
            <a:ext cx="10183813" cy="4308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err="1"/>
              <a:t>Título</a:t>
            </a:r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401465E-A8CD-A3BA-BE2A-9597492FDC6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4963" y="6482556"/>
            <a:ext cx="10980000" cy="138499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900">
                <a:latin typeface="Versos Light" panose="020B0403020204030204" pitchFamily="34" charset="0"/>
              </a:defRPr>
            </a:lvl2pPr>
            <a:lvl3pPr>
              <a:defRPr sz="900">
                <a:latin typeface="Versos Light" panose="020B0403020204030204" pitchFamily="34" charset="0"/>
              </a:defRPr>
            </a:lvl3pPr>
            <a:lvl4pPr>
              <a:defRPr sz="900">
                <a:latin typeface="Versos Light" panose="020B0403020204030204" pitchFamily="34" charset="0"/>
              </a:defRPr>
            </a:lvl4pPr>
            <a:lvl5pPr>
              <a:defRPr sz="900">
                <a:latin typeface="Versos Light" panose="020B0403020204030204" pitchFamily="34" charset="0"/>
              </a:defRPr>
            </a:lvl5pPr>
          </a:lstStyle>
          <a:p>
            <a:pPr lvl="0"/>
            <a:r>
              <a:rPr lang="en-US"/>
              <a:t>Fonte:</a:t>
            </a:r>
            <a:endParaRPr lang="pt-BR"/>
          </a:p>
        </p:txBody>
      </p:sp>
      <p:sp>
        <p:nvSpPr>
          <p:cNvPr id="12" name="Text Placeholder 8">
            <a:extLst>
              <a:ext uri="{FF2B5EF4-FFF2-40B4-BE49-F238E27FC236}">
                <a16:creationId xmlns:a16="http://schemas.microsoft.com/office/drawing/2014/main" id="{7A7A9582-3614-801A-785B-273FCD3E092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34963" y="1949413"/>
            <a:ext cx="11522075" cy="435931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7F86D482-580C-D22A-58CC-10B9C4F7EDD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34962" y="1518527"/>
            <a:ext cx="11522585" cy="21544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Picture 8">
            <a:extLst>
              <a:ext uri="{FF2B5EF4-FFF2-40B4-BE49-F238E27FC236}">
                <a16:creationId xmlns:a16="http://schemas.microsoft.com/office/drawing/2014/main" id="{57BCE67C-64C7-2D0C-0DC2-7A4B4CC314E0}"/>
              </a:ext>
            </a:extLst>
          </p:cNvPr>
          <p:cNvSpPr/>
          <p:nvPr userDrawn="1"/>
        </p:nvSpPr>
        <p:spPr>
          <a:xfrm>
            <a:off x="11091186" y="377178"/>
            <a:ext cx="765852" cy="260086"/>
          </a:xfrm>
          <a:custGeom>
            <a:avLst/>
            <a:gdLst>
              <a:gd name="connsiteX0" fmla="*/ 739575 w 765852"/>
              <a:gd name="connsiteY0" fmla="*/ 143884 h 260086"/>
              <a:gd name="connsiteX1" fmla="*/ 765852 w 765852"/>
              <a:gd name="connsiteY1" fmla="*/ 83403 h 260086"/>
              <a:gd name="connsiteX2" fmla="*/ 739575 w 765852"/>
              <a:gd name="connsiteY2" fmla="*/ 22921 h 260086"/>
              <a:gd name="connsiteX3" fmla="*/ 672177 w 765852"/>
              <a:gd name="connsiteY3" fmla="*/ 0 h 260086"/>
              <a:gd name="connsiteX4" fmla="*/ 604779 w 765852"/>
              <a:gd name="connsiteY4" fmla="*/ 22921 h 260086"/>
              <a:gd name="connsiteX5" fmla="*/ 578501 w 765852"/>
              <a:gd name="connsiteY5" fmla="*/ 83403 h 260086"/>
              <a:gd name="connsiteX6" fmla="*/ 604779 w 765852"/>
              <a:gd name="connsiteY6" fmla="*/ 143884 h 260086"/>
              <a:gd name="connsiteX7" fmla="*/ 672177 w 765852"/>
              <a:gd name="connsiteY7" fmla="*/ 166805 h 260086"/>
              <a:gd name="connsiteX8" fmla="*/ 739575 w 765852"/>
              <a:gd name="connsiteY8" fmla="*/ 143884 h 260086"/>
              <a:gd name="connsiteX9" fmla="*/ 604595 w 765852"/>
              <a:gd name="connsiteY9" fmla="*/ 83403 h 260086"/>
              <a:gd name="connsiteX10" fmla="*/ 622611 w 765852"/>
              <a:gd name="connsiteY10" fmla="*/ 41871 h 260086"/>
              <a:gd name="connsiteX11" fmla="*/ 672177 w 765852"/>
              <a:gd name="connsiteY11" fmla="*/ 25719 h 260086"/>
              <a:gd name="connsiteX12" fmla="*/ 721742 w 765852"/>
              <a:gd name="connsiteY12" fmla="*/ 41871 h 260086"/>
              <a:gd name="connsiteX13" fmla="*/ 739759 w 765852"/>
              <a:gd name="connsiteY13" fmla="*/ 83403 h 260086"/>
              <a:gd name="connsiteX14" fmla="*/ 721742 w 765852"/>
              <a:gd name="connsiteY14" fmla="*/ 124934 h 260086"/>
              <a:gd name="connsiteX15" fmla="*/ 672177 w 765852"/>
              <a:gd name="connsiteY15" fmla="*/ 141077 h 260086"/>
              <a:gd name="connsiteX16" fmla="*/ 622611 w 765852"/>
              <a:gd name="connsiteY16" fmla="*/ 124934 h 260086"/>
              <a:gd name="connsiteX17" fmla="*/ 604595 w 765852"/>
              <a:gd name="connsiteY17" fmla="*/ 83403 h 260086"/>
              <a:gd name="connsiteX18" fmla="*/ 238310 w 765852"/>
              <a:gd name="connsiteY18" fmla="*/ 207181 h 260086"/>
              <a:gd name="connsiteX19" fmla="*/ 249560 w 765852"/>
              <a:gd name="connsiteY19" fmla="*/ 204081 h 260086"/>
              <a:gd name="connsiteX20" fmla="*/ 261562 w 765852"/>
              <a:gd name="connsiteY20" fmla="*/ 207713 h 260086"/>
              <a:gd name="connsiteX21" fmla="*/ 268163 w 765852"/>
              <a:gd name="connsiteY21" fmla="*/ 217812 h 260086"/>
              <a:gd name="connsiteX22" fmla="*/ 275874 w 765852"/>
              <a:gd name="connsiteY22" fmla="*/ 217812 h 260086"/>
              <a:gd name="connsiteX23" fmla="*/ 267145 w 765852"/>
              <a:gd name="connsiteY23" fmla="*/ 202568 h 260086"/>
              <a:gd name="connsiteX24" fmla="*/ 249917 w 765852"/>
              <a:gd name="connsiteY24" fmla="*/ 196982 h 260086"/>
              <a:gd name="connsiteX25" fmla="*/ 234322 w 765852"/>
              <a:gd name="connsiteY25" fmla="*/ 200926 h 260086"/>
              <a:gd name="connsiteX26" fmla="*/ 223961 w 765852"/>
              <a:gd name="connsiteY26" fmla="*/ 212052 h 260086"/>
              <a:gd name="connsiteX27" fmla="*/ 220330 w 765852"/>
              <a:gd name="connsiteY27" fmla="*/ 228534 h 260086"/>
              <a:gd name="connsiteX28" fmla="*/ 223961 w 765852"/>
              <a:gd name="connsiteY28" fmla="*/ 245062 h 260086"/>
              <a:gd name="connsiteX29" fmla="*/ 234322 w 765852"/>
              <a:gd name="connsiteY29" fmla="*/ 256142 h 260086"/>
              <a:gd name="connsiteX30" fmla="*/ 249917 w 765852"/>
              <a:gd name="connsiteY30" fmla="*/ 260086 h 260086"/>
              <a:gd name="connsiteX31" fmla="*/ 267145 w 765852"/>
              <a:gd name="connsiteY31" fmla="*/ 254501 h 260086"/>
              <a:gd name="connsiteX32" fmla="*/ 275782 w 765852"/>
              <a:gd name="connsiteY32" fmla="*/ 239256 h 260086"/>
              <a:gd name="connsiteX33" fmla="*/ 268071 w 765852"/>
              <a:gd name="connsiteY33" fmla="*/ 239256 h 260086"/>
              <a:gd name="connsiteX34" fmla="*/ 261516 w 765852"/>
              <a:gd name="connsiteY34" fmla="*/ 249401 h 260086"/>
              <a:gd name="connsiteX35" fmla="*/ 249560 w 765852"/>
              <a:gd name="connsiteY35" fmla="*/ 252987 h 260086"/>
              <a:gd name="connsiteX36" fmla="*/ 238310 w 765852"/>
              <a:gd name="connsiteY36" fmla="*/ 249887 h 260086"/>
              <a:gd name="connsiteX37" fmla="*/ 230828 w 765852"/>
              <a:gd name="connsiteY37" fmla="*/ 241201 h 260086"/>
              <a:gd name="connsiteX38" fmla="*/ 228215 w 765852"/>
              <a:gd name="connsiteY38" fmla="*/ 228525 h 260086"/>
              <a:gd name="connsiteX39" fmla="*/ 230828 w 765852"/>
              <a:gd name="connsiteY39" fmla="*/ 215812 h 260086"/>
              <a:gd name="connsiteX40" fmla="*/ 238310 w 765852"/>
              <a:gd name="connsiteY40" fmla="*/ 207172 h 260086"/>
              <a:gd name="connsiteX41" fmla="*/ 335580 w 765852"/>
              <a:gd name="connsiteY41" fmla="*/ 197523 h 260086"/>
              <a:gd name="connsiteX42" fmla="*/ 311925 w 765852"/>
              <a:gd name="connsiteY42" fmla="*/ 259554 h 260086"/>
              <a:gd name="connsiteX43" fmla="*/ 319892 w 765852"/>
              <a:gd name="connsiteY43" fmla="*/ 259554 h 260086"/>
              <a:gd name="connsiteX44" fmla="*/ 326448 w 765852"/>
              <a:gd name="connsiteY44" fmla="*/ 242806 h 260086"/>
              <a:gd name="connsiteX45" fmla="*/ 353467 w 765852"/>
              <a:gd name="connsiteY45" fmla="*/ 242806 h 260086"/>
              <a:gd name="connsiteX46" fmla="*/ 360023 w 765852"/>
              <a:gd name="connsiteY46" fmla="*/ 259554 h 260086"/>
              <a:gd name="connsiteX47" fmla="*/ 368256 w 765852"/>
              <a:gd name="connsiteY47" fmla="*/ 259554 h 260086"/>
              <a:gd name="connsiteX48" fmla="*/ 344693 w 765852"/>
              <a:gd name="connsiteY48" fmla="*/ 197523 h 260086"/>
              <a:gd name="connsiteX49" fmla="*/ 335570 w 765852"/>
              <a:gd name="connsiteY49" fmla="*/ 197523 h 260086"/>
              <a:gd name="connsiteX50" fmla="*/ 328758 w 765852"/>
              <a:gd name="connsiteY50" fmla="*/ 235808 h 260086"/>
              <a:gd name="connsiteX51" fmla="*/ 339916 w 765852"/>
              <a:gd name="connsiteY51" fmla="*/ 205943 h 260086"/>
              <a:gd name="connsiteX52" fmla="*/ 351166 w 765852"/>
              <a:gd name="connsiteY52" fmla="*/ 235808 h 260086"/>
              <a:gd name="connsiteX53" fmla="*/ 328749 w 765852"/>
              <a:gd name="connsiteY53" fmla="*/ 235808 h 260086"/>
              <a:gd name="connsiteX54" fmla="*/ 725437 w 765852"/>
              <a:gd name="connsiteY54" fmla="*/ 197523 h 260086"/>
              <a:gd name="connsiteX55" fmla="*/ 717736 w 765852"/>
              <a:gd name="connsiteY55" fmla="*/ 197523 h 260086"/>
              <a:gd name="connsiteX56" fmla="*/ 717736 w 765852"/>
              <a:gd name="connsiteY56" fmla="*/ 259554 h 260086"/>
              <a:gd name="connsiteX57" fmla="*/ 753704 w 765852"/>
              <a:gd name="connsiteY57" fmla="*/ 259554 h 260086"/>
              <a:gd name="connsiteX58" fmla="*/ 753704 w 765852"/>
              <a:gd name="connsiteY58" fmla="*/ 252464 h 260086"/>
              <a:gd name="connsiteX59" fmla="*/ 725446 w 765852"/>
              <a:gd name="connsiteY59" fmla="*/ 252464 h 260086"/>
              <a:gd name="connsiteX60" fmla="*/ 725446 w 765852"/>
              <a:gd name="connsiteY60" fmla="*/ 197523 h 260086"/>
              <a:gd name="connsiteX61" fmla="*/ 250953 w 765852"/>
              <a:gd name="connsiteY61" fmla="*/ 2119 h 260086"/>
              <a:gd name="connsiteX62" fmla="*/ 225566 w 765852"/>
              <a:gd name="connsiteY62" fmla="*/ 2119 h 260086"/>
              <a:gd name="connsiteX63" fmla="*/ 225566 w 765852"/>
              <a:gd name="connsiteY63" fmla="*/ 164677 h 260086"/>
              <a:gd name="connsiteX64" fmla="*/ 250953 w 765852"/>
              <a:gd name="connsiteY64" fmla="*/ 164677 h 260086"/>
              <a:gd name="connsiteX65" fmla="*/ 250953 w 765852"/>
              <a:gd name="connsiteY65" fmla="*/ 2119 h 260086"/>
              <a:gd name="connsiteX66" fmla="*/ 80592 w 765852"/>
              <a:gd name="connsiteY66" fmla="*/ 62692 h 260086"/>
              <a:gd name="connsiteX67" fmla="*/ 80592 w 765852"/>
              <a:gd name="connsiteY67" fmla="*/ 164687 h 260086"/>
              <a:gd name="connsiteX68" fmla="*/ 106732 w 765852"/>
              <a:gd name="connsiteY68" fmla="*/ 164687 h 260086"/>
              <a:gd name="connsiteX69" fmla="*/ 106713 w 765852"/>
              <a:gd name="connsiteY69" fmla="*/ 62692 h 260086"/>
              <a:gd name="connsiteX70" fmla="*/ 95124 w 765852"/>
              <a:gd name="connsiteY70" fmla="*/ 28700 h 260086"/>
              <a:gd name="connsiteX71" fmla="*/ 93648 w 765852"/>
              <a:gd name="connsiteY71" fmla="*/ 26792 h 260086"/>
              <a:gd name="connsiteX72" fmla="*/ 92172 w 765852"/>
              <a:gd name="connsiteY72" fmla="*/ 28700 h 260086"/>
              <a:gd name="connsiteX73" fmla="*/ 80583 w 765852"/>
              <a:gd name="connsiteY73" fmla="*/ 62692 h 260086"/>
              <a:gd name="connsiteX74" fmla="*/ 47273 w 765852"/>
              <a:gd name="connsiteY74" fmla="*/ 2119 h 260086"/>
              <a:gd name="connsiteX75" fmla="*/ 0 w 765852"/>
              <a:gd name="connsiteY75" fmla="*/ 2119 h 260086"/>
              <a:gd name="connsiteX76" fmla="*/ 0 w 765852"/>
              <a:gd name="connsiteY76" fmla="*/ 26792 h 260086"/>
              <a:gd name="connsiteX77" fmla="*/ 93648 w 765852"/>
              <a:gd name="connsiteY77" fmla="*/ 26792 h 260086"/>
              <a:gd name="connsiteX78" fmla="*/ 91328 w 765852"/>
              <a:gd name="connsiteY78" fmla="*/ 23793 h 260086"/>
              <a:gd name="connsiteX79" fmla="*/ 47273 w 765852"/>
              <a:gd name="connsiteY79" fmla="*/ 2119 h 260086"/>
              <a:gd name="connsiteX80" fmla="*/ 95968 w 765852"/>
              <a:gd name="connsiteY80" fmla="*/ 23793 h 260086"/>
              <a:gd name="connsiteX81" fmla="*/ 93648 w 765852"/>
              <a:gd name="connsiteY81" fmla="*/ 26792 h 260086"/>
              <a:gd name="connsiteX82" fmla="*/ 187296 w 765852"/>
              <a:gd name="connsiteY82" fmla="*/ 26792 h 260086"/>
              <a:gd name="connsiteX83" fmla="*/ 187296 w 765852"/>
              <a:gd name="connsiteY83" fmla="*/ 2119 h 260086"/>
              <a:gd name="connsiteX84" fmla="*/ 140023 w 765852"/>
              <a:gd name="connsiteY84" fmla="*/ 2119 h 260086"/>
              <a:gd name="connsiteX85" fmla="*/ 95958 w 765852"/>
              <a:gd name="connsiteY85" fmla="*/ 23793 h 260086"/>
              <a:gd name="connsiteX86" fmla="*/ 514844 w 765852"/>
              <a:gd name="connsiteY86" fmla="*/ 164677 h 260086"/>
              <a:gd name="connsiteX87" fmla="*/ 540232 w 765852"/>
              <a:gd name="connsiteY87" fmla="*/ 164677 h 260086"/>
              <a:gd name="connsiteX88" fmla="*/ 540232 w 765852"/>
              <a:gd name="connsiteY88" fmla="*/ 2119 h 260086"/>
              <a:gd name="connsiteX89" fmla="*/ 514844 w 765852"/>
              <a:gd name="connsiteY89" fmla="*/ 2119 h 260086"/>
              <a:gd name="connsiteX90" fmla="*/ 514844 w 765852"/>
              <a:gd name="connsiteY90" fmla="*/ 164677 h 260086"/>
              <a:gd name="connsiteX91" fmla="*/ 495205 w 765852"/>
              <a:gd name="connsiteY91" fmla="*/ 259554 h 260086"/>
              <a:gd name="connsiteX92" fmla="*/ 502915 w 765852"/>
              <a:gd name="connsiteY92" fmla="*/ 259554 h 260086"/>
              <a:gd name="connsiteX93" fmla="*/ 502915 w 765852"/>
              <a:gd name="connsiteY93" fmla="*/ 197523 h 260086"/>
              <a:gd name="connsiteX94" fmla="*/ 495205 w 765852"/>
              <a:gd name="connsiteY94" fmla="*/ 197523 h 260086"/>
              <a:gd name="connsiteX95" fmla="*/ 495205 w 765852"/>
              <a:gd name="connsiteY95" fmla="*/ 259554 h 260086"/>
              <a:gd name="connsiteX96" fmla="*/ 544816 w 765852"/>
              <a:gd name="connsiteY96" fmla="*/ 204613 h 260086"/>
              <a:gd name="connsiteX97" fmla="*/ 564923 w 765852"/>
              <a:gd name="connsiteY97" fmla="*/ 204613 h 260086"/>
              <a:gd name="connsiteX98" fmla="*/ 564923 w 765852"/>
              <a:gd name="connsiteY98" fmla="*/ 259554 h 260086"/>
              <a:gd name="connsiteX99" fmla="*/ 572633 w 765852"/>
              <a:gd name="connsiteY99" fmla="*/ 259554 h 260086"/>
              <a:gd name="connsiteX100" fmla="*/ 572633 w 765852"/>
              <a:gd name="connsiteY100" fmla="*/ 204613 h 260086"/>
              <a:gd name="connsiteX101" fmla="*/ 592740 w 765852"/>
              <a:gd name="connsiteY101" fmla="*/ 204613 h 260086"/>
              <a:gd name="connsiteX102" fmla="*/ 592740 w 765852"/>
              <a:gd name="connsiteY102" fmla="*/ 197523 h 260086"/>
              <a:gd name="connsiteX103" fmla="*/ 544816 w 765852"/>
              <a:gd name="connsiteY103" fmla="*/ 197523 h 260086"/>
              <a:gd name="connsiteX104" fmla="*/ 544816 w 765852"/>
              <a:gd name="connsiteY104" fmla="*/ 204613 h 260086"/>
              <a:gd name="connsiteX105" fmla="*/ 287389 w 765852"/>
              <a:gd name="connsiteY105" fmla="*/ 2119 h 260086"/>
              <a:gd name="connsiteX106" fmla="*/ 345234 w 765852"/>
              <a:gd name="connsiteY106" fmla="*/ 140105 h 260086"/>
              <a:gd name="connsiteX107" fmla="*/ 381413 w 765852"/>
              <a:gd name="connsiteY107" fmla="*/ 166796 h 260086"/>
              <a:gd name="connsiteX108" fmla="*/ 382899 w 765852"/>
              <a:gd name="connsiteY108" fmla="*/ 166796 h 260086"/>
              <a:gd name="connsiteX109" fmla="*/ 316692 w 765852"/>
              <a:gd name="connsiteY109" fmla="*/ 2119 h 260086"/>
              <a:gd name="connsiteX110" fmla="*/ 287389 w 765852"/>
              <a:gd name="connsiteY110" fmla="*/ 2119 h 260086"/>
              <a:gd name="connsiteX111" fmla="*/ 443549 w 765852"/>
              <a:gd name="connsiteY111" fmla="*/ 199871 h 260086"/>
              <a:gd name="connsiteX112" fmla="*/ 432739 w 765852"/>
              <a:gd name="connsiteY112" fmla="*/ 197523 h 260086"/>
              <a:gd name="connsiteX113" fmla="*/ 408910 w 765852"/>
              <a:gd name="connsiteY113" fmla="*/ 197523 h 260086"/>
              <a:gd name="connsiteX114" fmla="*/ 408910 w 765852"/>
              <a:gd name="connsiteY114" fmla="*/ 259554 h 260086"/>
              <a:gd name="connsiteX115" fmla="*/ 416621 w 765852"/>
              <a:gd name="connsiteY115" fmla="*/ 259554 h 260086"/>
              <a:gd name="connsiteX116" fmla="*/ 416621 w 765852"/>
              <a:gd name="connsiteY116" fmla="*/ 235716 h 260086"/>
              <a:gd name="connsiteX117" fmla="*/ 432748 w 765852"/>
              <a:gd name="connsiteY117" fmla="*/ 235716 h 260086"/>
              <a:gd name="connsiteX118" fmla="*/ 443512 w 765852"/>
              <a:gd name="connsiteY118" fmla="*/ 233368 h 260086"/>
              <a:gd name="connsiteX119" fmla="*/ 450728 w 765852"/>
              <a:gd name="connsiteY119" fmla="*/ 226681 h 260086"/>
              <a:gd name="connsiteX120" fmla="*/ 453295 w 765852"/>
              <a:gd name="connsiteY120" fmla="*/ 216583 h 260086"/>
              <a:gd name="connsiteX121" fmla="*/ 450774 w 765852"/>
              <a:gd name="connsiteY121" fmla="*/ 206521 h 260086"/>
              <a:gd name="connsiteX122" fmla="*/ 443558 w 765852"/>
              <a:gd name="connsiteY122" fmla="*/ 199871 h 260086"/>
              <a:gd name="connsiteX123" fmla="*/ 441779 w 765852"/>
              <a:gd name="connsiteY123" fmla="*/ 225351 h 260086"/>
              <a:gd name="connsiteX124" fmla="*/ 432033 w 765852"/>
              <a:gd name="connsiteY124" fmla="*/ 228635 h 260086"/>
              <a:gd name="connsiteX125" fmla="*/ 416621 w 765852"/>
              <a:gd name="connsiteY125" fmla="*/ 228635 h 260086"/>
              <a:gd name="connsiteX126" fmla="*/ 416621 w 765852"/>
              <a:gd name="connsiteY126" fmla="*/ 204622 h 260086"/>
              <a:gd name="connsiteX127" fmla="*/ 432125 w 765852"/>
              <a:gd name="connsiteY127" fmla="*/ 204622 h 260086"/>
              <a:gd name="connsiteX128" fmla="*/ 441825 w 765852"/>
              <a:gd name="connsiteY128" fmla="*/ 207860 h 260086"/>
              <a:gd name="connsiteX129" fmla="*/ 445410 w 765852"/>
              <a:gd name="connsiteY129" fmla="*/ 216592 h 260086"/>
              <a:gd name="connsiteX130" fmla="*/ 441779 w 765852"/>
              <a:gd name="connsiteY130" fmla="*/ 225361 h 260086"/>
              <a:gd name="connsiteX131" fmla="*/ 382889 w 765852"/>
              <a:gd name="connsiteY131" fmla="*/ 166805 h 260086"/>
              <a:gd name="connsiteX132" fmla="*/ 384375 w 765852"/>
              <a:gd name="connsiteY132" fmla="*/ 166805 h 260086"/>
              <a:gd name="connsiteX133" fmla="*/ 420554 w 765852"/>
              <a:gd name="connsiteY133" fmla="*/ 140114 h 260086"/>
              <a:gd name="connsiteX134" fmla="*/ 478399 w 765852"/>
              <a:gd name="connsiteY134" fmla="*/ 2128 h 260086"/>
              <a:gd name="connsiteX135" fmla="*/ 449096 w 765852"/>
              <a:gd name="connsiteY135" fmla="*/ 2128 h 260086"/>
              <a:gd name="connsiteX136" fmla="*/ 382889 w 765852"/>
              <a:gd name="connsiteY136" fmla="*/ 166814 h 260086"/>
              <a:gd name="connsiteX137" fmla="*/ 644368 w 765852"/>
              <a:gd name="connsiteY137" fmla="*/ 197523 h 260086"/>
              <a:gd name="connsiteX138" fmla="*/ 620714 w 765852"/>
              <a:gd name="connsiteY138" fmla="*/ 259554 h 260086"/>
              <a:gd name="connsiteX139" fmla="*/ 628690 w 765852"/>
              <a:gd name="connsiteY139" fmla="*/ 259554 h 260086"/>
              <a:gd name="connsiteX140" fmla="*/ 635246 w 765852"/>
              <a:gd name="connsiteY140" fmla="*/ 242806 h 260086"/>
              <a:gd name="connsiteX141" fmla="*/ 662266 w 765852"/>
              <a:gd name="connsiteY141" fmla="*/ 242806 h 260086"/>
              <a:gd name="connsiteX142" fmla="*/ 668821 w 765852"/>
              <a:gd name="connsiteY142" fmla="*/ 259554 h 260086"/>
              <a:gd name="connsiteX143" fmla="*/ 677055 w 765852"/>
              <a:gd name="connsiteY143" fmla="*/ 259554 h 260086"/>
              <a:gd name="connsiteX144" fmla="*/ 653491 w 765852"/>
              <a:gd name="connsiteY144" fmla="*/ 197523 h 260086"/>
              <a:gd name="connsiteX145" fmla="*/ 644368 w 765852"/>
              <a:gd name="connsiteY145" fmla="*/ 197523 h 260086"/>
              <a:gd name="connsiteX146" fmla="*/ 637547 w 765852"/>
              <a:gd name="connsiteY146" fmla="*/ 235808 h 260086"/>
              <a:gd name="connsiteX147" fmla="*/ 648705 w 765852"/>
              <a:gd name="connsiteY147" fmla="*/ 205943 h 260086"/>
              <a:gd name="connsiteX148" fmla="*/ 659955 w 765852"/>
              <a:gd name="connsiteY148" fmla="*/ 235808 h 260086"/>
              <a:gd name="connsiteX149" fmla="*/ 637538 w 765852"/>
              <a:gd name="connsiteY149" fmla="*/ 235808 h 260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</a:cxnLst>
            <a:rect l="l" t="t" r="r" b="b"/>
            <a:pathLst>
              <a:path w="765852" h="260086">
                <a:moveTo>
                  <a:pt x="739575" y="143884"/>
                </a:moveTo>
                <a:cubicBezTo>
                  <a:pt x="756519" y="128906"/>
                  <a:pt x="765852" y="107425"/>
                  <a:pt x="765852" y="83403"/>
                </a:cubicBezTo>
                <a:cubicBezTo>
                  <a:pt x="765852" y="59381"/>
                  <a:pt x="756519" y="37899"/>
                  <a:pt x="739575" y="22921"/>
                </a:cubicBezTo>
                <a:cubicBezTo>
                  <a:pt x="722613" y="7925"/>
                  <a:pt x="699307" y="0"/>
                  <a:pt x="672177" y="0"/>
                </a:cubicBezTo>
                <a:cubicBezTo>
                  <a:pt x="645047" y="0"/>
                  <a:pt x="621740" y="7925"/>
                  <a:pt x="604779" y="22921"/>
                </a:cubicBezTo>
                <a:cubicBezTo>
                  <a:pt x="587835" y="37899"/>
                  <a:pt x="578501" y="59381"/>
                  <a:pt x="578501" y="83403"/>
                </a:cubicBezTo>
                <a:cubicBezTo>
                  <a:pt x="578501" y="107425"/>
                  <a:pt x="587835" y="128906"/>
                  <a:pt x="604779" y="143884"/>
                </a:cubicBezTo>
                <a:cubicBezTo>
                  <a:pt x="621740" y="158881"/>
                  <a:pt x="645047" y="166805"/>
                  <a:pt x="672177" y="166805"/>
                </a:cubicBezTo>
                <a:cubicBezTo>
                  <a:pt x="699307" y="166805"/>
                  <a:pt x="722613" y="158881"/>
                  <a:pt x="739575" y="143884"/>
                </a:cubicBezTo>
                <a:close/>
                <a:moveTo>
                  <a:pt x="604595" y="83403"/>
                </a:moveTo>
                <a:cubicBezTo>
                  <a:pt x="604595" y="66489"/>
                  <a:pt x="610821" y="52135"/>
                  <a:pt x="622611" y="41871"/>
                </a:cubicBezTo>
                <a:cubicBezTo>
                  <a:pt x="634751" y="31305"/>
                  <a:pt x="651887" y="25719"/>
                  <a:pt x="672177" y="25719"/>
                </a:cubicBezTo>
                <a:cubicBezTo>
                  <a:pt x="692467" y="25719"/>
                  <a:pt x="709603" y="31305"/>
                  <a:pt x="721742" y="41871"/>
                </a:cubicBezTo>
                <a:cubicBezTo>
                  <a:pt x="733524" y="52126"/>
                  <a:pt x="739759" y="66489"/>
                  <a:pt x="739759" y="83403"/>
                </a:cubicBezTo>
                <a:cubicBezTo>
                  <a:pt x="739759" y="100316"/>
                  <a:pt x="733533" y="114671"/>
                  <a:pt x="721742" y="124934"/>
                </a:cubicBezTo>
                <a:cubicBezTo>
                  <a:pt x="709603" y="135501"/>
                  <a:pt x="692467" y="141077"/>
                  <a:pt x="672177" y="141077"/>
                </a:cubicBezTo>
                <a:cubicBezTo>
                  <a:pt x="651887" y="141077"/>
                  <a:pt x="634741" y="135491"/>
                  <a:pt x="622611" y="124934"/>
                </a:cubicBezTo>
                <a:cubicBezTo>
                  <a:pt x="610830" y="114671"/>
                  <a:pt x="604595" y="100316"/>
                  <a:pt x="604595" y="83403"/>
                </a:cubicBezTo>
                <a:close/>
                <a:moveTo>
                  <a:pt x="238310" y="207181"/>
                </a:moveTo>
                <a:cubicBezTo>
                  <a:pt x="241556" y="205118"/>
                  <a:pt x="245306" y="204081"/>
                  <a:pt x="249560" y="204081"/>
                </a:cubicBezTo>
                <a:cubicBezTo>
                  <a:pt x="254282" y="204081"/>
                  <a:pt x="258288" y="205292"/>
                  <a:pt x="261562" y="207713"/>
                </a:cubicBezTo>
                <a:cubicBezTo>
                  <a:pt x="264835" y="210135"/>
                  <a:pt x="267035" y="213501"/>
                  <a:pt x="268163" y="217812"/>
                </a:cubicBezTo>
                <a:lnTo>
                  <a:pt x="275874" y="217812"/>
                </a:lnTo>
                <a:cubicBezTo>
                  <a:pt x="274691" y="211373"/>
                  <a:pt x="271784" y="206292"/>
                  <a:pt x="267145" y="202568"/>
                </a:cubicBezTo>
                <a:cubicBezTo>
                  <a:pt x="262506" y="198844"/>
                  <a:pt x="256766" y="196982"/>
                  <a:pt x="249917" y="196982"/>
                </a:cubicBezTo>
                <a:cubicBezTo>
                  <a:pt x="244013" y="196982"/>
                  <a:pt x="238814" y="198293"/>
                  <a:pt x="234322" y="200926"/>
                </a:cubicBezTo>
                <a:cubicBezTo>
                  <a:pt x="229838" y="203558"/>
                  <a:pt x="226382" y="207264"/>
                  <a:pt x="223961" y="212052"/>
                </a:cubicBezTo>
                <a:cubicBezTo>
                  <a:pt x="221541" y="216840"/>
                  <a:pt x="220330" y="222334"/>
                  <a:pt x="220330" y="228534"/>
                </a:cubicBezTo>
                <a:cubicBezTo>
                  <a:pt x="220330" y="234734"/>
                  <a:pt x="221541" y="240302"/>
                  <a:pt x="223961" y="245062"/>
                </a:cubicBezTo>
                <a:cubicBezTo>
                  <a:pt x="226382" y="249823"/>
                  <a:pt x="229838" y="253510"/>
                  <a:pt x="234322" y="256142"/>
                </a:cubicBezTo>
                <a:cubicBezTo>
                  <a:pt x="238805" y="258775"/>
                  <a:pt x="244004" y="260086"/>
                  <a:pt x="249917" y="260086"/>
                </a:cubicBezTo>
                <a:cubicBezTo>
                  <a:pt x="256831" y="260086"/>
                  <a:pt x="262570" y="258224"/>
                  <a:pt x="267145" y="254501"/>
                </a:cubicBezTo>
                <a:cubicBezTo>
                  <a:pt x="271720" y="250777"/>
                  <a:pt x="274599" y="245695"/>
                  <a:pt x="275782" y="239256"/>
                </a:cubicBezTo>
                <a:lnTo>
                  <a:pt x="268071" y="239256"/>
                </a:lnTo>
                <a:cubicBezTo>
                  <a:pt x="266888" y="243631"/>
                  <a:pt x="264706" y="247007"/>
                  <a:pt x="261516" y="249401"/>
                </a:cubicBezTo>
                <a:cubicBezTo>
                  <a:pt x="258325" y="251795"/>
                  <a:pt x="254337" y="252987"/>
                  <a:pt x="249560" y="252987"/>
                </a:cubicBezTo>
                <a:cubicBezTo>
                  <a:pt x="245306" y="252987"/>
                  <a:pt x="241556" y="251951"/>
                  <a:pt x="238310" y="249887"/>
                </a:cubicBezTo>
                <a:cubicBezTo>
                  <a:pt x="235064" y="247823"/>
                  <a:pt x="232561" y="244925"/>
                  <a:pt x="230828" y="241201"/>
                </a:cubicBezTo>
                <a:cubicBezTo>
                  <a:pt x="229086" y="237477"/>
                  <a:pt x="228215" y="233258"/>
                  <a:pt x="228215" y="228525"/>
                </a:cubicBezTo>
                <a:cubicBezTo>
                  <a:pt x="228215" y="223792"/>
                  <a:pt x="229086" y="219499"/>
                  <a:pt x="230828" y="215812"/>
                </a:cubicBezTo>
                <a:cubicBezTo>
                  <a:pt x="232570" y="212125"/>
                  <a:pt x="235064" y="209245"/>
                  <a:pt x="238310" y="207172"/>
                </a:cubicBezTo>
                <a:close/>
                <a:moveTo>
                  <a:pt x="335580" y="197523"/>
                </a:moveTo>
                <a:lnTo>
                  <a:pt x="311925" y="259554"/>
                </a:lnTo>
                <a:lnTo>
                  <a:pt x="319892" y="259554"/>
                </a:lnTo>
                <a:lnTo>
                  <a:pt x="326448" y="242806"/>
                </a:lnTo>
                <a:lnTo>
                  <a:pt x="353467" y="242806"/>
                </a:lnTo>
                <a:lnTo>
                  <a:pt x="360023" y="259554"/>
                </a:lnTo>
                <a:lnTo>
                  <a:pt x="368256" y="259554"/>
                </a:lnTo>
                <a:lnTo>
                  <a:pt x="344693" y="197523"/>
                </a:lnTo>
                <a:lnTo>
                  <a:pt x="335570" y="197523"/>
                </a:lnTo>
                <a:close/>
                <a:moveTo>
                  <a:pt x="328758" y="235808"/>
                </a:moveTo>
                <a:lnTo>
                  <a:pt x="339916" y="205943"/>
                </a:lnTo>
                <a:lnTo>
                  <a:pt x="351166" y="235808"/>
                </a:lnTo>
                <a:lnTo>
                  <a:pt x="328749" y="235808"/>
                </a:lnTo>
                <a:close/>
                <a:moveTo>
                  <a:pt x="725437" y="197523"/>
                </a:moveTo>
                <a:lnTo>
                  <a:pt x="717736" y="197523"/>
                </a:lnTo>
                <a:lnTo>
                  <a:pt x="717736" y="259554"/>
                </a:lnTo>
                <a:lnTo>
                  <a:pt x="753704" y="259554"/>
                </a:lnTo>
                <a:lnTo>
                  <a:pt x="753704" y="252464"/>
                </a:lnTo>
                <a:lnTo>
                  <a:pt x="725446" y="252464"/>
                </a:lnTo>
                <a:lnTo>
                  <a:pt x="725446" y="197523"/>
                </a:lnTo>
                <a:close/>
                <a:moveTo>
                  <a:pt x="250953" y="2119"/>
                </a:moveTo>
                <a:lnTo>
                  <a:pt x="225566" y="2119"/>
                </a:lnTo>
                <a:lnTo>
                  <a:pt x="225566" y="164677"/>
                </a:lnTo>
                <a:lnTo>
                  <a:pt x="250953" y="164677"/>
                </a:lnTo>
                <a:lnTo>
                  <a:pt x="250953" y="2119"/>
                </a:lnTo>
                <a:close/>
                <a:moveTo>
                  <a:pt x="80592" y="62692"/>
                </a:moveTo>
                <a:lnTo>
                  <a:pt x="80592" y="164687"/>
                </a:lnTo>
                <a:cubicBezTo>
                  <a:pt x="80592" y="164687"/>
                  <a:pt x="106732" y="164687"/>
                  <a:pt x="106732" y="164687"/>
                </a:cubicBezTo>
                <a:lnTo>
                  <a:pt x="106713" y="62692"/>
                </a:lnTo>
                <a:cubicBezTo>
                  <a:pt x="106713" y="50282"/>
                  <a:pt x="102707" y="38523"/>
                  <a:pt x="95124" y="28700"/>
                </a:cubicBezTo>
                <a:lnTo>
                  <a:pt x="93648" y="26792"/>
                </a:lnTo>
                <a:lnTo>
                  <a:pt x="92172" y="28700"/>
                </a:lnTo>
                <a:cubicBezTo>
                  <a:pt x="84589" y="38523"/>
                  <a:pt x="80583" y="50273"/>
                  <a:pt x="80583" y="62692"/>
                </a:cubicBezTo>
                <a:close/>
                <a:moveTo>
                  <a:pt x="47273" y="2119"/>
                </a:moveTo>
                <a:lnTo>
                  <a:pt x="0" y="2119"/>
                </a:lnTo>
                <a:lnTo>
                  <a:pt x="0" y="26792"/>
                </a:lnTo>
                <a:lnTo>
                  <a:pt x="93648" y="26792"/>
                </a:lnTo>
                <a:lnTo>
                  <a:pt x="91328" y="23793"/>
                </a:lnTo>
                <a:cubicBezTo>
                  <a:pt x="80693" y="10025"/>
                  <a:pt x="64629" y="2119"/>
                  <a:pt x="47273" y="2119"/>
                </a:cubicBezTo>
                <a:close/>
                <a:moveTo>
                  <a:pt x="95968" y="23793"/>
                </a:moveTo>
                <a:lnTo>
                  <a:pt x="93648" y="26792"/>
                </a:lnTo>
                <a:lnTo>
                  <a:pt x="187296" y="26792"/>
                </a:lnTo>
                <a:lnTo>
                  <a:pt x="187296" y="2119"/>
                </a:lnTo>
                <a:lnTo>
                  <a:pt x="140023" y="2119"/>
                </a:lnTo>
                <a:cubicBezTo>
                  <a:pt x="122657" y="2119"/>
                  <a:pt x="106603" y="10016"/>
                  <a:pt x="95958" y="23793"/>
                </a:cubicBezTo>
                <a:close/>
                <a:moveTo>
                  <a:pt x="514844" y="164677"/>
                </a:moveTo>
                <a:lnTo>
                  <a:pt x="540232" y="164677"/>
                </a:lnTo>
                <a:lnTo>
                  <a:pt x="540232" y="2119"/>
                </a:lnTo>
                <a:lnTo>
                  <a:pt x="514844" y="2119"/>
                </a:lnTo>
                <a:lnTo>
                  <a:pt x="514844" y="164677"/>
                </a:lnTo>
                <a:close/>
                <a:moveTo>
                  <a:pt x="495205" y="259554"/>
                </a:moveTo>
                <a:lnTo>
                  <a:pt x="502915" y="259554"/>
                </a:lnTo>
                <a:lnTo>
                  <a:pt x="502915" y="197523"/>
                </a:lnTo>
                <a:lnTo>
                  <a:pt x="495205" y="197523"/>
                </a:lnTo>
                <a:lnTo>
                  <a:pt x="495205" y="259554"/>
                </a:lnTo>
                <a:close/>
                <a:moveTo>
                  <a:pt x="544816" y="204613"/>
                </a:moveTo>
                <a:lnTo>
                  <a:pt x="564923" y="204613"/>
                </a:lnTo>
                <a:lnTo>
                  <a:pt x="564923" y="259554"/>
                </a:lnTo>
                <a:lnTo>
                  <a:pt x="572633" y="259554"/>
                </a:lnTo>
                <a:lnTo>
                  <a:pt x="572633" y="204613"/>
                </a:lnTo>
                <a:lnTo>
                  <a:pt x="592740" y="204613"/>
                </a:lnTo>
                <a:lnTo>
                  <a:pt x="592740" y="197523"/>
                </a:lnTo>
                <a:lnTo>
                  <a:pt x="544816" y="197523"/>
                </a:lnTo>
                <a:lnTo>
                  <a:pt x="544816" y="204613"/>
                </a:lnTo>
                <a:close/>
                <a:moveTo>
                  <a:pt x="287389" y="2119"/>
                </a:moveTo>
                <a:cubicBezTo>
                  <a:pt x="287389" y="2119"/>
                  <a:pt x="335680" y="117220"/>
                  <a:pt x="345234" y="140105"/>
                </a:cubicBezTo>
                <a:cubicBezTo>
                  <a:pt x="356374" y="166796"/>
                  <a:pt x="374464" y="166796"/>
                  <a:pt x="381413" y="166796"/>
                </a:cubicBezTo>
                <a:lnTo>
                  <a:pt x="382899" y="166796"/>
                </a:lnTo>
                <a:lnTo>
                  <a:pt x="316692" y="2119"/>
                </a:lnTo>
                <a:lnTo>
                  <a:pt x="287389" y="2119"/>
                </a:lnTo>
                <a:close/>
                <a:moveTo>
                  <a:pt x="443549" y="199871"/>
                </a:moveTo>
                <a:cubicBezTo>
                  <a:pt x="440413" y="198303"/>
                  <a:pt x="436819" y="197523"/>
                  <a:pt x="432739" y="197523"/>
                </a:cubicBezTo>
                <a:lnTo>
                  <a:pt x="408910" y="197523"/>
                </a:lnTo>
                <a:lnTo>
                  <a:pt x="408910" y="259554"/>
                </a:lnTo>
                <a:lnTo>
                  <a:pt x="416621" y="259554"/>
                </a:lnTo>
                <a:lnTo>
                  <a:pt x="416621" y="235716"/>
                </a:lnTo>
                <a:lnTo>
                  <a:pt x="432748" y="235716"/>
                </a:lnTo>
                <a:cubicBezTo>
                  <a:pt x="436819" y="235716"/>
                  <a:pt x="440413" y="234936"/>
                  <a:pt x="443512" y="233368"/>
                </a:cubicBezTo>
                <a:cubicBezTo>
                  <a:pt x="446611" y="231799"/>
                  <a:pt x="449013" y="229571"/>
                  <a:pt x="450728" y="226681"/>
                </a:cubicBezTo>
                <a:cubicBezTo>
                  <a:pt x="452442" y="223783"/>
                  <a:pt x="453295" y="220417"/>
                  <a:pt x="453295" y="216583"/>
                </a:cubicBezTo>
                <a:cubicBezTo>
                  <a:pt x="453295" y="212749"/>
                  <a:pt x="452452" y="209392"/>
                  <a:pt x="450774" y="206521"/>
                </a:cubicBezTo>
                <a:cubicBezTo>
                  <a:pt x="449087" y="203659"/>
                  <a:pt x="446685" y="201439"/>
                  <a:pt x="443558" y="199871"/>
                </a:cubicBezTo>
                <a:close/>
                <a:moveTo>
                  <a:pt x="441779" y="225351"/>
                </a:moveTo>
                <a:cubicBezTo>
                  <a:pt x="439359" y="227534"/>
                  <a:pt x="436113" y="228635"/>
                  <a:pt x="432033" y="228635"/>
                </a:cubicBezTo>
                <a:lnTo>
                  <a:pt x="416621" y="228635"/>
                </a:lnTo>
                <a:lnTo>
                  <a:pt x="416621" y="204622"/>
                </a:lnTo>
                <a:lnTo>
                  <a:pt x="432125" y="204622"/>
                </a:lnTo>
                <a:cubicBezTo>
                  <a:pt x="436196" y="204622"/>
                  <a:pt x="439432" y="205705"/>
                  <a:pt x="441825" y="207860"/>
                </a:cubicBezTo>
                <a:cubicBezTo>
                  <a:pt x="444218" y="210015"/>
                  <a:pt x="445410" y="212923"/>
                  <a:pt x="445410" y="216592"/>
                </a:cubicBezTo>
                <a:cubicBezTo>
                  <a:pt x="445410" y="220261"/>
                  <a:pt x="444200" y="223178"/>
                  <a:pt x="441779" y="225361"/>
                </a:cubicBezTo>
                <a:close/>
                <a:moveTo>
                  <a:pt x="382889" y="166805"/>
                </a:moveTo>
                <a:lnTo>
                  <a:pt x="384375" y="166805"/>
                </a:lnTo>
                <a:cubicBezTo>
                  <a:pt x="391334" y="166805"/>
                  <a:pt x="409423" y="166805"/>
                  <a:pt x="420554" y="140114"/>
                </a:cubicBezTo>
                <a:cubicBezTo>
                  <a:pt x="430099" y="117230"/>
                  <a:pt x="478399" y="2128"/>
                  <a:pt x="478399" y="2128"/>
                </a:cubicBezTo>
                <a:lnTo>
                  <a:pt x="449096" y="2128"/>
                </a:lnTo>
                <a:lnTo>
                  <a:pt x="382889" y="166814"/>
                </a:lnTo>
                <a:close/>
                <a:moveTo>
                  <a:pt x="644368" y="197523"/>
                </a:moveTo>
                <a:lnTo>
                  <a:pt x="620714" y="259554"/>
                </a:lnTo>
                <a:lnTo>
                  <a:pt x="628690" y="259554"/>
                </a:lnTo>
                <a:lnTo>
                  <a:pt x="635246" y="242806"/>
                </a:lnTo>
                <a:lnTo>
                  <a:pt x="662266" y="242806"/>
                </a:lnTo>
                <a:lnTo>
                  <a:pt x="668821" y="259554"/>
                </a:lnTo>
                <a:lnTo>
                  <a:pt x="677055" y="259554"/>
                </a:lnTo>
                <a:lnTo>
                  <a:pt x="653491" y="197523"/>
                </a:lnTo>
                <a:lnTo>
                  <a:pt x="644368" y="197523"/>
                </a:lnTo>
                <a:close/>
                <a:moveTo>
                  <a:pt x="637547" y="235808"/>
                </a:moveTo>
                <a:lnTo>
                  <a:pt x="648705" y="205943"/>
                </a:lnTo>
                <a:lnTo>
                  <a:pt x="659955" y="235808"/>
                </a:lnTo>
                <a:lnTo>
                  <a:pt x="637538" y="235808"/>
                </a:lnTo>
                <a:close/>
              </a:path>
            </a:pathLst>
          </a:custGeom>
          <a:solidFill>
            <a:schemeClr val="bg1"/>
          </a:solidFill>
          <a:ln w="1061" cap="flat">
            <a:noFill/>
            <a:prstDash val="solid"/>
            <a:miter/>
          </a:ln>
        </p:spPr>
        <p:txBody>
          <a:bodyPr rtlCol="0" anchor="ctr"/>
          <a:lstStyle/>
          <a:p>
            <a:endParaRPr lang="pt-BR">
              <a:solidFill>
                <a:schemeClr val="bg1"/>
              </a:solidFill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1E210A61-F7AF-5C56-9539-494DD44ED880}"/>
              </a:ext>
            </a:extLst>
          </p:cNvPr>
          <p:cNvCxnSpPr/>
          <p:nvPr userDrawn="1"/>
        </p:nvCxnSpPr>
        <p:spPr>
          <a:xfrm>
            <a:off x="334963" y="185353"/>
            <a:ext cx="10415415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893701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469">
          <p15:clr>
            <a:srgbClr val="FBAE40"/>
          </p15:clr>
        </p15:guide>
        <p15:guide id="2" orient="horz" pos="3974">
          <p15:clr>
            <a:srgbClr val="FBAE40"/>
          </p15:clr>
        </p15:guide>
        <p15:guide id="3" orient="horz" pos="232">
          <p15:clr>
            <a:srgbClr val="FBAE40"/>
          </p15:clr>
        </p15:guide>
        <p15:guide id="4" pos="211">
          <p15:clr>
            <a:srgbClr val="FBAE40"/>
          </p15:clr>
        </p15:guide>
        <p15:guide id="5" orient="horz" pos="4065">
          <p15:clr>
            <a:srgbClr val="FBAE40"/>
          </p15:clr>
        </p15:guide>
        <p15:guide id="6" orient="horz" pos="799">
          <p15:clr>
            <a:srgbClr val="FBAE40"/>
          </p15:clr>
        </p15:guide>
        <p15:guide id="7" orient="horz" pos="935">
          <p15:clr>
            <a:srgbClr val="FBAE40"/>
          </p15:clr>
        </p15:guide>
      </p15:sldGuideLst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ítulo | 1 linha - Black">
    <p:bg>
      <p:bgPr>
        <a:gradFill>
          <a:gsLst>
            <a:gs pos="100000">
              <a:schemeClr val="tx1">
                <a:lumMod val="95000"/>
                <a:lumOff val="5000"/>
              </a:schemeClr>
            </a:gs>
            <a:gs pos="0">
              <a:schemeClr val="tx1">
                <a:lumMod val="85000"/>
                <a:lumOff val="15000"/>
              </a:schemeClr>
            </a:gs>
          </a:gsLst>
          <a:lin ang="7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132BCE3-A04F-8602-64F7-7623C7EAF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61763" y="6482556"/>
            <a:ext cx="295275" cy="1692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 sz="1100">
                <a:solidFill>
                  <a:schemeClr val="bg1"/>
                </a:solidFill>
                <a:latin typeface="Versos" panose="020B0503020204030204" pitchFamily="34" charset="0"/>
                <a:cs typeface="Versos" panose="020B0503020204030204" pitchFamily="34" charset="0"/>
              </a:defRPr>
            </a:lvl1pPr>
          </a:lstStyle>
          <a:p>
            <a:fld id="{77667D73-C69A-4DAA-9003-24A825D36FE9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B13D7C-5A47-B0DF-B518-26E79F5D2DB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63" y="368300"/>
            <a:ext cx="10183813" cy="4308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err="1"/>
              <a:t>Título</a:t>
            </a:r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401465E-A8CD-A3BA-BE2A-9597492FDC6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4963" y="6482556"/>
            <a:ext cx="10980000" cy="138499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900">
                <a:latin typeface="Versos Light" panose="020B0403020204030204" pitchFamily="34" charset="0"/>
              </a:defRPr>
            </a:lvl2pPr>
            <a:lvl3pPr>
              <a:defRPr sz="900">
                <a:latin typeface="Versos Light" panose="020B0403020204030204" pitchFamily="34" charset="0"/>
              </a:defRPr>
            </a:lvl3pPr>
            <a:lvl4pPr>
              <a:defRPr sz="900">
                <a:latin typeface="Versos Light" panose="020B0403020204030204" pitchFamily="34" charset="0"/>
              </a:defRPr>
            </a:lvl4pPr>
            <a:lvl5pPr>
              <a:defRPr sz="900">
                <a:latin typeface="Versos Light" panose="020B0403020204030204" pitchFamily="34" charset="0"/>
              </a:defRPr>
            </a:lvl5pPr>
          </a:lstStyle>
          <a:p>
            <a:pPr lvl="0"/>
            <a:r>
              <a:rPr lang="en-US"/>
              <a:t>Fonte:</a:t>
            </a:r>
            <a:endParaRPr lang="pt-BR"/>
          </a:p>
        </p:txBody>
      </p:sp>
      <p:sp>
        <p:nvSpPr>
          <p:cNvPr id="12" name="Text Placeholder 8">
            <a:extLst>
              <a:ext uri="{FF2B5EF4-FFF2-40B4-BE49-F238E27FC236}">
                <a16:creationId xmlns:a16="http://schemas.microsoft.com/office/drawing/2014/main" id="{7A7A9582-3614-801A-785B-273FCD3E092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34963" y="1949413"/>
            <a:ext cx="11522075" cy="435931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7F86D482-580C-D22A-58CC-10B9C4F7EDD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34962" y="1518527"/>
            <a:ext cx="11522585" cy="21544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Picture 8">
            <a:extLst>
              <a:ext uri="{FF2B5EF4-FFF2-40B4-BE49-F238E27FC236}">
                <a16:creationId xmlns:a16="http://schemas.microsoft.com/office/drawing/2014/main" id="{57BCE67C-64C7-2D0C-0DC2-7A4B4CC314E0}"/>
              </a:ext>
            </a:extLst>
          </p:cNvPr>
          <p:cNvSpPr/>
          <p:nvPr userDrawn="1"/>
        </p:nvSpPr>
        <p:spPr>
          <a:xfrm>
            <a:off x="11091186" y="377178"/>
            <a:ext cx="765852" cy="260086"/>
          </a:xfrm>
          <a:custGeom>
            <a:avLst/>
            <a:gdLst>
              <a:gd name="connsiteX0" fmla="*/ 739575 w 765852"/>
              <a:gd name="connsiteY0" fmla="*/ 143884 h 260086"/>
              <a:gd name="connsiteX1" fmla="*/ 765852 w 765852"/>
              <a:gd name="connsiteY1" fmla="*/ 83403 h 260086"/>
              <a:gd name="connsiteX2" fmla="*/ 739575 w 765852"/>
              <a:gd name="connsiteY2" fmla="*/ 22921 h 260086"/>
              <a:gd name="connsiteX3" fmla="*/ 672177 w 765852"/>
              <a:gd name="connsiteY3" fmla="*/ 0 h 260086"/>
              <a:gd name="connsiteX4" fmla="*/ 604779 w 765852"/>
              <a:gd name="connsiteY4" fmla="*/ 22921 h 260086"/>
              <a:gd name="connsiteX5" fmla="*/ 578501 w 765852"/>
              <a:gd name="connsiteY5" fmla="*/ 83403 h 260086"/>
              <a:gd name="connsiteX6" fmla="*/ 604779 w 765852"/>
              <a:gd name="connsiteY6" fmla="*/ 143884 h 260086"/>
              <a:gd name="connsiteX7" fmla="*/ 672177 w 765852"/>
              <a:gd name="connsiteY7" fmla="*/ 166805 h 260086"/>
              <a:gd name="connsiteX8" fmla="*/ 739575 w 765852"/>
              <a:gd name="connsiteY8" fmla="*/ 143884 h 260086"/>
              <a:gd name="connsiteX9" fmla="*/ 604595 w 765852"/>
              <a:gd name="connsiteY9" fmla="*/ 83403 h 260086"/>
              <a:gd name="connsiteX10" fmla="*/ 622611 w 765852"/>
              <a:gd name="connsiteY10" fmla="*/ 41871 h 260086"/>
              <a:gd name="connsiteX11" fmla="*/ 672177 w 765852"/>
              <a:gd name="connsiteY11" fmla="*/ 25719 h 260086"/>
              <a:gd name="connsiteX12" fmla="*/ 721742 w 765852"/>
              <a:gd name="connsiteY12" fmla="*/ 41871 h 260086"/>
              <a:gd name="connsiteX13" fmla="*/ 739759 w 765852"/>
              <a:gd name="connsiteY13" fmla="*/ 83403 h 260086"/>
              <a:gd name="connsiteX14" fmla="*/ 721742 w 765852"/>
              <a:gd name="connsiteY14" fmla="*/ 124934 h 260086"/>
              <a:gd name="connsiteX15" fmla="*/ 672177 w 765852"/>
              <a:gd name="connsiteY15" fmla="*/ 141077 h 260086"/>
              <a:gd name="connsiteX16" fmla="*/ 622611 w 765852"/>
              <a:gd name="connsiteY16" fmla="*/ 124934 h 260086"/>
              <a:gd name="connsiteX17" fmla="*/ 604595 w 765852"/>
              <a:gd name="connsiteY17" fmla="*/ 83403 h 260086"/>
              <a:gd name="connsiteX18" fmla="*/ 238310 w 765852"/>
              <a:gd name="connsiteY18" fmla="*/ 207181 h 260086"/>
              <a:gd name="connsiteX19" fmla="*/ 249560 w 765852"/>
              <a:gd name="connsiteY19" fmla="*/ 204081 h 260086"/>
              <a:gd name="connsiteX20" fmla="*/ 261562 w 765852"/>
              <a:gd name="connsiteY20" fmla="*/ 207713 h 260086"/>
              <a:gd name="connsiteX21" fmla="*/ 268163 w 765852"/>
              <a:gd name="connsiteY21" fmla="*/ 217812 h 260086"/>
              <a:gd name="connsiteX22" fmla="*/ 275874 w 765852"/>
              <a:gd name="connsiteY22" fmla="*/ 217812 h 260086"/>
              <a:gd name="connsiteX23" fmla="*/ 267145 w 765852"/>
              <a:gd name="connsiteY23" fmla="*/ 202568 h 260086"/>
              <a:gd name="connsiteX24" fmla="*/ 249917 w 765852"/>
              <a:gd name="connsiteY24" fmla="*/ 196982 h 260086"/>
              <a:gd name="connsiteX25" fmla="*/ 234322 w 765852"/>
              <a:gd name="connsiteY25" fmla="*/ 200926 h 260086"/>
              <a:gd name="connsiteX26" fmla="*/ 223961 w 765852"/>
              <a:gd name="connsiteY26" fmla="*/ 212052 h 260086"/>
              <a:gd name="connsiteX27" fmla="*/ 220330 w 765852"/>
              <a:gd name="connsiteY27" fmla="*/ 228534 h 260086"/>
              <a:gd name="connsiteX28" fmla="*/ 223961 w 765852"/>
              <a:gd name="connsiteY28" fmla="*/ 245062 h 260086"/>
              <a:gd name="connsiteX29" fmla="*/ 234322 w 765852"/>
              <a:gd name="connsiteY29" fmla="*/ 256142 h 260086"/>
              <a:gd name="connsiteX30" fmla="*/ 249917 w 765852"/>
              <a:gd name="connsiteY30" fmla="*/ 260086 h 260086"/>
              <a:gd name="connsiteX31" fmla="*/ 267145 w 765852"/>
              <a:gd name="connsiteY31" fmla="*/ 254501 h 260086"/>
              <a:gd name="connsiteX32" fmla="*/ 275782 w 765852"/>
              <a:gd name="connsiteY32" fmla="*/ 239256 h 260086"/>
              <a:gd name="connsiteX33" fmla="*/ 268071 w 765852"/>
              <a:gd name="connsiteY33" fmla="*/ 239256 h 260086"/>
              <a:gd name="connsiteX34" fmla="*/ 261516 w 765852"/>
              <a:gd name="connsiteY34" fmla="*/ 249401 h 260086"/>
              <a:gd name="connsiteX35" fmla="*/ 249560 w 765852"/>
              <a:gd name="connsiteY35" fmla="*/ 252987 h 260086"/>
              <a:gd name="connsiteX36" fmla="*/ 238310 w 765852"/>
              <a:gd name="connsiteY36" fmla="*/ 249887 h 260086"/>
              <a:gd name="connsiteX37" fmla="*/ 230828 w 765852"/>
              <a:gd name="connsiteY37" fmla="*/ 241201 h 260086"/>
              <a:gd name="connsiteX38" fmla="*/ 228215 w 765852"/>
              <a:gd name="connsiteY38" fmla="*/ 228525 h 260086"/>
              <a:gd name="connsiteX39" fmla="*/ 230828 w 765852"/>
              <a:gd name="connsiteY39" fmla="*/ 215812 h 260086"/>
              <a:gd name="connsiteX40" fmla="*/ 238310 w 765852"/>
              <a:gd name="connsiteY40" fmla="*/ 207172 h 260086"/>
              <a:gd name="connsiteX41" fmla="*/ 335580 w 765852"/>
              <a:gd name="connsiteY41" fmla="*/ 197523 h 260086"/>
              <a:gd name="connsiteX42" fmla="*/ 311925 w 765852"/>
              <a:gd name="connsiteY42" fmla="*/ 259554 h 260086"/>
              <a:gd name="connsiteX43" fmla="*/ 319892 w 765852"/>
              <a:gd name="connsiteY43" fmla="*/ 259554 h 260086"/>
              <a:gd name="connsiteX44" fmla="*/ 326448 w 765852"/>
              <a:gd name="connsiteY44" fmla="*/ 242806 h 260086"/>
              <a:gd name="connsiteX45" fmla="*/ 353467 w 765852"/>
              <a:gd name="connsiteY45" fmla="*/ 242806 h 260086"/>
              <a:gd name="connsiteX46" fmla="*/ 360023 w 765852"/>
              <a:gd name="connsiteY46" fmla="*/ 259554 h 260086"/>
              <a:gd name="connsiteX47" fmla="*/ 368256 w 765852"/>
              <a:gd name="connsiteY47" fmla="*/ 259554 h 260086"/>
              <a:gd name="connsiteX48" fmla="*/ 344693 w 765852"/>
              <a:gd name="connsiteY48" fmla="*/ 197523 h 260086"/>
              <a:gd name="connsiteX49" fmla="*/ 335570 w 765852"/>
              <a:gd name="connsiteY49" fmla="*/ 197523 h 260086"/>
              <a:gd name="connsiteX50" fmla="*/ 328758 w 765852"/>
              <a:gd name="connsiteY50" fmla="*/ 235808 h 260086"/>
              <a:gd name="connsiteX51" fmla="*/ 339916 w 765852"/>
              <a:gd name="connsiteY51" fmla="*/ 205943 h 260086"/>
              <a:gd name="connsiteX52" fmla="*/ 351166 w 765852"/>
              <a:gd name="connsiteY52" fmla="*/ 235808 h 260086"/>
              <a:gd name="connsiteX53" fmla="*/ 328749 w 765852"/>
              <a:gd name="connsiteY53" fmla="*/ 235808 h 260086"/>
              <a:gd name="connsiteX54" fmla="*/ 725437 w 765852"/>
              <a:gd name="connsiteY54" fmla="*/ 197523 h 260086"/>
              <a:gd name="connsiteX55" fmla="*/ 717736 w 765852"/>
              <a:gd name="connsiteY55" fmla="*/ 197523 h 260086"/>
              <a:gd name="connsiteX56" fmla="*/ 717736 w 765852"/>
              <a:gd name="connsiteY56" fmla="*/ 259554 h 260086"/>
              <a:gd name="connsiteX57" fmla="*/ 753704 w 765852"/>
              <a:gd name="connsiteY57" fmla="*/ 259554 h 260086"/>
              <a:gd name="connsiteX58" fmla="*/ 753704 w 765852"/>
              <a:gd name="connsiteY58" fmla="*/ 252464 h 260086"/>
              <a:gd name="connsiteX59" fmla="*/ 725446 w 765852"/>
              <a:gd name="connsiteY59" fmla="*/ 252464 h 260086"/>
              <a:gd name="connsiteX60" fmla="*/ 725446 w 765852"/>
              <a:gd name="connsiteY60" fmla="*/ 197523 h 260086"/>
              <a:gd name="connsiteX61" fmla="*/ 250953 w 765852"/>
              <a:gd name="connsiteY61" fmla="*/ 2119 h 260086"/>
              <a:gd name="connsiteX62" fmla="*/ 225566 w 765852"/>
              <a:gd name="connsiteY62" fmla="*/ 2119 h 260086"/>
              <a:gd name="connsiteX63" fmla="*/ 225566 w 765852"/>
              <a:gd name="connsiteY63" fmla="*/ 164677 h 260086"/>
              <a:gd name="connsiteX64" fmla="*/ 250953 w 765852"/>
              <a:gd name="connsiteY64" fmla="*/ 164677 h 260086"/>
              <a:gd name="connsiteX65" fmla="*/ 250953 w 765852"/>
              <a:gd name="connsiteY65" fmla="*/ 2119 h 260086"/>
              <a:gd name="connsiteX66" fmla="*/ 80592 w 765852"/>
              <a:gd name="connsiteY66" fmla="*/ 62692 h 260086"/>
              <a:gd name="connsiteX67" fmla="*/ 80592 w 765852"/>
              <a:gd name="connsiteY67" fmla="*/ 164687 h 260086"/>
              <a:gd name="connsiteX68" fmla="*/ 106732 w 765852"/>
              <a:gd name="connsiteY68" fmla="*/ 164687 h 260086"/>
              <a:gd name="connsiteX69" fmla="*/ 106713 w 765852"/>
              <a:gd name="connsiteY69" fmla="*/ 62692 h 260086"/>
              <a:gd name="connsiteX70" fmla="*/ 95124 w 765852"/>
              <a:gd name="connsiteY70" fmla="*/ 28700 h 260086"/>
              <a:gd name="connsiteX71" fmla="*/ 93648 w 765852"/>
              <a:gd name="connsiteY71" fmla="*/ 26792 h 260086"/>
              <a:gd name="connsiteX72" fmla="*/ 92172 w 765852"/>
              <a:gd name="connsiteY72" fmla="*/ 28700 h 260086"/>
              <a:gd name="connsiteX73" fmla="*/ 80583 w 765852"/>
              <a:gd name="connsiteY73" fmla="*/ 62692 h 260086"/>
              <a:gd name="connsiteX74" fmla="*/ 47273 w 765852"/>
              <a:gd name="connsiteY74" fmla="*/ 2119 h 260086"/>
              <a:gd name="connsiteX75" fmla="*/ 0 w 765852"/>
              <a:gd name="connsiteY75" fmla="*/ 2119 h 260086"/>
              <a:gd name="connsiteX76" fmla="*/ 0 w 765852"/>
              <a:gd name="connsiteY76" fmla="*/ 26792 h 260086"/>
              <a:gd name="connsiteX77" fmla="*/ 93648 w 765852"/>
              <a:gd name="connsiteY77" fmla="*/ 26792 h 260086"/>
              <a:gd name="connsiteX78" fmla="*/ 91328 w 765852"/>
              <a:gd name="connsiteY78" fmla="*/ 23793 h 260086"/>
              <a:gd name="connsiteX79" fmla="*/ 47273 w 765852"/>
              <a:gd name="connsiteY79" fmla="*/ 2119 h 260086"/>
              <a:gd name="connsiteX80" fmla="*/ 95968 w 765852"/>
              <a:gd name="connsiteY80" fmla="*/ 23793 h 260086"/>
              <a:gd name="connsiteX81" fmla="*/ 93648 w 765852"/>
              <a:gd name="connsiteY81" fmla="*/ 26792 h 260086"/>
              <a:gd name="connsiteX82" fmla="*/ 187296 w 765852"/>
              <a:gd name="connsiteY82" fmla="*/ 26792 h 260086"/>
              <a:gd name="connsiteX83" fmla="*/ 187296 w 765852"/>
              <a:gd name="connsiteY83" fmla="*/ 2119 h 260086"/>
              <a:gd name="connsiteX84" fmla="*/ 140023 w 765852"/>
              <a:gd name="connsiteY84" fmla="*/ 2119 h 260086"/>
              <a:gd name="connsiteX85" fmla="*/ 95958 w 765852"/>
              <a:gd name="connsiteY85" fmla="*/ 23793 h 260086"/>
              <a:gd name="connsiteX86" fmla="*/ 514844 w 765852"/>
              <a:gd name="connsiteY86" fmla="*/ 164677 h 260086"/>
              <a:gd name="connsiteX87" fmla="*/ 540232 w 765852"/>
              <a:gd name="connsiteY87" fmla="*/ 164677 h 260086"/>
              <a:gd name="connsiteX88" fmla="*/ 540232 w 765852"/>
              <a:gd name="connsiteY88" fmla="*/ 2119 h 260086"/>
              <a:gd name="connsiteX89" fmla="*/ 514844 w 765852"/>
              <a:gd name="connsiteY89" fmla="*/ 2119 h 260086"/>
              <a:gd name="connsiteX90" fmla="*/ 514844 w 765852"/>
              <a:gd name="connsiteY90" fmla="*/ 164677 h 260086"/>
              <a:gd name="connsiteX91" fmla="*/ 495205 w 765852"/>
              <a:gd name="connsiteY91" fmla="*/ 259554 h 260086"/>
              <a:gd name="connsiteX92" fmla="*/ 502915 w 765852"/>
              <a:gd name="connsiteY92" fmla="*/ 259554 h 260086"/>
              <a:gd name="connsiteX93" fmla="*/ 502915 w 765852"/>
              <a:gd name="connsiteY93" fmla="*/ 197523 h 260086"/>
              <a:gd name="connsiteX94" fmla="*/ 495205 w 765852"/>
              <a:gd name="connsiteY94" fmla="*/ 197523 h 260086"/>
              <a:gd name="connsiteX95" fmla="*/ 495205 w 765852"/>
              <a:gd name="connsiteY95" fmla="*/ 259554 h 260086"/>
              <a:gd name="connsiteX96" fmla="*/ 544816 w 765852"/>
              <a:gd name="connsiteY96" fmla="*/ 204613 h 260086"/>
              <a:gd name="connsiteX97" fmla="*/ 564923 w 765852"/>
              <a:gd name="connsiteY97" fmla="*/ 204613 h 260086"/>
              <a:gd name="connsiteX98" fmla="*/ 564923 w 765852"/>
              <a:gd name="connsiteY98" fmla="*/ 259554 h 260086"/>
              <a:gd name="connsiteX99" fmla="*/ 572633 w 765852"/>
              <a:gd name="connsiteY99" fmla="*/ 259554 h 260086"/>
              <a:gd name="connsiteX100" fmla="*/ 572633 w 765852"/>
              <a:gd name="connsiteY100" fmla="*/ 204613 h 260086"/>
              <a:gd name="connsiteX101" fmla="*/ 592740 w 765852"/>
              <a:gd name="connsiteY101" fmla="*/ 204613 h 260086"/>
              <a:gd name="connsiteX102" fmla="*/ 592740 w 765852"/>
              <a:gd name="connsiteY102" fmla="*/ 197523 h 260086"/>
              <a:gd name="connsiteX103" fmla="*/ 544816 w 765852"/>
              <a:gd name="connsiteY103" fmla="*/ 197523 h 260086"/>
              <a:gd name="connsiteX104" fmla="*/ 544816 w 765852"/>
              <a:gd name="connsiteY104" fmla="*/ 204613 h 260086"/>
              <a:gd name="connsiteX105" fmla="*/ 287389 w 765852"/>
              <a:gd name="connsiteY105" fmla="*/ 2119 h 260086"/>
              <a:gd name="connsiteX106" fmla="*/ 345234 w 765852"/>
              <a:gd name="connsiteY106" fmla="*/ 140105 h 260086"/>
              <a:gd name="connsiteX107" fmla="*/ 381413 w 765852"/>
              <a:gd name="connsiteY107" fmla="*/ 166796 h 260086"/>
              <a:gd name="connsiteX108" fmla="*/ 382899 w 765852"/>
              <a:gd name="connsiteY108" fmla="*/ 166796 h 260086"/>
              <a:gd name="connsiteX109" fmla="*/ 316692 w 765852"/>
              <a:gd name="connsiteY109" fmla="*/ 2119 h 260086"/>
              <a:gd name="connsiteX110" fmla="*/ 287389 w 765852"/>
              <a:gd name="connsiteY110" fmla="*/ 2119 h 260086"/>
              <a:gd name="connsiteX111" fmla="*/ 443549 w 765852"/>
              <a:gd name="connsiteY111" fmla="*/ 199871 h 260086"/>
              <a:gd name="connsiteX112" fmla="*/ 432739 w 765852"/>
              <a:gd name="connsiteY112" fmla="*/ 197523 h 260086"/>
              <a:gd name="connsiteX113" fmla="*/ 408910 w 765852"/>
              <a:gd name="connsiteY113" fmla="*/ 197523 h 260086"/>
              <a:gd name="connsiteX114" fmla="*/ 408910 w 765852"/>
              <a:gd name="connsiteY114" fmla="*/ 259554 h 260086"/>
              <a:gd name="connsiteX115" fmla="*/ 416621 w 765852"/>
              <a:gd name="connsiteY115" fmla="*/ 259554 h 260086"/>
              <a:gd name="connsiteX116" fmla="*/ 416621 w 765852"/>
              <a:gd name="connsiteY116" fmla="*/ 235716 h 260086"/>
              <a:gd name="connsiteX117" fmla="*/ 432748 w 765852"/>
              <a:gd name="connsiteY117" fmla="*/ 235716 h 260086"/>
              <a:gd name="connsiteX118" fmla="*/ 443512 w 765852"/>
              <a:gd name="connsiteY118" fmla="*/ 233368 h 260086"/>
              <a:gd name="connsiteX119" fmla="*/ 450728 w 765852"/>
              <a:gd name="connsiteY119" fmla="*/ 226681 h 260086"/>
              <a:gd name="connsiteX120" fmla="*/ 453295 w 765852"/>
              <a:gd name="connsiteY120" fmla="*/ 216583 h 260086"/>
              <a:gd name="connsiteX121" fmla="*/ 450774 w 765852"/>
              <a:gd name="connsiteY121" fmla="*/ 206521 h 260086"/>
              <a:gd name="connsiteX122" fmla="*/ 443558 w 765852"/>
              <a:gd name="connsiteY122" fmla="*/ 199871 h 260086"/>
              <a:gd name="connsiteX123" fmla="*/ 441779 w 765852"/>
              <a:gd name="connsiteY123" fmla="*/ 225351 h 260086"/>
              <a:gd name="connsiteX124" fmla="*/ 432033 w 765852"/>
              <a:gd name="connsiteY124" fmla="*/ 228635 h 260086"/>
              <a:gd name="connsiteX125" fmla="*/ 416621 w 765852"/>
              <a:gd name="connsiteY125" fmla="*/ 228635 h 260086"/>
              <a:gd name="connsiteX126" fmla="*/ 416621 w 765852"/>
              <a:gd name="connsiteY126" fmla="*/ 204622 h 260086"/>
              <a:gd name="connsiteX127" fmla="*/ 432125 w 765852"/>
              <a:gd name="connsiteY127" fmla="*/ 204622 h 260086"/>
              <a:gd name="connsiteX128" fmla="*/ 441825 w 765852"/>
              <a:gd name="connsiteY128" fmla="*/ 207860 h 260086"/>
              <a:gd name="connsiteX129" fmla="*/ 445410 w 765852"/>
              <a:gd name="connsiteY129" fmla="*/ 216592 h 260086"/>
              <a:gd name="connsiteX130" fmla="*/ 441779 w 765852"/>
              <a:gd name="connsiteY130" fmla="*/ 225361 h 260086"/>
              <a:gd name="connsiteX131" fmla="*/ 382889 w 765852"/>
              <a:gd name="connsiteY131" fmla="*/ 166805 h 260086"/>
              <a:gd name="connsiteX132" fmla="*/ 384375 w 765852"/>
              <a:gd name="connsiteY132" fmla="*/ 166805 h 260086"/>
              <a:gd name="connsiteX133" fmla="*/ 420554 w 765852"/>
              <a:gd name="connsiteY133" fmla="*/ 140114 h 260086"/>
              <a:gd name="connsiteX134" fmla="*/ 478399 w 765852"/>
              <a:gd name="connsiteY134" fmla="*/ 2128 h 260086"/>
              <a:gd name="connsiteX135" fmla="*/ 449096 w 765852"/>
              <a:gd name="connsiteY135" fmla="*/ 2128 h 260086"/>
              <a:gd name="connsiteX136" fmla="*/ 382889 w 765852"/>
              <a:gd name="connsiteY136" fmla="*/ 166814 h 260086"/>
              <a:gd name="connsiteX137" fmla="*/ 644368 w 765852"/>
              <a:gd name="connsiteY137" fmla="*/ 197523 h 260086"/>
              <a:gd name="connsiteX138" fmla="*/ 620714 w 765852"/>
              <a:gd name="connsiteY138" fmla="*/ 259554 h 260086"/>
              <a:gd name="connsiteX139" fmla="*/ 628690 w 765852"/>
              <a:gd name="connsiteY139" fmla="*/ 259554 h 260086"/>
              <a:gd name="connsiteX140" fmla="*/ 635246 w 765852"/>
              <a:gd name="connsiteY140" fmla="*/ 242806 h 260086"/>
              <a:gd name="connsiteX141" fmla="*/ 662266 w 765852"/>
              <a:gd name="connsiteY141" fmla="*/ 242806 h 260086"/>
              <a:gd name="connsiteX142" fmla="*/ 668821 w 765852"/>
              <a:gd name="connsiteY142" fmla="*/ 259554 h 260086"/>
              <a:gd name="connsiteX143" fmla="*/ 677055 w 765852"/>
              <a:gd name="connsiteY143" fmla="*/ 259554 h 260086"/>
              <a:gd name="connsiteX144" fmla="*/ 653491 w 765852"/>
              <a:gd name="connsiteY144" fmla="*/ 197523 h 260086"/>
              <a:gd name="connsiteX145" fmla="*/ 644368 w 765852"/>
              <a:gd name="connsiteY145" fmla="*/ 197523 h 260086"/>
              <a:gd name="connsiteX146" fmla="*/ 637547 w 765852"/>
              <a:gd name="connsiteY146" fmla="*/ 235808 h 260086"/>
              <a:gd name="connsiteX147" fmla="*/ 648705 w 765852"/>
              <a:gd name="connsiteY147" fmla="*/ 205943 h 260086"/>
              <a:gd name="connsiteX148" fmla="*/ 659955 w 765852"/>
              <a:gd name="connsiteY148" fmla="*/ 235808 h 260086"/>
              <a:gd name="connsiteX149" fmla="*/ 637538 w 765852"/>
              <a:gd name="connsiteY149" fmla="*/ 235808 h 260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</a:cxnLst>
            <a:rect l="l" t="t" r="r" b="b"/>
            <a:pathLst>
              <a:path w="765852" h="260086">
                <a:moveTo>
                  <a:pt x="739575" y="143884"/>
                </a:moveTo>
                <a:cubicBezTo>
                  <a:pt x="756519" y="128906"/>
                  <a:pt x="765852" y="107425"/>
                  <a:pt x="765852" y="83403"/>
                </a:cubicBezTo>
                <a:cubicBezTo>
                  <a:pt x="765852" y="59381"/>
                  <a:pt x="756519" y="37899"/>
                  <a:pt x="739575" y="22921"/>
                </a:cubicBezTo>
                <a:cubicBezTo>
                  <a:pt x="722613" y="7925"/>
                  <a:pt x="699307" y="0"/>
                  <a:pt x="672177" y="0"/>
                </a:cubicBezTo>
                <a:cubicBezTo>
                  <a:pt x="645047" y="0"/>
                  <a:pt x="621740" y="7925"/>
                  <a:pt x="604779" y="22921"/>
                </a:cubicBezTo>
                <a:cubicBezTo>
                  <a:pt x="587835" y="37899"/>
                  <a:pt x="578501" y="59381"/>
                  <a:pt x="578501" y="83403"/>
                </a:cubicBezTo>
                <a:cubicBezTo>
                  <a:pt x="578501" y="107425"/>
                  <a:pt x="587835" y="128906"/>
                  <a:pt x="604779" y="143884"/>
                </a:cubicBezTo>
                <a:cubicBezTo>
                  <a:pt x="621740" y="158881"/>
                  <a:pt x="645047" y="166805"/>
                  <a:pt x="672177" y="166805"/>
                </a:cubicBezTo>
                <a:cubicBezTo>
                  <a:pt x="699307" y="166805"/>
                  <a:pt x="722613" y="158881"/>
                  <a:pt x="739575" y="143884"/>
                </a:cubicBezTo>
                <a:close/>
                <a:moveTo>
                  <a:pt x="604595" y="83403"/>
                </a:moveTo>
                <a:cubicBezTo>
                  <a:pt x="604595" y="66489"/>
                  <a:pt x="610821" y="52135"/>
                  <a:pt x="622611" y="41871"/>
                </a:cubicBezTo>
                <a:cubicBezTo>
                  <a:pt x="634751" y="31305"/>
                  <a:pt x="651887" y="25719"/>
                  <a:pt x="672177" y="25719"/>
                </a:cubicBezTo>
                <a:cubicBezTo>
                  <a:pt x="692467" y="25719"/>
                  <a:pt x="709603" y="31305"/>
                  <a:pt x="721742" y="41871"/>
                </a:cubicBezTo>
                <a:cubicBezTo>
                  <a:pt x="733524" y="52126"/>
                  <a:pt x="739759" y="66489"/>
                  <a:pt x="739759" y="83403"/>
                </a:cubicBezTo>
                <a:cubicBezTo>
                  <a:pt x="739759" y="100316"/>
                  <a:pt x="733533" y="114671"/>
                  <a:pt x="721742" y="124934"/>
                </a:cubicBezTo>
                <a:cubicBezTo>
                  <a:pt x="709603" y="135501"/>
                  <a:pt x="692467" y="141077"/>
                  <a:pt x="672177" y="141077"/>
                </a:cubicBezTo>
                <a:cubicBezTo>
                  <a:pt x="651887" y="141077"/>
                  <a:pt x="634741" y="135491"/>
                  <a:pt x="622611" y="124934"/>
                </a:cubicBezTo>
                <a:cubicBezTo>
                  <a:pt x="610830" y="114671"/>
                  <a:pt x="604595" y="100316"/>
                  <a:pt x="604595" y="83403"/>
                </a:cubicBezTo>
                <a:close/>
                <a:moveTo>
                  <a:pt x="238310" y="207181"/>
                </a:moveTo>
                <a:cubicBezTo>
                  <a:pt x="241556" y="205118"/>
                  <a:pt x="245306" y="204081"/>
                  <a:pt x="249560" y="204081"/>
                </a:cubicBezTo>
                <a:cubicBezTo>
                  <a:pt x="254282" y="204081"/>
                  <a:pt x="258288" y="205292"/>
                  <a:pt x="261562" y="207713"/>
                </a:cubicBezTo>
                <a:cubicBezTo>
                  <a:pt x="264835" y="210135"/>
                  <a:pt x="267035" y="213501"/>
                  <a:pt x="268163" y="217812"/>
                </a:cubicBezTo>
                <a:lnTo>
                  <a:pt x="275874" y="217812"/>
                </a:lnTo>
                <a:cubicBezTo>
                  <a:pt x="274691" y="211373"/>
                  <a:pt x="271784" y="206292"/>
                  <a:pt x="267145" y="202568"/>
                </a:cubicBezTo>
                <a:cubicBezTo>
                  <a:pt x="262506" y="198844"/>
                  <a:pt x="256766" y="196982"/>
                  <a:pt x="249917" y="196982"/>
                </a:cubicBezTo>
                <a:cubicBezTo>
                  <a:pt x="244013" y="196982"/>
                  <a:pt x="238814" y="198293"/>
                  <a:pt x="234322" y="200926"/>
                </a:cubicBezTo>
                <a:cubicBezTo>
                  <a:pt x="229838" y="203558"/>
                  <a:pt x="226382" y="207264"/>
                  <a:pt x="223961" y="212052"/>
                </a:cubicBezTo>
                <a:cubicBezTo>
                  <a:pt x="221541" y="216840"/>
                  <a:pt x="220330" y="222334"/>
                  <a:pt x="220330" y="228534"/>
                </a:cubicBezTo>
                <a:cubicBezTo>
                  <a:pt x="220330" y="234734"/>
                  <a:pt x="221541" y="240302"/>
                  <a:pt x="223961" y="245062"/>
                </a:cubicBezTo>
                <a:cubicBezTo>
                  <a:pt x="226382" y="249823"/>
                  <a:pt x="229838" y="253510"/>
                  <a:pt x="234322" y="256142"/>
                </a:cubicBezTo>
                <a:cubicBezTo>
                  <a:pt x="238805" y="258775"/>
                  <a:pt x="244004" y="260086"/>
                  <a:pt x="249917" y="260086"/>
                </a:cubicBezTo>
                <a:cubicBezTo>
                  <a:pt x="256831" y="260086"/>
                  <a:pt x="262570" y="258224"/>
                  <a:pt x="267145" y="254501"/>
                </a:cubicBezTo>
                <a:cubicBezTo>
                  <a:pt x="271720" y="250777"/>
                  <a:pt x="274599" y="245695"/>
                  <a:pt x="275782" y="239256"/>
                </a:cubicBezTo>
                <a:lnTo>
                  <a:pt x="268071" y="239256"/>
                </a:lnTo>
                <a:cubicBezTo>
                  <a:pt x="266888" y="243631"/>
                  <a:pt x="264706" y="247007"/>
                  <a:pt x="261516" y="249401"/>
                </a:cubicBezTo>
                <a:cubicBezTo>
                  <a:pt x="258325" y="251795"/>
                  <a:pt x="254337" y="252987"/>
                  <a:pt x="249560" y="252987"/>
                </a:cubicBezTo>
                <a:cubicBezTo>
                  <a:pt x="245306" y="252987"/>
                  <a:pt x="241556" y="251951"/>
                  <a:pt x="238310" y="249887"/>
                </a:cubicBezTo>
                <a:cubicBezTo>
                  <a:pt x="235064" y="247823"/>
                  <a:pt x="232561" y="244925"/>
                  <a:pt x="230828" y="241201"/>
                </a:cubicBezTo>
                <a:cubicBezTo>
                  <a:pt x="229086" y="237477"/>
                  <a:pt x="228215" y="233258"/>
                  <a:pt x="228215" y="228525"/>
                </a:cubicBezTo>
                <a:cubicBezTo>
                  <a:pt x="228215" y="223792"/>
                  <a:pt x="229086" y="219499"/>
                  <a:pt x="230828" y="215812"/>
                </a:cubicBezTo>
                <a:cubicBezTo>
                  <a:pt x="232570" y="212125"/>
                  <a:pt x="235064" y="209245"/>
                  <a:pt x="238310" y="207172"/>
                </a:cubicBezTo>
                <a:close/>
                <a:moveTo>
                  <a:pt x="335580" y="197523"/>
                </a:moveTo>
                <a:lnTo>
                  <a:pt x="311925" y="259554"/>
                </a:lnTo>
                <a:lnTo>
                  <a:pt x="319892" y="259554"/>
                </a:lnTo>
                <a:lnTo>
                  <a:pt x="326448" y="242806"/>
                </a:lnTo>
                <a:lnTo>
                  <a:pt x="353467" y="242806"/>
                </a:lnTo>
                <a:lnTo>
                  <a:pt x="360023" y="259554"/>
                </a:lnTo>
                <a:lnTo>
                  <a:pt x="368256" y="259554"/>
                </a:lnTo>
                <a:lnTo>
                  <a:pt x="344693" y="197523"/>
                </a:lnTo>
                <a:lnTo>
                  <a:pt x="335570" y="197523"/>
                </a:lnTo>
                <a:close/>
                <a:moveTo>
                  <a:pt x="328758" y="235808"/>
                </a:moveTo>
                <a:lnTo>
                  <a:pt x="339916" y="205943"/>
                </a:lnTo>
                <a:lnTo>
                  <a:pt x="351166" y="235808"/>
                </a:lnTo>
                <a:lnTo>
                  <a:pt x="328749" y="235808"/>
                </a:lnTo>
                <a:close/>
                <a:moveTo>
                  <a:pt x="725437" y="197523"/>
                </a:moveTo>
                <a:lnTo>
                  <a:pt x="717736" y="197523"/>
                </a:lnTo>
                <a:lnTo>
                  <a:pt x="717736" y="259554"/>
                </a:lnTo>
                <a:lnTo>
                  <a:pt x="753704" y="259554"/>
                </a:lnTo>
                <a:lnTo>
                  <a:pt x="753704" y="252464"/>
                </a:lnTo>
                <a:lnTo>
                  <a:pt x="725446" y="252464"/>
                </a:lnTo>
                <a:lnTo>
                  <a:pt x="725446" y="197523"/>
                </a:lnTo>
                <a:close/>
                <a:moveTo>
                  <a:pt x="250953" y="2119"/>
                </a:moveTo>
                <a:lnTo>
                  <a:pt x="225566" y="2119"/>
                </a:lnTo>
                <a:lnTo>
                  <a:pt x="225566" y="164677"/>
                </a:lnTo>
                <a:lnTo>
                  <a:pt x="250953" y="164677"/>
                </a:lnTo>
                <a:lnTo>
                  <a:pt x="250953" y="2119"/>
                </a:lnTo>
                <a:close/>
                <a:moveTo>
                  <a:pt x="80592" y="62692"/>
                </a:moveTo>
                <a:lnTo>
                  <a:pt x="80592" y="164687"/>
                </a:lnTo>
                <a:cubicBezTo>
                  <a:pt x="80592" y="164687"/>
                  <a:pt x="106732" y="164687"/>
                  <a:pt x="106732" y="164687"/>
                </a:cubicBezTo>
                <a:lnTo>
                  <a:pt x="106713" y="62692"/>
                </a:lnTo>
                <a:cubicBezTo>
                  <a:pt x="106713" y="50282"/>
                  <a:pt x="102707" y="38523"/>
                  <a:pt x="95124" y="28700"/>
                </a:cubicBezTo>
                <a:lnTo>
                  <a:pt x="93648" y="26792"/>
                </a:lnTo>
                <a:lnTo>
                  <a:pt x="92172" y="28700"/>
                </a:lnTo>
                <a:cubicBezTo>
                  <a:pt x="84589" y="38523"/>
                  <a:pt x="80583" y="50273"/>
                  <a:pt x="80583" y="62692"/>
                </a:cubicBezTo>
                <a:close/>
                <a:moveTo>
                  <a:pt x="47273" y="2119"/>
                </a:moveTo>
                <a:lnTo>
                  <a:pt x="0" y="2119"/>
                </a:lnTo>
                <a:lnTo>
                  <a:pt x="0" y="26792"/>
                </a:lnTo>
                <a:lnTo>
                  <a:pt x="93648" y="26792"/>
                </a:lnTo>
                <a:lnTo>
                  <a:pt x="91328" y="23793"/>
                </a:lnTo>
                <a:cubicBezTo>
                  <a:pt x="80693" y="10025"/>
                  <a:pt x="64629" y="2119"/>
                  <a:pt x="47273" y="2119"/>
                </a:cubicBezTo>
                <a:close/>
                <a:moveTo>
                  <a:pt x="95968" y="23793"/>
                </a:moveTo>
                <a:lnTo>
                  <a:pt x="93648" y="26792"/>
                </a:lnTo>
                <a:lnTo>
                  <a:pt x="187296" y="26792"/>
                </a:lnTo>
                <a:lnTo>
                  <a:pt x="187296" y="2119"/>
                </a:lnTo>
                <a:lnTo>
                  <a:pt x="140023" y="2119"/>
                </a:lnTo>
                <a:cubicBezTo>
                  <a:pt x="122657" y="2119"/>
                  <a:pt x="106603" y="10016"/>
                  <a:pt x="95958" y="23793"/>
                </a:cubicBezTo>
                <a:close/>
                <a:moveTo>
                  <a:pt x="514844" y="164677"/>
                </a:moveTo>
                <a:lnTo>
                  <a:pt x="540232" y="164677"/>
                </a:lnTo>
                <a:lnTo>
                  <a:pt x="540232" y="2119"/>
                </a:lnTo>
                <a:lnTo>
                  <a:pt x="514844" y="2119"/>
                </a:lnTo>
                <a:lnTo>
                  <a:pt x="514844" y="164677"/>
                </a:lnTo>
                <a:close/>
                <a:moveTo>
                  <a:pt x="495205" y="259554"/>
                </a:moveTo>
                <a:lnTo>
                  <a:pt x="502915" y="259554"/>
                </a:lnTo>
                <a:lnTo>
                  <a:pt x="502915" y="197523"/>
                </a:lnTo>
                <a:lnTo>
                  <a:pt x="495205" y="197523"/>
                </a:lnTo>
                <a:lnTo>
                  <a:pt x="495205" y="259554"/>
                </a:lnTo>
                <a:close/>
                <a:moveTo>
                  <a:pt x="544816" y="204613"/>
                </a:moveTo>
                <a:lnTo>
                  <a:pt x="564923" y="204613"/>
                </a:lnTo>
                <a:lnTo>
                  <a:pt x="564923" y="259554"/>
                </a:lnTo>
                <a:lnTo>
                  <a:pt x="572633" y="259554"/>
                </a:lnTo>
                <a:lnTo>
                  <a:pt x="572633" y="204613"/>
                </a:lnTo>
                <a:lnTo>
                  <a:pt x="592740" y="204613"/>
                </a:lnTo>
                <a:lnTo>
                  <a:pt x="592740" y="197523"/>
                </a:lnTo>
                <a:lnTo>
                  <a:pt x="544816" y="197523"/>
                </a:lnTo>
                <a:lnTo>
                  <a:pt x="544816" y="204613"/>
                </a:lnTo>
                <a:close/>
                <a:moveTo>
                  <a:pt x="287389" y="2119"/>
                </a:moveTo>
                <a:cubicBezTo>
                  <a:pt x="287389" y="2119"/>
                  <a:pt x="335680" y="117220"/>
                  <a:pt x="345234" y="140105"/>
                </a:cubicBezTo>
                <a:cubicBezTo>
                  <a:pt x="356374" y="166796"/>
                  <a:pt x="374464" y="166796"/>
                  <a:pt x="381413" y="166796"/>
                </a:cubicBezTo>
                <a:lnTo>
                  <a:pt x="382899" y="166796"/>
                </a:lnTo>
                <a:lnTo>
                  <a:pt x="316692" y="2119"/>
                </a:lnTo>
                <a:lnTo>
                  <a:pt x="287389" y="2119"/>
                </a:lnTo>
                <a:close/>
                <a:moveTo>
                  <a:pt x="443549" y="199871"/>
                </a:moveTo>
                <a:cubicBezTo>
                  <a:pt x="440413" y="198303"/>
                  <a:pt x="436819" y="197523"/>
                  <a:pt x="432739" y="197523"/>
                </a:cubicBezTo>
                <a:lnTo>
                  <a:pt x="408910" y="197523"/>
                </a:lnTo>
                <a:lnTo>
                  <a:pt x="408910" y="259554"/>
                </a:lnTo>
                <a:lnTo>
                  <a:pt x="416621" y="259554"/>
                </a:lnTo>
                <a:lnTo>
                  <a:pt x="416621" y="235716"/>
                </a:lnTo>
                <a:lnTo>
                  <a:pt x="432748" y="235716"/>
                </a:lnTo>
                <a:cubicBezTo>
                  <a:pt x="436819" y="235716"/>
                  <a:pt x="440413" y="234936"/>
                  <a:pt x="443512" y="233368"/>
                </a:cubicBezTo>
                <a:cubicBezTo>
                  <a:pt x="446611" y="231799"/>
                  <a:pt x="449013" y="229571"/>
                  <a:pt x="450728" y="226681"/>
                </a:cubicBezTo>
                <a:cubicBezTo>
                  <a:pt x="452442" y="223783"/>
                  <a:pt x="453295" y="220417"/>
                  <a:pt x="453295" y="216583"/>
                </a:cubicBezTo>
                <a:cubicBezTo>
                  <a:pt x="453295" y="212749"/>
                  <a:pt x="452452" y="209392"/>
                  <a:pt x="450774" y="206521"/>
                </a:cubicBezTo>
                <a:cubicBezTo>
                  <a:pt x="449087" y="203659"/>
                  <a:pt x="446685" y="201439"/>
                  <a:pt x="443558" y="199871"/>
                </a:cubicBezTo>
                <a:close/>
                <a:moveTo>
                  <a:pt x="441779" y="225351"/>
                </a:moveTo>
                <a:cubicBezTo>
                  <a:pt x="439359" y="227534"/>
                  <a:pt x="436113" y="228635"/>
                  <a:pt x="432033" y="228635"/>
                </a:cubicBezTo>
                <a:lnTo>
                  <a:pt x="416621" y="228635"/>
                </a:lnTo>
                <a:lnTo>
                  <a:pt x="416621" y="204622"/>
                </a:lnTo>
                <a:lnTo>
                  <a:pt x="432125" y="204622"/>
                </a:lnTo>
                <a:cubicBezTo>
                  <a:pt x="436196" y="204622"/>
                  <a:pt x="439432" y="205705"/>
                  <a:pt x="441825" y="207860"/>
                </a:cubicBezTo>
                <a:cubicBezTo>
                  <a:pt x="444218" y="210015"/>
                  <a:pt x="445410" y="212923"/>
                  <a:pt x="445410" y="216592"/>
                </a:cubicBezTo>
                <a:cubicBezTo>
                  <a:pt x="445410" y="220261"/>
                  <a:pt x="444200" y="223178"/>
                  <a:pt x="441779" y="225361"/>
                </a:cubicBezTo>
                <a:close/>
                <a:moveTo>
                  <a:pt x="382889" y="166805"/>
                </a:moveTo>
                <a:lnTo>
                  <a:pt x="384375" y="166805"/>
                </a:lnTo>
                <a:cubicBezTo>
                  <a:pt x="391334" y="166805"/>
                  <a:pt x="409423" y="166805"/>
                  <a:pt x="420554" y="140114"/>
                </a:cubicBezTo>
                <a:cubicBezTo>
                  <a:pt x="430099" y="117230"/>
                  <a:pt x="478399" y="2128"/>
                  <a:pt x="478399" y="2128"/>
                </a:cubicBezTo>
                <a:lnTo>
                  <a:pt x="449096" y="2128"/>
                </a:lnTo>
                <a:lnTo>
                  <a:pt x="382889" y="166814"/>
                </a:lnTo>
                <a:close/>
                <a:moveTo>
                  <a:pt x="644368" y="197523"/>
                </a:moveTo>
                <a:lnTo>
                  <a:pt x="620714" y="259554"/>
                </a:lnTo>
                <a:lnTo>
                  <a:pt x="628690" y="259554"/>
                </a:lnTo>
                <a:lnTo>
                  <a:pt x="635246" y="242806"/>
                </a:lnTo>
                <a:lnTo>
                  <a:pt x="662266" y="242806"/>
                </a:lnTo>
                <a:lnTo>
                  <a:pt x="668821" y="259554"/>
                </a:lnTo>
                <a:lnTo>
                  <a:pt x="677055" y="259554"/>
                </a:lnTo>
                <a:lnTo>
                  <a:pt x="653491" y="197523"/>
                </a:lnTo>
                <a:lnTo>
                  <a:pt x="644368" y="197523"/>
                </a:lnTo>
                <a:close/>
                <a:moveTo>
                  <a:pt x="637547" y="235808"/>
                </a:moveTo>
                <a:lnTo>
                  <a:pt x="648705" y="205943"/>
                </a:lnTo>
                <a:lnTo>
                  <a:pt x="659955" y="235808"/>
                </a:lnTo>
                <a:lnTo>
                  <a:pt x="637538" y="235808"/>
                </a:lnTo>
                <a:close/>
              </a:path>
            </a:pathLst>
          </a:custGeom>
          <a:solidFill>
            <a:schemeClr val="bg1"/>
          </a:solidFill>
          <a:ln w="1061" cap="flat">
            <a:noFill/>
            <a:prstDash val="solid"/>
            <a:miter/>
          </a:ln>
        </p:spPr>
        <p:txBody>
          <a:bodyPr rtlCol="0" anchor="ctr"/>
          <a:lstStyle/>
          <a:p>
            <a:endParaRPr lang="pt-BR">
              <a:solidFill>
                <a:schemeClr val="bg1"/>
              </a:solidFill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1E210A61-F7AF-5C56-9539-494DD44ED880}"/>
              </a:ext>
            </a:extLst>
          </p:cNvPr>
          <p:cNvCxnSpPr/>
          <p:nvPr userDrawn="1"/>
        </p:nvCxnSpPr>
        <p:spPr>
          <a:xfrm>
            <a:off x="334963" y="185353"/>
            <a:ext cx="10415415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" name="Group 9">
            <a:extLst>
              <a:ext uri="{FF2B5EF4-FFF2-40B4-BE49-F238E27FC236}">
                <a16:creationId xmlns:a16="http://schemas.microsoft.com/office/drawing/2014/main" id="{5752AA87-E9EF-F9C3-D180-0D695337BC25}"/>
              </a:ext>
            </a:extLst>
          </p:cNvPr>
          <p:cNvGrpSpPr/>
          <p:nvPr userDrawn="1"/>
        </p:nvGrpSpPr>
        <p:grpSpPr>
          <a:xfrm flipV="1">
            <a:off x="12099285" y="0"/>
            <a:ext cx="91438" cy="1832748"/>
            <a:chOff x="120125" y="5025253"/>
            <a:chExt cx="91438" cy="1832748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7E05AB66-66BE-D764-AEA7-119CD2ED8298}"/>
                </a:ext>
              </a:extLst>
            </p:cNvPr>
            <p:cNvSpPr/>
            <p:nvPr userDrawn="1"/>
          </p:nvSpPr>
          <p:spPr>
            <a:xfrm rot="16200000" flipV="1">
              <a:off x="-773389" y="5918767"/>
              <a:ext cx="1832748" cy="45719"/>
            </a:xfrm>
            <a:prstGeom prst="rect">
              <a:avLst/>
            </a:prstGeom>
            <a:gradFill>
              <a:gsLst>
                <a:gs pos="0">
                  <a:schemeClr val="accent3">
                    <a:lumMod val="50000"/>
                  </a:schemeClr>
                </a:gs>
                <a:gs pos="50000">
                  <a:schemeClr val="accent3">
                    <a:lumMod val="60000"/>
                    <a:lumOff val="4000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27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25A8B063-3DCC-1280-CEC3-7512BA9DF746}"/>
                </a:ext>
              </a:extLst>
            </p:cNvPr>
            <p:cNvSpPr/>
            <p:nvPr userDrawn="1"/>
          </p:nvSpPr>
          <p:spPr>
            <a:xfrm rot="16200000" flipV="1">
              <a:off x="-727670" y="5918767"/>
              <a:ext cx="1832748" cy="45719"/>
            </a:xfrm>
            <a:prstGeom prst="rect">
              <a:avLst/>
            </a:prstGeom>
            <a:gradFill>
              <a:gsLst>
                <a:gs pos="0">
                  <a:schemeClr val="accent1"/>
                </a:gs>
                <a:gs pos="50000">
                  <a:schemeClr val="accent2"/>
                </a:gs>
                <a:gs pos="100000">
                  <a:schemeClr val="bg1">
                    <a:alpha val="0"/>
                  </a:schemeClr>
                </a:gs>
              </a:gsLst>
              <a:lin ang="27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</p:spTree>
    <p:extLst>
      <p:ext uri="{BB962C8B-B14F-4D97-AF65-F5344CB8AC3E}">
        <p14:creationId xmlns:p14="http://schemas.microsoft.com/office/powerpoint/2010/main" val="111366768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469">
          <p15:clr>
            <a:srgbClr val="FBAE40"/>
          </p15:clr>
        </p15:guide>
        <p15:guide id="2" orient="horz" pos="3974">
          <p15:clr>
            <a:srgbClr val="FBAE40"/>
          </p15:clr>
        </p15:guide>
        <p15:guide id="3" orient="horz" pos="232">
          <p15:clr>
            <a:srgbClr val="FBAE40"/>
          </p15:clr>
        </p15:guide>
        <p15:guide id="4" pos="211">
          <p15:clr>
            <a:srgbClr val="FBAE40"/>
          </p15:clr>
        </p15:guide>
        <p15:guide id="5" orient="horz" pos="4065">
          <p15:clr>
            <a:srgbClr val="FBAE40"/>
          </p15:clr>
        </p15:guide>
        <p15:guide id="6" orient="horz" pos="799">
          <p15:clr>
            <a:srgbClr val="FBAE40"/>
          </p15:clr>
        </p15:guide>
        <p15:guide id="7" orient="horz" pos="935">
          <p15:clr>
            <a:srgbClr val="FBAE40"/>
          </p15:clr>
        </p15:guide>
      </p15:sldGuideLst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| 1 linha - High Yield">
    <p:bg>
      <p:bgPr>
        <a:gradFill>
          <a:gsLst>
            <a:gs pos="81000">
              <a:schemeClr val="tx1">
                <a:lumMod val="85000"/>
                <a:lumOff val="15000"/>
              </a:schemeClr>
            </a:gs>
            <a:gs pos="100000">
              <a:schemeClr val="tx1">
                <a:lumMod val="95000"/>
                <a:lumOff val="5000"/>
              </a:schemeClr>
            </a:gs>
            <a:gs pos="0">
              <a:schemeClr val="accent5"/>
            </a:gs>
          </a:gsLst>
          <a:lin ang="7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132BCE3-A04F-8602-64F7-7623C7EAF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61763" y="6482556"/>
            <a:ext cx="295275" cy="1692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 sz="1100">
                <a:solidFill>
                  <a:schemeClr val="bg1"/>
                </a:solidFill>
                <a:latin typeface="Versos" panose="020B0503020204030204" pitchFamily="34" charset="0"/>
                <a:cs typeface="Versos" panose="020B0503020204030204" pitchFamily="34" charset="0"/>
              </a:defRPr>
            </a:lvl1pPr>
          </a:lstStyle>
          <a:p>
            <a:fld id="{77667D73-C69A-4DAA-9003-24A825D36FE9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B13D7C-5A47-B0DF-B518-26E79F5D2DB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63" y="368300"/>
            <a:ext cx="10183813" cy="4308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err="1"/>
              <a:t>Título</a:t>
            </a:r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401465E-A8CD-A3BA-BE2A-9597492FDC6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4963" y="6482556"/>
            <a:ext cx="10980000" cy="138499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900">
                <a:latin typeface="Versos Light" panose="020B0403020204030204" pitchFamily="34" charset="0"/>
              </a:defRPr>
            </a:lvl2pPr>
            <a:lvl3pPr>
              <a:defRPr sz="900">
                <a:latin typeface="Versos Light" panose="020B0403020204030204" pitchFamily="34" charset="0"/>
              </a:defRPr>
            </a:lvl3pPr>
            <a:lvl4pPr>
              <a:defRPr sz="900">
                <a:latin typeface="Versos Light" panose="020B0403020204030204" pitchFamily="34" charset="0"/>
              </a:defRPr>
            </a:lvl4pPr>
            <a:lvl5pPr>
              <a:defRPr sz="900">
                <a:latin typeface="Versos Light" panose="020B0403020204030204" pitchFamily="34" charset="0"/>
              </a:defRPr>
            </a:lvl5pPr>
          </a:lstStyle>
          <a:p>
            <a:pPr lvl="0"/>
            <a:r>
              <a:rPr lang="en-US"/>
              <a:t>Fonte:</a:t>
            </a:r>
            <a:endParaRPr lang="pt-BR"/>
          </a:p>
        </p:txBody>
      </p:sp>
      <p:sp>
        <p:nvSpPr>
          <p:cNvPr id="12" name="Text Placeholder 8">
            <a:extLst>
              <a:ext uri="{FF2B5EF4-FFF2-40B4-BE49-F238E27FC236}">
                <a16:creationId xmlns:a16="http://schemas.microsoft.com/office/drawing/2014/main" id="{7A7A9582-3614-801A-785B-273FCD3E092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34963" y="1949413"/>
            <a:ext cx="11522075" cy="435931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7F86D482-580C-D22A-58CC-10B9C4F7EDD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34962" y="1518527"/>
            <a:ext cx="11522585" cy="21544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Picture 8">
            <a:extLst>
              <a:ext uri="{FF2B5EF4-FFF2-40B4-BE49-F238E27FC236}">
                <a16:creationId xmlns:a16="http://schemas.microsoft.com/office/drawing/2014/main" id="{57BCE67C-64C7-2D0C-0DC2-7A4B4CC314E0}"/>
              </a:ext>
            </a:extLst>
          </p:cNvPr>
          <p:cNvSpPr/>
          <p:nvPr userDrawn="1"/>
        </p:nvSpPr>
        <p:spPr>
          <a:xfrm>
            <a:off x="11091186" y="377178"/>
            <a:ext cx="765852" cy="260086"/>
          </a:xfrm>
          <a:custGeom>
            <a:avLst/>
            <a:gdLst>
              <a:gd name="connsiteX0" fmla="*/ 739575 w 765852"/>
              <a:gd name="connsiteY0" fmla="*/ 143884 h 260086"/>
              <a:gd name="connsiteX1" fmla="*/ 765852 w 765852"/>
              <a:gd name="connsiteY1" fmla="*/ 83403 h 260086"/>
              <a:gd name="connsiteX2" fmla="*/ 739575 w 765852"/>
              <a:gd name="connsiteY2" fmla="*/ 22921 h 260086"/>
              <a:gd name="connsiteX3" fmla="*/ 672177 w 765852"/>
              <a:gd name="connsiteY3" fmla="*/ 0 h 260086"/>
              <a:gd name="connsiteX4" fmla="*/ 604779 w 765852"/>
              <a:gd name="connsiteY4" fmla="*/ 22921 h 260086"/>
              <a:gd name="connsiteX5" fmla="*/ 578501 w 765852"/>
              <a:gd name="connsiteY5" fmla="*/ 83403 h 260086"/>
              <a:gd name="connsiteX6" fmla="*/ 604779 w 765852"/>
              <a:gd name="connsiteY6" fmla="*/ 143884 h 260086"/>
              <a:gd name="connsiteX7" fmla="*/ 672177 w 765852"/>
              <a:gd name="connsiteY7" fmla="*/ 166805 h 260086"/>
              <a:gd name="connsiteX8" fmla="*/ 739575 w 765852"/>
              <a:gd name="connsiteY8" fmla="*/ 143884 h 260086"/>
              <a:gd name="connsiteX9" fmla="*/ 604595 w 765852"/>
              <a:gd name="connsiteY9" fmla="*/ 83403 h 260086"/>
              <a:gd name="connsiteX10" fmla="*/ 622611 w 765852"/>
              <a:gd name="connsiteY10" fmla="*/ 41871 h 260086"/>
              <a:gd name="connsiteX11" fmla="*/ 672177 w 765852"/>
              <a:gd name="connsiteY11" fmla="*/ 25719 h 260086"/>
              <a:gd name="connsiteX12" fmla="*/ 721742 w 765852"/>
              <a:gd name="connsiteY12" fmla="*/ 41871 h 260086"/>
              <a:gd name="connsiteX13" fmla="*/ 739759 w 765852"/>
              <a:gd name="connsiteY13" fmla="*/ 83403 h 260086"/>
              <a:gd name="connsiteX14" fmla="*/ 721742 w 765852"/>
              <a:gd name="connsiteY14" fmla="*/ 124934 h 260086"/>
              <a:gd name="connsiteX15" fmla="*/ 672177 w 765852"/>
              <a:gd name="connsiteY15" fmla="*/ 141077 h 260086"/>
              <a:gd name="connsiteX16" fmla="*/ 622611 w 765852"/>
              <a:gd name="connsiteY16" fmla="*/ 124934 h 260086"/>
              <a:gd name="connsiteX17" fmla="*/ 604595 w 765852"/>
              <a:gd name="connsiteY17" fmla="*/ 83403 h 260086"/>
              <a:gd name="connsiteX18" fmla="*/ 238310 w 765852"/>
              <a:gd name="connsiteY18" fmla="*/ 207181 h 260086"/>
              <a:gd name="connsiteX19" fmla="*/ 249560 w 765852"/>
              <a:gd name="connsiteY19" fmla="*/ 204081 h 260086"/>
              <a:gd name="connsiteX20" fmla="*/ 261562 w 765852"/>
              <a:gd name="connsiteY20" fmla="*/ 207713 h 260086"/>
              <a:gd name="connsiteX21" fmla="*/ 268163 w 765852"/>
              <a:gd name="connsiteY21" fmla="*/ 217812 h 260086"/>
              <a:gd name="connsiteX22" fmla="*/ 275874 w 765852"/>
              <a:gd name="connsiteY22" fmla="*/ 217812 h 260086"/>
              <a:gd name="connsiteX23" fmla="*/ 267145 w 765852"/>
              <a:gd name="connsiteY23" fmla="*/ 202568 h 260086"/>
              <a:gd name="connsiteX24" fmla="*/ 249917 w 765852"/>
              <a:gd name="connsiteY24" fmla="*/ 196982 h 260086"/>
              <a:gd name="connsiteX25" fmla="*/ 234322 w 765852"/>
              <a:gd name="connsiteY25" fmla="*/ 200926 h 260086"/>
              <a:gd name="connsiteX26" fmla="*/ 223961 w 765852"/>
              <a:gd name="connsiteY26" fmla="*/ 212052 h 260086"/>
              <a:gd name="connsiteX27" fmla="*/ 220330 w 765852"/>
              <a:gd name="connsiteY27" fmla="*/ 228534 h 260086"/>
              <a:gd name="connsiteX28" fmla="*/ 223961 w 765852"/>
              <a:gd name="connsiteY28" fmla="*/ 245062 h 260086"/>
              <a:gd name="connsiteX29" fmla="*/ 234322 w 765852"/>
              <a:gd name="connsiteY29" fmla="*/ 256142 h 260086"/>
              <a:gd name="connsiteX30" fmla="*/ 249917 w 765852"/>
              <a:gd name="connsiteY30" fmla="*/ 260086 h 260086"/>
              <a:gd name="connsiteX31" fmla="*/ 267145 w 765852"/>
              <a:gd name="connsiteY31" fmla="*/ 254501 h 260086"/>
              <a:gd name="connsiteX32" fmla="*/ 275782 w 765852"/>
              <a:gd name="connsiteY32" fmla="*/ 239256 h 260086"/>
              <a:gd name="connsiteX33" fmla="*/ 268071 w 765852"/>
              <a:gd name="connsiteY33" fmla="*/ 239256 h 260086"/>
              <a:gd name="connsiteX34" fmla="*/ 261516 w 765852"/>
              <a:gd name="connsiteY34" fmla="*/ 249401 h 260086"/>
              <a:gd name="connsiteX35" fmla="*/ 249560 w 765852"/>
              <a:gd name="connsiteY35" fmla="*/ 252987 h 260086"/>
              <a:gd name="connsiteX36" fmla="*/ 238310 w 765852"/>
              <a:gd name="connsiteY36" fmla="*/ 249887 h 260086"/>
              <a:gd name="connsiteX37" fmla="*/ 230828 w 765852"/>
              <a:gd name="connsiteY37" fmla="*/ 241201 h 260086"/>
              <a:gd name="connsiteX38" fmla="*/ 228215 w 765852"/>
              <a:gd name="connsiteY38" fmla="*/ 228525 h 260086"/>
              <a:gd name="connsiteX39" fmla="*/ 230828 w 765852"/>
              <a:gd name="connsiteY39" fmla="*/ 215812 h 260086"/>
              <a:gd name="connsiteX40" fmla="*/ 238310 w 765852"/>
              <a:gd name="connsiteY40" fmla="*/ 207172 h 260086"/>
              <a:gd name="connsiteX41" fmla="*/ 335580 w 765852"/>
              <a:gd name="connsiteY41" fmla="*/ 197523 h 260086"/>
              <a:gd name="connsiteX42" fmla="*/ 311925 w 765852"/>
              <a:gd name="connsiteY42" fmla="*/ 259554 h 260086"/>
              <a:gd name="connsiteX43" fmla="*/ 319892 w 765852"/>
              <a:gd name="connsiteY43" fmla="*/ 259554 h 260086"/>
              <a:gd name="connsiteX44" fmla="*/ 326448 w 765852"/>
              <a:gd name="connsiteY44" fmla="*/ 242806 h 260086"/>
              <a:gd name="connsiteX45" fmla="*/ 353467 w 765852"/>
              <a:gd name="connsiteY45" fmla="*/ 242806 h 260086"/>
              <a:gd name="connsiteX46" fmla="*/ 360023 w 765852"/>
              <a:gd name="connsiteY46" fmla="*/ 259554 h 260086"/>
              <a:gd name="connsiteX47" fmla="*/ 368256 w 765852"/>
              <a:gd name="connsiteY47" fmla="*/ 259554 h 260086"/>
              <a:gd name="connsiteX48" fmla="*/ 344693 w 765852"/>
              <a:gd name="connsiteY48" fmla="*/ 197523 h 260086"/>
              <a:gd name="connsiteX49" fmla="*/ 335570 w 765852"/>
              <a:gd name="connsiteY49" fmla="*/ 197523 h 260086"/>
              <a:gd name="connsiteX50" fmla="*/ 328758 w 765852"/>
              <a:gd name="connsiteY50" fmla="*/ 235808 h 260086"/>
              <a:gd name="connsiteX51" fmla="*/ 339916 w 765852"/>
              <a:gd name="connsiteY51" fmla="*/ 205943 h 260086"/>
              <a:gd name="connsiteX52" fmla="*/ 351166 w 765852"/>
              <a:gd name="connsiteY52" fmla="*/ 235808 h 260086"/>
              <a:gd name="connsiteX53" fmla="*/ 328749 w 765852"/>
              <a:gd name="connsiteY53" fmla="*/ 235808 h 260086"/>
              <a:gd name="connsiteX54" fmla="*/ 725437 w 765852"/>
              <a:gd name="connsiteY54" fmla="*/ 197523 h 260086"/>
              <a:gd name="connsiteX55" fmla="*/ 717736 w 765852"/>
              <a:gd name="connsiteY55" fmla="*/ 197523 h 260086"/>
              <a:gd name="connsiteX56" fmla="*/ 717736 w 765852"/>
              <a:gd name="connsiteY56" fmla="*/ 259554 h 260086"/>
              <a:gd name="connsiteX57" fmla="*/ 753704 w 765852"/>
              <a:gd name="connsiteY57" fmla="*/ 259554 h 260086"/>
              <a:gd name="connsiteX58" fmla="*/ 753704 w 765852"/>
              <a:gd name="connsiteY58" fmla="*/ 252464 h 260086"/>
              <a:gd name="connsiteX59" fmla="*/ 725446 w 765852"/>
              <a:gd name="connsiteY59" fmla="*/ 252464 h 260086"/>
              <a:gd name="connsiteX60" fmla="*/ 725446 w 765852"/>
              <a:gd name="connsiteY60" fmla="*/ 197523 h 260086"/>
              <a:gd name="connsiteX61" fmla="*/ 250953 w 765852"/>
              <a:gd name="connsiteY61" fmla="*/ 2119 h 260086"/>
              <a:gd name="connsiteX62" fmla="*/ 225566 w 765852"/>
              <a:gd name="connsiteY62" fmla="*/ 2119 h 260086"/>
              <a:gd name="connsiteX63" fmla="*/ 225566 w 765852"/>
              <a:gd name="connsiteY63" fmla="*/ 164677 h 260086"/>
              <a:gd name="connsiteX64" fmla="*/ 250953 w 765852"/>
              <a:gd name="connsiteY64" fmla="*/ 164677 h 260086"/>
              <a:gd name="connsiteX65" fmla="*/ 250953 w 765852"/>
              <a:gd name="connsiteY65" fmla="*/ 2119 h 260086"/>
              <a:gd name="connsiteX66" fmla="*/ 80592 w 765852"/>
              <a:gd name="connsiteY66" fmla="*/ 62692 h 260086"/>
              <a:gd name="connsiteX67" fmla="*/ 80592 w 765852"/>
              <a:gd name="connsiteY67" fmla="*/ 164687 h 260086"/>
              <a:gd name="connsiteX68" fmla="*/ 106732 w 765852"/>
              <a:gd name="connsiteY68" fmla="*/ 164687 h 260086"/>
              <a:gd name="connsiteX69" fmla="*/ 106713 w 765852"/>
              <a:gd name="connsiteY69" fmla="*/ 62692 h 260086"/>
              <a:gd name="connsiteX70" fmla="*/ 95124 w 765852"/>
              <a:gd name="connsiteY70" fmla="*/ 28700 h 260086"/>
              <a:gd name="connsiteX71" fmla="*/ 93648 w 765852"/>
              <a:gd name="connsiteY71" fmla="*/ 26792 h 260086"/>
              <a:gd name="connsiteX72" fmla="*/ 92172 w 765852"/>
              <a:gd name="connsiteY72" fmla="*/ 28700 h 260086"/>
              <a:gd name="connsiteX73" fmla="*/ 80583 w 765852"/>
              <a:gd name="connsiteY73" fmla="*/ 62692 h 260086"/>
              <a:gd name="connsiteX74" fmla="*/ 47273 w 765852"/>
              <a:gd name="connsiteY74" fmla="*/ 2119 h 260086"/>
              <a:gd name="connsiteX75" fmla="*/ 0 w 765852"/>
              <a:gd name="connsiteY75" fmla="*/ 2119 h 260086"/>
              <a:gd name="connsiteX76" fmla="*/ 0 w 765852"/>
              <a:gd name="connsiteY76" fmla="*/ 26792 h 260086"/>
              <a:gd name="connsiteX77" fmla="*/ 93648 w 765852"/>
              <a:gd name="connsiteY77" fmla="*/ 26792 h 260086"/>
              <a:gd name="connsiteX78" fmla="*/ 91328 w 765852"/>
              <a:gd name="connsiteY78" fmla="*/ 23793 h 260086"/>
              <a:gd name="connsiteX79" fmla="*/ 47273 w 765852"/>
              <a:gd name="connsiteY79" fmla="*/ 2119 h 260086"/>
              <a:gd name="connsiteX80" fmla="*/ 95968 w 765852"/>
              <a:gd name="connsiteY80" fmla="*/ 23793 h 260086"/>
              <a:gd name="connsiteX81" fmla="*/ 93648 w 765852"/>
              <a:gd name="connsiteY81" fmla="*/ 26792 h 260086"/>
              <a:gd name="connsiteX82" fmla="*/ 187296 w 765852"/>
              <a:gd name="connsiteY82" fmla="*/ 26792 h 260086"/>
              <a:gd name="connsiteX83" fmla="*/ 187296 w 765852"/>
              <a:gd name="connsiteY83" fmla="*/ 2119 h 260086"/>
              <a:gd name="connsiteX84" fmla="*/ 140023 w 765852"/>
              <a:gd name="connsiteY84" fmla="*/ 2119 h 260086"/>
              <a:gd name="connsiteX85" fmla="*/ 95958 w 765852"/>
              <a:gd name="connsiteY85" fmla="*/ 23793 h 260086"/>
              <a:gd name="connsiteX86" fmla="*/ 514844 w 765852"/>
              <a:gd name="connsiteY86" fmla="*/ 164677 h 260086"/>
              <a:gd name="connsiteX87" fmla="*/ 540232 w 765852"/>
              <a:gd name="connsiteY87" fmla="*/ 164677 h 260086"/>
              <a:gd name="connsiteX88" fmla="*/ 540232 w 765852"/>
              <a:gd name="connsiteY88" fmla="*/ 2119 h 260086"/>
              <a:gd name="connsiteX89" fmla="*/ 514844 w 765852"/>
              <a:gd name="connsiteY89" fmla="*/ 2119 h 260086"/>
              <a:gd name="connsiteX90" fmla="*/ 514844 w 765852"/>
              <a:gd name="connsiteY90" fmla="*/ 164677 h 260086"/>
              <a:gd name="connsiteX91" fmla="*/ 495205 w 765852"/>
              <a:gd name="connsiteY91" fmla="*/ 259554 h 260086"/>
              <a:gd name="connsiteX92" fmla="*/ 502915 w 765852"/>
              <a:gd name="connsiteY92" fmla="*/ 259554 h 260086"/>
              <a:gd name="connsiteX93" fmla="*/ 502915 w 765852"/>
              <a:gd name="connsiteY93" fmla="*/ 197523 h 260086"/>
              <a:gd name="connsiteX94" fmla="*/ 495205 w 765852"/>
              <a:gd name="connsiteY94" fmla="*/ 197523 h 260086"/>
              <a:gd name="connsiteX95" fmla="*/ 495205 w 765852"/>
              <a:gd name="connsiteY95" fmla="*/ 259554 h 260086"/>
              <a:gd name="connsiteX96" fmla="*/ 544816 w 765852"/>
              <a:gd name="connsiteY96" fmla="*/ 204613 h 260086"/>
              <a:gd name="connsiteX97" fmla="*/ 564923 w 765852"/>
              <a:gd name="connsiteY97" fmla="*/ 204613 h 260086"/>
              <a:gd name="connsiteX98" fmla="*/ 564923 w 765852"/>
              <a:gd name="connsiteY98" fmla="*/ 259554 h 260086"/>
              <a:gd name="connsiteX99" fmla="*/ 572633 w 765852"/>
              <a:gd name="connsiteY99" fmla="*/ 259554 h 260086"/>
              <a:gd name="connsiteX100" fmla="*/ 572633 w 765852"/>
              <a:gd name="connsiteY100" fmla="*/ 204613 h 260086"/>
              <a:gd name="connsiteX101" fmla="*/ 592740 w 765852"/>
              <a:gd name="connsiteY101" fmla="*/ 204613 h 260086"/>
              <a:gd name="connsiteX102" fmla="*/ 592740 w 765852"/>
              <a:gd name="connsiteY102" fmla="*/ 197523 h 260086"/>
              <a:gd name="connsiteX103" fmla="*/ 544816 w 765852"/>
              <a:gd name="connsiteY103" fmla="*/ 197523 h 260086"/>
              <a:gd name="connsiteX104" fmla="*/ 544816 w 765852"/>
              <a:gd name="connsiteY104" fmla="*/ 204613 h 260086"/>
              <a:gd name="connsiteX105" fmla="*/ 287389 w 765852"/>
              <a:gd name="connsiteY105" fmla="*/ 2119 h 260086"/>
              <a:gd name="connsiteX106" fmla="*/ 345234 w 765852"/>
              <a:gd name="connsiteY106" fmla="*/ 140105 h 260086"/>
              <a:gd name="connsiteX107" fmla="*/ 381413 w 765852"/>
              <a:gd name="connsiteY107" fmla="*/ 166796 h 260086"/>
              <a:gd name="connsiteX108" fmla="*/ 382899 w 765852"/>
              <a:gd name="connsiteY108" fmla="*/ 166796 h 260086"/>
              <a:gd name="connsiteX109" fmla="*/ 316692 w 765852"/>
              <a:gd name="connsiteY109" fmla="*/ 2119 h 260086"/>
              <a:gd name="connsiteX110" fmla="*/ 287389 w 765852"/>
              <a:gd name="connsiteY110" fmla="*/ 2119 h 260086"/>
              <a:gd name="connsiteX111" fmla="*/ 443549 w 765852"/>
              <a:gd name="connsiteY111" fmla="*/ 199871 h 260086"/>
              <a:gd name="connsiteX112" fmla="*/ 432739 w 765852"/>
              <a:gd name="connsiteY112" fmla="*/ 197523 h 260086"/>
              <a:gd name="connsiteX113" fmla="*/ 408910 w 765852"/>
              <a:gd name="connsiteY113" fmla="*/ 197523 h 260086"/>
              <a:gd name="connsiteX114" fmla="*/ 408910 w 765852"/>
              <a:gd name="connsiteY114" fmla="*/ 259554 h 260086"/>
              <a:gd name="connsiteX115" fmla="*/ 416621 w 765852"/>
              <a:gd name="connsiteY115" fmla="*/ 259554 h 260086"/>
              <a:gd name="connsiteX116" fmla="*/ 416621 w 765852"/>
              <a:gd name="connsiteY116" fmla="*/ 235716 h 260086"/>
              <a:gd name="connsiteX117" fmla="*/ 432748 w 765852"/>
              <a:gd name="connsiteY117" fmla="*/ 235716 h 260086"/>
              <a:gd name="connsiteX118" fmla="*/ 443512 w 765852"/>
              <a:gd name="connsiteY118" fmla="*/ 233368 h 260086"/>
              <a:gd name="connsiteX119" fmla="*/ 450728 w 765852"/>
              <a:gd name="connsiteY119" fmla="*/ 226681 h 260086"/>
              <a:gd name="connsiteX120" fmla="*/ 453295 w 765852"/>
              <a:gd name="connsiteY120" fmla="*/ 216583 h 260086"/>
              <a:gd name="connsiteX121" fmla="*/ 450774 w 765852"/>
              <a:gd name="connsiteY121" fmla="*/ 206521 h 260086"/>
              <a:gd name="connsiteX122" fmla="*/ 443558 w 765852"/>
              <a:gd name="connsiteY122" fmla="*/ 199871 h 260086"/>
              <a:gd name="connsiteX123" fmla="*/ 441779 w 765852"/>
              <a:gd name="connsiteY123" fmla="*/ 225351 h 260086"/>
              <a:gd name="connsiteX124" fmla="*/ 432033 w 765852"/>
              <a:gd name="connsiteY124" fmla="*/ 228635 h 260086"/>
              <a:gd name="connsiteX125" fmla="*/ 416621 w 765852"/>
              <a:gd name="connsiteY125" fmla="*/ 228635 h 260086"/>
              <a:gd name="connsiteX126" fmla="*/ 416621 w 765852"/>
              <a:gd name="connsiteY126" fmla="*/ 204622 h 260086"/>
              <a:gd name="connsiteX127" fmla="*/ 432125 w 765852"/>
              <a:gd name="connsiteY127" fmla="*/ 204622 h 260086"/>
              <a:gd name="connsiteX128" fmla="*/ 441825 w 765852"/>
              <a:gd name="connsiteY128" fmla="*/ 207860 h 260086"/>
              <a:gd name="connsiteX129" fmla="*/ 445410 w 765852"/>
              <a:gd name="connsiteY129" fmla="*/ 216592 h 260086"/>
              <a:gd name="connsiteX130" fmla="*/ 441779 w 765852"/>
              <a:gd name="connsiteY130" fmla="*/ 225361 h 260086"/>
              <a:gd name="connsiteX131" fmla="*/ 382889 w 765852"/>
              <a:gd name="connsiteY131" fmla="*/ 166805 h 260086"/>
              <a:gd name="connsiteX132" fmla="*/ 384375 w 765852"/>
              <a:gd name="connsiteY132" fmla="*/ 166805 h 260086"/>
              <a:gd name="connsiteX133" fmla="*/ 420554 w 765852"/>
              <a:gd name="connsiteY133" fmla="*/ 140114 h 260086"/>
              <a:gd name="connsiteX134" fmla="*/ 478399 w 765852"/>
              <a:gd name="connsiteY134" fmla="*/ 2128 h 260086"/>
              <a:gd name="connsiteX135" fmla="*/ 449096 w 765852"/>
              <a:gd name="connsiteY135" fmla="*/ 2128 h 260086"/>
              <a:gd name="connsiteX136" fmla="*/ 382889 w 765852"/>
              <a:gd name="connsiteY136" fmla="*/ 166814 h 260086"/>
              <a:gd name="connsiteX137" fmla="*/ 644368 w 765852"/>
              <a:gd name="connsiteY137" fmla="*/ 197523 h 260086"/>
              <a:gd name="connsiteX138" fmla="*/ 620714 w 765852"/>
              <a:gd name="connsiteY138" fmla="*/ 259554 h 260086"/>
              <a:gd name="connsiteX139" fmla="*/ 628690 w 765852"/>
              <a:gd name="connsiteY139" fmla="*/ 259554 h 260086"/>
              <a:gd name="connsiteX140" fmla="*/ 635246 w 765852"/>
              <a:gd name="connsiteY140" fmla="*/ 242806 h 260086"/>
              <a:gd name="connsiteX141" fmla="*/ 662266 w 765852"/>
              <a:gd name="connsiteY141" fmla="*/ 242806 h 260086"/>
              <a:gd name="connsiteX142" fmla="*/ 668821 w 765852"/>
              <a:gd name="connsiteY142" fmla="*/ 259554 h 260086"/>
              <a:gd name="connsiteX143" fmla="*/ 677055 w 765852"/>
              <a:gd name="connsiteY143" fmla="*/ 259554 h 260086"/>
              <a:gd name="connsiteX144" fmla="*/ 653491 w 765852"/>
              <a:gd name="connsiteY144" fmla="*/ 197523 h 260086"/>
              <a:gd name="connsiteX145" fmla="*/ 644368 w 765852"/>
              <a:gd name="connsiteY145" fmla="*/ 197523 h 260086"/>
              <a:gd name="connsiteX146" fmla="*/ 637547 w 765852"/>
              <a:gd name="connsiteY146" fmla="*/ 235808 h 260086"/>
              <a:gd name="connsiteX147" fmla="*/ 648705 w 765852"/>
              <a:gd name="connsiteY147" fmla="*/ 205943 h 260086"/>
              <a:gd name="connsiteX148" fmla="*/ 659955 w 765852"/>
              <a:gd name="connsiteY148" fmla="*/ 235808 h 260086"/>
              <a:gd name="connsiteX149" fmla="*/ 637538 w 765852"/>
              <a:gd name="connsiteY149" fmla="*/ 235808 h 260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</a:cxnLst>
            <a:rect l="l" t="t" r="r" b="b"/>
            <a:pathLst>
              <a:path w="765852" h="260086">
                <a:moveTo>
                  <a:pt x="739575" y="143884"/>
                </a:moveTo>
                <a:cubicBezTo>
                  <a:pt x="756519" y="128906"/>
                  <a:pt x="765852" y="107425"/>
                  <a:pt x="765852" y="83403"/>
                </a:cubicBezTo>
                <a:cubicBezTo>
                  <a:pt x="765852" y="59381"/>
                  <a:pt x="756519" y="37899"/>
                  <a:pt x="739575" y="22921"/>
                </a:cubicBezTo>
                <a:cubicBezTo>
                  <a:pt x="722613" y="7925"/>
                  <a:pt x="699307" y="0"/>
                  <a:pt x="672177" y="0"/>
                </a:cubicBezTo>
                <a:cubicBezTo>
                  <a:pt x="645047" y="0"/>
                  <a:pt x="621740" y="7925"/>
                  <a:pt x="604779" y="22921"/>
                </a:cubicBezTo>
                <a:cubicBezTo>
                  <a:pt x="587835" y="37899"/>
                  <a:pt x="578501" y="59381"/>
                  <a:pt x="578501" y="83403"/>
                </a:cubicBezTo>
                <a:cubicBezTo>
                  <a:pt x="578501" y="107425"/>
                  <a:pt x="587835" y="128906"/>
                  <a:pt x="604779" y="143884"/>
                </a:cubicBezTo>
                <a:cubicBezTo>
                  <a:pt x="621740" y="158881"/>
                  <a:pt x="645047" y="166805"/>
                  <a:pt x="672177" y="166805"/>
                </a:cubicBezTo>
                <a:cubicBezTo>
                  <a:pt x="699307" y="166805"/>
                  <a:pt x="722613" y="158881"/>
                  <a:pt x="739575" y="143884"/>
                </a:cubicBezTo>
                <a:close/>
                <a:moveTo>
                  <a:pt x="604595" y="83403"/>
                </a:moveTo>
                <a:cubicBezTo>
                  <a:pt x="604595" y="66489"/>
                  <a:pt x="610821" y="52135"/>
                  <a:pt x="622611" y="41871"/>
                </a:cubicBezTo>
                <a:cubicBezTo>
                  <a:pt x="634751" y="31305"/>
                  <a:pt x="651887" y="25719"/>
                  <a:pt x="672177" y="25719"/>
                </a:cubicBezTo>
                <a:cubicBezTo>
                  <a:pt x="692467" y="25719"/>
                  <a:pt x="709603" y="31305"/>
                  <a:pt x="721742" y="41871"/>
                </a:cubicBezTo>
                <a:cubicBezTo>
                  <a:pt x="733524" y="52126"/>
                  <a:pt x="739759" y="66489"/>
                  <a:pt x="739759" y="83403"/>
                </a:cubicBezTo>
                <a:cubicBezTo>
                  <a:pt x="739759" y="100316"/>
                  <a:pt x="733533" y="114671"/>
                  <a:pt x="721742" y="124934"/>
                </a:cubicBezTo>
                <a:cubicBezTo>
                  <a:pt x="709603" y="135501"/>
                  <a:pt x="692467" y="141077"/>
                  <a:pt x="672177" y="141077"/>
                </a:cubicBezTo>
                <a:cubicBezTo>
                  <a:pt x="651887" y="141077"/>
                  <a:pt x="634741" y="135491"/>
                  <a:pt x="622611" y="124934"/>
                </a:cubicBezTo>
                <a:cubicBezTo>
                  <a:pt x="610830" y="114671"/>
                  <a:pt x="604595" y="100316"/>
                  <a:pt x="604595" y="83403"/>
                </a:cubicBezTo>
                <a:close/>
                <a:moveTo>
                  <a:pt x="238310" y="207181"/>
                </a:moveTo>
                <a:cubicBezTo>
                  <a:pt x="241556" y="205118"/>
                  <a:pt x="245306" y="204081"/>
                  <a:pt x="249560" y="204081"/>
                </a:cubicBezTo>
                <a:cubicBezTo>
                  <a:pt x="254282" y="204081"/>
                  <a:pt x="258288" y="205292"/>
                  <a:pt x="261562" y="207713"/>
                </a:cubicBezTo>
                <a:cubicBezTo>
                  <a:pt x="264835" y="210135"/>
                  <a:pt x="267035" y="213501"/>
                  <a:pt x="268163" y="217812"/>
                </a:cubicBezTo>
                <a:lnTo>
                  <a:pt x="275874" y="217812"/>
                </a:lnTo>
                <a:cubicBezTo>
                  <a:pt x="274691" y="211373"/>
                  <a:pt x="271784" y="206292"/>
                  <a:pt x="267145" y="202568"/>
                </a:cubicBezTo>
                <a:cubicBezTo>
                  <a:pt x="262506" y="198844"/>
                  <a:pt x="256766" y="196982"/>
                  <a:pt x="249917" y="196982"/>
                </a:cubicBezTo>
                <a:cubicBezTo>
                  <a:pt x="244013" y="196982"/>
                  <a:pt x="238814" y="198293"/>
                  <a:pt x="234322" y="200926"/>
                </a:cubicBezTo>
                <a:cubicBezTo>
                  <a:pt x="229838" y="203558"/>
                  <a:pt x="226382" y="207264"/>
                  <a:pt x="223961" y="212052"/>
                </a:cubicBezTo>
                <a:cubicBezTo>
                  <a:pt x="221541" y="216840"/>
                  <a:pt x="220330" y="222334"/>
                  <a:pt x="220330" y="228534"/>
                </a:cubicBezTo>
                <a:cubicBezTo>
                  <a:pt x="220330" y="234734"/>
                  <a:pt x="221541" y="240302"/>
                  <a:pt x="223961" y="245062"/>
                </a:cubicBezTo>
                <a:cubicBezTo>
                  <a:pt x="226382" y="249823"/>
                  <a:pt x="229838" y="253510"/>
                  <a:pt x="234322" y="256142"/>
                </a:cubicBezTo>
                <a:cubicBezTo>
                  <a:pt x="238805" y="258775"/>
                  <a:pt x="244004" y="260086"/>
                  <a:pt x="249917" y="260086"/>
                </a:cubicBezTo>
                <a:cubicBezTo>
                  <a:pt x="256831" y="260086"/>
                  <a:pt x="262570" y="258224"/>
                  <a:pt x="267145" y="254501"/>
                </a:cubicBezTo>
                <a:cubicBezTo>
                  <a:pt x="271720" y="250777"/>
                  <a:pt x="274599" y="245695"/>
                  <a:pt x="275782" y="239256"/>
                </a:cubicBezTo>
                <a:lnTo>
                  <a:pt x="268071" y="239256"/>
                </a:lnTo>
                <a:cubicBezTo>
                  <a:pt x="266888" y="243631"/>
                  <a:pt x="264706" y="247007"/>
                  <a:pt x="261516" y="249401"/>
                </a:cubicBezTo>
                <a:cubicBezTo>
                  <a:pt x="258325" y="251795"/>
                  <a:pt x="254337" y="252987"/>
                  <a:pt x="249560" y="252987"/>
                </a:cubicBezTo>
                <a:cubicBezTo>
                  <a:pt x="245306" y="252987"/>
                  <a:pt x="241556" y="251951"/>
                  <a:pt x="238310" y="249887"/>
                </a:cubicBezTo>
                <a:cubicBezTo>
                  <a:pt x="235064" y="247823"/>
                  <a:pt x="232561" y="244925"/>
                  <a:pt x="230828" y="241201"/>
                </a:cubicBezTo>
                <a:cubicBezTo>
                  <a:pt x="229086" y="237477"/>
                  <a:pt x="228215" y="233258"/>
                  <a:pt x="228215" y="228525"/>
                </a:cubicBezTo>
                <a:cubicBezTo>
                  <a:pt x="228215" y="223792"/>
                  <a:pt x="229086" y="219499"/>
                  <a:pt x="230828" y="215812"/>
                </a:cubicBezTo>
                <a:cubicBezTo>
                  <a:pt x="232570" y="212125"/>
                  <a:pt x="235064" y="209245"/>
                  <a:pt x="238310" y="207172"/>
                </a:cubicBezTo>
                <a:close/>
                <a:moveTo>
                  <a:pt x="335580" y="197523"/>
                </a:moveTo>
                <a:lnTo>
                  <a:pt x="311925" y="259554"/>
                </a:lnTo>
                <a:lnTo>
                  <a:pt x="319892" y="259554"/>
                </a:lnTo>
                <a:lnTo>
                  <a:pt x="326448" y="242806"/>
                </a:lnTo>
                <a:lnTo>
                  <a:pt x="353467" y="242806"/>
                </a:lnTo>
                <a:lnTo>
                  <a:pt x="360023" y="259554"/>
                </a:lnTo>
                <a:lnTo>
                  <a:pt x="368256" y="259554"/>
                </a:lnTo>
                <a:lnTo>
                  <a:pt x="344693" y="197523"/>
                </a:lnTo>
                <a:lnTo>
                  <a:pt x="335570" y="197523"/>
                </a:lnTo>
                <a:close/>
                <a:moveTo>
                  <a:pt x="328758" y="235808"/>
                </a:moveTo>
                <a:lnTo>
                  <a:pt x="339916" y="205943"/>
                </a:lnTo>
                <a:lnTo>
                  <a:pt x="351166" y="235808"/>
                </a:lnTo>
                <a:lnTo>
                  <a:pt x="328749" y="235808"/>
                </a:lnTo>
                <a:close/>
                <a:moveTo>
                  <a:pt x="725437" y="197523"/>
                </a:moveTo>
                <a:lnTo>
                  <a:pt x="717736" y="197523"/>
                </a:lnTo>
                <a:lnTo>
                  <a:pt x="717736" y="259554"/>
                </a:lnTo>
                <a:lnTo>
                  <a:pt x="753704" y="259554"/>
                </a:lnTo>
                <a:lnTo>
                  <a:pt x="753704" y="252464"/>
                </a:lnTo>
                <a:lnTo>
                  <a:pt x="725446" y="252464"/>
                </a:lnTo>
                <a:lnTo>
                  <a:pt x="725446" y="197523"/>
                </a:lnTo>
                <a:close/>
                <a:moveTo>
                  <a:pt x="250953" y="2119"/>
                </a:moveTo>
                <a:lnTo>
                  <a:pt x="225566" y="2119"/>
                </a:lnTo>
                <a:lnTo>
                  <a:pt x="225566" y="164677"/>
                </a:lnTo>
                <a:lnTo>
                  <a:pt x="250953" y="164677"/>
                </a:lnTo>
                <a:lnTo>
                  <a:pt x="250953" y="2119"/>
                </a:lnTo>
                <a:close/>
                <a:moveTo>
                  <a:pt x="80592" y="62692"/>
                </a:moveTo>
                <a:lnTo>
                  <a:pt x="80592" y="164687"/>
                </a:lnTo>
                <a:cubicBezTo>
                  <a:pt x="80592" y="164687"/>
                  <a:pt x="106732" y="164687"/>
                  <a:pt x="106732" y="164687"/>
                </a:cubicBezTo>
                <a:lnTo>
                  <a:pt x="106713" y="62692"/>
                </a:lnTo>
                <a:cubicBezTo>
                  <a:pt x="106713" y="50282"/>
                  <a:pt x="102707" y="38523"/>
                  <a:pt x="95124" y="28700"/>
                </a:cubicBezTo>
                <a:lnTo>
                  <a:pt x="93648" y="26792"/>
                </a:lnTo>
                <a:lnTo>
                  <a:pt x="92172" y="28700"/>
                </a:lnTo>
                <a:cubicBezTo>
                  <a:pt x="84589" y="38523"/>
                  <a:pt x="80583" y="50273"/>
                  <a:pt x="80583" y="62692"/>
                </a:cubicBezTo>
                <a:close/>
                <a:moveTo>
                  <a:pt x="47273" y="2119"/>
                </a:moveTo>
                <a:lnTo>
                  <a:pt x="0" y="2119"/>
                </a:lnTo>
                <a:lnTo>
                  <a:pt x="0" y="26792"/>
                </a:lnTo>
                <a:lnTo>
                  <a:pt x="93648" y="26792"/>
                </a:lnTo>
                <a:lnTo>
                  <a:pt x="91328" y="23793"/>
                </a:lnTo>
                <a:cubicBezTo>
                  <a:pt x="80693" y="10025"/>
                  <a:pt x="64629" y="2119"/>
                  <a:pt x="47273" y="2119"/>
                </a:cubicBezTo>
                <a:close/>
                <a:moveTo>
                  <a:pt x="95968" y="23793"/>
                </a:moveTo>
                <a:lnTo>
                  <a:pt x="93648" y="26792"/>
                </a:lnTo>
                <a:lnTo>
                  <a:pt x="187296" y="26792"/>
                </a:lnTo>
                <a:lnTo>
                  <a:pt x="187296" y="2119"/>
                </a:lnTo>
                <a:lnTo>
                  <a:pt x="140023" y="2119"/>
                </a:lnTo>
                <a:cubicBezTo>
                  <a:pt x="122657" y="2119"/>
                  <a:pt x="106603" y="10016"/>
                  <a:pt x="95958" y="23793"/>
                </a:cubicBezTo>
                <a:close/>
                <a:moveTo>
                  <a:pt x="514844" y="164677"/>
                </a:moveTo>
                <a:lnTo>
                  <a:pt x="540232" y="164677"/>
                </a:lnTo>
                <a:lnTo>
                  <a:pt x="540232" y="2119"/>
                </a:lnTo>
                <a:lnTo>
                  <a:pt x="514844" y="2119"/>
                </a:lnTo>
                <a:lnTo>
                  <a:pt x="514844" y="164677"/>
                </a:lnTo>
                <a:close/>
                <a:moveTo>
                  <a:pt x="495205" y="259554"/>
                </a:moveTo>
                <a:lnTo>
                  <a:pt x="502915" y="259554"/>
                </a:lnTo>
                <a:lnTo>
                  <a:pt x="502915" y="197523"/>
                </a:lnTo>
                <a:lnTo>
                  <a:pt x="495205" y="197523"/>
                </a:lnTo>
                <a:lnTo>
                  <a:pt x="495205" y="259554"/>
                </a:lnTo>
                <a:close/>
                <a:moveTo>
                  <a:pt x="544816" y="204613"/>
                </a:moveTo>
                <a:lnTo>
                  <a:pt x="564923" y="204613"/>
                </a:lnTo>
                <a:lnTo>
                  <a:pt x="564923" y="259554"/>
                </a:lnTo>
                <a:lnTo>
                  <a:pt x="572633" y="259554"/>
                </a:lnTo>
                <a:lnTo>
                  <a:pt x="572633" y="204613"/>
                </a:lnTo>
                <a:lnTo>
                  <a:pt x="592740" y="204613"/>
                </a:lnTo>
                <a:lnTo>
                  <a:pt x="592740" y="197523"/>
                </a:lnTo>
                <a:lnTo>
                  <a:pt x="544816" y="197523"/>
                </a:lnTo>
                <a:lnTo>
                  <a:pt x="544816" y="204613"/>
                </a:lnTo>
                <a:close/>
                <a:moveTo>
                  <a:pt x="287389" y="2119"/>
                </a:moveTo>
                <a:cubicBezTo>
                  <a:pt x="287389" y="2119"/>
                  <a:pt x="335680" y="117220"/>
                  <a:pt x="345234" y="140105"/>
                </a:cubicBezTo>
                <a:cubicBezTo>
                  <a:pt x="356374" y="166796"/>
                  <a:pt x="374464" y="166796"/>
                  <a:pt x="381413" y="166796"/>
                </a:cubicBezTo>
                <a:lnTo>
                  <a:pt x="382899" y="166796"/>
                </a:lnTo>
                <a:lnTo>
                  <a:pt x="316692" y="2119"/>
                </a:lnTo>
                <a:lnTo>
                  <a:pt x="287389" y="2119"/>
                </a:lnTo>
                <a:close/>
                <a:moveTo>
                  <a:pt x="443549" y="199871"/>
                </a:moveTo>
                <a:cubicBezTo>
                  <a:pt x="440413" y="198303"/>
                  <a:pt x="436819" y="197523"/>
                  <a:pt x="432739" y="197523"/>
                </a:cubicBezTo>
                <a:lnTo>
                  <a:pt x="408910" y="197523"/>
                </a:lnTo>
                <a:lnTo>
                  <a:pt x="408910" y="259554"/>
                </a:lnTo>
                <a:lnTo>
                  <a:pt x="416621" y="259554"/>
                </a:lnTo>
                <a:lnTo>
                  <a:pt x="416621" y="235716"/>
                </a:lnTo>
                <a:lnTo>
                  <a:pt x="432748" y="235716"/>
                </a:lnTo>
                <a:cubicBezTo>
                  <a:pt x="436819" y="235716"/>
                  <a:pt x="440413" y="234936"/>
                  <a:pt x="443512" y="233368"/>
                </a:cubicBezTo>
                <a:cubicBezTo>
                  <a:pt x="446611" y="231799"/>
                  <a:pt x="449013" y="229571"/>
                  <a:pt x="450728" y="226681"/>
                </a:cubicBezTo>
                <a:cubicBezTo>
                  <a:pt x="452442" y="223783"/>
                  <a:pt x="453295" y="220417"/>
                  <a:pt x="453295" y="216583"/>
                </a:cubicBezTo>
                <a:cubicBezTo>
                  <a:pt x="453295" y="212749"/>
                  <a:pt x="452452" y="209392"/>
                  <a:pt x="450774" y="206521"/>
                </a:cubicBezTo>
                <a:cubicBezTo>
                  <a:pt x="449087" y="203659"/>
                  <a:pt x="446685" y="201439"/>
                  <a:pt x="443558" y="199871"/>
                </a:cubicBezTo>
                <a:close/>
                <a:moveTo>
                  <a:pt x="441779" y="225351"/>
                </a:moveTo>
                <a:cubicBezTo>
                  <a:pt x="439359" y="227534"/>
                  <a:pt x="436113" y="228635"/>
                  <a:pt x="432033" y="228635"/>
                </a:cubicBezTo>
                <a:lnTo>
                  <a:pt x="416621" y="228635"/>
                </a:lnTo>
                <a:lnTo>
                  <a:pt x="416621" y="204622"/>
                </a:lnTo>
                <a:lnTo>
                  <a:pt x="432125" y="204622"/>
                </a:lnTo>
                <a:cubicBezTo>
                  <a:pt x="436196" y="204622"/>
                  <a:pt x="439432" y="205705"/>
                  <a:pt x="441825" y="207860"/>
                </a:cubicBezTo>
                <a:cubicBezTo>
                  <a:pt x="444218" y="210015"/>
                  <a:pt x="445410" y="212923"/>
                  <a:pt x="445410" y="216592"/>
                </a:cubicBezTo>
                <a:cubicBezTo>
                  <a:pt x="445410" y="220261"/>
                  <a:pt x="444200" y="223178"/>
                  <a:pt x="441779" y="225361"/>
                </a:cubicBezTo>
                <a:close/>
                <a:moveTo>
                  <a:pt x="382889" y="166805"/>
                </a:moveTo>
                <a:lnTo>
                  <a:pt x="384375" y="166805"/>
                </a:lnTo>
                <a:cubicBezTo>
                  <a:pt x="391334" y="166805"/>
                  <a:pt x="409423" y="166805"/>
                  <a:pt x="420554" y="140114"/>
                </a:cubicBezTo>
                <a:cubicBezTo>
                  <a:pt x="430099" y="117230"/>
                  <a:pt x="478399" y="2128"/>
                  <a:pt x="478399" y="2128"/>
                </a:cubicBezTo>
                <a:lnTo>
                  <a:pt x="449096" y="2128"/>
                </a:lnTo>
                <a:lnTo>
                  <a:pt x="382889" y="166814"/>
                </a:lnTo>
                <a:close/>
                <a:moveTo>
                  <a:pt x="644368" y="197523"/>
                </a:moveTo>
                <a:lnTo>
                  <a:pt x="620714" y="259554"/>
                </a:lnTo>
                <a:lnTo>
                  <a:pt x="628690" y="259554"/>
                </a:lnTo>
                <a:lnTo>
                  <a:pt x="635246" y="242806"/>
                </a:lnTo>
                <a:lnTo>
                  <a:pt x="662266" y="242806"/>
                </a:lnTo>
                <a:lnTo>
                  <a:pt x="668821" y="259554"/>
                </a:lnTo>
                <a:lnTo>
                  <a:pt x="677055" y="259554"/>
                </a:lnTo>
                <a:lnTo>
                  <a:pt x="653491" y="197523"/>
                </a:lnTo>
                <a:lnTo>
                  <a:pt x="644368" y="197523"/>
                </a:lnTo>
                <a:close/>
                <a:moveTo>
                  <a:pt x="637547" y="235808"/>
                </a:moveTo>
                <a:lnTo>
                  <a:pt x="648705" y="205943"/>
                </a:lnTo>
                <a:lnTo>
                  <a:pt x="659955" y="235808"/>
                </a:lnTo>
                <a:lnTo>
                  <a:pt x="637538" y="235808"/>
                </a:lnTo>
                <a:close/>
              </a:path>
            </a:pathLst>
          </a:custGeom>
          <a:solidFill>
            <a:schemeClr val="bg1"/>
          </a:solidFill>
          <a:ln w="1061" cap="flat">
            <a:noFill/>
            <a:prstDash val="solid"/>
            <a:miter/>
          </a:ln>
        </p:spPr>
        <p:txBody>
          <a:bodyPr rtlCol="0" anchor="ctr"/>
          <a:lstStyle/>
          <a:p>
            <a:endParaRPr lang="pt-BR">
              <a:solidFill>
                <a:schemeClr val="bg1"/>
              </a:solidFill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1E210A61-F7AF-5C56-9539-494DD44ED880}"/>
              </a:ext>
            </a:extLst>
          </p:cNvPr>
          <p:cNvCxnSpPr/>
          <p:nvPr userDrawn="1"/>
        </p:nvCxnSpPr>
        <p:spPr>
          <a:xfrm>
            <a:off x="334963" y="185353"/>
            <a:ext cx="10415415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011224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469">
          <p15:clr>
            <a:srgbClr val="FBAE40"/>
          </p15:clr>
        </p15:guide>
        <p15:guide id="2" orient="horz" pos="3974">
          <p15:clr>
            <a:srgbClr val="FBAE40"/>
          </p15:clr>
        </p15:guide>
        <p15:guide id="3" orient="horz" pos="232">
          <p15:clr>
            <a:srgbClr val="FBAE40"/>
          </p15:clr>
        </p15:guide>
        <p15:guide id="4" pos="211">
          <p15:clr>
            <a:srgbClr val="FBAE40"/>
          </p15:clr>
        </p15:guide>
        <p15:guide id="5" orient="horz" pos="4065">
          <p15:clr>
            <a:srgbClr val="FBAE40"/>
          </p15:clr>
        </p15:guide>
        <p15:guide id="6" orient="horz" pos="799">
          <p15:clr>
            <a:srgbClr val="FBAE40"/>
          </p15:clr>
        </p15:guide>
        <p15:guide id="7" orient="horz" pos="935">
          <p15:clr>
            <a:srgbClr val="FBAE40"/>
          </p15:clr>
        </p15:guide>
      </p15:sldGuideLst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| 6 Boxes - High Yield">
    <p:bg>
      <p:bgPr>
        <a:gradFill>
          <a:gsLst>
            <a:gs pos="81000">
              <a:schemeClr val="tx1">
                <a:lumMod val="85000"/>
                <a:lumOff val="15000"/>
              </a:schemeClr>
            </a:gs>
            <a:gs pos="100000">
              <a:schemeClr val="tx1">
                <a:lumMod val="95000"/>
                <a:lumOff val="5000"/>
              </a:schemeClr>
            </a:gs>
            <a:gs pos="0">
              <a:schemeClr val="accent5"/>
            </a:gs>
          </a:gsLst>
          <a:lin ang="7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132BCE3-A04F-8602-64F7-7623C7EAF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61763" y="6482556"/>
            <a:ext cx="295275" cy="1692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 sz="1100">
                <a:solidFill>
                  <a:schemeClr val="bg1"/>
                </a:solidFill>
                <a:latin typeface="Versos" panose="020B0503020204030204" pitchFamily="34" charset="0"/>
                <a:cs typeface="Versos" panose="020B0503020204030204" pitchFamily="34" charset="0"/>
              </a:defRPr>
            </a:lvl1pPr>
          </a:lstStyle>
          <a:p>
            <a:fld id="{77667D73-C69A-4DAA-9003-24A825D36FE9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B13D7C-5A47-B0DF-B518-26E79F5D2DB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63" y="368300"/>
            <a:ext cx="10183813" cy="4308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err="1"/>
              <a:t>Título</a:t>
            </a:r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401465E-A8CD-A3BA-BE2A-9597492FDC6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4963" y="6482556"/>
            <a:ext cx="10980000" cy="138499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900">
                <a:latin typeface="Versos Light" panose="020B0403020204030204" pitchFamily="34" charset="0"/>
              </a:defRPr>
            </a:lvl2pPr>
            <a:lvl3pPr>
              <a:defRPr sz="900">
                <a:latin typeface="Versos Light" panose="020B0403020204030204" pitchFamily="34" charset="0"/>
              </a:defRPr>
            </a:lvl3pPr>
            <a:lvl4pPr>
              <a:defRPr sz="900">
                <a:latin typeface="Versos Light" panose="020B0403020204030204" pitchFamily="34" charset="0"/>
              </a:defRPr>
            </a:lvl4pPr>
            <a:lvl5pPr>
              <a:defRPr sz="900">
                <a:latin typeface="Versos Light" panose="020B0403020204030204" pitchFamily="34" charset="0"/>
              </a:defRPr>
            </a:lvl5pPr>
          </a:lstStyle>
          <a:p>
            <a:pPr lvl="0"/>
            <a:r>
              <a:rPr lang="en-US"/>
              <a:t>Fonte:</a:t>
            </a:r>
            <a:endParaRPr lang="pt-BR"/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7F86D482-580C-D22A-58CC-10B9C4F7EDD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34963" y="1518527"/>
            <a:ext cx="3741737" cy="2313464"/>
          </a:xfrm>
          <a:prstGeom prst="rect">
            <a:avLst/>
          </a:prstGeom>
          <a:ln>
            <a:solidFill>
              <a:schemeClr val="accent4"/>
            </a:solidFill>
          </a:ln>
        </p:spPr>
        <p:txBody>
          <a:bodyPr lIns="36000" tIns="36000" rIns="36000" bIns="36000"/>
          <a:lstStyle>
            <a:lvl1pPr marL="0" indent="0">
              <a:buNone/>
              <a:defRPr sz="120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Picture 8">
            <a:extLst>
              <a:ext uri="{FF2B5EF4-FFF2-40B4-BE49-F238E27FC236}">
                <a16:creationId xmlns:a16="http://schemas.microsoft.com/office/drawing/2014/main" id="{57BCE67C-64C7-2D0C-0DC2-7A4B4CC314E0}"/>
              </a:ext>
            </a:extLst>
          </p:cNvPr>
          <p:cNvSpPr/>
          <p:nvPr userDrawn="1"/>
        </p:nvSpPr>
        <p:spPr>
          <a:xfrm>
            <a:off x="11091186" y="377178"/>
            <a:ext cx="765852" cy="260086"/>
          </a:xfrm>
          <a:custGeom>
            <a:avLst/>
            <a:gdLst>
              <a:gd name="connsiteX0" fmla="*/ 739575 w 765852"/>
              <a:gd name="connsiteY0" fmla="*/ 143884 h 260086"/>
              <a:gd name="connsiteX1" fmla="*/ 765852 w 765852"/>
              <a:gd name="connsiteY1" fmla="*/ 83403 h 260086"/>
              <a:gd name="connsiteX2" fmla="*/ 739575 w 765852"/>
              <a:gd name="connsiteY2" fmla="*/ 22921 h 260086"/>
              <a:gd name="connsiteX3" fmla="*/ 672177 w 765852"/>
              <a:gd name="connsiteY3" fmla="*/ 0 h 260086"/>
              <a:gd name="connsiteX4" fmla="*/ 604779 w 765852"/>
              <a:gd name="connsiteY4" fmla="*/ 22921 h 260086"/>
              <a:gd name="connsiteX5" fmla="*/ 578501 w 765852"/>
              <a:gd name="connsiteY5" fmla="*/ 83403 h 260086"/>
              <a:gd name="connsiteX6" fmla="*/ 604779 w 765852"/>
              <a:gd name="connsiteY6" fmla="*/ 143884 h 260086"/>
              <a:gd name="connsiteX7" fmla="*/ 672177 w 765852"/>
              <a:gd name="connsiteY7" fmla="*/ 166805 h 260086"/>
              <a:gd name="connsiteX8" fmla="*/ 739575 w 765852"/>
              <a:gd name="connsiteY8" fmla="*/ 143884 h 260086"/>
              <a:gd name="connsiteX9" fmla="*/ 604595 w 765852"/>
              <a:gd name="connsiteY9" fmla="*/ 83403 h 260086"/>
              <a:gd name="connsiteX10" fmla="*/ 622611 w 765852"/>
              <a:gd name="connsiteY10" fmla="*/ 41871 h 260086"/>
              <a:gd name="connsiteX11" fmla="*/ 672177 w 765852"/>
              <a:gd name="connsiteY11" fmla="*/ 25719 h 260086"/>
              <a:gd name="connsiteX12" fmla="*/ 721742 w 765852"/>
              <a:gd name="connsiteY12" fmla="*/ 41871 h 260086"/>
              <a:gd name="connsiteX13" fmla="*/ 739759 w 765852"/>
              <a:gd name="connsiteY13" fmla="*/ 83403 h 260086"/>
              <a:gd name="connsiteX14" fmla="*/ 721742 w 765852"/>
              <a:gd name="connsiteY14" fmla="*/ 124934 h 260086"/>
              <a:gd name="connsiteX15" fmla="*/ 672177 w 765852"/>
              <a:gd name="connsiteY15" fmla="*/ 141077 h 260086"/>
              <a:gd name="connsiteX16" fmla="*/ 622611 w 765852"/>
              <a:gd name="connsiteY16" fmla="*/ 124934 h 260086"/>
              <a:gd name="connsiteX17" fmla="*/ 604595 w 765852"/>
              <a:gd name="connsiteY17" fmla="*/ 83403 h 260086"/>
              <a:gd name="connsiteX18" fmla="*/ 238310 w 765852"/>
              <a:gd name="connsiteY18" fmla="*/ 207181 h 260086"/>
              <a:gd name="connsiteX19" fmla="*/ 249560 w 765852"/>
              <a:gd name="connsiteY19" fmla="*/ 204081 h 260086"/>
              <a:gd name="connsiteX20" fmla="*/ 261562 w 765852"/>
              <a:gd name="connsiteY20" fmla="*/ 207713 h 260086"/>
              <a:gd name="connsiteX21" fmla="*/ 268163 w 765852"/>
              <a:gd name="connsiteY21" fmla="*/ 217812 h 260086"/>
              <a:gd name="connsiteX22" fmla="*/ 275874 w 765852"/>
              <a:gd name="connsiteY22" fmla="*/ 217812 h 260086"/>
              <a:gd name="connsiteX23" fmla="*/ 267145 w 765852"/>
              <a:gd name="connsiteY23" fmla="*/ 202568 h 260086"/>
              <a:gd name="connsiteX24" fmla="*/ 249917 w 765852"/>
              <a:gd name="connsiteY24" fmla="*/ 196982 h 260086"/>
              <a:gd name="connsiteX25" fmla="*/ 234322 w 765852"/>
              <a:gd name="connsiteY25" fmla="*/ 200926 h 260086"/>
              <a:gd name="connsiteX26" fmla="*/ 223961 w 765852"/>
              <a:gd name="connsiteY26" fmla="*/ 212052 h 260086"/>
              <a:gd name="connsiteX27" fmla="*/ 220330 w 765852"/>
              <a:gd name="connsiteY27" fmla="*/ 228534 h 260086"/>
              <a:gd name="connsiteX28" fmla="*/ 223961 w 765852"/>
              <a:gd name="connsiteY28" fmla="*/ 245062 h 260086"/>
              <a:gd name="connsiteX29" fmla="*/ 234322 w 765852"/>
              <a:gd name="connsiteY29" fmla="*/ 256142 h 260086"/>
              <a:gd name="connsiteX30" fmla="*/ 249917 w 765852"/>
              <a:gd name="connsiteY30" fmla="*/ 260086 h 260086"/>
              <a:gd name="connsiteX31" fmla="*/ 267145 w 765852"/>
              <a:gd name="connsiteY31" fmla="*/ 254501 h 260086"/>
              <a:gd name="connsiteX32" fmla="*/ 275782 w 765852"/>
              <a:gd name="connsiteY32" fmla="*/ 239256 h 260086"/>
              <a:gd name="connsiteX33" fmla="*/ 268071 w 765852"/>
              <a:gd name="connsiteY33" fmla="*/ 239256 h 260086"/>
              <a:gd name="connsiteX34" fmla="*/ 261516 w 765852"/>
              <a:gd name="connsiteY34" fmla="*/ 249401 h 260086"/>
              <a:gd name="connsiteX35" fmla="*/ 249560 w 765852"/>
              <a:gd name="connsiteY35" fmla="*/ 252987 h 260086"/>
              <a:gd name="connsiteX36" fmla="*/ 238310 w 765852"/>
              <a:gd name="connsiteY36" fmla="*/ 249887 h 260086"/>
              <a:gd name="connsiteX37" fmla="*/ 230828 w 765852"/>
              <a:gd name="connsiteY37" fmla="*/ 241201 h 260086"/>
              <a:gd name="connsiteX38" fmla="*/ 228215 w 765852"/>
              <a:gd name="connsiteY38" fmla="*/ 228525 h 260086"/>
              <a:gd name="connsiteX39" fmla="*/ 230828 w 765852"/>
              <a:gd name="connsiteY39" fmla="*/ 215812 h 260086"/>
              <a:gd name="connsiteX40" fmla="*/ 238310 w 765852"/>
              <a:gd name="connsiteY40" fmla="*/ 207172 h 260086"/>
              <a:gd name="connsiteX41" fmla="*/ 335580 w 765852"/>
              <a:gd name="connsiteY41" fmla="*/ 197523 h 260086"/>
              <a:gd name="connsiteX42" fmla="*/ 311925 w 765852"/>
              <a:gd name="connsiteY42" fmla="*/ 259554 h 260086"/>
              <a:gd name="connsiteX43" fmla="*/ 319892 w 765852"/>
              <a:gd name="connsiteY43" fmla="*/ 259554 h 260086"/>
              <a:gd name="connsiteX44" fmla="*/ 326448 w 765852"/>
              <a:gd name="connsiteY44" fmla="*/ 242806 h 260086"/>
              <a:gd name="connsiteX45" fmla="*/ 353467 w 765852"/>
              <a:gd name="connsiteY45" fmla="*/ 242806 h 260086"/>
              <a:gd name="connsiteX46" fmla="*/ 360023 w 765852"/>
              <a:gd name="connsiteY46" fmla="*/ 259554 h 260086"/>
              <a:gd name="connsiteX47" fmla="*/ 368256 w 765852"/>
              <a:gd name="connsiteY47" fmla="*/ 259554 h 260086"/>
              <a:gd name="connsiteX48" fmla="*/ 344693 w 765852"/>
              <a:gd name="connsiteY48" fmla="*/ 197523 h 260086"/>
              <a:gd name="connsiteX49" fmla="*/ 335570 w 765852"/>
              <a:gd name="connsiteY49" fmla="*/ 197523 h 260086"/>
              <a:gd name="connsiteX50" fmla="*/ 328758 w 765852"/>
              <a:gd name="connsiteY50" fmla="*/ 235808 h 260086"/>
              <a:gd name="connsiteX51" fmla="*/ 339916 w 765852"/>
              <a:gd name="connsiteY51" fmla="*/ 205943 h 260086"/>
              <a:gd name="connsiteX52" fmla="*/ 351166 w 765852"/>
              <a:gd name="connsiteY52" fmla="*/ 235808 h 260086"/>
              <a:gd name="connsiteX53" fmla="*/ 328749 w 765852"/>
              <a:gd name="connsiteY53" fmla="*/ 235808 h 260086"/>
              <a:gd name="connsiteX54" fmla="*/ 725437 w 765852"/>
              <a:gd name="connsiteY54" fmla="*/ 197523 h 260086"/>
              <a:gd name="connsiteX55" fmla="*/ 717736 w 765852"/>
              <a:gd name="connsiteY55" fmla="*/ 197523 h 260086"/>
              <a:gd name="connsiteX56" fmla="*/ 717736 w 765852"/>
              <a:gd name="connsiteY56" fmla="*/ 259554 h 260086"/>
              <a:gd name="connsiteX57" fmla="*/ 753704 w 765852"/>
              <a:gd name="connsiteY57" fmla="*/ 259554 h 260086"/>
              <a:gd name="connsiteX58" fmla="*/ 753704 w 765852"/>
              <a:gd name="connsiteY58" fmla="*/ 252464 h 260086"/>
              <a:gd name="connsiteX59" fmla="*/ 725446 w 765852"/>
              <a:gd name="connsiteY59" fmla="*/ 252464 h 260086"/>
              <a:gd name="connsiteX60" fmla="*/ 725446 w 765852"/>
              <a:gd name="connsiteY60" fmla="*/ 197523 h 260086"/>
              <a:gd name="connsiteX61" fmla="*/ 250953 w 765852"/>
              <a:gd name="connsiteY61" fmla="*/ 2119 h 260086"/>
              <a:gd name="connsiteX62" fmla="*/ 225566 w 765852"/>
              <a:gd name="connsiteY62" fmla="*/ 2119 h 260086"/>
              <a:gd name="connsiteX63" fmla="*/ 225566 w 765852"/>
              <a:gd name="connsiteY63" fmla="*/ 164677 h 260086"/>
              <a:gd name="connsiteX64" fmla="*/ 250953 w 765852"/>
              <a:gd name="connsiteY64" fmla="*/ 164677 h 260086"/>
              <a:gd name="connsiteX65" fmla="*/ 250953 w 765852"/>
              <a:gd name="connsiteY65" fmla="*/ 2119 h 260086"/>
              <a:gd name="connsiteX66" fmla="*/ 80592 w 765852"/>
              <a:gd name="connsiteY66" fmla="*/ 62692 h 260086"/>
              <a:gd name="connsiteX67" fmla="*/ 80592 w 765852"/>
              <a:gd name="connsiteY67" fmla="*/ 164687 h 260086"/>
              <a:gd name="connsiteX68" fmla="*/ 106732 w 765852"/>
              <a:gd name="connsiteY68" fmla="*/ 164687 h 260086"/>
              <a:gd name="connsiteX69" fmla="*/ 106713 w 765852"/>
              <a:gd name="connsiteY69" fmla="*/ 62692 h 260086"/>
              <a:gd name="connsiteX70" fmla="*/ 95124 w 765852"/>
              <a:gd name="connsiteY70" fmla="*/ 28700 h 260086"/>
              <a:gd name="connsiteX71" fmla="*/ 93648 w 765852"/>
              <a:gd name="connsiteY71" fmla="*/ 26792 h 260086"/>
              <a:gd name="connsiteX72" fmla="*/ 92172 w 765852"/>
              <a:gd name="connsiteY72" fmla="*/ 28700 h 260086"/>
              <a:gd name="connsiteX73" fmla="*/ 80583 w 765852"/>
              <a:gd name="connsiteY73" fmla="*/ 62692 h 260086"/>
              <a:gd name="connsiteX74" fmla="*/ 47273 w 765852"/>
              <a:gd name="connsiteY74" fmla="*/ 2119 h 260086"/>
              <a:gd name="connsiteX75" fmla="*/ 0 w 765852"/>
              <a:gd name="connsiteY75" fmla="*/ 2119 h 260086"/>
              <a:gd name="connsiteX76" fmla="*/ 0 w 765852"/>
              <a:gd name="connsiteY76" fmla="*/ 26792 h 260086"/>
              <a:gd name="connsiteX77" fmla="*/ 93648 w 765852"/>
              <a:gd name="connsiteY77" fmla="*/ 26792 h 260086"/>
              <a:gd name="connsiteX78" fmla="*/ 91328 w 765852"/>
              <a:gd name="connsiteY78" fmla="*/ 23793 h 260086"/>
              <a:gd name="connsiteX79" fmla="*/ 47273 w 765852"/>
              <a:gd name="connsiteY79" fmla="*/ 2119 h 260086"/>
              <a:gd name="connsiteX80" fmla="*/ 95968 w 765852"/>
              <a:gd name="connsiteY80" fmla="*/ 23793 h 260086"/>
              <a:gd name="connsiteX81" fmla="*/ 93648 w 765852"/>
              <a:gd name="connsiteY81" fmla="*/ 26792 h 260086"/>
              <a:gd name="connsiteX82" fmla="*/ 187296 w 765852"/>
              <a:gd name="connsiteY82" fmla="*/ 26792 h 260086"/>
              <a:gd name="connsiteX83" fmla="*/ 187296 w 765852"/>
              <a:gd name="connsiteY83" fmla="*/ 2119 h 260086"/>
              <a:gd name="connsiteX84" fmla="*/ 140023 w 765852"/>
              <a:gd name="connsiteY84" fmla="*/ 2119 h 260086"/>
              <a:gd name="connsiteX85" fmla="*/ 95958 w 765852"/>
              <a:gd name="connsiteY85" fmla="*/ 23793 h 260086"/>
              <a:gd name="connsiteX86" fmla="*/ 514844 w 765852"/>
              <a:gd name="connsiteY86" fmla="*/ 164677 h 260086"/>
              <a:gd name="connsiteX87" fmla="*/ 540232 w 765852"/>
              <a:gd name="connsiteY87" fmla="*/ 164677 h 260086"/>
              <a:gd name="connsiteX88" fmla="*/ 540232 w 765852"/>
              <a:gd name="connsiteY88" fmla="*/ 2119 h 260086"/>
              <a:gd name="connsiteX89" fmla="*/ 514844 w 765852"/>
              <a:gd name="connsiteY89" fmla="*/ 2119 h 260086"/>
              <a:gd name="connsiteX90" fmla="*/ 514844 w 765852"/>
              <a:gd name="connsiteY90" fmla="*/ 164677 h 260086"/>
              <a:gd name="connsiteX91" fmla="*/ 495205 w 765852"/>
              <a:gd name="connsiteY91" fmla="*/ 259554 h 260086"/>
              <a:gd name="connsiteX92" fmla="*/ 502915 w 765852"/>
              <a:gd name="connsiteY92" fmla="*/ 259554 h 260086"/>
              <a:gd name="connsiteX93" fmla="*/ 502915 w 765852"/>
              <a:gd name="connsiteY93" fmla="*/ 197523 h 260086"/>
              <a:gd name="connsiteX94" fmla="*/ 495205 w 765852"/>
              <a:gd name="connsiteY94" fmla="*/ 197523 h 260086"/>
              <a:gd name="connsiteX95" fmla="*/ 495205 w 765852"/>
              <a:gd name="connsiteY95" fmla="*/ 259554 h 260086"/>
              <a:gd name="connsiteX96" fmla="*/ 544816 w 765852"/>
              <a:gd name="connsiteY96" fmla="*/ 204613 h 260086"/>
              <a:gd name="connsiteX97" fmla="*/ 564923 w 765852"/>
              <a:gd name="connsiteY97" fmla="*/ 204613 h 260086"/>
              <a:gd name="connsiteX98" fmla="*/ 564923 w 765852"/>
              <a:gd name="connsiteY98" fmla="*/ 259554 h 260086"/>
              <a:gd name="connsiteX99" fmla="*/ 572633 w 765852"/>
              <a:gd name="connsiteY99" fmla="*/ 259554 h 260086"/>
              <a:gd name="connsiteX100" fmla="*/ 572633 w 765852"/>
              <a:gd name="connsiteY100" fmla="*/ 204613 h 260086"/>
              <a:gd name="connsiteX101" fmla="*/ 592740 w 765852"/>
              <a:gd name="connsiteY101" fmla="*/ 204613 h 260086"/>
              <a:gd name="connsiteX102" fmla="*/ 592740 w 765852"/>
              <a:gd name="connsiteY102" fmla="*/ 197523 h 260086"/>
              <a:gd name="connsiteX103" fmla="*/ 544816 w 765852"/>
              <a:gd name="connsiteY103" fmla="*/ 197523 h 260086"/>
              <a:gd name="connsiteX104" fmla="*/ 544816 w 765852"/>
              <a:gd name="connsiteY104" fmla="*/ 204613 h 260086"/>
              <a:gd name="connsiteX105" fmla="*/ 287389 w 765852"/>
              <a:gd name="connsiteY105" fmla="*/ 2119 h 260086"/>
              <a:gd name="connsiteX106" fmla="*/ 345234 w 765852"/>
              <a:gd name="connsiteY106" fmla="*/ 140105 h 260086"/>
              <a:gd name="connsiteX107" fmla="*/ 381413 w 765852"/>
              <a:gd name="connsiteY107" fmla="*/ 166796 h 260086"/>
              <a:gd name="connsiteX108" fmla="*/ 382899 w 765852"/>
              <a:gd name="connsiteY108" fmla="*/ 166796 h 260086"/>
              <a:gd name="connsiteX109" fmla="*/ 316692 w 765852"/>
              <a:gd name="connsiteY109" fmla="*/ 2119 h 260086"/>
              <a:gd name="connsiteX110" fmla="*/ 287389 w 765852"/>
              <a:gd name="connsiteY110" fmla="*/ 2119 h 260086"/>
              <a:gd name="connsiteX111" fmla="*/ 443549 w 765852"/>
              <a:gd name="connsiteY111" fmla="*/ 199871 h 260086"/>
              <a:gd name="connsiteX112" fmla="*/ 432739 w 765852"/>
              <a:gd name="connsiteY112" fmla="*/ 197523 h 260086"/>
              <a:gd name="connsiteX113" fmla="*/ 408910 w 765852"/>
              <a:gd name="connsiteY113" fmla="*/ 197523 h 260086"/>
              <a:gd name="connsiteX114" fmla="*/ 408910 w 765852"/>
              <a:gd name="connsiteY114" fmla="*/ 259554 h 260086"/>
              <a:gd name="connsiteX115" fmla="*/ 416621 w 765852"/>
              <a:gd name="connsiteY115" fmla="*/ 259554 h 260086"/>
              <a:gd name="connsiteX116" fmla="*/ 416621 w 765852"/>
              <a:gd name="connsiteY116" fmla="*/ 235716 h 260086"/>
              <a:gd name="connsiteX117" fmla="*/ 432748 w 765852"/>
              <a:gd name="connsiteY117" fmla="*/ 235716 h 260086"/>
              <a:gd name="connsiteX118" fmla="*/ 443512 w 765852"/>
              <a:gd name="connsiteY118" fmla="*/ 233368 h 260086"/>
              <a:gd name="connsiteX119" fmla="*/ 450728 w 765852"/>
              <a:gd name="connsiteY119" fmla="*/ 226681 h 260086"/>
              <a:gd name="connsiteX120" fmla="*/ 453295 w 765852"/>
              <a:gd name="connsiteY120" fmla="*/ 216583 h 260086"/>
              <a:gd name="connsiteX121" fmla="*/ 450774 w 765852"/>
              <a:gd name="connsiteY121" fmla="*/ 206521 h 260086"/>
              <a:gd name="connsiteX122" fmla="*/ 443558 w 765852"/>
              <a:gd name="connsiteY122" fmla="*/ 199871 h 260086"/>
              <a:gd name="connsiteX123" fmla="*/ 441779 w 765852"/>
              <a:gd name="connsiteY123" fmla="*/ 225351 h 260086"/>
              <a:gd name="connsiteX124" fmla="*/ 432033 w 765852"/>
              <a:gd name="connsiteY124" fmla="*/ 228635 h 260086"/>
              <a:gd name="connsiteX125" fmla="*/ 416621 w 765852"/>
              <a:gd name="connsiteY125" fmla="*/ 228635 h 260086"/>
              <a:gd name="connsiteX126" fmla="*/ 416621 w 765852"/>
              <a:gd name="connsiteY126" fmla="*/ 204622 h 260086"/>
              <a:gd name="connsiteX127" fmla="*/ 432125 w 765852"/>
              <a:gd name="connsiteY127" fmla="*/ 204622 h 260086"/>
              <a:gd name="connsiteX128" fmla="*/ 441825 w 765852"/>
              <a:gd name="connsiteY128" fmla="*/ 207860 h 260086"/>
              <a:gd name="connsiteX129" fmla="*/ 445410 w 765852"/>
              <a:gd name="connsiteY129" fmla="*/ 216592 h 260086"/>
              <a:gd name="connsiteX130" fmla="*/ 441779 w 765852"/>
              <a:gd name="connsiteY130" fmla="*/ 225361 h 260086"/>
              <a:gd name="connsiteX131" fmla="*/ 382889 w 765852"/>
              <a:gd name="connsiteY131" fmla="*/ 166805 h 260086"/>
              <a:gd name="connsiteX132" fmla="*/ 384375 w 765852"/>
              <a:gd name="connsiteY132" fmla="*/ 166805 h 260086"/>
              <a:gd name="connsiteX133" fmla="*/ 420554 w 765852"/>
              <a:gd name="connsiteY133" fmla="*/ 140114 h 260086"/>
              <a:gd name="connsiteX134" fmla="*/ 478399 w 765852"/>
              <a:gd name="connsiteY134" fmla="*/ 2128 h 260086"/>
              <a:gd name="connsiteX135" fmla="*/ 449096 w 765852"/>
              <a:gd name="connsiteY135" fmla="*/ 2128 h 260086"/>
              <a:gd name="connsiteX136" fmla="*/ 382889 w 765852"/>
              <a:gd name="connsiteY136" fmla="*/ 166814 h 260086"/>
              <a:gd name="connsiteX137" fmla="*/ 644368 w 765852"/>
              <a:gd name="connsiteY137" fmla="*/ 197523 h 260086"/>
              <a:gd name="connsiteX138" fmla="*/ 620714 w 765852"/>
              <a:gd name="connsiteY138" fmla="*/ 259554 h 260086"/>
              <a:gd name="connsiteX139" fmla="*/ 628690 w 765852"/>
              <a:gd name="connsiteY139" fmla="*/ 259554 h 260086"/>
              <a:gd name="connsiteX140" fmla="*/ 635246 w 765852"/>
              <a:gd name="connsiteY140" fmla="*/ 242806 h 260086"/>
              <a:gd name="connsiteX141" fmla="*/ 662266 w 765852"/>
              <a:gd name="connsiteY141" fmla="*/ 242806 h 260086"/>
              <a:gd name="connsiteX142" fmla="*/ 668821 w 765852"/>
              <a:gd name="connsiteY142" fmla="*/ 259554 h 260086"/>
              <a:gd name="connsiteX143" fmla="*/ 677055 w 765852"/>
              <a:gd name="connsiteY143" fmla="*/ 259554 h 260086"/>
              <a:gd name="connsiteX144" fmla="*/ 653491 w 765852"/>
              <a:gd name="connsiteY144" fmla="*/ 197523 h 260086"/>
              <a:gd name="connsiteX145" fmla="*/ 644368 w 765852"/>
              <a:gd name="connsiteY145" fmla="*/ 197523 h 260086"/>
              <a:gd name="connsiteX146" fmla="*/ 637547 w 765852"/>
              <a:gd name="connsiteY146" fmla="*/ 235808 h 260086"/>
              <a:gd name="connsiteX147" fmla="*/ 648705 w 765852"/>
              <a:gd name="connsiteY147" fmla="*/ 205943 h 260086"/>
              <a:gd name="connsiteX148" fmla="*/ 659955 w 765852"/>
              <a:gd name="connsiteY148" fmla="*/ 235808 h 260086"/>
              <a:gd name="connsiteX149" fmla="*/ 637538 w 765852"/>
              <a:gd name="connsiteY149" fmla="*/ 235808 h 260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</a:cxnLst>
            <a:rect l="l" t="t" r="r" b="b"/>
            <a:pathLst>
              <a:path w="765852" h="260086">
                <a:moveTo>
                  <a:pt x="739575" y="143884"/>
                </a:moveTo>
                <a:cubicBezTo>
                  <a:pt x="756519" y="128906"/>
                  <a:pt x="765852" y="107425"/>
                  <a:pt x="765852" y="83403"/>
                </a:cubicBezTo>
                <a:cubicBezTo>
                  <a:pt x="765852" y="59381"/>
                  <a:pt x="756519" y="37899"/>
                  <a:pt x="739575" y="22921"/>
                </a:cubicBezTo>
                <a:cubicBezTo>
                  <a:pt x="722613" y="7925"/>
                  <a:pt x="699307" y="0"/>
                  <a:pt x="672177" y="0"/>
                </a:cubicBezTo>
                <a:cubicBezTo>
                  <a:pt x="645047" y="0"/>
                  <a:pt x="621740" y="7925"/>
                  <a:pt x="604779" y="22921"/>
                </a:cubicBezTo>
                <a:cubicBezTo>
                  <a:pt x="587835" y="37899"/>
                  <a:pt x="578501" y="59381"/>
                  <a:pt x="578501" y="83403"/>
                </a:cubicBezTo>
                <a:cubicBezTo>
                  <a:pt x="578501" y="107425"/>
                  <a:pt x="587835" y="128906"/>
                  <a:pt x="604779" y="143884"/>
                </a:cubicBezTo>
                <a:cubicBezTo>
                  <a:pt x="621740" y="158881"/>
                  <a:pt x="645047" y="166805"/>
                  <a:pt x="672177" y="166805"/>
                </a:cubicBezTo>
                <a:cubicBezTo>
                  <a:pt x="699307" y="166805"/>
                  <a:pt x="722613" y="158881"/>
                  <a:pt x="739575" y="143884"/>
                </a:cubicBezTo>
                <a:close/>
                <a:moveTo>
                  <a:pt x="604595" y="83403"/>
                </a:moveTo>
                <a:cubicBezTo>
                  <a:pt x="604595" y="66489"/>
                  <a:pt x="610821" y="52135"/>
                  <a:pt x="622611" y="41871"/>
                </a:cubicBezTo>
                <a:cubicBezTo>
                  <a:pt x="634751" y="31305"/>
                  <a:pt x="651887" y="25719"/>
                  <a:pt x="672177" y="25719"/>
                </a:cubicBezTo>
                <a:cubicBezTo>
                  <a:pt x="692467" y="25719"/>
                  <a:pt x="709603" y="31305"/>
                  <a:pt x="721742" y="41871"/>
                </a:cubicBezTo>
                <a:cubicBezTo>
                  <a:pt x="733524" y="52126"/>
                  <a:pt x="739759" y="66489"/>
                  <a:pt x="739759" y="83403"/>
                </a:cubicBezTo>
                <a:cubicBezTo>
                  <a:pt x="739759" y="100316"/>
                  <a:pt x="733533" y="114671"/>
                  <a:pt x="721742" y="124934"/>
                </a:cubicBezTo>
                <a:cubicBezTo>
                  <a:pt x="709603" y="135501"/>
                  <a:pt x="692467" y="141077"/>
                  <a:pt x="672177" y="141077"/>
                </a:cubicBezTo>
                <a:cubicBezTo>
                  <a:pt x="651887" y="141077"/>
                  <a:pt x="634741" y="135491"/>
                  <a:pt x="622611" y="124934"/>
                </a:cubicBezTo>
                <a:cubicBezTo>
                  <a:pt x="610830" y="114671"/>
                  <a:pt x="604595" y="100316"/>
                  <a:pt x="604595" y="83403"/>
                </a:cubicBezTo>
                <a:close/>
                <a:moveTo>
                  <a:pt x="238310" y="207181"/>
                </a:moveTo>
                <a:cubicBezTo>
                  <a:pt x="241556" y="205118"/>
                  <a:pt x="245306" y="204081"/>
                  <a:pt x="249560" y="204081"/>
                </a:cubicBezTo>
                <a:cubicBezTo>
                  <a:pt x="254282" y="204081"/>
                  <a:pt x="258288" y="205292"/>
                  <a:pt x="261562" y="207713"/>
                </a:cubicBezTo>
                <a:cubicBezTo>
                  <a:pt x="264835" y="210135"/>
                  <a:pt x="267035" y="213501"/>
                  <a:pt x="268163" y="217812"/>
                </a:cubicBezTo>
                <a:lnTo>
                  <a:pt x="275874" y="217812"/>
                </a:lnTo>
                <a:cubicBezTo>
                  <a:pt x="274691" y="211373"/>
                  <a:pt x="271784" y="206292"/>
                  <a:pt x="267145" y="202568"/>
                </a:cubicBezTo>
                <a:cubicBezTo>
                  <a:pt x="262506" y="198844"/>
                  <a:pt x="256766" y="196982"/>
                  <a:pt x="249917" y="196982"/>
                </a:cubicBezTo>
                <a:cubicBezTo>
                  <a:pt x="244013" y="196982"/>
                  <a:pt x="238814" y="198293"/>
                  <a:pt x="234322" y="200926"/>
                </a:cubicBezTo>
                <a:cubicBezTo>
                  <a:pt x="229838" y="203558"/>
                  <a:pt x="226382" y="207264"/>
                  <a:pt x="223961" y="212052"/>
                </a:cubicBezTo>
                <a:cubicBezTo>
                  <a:pt x="221541" y="216840"/>
                  <a:pt x="220330" y="222334"/>
                  <a:pt x="220330" y="228534"/>
                </a:cubicBezTo>
                <a:cubicBezTo>
                  <a:pt x="220330" y="234734"/>
                  <a:pt x="221541" y="240302"/>
                  <a:pt x="223961" y="245062"/>
                </a:cubicBezTo>
                <a:cubicBezTo>
                  <a:pt x="226382" y="249823"/>
                  <a:pt x="229838" y="253510"/>
                  <a:pt x="234322" y="256142"/>
                </a:cubicBezTo>
                <a:cubicBezTo>
                  <a:pt x="238805" y="258775"/>
                  <a:pt x="244004" y="260086"/>
                  <a:pt x="249917" y="260086"/>
                </a:cubicBezTo>
                <a:cubicBezTo>
                  <a:pt x="256831" y="260086"/>
                  <a:pt x="262570" y="258224"/>
                  <a:pt x="267145" y="254501"/>
                </a:cubicBezTo>
                <a:cubicBezTo>
                  <a:pt x="271720" y="250777"/>
                  <a:pt x="274599" y="245695"/>
                  <a:pt x="275782" y="239256"/>
                </a:cubicBezTo>
                <a:lnTo>
                  <a:pt x="268071" y="239256"/>
                </a:lnTo>
                <a:cubicBezTo>
                  <a:pt x="266888" y="243631"/>
                  <a:pt x="264706" y="247007"/>
                  <a:pt x="261516" y="249401"/>
                </a:cubicBezTo>
                <a:cubicBezTo>
                  <a:pt x="258325" y="251795"/>
                  <a:pt x="254337" y="252987"/>
                  <a:pt x="249560" y="252987"/>
                </a:cubicBezTo>
                <a:cubicBezTo>
                  <a:pt x="245306" y="252987"/>
                  <a:pt x="241556" y="251951"/>
                  <a:pt x="238310" y="249887"/>
                </a:cubicBezTo>
                <a:cubicBezTo>
                  <a:pt x="235064" y="247823"/>
                  <a:pt x="232561" y="244925"/>
                  <a:pt x="230828" y="241201"/>
                </a:cubicBezTo>
                <a:cubicBezTo>
                  <a:pt x="229086" y="237477"/>
                  <a:pt x="228215" y="233258"/>
                  <a:pt x="228215" y="228525"/>
                </a:cubicBezTo>
                <a:cubicBezTo>
                  <a:pt x="228215" y="223792"/>
                  <a:pt x="229086" y="219499"/>
                  <a:pt x="230828" y="215812"/>
                </a:cubicBezTo>
                <a:cubicBezTo>
                  <a:pt x="232570" y="212125"/>
                  <a:pt x="235064" y="209245"/>
                  <a:pt x="238310" y="207172"/>
                </a:cubicBezTo>
                <a:close/>
                <a:moveTo>
                  <a:pt x="335580" y="197523"/>
                </a:moveTo>
                <a:lnTo>
                  <a:pt x="311925" y="259554"/>
                </a:lnTo>
                <a:lnTo>
                  <a:pt x="319892" y="259554"/>
                </a:lnTo>
                <a:lnTo>
                  <a:pt x="326448" y="242806"/>
                </a:lnTo>
                <a:lnTo>
                  <a:pt x="353467" y="242806"/>
                </a:lnTo>
                <a:lnTo>
                  <a:pt x="360023" y="259554"/>
                </a:lnTo>
                <a:lnTo>
                  <a:pt x="368256" y="259554"/>
                </a:lnTo>
                <a:lnTo>
                  <a:pt x="344693" y="197523"/>
                </a:lnTo>
                <a:lnTo>
                  <a:pt x="335570" y="197523"/>
                </a:lnTo>
                <a:close/>
                <a:moveTo>
                  <a:pt x="328758" y="235808"/>
                </a:moveTo>
                <a:lnTo>
                  <a:pt x="339916" y="205943"/>
                </a:lnTo>
                <a:lnTo>
                  <a:pt x="351166" y="235808"/>
                </a:lnTo>
                <a:lnTo>
                  <a:pt x="328749" y="235808"/>
                </a:lnTo>
                <a:close/>
                <a:moveTo>
                  <a:pt x="725437" y="197523"/>
                </a:moveTo>
                <a:lnTo>
                  <a:pt x="717736" y="197523"/>
                </a:lnTo>
                <a:lnTo>
                  <a:pt x="717736" y="259554"/>
                </a:lnTo>
                <a:lnTo>
                  <a:pt x="753704" y="259554"/>
                </a:lnTo>
                <a:lnTo>
                  <a:pt x="753704" y="252464"/>
                </a:lnTo>
                <a:lnTo>
                  <a:pt x="725446" y="252464"/>
                </a:lnTo>
                <a:lnTo>
                  <a:pt x="725446" y="197523"/>
                </a:lnTo>
                <a:close/>
                <a:moveTo>
                  <a:pt x="250953" y="2119"/>
                </a:moveTo>
                <a:lnTo>
                  <a:pt x="225566" y="2119"/>
                </a:lnTo>
                <a:lnTo>
                  <a:pt x="225566" y="164677"/>
                </a:lnTo>
                <a:lnTo>
                  <a:pt x="250953" y="164677"/>
                </a:lnTo>
                <a:lnTo>
                  <a:pt x="250953" y="2119"/>
                </a:lnTo>
                <a:close/>
                <a:moveTo>
                  <a:pt x="80592" y="62692"/>
                </a:moveTo>
                <a:lnTo>
                  <a:pt x="80592" y="164687"/>
                </a:lnTo>
                <a:cubicBezTo>
                  <a:pt x="80592" y="164687"/>
                  <a:pt x="106732" y="164687"/>
                  <a:pt x="106732" y="164687"/>
                </a:cubicBezTo>
                <a:lnTo>
                  <a:pt x="106713" y="62692"/>
                </a:lnTo>
                <a:cubicBezTo>
                  <a:pt x="106713" y="50282"/>
                  <a:pt x="102707" y="38523"/>
                  <a:pt x="95124" y="28700"/>
                </a:cubicBezTo>
                <a:lnTo>
                  <a:pt x="93648" y="26792"/>
                </a:lnTo>
                <a:lnTo>
                  <a:pt x="92172" y="28700"/>
                </a:lnTo>
                <a:cubicBezTo>
                  <a:pt x="84589" y="38523"/>
                  <a:pt x="80583" y="50273"/>
                  <a:pt x="80583" y="62692"/>
                </a:cubicBezTo>
                <a:close/>
                <a:moveTo>
                  <a:pt x="47273" y="2119"/>
                </a:moveTo>
                <a:lnTo>
                  <a:pt x="0" y="2119"/>
                </a:lnTo>
                <a:lnTo>
                  <a:pt x="0" y="26792"/>
                </a:lnTo>
                <a:lnTo>
                  <a:pt x="93648" y="26792"/>
                </a:lnTo>
                <a:lnTo>
                  <a:pt x="91328" y="23793"/>
                </a:lnTo>
                <a:cubicBezTo>
                  <a:pt x="80693" y="10025"/>
                  <a:pt x="64629" y="2119"/>
                  <a:pt x="47273" y="2119"/>
                </a:cubicBezTo>
                <a:close/>
                <a:moveTo>
                  <a:pt x="95968" y="23793"/>
                </a:moveTo>
                <a:lnTo>
                  <a:pt x="93648" y="26792"/>
                </a:lnTo>
                <a:lnTo>
                  <a:pt x="187296" y="26792"/>
                </a:lnTo>
                <a:lnTo>
                  <a:pt x="187296" y="2119"/>
                </a:lnTo>
                <a:lnTo>
                  <a:pt x="140023" y="2119"/>
                </a:lnTo>
                <a:cubicBezTo>
                  <a:pt x="122657" y="2119"/>
                  <a:pt x="106603" y="10016"/>
                  <a:pt x="95958" y="23793"/>
                </a:cubicBezTo>
                <a:close/>
                <a:moveTo>
                  <a:pt x="514844" y="164677"/>
                </a:moveTo>
                <a:lnTo>
                  <a:pt x="540232" y="164677"/>
                </a:lnTo>
                <a:lnTo>
                  <a:pt x="540232" y="2119"/>
                </a:lnTo>
                <a:lnTo>
                  <a:pt x="514844" y="2119"/>
                </a:lnTo>
                <a:lnTo>
                  <a:pt x="514844" y="164677"/>
                </a:lnTo>
                <a:close/>
                <a:moveTo>
                  <a:pt x="495205" y="259554"/>
                </a:moveTo>
                <a:lnTo>
                  <a:pt x="502915" y="259554"/>
                </a:lnTo>
                <a:lnTo>
                  <a:pt x="502915" y="197523"/>
                </a:lnTo>
                <a:lnTo>
                  <a:pt x="495205" y="197523"/>
                </a:lnTo>
                <a:lnTo>
                  <a:pt x="495205" y="259554"/>
                </a:lnTo>
                <a:close/>
                <a:moveTo>
                  <a:pt x="544816" y="204613"/>
                </a:moveTo>
                <a:lnTo>
                  <a:pt x="564923" y="204613"/>
                </a:lnTo>
                <a:lnTo>
                  <a:pt x="564923" y="259554"/>
                </a:lnTo>
                <a:lnTo>
                  <a:pt x="572633" y="259554"/>
                </a:lnTo>
                <a:lnTo>
                  <a:pt x="572633" y="204613"/>
                </a:lnTo>
                <a:lnTo>
                  <a:pt x="592740" y="204613"/>
                </a:lnTo>
                <a:lnTo>
                  <a:pt x="592740" y="197523"/>
                </a:lnTo>
                <a:lnTo>
                  <a:pt x="544816" y="197523"/>
                </a:lnTo>
                <a:lnTo>
                  <a:pt x="544816" y="204613"/>
                </a:lnTo>
                <a:close/>
                <a:moveTo>
                  <a:pt x="287389" y="2119"/>
                </a:moveTo>
                <a:cubicBezTo>
                  <a:pt x="287389" y="2119"/>
                  <a:pt x="335680" y="117220"/>
                  <a:pt x="345234" y="140105"/>
                </a:cubicBezTo>
                <a:cubicBezTo>
                  <a:pt x="356374" y="166796"/>
                  <a:pt x="374464" y="166796"/>
                  <a:pt x="381413" y="166796"/>
                </a:cubicBezTo>
                <a:lnTo>
                  <a:pt x="382899" y="166796"/>
                </a:lnTo>
                <a:lnTo>
                  <a:pt x="316692" y="2119"/>
                </a:lnTo>
                <a:lnTo>
                  <a:pt x="287389" y="2119"/>
                </a:lnTo>
                <a:close/>
                <a:moveTo>
                  <a:pt x="443549" y="199871"/>
                </a:moveTo>
                <a:cubicBezTo>
                  <a:pt x="440413" y="198303"/>
                  <a:pt x="436819" y="197523"/>
                  <a:pt x="432739" y="197523"/>
                </a:cubicBezTo>
                <a:lnTo>
                  <a:pt x="408910" y="197523"/>
                </a:lnTo>
                <a:lnTo>
                  <a:pt x="408910" y="259554"/>
                </a:lnTo>
                <a:lnTo>
                  <a:pt x="416621" y="259554"/>
                </a:lnTo>
                <a:lnTo>
                  <a:pt x="416621" y="235716"/>
                </a:lnTo>
                <a:lnTo>
                  <a:pt x="432748" y="235716"/>
                </a:lnTo>
                <a:cubicBezTo>
                  <a:pt x="436819" y="235716"/>
                  <a:pt x="440413" y="234936"/>
                  <a:pt x="443512" y="233368"/>
                </a:cubicBezTo>
                <a:cubicBezTo>
                  <a:pt x="446611" y="231799"/>
                  <a:pt x="449013" y="229571"/>
                  <a:pt x="450728" y="226681"/>
                </a:cubicBezTo>
                <a:cubicBezTo>
                  <a:pt x="452442" y="223783"/>
                  <a:pt x="453295" y="220417"/>
                  <a:pt x="453295" y="216583"/>
                </a:cubicBezTo>
                <a:cubicBezTo>
                  <a:pt x="453295" y="212749"/>
                  <a:pt x="452452" y="209392"/>
                  <a:pt x="450774" y="206521"/>
                </a:cubicBezTo>
                <a:cubicBezTo>
                  <a:pt x="449087" y="203659"/>
                  <a:pt x="446685" y="201439"/>
                  <a:pt x="443558" y="199871"/>
                </a:cubicBezTo>
                <a:close/>
                <a:moveTo>
                  <a:pt x="441779" y="225351"/>
                </a:moveTo>
                <a:cubicBezTo>
                  <a:pt x="439359" y="227534"/>
                  <a:pt x="436113" y="228635"/>
                  <a:pt x="432033" y="228635"/>
                </a:cubicBezTo>
                <a:lnTo>
                  <a:pt x="416621" y="228635"/>
                </a:lnTo>
                <a:lnTo>
                  <a:pt x="416621" y="204622"/>
                </a:lnTo>
                <a:lnTo>
                  <a:pt x="432125" y="204622"/>
                </a:lnTo>
                <a:cubicBezTo>
                  <a:pt x="436196" y="204622"/>
                  <a:pt x="439432" y="205705"/>
                  <a:pt x="441825" y="207860"/>
                </a:cubicBezTo>
                <a:cubicBezTo>
                  <a:pt x="444218" y="210015"/>
                  <a:pt x="445410" y="212923"/>
                  <a:pt x="445410" y="216592"/>
                </a:cubicBezTo>
                <a:cubicBezTo>
                  <a:pt x="445410" y="220261"/>
                  <a:pt x="444200" y="223178"/>
                  <a:pt x="441779" y="225361"/>
                </a:cubicBezTo>
                <a:close/>
                <a:moveTo>
                  <a:pt x="382889" y="166805"/>
                </a:moveTo>
                <a:lnTo>
                  <a:pt x="384375" y="166805"/>
                </a:lnTo>
                <a:cubicBezTo>
                  <a:pt x="391334" y="166805"/>
                  <a:pt x="409423" y="166805"/>
                  <a:pt x="420554" y="140114"/>
                </a:cubicBezTo>
                <a:cubicBezTo>
                  <a:pt x="430099" y="117230"/>
                  <a:pt x="478399" y="2128"/>
                  <a:pt x="478399" y="2128"/>
                </a:cubicBezTo>
                <a:lnTo>
                  <a:pt x="449096" y="2128"/>
                </a:lnTo>
                <a:lnTo>
                  <a:pt x="382889" y="166814"/>
                </a:lnTo>
                <a:close/>
                <a:moveTo>
                  <a:pt x="644368" y="197523"/>
                </a:moveTo>
                <a:lnTo>
                  <a:pt x="620714" y="259554"/>
                </a:lnTo>
                <a:lnTo>
                  <a:pt x="628690" y="259554"/>
                </a:lnTo>
                <a:lnTo>
                  <a:pt x="635246" y="242806"/>
                </a:lnTo>
                <a:lnTo>
                  <a:pt x="662266" y="242806"/>
                </a:lnTo>
                <a:lnTo>
                  <a:pt x="668821" y="259554"/>
                </a:lnTo>
                <a:lnTo>
                  <a:pt x="677055" y="259554"/>
                </a:lnTo>
                <a:lnTo>
                  <a:pt x="653491" y="197523"/>
                </a:lnTo>
                <a:lnTo>
                  <a:pt x="644368" y="197523"/>
                </a:lnTo>
                <a:close/>
                <a:moveTo>
                  <a:pt x="637547" y="235808"/>
                </a:moveTo>
                <a:lnTo>
                  <a:pt x="648705" y="205943"/>
                </a:lnTo>
                <a:lnTo>
                  <a:pt x="659955" y="235808"/>
                </a:lnTo>
                <a:lnTo>
                  <a:pt x="637538" y="235808"/>
                </a:lnTo>
                <a:close/>
              </a:path>
            </a:pathLst>
          </a:custGeom>
          <a:solidFill>
            <a:schemeClr val="bg1"/>
          </a:solidFill>
          <a:ln w="1061" cap="flat">
            <a:noFill/>
            <a:prstDash val="solid"/>
            <a:miter/>
          </a:ln>
        </p:spPr>
        <p:txBody>
          <a:bodyPr rtlCol="0" anchor="ctr"/>
          <a:lstStyle/>
          <a:p>
            <a:endParaRPr lang="pt-BR">
              <a:solidFill>
                <a:schemeClr val="bg1"/>
              </a:solidFill>
            </a:endParaRPr>
          </a:p>
        </p:txBody>
      </p:sp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7858F1CA-0E09-F094-AD45-52092585CA1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225800" y="1518527"/>
            <a:ext cx="3740400" cy="2313464"/>
          </a:xfrm>
          <a:prstGeom prst="rect">
            <a:avLst/>
          </a:prstGeom>
          <a:ln>
            <a:solidFill>
              <a:schemeClr val="accent4"/>
            </a:solidFill>
          </a:ln>
        </p:spPr>
        <p:txBody>
          <a:bodyPr lIns="36000" tIns="36000" rIns="36000" bIns="36000"/>
          <a:lstStyle>
            <a:lvl1pPr marL="0" indent="0">
              <a:buNone/>
              <a:defRPr sz="120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4E170CD4-5C01-DD85-2A0A-98954D99CAC5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34962" y="3987408"/>
            <a:ext cx="3741737" cy="2313464"/>
          </a:xfrm>
          <a:prstGeom prst="rect">
            <a:avLst/>
          </a:prstGeom>
          <a:ln>
            <a:solidFill>
              <a:schemeClr val="accent4"/>
            </a:solidFill>
          </a:ln>
        </p:spPr>
        <p:txBody>
          <a:bodyPr lIns="36000" tIns="36000" rIns="36000" bIns="36000"/>
          <a:lstStyle>
            <a:lvl1pPr marL="0" indent="0">
              <a:buNone/>
              <a:defRPr sz="120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8">
            <a:extLst>
              <a:ext uri="{FF2B5EF4-FFF2-40B4-BE49-F238E27FC236}">
                <a16:creationId xmlns:a16="http://schemas.microsoft.com/office/drawing/2014/main" id="{10601806-BC35-9EEE-9C59-2DC0E49D5BA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4225799" y="3987408"/>
            <a:ext cx="3740400" cy="2313464"/>
          </a:xfrm>
          <a:prstGeom prst="rect">
            <a:avLst/>
          </a:prstGeom>
          <a:ln>
            <a:solidFill>
              <a:schemeClr val="accent4"/>
            </a:solidFill>
          </a:ln>
        </p:spPr>
        <p:txBody>
          <a:bodyPr lIns="36000" tIns="36000" rIns="36000" bIns="36000"/>
          <a:lstStyle>
            <a:lvl1pPr marL="0" indent="0">
              <a:buNone/>
              <a:defRPr sz="120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805EFAA-C04F-7113-90E8-A7D66AF3528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116638" y="1524793"/>
            <a:ext cx="3740400" cy="2313464"/>
          </a:xfrm>
          <a:prstGeom prst="rect">
            <a:avLst/>
          </a:prstGeom>
          <a:ln>
            <a:solidFill>
              <a:schemeClr val="accent4"/>
            </a:solidFill>
          </a:ln>
        </p:spPr>
        <p:txBody>
          <a:bodyPr lIns="36000" tIns="36000" rIns="36000" bIns="36000"/>
          <a:lstStyle>
            <a:lvl1pPr marL="0" indent="0">
              <a:buNone/>
              <a:defRPr sz="120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E9120CB5-4884-D14A-8682-CC106CAFBBE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116637" y="3993674"/>
            <a:ext cx="3740400" cy="2313464"/>
          </a:xfrm>
          <a:prstGeom prst="rect">
            <a:avLst/>
          </a:prstGeom>
          <a:ln>
            <a:solidFill>
              <a:schemeClr val="accent4"/>
            </a:solidFill>
          </a:ln>
        </p:spPr>
        <p:txBody>
          <a:bodyPr lIns="36000" tIns="36000" rIns="36000" bIns="36000"/>
          <a:lstStyle>
            <a:lvl1pPr marL="0" indent="0">
              <a:buNone/>
              <a:defRPr sz="120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CAC4E8C-2B3F-574D-C955-1EBD6FD7CDE9}"/>
              </a:ext>
            </a:extLst>
          </p:cNvPr>
          <p:cNvCxnSpPr/>
          <p:nvPr userDrawn="1"/>
        </p:nvCxnSpPr>
        <p:spPr>
          <a:xfrm>
            <a:off x="334963" y="185353"/>
            <a:ext cx="10415415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8505947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469">
          <p15:clr>
            <a:srgbClr val="FBAE40"/>
          </p15:clr>
        </p15:guide>
        <p15:guide id="2" orient="horz" pos="3974">
          <p15:clr>
            <a:srgbClr val="FBAE40"/>
          </p15:clr>
        </p15:guide>
        <p15:guide id="3" orient="horz" pos="232">
          <p15:clr>
            <a:srgbClr val="FBAE40"/>
          </p15:clr>
        </p15:guide>
        <p15:guide id="4" pos="211">
          <p15:clr>
            <a:srgbClr val="FBAE40"/>
          </p15:clr>
        </p15:guide>
        <p15:guide id="5" orient="horz" pos="4065">
          <p15:clr>
            <a:srgbClr val="FBAE40"/>
          </p15:clr>
        </p15:guide>
        <p15:guide id="6" orient="horz" pos="799">
          <p15:clr>
            <a:srgbClr val="FBAE40"/>
          </p15:clr>
        </p15:guide>
        <p15:guide id="7" orient="horz" pos="935">
          <p15:clr>
            <a:srgbClr val="FBAE40"/>
          </p15:clr>
        </p15:guide>
      </p15:sldGuideLst>
    </p:ext>
  </p:extLs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| 5 Boxes - High Yield">
    <p:bg>
      <p:bgPr>
        <a:gradFill>
          <a:gsLst>
            <a:gs pos="81000">
              <a:schemeClr val="tx1">
                <a:lumMod val="85000"/>
                <a:lumOff val="15000"/>
              </a:schemeClr>
            </a:gs>
            <a:gs pos="100000">
              <a:schemeClr val="tx1">
                <a:lumMod val="95000"/>
                <a:lumOff val="5000"/>
              </a:schemeClr>
            </a:gs>
            <a:gs pos="0">
              <a:schemeClr val="accent5"/>
            </a:gs>
          </a:gsLst>
          <a:lin ang="7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132BCE3-A04F-8602-64F7-7623C7EAF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61763" y="6482556"/>
            <a:ext cx="295275" cy="1692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 sz="1100">
                <a:solidFill>
                  <a:schemeClr val="bg1"/>
                </a:solidFill>
                <a:latin typeface="Versos" panose="020B0503020204030204" pitchFamily="34" charset="0"/>
                <a:cs typeface="Versos" panose="020B0503020204030204" pitchFamily="34" charset="0"/>
              </a:defRPr>
            </a:lvl1pPr>
          </a:lstStyle>
          <a:p>
            <a:fld id="{77667D73-C69A-4DAA-9003-24A825D36FE9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B13D7C-5A47-B0DF-B518-26E79F5D2DB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63" y="368300"/>
            <a:ext cx="10183813" cy="4308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err="1"/>
              <a:t>Título</a:t>
            </a:r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401465E-A8CD-A3BA-BE2A-9597492FDC6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4963" y="6482556"/>
            <a:ext cx="10980000" cy="138499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900">
                <a:latin typeface="Versos Light" panose="020B0403020204030204" pitchFamily="34" charset="0"/>
              </a:defRPr>
            </a:lvl2pPr>
            <a:lvl3pPr>
              <a:defRPr sz="900">
                <a:latin typeface="Versos Light" panose="020B0403020204030204" pitchFamily="34" charset="0"/>
              </a:defRPr>
            </a:lvl3pPr>
            <a:lvl4pPr>
              <a:defRPr sz="900">
                <a:latin typeface="Versos Light" panose="020B0403020204030204" pitchFamily="34" charset="0"/>
              </a:defRPr>
            </a:lvl4pPr>
            <a:lvl5pPr>
              <a:defRPr sz="900">
                <a:latin typeface="Versos Light" panose="020B0403020204030204" pitchFamily="34" charset="0"/>
              </a:defRPr>
            </a:lvl5pPr>
          </a:lstStyle>
          <a:p>
            <a:pPr lvl="0"/>
            <a:r>
              <a:rPr lang="en-US"/>
              <a:t>Fonte:</a:t>
            </a:r>
            <a:endParaRPr lang="pt-BR"/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7F86D482-580C-D22A-58CC-10B9C4F7EDD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34963" y="1518527"/>
            <a:ext cx="3741737" cy="2313464"/>
          </a:xfrm>
          <a:prstGeom prst="rect">
            <a:avLst/>
          </a:prstGeom>
          <a:ln>
            <a:solidFill>
              <a:schemeClr val="accent4"/>
            </a:solidFill>
          </a:ln>
        </p:spPr>
        <p:txBody>
          <a:bodyPr lIns="36000" tIns="36000" rIns="36000" bIns="36000"/>
          <a:lstStyle>
            <a:lvl1pPr marL="0" indent="0">
              <a:buNone/>
              <a:defRPr sz="120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Picture 8">
            <a:extLst>
              <a:ext uri="{FF2B5EF4-FFF2-40B4-BE49-F238E27FC236}">
                <a16:creationId xmlns:a16="http://schemas.microsoft.com/office/drawing/2014/main" id="{57BCE67C-64C7-2D0C-0DC2-7A4B4CC314E0}"/>
              </a:ext>
            </a:extLst>
          </p:cNvPr>
          <p:cNvSpPr/>
          <p:nvPr userDrawn="1"/>
        </p:nvSpPr>
        <p:spPr>
          <a:xfrm>
            <a:off x="11091186" y="377178"/>
            <a:ext cx="765852" cy="260086"/>
          </a:xfrm>
          <a:custGeom>
            <a:avLst/>
            <a:gdLst>
              <a:gd name="connsiteX0" fmla="*/ 739575 w 765852"/>
              <a:gd name="connsiteY0" fmla="*/ 143884 h 260086"/>
              <a:gd name="connsiteX1" fmla="*/ 765852 w 765852"/>
              <a:gd name="connsiteY1" fmla="*/ 83403 h 260086"/>
              <a:gd name="connsiteX2" fmla="*/ 739575 w 765852"/>
              <a:gd name="connsiteY2" fmla="*/ 22921 h 260086"/>
              <a:gd name="connsiteX3" fmla="*/ 672177 w 765852"/>
              <a:gd name="connsiteY3" fmla="*/ 0 h 260086"/>
              <a:gd name="connsiteX4" fmla="*/ 604779 w 765852"/>
              <a:gd name="connsiteY4" fmla="*/ 22921 h 260086"/>
              <a:gd name="connsiteX5" fmla="*/ 578501 w 765852"/>
              <a:gd name="connsiteY5" fmla="*/ 83403 h 260086"/>
              <a:gd name="connsiteX6" fmla="*/ 604779 w 765852"/>
              <a:gd name="connsiteY6" fmla="*/ 143884 h 260086"/>
              <a:gd name="connsiteX7" fmla="*/ 672177 w 765852"/>
              <a:gd name="connsiteY7" fmla="*/ 166805 h 260086"/>
              <a:gd name="connsiteX8" fmla="*/ 739575 w 765852"/>
              <a:gd name="connsiteY8" fmla="*/ 143884 h 260086"/>
              <a:gd name="connsiteX9" fmla="*/ 604595 w 765852"/>
              <a:gd name="connsiteY9" fmla="*/ 83403 h 260086"/>
              <a:gd name="connsiteX10" fmla="*/ 622611 w 765852"/>
              <a:gd name="connsiteY10" fmla="*/ 41871 h 260086"/>
              <a:gd name="connsiteX11" fmla="*/ 672177 w 765852"/>
              <a:gd name="connsiteY11" fmla="*/ 25719 h 260086"/>
              <a:gd name="connsiteX12" fmla="*/ 721742 w 765852"/>
              <a:gd name="connsiteY12" fmla="*/ 41871 h 260086"/>
              <a:gd name="connsiteX13" fmla="*/ 739759 w 765852"/>
              <a:gd name="connsiteY13" fmla="*/ 83403 h 260086"/>
              <a:gd name="connsiteX14" fmla="*/ 721742 w 765852"/>
              <a:gd name="connsiteY14" fmla="*/ 124934 h 260086"/>
              <a:gd name="connsiteX15" fmla="*/ 672177 w 765852"/>
              <a:gd name="connsiteY15" fmla="*/ 141077 h 260086"/>
              <a:gd name="connsiteX16" fmla="*/ 622611 w 765852"/>
              <a:gd name="connsiteY16" fmla="*/ 124934 h 260086"/>
              <a:gd name="connsiteX17" fmla="*/ 604595 w 765852"/>
              <a:gd name="connsiteY17" fmla="*/ 83403 h 260086"/>
              <a:gd name="connsiteX18" fmla="*/ 238310 w 765852"/>
              <a:gd name="connsiteY18" fmla="*/ 207181 h 260086"/>
              <a:gd name="connsiteX19" fmla="*/ 249560 w 765852"/>
              <a:gd name="connsiteY19" fmla="*/ 204081 h 260086"/>
              <a:gd name="connsiteX20" fmla="*/ 261562 w 765852"/>
              <a:gd name="connsiteY20" fmla="*/ 207713 h 260086"/>
              <a:gd name="connsiteX21" fmla="*/ 268163 w 765852"/>
              <a:gd name="connsiteY21" fmla="*/ 217812 h 260086"/>
              <a:gd name="connsiteX22" fmla="*/ 275874 w 765852"/>
              <a:gd name="connsiteY22" fmla="*/ 217812 h 260086"/>
              <a:gd name="connsiteX23" fmla="*/ 267145 w 765852"/>
              <a:gd name="connsiteY23" fmla="*/ 202568 h 260086"/>
              <a:gd name="connsiteX24" fmla="*/ 249917 w 765852"/>
              <a:gd name="connsiteY24" fmla="*/ 196982 h 260086"/>
              <a:gd name="connsiteX25" fmla="*/ 234322 w 765852"/>
              <a:gd name="connsiteY25" fmla="*/ 200926 h 260086"/>
              <a:gd name="connsiteX26" fmla="*/ 223961 w 765852"/>
              <a:gd name="connsiteY26" fmla="*/ 212052 h 260086"/>
              <a:gd name="connsiteX27" fmla="*/ 220330 w 765852"/>
              <a:gd name="connsiteY27" fmla="*/ 228534 h 260086"/>
              <a:gd name="connsiteX28" fmla="*/ 223961 w 765852"/>
              <a:gd name="connsiteY28" fmla="*/ 245062 h 260086"/>
              <a:gd name="connsiteX29" fmla="*/ 234322 w 765852"/>
              <a:gd name="connsiteY29" fmla="*/ 256142 h 260086"/>
              <a:gd name="connsiteX30" fmla="*/ 249917 w 765852"/>
              <a:gd name="connsiteY30" fmla="*/ 260086 h 260086"/>
              <a:gd name="connsiteX31" fmla="*/ 267145 w 765852"/>
              <a:gd name="connsiteY31" fmla="*/ 254501 h 260086"/>
              <a:gd name="connsiteX32" fmla="*/ 275782 w 765852"/>
              <a:gd name="connsiteY32" fmla="*/ 239256 h 260086"/>
              <a:gd name="connsiteX33" fmla="*/ 268071 w 765852"/>
              <a:gd name="connsiteY33" fmla="*/ 239256 h 260086"/>
              <a:gd name="connsiteX34" fmla="*/ 261516 w 765852"/>
              <a:gd name="connsiteY34" fmla="*/ 249401 h 260086"/>
              <a:gd name="connsiteX35" fmla="*/ 249560 w 765852"/>
              <a:gd name="connsiteY35" fmla="*/ 252987 h 260086"/>
              <a:gd name="connsiteX36" fmla="*/ 238310 w 765852"/>
              <a:gd name="connsiteY36" fmla="*/ 249887 h 260086"/>
              <a:gd name="connsiteX37" fmla="*/ 230828 w 765852"/>
              <a:gd name="connsiteY37" fmla="*/ 241201 h 260086"/>
              <a:gd name="connsiteX38" fmla="*/ 228215 w 765852"/>
              <a:gd name="connsiteY38" fmla="*/ 228525 h 260086"/>
              <a:gd name="connsiteX39" fmla="*/ 230828 w 765852"/>
              <a:gd name="connsiteY39" fmla="*/ 215812 h 260086"/>
              <a:gd name="connsiteX40" fmla="*/ 238310 w 765852"/>
              <a:gd name="connsiteY40" fmla="*/ 207172 h 260086"/>
              <a:gd name="connsiteX41" fmla="*/ 335580 w 765852"/>
              <a:gd name="connsiteY41" fmla="*/ 197523 h 260086"/>
              <a:gd name="connsiteX42" fmla="*/ 311925 w 765852"/>
              <a:gd name="connsiteY42" fmla="*/ 259554 h 260086"/>
              <a:gd name="connsiteX43" fmla="*/ 319892 w 765852"/>
              <a:gd name="connsiteY43" fmla="*/ 259554 h 260086"/>
              <a:gd name="connsiteX44" fmla="*/ 326448 w 765852"/>
              <a:gd name="connsiteY44" fmla="*/ 242806 h 260086"/>
              <a:gd name="connsiteX45" fmla="*/ 353467 w 765852"/>
              <a:gd name="connsiteY45" fmla="*/ 242806 h 260086"/>
              <a:gd name="connsiteX46" fmla="*/ 360023 w 765852"/>
              <a:gd name="connsiteY46" fmla="*/ 259554 h 260086"/>
              <a:gd name="connsiteX47" fmla="*/ 368256 w 765852"/>
              <a:gd name="connsiteY47" fmla="*/ 259554 h 260086"/>
              <a:gd name="connsiteX48" fmla="*/ 344693 w 765852"/>
              <a:gd name="connsiteY48" fmla="*/ 197523 h 260086"/>
              <a:gd name="connsiteX49" fmla="*/ 335570 w 765852"/>
              <a:gd name="connsiteY49" fmla="*/ 197523 h 260086"/>
              <a:gd name="connsiteX50" fmla="*/ 328758 w 765852"/>
              <a:gd name="connsiteY50" fmla="*/ 235808 h 260086"/>
              <a:gd name="connsiteX51" fmla="*/ 339916 w 765852"/>
              <a:gd name="connsiteY51" fmla="*/ 205943 h 260086"/>
              <a:gd name="connsiteX52" fmla="*/ 351166 w 765852"/>
              <a:gd name="connsiteY52" fmla="*/ 235808 h 260086"/>
              <a:gd name="connsiteX53" fmla="*/ 328749 w 765852"/>
              <a:gd name="connsiteY53" fmla="*/ 235808 h 260086"/>
              <a:gd name="connsiteX54" fmla="*/ 725437 w 765852"/>
              <a:gd name="connsiteY54" fmla="*/ 197523 h 260086"/>
              <a:gd name="connsiteX55" fmla="*/ 717736 w 765852"/>
              <a:gd name="connsiteY55" fmla="*/ 197523 h 260086"/>
              <a:gd name="connsiteX56" fmla="*/ 717736 w 765852"/>
              <a:gd name="connsiteY56" fmla="*/ 259554 h 260086"/>
              <a:gd name="connsiteX57" fmla="*/ 753704 w 765852"/>
              <a:gd name="connsiteY57" fmla="*/ 259554 h 260086"/>
              <a:gd name="connsiteX58" fmla="*/ 753704 w 765852"/>
              <a:gd name="connsiteY58" fmla="*/ 252464 h 260086"/>
              <a:gd name="connsiteX59" fmla="*/ 725446 w 765852"/>
              <a:gd name="connsiteY59" fmla="*/ 252464 h 260086"/>
              <a:gd name="connsiteX60" fmla="*/ 725446 w 765852"/>
              <a:gd name="connsiteY60" fmla="*/ 197523 h 260086"/>
              <a:gd name="connsiteX61" fmla="*/ 250953 w 765852"/>
              <a:gd name="connsiteY61" fmla="*/ 2119 h 260086"/>
              <a:gd name="connsiteX62" fmla="*/ 225566 w 765852"/>
              <a:gd name="connsiteY62" fmla="*/ 2119 h 260086"/>
              <a:gd name="connsiteX63" fmla="*/ 225566 w 765852"/>
              <a:gd name="connsiteY63" fmla="*/ 164677 h 260086"/>
              <a:gd name="connsiteX64" fmla="*/ 250953 w 765852"/>
              <a:gd name="connsiteY64" fmla="*/ 164677 h 260086"/>
              <a:gd name="connsiteX65" fmla="*/ 250953 w 765852"/>
              <a:gd name="connsiteY65" fmla="*/ 2119 h 260086"/>
              <a:gd name="connsiteX66" fmla="*/ 80592 w 765852"/>
              <a:gd name="connsiteY66" fmla="*/ 62692 h 260086"/>
              <a:gd name="connsiteX67" fmla="*/ 80592 w 765852"/>
              <a:gd name="connsiteY67" fmla="*/ 164687 h 260086"/>
              <a:gd name="connsiteX68" fmla="*/ 106732 w 765852"/>
              <a:gd name="connsiteY68" fmla="*/ 164687 h 260086"/>
              <a:gd name="connsiteX69" fmla="*/ 106713 w 765852"/>
              <a:gd name="connsiteY69" fmla="*/ 62692 h 260086"/>
              <a:gd name="connsiteX70" fmla="*/ 95124 w 765852"/>
              <a:gd name="connsiteY70" fmla="*/ 28700 h 260086"/>
              <a:gd name="connsiteX71" fmla="*/ 93648 w 765852"/>
              <a:gd name="connsiteY71" fmla="*/ 26792 h 260086"/>
              <a:gd name="connsiteX72" fmla="*/ 92172 w 765852"/>
              <a:gd name="connsiteY72" fmla="*/ 28700 h 260086"/>
              <a:gd name="connsiteX73" fmla="*/ 80583 w 765852"/>
              <a:gd name="connsiteY73" fmla="*/ 62692 h 260086"/>
              <a:gd name="connsiteX74" fmla="*/ 47273 w 765852"/>
              <a:gd name="connsiteY74" fmla="*/ 2119 h 260086"/>
              <a:gd name="connsiteX75" fmla="*/ 0 w 765852"/>
              <a:gd name="connsiteY75" fmla="*/ 2119 h 260086"/>
              <a:gd name="connsiteX76" fmla="*/ 0 w 765852"/>
              <a:gd name="connsiteY76" fmla="*/ 26792 h 260086"/>
              <a:gd name="connsiteX77" fmla="*/ 93648 w 765852"/>
              <a:gd name="connsiteY77" fmla="*/ 26792 h 260086"/>
              <a:gd name="connsiteX78" fmla="*/ 91328 w 765852"/>
              <a:gd name="connsiteY78" fmla="*/ 23793 h 260086"/>
              <a:gd name="connsiteX79" fmla="*/ 47273 w 765852"/>
              <a:gd name="connsiteY79" fmla="*/ 2119 h 260086"/>
              <a:gd name="connsiteX80" fmla="*/ 95968 w 765852"/>
              <a:gd name="connsiteY80" fmla="*/ 23793 h 260086"/>
              <a:gd name="connsiteX81" fmla="*/ 93648 w 765852"/>
              <a:gd name="connsiteY81" fmla="*/ 26792 h 260086"/>
              <a:gd name="connsiteX82" fmla="*/ 187296 w 765852"/>
              <a:gd name="connsiteY82" fmla="*/ 26792 h 260086"/>
              <a:gd name="connsiteX83" fmla="*/ 187296 w 765852"/>
              <a:gd name="connsiteY83" fmla="*/ 2119 h 260086"/>
              <a:gd name="connsiteX84" fmla="*/ 140023 w 765852"/>
              <a:gd name="connsiteY84" fmla="*/ 2119 h 260086"/>
              <a:gd name="connsiteX85" fmla="*/ 95958 w 765852"/>
              <a:gd name="connsiteY85" fmla="*/ 23793 h 260086"/>
              <a:gd name="connsiteX86" fmla="*/ 514844 w 765852"/>
              <a:gd name="connsiteY86" fmla="*/ 164677 h 260086"/>
              <a:gd name="connsiteX87" fmla="*/ 540232 w 765852"/>
              <a:gd name="connsiteY87" fmla="*/ 164677 h 260086"/>
              <a:gd name="connsiteX88" fmla="*/ 540232 w 765852"/>
              <a:gd name="connsiteY88" fmla="*/ 2119 h 260086"/>
              <a:gd name="connsiteX89" fmla="*/ 514844 w 765852"/>
              <a:gd name="connsiteY89" fmla="*/ 2119 h 260086"/>
              <a:gd name="connsiteX90" fmla="*/ 514844 w 765852"/>
              <a:gd name="connsiteY90" fmla="*/ 164677 h 260086"/>
              <a:gd name="connsiteX91" fmla="*/ 495205 w 765852"/>
              <a:gd name="connsiteY91" fmla="*/ 259554 h 260086"/>
              <a:gd name="connsiteX92" fmla="*/ 502915 w 765852"/>
              <a:gd name="connsiteY92" fmla="*/ 259554 h 260086"/>
              <a:gd name="connsiteX93" fmla="*/ 502915 w 765852"/>
              <a:gd name="connsiteY93" fmla="*/ 197523 h 260086"/>
              <a:gd name="connsiteX94" fmla="*/ 495205 w 765852"/>
              <a:gd name="connsiteY94" fmla="*/ 197523 h 260086"/>
              <a:gd name="connsiteX95" fmla="*/ 495205 w 765852"/>
              <a:gd name="connsiteY95" fmla="*/ 259554 h 260086"/>
              <a:gd name="connsiteX96" fmla="*/ 544816 w 765852"/>
              <a:gd name="connsiteY96" fmla="*/ 204613 h 260086"/>
              <a:gd name="connsiteX97" fmla="*/ 564923 w 765852"/>
              <a:gd name="connsiteY97" fmla="*/ 204613 h 260086"/>
              <a:gd name="connsiteX98" fmla="*/ 564923 w 765852"/>
              <a:gd name="connsiteY98" fmla="*/ 259554 h 260086"/>
              <a:gd name="connsiteX99" fmla="*/ 572633 w 765852"/>
              <a:gd name="connsiteY99" fmla="*/ 259554 h 260086"/>
              <a:gd name="connsiteX100" fmla="*/ 572633 w 765852"/>
              <a:gd name="connsiteY100" fmla="*/ 204613 h 260086"/>
              <a:gd name="connsiteX101" fmla="*/ 592740 w 765852"/>
              <a:gd name="connsiteY101" fmla="*/ 204613 h 260086"/>
              <a:gd name="connsiteX102" fmla="*/ 592740 w 765852"/>
              <a:gd name="connsiteY102" fmla="*/ 197523 h 260086"/>
              <a:gd name="connsiteX103" fmla="*/ 544816 w 765852"/>
              <a:gd name="connsiteY103" fmla="*/ 197523 h 260086"/>
              <a:gd name="connsiteX104" fmla="*/ 544816 w 765852"/>
              <a:gd name="connsiteY104" fmla="*/ 204613 h 260086"/>
              <a:gd name="connsiteX105" fmla="*/ 287389 w 765852"/>
              <a:gd name="connsiteY105" fmla="*/ 2119 h 260086"/>
              <a:gd name="connsiteX106" fmla="*/ 345234 w 765852"/>
              <a:gd name="connsiteY106" fmla="*/ 140105 h 260086"/>
              <a:gd name="connsiteX107" fmla="*/ 381413 w 765852"/>
              <a:gd name="connsiteY107" fmla="*/ 166796 h 260086"/>
              <a:gd name="connsiteX108" fmla="*/ 382899 w 765852"/>
              <a:gd name="connsiteY108" fmla="*/ 166796 h 260086"/>
              <a:gd name="connsiteX109" fmla="*/ 316692 w 765852"/>
              <a:gd name="connsiteY109" fmla="*/ 2119 h 260086"/>
              <a:gd name="connsiteX110" fmla="*/ 287389 w 765852"/>
              <a:gd name="connsiteY110" fmla="*/ 2119 h 260086"/>
              <a:gd name="connsiteX111" fmla="*/ 443549 w 765852"/>
              <a:gd name="connsiteY111" fmla="*/ 199871 h 260086"/>
              <a:gd name="connsiteX112" fmla="*/ 432739 w 765852"/>
              <a:gd name="connsiteY112" fmla="*/ 197523 h 260086"/>
              <a:gd name="connsiteX113" fmla="*/ 408910 w 765852"/>
              <a:gd name="connsiteY113" fmla="*/ 197523 h 260086"/>
              <a:gd name="connsiteX114" fmla="*/ 408910 w 765852"/>
              <a:gd name="connsiteY114" fmla="*/ 259554 h 260086"/>
              <a:gd name="connsiteX115" fmla="*/ 416621 w 765852"/>
              <a:gd name="connsiteY115" fmla="*/ 259554 h 260086"/>
              <a:gd name="connsiteX116" fmla="*/ 416621 w 765852"/>
              <a:gd name="connsiteY116" fmla="*/ 235716 h 260086"/>
              <a:gd name="connsiteX117" fmla="*/ 432748 w 765852"/>
              <a:gd name="connsiteY117" fmla="*/ 235716 h 260086"/>
              <a:gd name="connsiteX118" fmla="*/ 443512 w 765852"/>
              <a:gd name="connsiteY118" fmla="*/ 233368 h 260086"/>
              <a:gd name="connsiteX119" fmla="*/ 450728 w 765852"/>
              <a:gd name="connsiteY119" fmla="*/ 226681 h 260086"/>
              <a:gd name="connsiteX120" fmla="*/ 453295 w 765852"/>
              <a:gd name="connsiteY120" fmla="*/ 216583 h 260086"/>
              <a:gd name="connsiteX121" fmla="*/ 450774 w 765852"/>
              <a:gd name="connsiteY121" fmla="*/ 206521 h 260086"/>
              <a:gd name="connsiteX122" fmla="*/ 443558 w 765852"/>
              <a:gd name="connsiteY122" fmla="*/ 199871 h 260086"/>
              <a:gd name="connsiteX123" fmla="*/ 441779 w 765852"/>
              <a:gd name="connsiteY123" fmla="*/ 225351 h 260086"/>
              <a:gd name="connsiteX124" fmla="*/ 432033 w 765852"/>
              <a:gd name="connsiteY124" fmla="*/ 228635 h 260086"/>
              <a:gd name="connsiteX125" fmla="*/ 416621 w 765852"/>
              <a:gd name="connsiteY125" fmla="*/ 228635 h 260086"/>
              <a:gd name="connsiteX126" fmla="*/ 416621 w 765852"/>
              <a:gd name="connsiteY126" fmla="*/ 204622 h 260086"/>
              <a:gd name="connsiteX127" fmla="*/ 432125 w 765852"/>
              <a:gd name="connsiteY127" fmla="*/ 204622 h 260086"/>
              <a:gd name="connsiteX128" fmla="*/ 441825 w 765852"/>
              <a:gd name="connsiteY128" fmla="*/ 207860 h 260086"/>
              <a:gd name="connsiteX129" fmla="*/ 445410 w 765852"/>
              <a:gd name="connsiteY129" fmla="*/ 216592 h 260086"/>
              <a:gd name="connsiteX130" fmla="*/ 441779 w 765852"/>
              <a:gd name="connsiteY130" fmla="*/ 225361 h 260086"/>
              <a:gd name="connsiteX131" fmla="*/ 382889 w 765852"/>
              <a:gd name="connsiteY131" fmla="*/ 166805 h 260086"/>
              <a:gd name="connsiteX132" fmla="*/ 384375 w 765852"/>
              <a:gd name="connsiteY132" fmla="*/ 166805 h 260086"/>
              <a:gd name="connsiteX133" fmla="*/ 420554 w 765852"/>
              <a:gd name="connsiteY133" fmla="*/ 140114 h 260086"/>
              <a:gd name="connsiteX134" fmla="*/ 478399 w 765852"/>
              <a:gd name="connsiteY134" fmla="*/ 2128 h 260086"/>
              <a:gd name="connsiteX135" fmla="*/ 449096 w 765852"/>
              <a:gd name="connsiteY135" fmla="*/ 2128 h 260086"/>
              <a:gd name="connsiteX136" fmla="*/ 382889 w 765852"/>
              <a:gd name="connsiteY136" fmla="*/ 166814 h 260086"/>
              <a:gd name="connsiteX137" fmla="*/ 644368 w 765852"/>
              <a:gd name="connsiteY137" fmla="*/ 197523 h 260086"/>
              <a:gd name="connsiteX138" fmla="*/ 620714 w 765852"/>
              <a:gd name="connsiteY138" fmla="*/ 259554 h 260086"/>
              <a:gd name="connsiteX139" fmla="*/ 628690 w 765852"/>
              <a:gd name="connsiteY139" fmla="*/ 259554 h 260086"/>
              <a:gd name="connsiteX140" fmla="*/ 635246 w 765852"/>
              <a:gd name="connsiteY140" fmla="*/ 242806 h 260086"/>
              <a:gd name="connsiteX141" fmla="*/ 662266 w 765852"/>
              <a:gd name="connsiteY141" fmla="*/ 242806 h 260086"/>
              <a:gd name="connsiteX142" fmla="*/ 668821 w 765852"/>
              <a:gd name="connsiteY142" fmla="*/ 259554 h 260086"/>
              <a:gd name="connsiteX143" fmla="*/ 677055 w 765852"/>
              <a:gd name="connsiteY143" fmla="*/ 259554 h 260086"/>
              <a:gd name="connsiteX144" fmla="*/ 653491 w 765852"/>
              <a:gd name="connsiteY144" fmla="*/ 197523 h 260086"/>
              <a:gd name="connsiteX145" fmla="*/ 644368 w 765852"/>
              <a:gd name="connsiteY145" fmla="*/ 197523 h 260086"/>
              <a:gd name="connsiteX146" fmla="*/ 637547 w 765852"/>
              <a:gd name="connsiteY146" fmla="*/ 235808 h 260086"/>
              <a:gd name="connsiteX147" fmla="*/ 648705 w 765852"/>
              <a:gd name="connsiteY147" fmla="*/ 205943 h 260086"/>
              <a:gd name="connsiteX148" fmla="*/ 659955 w 765852"/>
              <a:gd name="connsiteY148" fmla="*/ 235808 h 260086"/>
              <a:gd name="connsiteX149" fmla="*/ 637538 w 765852"/>
              <a:gd name="connsiteY149" fmla="*/ 235808 h 260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</a:cxnLst>
            <a:rect l="l" t="t" r="r" b="b"/>
            <a:pathLst>
              <a:path w="765852" h="260086">
                <a:moveTo>
                  <a:pt x="739575" y="143884"/>
                </a:moveTo>
                <a:cubicBezTo>
                  <a:pt x="756519" y="128906"/>
                  <a:pt x="765852" y="107425"/>
                  <a:pt x="765852" y="83403"/>
                </a:cubicBezTo>
                <a:cubicBezTo>
                  <a:pt x="765852" y="59381"/>
                  <a:pt x="756519" y="37899"/>
                  <a:pt x="739575" y="22921"/>
                </a:cubicBezTo>
                <a:cubicBezTo>
                  <a:pt x="722613" y="7925"/>
                  <a:pt x="699307" y="0"/>
                  <a:pt x="672177" y="0"/>
                </a:cubicBezTo>
                <a:cubicBezTo>
                  <a:pt x="645047" y="0"/>
                  <a:pt x="621740" y="7925"/>
                  <a:pt x="604779" y="22921"/>
                </a:cubicBezTo>
                <a:cubicBezTo>
                  <a:pt x="587835" y="37899"/>
                  <a:pt x="578501" y="59381"/>
                  <a:pt x="578501" y="83403"/>
                </a:cubicBezTo>
                <a:cubicBezTo>
                  <a:pt x="578501" y="107425"/>
                  <a:pt x="587835" y="128906"/>
                  <a:pt x="604779" y="143884"/>
                </a:cubicBezTo>
                <a:cubicBezTo>
                  <a:pt x="621740" y="158881"/>
                  <a:pt x="645047" y="166805"/>
                  <a:pt x="672177" y="166805"/>
                </a:cubicBezTo>
                <a:cubicBezTo>
                  <a:pt x="699307" y="166805"/>
                  <a:pt x="722613" y="158881"/>
                  <a:pt x="739575" y="143884"/>
                </a:cubicBezTo>
                <a:close/>
                <a:moveTo>
                  <a:pt x="604595" y="83403"/>
                </a:moveTo>
                <a:cubicBezTo>
                  <a:pt x="604595" y="66489"/>
                  <a:pt x="610821" y="52135"/>
                  <a:pt x="622611" y="41871"/>
                </a:cubicBezTo>
                <a:cubicBezTo>
                  <a:pt x="634751" y="31305"/>
                  <a:pt x="651887" y="25719"/>
                  <a:pt x="672177" y="25719"/>
                </a:cubicBezTo>
                <a:cubicBezTo>
                  <a:pt x="692467" y="25719"/>
                  <a:pt x="709603" y="31305"/>
                  <a:pt x="721742" y="41871"/>
                </a:cubicBezTo>
                <a:cubicBezTo>
                  <a:pt x="733524" y="52126"/>
                  <a:pt x="739759" y="66489"/>
                  <a:pt x="739759" y="83403"/>
                </a:cubicBezTo>
                <a:cubicBezTo>
                  <a:pt x="739759" y="100316"/>
                  <a:pt x="733533" y="114671"/>
                  <a:pt x="721742" y="124934"/>
                </a:cubicBezTo>
                <a:cubicBezTo>
                  <a:pt x="709603" y="135501"/>
                  <a:pt x="692467" y="141077"/>
                  <a:pt x="672177" y="141077"/>
                </a:cubicBezTo>
                <a:cubicBezTo>
                  <a:pt x="651887" y="141077"/>
                  <a:pt x="634741" y="135491"/>
                  <a:pt x="622611" y="124934"/>
                </a:cubicBezTo>
                <a:cubicBezTo>
                  <a:pt x="610830" y="114671"/>
                  <a:pt x="604595" y="100316"/>
                  <a:pt x="604595" y="83403"/>
                </a:cubicBezTo>
                <a:close/>
                <a:moveTo>
                  <a:pt x="238310" y="207181"/>
                </a:moveTo>
                <a:cubicBezTo>
                  <a:pt x="241556" y="205118"/>
                  <a:pt x="245306" y="204081"/>
                  <a:pt x="249560" y="204081"/>
                </a:cubicBezTo>
                <a:cubicBezTo>
                  <a:pt x="254282" y="204081"/>
                  <a:pt x="258288" y="205292"/>
                  <a:pt x="261562" y="207713"/>
                </a:cubicBezTo>
                <a:cubicBezTo>
                  <a:pt x="264835" y="210135"/>
                  <a:pt x="267035" y="213501"/>
                  <a:pt x="268163" y="217812"/>
                </a:cubicBezTo>
                <a:lnTo>
                  <a:pt x="275874" y="217812"/>
                </a:lnTo>
                <a:cubicBezTo>
                  <a:pt x="274691" y="211373"/>
                  <a:pt x="271784" y="206292"/>
                  <a:pt x="267145" y="202568"/>
                </a:cubicBezTo>
                <a:cubicBezTo>
                  <a:pt x="262506" y="198844"/>
                  <a:pt x="256766" y="196982"/>
                  <a:pt x="249917" y="196982"/>
                </a:cubicBezTo>
                <a:cubicBezTo>
                  <a:pt x="244013" y="196982"/>
                  <a:pt x="238814" y="198293"/>
                  <a:pt x="234322" y="200926"/>
                </a:cubicBezTo>
                <a:cubicBezTo>
                  <a:pt x="229838" y="203558"/>
                  <a:pt x="226382" y="207264"/>
                  <a:pt x="223961" y="212052"/>
                </a:cubicBezTo>
                <a:cubicBezTo>
                  <a:pt x="221541" y="216840"/>
                  <a:pt x="220330" y="222334"/>
                  <a:pt x="220330" y="228534"/>
                </a:cubicBezTo>
                <a:cubicBezTo>
                  <a:pt x="220330" y="234734"/>
                  <a:pt x="221541" y="240302"/>
                  <a:pt x="223961" y="245062"/>
                </a:cubicBezTo>
                <a:cubicBezTo>
                  <a:pt x="226382" y="249823"/>
                  <a:pt x="229838" y="253510"/>
                  <a:pt x="234322" y="256142"/>
                </a:cubicBezTo>
                <a:cubicBezTo>
                  <a:pt x="238805" y="258775"/>
                  <a:pt x="244004" y="260086"/>
                  <a:pt x="249917" y="260086"/>
                </a:cubicBezTo>
                <a:cubicBezTo>
                  <a:pt x="256831" y="260086"/>
                  <a:pt x="262570" y="258224"/>
                  <a:pt x="267145" y="254501"/>
                </a:cubicBezTo>
                <a:cubicBezTo>
                  <a:pt x="271720" y="250777"/>
                  <a:pt x="274599" y="245695"/>
                  <a:pt x="275782" y="239256"/>
                </a:cubicBezTo>
                <a:lnTo>
                  <a:pt x="268071" y="239256"/>
                </a:lnTo>
                <a:cubicBezTo>
                  <a:pt x="266888" y="243631"/>
                  <a:pt x="264706" y="247007"/>
                  <a:pt x="261516" y="249401"/>
                </a:cubicBezTo>
                <a:cubicBezTo>
                  <a:pt x="258325" y="251795"/>
                  <a:pt x="254337" y="252987"/>
                  <a:pt x="249560" y="252987"/>
                </a:cubicBezTo>
                <a:cubicBezTo>
                  <a:pt x="245306" y="252987"/>
                  <a:pt x="241556" y="251951"/>
                  <a:pt x="238310" y="249887"/>
                </a:cubicBezTo>
                <a:cubicBezTo>
                  <a:pt x="235064" y="247823"/>
                  <a:pt x="232561" y="244925"/>
                  <a:pt x="230828" y="241201"/>
                </a:cubicBezTo>
                <a:cubicBezTo>
                  <a:pt x="229086" y="237477"/>
                  <a:pt x="228215" y="233258"/>
                  <a:pt x="228215" y="228525"/>
                </a:cubicBezTo>
                <a:cubicBezTo>
                  <a:pt x="228215" y="223792"/>
                  <a:pt x="229086" y="219499"/>
                  <a:pt x="230828" y="215812"/>
                </a:cubicBezTo>
                <a:cubicBezTo>
                  <a:pt x="232570" y="212125"/>
                  <a:pt x="235064" y="209245"/>
                  <a:pt x="238310" y="207172"/>
                </a:cubicBezTo>
                <a:close/>
                <a:moveTo>
                  <a:pt x="335580" y="197523"/>
                </a:moveTo>
                <a:lnTo>
                  <a:pt x="311925" y="259554"/>
                </a:lnTo>
                <a:lnTo>
                  <a:pt x="319892" y="259554"/>
                </a:lnTo>
                <a:lnTo>
                  <a:pt x="326448" y="242806"/>
                </a:lnTo>
                <a:lnTo>
                  <a:pt x="353467" y="242806"/>
                </a:lnTo>
                <a:lnTo>
                  <a:pt x="360023" y="259554"/>
                </a:lnTo>
                <a:lnTo>
                  <a:pt x="368256" y="259554"/>
                </a:lnTo>
                <a:lnTo>
                  <a:pt x="344693" y="197523"/>
                </a:lnTo>
                <a:lnTo>
                  <a:pt x="335570" y="197523"/>
                </a:lnTo>
                <a:close/>
                <a:moveTo>
                  <a:pt x="328758" y="235808"/>
                </a:moveTo>
                <a:lnTo>
                  <a:pt x="339916" y="205943"/>
                </a:lnTo>
                <a:lnTo>
                  <a:pt x="351166" y="235808"/>
                </a:lnTo>
                <a:lnTo>
                  <a:pt x="328749" y="235808"/>
                </a:lnTo>
                <a:close/>
                <a:moveTo>
                  <a:pt x="725437" y="197523"/>
                </a:moveTo>
                <a:lnTo>
                  <a:pt x="717736" y="197523"/>
                </a:lnTo>
                <a:lnTo>
                  <a:pt x="717736" y="259554"/>
                </a:lnTo>
                <a:lnTo>
                  <a:pt x="753704" y="259554"/>
                </a:lnTo>
                <a:lnTo>
                  <a:pt x="753704" y="252464"/>
                </a:lnTo>
                <a:lnTo>
                  <a:pt x="725446" y="252464"/>
                </a:lnTo>
                <a:lnTo>
                  <a:pt x="725446" y="197523"/>
                </a:lnTo>
                <a:close/>
                <a:moveTo>
                  <a:pt x="250953" y="2119"/>
                </a:moveTo>
                <a:lnTo>
                  <a:pt x="225566" y="2119"/>
                </a:lnTo>
                <a:lnTo>
                  <a:pt x="225566" y="164677"/>
                </a:lnTo>
                <a:lnTo>
                  <a:pt x="250953" y="164677"/>
                </a:lnTo>
                <a:lnTo>
                  <a:pt x="250953" y="2119"/>
                </a:lnTo>
                <a:close/>
                <a:moveTo>
                  <a:pt x="80592" y="62692"/>
                </a:moveTo>
                <a:lnTo>
                  <a:pt x="80592" y="164687"/>
                </a:lnTo>
                <a:cubicBezTo>
                  <a:pt x="80592" y="164687"/>
                  <a:pt x="106732" y="164687"/>
                  <a:pt x="106732" y="164687"/>
                </a:cubicBezTo>
                <a:lnTo>
                  <a:pt x="106713" y="62692"/>
                </a:lnTo>
                <a:cubicBezTo>
                  <a:pt x="106713" y="50282"/>
                  <a:pt x="102707" y="38523"/>
                  <a:pt x="95124" y="28700"/>
                </a:cubicBezTo>
                <a:lnTo>
                  <a:pt x="93648" y="26792"/>
                </a:lnTo>
                <a:lnTo>
                  <a:pt x="92172" y="28700"/>
                </a:lnTo>
                <a:cubicBezTo>
                  <a:pt x="84589" y="38523"/>
                  <a:pt x="80583" y="50273"/>
                  <a:pt x="80583" y="62692"/>
                </a:cubicBezTo>
                <a:close/>
                <a:moveTo>
                  <a:pt x="47273" y="2119"/>
                </a:moveTo>
                <a:lnTo>
                  <a:pt x="0" y="2119"/>
                </a:lnTo>
                <a:lnTo>
                  <a:pt x="0" y="26792"/>
                </a:lnTo>
                <a:lnTo>
                  <a:pt x="93648" y="26792"/>
                </a:lnTo>
                <a:lnTo>
                  <a:pt x="91328" y="23793"/>
                </a:lnTo>
                <a:cubicBezTo>
                  <a:pt x="80693" y="10025"/>
                  <a:pt x="64629" y="2119"/>
                  <a:pt x="47273" y="2119"/>
                </a:cubicBezTo>
                <a:close/>
                <a:moveTo>
                  <a:pt x="95968" y="23793"/>
                </a:moveTo>
                <a:lnTo>
                  <a:pt x="93648" y="26792"/>
                </a:lnTo>
                <a:lnTo>
                  <a:pt x="187296" y="26792"/>
                </a:lnTo>
                <a:lnTo>
                  <a:pt x="187296" y="2119"/>
                </a:lnTo>
                <a:lnTo>
                  <a:pt x="140023" y="2119"/>
                </a:lnTo>
                <a:cubicBezTo>
                  <a:pt x="122657" y="2119"/>
                  <a:pt x="106603" y="10016"/>
                  <a:pt x="95958" y="23793"/>
                </a:cubicBezTo>
                <a:close/>
                <a:moveTo>
                  <a:pt x="514844" y="164677"/>
                </a:moveTo>
                <a:lnTo>
                  <a:pt x="540232" y="164677"/>
                </a:lnTo>
                <a:lnTo>
                  <a:pt x="540232" y="2119"/>
                </a:lnTo>
                <a:lnTo>
                  <a:pt x="514844" y="2119"/>
                </a:lnTo>
                <a:lnTo>
                  <a:pt x="514844" y="164677"/>
                </a:lnTo>
                <a:close/>
                <a:moveTo>
                  <a:pt x="495205" y="259554"/>
                </a:moveTo>
                <a:lnTo>
                  <a:pt x="502915" y="259554"/>
                </a:lnTo>
                <a:lnTo>
                  <a:pt x="502915" y="197523"/>
                </a:lnTo>
                <a:lnTo>
                  <a:pt x="495205" y="197523"/>
                </a:lnTo>
                <a:lnTo>
                  <a:pt x="495205" y="259554"/>
                </a:lnTo>
                <a:close/>
                <a:moveTo>
                  <a:pt x="544816" y="204613"/>
                </a:moveTo>
                <a:lnTo>
                  <a:pt x="564923" y="204613"/>
                </a:lnTo>
                <a:lnTo>
                  <a:pt x="564923" y="259554"/>
                </a:lnTo>
                <a:lnTo>
                  <a:pt x="572633" y="259554"/>
                </a:lnTo>
                <a:lnTo>
                  <a:pt x="572633" y="204613"/>
                </a:lnTo>
                <a:lnTo>
                  <a:pt x="592740" y="204613"/>
                </a:lnTo>
                <a:lnTo>
                  <a:pt x="592740" y="197523"/>
                </a:lnTo>
                <a:lnTo>
                  <a:pt x="544816" y="197523"/>
                </a:lnTo>
                <a:lnTo>
                  <a:pt x="544816" y="204613"/>
                </a:lnTo>
                <a:close/>
                <a:moveTo>
                  <a:pt x="287389" y="2119"/>
                </a:moveTo>
                <a:cubicBezTo>
                  <a:pt x="287389" y="2119"/>
                  <a:pt x="335680" y="117220"/>
                  <a:pt x="345234" y="140105"/>
                </a:cubicBezTo>
                <a:cubicBezTo>
                  <a:pt x="356374" y="166796"/>
                  <a:pt x="374464" y="166796"/>
                  <a:pt x="381413" y="166796"/>
                </a:cubicBezTo>
                <a:lnTo>
                  <a:pt x="382899" y="166796"/>
                </a:lnTo>
                <a:lnTo>
                  <a:pt x="316692" y="2119"/>
                </a:lnTo>
                <a:lnTo>
                  <a:pt x="287389" y="2119"/>
                </a:lnTo>
                <a:close/>
                <a:moveTo>
                  <a:pt x="443549" y="199871"/>
                </a:moveTo>
                <a:cubicBezTo>
                  <a:pt x="440413" y="198303"/>
                  <a:pt x="436819" y="197523"/>
                  <a:pt x="432739" y="197523"/>
                </a:cubicBezTo>
                <a:lnTo>
                  <a:pt x="408910" y="197523"/>
                </a:lnTo>
                <a:lnTo>
                  <a:pt x="408910" y="259554"/>
                </a:lnTo>
                <a:lnTo>
                  <a:pt x="416621" y="259554"/>
                </a:lnTo>
                <a:lnTo>
                  <a:pt x="416621" y="235716"/>
                </a:lnTo>
                <a:lnTo>
                  <a:pt x="432748" y="235716"/>
                </a:lnTo>
                <a:cubicBezTo>
                  <a:pt x="436819" y="235716"/>
                  <a:pt x="440413" y="234936"/>
                  <a:pt x="443512" y="233368"/>
                </a:cubicBezTo>
                <a:cubicBezTo>
                  <a:pt x="446611" y="231799"/>
                  <a:pt x="449013" y="229571"/>
                  <a:pt x="450728" y="226681"/>
                </a:cubicBezTo>
                <a:cubicBezTo>
                  <a:pt x="452442" y="223783"/>
                  <a:pt x="453295" y="220417"/>
                  <a:pt x="453295" y="216583"/>
                </a:cubicBezTo>
                <a:cubicBezTo>
                  <a:pt x="453295" y="212749"/>
                  <a:pt x="452452" y="209392"/>
                  <a:pt x="450774" y="206521"/>
                </a:cubicBezTo>
                <a:cubicBezTo>
                  <a:pt x="449087" y="203659"/>
                  <a:pt x="446685" y="201439"/>
                  <a:pt x="443558" y="199871"/>
                </a:cubicBezTo>
                <a:close/>
                <a:moveTo>
                  <a:pt x="441779" y="225351"/>
                </a:moveTo>
                <a:cubicBezTo>
                  <a:pt x="439359" y="227534"/>
                  <a:pt x="436113" y="228635"/>
                  <a:pt x="432033" y="228635"/>
                </a:cubicBezTo>
                <a:lnTo>
                  <a:pt x="416621" y="228635"/>
                </a:lnTo>
                <a:lnTo>
                  <a:pt x="416621" y="204622"/>
                </a:lnTo>
                <a:lnTo>
                  <a:pt x="432125" y="204622"/>
                </a:lnTo>
                <a:cubicBezTo>
                  <a:pt x="436196" y="204622"/>
                  <a:pt x="439432" y="205705"/>
                  <a:pt x="441825" y="207860"/>
                </a:cubicBezTo>
                <a:cubicBezTo>
                  <a:pt x="444218" y="210015"/>
                  <a:pt x="445410" y="212923"/>
                  <a:pt x="445410" y="216592"/>
                </a:cubicBezTo>
                <a:cubicBezTo>
                  <a:pt x="445410" y="220261"/>
                  <a:pt x="444200" y="223178"/>
                  <a:pt x="441779" y="225361"/>
                </a:cubicBezTo>
                <a:close/>
                <a:moveTo>
                  <a:pt x="382889" y="166805"/>
                </a:moveTo>
                <a:lnTo>
                  <a:pt x="384375" y="166805"/>
                </a:lnTo>
                <a:cubicBezTo>
                  <a:pt x="391334" y="166805"/>
                  <a:pt x="409423" y="166805"/>
                  <a:pt x="420554" y="140114"/>
                </a:cubicBezTo>
                <a:cubicBezTo>
                  <a:pt x="430099" y="117230"/>
                  <a:pt x="478399" y="2128"/>
                  <a:pt x="478399" y="2128"/>
                </a:cubicBezTo>
                <a:lnTo>
                  <a:pt x="449096" y="2128"/>
                </a:lnTo>
                <a:lnTo>
                  <a:pt x="382889" y="166814"/>
                </a:lnTo>
                <a:close/>
                <a:moveTo>
                  <a:pt x="644368" y="197523"/>
                </a:moveTo>
                <a:lnTo>
                  <a:pt x="620714" y="259554"/>
                </a:lnTo>
                <a:lnTo>
                  <a:pt x="628690" y="259554"/>
                </a:lnTo>
                <a:lnTo>
                  <a:pt x="635246" y="242806"/>
                </a:lnTo>
                <a:lnTo>
                  <a:pt x="662266" y="242806"/>
                </a:lnTo>
                <a:lnTo>
                  <a:pt x="668821" y="259554"/>
                </a:lnTo>
                <a:lnTo>
                  <a:pt x="677055" y="259554"/>
                </a:lnTo>
                <a:lnTo>
                  <a:pt x="653491" y="197523"/>
                </a:lnTo>
                <a:lnTo>
                  <a:pt x="644368" y="197523"/>
                </a:lnTo>
                <a:close/>
                <a:moveTo>
                  <a:pt x="637547" y="235808"/>
                </a:moveTo>
                <a:lnTo>
                  <a:pt x="648705" y="205943"/>
                </a:lnTo>
                <a:lnTo>
                  <a:pt x="659955" y="235808"/>
                </a:lnTo>
                <a:lnTo>
                  <a:pt x="637538" y="235808"/>
                </a:lnTo>
                <a:close/>
              </a:path>
            </a:pathLst>
          </a:custGeom>
          <a:solidFill>
            <a:schemeClr val="bg1"/>
          </a:solidFill>
          <a:ln w="1061" cap="flat">
            <a:noFill/>
            <a:prstDash val="solid"/>
            <a:miter/>
          </a:ln>
        </p:spPr>
        <p:txBody>
          <a:bodyPr rtlCol="0" anchor="ctr"/>
          <a:lstStyle/>
          <a:p>
            <a:endParaRPr lang="pt-BR">
              <a:solidFill>
                <a:schemeClr val="bg1"/>
              </a:solidFill>
            </a:endParaRPr>
          </a:p>
        </p:txBody>
      </p:sp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7858F1CA-0E09-F094-AD45-52092585CA1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225800" y="1518527"/>
            <a:ext cx="3740400" cy="2313464"/>
          </a:xfrm>
          <a:prstGeom prst="rect">
            <a:avLst/>
          </a:prstGeom>
          <a:ln>
            <a:solidFill>
              <a:schemeClr val="accent4"/>
            </a:solidFill>
          </a:ln>
        </p:spPr>
        <p:txBody>
          <a:bodyPr lIns="36000" tIns="36000" rIns="36000" bIns="36000"/>
          <a:lstStyle>
            <a:lvl1pPr marL="0" indent="0">
              <a:buNone/>
              <a:defRPr sz="120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4E170CD4-5C01-DD85-2A0A-98954D99CAC5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34962" y="3987408"/>
            <a:ext cx="3741737" cy="2313464"/>
          </a:xfrm>
          <a:prstGeom prst="rect">
            <a:avLst/>
          </a:prstGeom>
          <a:ln>
            <a:solidFill>
              <a:schemeClr val="accent4"/>
            </a:solidFill>
          </a:ln>
        </p:spPr>
        <p:txBody>
          <a:bodyPr lIns="36000" tIns="36000" rIns="36000" bIns="36000"/>
          <a:lstStyle>
            <a:lvl1pPr marL="0" indent="0">
              <a:buNone/>
              <a:defRPr sz="120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8">
            <a:extLst>
              <a:ext uri="{FF2B5EF4-FFF2-40B4-BE49-F238E27FC236}">
                <a16:creationId xmlns:a16="http://schemas.microsoft.com/office/drawing/2014/main" id="{10601806-BC35-9EEE-9C59-2DC0E49D5BA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4225799" y="3987408"/>
            <a:ext cx="3740400" cy="2313464"/>
          </a:xfrm>
          <a:prstGeom prst="rect">
            <a:avLst/>
          </a:prstGeom>
          <a:ln>
            <a:solidFill>
              <a:schemeClr val="accent4"/>
            </a:solidFill>
          </a:ln>
        </p:spPr>
        <p:txBody>
          <a:bodyPr lIns="36000" tIns="36000" rIns="36000" bIns="36000"/>
          <a:lstStyle>
            <a:lvl1pPr marL="0" indent="0">
              <a:buNone/>
              <a:defRPr sz="120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805EFAA-C04F-7113-90E8-A7D66AF3528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116638" y="1524792"/>
            <a:ext cx="3740400" cy="4776079"/>
          </a:xfrm>
          <a:prstGeom prst="rect">
            <a:avLst/>
          </a:prstGeom>
          <a:ln>
            <a:solidFill>
              <a:schemeClr val="accent4"/>
            </a:solidFill>
          </a:ln>
        </p:spPr>
        <p:txBody>
          <a:bodyPr lIns="36000" tIns="36000" rIns="36000" bIns="36000"/>
          <a:lstStyle>
            <a:lvl1pPr marL="0" indent="0">
              <a:buNone/>
              <a:defRPr sz="120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3A3FCC3-EBF1-0B54-4092-43FDDED92531}"/>
              </a:ext>
            </a:extLst>
          </p:cNvPr>
          <p:cNvCxnSpPr/>
          <p:nvPr userDrawn="1"/>
        </p:nvCxnSpPr>
        <p:spPr>
          <a:xfrm>
            <a:off x="334963" y="185353"/>
            <a:ext cx="10415415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816052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469">
          <p15:clr>
            <a:srgbClr val="FBAE40"/>
          </p15:clr>
        </p15:guide>
        <p15:guide id="2" orient="horz" pos="3974">
          <p15:clr>
            <a:srgbClr val="FBAE40"/>
          </p15:clr>
        </p15:guide>
        <p15:guide id="3" orient="horz" pos="232">
          <p15:clr>
            <a:srgbClr val="FBAE40"/>
          </p15:clr>
        </p15:guide>
        <p15:guide id="4" pos="211">
          <p15:clr>
            <a:srgbClr val="FBAE40"/>
          </p15:clr>
        </p15:guide>
        <p15:guide id="5" orient="horz" pos="4065">
          <p15:clr>
            <a:srgbClr val="FBAE40"/>
          </p15:clr>
        </p15:guide>
        <p15:guide id="6" orient="horz" pos="799">
          <p15:clr>
            <a:srgbClr val="FBAE40"/>
          </p15:clr>
        </p15:guide>
        <p15:guide id="7" orient="horz" pos="935">
          <p15:clr>
            <a:srgbClr val="FBAE40"/>
          </p15:clr>
        </p15:guide>
      </p15:sldGuideLst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| 4 Boxes - High Yield">
    <p:bg>
      <p:bgPr>
        <a:gradFill>
          <a:gsLst>
            <a:gs pos="81000">
              <a:schemeClr val="tx1">
                <a:lumMod val="85000"/>
                <a:lumOff val="15000"/>
              </a:schemeClr>
            </a:gs>
            <a:gs pos="100000">
              <a:schemeClr val="tx1">
                <a:lumMod val="95000"/>
                <a:lumOff val="5000"/>
              </a:schemeClr>
            </a:gs>
            <a:gs pos="0">
              <a:schemeClr val="accent5"/>
            </a:gs>
          </a:gsLst>
          <a:lin ang="7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132BCE3-A04F-8602-64F7-7623C7EAF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61763" y="6482556"/>
            <a:ext cx="295275" cy="1692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 sz="1100">
                <a:solidFill>
                  <a:schemeClr val="bg1"/>
                </a:solidFill>
                <a:latin typeface="Versos" panose="020B0503020204030204" pitchFamily="34" charset="0"/>
                <a:cs typeface="Versos" panose="020B0503020204030204" pitchFamily="34" charset="0"/>
              </a:defRPr>
            </a:lvl1pPr>
          </a:lstStyle>
          <a:p>
            <a:fld id="{77667D73-C69A-4DAA-9003-24A825D36FE9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B13D7C-5A47-B0DF-B518-26E79F5D2DB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63" y="368300"/>
            <a:ext cx="10183813" cy="4308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err="1"/>
              <a:t>Título</a:t>
            </a:r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401465E-A8CD-A3BA-BE2A-9597492FDC6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4963" y="6482556"/>
            <a:ext cx="10980000" cy="138499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900">
                <a:latin typeface="Versos Light" panose="020B0403020204030204" pitchFamily="34" charset="0"/>
              </a:defRPr>
            </a:lvl2pPr>
            <a:lvl3pPr>
              <a:defRPr sz="900">
                <a:latin typeface="Versos Light" panose="020B0403020204030204" pitchFamily="34" charset="0"/>
              </a:defRPr>
            </a:lvl3pPr>
            <a:lvl4pPr>
              <a:defRPr sz="900">
                <a:latin typeface="Versos Light" panose="020B0403020204030204" pitchFamily="34" charset="0"/>
              </a:defRPr>
            </a:lvl4pPr>
            <a:lvl5pPr>
              <a:defRPr sz="900">
                <a:latin typeface="Versos Light" panose="020B0403020204030204" pitchFamily="34" charset="0"/>
              </a:defRPr>
            </a:lvl5pPr>
          </a:lstStyle>
          <a:p>
            <a:pPr lvl="0"/>
            <a:r>
              <a:rPr lang="en-US"/>
              <a:t>Fonte:</a:t>
            </a:r>
            <a:endParaRPr lang="pt-BR"/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7F86D482-580C-D22A-58CC-10B9C4F7EDD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34963" y="1518527"/>
            <a:ext cx="3741737" cy="2313464"/>
          </a:xfrm>
          <a:prstGeom prst="rect">
            <a:avLst/>
          </a:prstGeom>
          <a:ln>
            <a:solidFill>
              <a:schemeClr val="accent4"/>
            </a:solidFill>
          </a:ln>
        </p:spPr>
        <p:txBody>
          <a:bodyPr lIns="36000" tIns="36000" rIns="36000" bIns="36000"/>
          <a:lstStyle>
            <a:lvl1pPr marL="0" indent="0">
              <a:buNone/>
              <a:defRPr sz="120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Picture 8">
            <a:extLst>
              <a:ext uri="{FF2B5EF4-FFF2-40B4-BE49-F238E27FC236}">
                <a16:creationId xmlns:a16="http://schemas.microsoft.com/office/drawing/2014/main" id="{57BCE67C-64C7-2D0C-0DC2-7A4B4CC314E0}"/>
              </a:ext>
            </a:extLst>
          </p:cNvPr>
          <p:cNvSpPr/>
          <p:nvPr userDrawn="1"/>
        </p:nvSpPr>
        <p:spPr>
          <a:xfrm>
            <a:off x="11091186" y="377178"/>
            <a:ext cx="765852" cy="260086"/>
          </a:xfrm>
          <a:custGeom>
            <a:avLst/>
            <a:gdLst>
              <a:gd name="connsiteX0" fmla="*/ 739575 w 765852"/>
              <a:gd name="connsiteY0" fmla="*/ 143884 h 260086"/>
              <a:gd name="connsiteX1" fmla="*/ 765852 w 765852"/>
              <a:gd name="connsiteY1" fmla="*/ 83403 h 260086"/>
              <a:gd name="connsiteX2" fmla="*/ 739575 w 765852"/>
              <a:gd name="connsiteY2" fmla="*/ 22921 h 260086"/>
              <a:gd name="connsiteX3" fmla="*/ 672177 w 765852"/>
              <a:gd name="connsiteY3" fmla="*/ 0 h 260086"/>
              <a:gd name="connsiteX4" fmla="*/ 604779 w 765852"/>
              <a:gd name="connsiteY4" fmla="*/ 22921 h 260086"/>
              <a:gd name="connsiteX5" fmla="*/ 578501 w 765852"/>
              <a:gd name="connsiteY5" fmla="*/ 83403 h 260086"/>
              <a:gd name="connsiteX6" fmla="*/ 604779 w 765852"/>
              <a:gd name="connsiteY6" fmla="*/ 143884 h 260086"/>
              <a:gd name="connsiteX7" fmla="*/ 672177 w 765852"/>
              <a:gd name="connsiteY7" fmla="*/ 166805 h 260086"/>
              <a:gd name="connsiteX8" fmla="*/ 739575 w 765852"/>
              <a:gd name="connsiteY8" fmla="*/ 143884 h 260086"/>
              <a:gd name="connsiteX9" fmla="*/ 604595 w 765852"/>
              <a:gd name="connsiteY9" fmla="*/ 83403 h 260086"/>
              <a:gd name="connsiteX10" fmla="*/ 622611 w 765852"/>
              <a:gd name="connsiteY10" fmla="*/ 41871 h 260086"/>
              <a:gd name="connsiteX11" fmla="*/ 672177 w 765852"/>
              <a:gd name="connsiteY11" fmla="*/ 25719 h 260086"/>
              <a:gd name="connsiteX12" fmla="*/ 721742 w 765852"/>
              <a:gd name="connsiteY12" fmla="*/ 41871 h 260086"/>
              <a:gd name="connsiteX13" fmla="*/ 739759 w 765852"/>
              <a:gd name="connsiteY13" fmla="*/ 83403 h 260086"/>
              <a:gd name="connsiteX14" fmla="*/ 721742 w 765852"/>
              <a:gd name="connsiteY14" fmla="*/ 124934 h 260086"/>
              <a:gd name="connsiteX15" fmla="*/ 672177 w 765852"/>
              <a:gd name="connsiteY15" fmla="*/ 141077 h 260086"/>
              <a:gd name="connsiteX16" fmla="*/ 622611 w 765852"/>
              <a:gd name="connsiteY16" fmla="*/ 124934 h 260086"/>
              <a:gd name="connsiteX17" fmla="*/ 604595 w 765852"/>
              <a:gd name="connsiteY17" fmla="*/ 83403 h 260086"/>
              <a:gd name="connsiteX18" fmla="*/ 238310 w 765852"/>
              <a:gd name="connsiteY18" fmla="*/ 207181 h 260086"/>
              <a:gd name="connsiteX19" fmla="*/ 249560 w 765852"/>
              <a:gd name="connsiteY19" fmla="*/ 204081 h 260086"/>
              <a:gd name="connsiteX20" fmla="*/ 261562 w 765852"/>
              <a:gd name="connsiteY20" fmla="*/ 207713 h 260086"/>
              <a:gd name="connsiteX21" fmla="*/ 268163 w 765852"/>
              <a:gd name="connsiteY21" fmla="*/ 217812 h 260086"/>
              <a:gd name="connsiteX22" fmla="*/ 275874 w 765852"/>
              <a:gd name="connsiteY22" fmla="*/ 217812 h 260086"/>
              <a:gd name="connsiteX23" fmla="*/ 267145 w 765852"/>
              <a:gd name="connsiteY23" fmla="*/ 202568 h 260086"/>
              <a:gd name="connsiteX24" fmla="*/ 249917 w 765852"/>
              <a:gd name="connsiteY24" fmla="*/ 196982 h 260086"/>
              <a:gd name="connsiteX25" fmla="*/ 234322 w 765852"/>
              <a:gd name="connsiteY25" fmla="*/ 200926 h 260086"/>
              <a:gd name="connsiteX26" fmla="*/ 223961 w 765852"/>
              <a:gd name="connsiteY26" fmla="*/ 212052 h 260086"/>
              <a:gd name="connsiteX27" fmla="*/ 220330 w 765852"/>
              <a:gd name="connsiteY27" fmla="*/ 228534 h 260086"/>
              <a:gd name="connsiteX28" fmla="*/ 223961 w 765852"/>
              <a:gd name="connsiteY28" fmla="*/ 245062 h 260086"/>
              <a:gd name="connsiteX29" fmla="*/ 234322 w 765852"/>
              <a:gd name="connsiteY29" fmla="*/ 256142 h 260086"/>
              <a:gd name="connsiteX30" fmla="*/ 249917 w 765852"/>
              <a:gd name="connsiteY30" fmla="*/ 260086 h 260086"/>
              <a:gd name="connsiteX31" fmla="*/ 267145 w 765852"/>
              <a:gd name="connsiteY31" fmla="*/ 254501 h 260086"/>
              <a:gd name="connsiteX32" fmla="*/ 275782 w 765852"/>
              <a:gd name="connsiteY32" fmla="*/ 239256 h 260086"/>
              <a:gd name="connsiteX33" fmla="*/ 268071 w 765852"/>
              <a:gd name="connsiteY33" fmla="*/ 239256 h 260086"/>
              <a:gd name="connsiteX34" fmla="*/ 261516 w 765852"/>
              <a:gd name="connsiteY34" fmla="*/ 249401 h 260086"/>
              <a:gd name="connsiteX35" fmla="*/ 249560 w 765852"/>
              <a:gd name="connsiteY35" fmla="*/ 252987 h 260086"/>
              <a:gd name="connsiteX36" fmla="*/ 238310 w 765852"/>
              <a:gd name="connsiteY36" fmla="*/ 249887 h 260086"/>
              <a:gd name="connsiteX37" fmla="*/ 230828 w 765852"/>
              <a:gd name="connsiteY37" fmla="*/ 241201 h 260086"/>
              <a:gd name="connsiteX38" fmla="*/ 228215 w 765852"/>
              <a:gd name="connsiteY38" fmla="*/ 228525 h 260086"/>
              <a:gd name="connsiteX39" fmla="*/ 230828 w 765852"/>
              <a:gd name="connsiteY39" fmla="*/ 215812 h 260086"/>
              <a:gd name="connsiteX40" fmla="*/ 238310 w 765852"/>
              <a:gd name="connsiteY40" fmla="*/ 207172 h 260086"/>
              <a:gd name="connsiteX41" fmla="*/ 335580 w 765852"/>
              <a:gd name="connsiteY41" fmla="*/ 197523 h 260086"/>
              <a:gd name="connsiteX42" fmla="*/ 311925 w 765852"/>
              <a:gd name="connsiteY42" fmla="*/ 259554 h 260086"/>
              <a:gd name="connsiteX43" fmla="*/ 319892 w 765852"/>
              <a:gd name="connsiteY43" fmla="*/ 259554 h 260086"/>
              <a:gd name="connsiteX44" fmla="*/ 326448 w 765852"/>
              <a:gd name="connsiteY44" fmla="*/ 242806 h 260086"/>
              <a:gd name="connsiteX45" fmla="*/ 353467 w 765852"/>
              <a:gd name="connsiteY45" fmla="*/ 242806 h 260086"/>
              <a:gd name="connsiteX46" fmla="*/ 360023 w 765852"/>
              <a:gd name="connsiteY46" fmla="*/ 259554 h 260086"/>
              <a:gd name="connsiteX47" fmla="*/ 368256 w 765852"/>
              <a:gd name="connsiteY47" fmla="*/ 259554 h 260086"/>
              <a:gd name="connsiteX48" fmla="*/ 344693 w 765852"/>
              <a:gd name="connsiteY48" fmla="*/ 197523 h 260086"/>
              <a:gd name="connsiteX49" fmla="*/ 335570 w 765852"/>
              <a:gd name="connsiteY49" fmla="*/ 197523 h 260086"/>
              <a:gd name="connsiteX50" fmla="*/ 328758 w 765852"/>
              <a:gd name="connsiteY50" fmla="*/ 235808 h 260086"/>
              <a:gd name="connsiteX51" fmla="*/ 339916 w 765852"/>
              <a:gd name="connsiteY51" fmla="*/ 205943 h 260086"/>
              <a:gd name="connsiteX52" fmla="*/ 351166 w 765852"/>
              <a:gd name="connsiteY52" fmla="*/ 235808 h 260086"/>
              <a:gd name="connsiteX53" fmla="*/ 328749 w 765852"/>
              <a:gd name="connsiteY53" fmla="*/ 235808 h 260086"/>
              <a:gd name="connsiteX54" fmla="*/ 725437 w 765852"/>
              <a:gd name="connsiteY54" fmla="*/ 197523 h 260086"/>
              <a:gd name="connsiteX55" fmla="*/ 717736 w 765852"/>
              <a:gd name="connsiteY55" fmla="*/ 197523 h 260086"/>
              <a:gd name="connsiteX56" fmla="*/ 717736 w 765852"/>
              <a:gd name="connsiteY56" fmla="*/ 259554 h 260086"/>
              <a:gd name="connsiteX57" fmla="*/ 753704 w 765852"/>
              <a:gd name="connsiteY57" fmla="*/ 259554 h 260086"/>
              <a:gd name="connsiteX58" fmla="*/ 753704 w 765852"/>
              <a:gd name="connsiteY58" fmla="*/ 252464 h 260086"/>
              <a:gd name="connsiteX59" fmla="*/ 725446 w 765852"/>
              <a:gd name="connsiteY59" fmla="*/ 252464 h 260086"/>
              <a:gd name="connsiteX60" fmla="*/ 725446 w 765852"/>
              <a:gd name="connsiteY60" fmla="*/ 197523 h 260086"/>
              <a:gd name="connsiteX61" fmla="*/ 250953 w 765852"/>
              <a:gd name="connsiteY61" fmla="*/ 2119 h 260086"/>
              <a:gd name="connsiteX62" fmla="*/ 225566 w 765852"/>
              <a:gd name="connsiteY62" fmla="*/ 2119 h 260086"/>
              <a:gd name="connsiteX63" fmla="*/ 225566 w 765852"/>
              <a:gd name="connsiteY63" fmla="*/ 164677 h 260086"/>
              <a:gd name="connsiteX64" fmla="*/ 250953 w 765852"/>
              <a:gd name="connsiteY64" fmla="*/ 164677 h 260086"/>
              <a:gd name="connsiteX65" fmla="*/ 250953 w 765852"/>
              <a:gd name="connsiteY65" fmla="*/ 2119 h 260086"/>
              <a:gd name="connsiteX66" fmla="*/ 80592 w 765852"/>
              <a:gd name="connsiteY66" fmla="*/ 62692 h 260086"/>
              <a:gd name="connsiteX67" fmla="*/ 80592 w 765852"/>
              <a:gd name="connsiteY67" fmla="*/ 164687 h 260086"/>
              <a:gd name="connsiteX68" fmla="*/ 106732 w 765852"/>
              <a:gd name="connsiteY68" fmla="*/ 164687 h 260086"/>
              <a:gd name="connsiteX69" fmla="*/ 106713 w 765852"/>
              <a:gd name="connsiteY69" fmla="*/ 62692 h 260086"/>
              <a:gd name="connsiteX70" fmla="*/ 95124 w 765852"/>
              <a:gd name="connsiteY70" fmla="*/ 28700 h 260086"/>
              <a:gd name="connsiteX71" fmla="*/ 93648 w 765852"/>
              <a:gd name="connsiteY71" fmla="*/ 26792 h 260086"/>
              <a:gd name="connsiteX72" fmla="*/ 92172 w 765852"/>
              <a:gd name="connsiteY72" fmla="*/ 28700 h 260086"/>
              <a:gd name="connsiteX73" fmla="*/ 80583 w 765852"/>
              <a:gd name="connsiteY73" fmla="*/ 62692 h 260086"/>
              <a:gd name="connsiteX74" fmla="*/ 47273 w 765852"/>
              <a:gd name="connsiteY74" fmla="*/ 2119 h 260086"/>
              <a:gd name="connsiteX75" fmla="*/ 0 w 765852"/>
              <a:gd name="connsiteY75" fmla="*/ 2119 h 260086"/>
              <a:gd name="connsiteX76" fmla="*/ 0 w 765852"/>
              <a:gd name="connsiteY76" fmla="*/ 26792 h 260086"/>
              <a:gd name="connsiteX77" fmla="*/ 93648 w 765852"/>
              <a:gd name="connsiteY77" fmla="*/ 26792 h 260086"/>
              <a:gd name="connsiteX78" fmla="*/ 91328 w 765852"/>
              <a:gd name="connsiteY78" fmla="*/ 23793 h 260086"/>
              <a:gd name="connsiteX79" fmla="*/ 47273 w 765852"/>
              <a:gd name="connsiteY79" fmla="*/ 2119 h 260086"/>
              <a:gd name="connsiteX80" fmla="*/ 95968 w 765852"/>
              <a:gd name="connsiteY80" fmla="*/ 23793 h 260086"/>
              <a:gd name="connsiteX81" fmla="*/ 93648 w 765852"/>
              <a:gd name="connsiteY81" fmla="*/ 26792 h 260086"/>
              <a:gd name="connsiteX82" fmla="*/ 187296 w 765852"/>
              <a:gd name="connsiteY82" fmla="*/ 26792 h 260086"/>
              <a:gd name="connsiteX83" fmla="*/ 187296 w 765852"/>
              <a:gd name="connsiteY83" fmla="*/ 2119 h 260086"/>
              <a:gd name="connsiteX84" fmla="*/ 140023 w 765852"/>
              <a:gd name="connsiteY84" fmla="*/ 2119 h 260086"/>
              <a:gd name="connsiteX85" fmla="*/ 95958 w 765852"/>
              <a:gd name="connsiteY85" fmla="*/ 23793 h 260086"/>
              <a:gd name="connsiteX86" fmla="*/ 514844 w 765852"/>
              <a:gd name="connsiteY86" fmla="*/ 164677 h 260086"/>
              <a:gd name="connsiteX87" fmla="*/ 540232 w 765852"/>
              <a:gd name="connsiteY87" fmla="*/ 164677 h 260086"/>
              <a:gd name="connsiteX88" fmla="*/ 540232 w 765852"/>
              <a:gd name="connsiteY88" fmla="*/ 2119 h 260086"/>
              <a:gd name="connsiteX89" fmla="*/ 514844 w 765852"/>
              <a:gd name="connsiteY89" fmla="*/ 2119 h 260086"/>
              <a:gd name="connsiteX90" fmla="*/ 514844 w 765852"/>
              <a:gd name="connsiteY90" fmla="*/ 164677 h 260086"/>
              <a:gd name="connsiteX91" fmla="*/ 495205 w 765852"/>
              <a:gd name="connsiteY91" fmla="*/ 259554 h 260086"/>
              <a:gd name="connsiteX92" fmla="*/ 502915 w 765852"/>
              <a:gd name="connsiteY92" fmla="*/ 259554 h 260086"/>
              <a:gd name="connsiteX93" fmla="*/ 502915 w 765852"/>
              <a:gd name="connsiteY93" fmla="*/ 197523 h 260086"/>
              <a:gd name="connsiteX94" fmla="*/ 495205 w 765852"/>
              <a:gd name="connsiteY94" fmla="*/ 197523 h 260086"/>
              <a:gd name="connsiteX95" fmla="*/ 495205 w 765852"/>
              <a:gd name="connsiteY95" fmla="*/ 259554 h 260086"/>
              <a:gd name="connsiteX96" fmla="*/ 544816 w 765852"/>
              <a:gd name="connsiteY96" fmla="*/ 204613 h 260086"/>
              <a:gd name="connsiteX97" fmla="*/ 564923 w 765852"/>
              <a:gd name="connsiteY97" fmla="*/ 204613 h 260086"/>
              <a:gd name="connsiteX98" fmla="*/ 564923 w 765852"/>
              <a:gd name="connsiteY98" fmla="*/ 259554 h 260086"/>
              <a:gd name="connsiteX99" fmla="*/ 572633 w 765852"/>
              <a:gd name="connsiteY99" fmla="*/ 259554 h 260086"/>
              <a:gd name="connsiteX100" fmla="*/ 572633 w 765852"/>
              <a:gd name="connsiteY100" fmla="*/ 204613 h 260086"/>
              <a:gd name="connsiteX101" fmla="*/ 592740 w 765852"/>
              <a:gd name="connsiteY101" fmla="*/ 204613 h 260086"/>
              <a:gd name="connsiteX102" fmla="*/ 592740 w 765852"/>
              <a:gd name="connsiteY102" fmla="*/ 197523 h 260086"/>
              <a:gd name="connsiteX103" fmla="*/ 544816 w 765852"/>
              <a:gd name="connsiteY103" fmla="*/ 197523 h 260086"/>
              <a:gd name="connsiteX104" fmla="*/ 544816 w 765852"/>
              <a:gd name="connsiteY104" fmla="*/ 204613 h 260086"/>
              <a:gd name="connsiteX105" fmla="*/ 287389 w 765852"/>
              <a:gd name="connsiteY105" fmla="*/ 2119 h 260086"/>
              <a:gd name="connsiteX106" fmla="*/ 345234 w 765852"/>
              <a:gd name="connsiteY106" fmla="*/ 140105 h 260086"/>
              <a:gd name="connsiteX107" fmla="*/ 381413 w 765852"/>
              <a:gd name="connsiteY107" fmla="*/ 166796 h 260086"/>
              <a:gd name="connsiteX108" fmla="*/ 382899 w 765852"/>
              <a:gd name="connsiteY108" fmla="*/ 166796 h 260086"/>
              <a:gd name="connsiteX109" fmla="*/ 316692 w 765852"/>
              <a:gd name="connsiteY109" fmla="*/ 2119 h 260086"/>
              <a:gd name="connsiteX110" fmla="*/ 287389 w 765852"/>
              <a:gd name="connsiteY110" fmla="*/ 2119 h 260086"/>
              <a:gd name="connsiteX111" fmla="*/ 443549 w 765852"/>
              <a:gd name="connsiteY111" fmla="*/ 199871 h 260086"/>
              <a:gd name="connsiteX112" fmla="*/ 432739 w 765852"/>
              <a:gd name="connsiteY112" fmla="*/ 197523 h 260086"/>
              <a:gd name="connsiteX113" fmla="*/ 408910 w 765852"/>
              <a:gd name="connsiteY113" fmla="*/ 197523 h 260086"/>
              <a:gd name="connsiteX114" fmla="*/ 408910 w 765852"/>
              <a:gd name="connsiteY114" fmla="*/ 259554 h 260086"/>
              <a:gd name="connsiteX115" fmla="*/ 416621 w 765852"/>
              <a:gd name="connsiteY115" fmla="*/ 259554 h 260086"/>
              <a:gd name="connsiteX116" fmla="*/ 416621 w 765852"/>
              <a:gd name="connsiteY116" fmla="*/ 235716 h 260086"/>
              <a:gd name="connsiteX117" fmla="*/ 432748 w 765852"/>
              <a:gd name="connsiteY117" fmla="*/ 235716 h 260086"/>
              <a:gd name="connsiteX118" fmla="*/ 443512 w 765852"/>
              <a:gd name="connsiteY118" fmla="*/ 233368 h 260086"/>
              <a:gd name="connsiteX119" fmla="*/ 450728 w 765852"/>
              <a:gd name="connsiteY119" fmla="*/ 226681 h 260086"/>
              <a:gd name="connsiteX120" fmla="*/ 453295 w 765852"/>
              <a:gd name="connsiteY120" fmla="*/ 216583 h 260086"/>
              <a:gd name="connsiteX121" fmla="*/ 450774 w 765852"/>
              <a:gd name="connsiteY121" fmla="*/ 206521 h 260086"/>
              <a:gd name="connsiteX122" fmla="*/ 443558 w 765852"/>
              <a:gd name="connsiteY122" fmla="*/ 199871 h 260086"/>
              <a:gd name="connsiteX123" fmla="*/ 441779 w 765852"/>
              <a:gd name="connsiteY123" fmla="*/ 225351 h 260086"/>
              <a:gd name="connsiteX124" fmla="*/ 432033 w 765852"/>
              <a:gd name="connsiteY124" fmla="*/ 228635 h 260086"/>
              <a:gd name="connsiteX125" fmla="*/ 416621 w 765852"/>
              <a:gd name="connsiteY125" fmla="*/ 228635 h 260086"/>
              <a:gd name="connsiteX126" fmla="*/ 416621 w 765852"/>
              <a:gd name="connsiteY126" fmla="*/ 204622 h 260086"/>
              <a:gd name="connsiteX127" fmla="*/ 432125 w 765852"/>
              <a:gd name="connsiteY127" fmla="*/ 204622 h 260086"/>
              <a:gd name="connsiteX128" fmla="*/ 441825 w 765852"/>
              <a:gd name="connsiteY128" fmla="*/ 207860 h 260086"/>
              <a:gd name="connsiteX129" fmla="*/ 445410 w 765852"/>
              <a:gd name="connsiteY129" fmla="*/ 216592 h 260086"/>
              <a:gd name="connsiteX130" fmla="*/ 441779 w 765852"/>
              <a:gd name="connsiteY130" fmla="*/ 225361 h 260086"/>
              <a:gd name="connsiteX131" fmla="*/ 382889 w 765852"/>
              <a:gd name="connsiteY131" fmla="*/ 166805 h 260086"/>
              <a:gd name="connsiteX132" fmla="*/ 384375 w 765852"/>
              <a:gd name="connsiteY132" fmla="*/ 166805 h 260086"/>
              <a:gd name="connsiteX133" fmla="*/ 420554 w 765852"/>
              <a:gd name="connsiteY133" fmla="*/ 140114 h 260086"/>
              <a:gd name="connsiteX134" fmla="*/ 478399 w 765852"/>
              <a:gd name="connsiteY134" fmla="*/ 2128 h 260086"/>
              <a:gd name="connsiteX135" fmla="*/ 449096 w 765852"/>
              <a:gd name="connsiteY135" fmla="*/ 2128 h 260086"/>
              <a:gd name="connsiteX136" fmla="*/ 382889 w 765852"/>
              <a:gd name="connsiteY136" fmla="*/ 166814 h 260086"/>
              <a:gd name="connsiteX137" fmla="*/ 644368 w 765852"/>
              <a:gd name="connsiteY137" fmla="*/ 197523 h 260086"/>
              <a:gd name="connsiteX138" fmla="*/ 620714 w 765852"/>
              <a:gd name="connsiteY138" fmla="*/ 259554 h 260086"/>
              <a:gd name="connsiteX139" fmla="*/ 628690 w 765852"/>
              <a:gd name="connsiteY139" fmla="*/ 259554 h 260086"/>
              <a:gd name="connsiteX140" fmla="*/ 635246 w 765852"/>
              <a:gd name="connsiteY140" fmla="*/ 242806 h 260086"/>
              <a:gd name="connsiteX141" fmla="*/ 662266 w 765852"/>
              <a:gd name="connsiteY141" fmla="*/ 242806 h 260086"/>
              <a:gd name="connsiteX142" fmla="*/ 668821 w 765852"/>
              <a:gd name="connsiteY142" fmla="*/ 259554 h 260086"/>
              <a:gd name="connsiteX143" fmla="*/ 677055 w 765852"/>
              <a:gd name="connsiteY143" fmla="*/ 259554 h 260086"/>
              <a:gd name="connsiteX144" fmla="*/ 653491 w 765852"/>
              <a:gd name="connsiteY144" fmla="*/ 197523 h 260086"/>
              <a:gd name="connsiteX145" fmla="*/ 644368 w 765852"/>
              <a:gd name="connsiteY145" fmla="*/ 197523 h 260086"/>
              <a:gd name="connsiteX146" fmla="*/ 637547 w 765852"/>
              <a:gd name="connsiteY146" fmla="*/ 235808 h 260086"/>
              <a:gd name="connsiteX147" fmla="*/ 648705 w 765852"/>
              <a:gd name="connsiteY147" fmla="*/ 205943 h 260086"/>
              <a:gd name="connsiteX148" fmla="*/ 659955 w 765852"/>
              <a:gd name="connsiteY148" fmla="*/ 235808 h 260086"/>
              <a:gd name="connsiteX149" fmla="*/ 637538 w 765852"/>
              <a:gd name="connsiteY149" fmla="*/ 235808 h 260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</a:cxnLst>
            <a:rect l="l" t="t" r="r" b="b"/>
            <a:pathLst>
              <a:path w="765852" h="260086">
                <a:moveTo>
                  <a:pt x="739575" y="143884"/>
                </a:moveTo>
                <a:cubicBezTo>
                  <a:pt x="756519" y="128906"/>
                  <a:pt x="765852" y="107425"/>
                  <a:pt x="765852" y="83403"/>
                </a:cubicBezTo>
                <a:cubicBezTo>
                  <a:pt x="765852" y="59381"/>
                  <a:pt x="756519" y="37899"/>
                  <a:pt x="739575" y="22921"/>
                </a:cubicBezTo>
                <a:cubicBezTo>
                  <a:pt x="722613" y="7925"/>
                  <a:pt x="699307" y="0"/>
                  <a:pt x="672177" y="0"/>
                </a:cubicBezTo>
                <a:cubicBezTo>
                  <a:pt x="645047" y="0"/>
                  <a:pt x="621740" y="7925"/>
                  <a:pt x="604779" y="22921"/>
                </a:cubicBezTo>
                <a:cubicBezTo>
                  <a:pt x="587835" y="37899"/>
                  <a:pt x="578501" y="59381"/>
                  <a:pt x="578501" y="83403"/>
                </a:cubicBezTo>
                <a:cubicBezTo>
                  <a:pt x="578501" y="107425"/>
                  <a:pt x="587835" y="128906"/>
                  <a:pt x="604779" y="143884"/>
                </a:cubicBezTo>
                <a:cubicBezTo>
                  <a:pt x="621740" y="158881"/>
                  <a:pt x="645047" y="166805"/>
                  <a:pt x="672177" y="166805"/>
                </a:cubicBezTo>
                <a:cubicBezTo>
                  <a:pt x="699307" y="166805"/>
                  <a:pt x="722613" y="158881"/>
                  <a:pt x="739575" y="143884"/>
                </a:cubicBezTo>
                <a:close/>
                <a:moveTo>
                  <a:pt x="604595" y="83403"/>
                </a:moveTo>
                <a:cubicBezTo>
                  <a:pt x="604595" y="66489"/>
                  <a:pt x="610821" y="52135"/>
                  <a:pt x="622611" y="41871"/>
                </a:cubicBezTo>
                <a:cubicBezTo>
                  <a:pt x="634751" y="31305"/>
                  <a:pt x="651887" y="25719"/>
                  <a:pt x="672177" y="25719"/>
                </a:cubicBezTo>
                <a:cubicBezTo>
                  <a:pt x="692467" y="25719"/>
                  <a:pt x="709603" y="31305"/>
                  <a:pt x="721742" y="41871"/>
                </a:cubicBezTo>
                <a:cubicBezTo>
                  <a:pt x="733524" y="52126"/>
                  <a:pt x="739759" y="66489"/>
                  <a:pt x="739759" y="83403"/>
                </a:cubicBezTo>
                <a:cubicBezTo>
                  <a:pt x="739759" y="100316"/>
                  <a:pt x="733533" y="114671"/>
                  <a:pt x="721742" y="124934"/>
                </a:cubicBezTo>
                <a:cubicBezTo>
                  <a:pt x="709603" y="135501"/>
                  <a:pt x="692467" y="141077"/>
                  <a:pt x="672177" y="141077"/>
                </a:cubicBezTo>
                <a:cubicBezTo>
                  <a:pt x="651887" y="141077"/>
                  <a:pt x="634741" y="135491"/>
                  <a:pt x="622611" y="124934"/>
                </a:cubicBezTo>
                <a:cubicBezTo>
                  <a:pt x="610830" y="114671"/>
                  <a:pt x="604595" y="100316"/>
                  <a:pt x="604595" y="83403"/>
                </a:cubicBezTo>
                <a:close/>
                <a:moveTo>
                  <a:pt x="238310" y="207181"/>
                </a:moveTo>
                <a:cubicBezTo>
                  <a:pt x="241556" y="205118"/>
                  <a:pt x="245306" y="204081"/>
                  <a:pt x="249560" y="204081"/>
                </a:cubicBezTo>
                <a:cubicBezTo>
                  <a:pt x="254282" y="204081"/>
                  <a:pt x="258288" y="205292"/>
                  <a:pt x="261562" y="207713"/>
                </a:cubicBezTo>
                <a:cubicBezTo>
                  <a:pt x="264835" y="210135"/>
                  <a:pt x="267035" y="213501"/>
                  <a:pt x="268163" y="217812"/>
                </a:cubicBezTo>
                <a:lnTo>
                  <a:pt x="275874" y="217812"/>
                </a:lnTo>
                <a:cubicBezTo>
                  <a:pt x="274691" y="211373"/>
                  <a:pt x="271784" y="206292"/>
                  <a:pt x="267145" y="202568"/>
                </a:cubicBezTo>
                <a:cubicBezTo>
                  <a:pt x="262506" y="198844"/>
                  <a:pt x="256766" y="196982"/>
                  <a:pt x="249917" y="196982"/>
                </a:cubicBezTo>
                <a:cubicBezTo>
                  <a:pt x="244013" y="196982"/>
                  <a:pt x="238814" y="198293"/>
                  <a:pt x="234322" y="200926"/>
                </a:cubicBezTo>
                <a:cubicBezTo>
                  <a:pt x="229838" y="203558"/>
                  <a:pt x="226382" y="207264"/>
                  <a:pt x="223961" y="212052"/>
                </a:cubicBezTo>
                <a:cubicBezTo>
                  <a:pt x="221541" y="216840"/>
                  <a:pt x="220330" y="222334"/>
                  <a:pt x="220330" y="228534"/>
                </a:cubicBezTo>
                <a:cubicBezTo>
                  <a:pt x="220330" y="234734"/>
                  <a:pt x="221541" y="240302"/>
                  <a:pt x="223961" y="245062"/>
                </a:cubicBezTo>
                <a:cubicBezTo>
                  <a:pt x="226382" y="249823"/>
                  <a:pt x="229838" y="253510"/>
                  <a:pt x="234322" y="256142"/>
                </a:cubicBezTo>
                <a:cubicBezTo>
                  <a:pt x="238805" y="258775"/>
                  <a:pt x="244004" y="260086"/>
                  <a:pt x="249917" y="260086"/>
                </a:cubicBezTo>
                <a:cubicBezTo>
                  <a:pt x="256831" y="260086"/>
                  <a:pt x="262570" y="258224"/>
                  <a:pt x="267145" y="254501"/>
                </a:cubicBezTo>
                <a:cubicBezTo>
                  <a:pt x="271720" y="250777"/>
                  <a:pt x="274599" y="245695"/>
                  <a:pt x="275782" y="239256"/>
                </a:cubicBezTo>
                <a:lnTo>
                  <a:pt x="268071" y="239256"/>
                </a:lnTo>
                <a:cubicBezTo>
                  <a:pt x="266888" y="243631"/>
                  <a:pt x="264706" y="247007"/>
                  <a:pt x="261516" y="249401"/>
                </a:cubicBezTo>
                <a:cubicBezTo>
                  <a:pt x="258325" y="251795"/>
                  <a:pt x="254337" y="252987"/>
                  <a:pt x="249560" y="252987"/>
                </a:cubicBezTo>
                <a:cubicBezTo>
                  <a:pt x="245306" y="252987"/>
                  <a:pt x="241556" y="251951"/>
                  <a:pt x="238310" y="249887"/>
                </a:cubicBezTo>
                <a:cubicBezTo>
                  <a:pt x="235064" y="247823"/>
                  <a:pt x="232561" y="244925"/>
                  <a:pt x="230828" y="241201"/>
                </a:cubicBezTo>
                <a:cubicBezTo>
                  <a:pt x="229086" y="237477"/>
                  <a:pt x="228215" y="233258"/>
                  <a:pt x="228215" y="228525"/>
                </a:cubicBezTo>
                <a:cubicBezTo>
                  <a:pt x="228215" y="223792"/>
                  <a:pt x="229086" y="219499"/>
                  <a:pt x="230828" y="215812"/>
                </a:cubicBezTo>
                <a:cubicBezTo>
                  <a:pt x="232570" y="212125"/>
                  <a:pt x="235064" y="209245"/>
                  <a:pt x="238310" y="207172"/>
                </a:cubicBezTo>
                <a:close/>
                <a:moveTo>
                  <a:pt x="335580" y="197523"/>
                </a:moveTo>
                <a:lnTo>
                  <a:pt x="311925" y="259554"/>
                </a:lnTo>
                <a:lnTo>
                  <a:pt x="319892" y="259554"/>
                </a:lnTo>
                <a:lnTo>
                  <a:pt x="326448" y="242806"/>
                </a:lnTo>
                <a:lnTo>
                  <a:pt x="353467" y="242806"/>
                </a:lnTo>
                <a:lnTo>
                  <a:pt x="360023" y="259554"/>
                </a:lnTo>
                <a:lnTo>
                  <a:pt x="368256" y="259554"/>
                </a:lnTo>
                <a:lnTo>
                  <a:pt x="344693" y="197523"/>
                </a:lnTo>
                <a:lnTo>
                  <a:pt x="335570" y="197523"/>
                </a:lnTo>
                <a:close/>
                <a:moveTo>
                  <a:pt x="328758" y="235808"/>
                </a:moveTo>
                <a:lnTo>
                  <a:pt x="339916" y="205943"/>
                </a:lnTo>
                <a:lnTo>
                  <a:pt x="351166" y="235808"/>
                </a:lnTo>
                <a:lnTo>
                  <a:pt x="328749" y="235808"/>
                </a:lnTo>
                <a:close/>
                <a:moveTo>
                  <a:pt x="725437" y="197523"/>
                </a:moveTo>
                <a:lnTo>
                  <a:pt x="717736" y="197523"/>
                </a:lnTo>
                <a:lnTo>
                  <a:pt x="717736" y="259554"/>
                </a:lnTo>
                <a:lnTo>
                  <a:pt x="753704" y="259554"/>
                </a:lnTo>
                <a:lnTo>
                  <a:pt x="753704" y="252464"/>
                </a:lnTo>
                <a:lnTo>
                  <a:pt x="725446" y="252464"/>
                </a:lnTo>
                <a:lnTo>
                  <a:pt x="725446" y="197523"/>
                </a:lnTo>
                <a:close/>
                <a:moveTo>
                  <a:pt x="250953" y="2119"/>
                </a:moveTo>
                <a:lnTo>
                  <a:pt x="225566" y="2119"/>
                </a:lnTo>
                <a:lnTo>
                  <a:pt x="225566" y="164677"/>
                </a:lnTo>
                <a:lnTo>
                  <a:pt x="250953" y="164677"/>
                </a:lnTo>
                <a:lnTo>
                  <a:pt x="250953" y="2119"/>
                </a:lnTo>
                <a:close/>
                <a:moveTo>
                  <a:pt x="80592" y="62692"/>
                </a:moveTo>
                <a:lnTo>
                  <a:pt x="80592" y="164687"/>
                </a:lnTo>
                <a:cubicBezTo>
                  <a:pt x="80592" y="164687"/>
                  <a:pt x="106732" y="164687"/>
                  <a:pt x="106732" y="164687"/>
                </a:cubicBezTo>
                <a:lnTo>
                  <a:pt x="106713" y="62692"/>
                </a:lnTo>
                <a:cubicBezTo>
                  <a:pt x="106713" y="50282"/>
                  <a:pt x="102707" y="38523"/>
                  <a:pt x="95124" y="28700"/>
                </a:cubicBezTo>
                <a:lnTo>
                  <a:pt x="93648" y="26792"/>
                </a:lnTo>
                <a:lnTo>
                  <a:pt x="92172" y="28700"/>
                </a:lnTo>
                <a:cubicBezTo>
                  <a:pt x="84589" y="38523"/>
                  <a:pt x="80583" y="50273"/>
                  <a:pt x="80583" y="62692"/>
                </a:cubicBezTo>
                <a:close/>
                <a:moveTo>
                  <a:pt x="47273" y="2119"/>
                </a:moveTo>
                <a:lnTo>
                  <a:pt x="0" y="2119"/>
                </a:lnTo>
                <a:lnTo>
                  <a:pt x="0" y="26792"/>
                </a:lnTo>
                <a:lnTo>
                  <a:pt x="93648" y="26792"/>
                </a:lnTo>
                <a:lnTo>
                  <a:pt x="91328" y="23793"/>
                </a:lnTo>
                <a:cubicBezTo>
                  <a:pt x="80693" y="10025"/>
                  <a:pt x="64629" y="2119"/>
                  <a:pt x="47273" y="2119"/>
                </a:cubicBezTo>
                <a:close/>
                <a:moveTo>
                  <a:pt x="95968" y="23793"/>
                </a:moveTo>
                <a:lnTo>
                  <a:pt x="93648" y="26792"/>
                </a:lnTo>
                <a:lnTo>
                  <a:pt x="187296" y="26792"/>
                </a:lnTo>
                <a:lnTo>
                  <a:pt x="187296" y="2119"/>
                </a:lnTo>
                <a:lnTo>
                  <a:pt x="140023" y="2119"/>
                </a:lnTo>
                <a:cubicBezTo>
                  <a:pt x="122657" y="2119"/>
                  <a:pt x="106603" y="10016"/>
                  <a:pt x="95958" y="23793"/>
                </a:cubicBezTo>
                <a:close/>
                <a:moveTo>
                  <a:pt x="514844" y="164677"/>
                </a:moveTo>
                <a:lnTo>
                  <a:pt x="540232" y="164677"/>
                </a:lnTo>
                <a:lnTo>
                  <a:pt x="540232" y="2119"/>
                </a:lnTo>
                <a:lnTo>
                  <a:pt x="514844" y="2119"/>
                </a:lnTo>
                <a:lnTo>
                  <a:pt x="514844" y="164677"/>
                </a:lnTo>
                <a:close/>
                <a:moveTo>
                  <a:pt x="495205" y="259554"/>
                </a:moveTo>
                <a:lnTo>
                  <a:pt x="502915" y="259554"/>
                </a:lnTo>
                <a:lnTo>
                  <a:pt x="502915" y="197523"/>
                </a:lnTo>
                <a:lnTo>
                  <a:pt x="495205" y="197523"/>
                </a:lnTo>
                <a:lnTo>
                  <a:pt x="495205" y="259554"/>
                </a:lnTo>
                <a:close/>
                <a:moveTo>
                  <a:pt x="544816" y="204613"/>
                </a:moveTo>
                <a:lnTo>
                  <a:pt x="564923" y="204613"/>
                </a:lnTo>
                <a:lnTo>
                  <a:pt x="564923" y="259554"/>
                </a:lnTo>
                <a:lnTo>
                  <a:pt x="572633" y="259554"/>
                </a:lnTo>
                <a:lnTo>
                  <a:pt x="572633" y="204613"/>
                </a:lnTo>
                <a:lnTo>
                  <a:pt x="592740" y="204613"/>
                </a:lnTo>
                <a:lnTo>
                  <a:pt x="592740" y="197523"/>
                </a:lnTo>
                <a:lnTo>
                  <a:pt x="544816" y="197523"/>
                </a:lnTo>
                <a:lnTo>
                  <a:pt x="544816" y="204613"/>
                </a:lnTo>
                <a:close/>
                <a:moveTo>
                  <a:pt x="287389" y="2119"/>
                </a:moveTo>
                <a:cubicBezTo>
                  <a:pt x="287389" y="2119"/>
                  <a:pt x="335680" y="117220"/>
                  <a:pt x="345234" y="140105"/>
                </a:cubicBezTo>
                <a:cubicBezTo>
                  <a:pt x="356374" y="166796"/>
                  <a:pt x="374464" y="166796"/>
                  <a:pt x="381413" y="166796"/>
                </a:cubicBezTo>
                <a:lnTo>
                  <a:pt x="382899" y="166796"/>
                </a:lnTo>
                <a:lnTo>
                  <a:pt x="316692" y="2119"/>
                </a:lnTo>
                <a:lnTo>
                  <a:pt x="287389" y="2119"/>
                </a:lnTo>
                <a:close/>
                <a:moveTo>
                  <a:pt x="443549" y="199871"/>
                </a:moveTo>
                <a:cubicBezTo>
                  <a:pt x="440413" y="198303"/>
                  <a:pt x="436819" y="197523"/>
                  <a:pt x="432739" y="197523"/>
                </a:cubicBezTo>
                <a:lnTo>
                  <a:pt x="408910" y="197523"/>
                </a:lnTo>
                <a:lnTo>
                  <a:pt x="408910" y="259554"/>
                </a:lnTo>
                <a:lnTo>
                  <a:pt x="416621" y="259554"/>
                </a:lnTo>
                <a:lnTo>
                  <a:pt x="416621" y="235716"/>
                </a:lnTo>
                <a:lnTo>
                  <a:pt x="432748" y="235716"/>
                </a:lnTo>
                <a:cubicBezTo>
                  <a:pt x="436819" y="235716"/>
                  <a:pt x="440413" y="234936"/>
                  <a:pt x="443512" y="233368"/>
                </a:cubicBezTo>
                <a:cubicBezTo>
                  <a:pt x="446611" y="231799"/>
                  <a:pt x="449013" y="229571"/>
                  <a:pt x="450728" y="226681"/>
                </a:cubicBezTo>
                <a:cubicBezTo>
                  <a:pt x="452442" y="223783"/>
                  <a:pt x="453295" y="220417"/>
                  <a:pt x="453295" y="216583"/>
                </a:cubicBezTo>
                <a:cubicBezTo>
                  <a:pt x="453295" y="212749"/>
                  <a:pt x="452452" y="209392"/>
                  <a:pt x="450774" y="206521"/>
                </a:cubicBezTo>
                <a:cubicBezTo>
                  <a:pt x="449087" y="203659"/>
                  <a:pt x="446685" y="201439"/>
                  <a:pt x="443558" y="199871"/>
                </a:cubicBezTo>
                <a:close/>
                <a:moveTo>
                  <a:pt x="441779" y="225351"/>
                </a:moveTo>
                <a:cubicBezTo>
                  <a:pt x="439359" y="227534"/>
                  <a:pt x="436113" y="228635"/>
                  <a:pt x="432033" y="228635"/>
                </a:cubicBezTo>
                <a:lnTo>
                  <a:pt x="416621" y="228635"/>
                </a:lnTo>
                <a:lnTo>
                  <a:pt x="416621" y="204622"/>
                </a:lnTo>
                <a:lnTo>
                  <a:pt x="432125" y="204622"/>
                </a:lnTo>
                <a:cubicBezTo>
                  <a:pt x="436196" y="204622"/>
                  <a:pt x="439432" y="205705"/>
                  <a:pt x="441825" y="207860"/>
                </a:cubicBezTo>
                <a:cubicBezTo>
                  <a:pt x="444218" y="210015"/>
                  <a:pt x="445410" y="212923"/>
                  <a:pt x="445410" y="216592"/>
                </a:cubicBezTo>
                <a:cubicBezTo>
                  <a:pt x="445410" y="220261"/>
                  <a:pt x="444200" y="223178"/>
                  <a:pt x="441779" y="225361"/>
                </a:cubicBezTo>
                <a:close/>
                <a:moveTo>
                  <a:pt x="382889" y="166805"/>
                </a:moveTo>
                <a:lnTo>
                  <a:pt x="384375" y="166805"/>
                </a:lnTo>
                <a:cubicBezTo>
                  <a:pt x="391334" y="166805"/>
                  <a:pt x="409423" y="166805"/>
                  <a:pt x="420554" y="140114"/>
                </a:cubicBezTo>
                <a:cubicBezTo>
                  <a:pt x="430099" y="117230"/>
                  <a:pt x="478399" y="2128"/>
                  <a:pt x="478399" y="2128"/>
                </a:cubicBezTo>
                <a:lnTo>
                  <a:pt x="449096" y="2128"/>
                </a:lnTo>
                <a:lnTo>
                  <a:pt x="382889" y="166814"/>
                </a:lnTo>
                <a:close/>
                <a:moveTo>
                  <a:pt x="644368" y="197523"/>
                </a:moveTo>
                <a:lnTo>
                  <a:pt x="620714" y="259554"/>
                </a:lnTo>
                <a:lnTo>
                  <a:pt x="628690" y="259554"/>
                </a:lnTo>
                <a:lnTo>
                  <a:pt x="635246" y="242806"/>
                </a:lnTo>
                <a:lnTo>
                  <a:pt x="662266" y="242806"/>
                </a:lnTo>
                <a:lnTo>
                  <a:pt x="668821" y="259554"/>
                </a:lnTo>
                <a:lnTo>
                  <a:pt x="677055" y="259554"/>
                </a:lnTo>
                <a:lnTo>
                  <a:pt x="653491" y="197523"/>
                </a:lnTo>
                <a:lnTo>
                  <a:pt x="644368" y="197523"/>
                </a:lnTo>
                <a:close/>
                <a:moveTo>
                  <a:pt x="637547" y="235808"/>
                </a:moveTo>
                <a:lnTo>
                  <a:pt x="648705" y="205943"/>
                </a:lnTo>
                <a:lnTo>
                  <a:pt x="659955" y="235808"/>
                </a:lnTo>
                <a:lnTo>
                  <a:pt x="637538" y="235808"/>
                </a:lnTo>
                <a:close/>
              </a:path>
            </a:pathLst>
          </a:custGeom>
          <a:solidFill>
            <a:schemeClr val="bg1"/>
          </a:solidFill>
          <a:ln w="1061" cap="flat">
            <a:noFill/>
            <a:prstDash val="solid"/>
            <a:miter/>
          </a:ln>
        </p:spPr>
        <p:txBody>
          <a:bodyPr rtlCol="0" anchor="ctr"/>
          <a:lstStyle/>
          <a:p>
            <a:endParaRPr lang="pt-BR">
              <a:solidFill>
                <a:schemeClr val="bg1"/>
              </a:solidFill>
            </a:endParaRPr>
          </a:p>
        </p:txBody>
      </p:sp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7858F1CA-0E09-F094-AD45-52092585CA1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225800" y="1518527"/>
            <a:ext cx="3740400" cy="4776078"/>
          </a:xfrm>
          <a:prstGeom prst="rect">
            <a:avLst/>
          </a:prstGeom>
          <a:ln>
            <a:solidFill>
              <a:schemeClr val="accent4"/>
            </a:solidFill>
          </a:ln>
        </p:spPr>
        <p:txBody>
          <a:bodyPr lIns="36000" tIns="36000" rIns="36000" bIns="36000"/>
          <a:lstStyle>
            <a:lvl1pPr marL="0" indent="0">
              <a:buNone/>
              <a:defRPr sz="120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4E170CD4-5C01-DD85-2A0A-98954D99CAC5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34962" y="3987408"/>
            <a:ext cx="3741737" cy="2313464"/>
          </a:xfrm>
          <a:prstGeom prst="rect">
            <a:avLst/>
          </a:prstGeom>
          <a:ln>
            <a:solidFill>
              <a:schemeClr val="accent4"/>
            </a:solidFill>
          </a:ln>
        </p:spPr>
        <p:txBody>
          <a:bodyPr lIns="36000" tIns="36000" rIns="36000" bIns="36000"/>
          <a:lstStyle>
            <a:lvl1pPr marL="0" indent="0">
              <a:buNone/>
              <a:defRPr sz="120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805EFAA-C04F-7113-90E8-A7D66AF3528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116638" y="1524792"/>
            <a:ext cx="3740400" cy="4776079"/>
          </a:xfrm>
          <a:prstGeom prst="rect">
            <a:avLst/>
          </a:prstGeom>
          <a:ln>
            <a:solidFill>
              <a:schemeClr val="accent4"/>
            </a:solidFill>
          </a:ln>
        </p:spPr>
        <p:txBody>
          <a:bodyPr lIns="36000" tIns="36000" rIns="36000" bIns="36000"/>
          <a:lstStyle>
            <a:lvl1pPr marL="0" indent="0">
              <a:buNone/>
              <a:defRPr sz="120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176D65B-577B-DA97-A4AE-85E5C579A955}"/>
              </a:ext>
            </a:extLst>
          </p:cNvPr>
          <p:cNvCxnSpPr/>
          <p:nvPr userDrawn="1"/>
        </p:nvCxnSpPr>
        <p:spPr>
          <a:xfrm>
            <a:off x="334963" y="185353"/>
            <a:ext cx="10415415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3178843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469">
          <p15:clr>
            <a:srgbClr val="FBAE40"/>
          </p15:clr>
        </p15:guide>
        <p15:guide id="2" orient="horz" pos="3974">
          <p15:clr>
            <a:srgbClr val="FBAE40"/>
          </p15:clr>
        </p15:guide>
        <p15:guide id="3" orient="horz" pos="232">
          <p15:clr>
            <a:srgbClr val="FBAE40"/>
          </p15:clr>
        </p15:guide>
        <p15:guide id="4" pos="211">
          <p15:clr>
            <a:srgbClr val="FBAE40"/>
          </p15:clr>
        </p15:guide>
        <p15:guide id="5" orient="horz" pos="4065">
          <p15:clr>
            <a:srgbClr val="FBAE40"/>
          </p15:clr>
        </p15:guide>
        <p15:guide id="6" orient="horz" pos="799">
          <p15:clr>
            <a:srgbClr val="FBAE40"/>
          </p15:clr>
        </p15:guide>
        <p15:guide id="7" orient="horz" pos="935">
          <p15:clr>
            <a:srgbClr val="FBAE40"/>
          </p15:clr>
        </p15:guide>
      </p15:sldGuideLst>
    </p:ext>
  </p:extLs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| 2 linhas - High Yield">
    <p:bg>
      <p:bgPr>
        <a:gradFill>
          <a:gsLst>
            <a:gs pos="81000">
              <a:schemeClr val="tx1">
                <a:lumMod val="85000"/>
                <a:lumOff val="15000"/>
              </a:schemeClr>
            </a:gs>
            <a:gs pos="100000">
              <a:schemeClr val="tx1">
                <a:lumMod val="95000"/>
                <a:lumOff val="5000"/>
              </a:schemeClr>
            </a:gs>
            <a:gs pos="0">
              <a:schemeClr val="accent5"/>
            </a:gs>
          </a:gsLst>
          <a:lin ang="7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B13D7C-5A47-B0DF-B518-26E79F5D2DB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63" y="368300"/>
            <a:ext cx="10183813" cy="4308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err="1"/>
              <a:t>Título</a:t>
            </a:r>
            <a:endParaRPr lang="en-US"/>
          </a:p>
        </p:txBody>
      </p:sp>
      <p:sp>
        <p:nvSpPr>
          <p:cNvPr id="2" name="Espaço Reservado para Número de Slide 5">
            <a:extLst>
              <a:ext uri="{FF2B5EF4-FFF2-40B4-BE49-F238E27FC236}">
                <a16:creationId xmlns:a16="http://schemas.microsoft.com/office/drawing/2014/main" id="{21758EB3-F057-8CDF-FF61-35E724EF59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61763" y="6482556"/>
            <a:ext cx="295275" cy="1692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 sz="1100">
                <a:solidFill>
                  <a:schemeClr val="bg1"/>
                </a:solidFill>
                <a:latin typeface="Versos" panose="020B0503020204030204" pitchFamily="34" charset="0"/>
                <a:cs typeface="Versos" panose="020B0503020204030204" pitchFamily="34" charset="0"/>
              </a:defRPr>
            </a:lvl1pPr>
          </a:lstStyle>
          <a:p>
            <a:fld id="{77667D73-C69A-4DAA-9003-24A825D36FE9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7" name="Text Placeholder 8">
            <a:extLst>
              <a:ext uri="{FF2B5EF4-FFF2-40B4-BE49-F238E27FC236}">
                <a16:creationId xmlns:a16="http://schemas.microsoft.com/office/drawing/2014/main" id="{5629EC08-34A0-4F4F-BF0C-DAE3D73CA1C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34963" y="1949413"/>
            <a:ext cx="5648397" cy="435931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F37A98A2-2A9D-056F-7CA4-B986B817076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4963" y="6482556"/>
            <a:ext cx="10980000" cy="138499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900">
                <a:latin typeface="Versos Light" panose="020B0403020204030204" pitchFamily="34" charset="0"/>
              </a:defRPr>
            </a:lvl2pPr>
            <a:lvl3pPr>
              <a:defRPr sz="900">
                <a:latin typeface="Versos Light" panose="020B0403020204030204" pitchFamily="34" charset="0"/>
              </a:defRPr>
            </a:lvl3pPr>
            <a:lvl4pPr>
              <a:defRPr sz="900">
                <a:latin typeface="Versos Light" panose="020B0403020204030204" pitchFamily="34" charset="0"/>
              </a:defRPr>
            </a:lvl4pPr>
            <a:lvl5pPr>
              <a:defRPr sz="900">
                <a:latin typeface="Versos Light" panose="020B0403020204030204" pitchFamily="34" charset="0"/>
              </a:defRPr>
            </a:lvl5pPr>
          </a:lstStyle>
          <a:p>
            <a:pPr lvl="0"/>
            <a:r>
              <a:rPr lang="en-US"/>
              <a:t>Fonte:</a:t>
            </a:r>
            <a:endParaRPr lang="pt-BR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ECBC137-580C-65EB-C713-E63CDBDB515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208640" y="1949413"/>
            <a:ext cx="5648397" cy="435931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D1CF13AF-F1F7-29D7-F0C3-C23BE528C9A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34963" y="1518527"/>
            <a:ext cx="5648397" cy="21544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47497781-FD6B-9B5D-3237-9AD784B8880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208640" y="1518527"/>
            <a:ext cx="5648397" cy="21544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Picture 8">
            <a:extLst>
              <a:ext uri="{FF2B5EF4-FFF2-40B4-BE49-F238E27FC236}">
                <a16:creationId xmlns:a16="http://schemas.microsoft.com/office/drawing/2014/main" id="{EB78A079-9AB0-B349-256E-BC9ED4CF0623}"/>
              </a:ext>
            </a:extLst>
          </p:cNvPr>
          <p:cNvSpPr/>
          <p:nvPr userDrawn="1"/>
        </p:nvSpPr>
        <p:spPr>
          <a:xfrm>
            <a:off x="11091186" y="377178"/>
            <a:ext cx="765852" cy="260086"/>
          </a:xfrm>
          <a:custGeom>
            <a:avLst/>
            <a:gdLst>
              <a:gd name="connsiteX0" fmla="*/ 739575 w 765852"/>
              <a:gd name="connsiteY0" fmla="*/ 143884 h 260086"/>
              <a:gd name="connsiteX1" fmla="*/ 765852 w 765852"/>
              <a:gd name="connsiteY1" fmla="*/ 83403 h 260086"/>
              <a:gd name="connsiteX2" fmla="*/ 739575 w 765852"/>
              <a:gd name="connsiteY2" fmla="*/ 22921 h 260086"/>
              <a:gd name="connsiteX3" fmla="*/ 672177 w 765852"/>
              <a:gd name="connsiteY3" fmla="*/ 0 h 260086"/>
              <a:gd name="connsiteX4" fmla="*/ 604779 w 765852"/>
              <a:gd name="connsiteY4" fmla="*/ 22921 h 260086"/>
              <a:gd name="connsiteX5" fmla="*/ 578501 w 765852"/>
              <a:gd name="connsiteY5" fmla="*/ 83403 h 260086"/>
              <a:gd name="connsiteX6" fmla="*/ 604779 w 765852"/>
              <a:gd name="connsiteY6" fmla="*/ 143884 h 260086"/>
              <a:gd name="connsiteX7" fmla="*/ 672177 w 765852"/>
              <a:gd name="connsiteY7" fmla="*/ 166805 h 260086"/>
              <a:gd name="connsiteX8" fmla="*/ 739575 w 765852"/>
              <a:gd name="connsiteY8" fmla="*/ 143884 h 260086"/>
              <a:gd name="connsiteX9" fmla="*/ 604595 w 765852"/>
              <a:gd name="connsiteY9" fmla="*/ 83403 h 260086"/>
              <a:gd name="connsiteX10" fmla="*/ 622611 w 765852"/>
              <a:gd name="connsiteY10" fmla="*/ 41871 h 260086"/>
              <a:gd name="connsiteX11" fmla="*/ 672177 w 765852"/>
              <a:gd name="connsiteY11" fmla="*/ 25719 h 260086"/>
              <a:gd name="connsiteX12" fmla="*/ 721742 w 765852"/>
              <a:gd name="connsiteY12" fmla="*/ 41871 h 260086"/>
              <a:gd name="connsiteX13" fmla="*/ 739759 w 765852"/>
              <a:gd name="connsiteY13" fmla="*/ 83403 h 260086"/>
              <a:gd name="connsiteX14" fmla="*/ 721742 w 765852"/>
              <a:gd name="connsiteY14" fmla="*/ 124934 h 260086"/>
              <a:gd name="connsiteX15" fmla="*/ 672177 w 765852"/>
              <a:gd name="connsiteY15" fmla="*/ 141077 h 260086"/>
              <a:gd name="connsiteX16" fmla="*/ 622611 w 765852"/>
              <a:gd name="connsiteY16" fmla="*/ 124934 h 260086"/>
              <a:gd name="connsiteX17" fmla="*/ 604595 w 765852"/>
              <a:gd name="connsiteY17" fmla="*/ 83403 h 260086"/>
              <a:gd name="connsiteX18" fmla="*/ 238310 w 765852"/>
              <a:gd name="connsiteY18" fmla="*/ 207181 h 260086"/>
              <a:gd name="connsiteX19" fmla="*/ 249560 w 765852"/>
              <a:gd name="connsiteY19" fmla="*/ 204081 h 260086"/>
              <a:gd name="connsiteX20" fmla="*/ 261562 w 765852"/>
              <a:gd name="connsiteY20" fmla="*/ 207713 h 260086"/>
              <a:gd name="connsiteX21" fmla="*/ 268163 w 765852"/>
              <a:gd name="connsiteY21" fmla="*/ 217812 h 260086"/>
              <a:gd name="connsiteX22" fmla="*/ 275874 w 765852"/>
              <a:gd name="connsiteY22" fmla="*/ 217812 h 260086"/>
              <a:gd name="connsiteX23" fmla="*/ 267145 w 765852"/>
              <a:gd name="connsiteY23" fmla="*/ 202568 h 260086"/>
              <a:gd name="connsiteX24" fmla="*/ 249917 w 765852"/>
              <a:gd name="connsiteY24" fmla="*/ 196982 h 260086"/>
              <a:gd name="connsiteX25" fmla="*/ 234322 w 765852"/>
              <a:gd name="connsiteY25" fmla="*/ 200926 h 260086"/>
              <a:gd name="connsiteX26" fmla="*/ 223961 w 765852"/>
              <a:gd name="connsiteY26" fmla="*/ 212052 h 260086"/>
              <a:gd name="connsiteX27" fmla="*/ 220330 w 765852"/>
              <a:gd name="connsiteY27" fmla="*/ 228534 h 260086"/>
              <a:gd name="connsiteX28" fmla="*/ 223961 w 765852"/>
              <a:gd name="connsiteY28" fmla="*/ 245062 h 260086"/>
              <a:gd name="connsiteX29" fmla="*/ 234322 w 765852"/>
              <a:gd name="connsiteY29" fmla="*/ 256142 h 260086"/>
              <a:gd name="connsiteX30" fmla="*/ 249917 w 765852"/>
              <a:gd name="connsiteY30" fmla="*/ 260086 h 260086"/>
              <a:gd name="connsiteX31" fmla="*/ 267145 w 765852"/>
              <a:gd name="connsiteY31" fmla="*/ 254501 h 260086"/>
              <a:gd name="connsiteX32" fmla="*/ 275782 w 765852"/>
              <a:gd name="connsiteY32" fmla="*/ 239256 h 260086"/>
              <a:gd name="connsiteX33" fmla="*/ 268071 w 765852"/>
              <a:gd name="connsiteY33" fmla="*/ 239256 h 260086"/>
              <a:gd name="connsiteX34" fmla="*/ 261516 w 765852"/>
              <a:gd name="connsiteY34" fmla="*/ 249401 h 260086"/>
              <a:gd name="connsiteX35" fmla="*/ 249560 w 765852"/>
              <a:gd name="connsiteY35" fmla="*/ 252987 h 260086"/>
              <a:gd name="connsiteX36" fmla="*/ 238310 w 765852"/>
              <a:gd name="connsiteY36" fmla="*/ 249887 h 260086"/>
              <a:gd name="connsiteX37" fmla="*/ 230828 w 765852"/>
              <a:gd name="connsiteY37" fmla="*/ 241201 h 260086"/>
              <a:gd name="connsiteX38" fmla="*/ 228215 w 765852"/>
              <a:gd name="connsiteY38" fmla="*/ 228525 h 260086"/>
              <a:gd name="connsiteX39" fmla="*/ 230828 w 765852"/>
              <a:gd name="connsiteY39" fmla="*/ 215812 h 260086"/>
              <a:gd name="connsiteX40" fmla="*/ 238310 w 765852"/>
              <a:gd name="connsiteY40" fmla="*/ 207172 h 260086"/>
              <a:gd name="connsiteX41" fmla="*/ 335580 w 765852"/>
              <a:gd name="connsiteY41" fmla="*/ 197523 h 260086"/>
              <a:gd name="connsiteX42" fmla="*/ 311925 w 765852"/>
              <a:gd name="connsiteY42" fmla="*/ 259554 h 260086"/>
              <a:gd name="connsiteX43" fmla="*/ 319892 w 765852"/>
              <a:gd name="connsiteY43" fmla="*/ 259554 h 260086"/>
              <a:gd name="connsiteX44" fmla="*/ 326448 w 765852"/>
              <a:gd name="connsiteY44" fmla="*/ 242806 h 260086"/>
              <a:gd name="connsiteX45" fmla="*/ 353467 w 765852"/>
              <a:gd name="connsiteY45" fmla="*/ 242806 h 260086"/>
              <a:gd name="connsiteX46" fmla="*/ 360023 w 765852"/>
              <a:gd name="connsiteY46" fmla="*/ 259554 h 260086"/>
              <a:gd name="connsiteX47" fmla="*/ 368256 w 765852"/>
              <a:gd name="connsiteY47" fmla="*/ 259554 h 260086"/>
              <a:gd name="connsiteX48" fmla="*/ 344693 w 765852"/>
              <a:gd name="connsiteY48" fmla="*/ 197523 h 260086"/>
              <a:gd name="connsiteX49" fmla="*/ 335570 w 765852"/>
              <a:gd name="connsiteY49" fmla="*/ 197523 h 260086"/>
              <a:gd name="connsiteX50" fmla="*/ 328758 w 765852"/>
              <a:gd name="connsiteY50" fmla="*/ 235808 h 260086"/>
              <a:gd name="connsiteX51" fmla="*/ 339916 w 765852"/>
              <a:gd name="connsiteY51" fmla="*/ 205943 h 260086"/>
              <a:gd name="connsiteX52" fmla="*/ 351166 w 765852"/>
              <a:gd name="connsiteY52" fmla="*/ 235808 h 260086"/>
              <a:gd name="connsiteX53" fmla="*/ 328749 w 765852"/>
              <a:gd name="connsiteY53" fmla="*/ 235808 h 260086"/>
              <a:gd name="connsiteX54" fmla="*/ 725437 w 765852"/>
              <a:gd name="connsiteY54" fmla="*/ 197523 h 260086"/>
              <a:gd name="connsiteX55" fmla="*/ 717736 w 765852"/>
              <a:gd name="connsiteY55" fmla="*/ 197523 h 260086"/>
              <a:gd name="connsiteX56" fmla="*/ 717736 w 765852"/>
              <a:gd name="connsiteY56" fmla="*/ 259554 h 260086"/>
              <a:gd name="connsiteX57" fmla="*/ 753704 w 765852"/>
              <a:gd name="connsiteY57" fmla="*/ 259554 h 260086"/>
              <a:gd name="connsiteX58" fmla="*/ 753704 w 765852"/>
              <a:gd name="connsiteY58" fmla="*/ 252464 h 260086"/>
              <a:gd name="connsiteX59" fmla="*/ 725446 w 765852"/>
              <a:gd name="connsiteY59" fmla="*/ 252464 h 260086"/>
              <a:gd name="connsiteX60" fmla="*/ 725446 w 765852"/>
              <a:gd name="connsiteY60" fmla="*/ 197523 h 260086"/>
              <a:gd name="connsiteX61" fmla="*/ 250953 w 765852"/>
              <a:gd name="connsiteY61" fmla="*/ 2119 h 260086"/>
              <a:gd name="connsiteX62" fmla="*/ 225566 w 765852"/>
              <a:gd name="connsiteY62" fmla="*/ 2119 h 260086"/>
              <a:gd name="connsiteX63" fmla="*/ 225566 w 765852"/>
              <a:gd name="connsiteY63" fmla="*/ 164677 h 260086"/>
              <a:gd name="connsiteX64" fmla="*/ 250953 w 765852"/>
              <a:gd name="connsiteY64" fmla="*/ 164677 h 260086"/>
              <a:gd name="connsiteX65" fmla="*/ 250953 w 765852"/>
              <a:gd name="connsiteY65" fmla="*/ 2119 h 260086"/>
              <a:gd name="connsiteX66" fmla="*/ 80592 w 765852"/>
              <a:gd name="connsiteY66" fmla="*/ 62692 h 260086"/>
              <a:gd name="connsiteX67" fmla="*/ 80592 w 765852"/>
              <a:gd name="connsiteY67" fmla="*/ 164687 h 260086"/>
              <a:gd name="connsiteX68" fmla="*/ 106732 w 765852"/>
              <a:gd name="connsiteY68" fmla="*/ 164687 h 260086"/>
              <a:gd name="connsiteX69" fmla="*/ 106713 w 765852"/>
              <a:gd name="connsiteY69" fmla="*/ 62692 h 260086"/>
              <a:gd name="connsiteX70" fmla="*/ 95124 w 765852"/>
              <a:gd name="connsiteY70" fmla="*/ 28700 h 260086"/>
              <a:gd name="connsiteX71" fmla="*/ 93648 w 765852"/>
              <a:gd name="connsiteY71" fmla="*/ 26792 h 260086"/>
              <a:gd name="connsiteX72" fmla="*/ 92172 w 765852"/>
              <a:gd name="connsiteY72" fmla="*/ 28700 h 260086"/>
              <a:gd name="connsiteX73" fmla="*/ 80583 w 765852"/>
              <a:gd name="connsiteY73" fmla="*/ 62692 h 260086"/>
              <a:gd name="connsiteX74" fmla="*/ 47273 w 765852"/>
              <a:gd name="connsiteY74" fmla="*/ 2119 h 260086"/>
              <a:gd name="connsiteX75" fmla="*/ 0 w 765852"/>
              <a:gd name="connsiteY75" fmla="*/ 2119 h 260086"/>
              <a:gd name="connsiteX76" fmla="*/ 0 w 765852"/>
              <a:gd name="connsiteY76" fmla="*/ 26792 h 260086"/>
              <a:gd name="connsiteX77" fmla="*/ 93648 w 765852"/>
              <a:gd name="connsiteY77" fmla="*/ 26792 h 260086"/>
              <a:gd name="connsiteX78" fmla="*/ 91328 w 765852"/>
              <a:gd name="connsiteY78" fmla="*/ 23793 h 260086"/>
              <a:gd name="connsiteX79" fmla="*/ 47273 w 765852"/>
              <a:gd name="connsiteY79" fmla="*/ 2119 h 260086"/>
              <a:gd name="connsiteX80" fmla="*/ 95968 w 765852"/>
              <a:gd name="connsiteY80" fmla="*/ 23793 h 260086"/>
              <a:gd name="connsiteX81" fmla="*/ 93648 w 765852"/>
              <a:gd name="connsiteY81" fmla="*/ 26792 h 260086"/>
              <a:gd name="connsiteX82" fmla="*/ 187296 w 765852"/>
              <a:gd name="connsiteY82" fmla="*/ 26792 h 260086"/>
              <a:gd name="connsiteX83" fmla="*/ 187296 w 765852"/>
              <a:gd name="connsiteY83" fmla="*/ 2119 h 260086"/>
              <a:gd name="connsiteX84" fmla="*/ 140023 w 765852"/>
              <a:gd name="connsiteY84" fmla="*/ 2119 h 260086"/>
              <a:gd name="connsiteX85" fmla="*/ 95958 w 765852"/>
              <a:gd name="connsiteY85" fmla="*/ 23793 h 260086"/>
              <a:gd name="connsiteX86" fmla="*/ 514844 w 765852"/>
              <a:gd name="connsiteY86" fmla="*/ 164677 h 260086"/>
              <a:gd name="connsiteX87" fmla="*/ 540232 w 765852"/>
              <a:gd name="connsiteY87" fmla="*/ 164677 h 260086"/>
              <a:gd name="connsiteX88" fmla="*/ 540232 w 765852"/>
              <a:gd name="connsiteY88" fmla="*/ 2119 h 260086"/>
              <a:gd name="connsiteX89" fmla="*/ 514844 w 765852"/>
              <a:gd name="connsiteY89" fmla="*/ 2119 h 260086"/>
              <a:gd name="connsiteX90" fmla="*/ 514844 w 765852"/>
              <a:gd name="connsiteY90" fmla="*/ 164677 h 260086"/>
              <a:gd name="connsiteX91" fmla="*/ 495205 w 765852"/>
              <a:gd name="connsiteY91" fmla="*/ 259554 h 260086"/>
              <a:gd name="connsiteX92" fmla="*/ 502915 w 765852"/>
              <a:gd name="connsiteY92" fmla="*/ 259554 h 260086"/>
              <a:gd name="connsiteX93" fmla="*/ 502915 w 765852"/>
              <a:gd name="connsiteY93" fmla="*/ 197523 h 260086"/>
              <a:gd name="connsiteX94" fmla="*/ 495205 w 765852"/>
              <a:gd name="connsiteY94" fmla="*/ 197523 h 260086"/>
              <a:gd name="connsiteX95" fmla="*/ 495205 w 765852"/>
              <a:gd name="connsiteY95" fmla="*/ 259554 h 260086"/>
              <a:gd name="connsiteX96" fmla="*/ 544816 w 765852"/>
              <a:gd name="connsiteY96" fmla="*/ 204613 h 260086"/>
              <a:gd name="connsiteX97" fmla="*/ 564923 w 765852"/>
              <a:gd name="connsiteY97" fmla="*/ 204613 h 260086"/>
              <a:gd name="connsiteX98" fmla="*/ 564923 w 765852"/>
              <a:gd name="connsiteY98" fmla="*/ 259554 h 260086"/>
              <a:gd name="connsiteX99" fmla="*/ 572633 w 765852"/>
              <a:gd name="connsiteY99" fmla="*/ 259554 h 260086"/>
              <a:gd name="connsiteX100" fmla="*/ 572633 w 765852"/>
              <a:gd name="connsiteY100" fmla="*/ 204613 h 260086"/>
              <a:gd name="connsiteX101" fmla="*/ 592740 w 765852"/>
              <a:gd name="connsiteY101" fmla="*/ 204613 h 260086"/>
              <a:gd name="connsiteX102" fmla="*/ 592740 w 765852"/>
              <a:gd name="connsiteY102" fmla="*/ 197523 h 260086"/>
              <a:gd name="connsiteX103" fmla="*/ 544816 w 765852"/>
              <a:gd name="connsiteY103" fmla="*/ 197523 h 260086"/>
              <a:gd name="connsiteX104" fmla="*/ 544816 w 765852"/>
              <a:gd name="connsiteY104" fmla="*/ 204613 h 260086"/>
              <a:gd name="connsiteX105" fmla="*/ 287389 w 765852"/>
              <a:gd name="connsiteY105" fmla="*/ 2119 h 260086"/>
              <a:gd name="connsiteX106" fmla="*/ 345234 w 765852"/>
              <a:gd name="connsiteY106" fmla="*/ 140105 h 260086"/>
              <a:gd name="connsiteX107" fmla="*/ 381413 w 765852"/>
              <a:gd name="connsiteY107" fmla="*/ 166796 h 260086"/>
              <a:gd name="connsiteX108" fmla="*/ 382899 w 765852"/>
              <a:gd name="connsiteY108" fmla="*/ 166796 h 260086"/>
              <a:gd name="connsiteX109" fmla="*/ 316692 w 765852"/>
              <a:gd name="connsiteY109" fmla="*/ 2119 h 260086"/>
              <a:gd name="connsiteX110" fmla="*/ 287389 w 765852"/>
              <a:gd name="connsiteY110" fmla="*/ 2119 h 260086"/>
              <a:gd name="connsiteX111" fmla="*/ 443549 w 765852"/>
              <a:gd name="connsiteY111" fmla="*/ 199871 h 260086"/>
              <a:gd name="connsiteX112" fmla="*/ 432739 w 765852"/>
              <a:gd name="connsiteY112" fmla="*/ 197523 h 260086"/>
              <a:gd name="connsiteX113" fmla="*/ 408910 w 765852"/>
              <a:gd name="connsiteY113" fmla="*/ 197523 h 260086"/>
              <a:gd name="connsiteX114" fmla="*/ 408910 w 765852"/>
              <a:gd name="connsiteY114" fmla="*/ 259554 h 260086"/>
              <a:gd name="connsiteX115" fmla="*/ 416621 w 765852"/>
              <a:gd name="connsiteY115" fmla="*/ 259554 h 260086"/>
              <a:gd name="connsiteX116" fmla="*/ 416621 w 765852"/>
              <a:gd name="connsiteY116" fmla="*/ 235716 h 260086"/>
              <a:gd name="connsiteX117" fmla="*/ 432748 w 765852"/>
              <a:gd name="connsiteY117" fmla="*/ 235716 h 260086"/>
              <a:gd name="connsiteX118" fmla="*/ 443512 w 765852"/>
              <a:gd name="connsiteY118" fmla="*/ 233368 h 260086"/>
              <a:gd name="connsiteX119" fmla="*/ 450728 w 765852"/>
              <a:gd name="connsiteY119" fmla="*/ 226681 h 260086"/>
              <a:gd name="connsiteX120" fmla="*/ 453295 w 765852"/>
              <a:gd name="connsiteY120" fmla="*/ 216583 h 260086"/>
              <a:gd name="connsiteX121" fmla="*/ 450774 w 765852"/>
              <a:gd name="connsiteY121" fmla="*/ 206521 h 260086"/>
              <a:gd name="connsiteX122" fmla="*/ 443558 w 765852"/>
              <a:gd name="connsiteY122" fmla="*/ 199871 h 260086"/>
              <a:gd name="connsiteX123" fmla="*/ 441779 w 765852"/>
              <a:gd name="connsiteY123" fmla="*/ 225351 h 260086"/>
              <a:gd name="connsiteX124" fmla="*/ 432033 w 765852"/>
              <a:gd name="connsiteY124" fmla="*/ 228635 h 260086"/>
              <a:gd name="connsiteX125" fmla="*/ 416621 w 765852"/>
              <a:gd name="connsiteY125" fmla="*/ 228635 h 260086"/>
              <a:gd name="connsiteX126" fmla="*/ 416621 w 765852"/>
              <a:gd name="connsiteY126" fmla="*/ 204622 h 260086"/>
              <a:gd name="connsiteX127" fmla="*/ 432125 w 765852"/>
              <a:gd name="connsiteY127" fmla="*/ 204622 h 260086"/>
              <a:gd name="connsiteX128" fmla="*/ 441825 w 765852"/>
              <a:gd name="connsiteY128" fmla="*/ 207860 h 260086"/>
              <a:gd name="connsiteX129" fmla="*/ 445410 w 765852"/>
              <a:gd name="connsiteY129" fmla="*/ 216592 h 260086"/>
              <a:gd name="connsiteX130" fmla="*/ 441779 w 765852"/>
              <a:gd name="connsiteY130" fmla="*/ 225361 h 260086"/>
              <a:gd name="connsiteX131" fmla="*/ 382889 w 765852"/>
              <a:gd name="connsiteY131" fmla="*/ 166805 h 260086"/>
              <a:gd name="connsiteX132" fmla="*/ 384375 w 765852"/>
              <a:gd name="connsiteY132" fmla="*/ 166805 h 260086"/>
              <a:gd name="connsiteX133" fmla="*/ 420554 w 765852"/>
              <a:gd name="connsiteY133" fmla="*/ 140114 h 260086"/>
              <a:gd name="connsiteX134" fmla="*/ 478399 w 765852"/>
              <a:gd name="connsiteY134" fmla="*/ 2128 h 260086"/>
              <a:gd name="connsiteX135" fmla="*/ 449096 w 765852"/>
              <a:gd name="connsiteY135" fmla="*/ 2128 h 260086"/>
              <a:gd name="connsiteX136" fmla="*/ 382889 w 765852"/>
              <a:gd name="connsiteY136" fmla="*/ 166814 h 260086"/>
              <a:gd name="connsiteX137" fmla="*/ 644368 w 765852"/>
              <a:gd name="connsiteY137" fmla="*/ 197523 h 260086"/>
              <a:gd name="connsiteX138" fmla="*/ 620714 w 765852"/>
              <a:gd name="connsiteY138" fmla="*/ 259554 h 260086"/>
              <a:gd name="connsiteX139" fmla="*/ 628690 w 765852"/>
              <a:gd name="connsiteY139" fmla="*/ 259554 h 260086"/>
              <a:gd name="connsiteX140" fmla="*/ 635246 w 765852"/>
              <a:gd name="connsiteY140" fmla="*/ 242806 h 260086"/>
              <a:gd name="connsiteX141" fmla="*/ 662266 w 765852"/>
              <a:gd name="connsiteY141" fmla="*/ 242806 h 260086"/>
              <a:gd name="connsiteX142" fmla="*/ 668821 w 765852"/>
              <a:gd name="connsiteY142" fmla="*/ 259554 h 260086"/>
              <a:gd name="connsiteX143" fmla="*/ 677055 w 765852"/>
              <a:gd name="connsiteY143" fmla="*/ 259554 h 260086"/>
              <a:gd name="connsiteX144" fmla="*/ 653491 w 765852"/>
              <a:gd name="connsiteY144" fmla="*/ 197523 h 260086"/>
              <a:gd name="connsiteX145" fmla="*/ 644368 w 765852"/>
              <a:gd name="connsiteY145" fmla="*/ 197523 h 260086"/>
              <a:gd name="connsiteX146" fmla="*/ 637547 w 765852"/>
              <a:gd name="connsiteY146" fmla="*/ 235808 h 260086"/>
              <a:gd name="connsiteX147" fmla="*/ 648705 w 765852"/>
              <a:gd name="connsiteY147" fmla="*/ 205943 h 260086"/>
              <a:gd name="connsiteX148" fmla="*/ 659955 w 765852"/>
              <a:gd name="connsiteY148" fmla="*/ 235808 h 260086"/>
              <a:gd name="connsiteX149" fmla="*/ 637538 w 765852"/>
              <a:gd name="connsiteY149" fmla="*/ 235808 h 260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</a:cxnLst>
            <a:rect l="l" t="t" r="r" b="b"/>
            <a:pathLst>
              <a:path w="765852" h="260086">
                <a:moveTo>
                  <a:pt x="739575" y="143884"/>
                </a:moveTo>
                <a:cubicBezTo>
                  <a:pt x="756519" y="128906"/>
                  <a:pt x="765852" y="107425"/>
                  <a:pt x="765852" y="83403"/>
                </a:cubicBezTo>
                <a:cubicBezTo>
                  <a:pt x="765852" y="59381"/>
                  <a:pt x="756519" y="37899"/>
                  <a:pt x="739575" y="22921"/>
                </a:cubicBezTo>
                <a:cubicBezTo>
                  <a:pt x="722613" y="7925"/>
                  <a:pt x="699307" y="0"/>
                  <a:pt x="672177" y="0"/>
                </a:cubicBezTo>
                <a:cubicBezTo>
                  <a:pt x="645047" y="0"/>
                  <a:pt x="621740" y="7925"/>
                  <a:pt x="604779" y="22921"/>
                </a:cubicBezTo>
                <a:cubicBezTo>
                  <a:pt x="587835" y="37899"/>
                  <a:pt x="578501" y="59381"/>
                  <a:pt x="578501" y="83403"/>
                </a:cubicBezTo>
                <a:cubicBezTo>
                  <a:pt x="578501" y="107425"/>
                  <a:pt x="587835" y="128906"/>
                  <a:pt x="604779" y="143884"/>
                </a:cubicBezTo>
                <a:cubicBezTo>
                  <a:pt x="621740" y="158881"/>
                  <a:pt x="645047" y="166805"/>
                  <a:pt x="672177" y="166805"/>
                </a:cubicBezTo>
                <a:cubicBezTo>
                  <a:pt x="699307" y="166805"/>
                  <a:pt x="722613" y="158881"/>
                  <a:pt x="739575" y="143884"/>
                </a:cubicBezTo>
                <a:close/>
                <a:moveTo>
                  <a:pt x="604595" y="83403"/>
                </a:moveTo>
                <a:cubicBezTo>
                  <a:pt x="604595" y="66489"/>
                  <a:pt x="610821" y="52135"/>
                  <a:pt x="622611" y="41871"/>
                </a:cubicBezTo>
                <a:cubicBezTo>
                  <a:pt x="634751" y="31305"/>
                  <a:pt x="651887" y="25719"/>
                  <a:pt x="672177" y="25719"/>
                </a:cubicBezTo>
                <a:cubicBezTo>
                  <a:pt x="692467" y="25719"/>
                  <a:pt x="709603" y="31305"/>
                  <a:pt x="721742" y="41871"/>
                </a:cubicBezTo>
                <a:cubicBezTo>
                  <a:pt x="733524" y="52126"/>
                  <a:pt x="739759" y="66489"/>
                  <a:pt x="739759" y="83403"/>
                </a:cubicBezTo>
                <a:cubicBezTo>
                  <a:pt x="739759" y="100316"/>
                  <a:pt x="733533" y="114671"/>
                  <a:pt x="721742" y="124934"/>
                </a:cubicBezTo>
                <a:cubicBezTo>
                  <a:pt x="709603" y="135501"/>
                  <a:pt x="692467" y="141077"/>
                  <a:pt x="672177" y="141077"/>
                </a:cubicBezTo>
                <a:cubicBezTo>
                  <a:pt x="651887" y="141077"/>
                  <a:pt x="634741" y="135491"/>
                  <a:pt x="622611" y="124934"/>
                </a:cubicBezTo>
                <a:cubicBezTo>
                  <a:pt x="610830" y="114671"/>
                  <a:pt x="604595" y="100316"/>
                  <a:pt x="604595" y="83403"/>
                </a:cubicBezTo>
                <a:close/>
                <a:moveTo>
                  <a:pt x="238310" y="207181"/>
                </a:moveTo>
                <a:cubicBezTo>
                  <a:pt x="241556" y="205118"/>
                  <a:pt x="245306" y="204081"/>
                  <a:pt x="249560" y="204081"/>
                </a:cubicBezTo>
                <a:cubicBezTo>
                  <a:pt x="254282" y="204081"/>
                  <a:pt x="258288" y="205292"/>
                  <a:pt x="261562" y="207713"/>
                </a:cubicBezTo>
                <a:cubicBezTo>
                  <a:pt x="264835" y="210135"/>
                  <a:pt x="267035" y="213501"/>
                  <a:pt x="268163" y="217812"/>
                </a:cubicBezTo>
                <a:lnTo>
                  <a:pt x="275874" y="217812"/>
                </a:lnTo>
                <a:cubicBezTo>
                  <a:pt x="274691" y="211373"/>
                  <a:pt x="271784" y="206292"/>
                  <a:pt x="267145" y="202568"/>
                </a:cubicBezTo>
                <a:cubicBezTo>
                  <a:pt x="262506" y="198844"/>
                  <a:pt x="256766" y="196982"/>
                  <a:pt x="249917" y="196982"/>
                </a:cubicBezTo>
                <a:cubicBezTo>
                  <a:pt x="244013" y="196982"/>
                  <a:pt x="238814" y="198293"/>
                  <a:pt x="234322" y="200926"/>
                </a:cubicBezTo>
                <a:cubicBezTo>
                  <a:pt x="229838" y="203558"/>
                  <a:pt x="226382" y="207264"/>
                  <a:pt x="223961" y="212052"/>
                </a:cubicBezTo>
                <a:cubicBezTo>
                  <a:pt x="221541" y="216840"/>
                  <a:pt x="220330" y="222334"/>
                  <a:pt x="220330" y="228534"/>
                </a:cubicBezTo>
                <a:cubicBezTo>
                  <a:pt x="220330" y="234734"/>
                  <a:pt x="221541" y="240302"/>
                  <a:pt x="223961" y="245062"/>
                </a:cubicBezTo>
                <a:cubicBezTo>
                  <a:pt x="226382" y="249823"/>
                  <a:pt x="229838" y="253510"/>
                  <a:pt x="234322" y="256142"/>
                </a:cubicBezTo>
                <a:cubicBezTo>
                  <a:pt x="238805" y="258775"/>
                  <a:pt x="244004" y="260086"/>
                  <a:pt x="249917" y="260086"/>
                </a:cubicBezTo>
                <a:cubicBezTo>
                  <a:pt x="256831" y="260086"/>
                  <a:pt x="262570" y="258224"/>
                  <a:pt x="267145" y="254501"/>
                </a:cubicBezTo>
                <a:cubicBezTo>
                  <a:pt x="271720" y="250777"/>
                  <a:pt x="274599" y="245695"/>
                  <a:pt x="275782" y="239256"/>
                </a:cubicBezTo>
                <a:lnTo>
                  <a:pt x="268071" y="239256"/>
                </a:lnTo>
                <a:cubicBezTo>
                  <a:pt x="266888" y="243631"/>
                  <a:pt x="264706" y="247007"/>
                  <a:pt x="261516" y="249401"/>
                </a:cubicBezTo>
                <a:cubicBezTo>
                  <a:pt x="258325" y="251795"/>
                  <a:pt x="254337" y="252987"/>
                  <a:pt x="249560" y="252987"/>
                </a:cubicBezTo>
                <a:cubicBezTo>
                  <a:pt x="245306" y="252987"/>
                  <a:pt x="241556" y="251951"/>
                  <a:pt x="238310" y="249887"/>
                </a:cubicBezTo>
                <a:cubicBezTo>
                  <a:pt x="235064" y="247823"/>
                  <a:pt x="232561" y="244925"/>
                  <a:pt x="230828" y="241201"/>
                </a:cubicBezTo>
                <a:cubicBezTo>
                  <a:pt x="229086" y="237477"/>
                  <a:pt x="228215" y="233258"/>
                  <a:pt x="228215" y="228525"/>
                </a:cubicBezTo>
                <a:cubicBezTo>
                  <a:pt x="228215" y="223792"/>
                  <a:pt x="229086" y="219499"/>
                  <a:pt x="230828" y="215812"/>
                </a:cubicBezTo>
                <a:cubicBezTo>
                  <a:pt x="232570" y="212125"/>
                  <a:pt x="235064" y="209245"/>
                  <a:pt x="238310" y="207172"/>
                </a:cubicBezTo>
                <a:close/>
                <a:moveTo>
                  <a:pt x="335580" y="197523"/>
                </a:moveTo>
                <a:lnTo>
                  <a:pt x="311925" y="259554"/>
                </a:lnTo>
                <a:lnTo>
                  <a:pt x="319892" y="259554"/>
                </a:lnTo>
                <a:lnTo>
                  <a:pt x="326448" y="242806"/>
                </a:lnTo>
                <a:lnTo>
                  <a:pt x="353467" y="242806"/>
                </a:lnTo>
                <a:lnTo>
                  <a:pt x="360023" y="259554"/>
                </a:lnTo>
                <a:lnTo>
                  <a:pt x="368256" y="259554"/>
                </a:lnTo>
                <a:lnTo>
                  <a:pt x="344693" y="197523"/>
                </a:lnTo>
                <a:lnTo>
                  <a:pt x="335570" y="197523"/>
                </a:lnTo>
                <a:close/>
                <a:moveTo>
                  <a:pt x="328758" y="235808"/>
                </a:moveTo>
                <a:lnTo>
                  <a:pt x="339916" y="205943"/>
                </a:lnTo>
                <a:lnTo>
                  <a:pt x="351166" y="235808"/>
                </a:lnTo>
                <a:lnTo>
                  <a:pt x="328749" y="235808"/>
                </a:lnTo>
                <a:close/>
                <a:moveTo>
                  <a:pt x="725437" y="197523"/>
                </a:moveTo>
                <a:lnTo>
                  <a:pt x="717736" y="197523"/>
                </a:lnTo>
                <a:lnTo>
                  <a:pt x="717736" y="259554"/>
                </a:lnTo>
                <a:lnTo>
                  <a:pt x="753704" y="259554"/>
                </a:lnTo>
                <a:lnTo>
                  <a:pt x="753704" y="252464"/>
                </a:lnTo>
                <a:lnTo>
                  <a:pt x="725446" y="252464"/>
                </a:lnTo>
                <a:lnTo>
                  <a:pt x="725446" y="197523"/>
                </a:lnTo>
                <a:close/>
                <a:moveTo>
                  <a:pt x="250953" y="2119"/>
                </a:moveTo>
                <a:lnTo>
                  <a:pt x="225566" y="2119"/>
                </a:lnTo>
                <a:lnTo>
                  <a:pt x="225566" y="164677"/>
                </a:lnTo>
                <a:lnTo>
                  <a:pt x="250953" y="164677"/>
                </a:lnTo>
                <a:lnTo>
                  <a:pt x="250953" y="2119"/>
                </a:lnTo>
                <a:close/>
                <a:moveTo>
                  <a:pt x="80592" y="62692"/>
                </a:moveTo>
                <a:lnTo>
                  <a:pt x="80592" y="164687"/>
                </a:lnTo>
                <a:cubicBezTo>
                  <a:pt x="80592" y="164687"/>
                  <a:pt x="106732" y="164687"/>
                  <a:pt x="106732" y="164687"/>
                </a:cubicBezTo>
                <a:lnTo>
                  <a:pt x="106713" y="62692"/>
                </a:lnTo>
                <a:cubicBezTo>
                  <a:pt x="106713" y="50282"/>
                  <a:pt x="102707" y="38523"/>
                  <a:pt x="95124" y="28700"/>
                </a:cubicBezTo>
                <a:lnTo>
                  <a:pt x="93648" y="26792"/>
                </a:lnTo>
                <a:lnTo>
                  <a:pt x="92172" y="28700"/>
                </a:lnTo>
                <a:cubicBezTo>
                  <a:pt x="84589" y="38523"/>
                  <a:pt x="80583" y="50273"/>
                  <a:pt x="80583" y="62692"/>
                </a:cubicBezTo>
                <a:close/>
                <a:moveTo>
                  <a:pt x="47273" y="2119"/>
                </a:moveTo>
                <a:lnTo>
                  <a:pt x="0" y="2119"/>
                </a:lnTo>
                <a:lnTo>
                  <a:pt x="0" y="26792"/>
                </a:lnTo>
                <a:lnTo>
                  <a:pt x="93648" y="26792"/>
                </a:lnTo>
                <a:lnTo>
                  <a:pt x="91328" y="23793"/>
                </a:lnTo>
                <a:cubicBezTo>
                  <a:pt x="80693" y="10025"/>
                  <a:pt x="64629" y="2119"/>
                  <a:pt x="47273" y="2119"/>
                </a:cubicBezTo>
                <a:close/>
                <a:moveTo>
                  <a:pt x="95968" y="23793"/>
                </a:moveTo>
                <a:lnTo>
                  <a:pt x="93648" y="26792"/>
                </a:lnTo>
                <a:lnTo>
                  <a:pt x="187296" y="26792"/>
                </a:lnTo>
                <a:lnTo>
                  <a:pt x="187296" y="2119"/>
                </a:lnTo>
                <a:lnTo>
                  <a:pt x="140023" y="2119"/>
                </a:lnTo>
                <a:cubicBezTo>
                  <a:pt x="122657" y="2119"/>
                  <a:pt x="106603" y="10016"/>
                  <a:pt x="95958" y="23793"/>
                </a:cubicBezTo>
                <a:close/>
                <a:moveTo>
                  <a:pt x="514844" y="164677"/>
                </a:moveTo>
                <a:lnTo>
                  <a:pt x="540232" y="164677"/>
                </a:lnTo>
                <a:lnTo>
                  <a:pt x="540232" y="2119"/>
                </a:lnTo>
                <a:lnTo>
                  <a:pt x="514844" y="2119"/>
                </a:lnTo>
                <a:lnTo>
                  <a:pt x="514844" y="164677"/>
                </a:lnTo>
                <a:close/>
                <a:moveTo>
                  <a:pt x="495205" y="259554"/>
                </a:moveTo>
                <a:lnTo>
                  <a:pt x="502915" y="259554"/>
                </a:lnTo>
                <a:lnTo>
                  <a:pt x="502915" y="197523"/>
                </a:lnTo>
                <a:lnTo>
                  <a:pt x="495205" y="197523"/>
                </a:lnTo>
                <a:lnTo>
                  <a:pt x="495205" y="259554"/>
                </a:lnTo>
                <a:close/>
                <a:moveTo>
                  <a:pt x="544816" y="204613"/>
                </a:moveTo>
                <a:lnTo>
                  <a:pt x="564923" y="204613"/>
                </a:lnTo>
                <a:lnTo>
                  <a:pt x="564923" y="259554"/>
                </a:lnTo>
                <a:lnTo>
                  <a:pt x="572633" y="259554"/>
                </a:lnTo>
                <a:lnTo>
                  <a:pt x="572633" y="204613"/>
                </a:lnTo>
                <a:lnTo>
                  <a:pt x="592740" y="204613"/>
                </a:lnTo>
                <a:lnTo>
                  <a:pt x="592740" y="197523"/>
                </a:lnTo>
                <a:lnTo>
                  <a:pt x="544816" y="197523"/>
                </a:lnTo>
                <a:lnTo>
                  <a:pt x="544816" y="204613"/>
                </a:lnTo>
                <a:close/>
                <a:moveTo>
                  <a:pt x="287389" y="2119"/>
                </a:moveTo>
                <a:cubicBezTo>
                  <a:pt x="287389" y="2119"/>
                  <a:pt x="335680" y="117220"/>
                  <a:pt x="345234" y="140105"/>
                </a:cubicBezTo>
                <a:cubicBezTo>
                  <a:pt x="356374" y="166796"/>
                  <a:pt x="374464" y="166796"/>
                  <a:pt x="381413" y="166796"/>
                </a:cubicBezTo>
                <a:lnTo>
                  <a:pt x="382899" y="166796"/>
                </a:lnTo>
                <a:lnTo>
                  <a:pt x="316692" y="2119"/>
                </a:lnTo>
                <a:lnTo>
                  <a:pt x="287389" y="2119"/>
                </a:lnTo>
                <a:close/>
                <a:moveTo>
                  <a:pt x="443549" y="199871"/>
                </a:moveTo>
                <a:cubicBezTo>
                  <a:pt x="440413" y="198303"/>
                  <a:pt x="436819" y="197523"/>
                  <a:pt x="432739" y="197523"/>
                </a:cubicBezTo>
                <a:lnTo>
                  <a:pt x="408910" y="197523"/>
                </a:lnTo>
                <a:lnTo>
                  <a:pt x="408910" y="259554"/>
                </a:lnTo>
                <a:lnTo>
                  <a:pt x="416621" y="259554"/>
                </a:lnTo>
                <a:lnTo>
                  <a:pt x="416621" y="235716"/>
                </a:lnTo>
                <a:lnTo>
                  <a:pt x="432748" y="235716"/>
                </a:lnTo>
                <a:cubicBezTo>
                  <a:pt x="436819" y="235716"/>
                  <a:pt x="440413" y="234936"/>
                  <a:pt x="443512" y="233368"/>
                </a:cubicBezTo>
                <a:cubicBezTo>
                  <a:pt x="446611" y="231799"/>
                  <a:pt x="449013" y="229571"/>
                  <a:pt x="450728" y="226681"/>
                </a:cubicBezTo>
                <a:cubicBezTo>
                  <a:pt x="452442" y="223783"/>
                  <a:pt x="453295" y="220417"/>
                  <a:pt x="453295" y="216583"/>
                </a:cubicBezTo>
                <a:cubicBezTo>
                  <a:pt x="453295" y="212749"/>
                  <a:pt x="452452" y="209392"/>
                  <a:pt x="450774" y="206521"/>
                </a:cubicBezTo>
                <a:cubicBezTo>
                  <a:pt x="449087" y="203659"/>
                  <a:pt x="446685" y="201439"/>
                  <a:pt x="443558" y="199871"/>
                </a:cubicBezTo>
                <a:close/>
                <a:moveTo>
                  <a:pt x="441779" y="225351"/>
                </a:moveTo>
                <a:cubicBezTo>
                  <a:pt x="439359" y="227534"/>
                  <a:pt x="436113" y="228635"/>
                  <a:pt x="432033" y="228635"/>
                </a:cubicBezTo>
                <a:lnTo>
                  <a:pt x="416621" y="228635"/>
                </a:lnTo>
                <a:lnTo>
                  <a:pt x="416621" y="204622"/>
                </a:lnTo>
                <a:lnTo>
                  <a:pt x="432125" y="204622"/>
                </a:lnTo>
                <a:cubicBezTo>
                  <a:pt x="436196" y="204622"/>
                  <a:pt x="439432" y="205705"/>
                  <a:pt x="441825" y="207860"/>
                </a:cubicBezTo>
                <a:cubicBezTo>
                  <a:pt x="444218" y="210015"/>
                  <a:pt x="445410" y="212923"/>
                  <a:pt x="445410" y="216592"/>
                </a:cubicBezTo>
                <a:cubicBezTo>
                  <a:pt x="445410" y="220261"/>
                  <a:pt x="444200" y="223178"/>
                  <a:pt x="441779" y="225361"/>
                </a:cubicBezTo>
                <a:close/>
                <a:moveTo>
                  <a:pt x="382889" y="166805"/>
                </a:moveTo>
                <a:lnTo>
                  <a:pt x="384375" y="166805"/>
                </a:lnTo>
                <a:cubicBezTo>
                  <a:pt x="391334" y="166805"/>
                  <a:pt x="409423" y="166805"/>
                  <a:pt x="420554" y="140114"/>
                </a:cubicBezTo>
                <a:cubicBezTo>
                  <a:pt x="430099" y="117230"/>
                  <a:pt x="478399" y="2128"/>
                  <a:pt x="478399" y="2128"/>
                </a:cubicBezTo>
                <a:lnTo>
                  <a:pt x="449096" y="2128"/>
                </a:lnTo>
                <a:lnTo>
                  <a:pt x="382889" y="166814"/>
                </a:lnTo>
                <a:close/>
                <a:moveTo>
                  <a:pt x="644368" y="197523"/>
                </a:moveTo>
                <a:lnTo>
                  <a:pt x="620714" y="259554"/>
                </a:lnTo>
                <a:lnTo>
                  <a:pt x="628690" y="259554"/>
                </a:lnTo>
                <a:lnTo>
                  <a:pt x="635246" y="242806"/>
                </a:lnTo>
                <a:lnTo>
                  <a:pt x="662266" y="242806"/>
                </a:lnTo>
                <a:lnTo>
                  <a:pt x="668821" y="259554"/>
                </a:lnTo>
                <a:lnTo>
                  <a:pt x="677055" y="259554"/>
                </a:lnTo>
                <a:lnTo>
                  <a:pt x="653491" y="197523"/>
                </a:lnTo>
                <a:lnTo>
                  <a:pt x="644368" y="197523"/>
                </a:lnTo>
                <a:close/>
                <a:moveTo>
                  <a:pt x="637547" y="235808"/>
                </a:moveTo>
                <a:lnTo>
                  <a:pt x="648705" y="205943"/>
                </a:lnTo>
                <a:lnTo>
                  <a:pt x="659955" y="235808"/>
                </a:lnTo>
                <a:lnTo>
                  <a:pt x="637538" y="235808"/>
                </a:lnTo>
                <a:close/>
              </a:path>
            </a:pathLst>
          </a:custGeom>
          <a:solidFill>
            <a:schemeClr val="bg1"/>
          </a:solidFill>
          <a:ln w="1061" cap="flat">
            <a:noFill/>
            <a:prstDash val="solid"/>
            <a:miter/>
          </a:ln>
        </p:spPr>
        <p:txBody>
          <a:bodyPr rtlCol="0" anchor="ctr"/>
          <a:lstStyle/>
          <a:p>
            <a:endParaRPr lang="pt-BR">
              <a:solidFill>
                <a:schemeClr val="bg1"/>
              </a:solidFill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509A8969-4CCE-CE82-D2FB-901A726879C5}"/>
              </a:ext>
            </a:extLst>
          </p:cNvPr>
          <p:cNvCxnSpPr/>
          <p:nvPr userDrawn="1"/>
        </p:nvCxnSpPr>
        <p:spPr>
          <a:xfrm>
            <a:off x="334963" y="185353"/>
            <a:ext cx="10415415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526634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469">
          <p15:clr>
            <a:srgbClr val="FBAE40"/>
          </p15:clr>
        </p15:guide>
        <p15:guide id="2" orient="horz" pos="3974">
          <p15:clr>
            <a:srgbClr val="FBAE40"/>
          </p15:clr>
        </p15:guide>
        <p15:guide id="3" orient="horz" pos="232">
          <p15:clr>
            <a:srgbClr val="FBAE40"/>
          </p15:clr>
        </p15:guide>
        <p15:guide id="4" pos="211">
          <p15:clr>
            <a:srgbClr val="FBAE40"/>
          </p15:clr>
        </p15:guide>
        <p15:guide id="5" orient="horz" pos="4065">
          <p15:clr>
            <a:srgbClr val="FBAE40"/>
          </p15:clr>
        </p15:guide>
        <p15:guide id="6" orient="horz" pos="799">
          <p15:clr>
            <a:srgbClr val="FBAE40"/>
          </p15:clr>
        </p15:guide>
        <p15:guide id="7" orient="horz" pos="935">
          <p15:clr>
            <a:srgbClr val="FBAE40"/>
          </p15:clr>
        </p15:guide>
      </p15:sldGuideLst>
    </p:ext>
  </p:extLs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| Box superior - High Yield">
    <p:bg>
      <p:bgPr>
        <a:gradFill>
          <a:gsLst>
            <a:gs pos="81000">
              <a:schemeClr val="tx1">
                <a:lumMod val="85000"/>
                <a:lumOff val="15000"/>
              </a:schemeClr>
            </a:gs>
            <a:gs pos="100000">
              <a:schemeClr val="tx1">
                <a:lumMod val="95000"/>
                <a:lumOff val="5000"/>
              </a:schemeClr>
            </a:gs>
            <a:gs pos="0">
              <a:schemeClr val="accent5"/>
            </a:gs>
          </a:gsLst>
          <a:lin ang="7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132BCE3-A04F-8602-64F7-7623C7EAF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61763" y="6482556"/>
            <a:ext cx="295275" cy="1692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 sz="1100">
                <a:solidFill>
                  <a:schemeClr val="bg1"/>
                </a:solidFill>
                <a:latin typeface="Versos" panose="020B0503020204030204" pitchFamily="34" charset="0"/>
                <a:cs typeface="Versos" panose="020B0503020204030204" pitchFamily="34" charset="0"/>
              </a:defRPr>
            </a:lvl1pPr>
          </a:lstStyle>
          <a:p>
            <a:fld id="{77667D73-C69A-4DAA-9003-24A825D36FE9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B13D7C-5A47-B0DF-B518-26E79F5D2DB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63" y="368300"/>
            <a:ext cx="10183813" cy="4308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err="1"/>
              <a:t>Título</a:t>
            </a:r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401465E-A8CD-A3BA-BE2A-9597492FDC6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4963" y="6482556"/>
            <a:ext cx="10980000" cy="180000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900">
                <a:latin typeface="Versos Light" panose="020B0403020204030204" pitchFamily="34" charset="0"/>
              </a:defRPr>
            </a:lvl2pPr>
            <a:lvl3pPr>
              <a:defRPr sz="900">
                <a:latin typeface="Versos Light" panose="020B0403020204030204" pitchFamily="34" charset="0"/>
              </a:defRPr>
            </a:lvl3pPr>
            <a:lvl4pPr>
              <a:defRPr sz="900">
                <a:latin typeface="Versos Light" panose="020B0403020204030204" pitchFamily="34" charset="0"/>
              </a:defRPr>
            </a:lvl4pPr>
            <a:lvl5pPr>
              <a:defRPr sz="900">
                <a:latin typeface="Versos Light" panose="020B0403020204030204" pitchFamily="34" charset="0"/>
              </a:defRPr>
            </a:lvl5pPr>
          </a:lstStyle>
          <a:p>
            <a:pPr lvl="0"/>
            <a:r>
              <a:rPr lang="en-US"/>
              <a:t>Fonte:</a:t>
            </a:r>
            <a:endParaRPr lang="pt-BR"/>
          </a:p>
        </p:txBody>
      </p:sp>
      <p:sp>
        <p:nvSpPr>
          <p:cNvPr id="10" name="Retângulo 5">
            <a:extLst>
              <a:ext uri="{FF2B5EF4-FFF2-40B4-BE49-F238E27FC236}">
                <a16:creationId xmlns:a16="http://schemas.microsoft.com/office/drawing/2014/main" id="{7D36360D-ABDB-2B93-AA05-C90BA9D483DB}"/>
              </a:ext>
            </a:extLst>
          </p:cNvPr>
          <p:cNvSpPr/>
          <p:nvPr userDrawn="1"/>
        </p:nvSpPr>
        <p:spPr>
          <a:xfrm>
            <a:off x="0" y="807794"/>
            <a:ext cx="12192000" cy="209118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latin typeface="Versos" panose="020B0503020204030204" pitchFamily="34" charset="0"/>
            </a:endParaRP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2BF5896-7E11-14FB-06A4-95B1CAD37BF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83427" y="1045525"/>
            <a:ext cx="5421301" cy="156104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>
                <a:solidFill>
                  <a:schemeClr val="tx1"/>
                </a:solidFill>
                <a:latin typeface="Versos Light" panose="020B04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2" name="Conector Reto 6">
            <a:extLst>
              <a:ext uri="{FF2B5EF4-FFF2-40B4-BE49-F238E27FC236}">
                <a16:creationId xmlns:a16="http://schemas.microsoft.com/office/drawing/2014/main" id="{93D24C85-FAB3-23B7-3282-C0255DE4BF50}"/>
              </a:ext>
            </a:extLst>
          </p:cNvPr>
          <p:cNvCxnSpPr/>
          <p:nvPr userDrawn="1"/>
        </p:nvCxnSpPr>
        <p:spPr>
          <a:xfrm>
            <a:off x="583096" y="1364974"/>
            <a:ext cx="0" cy="156211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Reto 7">
            <a:extLst>
              <a:ext uri="{FF2B5EF4-FFF2-40B4-BE49-F238E27FC236}">
                <a16:creationId xmlns:a16="http://schemas.microsoft.com/office/drawing/2014/main" id="{A040BC7F-4356-241E-DE98-A14572A424F9}"/>
              </a:ext>
            </a:extLst>
          </p:cNvPr>
          <p:cNvCxnSpPr>
            <a:cxnSpLocks/>
          </p:cNvCxnSpPr>
          <p:nvPr userDrawn="1"/>
        </p:nvCxnSpPr>
        <p:spPr>
          <a:xfrm>
            <a:off x="6336683" y="1364974"/>
            <a:ext cx="0" cy="156211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3D29ABC6-2275-8D02-5D8F-6C312831087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437014" y="1045525"/>
            <a:ext cx="5420023" cy="158838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>
                <a:solidFill>
                  <a:schemeClr val="tx1"/>
                </a:solidFill>
                <a:latin typeface="Versos Light" panose="020B04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8">
            <a:extLst>
              <a:ext uri="{FF2B5EF4-FFF2-40B4-BE49-F238E27FC236}">
                <a16:creationId xmlns:a16="http://schemas.microsoft.com/office/drawing/2014/main" id="{D0831873-076C-11EE-AA1E-02508B9C565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86447" y="3021651"/>
            <a:ext cx="5296913" cy="23011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8">
            <a:extLst>
              <a:ext uri="{FF2B5EF4-FFF2-40B4-BE49-F238E27FC236}">
                <a16:creationId xmlns:a16="http://schemas.microsoft.com/office/drawing/2014/main" id="{89936DB2-1144-3AFC-1BBA-E1BDEB5020C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435706" y="3021651"/>
            <a:ext cx="5421332" cy="23011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Picture 8">
            <a:extLst>
              <a:ext uri="{FF2B5EF4-FFF2-40B4-BE49-F238E27FC236}">
                <a16:creationId xmlns:a16="http://schemas.microsoft.com/office/drawing/2014/main" id="{C3DE3459-A0CC-6831-FC59-0F2863B6F3C9}"/>
              </a:ext>
            </a:extLst>
          </p:cNvPr>
          <p:cNvSpPr/>
          <p:nvPr userDrawn="1"/>
        </p:nvSpPr>
        <p:spPr>
          <a:xfrm>
            <a:off x="11091186" y="377178"/>
            <a:ext cx="765852" cy="260086"/>
          </a:xfrm>
          <a:custGeom>
            <a:avLst/>
            <a:gdLst>
              <a:gd name="connsiteX0" fmla="*/ 739575 w 765852"/>
              <a:gd name="connsiteY0" fmla="*/ 143884 h 260086"/>
              <a:gd name="connsiteX1" fmla="*/ 765852 w 765852"/>
              <a:gd name="connsiteY1" fmla="*/ 83403 h 260086"/>
              <a:gd name="connsiteX2" fmla="*/ 739575 w 765852"/>
              <a:gd name="connsiteY2" fmla="*/ 22921 h 260086"/>
              <a:gd name="connsiteX3" fmla="*/ 672177 w 765852"/>
              <a:gd name="connsiteY3" fmla="*/ 0 h 260086"/>
              <a:gd name="connsiteX4" fmla="*/ 604779 w 765852"/>
              <a:gd name="connsiteY4" fmla="*/ 22921 h 260086"/>
              <a:gd name="connsiteX5" fmla="*/ 578501 w 765852"/>
              <a:gd name="connsiteY5" fmla="*/ 83403 h 260086"/>
              <a:gd name="connsiteX6" fmla="*/ 604779 w 765852"/>
              <a:gd name="connsiteY6" fmla="*/ 143884 h 260086"/>
              <a:gd name="connsiteX7" fmla="*/ 672177 w 765852"/>
              <a:gd name="connsiteY7" fmla="*/ 166805 h 260086"/>
              <a:gd name="connsiteX8" fmla="*/ 739575 w 765852"/>
              <a:gd name="connsiteY8" fmla="*/ 143884 h 260086"/>
              <a:gd name="connsiteX9" fmla="*/ 604595 w 765852"/>
              <a:gd name="connsiteY9" fmla="*/ 83403 h 260086"/>
              <a:gd name="connsiteX10" fmla="*/ 622611 w 765852"/>
              <a:gd name="connsiteY10" fmla="*/ 41871 h 260086"/>
              <a:gd name="connsiteX11" fmla="*/ 672177 w 765852"/>
              <a:gd name="connsiteY11" fmla="*/ 25719 h 260086"/>
              <a:gd name="connsiteX12" fmla="*/ 721742 w 765852"/>
              <a:gd name="connsiteY12" fmla="*/ 41871 h 260086"/>
              <a:gd name="connsiteX13" fmla="*/ 739759 w 765852"/>
              <a:gd name="connsiteY13" fmla="*/ 83403 h 260086"/>
              <a:gd name="connsiteX14" fmla="*/ 721742 w 765852"/>
              <a:gd name="connsiteY14" fmla="*/ 124934 h 260086"/>
              <a:gd name="connsiteX15" fmla="*/ 672177 w 765852"/>
              <a:gd name="connsiteY15" fmla="*/ 141077 h 260086"/>
              <a:gd name="connsiteX16" fmla="*/ 622611 w 765852"/>
              <a:gd name="connsiteY16" fmla="*/ 124934 h 260086"/>
              <a:gd name="connsiteX17" fmla="*/ 604595 w 765852"/>
              <a:gd name="connsiteY17" fmla="*/ 83403 h 260086"/>
              <a:gd name="connsiteX18" fmla="*/ 238310 w 765852"/>
              <a:gd name="connsiteY18" fmla="*/ 207181 h 260086"/>
              <a:gd name="connsiteX19" fmla="*/ 249560 w 765852"/>
              <a:gd name="connsiteY19" fmla="*/ 204081 h 260086"/>
              <a:gd name="connsiteX20" fmla="*/ 261562 w 765852"/>
              <a:gd name="connsiteY20" fmla="*/ 207713 h 260086"/>
              <a:gd name="connsiteX21" fmla="*/ 268163 w 765852"/>
              <a:gd name="connsiteY21" fmla="*/ 217812 h 260086"/>
              <a:gd name="connsiteX22" fmla="*/ 275874 w 765852"/>
              <a:gd name="connsiteY22" fmla="*/ 217812 h 260086"/>
              <a:gd name="connsiteX23" fmla="*/ 267145 w 765852"/>
              <a:gd name="connsiteY23" fmla="*/ 202568 h 260086"/>
              <a:gd name="connsiteX24" fmla="*/ 249917 w 765852"/>
              <a:gd name="connsiteY24" fmla="*/ 196982 h 260086"/>
              <a:gd name="connsiteX25" fmla="*/ 234322 w 765852"/>
              <a:gd name="connsiteY25" fmla="*/ 200926 h 260086"/>
              <a:gd name="connsiteX26" fmla="*/ 223961 w 765852"/>
              <a:gd name="connsiteY26" fmla="*/ 212052 h 260086"/>
              <a:gd name="connsiteX27" fmla="*/ 220330 w 765852"/>
              <a:gd name="connsiteY27" fmla="*/ 228534 h 260086"/>
              <a:gd name="connsiteX28" fmla="*/ 223961 w 765852"/>
              <a:gd name="connsiteY28" fmla="*/ 245062 h 260086"/>
              <a:gd name="connsiteX29" fmla="*/ 234322 w 765852"/>
              <a:gd name="connsiteY29" fmla="*/ 256142 h 260086"/>
              <a:gd name="connsiteX30" fmla="*/ 249917 w 765852"/>
              <a:gd name="connsiteY30" fmla="*/ 260086 h 260086"/>
              <a:gd name="connsiteX31" fmla="*/ 267145 w 765852"/>
              <a:gd name="connsiteY31" fmla="*/ 254501 h 260086"/>
              <a:gd name="connsiteX32" fmla="*/ 275782 w 765852"/>
              <a:gd name="connsiteY32" fmla="*/ 239256 h 260086"/>
              <a:gd name="connsiteX33" fmla="*/ 268071 w 765852"/>
              <a:gd name="connsiteY33" fmla="*/ 239256 h 260086"/>
              <a:gd name="connsiteX34" fmla="*/ 261516 w 765852"/>
              <a:gd name="connsiteY34" fmla="*/ 249401 h 260086"/>
              <a:gd name="connsiteX35" fmla="*/ 249560 w 765852"/>
              <a:gd name="connsiteY35" fmla="*/ 252987 h 260086"/>
              <a:gd name="connsiteX36" fmla="*/ 238310 w 765852"/>
              <a:gd name="connsiteY36" fmla="*/ 249887 h 260086"/>
              <a:gd name="connsiteX37" fmla="*/ 230828 w 765852"/>
              <a:gd name="connsiteY37" fmla="*/ 241201 h 260086"/>
              <a:gd name="connsiteX38" fmla="*/ 228215 w 765852"/>
              <a:gd name="connsiteY38" fmla="*/ 228525 h 260086"/>
              <a:gd name="connsiteX39" fmla="*/ 230828 w 765852"/>
              <a:gd name="connsiteY39" fmla="*/ 215812 h 260086"/>
              <a:gd name="connsiteX40" fmla="*/ 238310 w 765852"/>
              <a:gd name="connsiteY40" fmla="*/ 207172 h 260086"/>
              <a:gd name="connsiteX41" fmla="*/ 335580 w 765852"/>
              <a:gd name="connsiteY41" fmla="*/ 197523 h 260086"/>
              <a:gd name="connsiteX42" fmla="*/ 311925 w 765852"/>
              <a:gd name="connsiteY42" fmla="*/ 259554 h 260086"/>
              <a:gd name="connsiteX43" fmla="*/ 319892 w 765852"/>
              <a:gd name="connsiteY43" fmla="*/ 259554 h 260086"/>
              <a:gd name="connsiteX44" fmla="*/ 326448 w 765852"/>
              <a:gd name="connsiteY44" fmla="*/ 242806 h 260086"/>
              <a:gd name="connsiteX45" fmla="*/ 353467 w 765852"/>
              <a:gd name="connsiteY45" fmla="*/ 242806 h 260086"/>
              <a:gd name="connsiteX46" fmla="*/ 360023 w 765852"/>
              <a:gd name="connsiteY46" fmla="*/ 259554 h 260086"/>
              <a:gd name="connsiteX47" fmla="*/ 368256 w 765852"/>
              <a:gd name="connsiteY47" fmla="*/ 259554 h 260086"/>
              <a:gd name="connsiteX48" fmla="*/ 344693 w 765852"/>
              <a:gd name="connsiteY48" fmla="*/ 197523 h 260086"/>
              <a:gd name="connsiteX49" fmla="*/ 335570 w 765852"/>
              <a:gd name="connsiteY49" fmla="*/ 197523 h 260086"/>
              <a:gd name="connsiteX50" fmla="*/ 328758 w 765852"/>
              <a:gd name="connsiteY50" fmla="*/ 235808 h 260086"/>
              <a:gd name="connsiteX51" fmla="*/ 339916 w 765852"/>
              <a:gd name="connsiteY51" fmla="*/ 205943 h 260086"/>
              <a:gd name="connsiteX52" fmla="*/ 351166 w 765852"/>
              <a:gd name="connsiteY52" fmla="*/ 235808 h 260086"/>
              <a:gd name="connsiteX53" fmla="*/ 328749 w 765852"/>
              <a:gd name="connsiteY53" fmla="*/ 235808 h 260086"/>
              <a:gd name="connsiteX54" fmla="*/ 725437 w 765852"/>
              <a:gd name="connsiteY54" fmla="*/ 197523 h 260086"/>
              <a:gd name="connsiteX55" fmla="*/ 717736 w 765852"/>
              <a:gd name="connsiteY55" fmla="*/ 197523 h 260086"/>
              <a:gd name="connsiteX56" fmla="*/ 717736 w 765852"/>
              <a:gd name="connsiteY56" fmla="*/ 259554 h 260086"/>
              <a:gd name="connsiteX57" fmla="*/ 753704 w 765852"/>
              <a:gd name="connsiteY57" fmla="*/ 259554 h 260086"/>
              <a:gd name="connsiteX58" fmla="*/ 753704 w 765852"/>
              <a:gd name="connsiteY58" fmla="*/ 252464 h 260086"/>
              <a:gd name="connsiteX59" fmla="*/ 725446 w 765852"/>
              <a:gd name="connsiteY59" fmla="*/ 252464 h 260086"/>
              <a:gd name="connsiteX60" fmla="*/ 725446 w 765852"/>
              <a:gd name="connsiteY60" fmla="*/ 197523 h 260086"/>
              <a:gd name="connsiteX61" fmla="*/ 250953 w 765852"/>
              <a:gd name="connsiteY61" fmla="*/ 2119 h 260086"/>
              <a:gd name="connsiteX62" fmla="*/ 225566 w 765852"/>
              <a:gd name="connsiteY62" fmla="*/ 2119 h 260086"/>
              <a:gd name="connsiteX63" fmla="*/ 225566 w 765852"/>
              <a:gd name="connsiteY63" fmla="*/ 164677 h 260086"/>
              <a:gd name="connsiteX64" fmla="*/ 250953 w 765852"/>
              <a:gd name="connsiteY64" fmla="*/ 164677 h 260086"/>
              <a:gd name="connsiteX65" fmla="*/ 250953 w 765852"/>
              <a:gd name="connsiteY65" fmla="*/ 2119 h 260086"/>
              <a:gd name="connsiteX66" fmla="*/ 80592 w 765852"/>
              <a:gd name="connsiteY66" fmla="*/ 62692 h 260086"/>
              <a:gd name="connsiteX67" fmla="*/ 80592 w 765852"/>
              <a:gd name="connsiteY67" fmla="*/ 164687 h 260086"/>
              <a:gd name="connsiteX68" fmla="*/ 106732 w 765852"/>
              <a:gd name="connsiteY68" fmla="*/ 164687 h 260086"/>
              <a:gd name="connsiteX69" fmla="*/ 106713 w 765852"/>
              <a:gd name="connsiteY69" fmla="*/ 62692 h 260086"/>
              <a:gd name="connsiteX70" fmla="*/ 95124 w 765852"/>
              <a:gd name="connsiteY70" fmla="*/ 28700 h 260086"/>
              <a:gd name="connsiteX71" fmla="*/ 93648 w 765852"/>
              <a:gd name="connsiteY71" fmla="*/ 26792 h 260086"/>
              <a:gd name="connsiteX72" fmla="*/ 92172 w 765852"/>
              <a:gd name="connsiteY72" fmla="*/ 28700 h 260086"/>
              <a:gd name="connsiteX73" fmla="*/ 80583 w 765852"/>
              <a:gd name="connsiteY73" fmla="*/ 62692 h 260086"/>
              <a:gd name="connsiteX74" fmla="*/ 47273 w 765852"/>
              <a:gd name="connsiteY74" fmla="*/ 2119 h 260086"/>
              <a:gd name="connsiteX75" fmla="*/ 0 w 765852"/>
              <a:gd name="connsiteY75" fmla="*/ 2119 h 260086"/>
              <a:gd name="connsiteX76" fmla="*/ 0 w 765852"/>
              <a:gd name="connsiteY76" fmla="*/ 26792 h 260086"/>
              <a:gd name="connsiteX77" fmla="*/ 93648 w 765852"/>
              <a:gd name="connsiteY77" fmla="*/ 26792 h 260086"/>
              <a:gd name="connsiteX78" fmla="*/ 91328 w 765852"/>
              <a:gd name="connsiteY78" fmla="*/ 23793 h 260086"/>
              <a:gd name="connsiteX79" fmla="*/ 47273 w 765852"/>
              <a:gd name="connsiteY79" fmla="*/ 2119 h 260086"/>
              <a:gd name="connsiteX80" fmla="*/ 95968 w 765852"/>
              <a:gd name="connsiteY80" fmla="*/ 23793 h 260086"/>
              <a:gd name="connsiteX81" fmla="*/ 93648 w 765852"/>
              <a:gd name="connsiteY81" fmla="*/ 26792 h 260086"/>
              <a:gd name="connsiteX82" fmla="*/ 187296 w 765852"/>
              <a:gd name="connsiteY82" fmla="*/ 26792 h 260086"/>
              <a:gd name="connsiteX83" fmla="*/ 187296 w 765852"/>
              <a:gd name="connsiteY83" fmla="*/ 2119 h 260086"/>
              <a:gd name="connsiteX84" fmla="*/ 140023 w 765852"/>
              <a:gd name="connsiteY84" fmla="*/ 2119 h 260086"/>
              <a:gd name="connsiteX85" fmla="*/ 95958 w 765852"/>
              <a:gd name="connsiteY85" fmla="*/ 23793 h 260086"/>
              <a:gd name="connsiteX86" fmla="*/ 514844 w 765852"/>
              <a:gd name="connsiteY86" fmla="*/ 164677 h 260086"/>
              <a:gd name="connsiteX87" fmla="*/ 540232 w 765852"/>
              <a:gd name="connsiteY87" fmla="*/ 164677 h 260086"/>
              <a:gd name="connsiteX88" fmla="*/ 540232 w 765852"/>
              <a:gd name="connsiteY88" fmla="*/ 2119 h 260086"/>
              <a:gd name="connsiteX89" fmla="*/ 514844 w 765852"/>
              <a:gd name="connsiteY89" fmla="*/ 2119 h 260086"/>
              <a:gd name="connsiteX90" fmla="*/ 514844 w 765852"/>
              <a:gd name="connsiteY90" fmla="*/ 164677 h 260086"/>
              <a:gd name="connsiteX91" fmla="*/ 495205 w 765852"/>
              <a:gd name="connsiteY91" fmla="*/ 259554 h 260086"/>
              <a:gd name="connsiteX92" fmla="*/ 502915 w 765852"/>
              <a:gd name="connsiteY92" fmla="*/ 259554 h 260086"/>
              <a:gd name="connsiteX93" fmla="*/ 502915 w 765852"/>
              <a:gd name="connsiteY93" fmla="*/ 197523 h 260086"/>
              <a:gd name="connsiteX94" fmla="*/ 495205 w 765852"/>
              <a:gd name="connsiteY94" fmla="*/ 197523 h 260086"/>
              <a:gd name="connsiteX95" fmla="*/ 495205 w 765852"/>
              <a:gd name="connsiteY95" fmla="*/ 259554 h 260086"/>
              <a:gd name="connsiteX96" fmla="*/ 544816 w 765852"/>
              <a:gd name="connsiteY96" fmla="*/ 204613 h 260086"/>
              <a:gd name="connsiteX97" fmla="*/ 564923 w 765852"/>
              <a:gd name="connsiteY97" fmla="*/ 204613 h 260086"/>
              <a:gd name="connsiteX98" fmla="*/ 564923 w 765852"/>
              <a:gd name="connsiteY98" fmla="*/ 259554 h 260086"/>
              <a:gd name="connsiteX99" fmla="*/ 572633 w 765852"/>
              <a:gd name="connsiteY99" fmla="*/ 259554 h 260086"/>
              <a:gd name="connsiteX100" fmla="*/ 572633 w 765852"/>
              <a:gd name="connsiteY100" fmla="*/ 204613 h 260086"/>
              <a:gd name="connsiteX101" fmla="*/ 592740 w 765852"/>
              <a:gd name="connsiteY101" fmla="*/ 204613 h 260086"/>
              <a:gd name="connsiteX102" fmla="*/ 592740 w 765852"/>
              <a:gd name="connsiteY102" fmla="*/ 197523 h 260086"/>
              <a:gd name="connsiteX103" fmla="*/ 544816 w 765852"/>
              <a:gd name="connsiteY103" fmla="*/ 197523 h 260086"/>
              <a:gd name="connsiteX104" fmla="*/ 544816 w 765852"/>
              <a:gd name="connsiteY104" fmla="*/ 204613 h 260086"/>
              <a:gd name="connsiteX105" fmla="*/ 287389 w 765852"/>
              <a:gd name="connsiteY105" fmla="*/ 2119 h 260086"/>
              <a:gd name="connsiteX106" fmla="*/ 345234 w 765852"/>
              <a:gd name="connsiteY106" fmla="*/ 140105 h 260086"/>
              <a:gd name="connsiteX107" fmla="*/ 381413 w 765852"/>
              <a:gd name="connsiteY107" fmla="*/ 166796 h 260086"/>
              <a:gd name="connsiteX108" fmla="*/ 382899 w 765852"/>
              <a:gd name="connsiteY108" fmla="*/ 166796 h 260086"/>
              <a:gd name="connsiteX109" fmla="*/ 316692 w 765852"/>
              <a:gd name="connsiteY109" fmla="*/ 2119 h 260086"/>
              <a:gd name="connsiteX110" fmla="*/ 287389 w 765852"/>
              <a:gd name="connsiteY110" fmla="*/ 2119 h 260086"/>
              <a:gd name="connsiteX111" fmla="*/ 443549 w 765852"/>
              <a:gd name="connsiteY111" fmla="*/ 199871 h 260086"/>
              <a:gd name="connsiteX112" fmla="*/ 432739 w 765852"/>
              <a:gd name="connsiteY112" fmla="*/ 197523 h 260086"/>
              <a:gd name="connsiteX113" fmla="*/ 408910 w 765852"/>
              <a:gd name="connsiteY113" fmla="*/ 197523 h 260086"/>
              <a:gd name="connsiteX114" fmla="*/ 408910 w 765852"/>
              <a:gd name="connsiteY114" fmla="*/ 259554 h 260086"/>
              <a:gd name="connsiteX115" fmla="*/ 416621 w 765852"/>
              <a:gd name="connsiteY115" fmla="*/ 259554 h 260086"/>
              <a:gd name="connsiteX116" fmla="*/ 416621 w 765852"/>
              <a:gd name="connsiteY116" fmla="*/ 235716 h 260086"/>
              <a:gd name="connsiteX117" fmla="*/ 432748 w 765852"/>
              <a:gd name="connsiteY117" fmla="*/ 235716 h 260086"/>
              <a:gd name="connsiteX118" fmla="*/ 443512 w 765852"/>
              <a:gd name="connsiteY118" fmla="*/ 233368 h 260086"/>
              <a:gd name="connsiteX119" fmla="*/ 450728 w 765852"/>
              <a:gd name="connsiteY119" fmla="*/ 226681 h 260086"/>
              <a:gd name="connsiteX120" fmla="*/ 453295 w 765852"/>
              <a:gd name="connsiteY120" fmla="*/ 216583 h 260086"/>
              <a:gd name="connsiteX121" fmla="*/ 450774 w 765852"/>
              <a:gd name="connsiteY121" fmla="*/ 206521 h 260086"/>
              <a:gd name="connsiteX122" fmla="*/ 443558 w 765852"/>
              <a:gd name="connsiteY122" fmla="*/ 199871 h 260086"/>
              <a:gd name="connsiteX123" fmla="*/ 441779 w 765852"/>
              <a:gd name="connsiteY123" fmla="*/ 225351 h 260086"/>
              <a:gd name="connsiteX124" fmla="*/ 432033 w 765852"/>
              <a:gd name="connsiteY124" fmla="*/ 228635 h 260086"/>
              <a:gd name="connsiteX125" fmla="*/ 416621 w 765852"/>
              <a:gd name="connsiteY125" fmla="*/ 228635 h 260086"/>
              <a:gd name="connsiteX126" fmla="*/ 416621 w 765852"/>
              <a:gd name="connsiteY126" fmla="*/ 204622 h 260086"/>
              <a:gd name="connsiteX127" fmla="*/ 432125 w 765852"/>
              <a:gd name="connsiteY127" fmla="*/ 204622 h 260086"/>
              <a:gd name="connsiteX128" fmla="*/ 441825 w 765852"/>
              <a:gd name="connsiteY128" fmla="*/ 207860 h 260086"/>
              <a:gd name="connsiteX129" fmla="*/ 445410 w 765852"/>
              <a:gd name="connsiteY129" fmla="*/ 216592 h 260086"/>
              <a:gd name="connsiteX130" fmla="*/ 441779 w 765852"/>
              <a:gd name="connsiteY130" fmla="*/ 225361 h 260086"/>
              <a:gd name="connsiteX131" fmla="*/ 382889 w 765852"/>
              <a:gd name="connsiteY131" fmla="*/ 166805 h 260086"/>
              <a:gd name="connsiteX132" fmla="*/ 384375 w 765852"/>
              <a:gd name="connsiteY132" fmla="*/ 166805 h 260086"/>
              <a:gd name="connsiteX133" fmla="*/ 420554 w 765852"/>
              <a:gd name="connsiteY133" fmla="*/ 140114 h 260086"/>
              <a:gd name="connsiteX134" fmla="*/ 478399 w 765852"/>
              <a:gd name="connsiteY134" fmla="*/ 2128 h 260086"/>
              <a:gd name="connsiteX135" fmla="*/ 449096 w 765852"/>
              <a:gd name="connsiteY135" fmla="*/ 2128 h 260086"/>
              <a:gd name="connsiteX136" fmla="*/ 382889 w 765852"/>
              <a:gd name="connsiteY136" fmla="*/ 166814 h 260086"/>
              <a:gd name="connsiteX137" fmla="*/ 644368 w 765852"/>
              <a:gd name="connsiteY137" fmla="*/ 197523 h 260086"/>
              <a:gd name="connsiteX138" fmla="*/ 620714 w 765852"/>
              <a:gd name="connsiteY138" fmla="*/ 259554 h 260086"/>
              <a:gd name="connsiteX139" fmla="*/ 628690 w 765852"/>
              <a:gd name="connsiteY139" fmla="*/ 259554 h 260086"/>
              <a:gd name="connsiteX140" fmla="*/ 635246 w 765852"/>
              <a:gd name="connsiteY140" fmla="*/ 242806 h 260086"/>
              <a:gd name="connsiteX141" fmla="*/ 662266 w 765852"/>
              <a:gd name="connsiteY141" fmla="*/ 242806 h 260086"/>
              <a:gd name="connsiteX142" fmla="*/ 668821 w 765852"/>
              <a:gd name="connsiteY142" fmla="*/ 259554 h 260086"/>
              <a:gd name="connsiteX143" fmla="*/ 677055 w 765852"/>
              <a:gd name="connsiteY143" fmla="*/ 259554 h 260086"/>
              <a:gd name="connsiteX144" fmla="*/ 653491 w 765852"/>
              <a:gd name="connsiteY144" fmla="*/ 197523 h 260086"/>
              <a:gd name="connsiteX145" fmla="*/ 644368 w 765852"/>
              <a:gd name="connsiteY145" fmla="*/ 197523 h 260086"/>
              <a:gd name="connsiteX146" fmla="*/ 637547 w 765852"/>
              <a:gd name="connsiteY146" fmla="*/ 235808 h 260086"/>
              <a:gd name="connsiteX147" fmla="*/ 648705 w 765852"/>
              <a:gd name="connsiteY147" fmla="*/ 205943 h 260086"/>
              <a:gd name="connsiteX148" fmla="*/ 659955 w 765852"/>
              <a:gd name="connsiteY148" fmla="*/ 235808 h 260086"/>
              <a:gd name="connsiteX149" fmla="*/ 637538 w 765852"/>
              <a:gd name="connsiteY149" fmla="*/ 235808 h 260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</a:cxnLst>
            <a:rect l="l" t="t" r="r" b="b"/>
            <a:pathLst>
              <a:path w="765852" h="260086">
                <a:moveTo>
                  <a:pt x="739575" y="143884"/>
                </a:moveTo>
                <a:cubicBezTo>
                  <a:pt x="756519" y="128906"/>
                  <a:pt x="765852" y="107425"/>
                  <a:pt x="765852" y="83403"/>
                </a:cubicBezTo>
                <a:cubicBezTo>
                  <a:pt x="765852" y="59381"/>
                  <a:pt x="756519" y="37899"/>
                  <a:pt x="739575" y="22921"/>
                </a:cubicBezTo>
                <a:cubicBezTo>
                  <a:pt x="722613" y="7925"/>
                  <a:pt x="699307" y="0"/>
                  <a:pt x="672177" y="0"/>
                </a:cubicBezTo>
                <a:cubicBezTo>
                  <a:pt x="645047" y="0"/>
                  <a:pt x="621740" y="7925"/>
                  <a:pt x="604779" y="22921"/>
                </a:cubicBezTo>
                <a:cubicBezTo>
                  <a:pt x="587835" y="37899"/>
                  <a:pt x="578501" y="59381"/>
                  <a:pt x="578501" y="83403"/>
                </a:cubicBezTo>
                <a:cubicBezTo>
                  <a:pt x="578501" y="107425"/>
                  <a:pt x="587835" y="128906"/>
                  <a:pt x="604779" y="143884"/>
                </a:cubicBezTo>
                <a:cubicBezTo>
                  <a:pt x="621740" y="158881"/>
                  <a:pt x="645047" y="166805"/>
                  <a:pt x="672177" y="166805"/>
                </a:cubicBezTo>
                <a:cubicBezTo>
                  <a:pt x="699307" y="166805"/>
                  <a:pt x="722613" y="158881"/>
                  <a:pt x="739575" y="143884"/>
                </a:cubicBezTo>
                <a:close/>
                <a:moveTo>
                  <a:pt x="604595" y="83403"/>
                </a:moveTo>
                <a:cubicBezTo>
                  <a:pt x="604595" y="66489"/>
                  <a:pt x="610821" y="52135"/>
                  <a:pt x="622611" y="41871"/>
                </a:cubicBezTo>
                <a:cubicBezTo>
                  <a:pt x="634751" y="31305"/>
                  <a:pt x="651887" y="25719"/>
                  <a:pt x="672177" y="25719"/>
                </a:cubicBezTo>
                <a:cubicBezTo>
                  <a:pt x="692467" y="25719"/>
                  <a:pt x="709603" y="31305"/>
                  <a:pt x="721742" y="41871"/>
                </a:cubicBezTo>
                <a:cubicBezTo>
                  <a:pt x="733524" y="52126"/>
                  <a:pt x="739759" y="66489"/>
                  <a:pt x="739759" y="83403"/>
                </a:cubicBezTo>
                <a:cubicBezTo>
                  <a:pt x="739759" y="100316"/>
                  <a:pt x="733533" y="114671"/>
                  <a:pt x="721742" y="124934"/>
                </a:cubicBezTo>
                <a:cubicBezTo>
                  <a:pt x="709603" y="135501"/>
                  <a:pt x="692467" y="141077"/>
                  <a:pt x="672177" y="141077"/>
                </a:cubicBezTo>
                <a:cubicBezTo>
                  <a:pt x="651887" y="141077"/>
                  <a:pt x="634741" y="135491"/>
                  <a:pt x="622611" y="124934"/>
                </a:cubicBezTo>
                <a:cubicBezTo>
                  <a:pt x="610830" y="114671"/>
                  <a:pt x="604595" y="100316"/>
                  <a:pt x="604595" y="83403"/>
                </a:cubicBezTo>
                <a:close/>
                <a:moveTo>
                  <a:pt x="238310" y="207181"/>
                </a:moveTo>
                <a:cubicBezTo>
                  <a:pt x="241556" y="205118"/>
                  <a:pt x="245306" y="204081"/>
                  <a:pt x="249560" y="204081"/>
                </a:cubicBezTo>
                <a:cubicBezTo>
                  <a:pt x="254282" y="204081"/>
                  <a:pt x="258288" y="205292"/>
                  <a:pt x="261562" y="207713"/>
                </a:cubicBezTo>
                <a:cubicBezTo>
                  <a:pt x="264835" y="210135"/>
                  <a:pt x="267035" y="213501"/>
                  <a:pt x="268163" y="217812"/>
                </a:cubicBezTo>
                <a:lnTo>
                  <a:pt x="275874" y="217812"/>
                </a:lnTo>
                <a:cubicBezTo>
                  <a:pt x="274691" y="211373"/>
                  <a:pt x="271784" y="206292"/>
                  <a:pt x="267145" y="202568"/>
                </a:cubicBezTo>
                <a:cubicBezTo>
                  <a:pt x="262506" y="198844"/>
                  <a:pt x="256766" y="196982"/>
                  <a:pt x="249917" y="196982"/>
                </a:cubicBezTo>
                <a:cubicBezTo>
                  <a:pt x="244013" y="196982"/>
                  <a:pt x="238814" y="198293"/>
                  <a:pt x="234322" y="200926"/>
                </a:cubicBezTo>
                <a:cubicBezTo>
                  <a:pt x="229838" y="203558"/>
                  <a:pt x="226382" y="207264"/>
                  <a:pt x="223961" y="212052"/>
                </a:cubicBezTo>
                <a:cubicBezTo>
                  <a:pt x="221541" y="216840"/>
                  <a:pt x="220330" y="222334"/>
                  <a:pt x="220330" y="228534"/>
                </a:cubicBezTo>
                <a:cubicBezTo>
                  <a:pt x="220330" y="234734"/>
                  <a:pt x="221541" y="240302"/>
                  <a:pt x="223961" y="245062"/>
                </a:cubicBezTo>
                <a:cubicBezTo>
                  <a:pt x="226382" y="249823"/>
                  <a:pt x="229838" y="253510"/>
                  <a:pt x="234322" y="256142"/>
                </a:cubicBezTo>
                <a:cubicBezTo>
                  <a:pt x="238805" y="258775"/>
                  <a:pt x="244004" y="260086"/>
                  <a:pt x="249917" y="260086"/>
                </a:cubicBezTo>
                <a:cubicBezTo>
                  <a:pt x="256831" y="260086"/>
                  <a:pt x="262570" y="258224"/>
                  <a:pt x="267145" y="254501"/>
                </a:cubicBezTo>
                <a:cubicBezTo>
                  <a:pt x="271720" y="250777"/>
                  <a:pt x="274599" y="245695"/>
                  <a:pt x="275782" y="239256"/>
                </a:cubicBezTo>
                <a:lnTo>
                  <a:pt x="268071" y="239256"/>
                </a:lnTo>
                <a:cubicBezTo>
                  <a:pt x="266888" y="243631"/>
                  <a:pt x="264706" y="247007"/>
                  <a:pt x="261516" y="249401"/>
                </a:cubicBezTo>
                <a:cubicBezTo>
                  <a:pt x="258325" y="251795"/>
                  <a:pt x="254337" y="252987"/>
                  <a:pt x="249560" y="252987"/>
                </a:cubicBezTo>
                <a:cubicBezTo>
                  <a:pt x="245306" y="252987"/>
                  <a:pt x="241556" y="251951"/>
                  <a:pt x="238310" y="249887"/>
                </a:cubicBezTo>
                <a:cubicBezTo>
                  <a:pt x="235064" y="247823"/>
                  <a:pt x="232561" y="244925"/>
                  <a:pt x="230828" y="241201"/>
                </a:cubicBezTo>
                <a:cubicBezTo>
                  <a:pt x="229086" y="237477"/>
                  <a:pt x="228215" y="233258"/>
                  <a:pt x="228215" y="228525"/>
                </a:cubicBezTo>
                <a:cubicBezTo>
                  <a:pt x="228215" y="223792"/>
                  <a:pt x="229086" y="219499"/>
                  <a:pt x="230828" y="215812"/>
                </a:cubicBezTo>
                <a:cubicBezTo>
                  <a:pt x="232570" y="212125"/>
                  <a:pt x="235064" y="209245"/>
                  <a:pt x="238310" y="207172"/>
                </a:cubicBezTo>
                <a:close/>
                <a:moveTo>
                  <a:pt x="335580" y="197523"/>
                </a:moveTo>
                <a:lnTo>
                  <a:pt x="311925" y="259554"/>
                </a:lnTo>
                <a:lnTo>
                  <a:pt x="319892" y="259554"/>
                </a:lnTo>
                <a:lnTo>
                  <a:pt x="326448" y="242806"/>
                </a:lnTo>
                <a:lnTo>
                  <a:pt x="353467" y="242806"/>
                </a:lnTo>
                <a:lnTo>
                  <a:pt x="360023" y="259554"/>
                </a:lnTo>
                <a:lnTo>
                  <a:pt x="368256" y="259554"/>
                </a:lnTo>
                <a:lnTo>
                  <a:pt x="344693" y="197523"/>
                </a:lnTo>
                <a:lnTo>
                  <a:pt x="335570" y="197523"/>
                </a:lnTo>
                <a:close/>
                <a:moveTo>
                  <a:pt x="328758" y="235808"/>
                </a:moveTo>
                <a:lnTo>
                  <a:pt x="339916" y="205943"/>
                </a:lnTo>
                <a:lnTo>
                  <a:pt x="351166" y="235808"/>
                </a:lnTo>
                <a:lnTo>
                  <a:pt x="328749" y="235808"/>
                </a:lnTo>
                <a:close/>
                <a:moveTo>
                  <a:pt x="725437" y="197523"/>
                </a:moveTo>
                <a:lnTo>
                  <a:pt x="717736" y="197523"/>
                </a:lnTo>
                <a:lnTo>
                  <a:pt x="717736" y="259554"/>
                </a:lnTo>
                <a:lnTo>
                  <a:pt x="753704" y="259554"/>
                </a:lnTo>
                <a:lnTo>
                  <a:pt x="753704" y="252464"/>
                </a:lnTo>
                <a:lnTo>
                  <a:pt x="725446" y="252464"/>
                </a:lnTo>
                <a:lnTo>
                  <a:pt x="725446" y="197523"/>
                </a:lnTo>
                <a:close/>
                <a:moveTo>
                  <a:pt x="250953" y="2119"/>
                </a:moveTo>
                <a:lnTo>
                  <a:pt x="225566" y="2119"/>
                </a:lnTo>
                <a:lnTo>
                  <a:pt x="225566" y="164677"/>
                </a:lnTo>
                <a:lnTo>
                  <a:pt x="250953" y="164677"/>
                </a:lnTo>
                <a:lnTo>
                  <a:pt x="250953" y="2119"/>
                </a:lnTo>
                <a:close/>
                <a:moveTo>
                  <a:pt x="80592" y="62692"/>
                </a:moveTo>
                <a:lnTo>
                  <a:pt x="80592" y="164687"/>
                </a:lnTo>
                <a:cubicBezTo>
                  <a:pt x="80592" y="164687"/>
                  <a:pt x="106732" y="164687"/>
                  <a:pt x="106732" y="164687"/>
                </a:cubicBezTo>
                <a:lnTo>
                  <a:pt x="106713" y="62692"/>
                </a:lnTo>
                <a:cubicBezTo>
                  <a:pt x="106713" y="50282"/>
                  <a:pt x="102707" y="38523"/>
                  <a:pt x="95124" y="28700"/>
                </a:cubicBezTo>
                <a:lnTo>
                  <a:pt x="93648" y="26792"/>
                </a:lnTo>
                <a:lnTo>
                  <a:pt x="92172" y="28700"/>
                </a:lnTo>
                <a:cubicBezTo>
                  <a:pt x="84589" y="38523"/>
                  <a:pt x="80583" y="50273"/>
                  <a:pt x="80583" y="62692"/>
                </a:cubicBezTo>
                <a:close/>
                <a:moveTo>
                  <a:pt x="47273" y="2119"/>
                </a:moveTo>
                <a:lnTo>
                  <a:pt x="0" y="2119"/>
                </a:lnTo>
                <a:lnTo>
                  <a:pt x="0" y="26792"/>
                </a:lnTo>
                <a:lnTo>
                  <a:pt x="93648" y="26792"/>
                </a:lnTo>
                <a:lnTo>
                  <a:pt x="91328" y="23793"/>
                </a:lnTo>
                <a:cubicBezTo>
                  <a:pt x="80693" y="10025"/>
                  <a:pt x="64629" y="2119"/>
                  <a:pt x="47273" y="2119"/>
                </a:cubicBezTo>
                <a:close/>
                <a:moveTo>
                  <a:pt x="95968" y="23793"/>
                </a:moveTo>
                <a:lnTo>
                  <a:pt x="93648" y="26792"/>
                </a:lnTo>
                <a:lnTo>
                  <a:pt x="187296" y="26792"/>
                </a:lnTo>
                <a:lnTo>
                  <a:pt x="187296" y="2119"/>
                </a:lnTo>
                <a:lnTo>
                  <a:pt x="140023" y="2119"/>
                </a:lnTo>
                <a:cubicBezTo>
                  <a:pt x="122657" y="2119"/>
                  <a:pt x="106603" y="10016"/>
                  <a:pt x="95958" y="23793"/>
                </a:cubicBezTo>
                <a:close/>
                <a:moveTo>
                  <a:pt x="514844" y="164677"/>
                </a:moveTo>
                <a:lnTo>
                  <a:pt x="540232" y="164677"/>
                </a:lnTo>
                <a:lnTo>
                  <a:pt x="540232" y="2119"/>
                </a:lnTo>
                <a:lnTo>
                  <a:pt x="514844" y="2119"/>
                </a:lnTo>
                <a:lnTo>
                  <a:pt x="514844" y="164677"/>
                </a:lnTo>
                <a:close/>
                <a:moveTo>
                  <a:pt x="495205" y="259554"/>
                </a:moveTo>
                <a:lnTo>
                  <a:pt x="502915" y="259554"/>
                </a:lnTo>
                <a:lnTo>
                  <a:pt x="502915" y="197523"/>
                </a:lnTo>
                <a:lnTo>
                  <a:pt x="495205" y="197523"/>
                </a:lnTo>
                <a:lnTo>
                  <a:pt x="495205" y="259554"/>
                </a:lnTo>
                <a:close/>
                <a:moveTo>
                  <a:pt x="544816" y="204613"/>
                </a:moveTo>
                <a:lnTo>
                  <a:pt x="564923" y="204613"/>
                </a:lnTo>
                <a:lnTo>
                  <a:pt x="564923" y="259554"/>
                </a:lnTo>
                <a:lnTo>
                  <a:pt x="572633" y="259554"/>
                </a:lnTo>
                <a:lnTo>
                  <a:pt x="572633" y="204613"/>
                </a:lnTo>
                <a:lnTo>
                  <a:pt x="592740" y="204613"/>
                </a:lnTo>
                <a:lnTo>
                  <a:pt x="592740" y="197523"/>
                </a:lnTo>
                <a:lnTo>
                  <a:pt x="544816" y="197523"/>
                </a:lnTo>
                <a:lnTo>
                  <a:pt x="544816" y="204613"/>
                </a:lnTo>
                <a:close/>
                <a:moveTo>
                  <a:pt x="287389" y="2119"/>
                </a:moveTo>
                <a:cubicBezTo>
                  <a:pt x="287389" y="2119"/>
                  <a:pt x="335680" y="117220"/>
                  <a:pt x="345234" y="140105"/>
                </a:cubicBezTo>
                <a:cubicBezTo>
                  <a:pt x="356374" y="166796"/>
                  <a:pt x="374464" y="166796"/>
                  <a:pt x="381413" y="166796"/>
                </a:cubicBezTo>
                <a:lnTo>
                  <a:pt x="382899" y="166796"/>
                </a:lnTo>
                <a:lnTo>
                  <a:pt x="316692" y="2119"/>
                </a:lnTo>
                <a:lnTo>
                  <a:pt x="287389" y="2119"/>
                </a:lnTo>
                <a:close/>
                <a:moveTo>
                  <a:pt x="443549" y="199871"/>
                </a:moveTo>
                <a:cubicBezTo>
                  <a:pt x="440413" y="198303"/>
                  <a:pt x="436819" y="197523"/>
                  <a:pt x="432739" y="197523"/>
                </a:cubicBezTo>
                <a:lnTo>
                  <a:pt x="408910" y="197523"/>
                </a:lnTo>
                <a:lnTo>
                  <a:pt x="408910" y="259554"/>
                </a:lnTo>
                <a:lnTo>
                  <a:pt x="416621" y="259554"/>
                </a:lnTo>
                <a:lnTo>
                  <a:pt x="416621" y="235716"/>
                </a:lnTo>
                <a:lnTo>
                  <a:pt x="432748" y="235716"/>
                </a:lnTo>
                <a:cubicBezTo>
                  <a:pt x="436819" y="235716"/>
                  <a:pt x="440413" y="234936"/>
                  <a:pt x="443512" y="233368"/>
                </a:cubicBezTo>
                <a:cubicBezTo>
                  <a:pt x="446611" y="231799"/>
                  <a:pt x="449013" y="229571"/>
                  <a:pt x="450728" y="226681"/>
                </a:cubicBezTo>
                <a:cubicBezTo>
                  <a:pt x="452442" y="223783"/>
                  <a:pt x="453295" y="220417"/>
                  <a:pt x="453295" y="216583"/>
                </a:cubicBezTo>
                <a:cubicBezTo>
                  <a:pt x="453295" y="212749"/>
                  <a:pt x="452452" y="209392"/>
                  <a:pt x="450774" y="206521"/>
                </a:cubicBezTo>
                <a:cubicBezTo>
                  <a:pt x="449087" y="203659"/>
                  <a:pt x="446685" y="201439"/>
                  <a:pt x="443558" y="199871"/>
                </a:cubicBezTo>
                <a:close/>
                <a:moveTo>
                  <a:pt x="441779" y="225351"/>
                </a:moveTo>
                <a:cubicBezTo>
                  <a:pt x="439359" y="227534"/>
                  <a:pt x="436113" y="228635"/>
                  <a:pt x="432033" y="228635"/>
                </a:cubicBezTo>
                <a:lnTo>
                  <a:pt x="416621" y="228635"/>
                </a:lnTo>
                <a:lnTo>
                  <a:pt x="416621" y="204622"/>
                </a:lnTo>
                <a:lnTo>
                  <a:pt x="432125" y="204622"/>
                </a:lnTo>
                <a:cubicBezTo>
                  <a:pt x="436196" y="204622"/>
                  <a:pt x="439432" y="205705"/>
                  <a:pt x="441825" y="207860"/>
                </a:cubicBezTo>
                <a:cubicBezTo>
                  <a:pt x="444218" y="210015"/>
                  <a:pt x="445410" y="212923"/>
                  <a:pt x="445410" y="216592"/>
                </a:cubicBezTo>
                <a:cubicBezTo>
                  <a:pt x="445410" y="220261"/>
                  <a:pt x="444200" y="223178"/>
                  <a:pt x="441779" y="225361"/>
                </a:cubicBezTo>
                <a:close/>
                <a:moveTo>
                  <a:pt x="382889" y="166805"/>
                </a:moveTo>
                <a:lnTo>
                  <a:pt x="384375" y="166805"/>
                </a:lnTo>
                <a:cubicBezTo>
                  <a:pt x="391334" y="166805"/>
                  <a:pt x="409423" y="166805"/>
                  <a:pt x="420554" y="140114"/>
                </a:cubicBezTo>
                <a:cubicBezTo>
                  <a:pt x="430099" y="117230"/>
                  <a:pt x="478399" y="2128"/>
                  <a:pt x="478399" y="2128"/>
                </a:cubicBezTo>
                <a:lnTo>
                  <a:pt x="449096" y="2128"/>
                </a:lnTo>
                <a:lnTo>
                  <a:pt x="382889" y="166814"/>
                </a:lnTo>
                <a:close/>
                <a:moveTo>
                  <a:pt x="644368" y="197523"/>
                </a:moveTo>
                <a:lnTo>
                  <a:pt x="620714" y="259554"/>
                </a:lnTo>
                <a:lnTo>
                  <a:pt x="628690" y="259554"/>
                </a:lnTo>
                <a:lnTo>
                  <a:pt x="635246" y="242806"/>
                </a:lnTo>
                <a:lnTo>
                  <a:pt x="662266" y="242806"/>
                </a:lnTo>
                <a:lnTo>
                  <a:pt x="668821" y="259554"/>
                </a:lnTo>
                <a:lnTo>
                  <a:pt x="677055" y="259554"/>
                </a:lnTo>
                <a:lnTo>
                  <a:pt x="653491" y="197523"/>
                </a:lnTo>
                <a:lnTo>
                  <a:pt x="644368" y="197523"/>
                </a:lnTo>
                <a:close/>
                <a:moveTo>
                  <a:pt x="637547" y="235808"/>
                </a:moveTo>
                <a:lnTo>
                  <a:pt x="648705" y="205943"/>
                </a:lnTo>
                <a:lnTo>
                  <a:pt x="659955" y="235808"/>
                </a:lnTo>
                <a:lnTo>
                  <a:pt x="637538" y="235808"/>
                </a:lnTo>
                <a:close/>
              </a:path>
            </a:pathLst>
          </a:custGeom>
          <a:solidFill>
            <a:schemeClr val="bg1"/>
          </a:solidFill>
          <a:ln w="1061" cap="flat">
            <a:noFill/>
            <a:prstDash val="solid"/>
            <a:miter/>
          </a:ln>
        </p:spPr>
        <p:txBody>
          <a:bodyPr rtlCol="0" anchor="ctr"/>
          <a:lstStyle/>
          <a:p>
            <a:endParaRPr lang="pt-BR">
              <a:solidFill>
                <a:schemeClr val="bg1"/>
              </a:solidFill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1904FAD7-D1D8-06F3-6189-A8707EDC8E87}"/>
              </a:ext>
            </a:extLst>
          </p:cNvPr>
          <p:cNvCxnSpPr/>
          <p:nvPr userDrawn="1"/>
        </p:nvCxnSpPr>
        <p:spPr>
          <a:xfrm>
            <a:off x="334963" y="185353"/>
            <a:ext cx="10415415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6667331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469">
          <p15:clr>
            <a:srgbClr val="FBAE40"/>
          </p15:clr>
        </p15:guide>
        <p15:guide id="2" orient="horz" pos="3974">
          <p15:clr>
            <a:srgbClr val="FBAE40"/>
          </p15:clr>
        </p15:guide>
        <p15:guide id="3" orient="horz" pos="232">
          <p15:clr>
            <a:srgbClr val="FBAE40"/>
          </p15:clr>
        </p15:guide>
        <p15:guide id="4" pos="211">
          <p15:clr>
            <a:srgbClr val="FBAE40"/>
          </p15:clr>
        </p15:guide>
        <p15:guide id="5" orient="horz" pos="4065">
          <p15:clr>
            <a:srgbClr val="FBAE40"/>
          </p15:clr>
        </p15:guide>
        <p15:guide id="6" orient="horz" pos="799">
          <p15:clr>
            <a:srgbClr val="FBAE40"/>
          </p15:clr>
        </p15:guide>
        <p15:guide id="7" orient="horz" pos="935">
          <p15:clr>
            <a:srgbClr val="FBAE40"/>
          </p15:clr>
        </p15:guide>
      </p15:sldGuideLst>
    </p:ext>
  </p:extLs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| Box lateral - High Yield">
    <p:bg>
      <p:bgPr>
        <a:gradFill>
          <a:gsLst>
            <a:gs pos="81000">
              <a:schemeClr val="tx1">
                <a:lumMod val="85000"/>
                <a:lumOff val="15000"/>
              </a:schemeClr>
            </a:gs>
            <a:gs pos="100000">
              <a:schemeClr val="tx1">
                <a:lumMod val="95000"/>
                <a:lumOff val="5000"/>
              </a:schemeClr>
            </a:gs>
            <a:gs pos="0">
              <a:schemeClr val="accent5"/>
            </a:gs>
          </a:gsLst>
          <a:lin ang="7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tângulo 1">
            <a:extLst>
              <a:ext uri="{FF2B5EF4-FFF2-40B4-BE49-F238E27FC236}">
                <a16:creationId xmlns:a16="http://schemas.microsoft.com/office/drawing/2014/main" id="{0B0E7351-5252-E626-42EB-CDCE7C083C49}"/>
              </a:ext>
            </a:extLst>
          </p:cNvPr>
          <p:cNvSpPr/>
          <p:nvPr userDrawn="1"/>
        </p:nvSpPr>
        <p:spPr>
          <a:xfrm>
            <a:off x="0" y="1"/>
            <a:ext cx="542002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132BCE3-A04F-8602-64F7-7623C7EAF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61763" y="6482556"/>
            <a:ext cx="295275" cy="1692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 sz="1100">
                <a:solidFill>
                  <a:schemeClr val="bg1"/>
                </a:solidFill>
                <a:latin typeface="Versos" panose="020B0503020204030204" pitchFamily="34" charset="0"/>
                <a:cs typeface="Versos" panose="020B0503020204030204" pitchFamily="34" charset="0"/>
              </a:defRPr>
            </a:lvl1pPr>
          </a:lstStyle>
          <a:p>
            <a:fld id="{77667D73-C69A-4DAA-9003-24A825D36FE9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B13D7C-5A47-B0DF-B518-26E79F5D2DB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63" y="368300"/>
            <a:ext cx="5085057" cy="4308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8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err="1"/>
              <a:t>Título</a:t>
            </a:r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401465E-A8CD-A3BA-BE2A-9597492FDC6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4963" y="6482556"/>
            <a:ext cx="10980000" cy="180000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chemeClr val="accent3"/>
                </a:solidFill>
                <a:latin typeface="Versos Light" panose="020B0403020204030204" pitchFamily="34" charset="0"/>
              </a:defRPr>
            </a:lvl1pPr>
            <a:lvl2pPr>
              <a:defRPr sz="900">
                <a:latin typeface="Versos Light" panose="020B0403020204030204" pitchFamily="34" charset="0"/>
              </a:defRPr>
            </a:lvl2pPr>
            <a:lvl3pPr>
              <a:defRPr sz="900">
                <a:latin typeface="Versos Light" panose="020B0403020204030204" pitchFamily="34" charset="0"/>
              </a:defRPr>
            </a:lvl3pPr>
            <a:lvl4pPr>
              <a:defRPr sz="900">
                <a:latin typeface="Versos Light" panose="020B0403020204030204" pitchFamily="34" charset="0"/>
              </a:defRPr>
            </a:lvl4pPr>
            <a:lvl5pPr>
              <a:defRPr sz="900">
                <a:latin typeface="Versos Light" panose="020B0403020204030204" pitchFamily="34" charset="0"/>
              </a:defRPr>
            </a:lvl5pPr>
          </a:lstStyle>
          <a:p>
            <a:pPr lvl="0"/>
            <a:r>
              <a:rPr lang="en-US"/>
              <a:t>Fonte:</a:t>
            </a:r>
            <a:endParaRPr lang="pt-BR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2BF5896-7E11-14FB-06A4-95B1CAD37BF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47026" y="1751285"/>
            <a:ext cx="4369353" cy="156104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>
                <a:solidFill>
                  <a:schemeClr val="tx1"/>
                </a:solidFill>
                <a:latin typeface="Versos Light" panose="020B04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3D29ABC6-2275-8D02-5D8F-6C312831087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33166" y="3849328"/>
            <a:ext cx="4383213" cy="158838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>
                <a:solidFill>
                  <a:schemeClr val="tx1"/>
                </a:solidFill>
                <a:latin typeface="Versos Light" panose="020B04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8">
            <a:extLst>
              <a:ext uri="{FF2B5EF4-FFF2-40B4-BE49-F238E27FC236}">
                <a16:creationId xmlns:a16="http://schemas.microsoft.com/office/drawing/2014/main" id="{89936DB2-1144-3AFC-1BBA-E1BDEB5020C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767046" y="1484313"/>
            <a:ext cx="6077927" cy="445872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2" name="Conector Reto 2">
            <a:extLst>
              <a:ext uri="{FF2B5EF4-FFF2-40B4-BE49-F238E27FC236}">
                <a16:creationId xmlns:a16="http://schemas.microsoft.com/office/drawing/2014/main" id="{D24BE17E-F6B3-8EAE-EC30-BB9C725FC11E}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1482784"/>
            <a:ext cx="145773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Conector Reto 7">
            <a:extLst>
              <a:ext uri="{FF2B5EF4-FFF2-40B4-BE49-F238E27FC236}">
                <a16:creationId xmlns:a16="http://schemas.microsoft.com/office/drawing/2014/main" id="{0D6EA7A2-501E-AE25-217B-771E1489503C}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3580828"/>
            <a:ext cx="145773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Picture 8">
            <a:extLst>
              <a:ext uri="{FF2B5EF4-FFF2-40B4-BE49-F238E27FC236}">
                <a16:creationId xmlns:a16="http://schemas.microsoft.com/office/drawing/2014/main" id="{620B58C1-6F30-634A-58EB-8F0407027A11}"/>
              </a:ext>
            </a:extLst>
          </p:cNvPr>
          <p:cNvSpPr/>
          <p:nvPr userDrawn="1"/>
        </p:nvSpPr>
        <p:spPr>
          <a:xfrm>
            <a:off x="11091186" y="377178"/>
            <a:ext cx="765852" cy="260086"/>
          </a:xfrm>
          <a:custGeom>
            <a:avLst/>
            <a:gdLst>
              <a:gd name="connsiteX0" fmla="*/ 739575 w 765852"/>
              <a:gd name="connsiteY0" fmla="*/ 143884 h 260086"/>
              <a:gd name="connsiteX1" fmla="*/ 765852 w 765852"/>
              <a:gd name="connsiteY1" fmla="*/ 83403 h 260086"/>
              <a:gd name="connsiteX2" fmla="*/ 739575 w 765852"/>
              <a:gd name="connsiteY2" fmla="*/ 22921 h 260086"/>
              <a:gd name="connsiteX3" fmla="*/ 672177 w 765852"/>
              <a:gd name="connsiteY3" fmla="*/ 0 h 260086"/>
              <a:gd name="connsiteX4" fmla="*/ 604779 w 765852"/>
              <a:gd name="connsiteY4" fmla="*/ 22921 h 260086"/>
              <a:gd name="connsiteX5" fmla="*/ 578501 w 765852"/>
              <a:gd name="connsiteY5" fmla="*/ 83403 h 260086"/>
              <a:gd name="connsiteX6" fmla="*/ 604779 w 765852"/>
              <a:gd name="connsiteY6" fmla="*/ 143884 h 260086"/>
              <a:gd name="connsiteX7" fmla="*/ 672177 w 765852"/>
              <a:gd name="connsiteY7" fmla="*/ 166805 h 260086"/>
              <a:gd name="connsiteX8" fmla="*/ 739575 w 765852"/>
              <a:gd name="connsiteY8" fmla="*/ 143884 h 260086"/>
              <a:gd name="connsiteX9" fmla="*/ 604595 w 765852"/>
              <a:gd name="connsiteY9" fmla="*/ 83403 h 260086"/>
              <a:gd name="connsiteX10" fmla="*/ 622611 w 765852"/>
              <a:gd name="connsiteY10" fmla="*/ 41871 h 260086"/>
              <a:gd name="connsiteX11" fmla="*/ 672177 w 765852"/>
              <a:gd name="connsiteY11" fmla="*/ 25719 h 260086"/>
              <a:gd name="connsiteX12" fmla="*/ 721742 w 765852"/>
              <a:gd name="connsiteY12" fmla="*/ 41871 h 260086"/>
              <a:gd name="connsiteX13" fmla="*/ 739759 w 765852"/>
              <a:gd name="connsiteY13" fmla="*/ 83403 h 260086"/>
              <a:gd name="connsiteX14" fmla="*/ 721742 w 765852"/>
              <a:gd name="connsiteY14" fmla="*/ 124934 h 260086"/>
              <a:gd name="connsiteX15" fmla="*/ 672177 w 765852"/>
              <a:gd name="connsiteY15" fmla="*/ 141077 h 260086"/>
              <a:gd name="connsiteX16" fmla="*/ 622611 w 765852"/>
              <a:gd name="connsiteY16" fmla="*/ 124934 h 260086"/>
              <a:gd name="connsiteX17" fmla="*/ 604595 w 765852"/>
              <a:gd name="connsiteY17" fmla="*/ 83403 h 260086"/>
              <a:gd name="connsiteX18" fmla="*/ 238310 w 765852"/>
              <a:gd name="connsiteY18" fmla="*/ 207181 h 260086"/>
              <a:gd name="connsiteX19" fmla="*/ 249560 w 765852"/>
              <a:gd name="connsiteY19" fmla="*/ 204081 h 260086"/>
              <a:gd name="connsiteX20" fmla="*/ 261562 w 765852"/>
              <a:gd name="connsiteY20" fmla="*/ 207713 h 260086"/>
              <a:gd name="connsiteX21" fmla="*/ 268163 w 765852"/>
              <a:gd name="connsiteY21" fmla="*/ 217812 h 260086"/>
              <a:gd name="connsiteX22" fmla="*/ 275874 w 765852"/>
              <a:gd name="connsiteY22" fmla="*/ 217812 h 260086"/>
              <a:gd name="connsiteX23" fmla="*/ 267145 w 765852"/>
              <a:gd name="connsiteY23" fmla="*/ 202568 h 260086"/>
              <a:gd name="connsiteX24" fmla="*/ 249917 w 765852"/>
              <a:gd name="connsiteY24" fmla="*/ 196982 h 260086"/>
              <a:gd name="connsiteX25" fmla="*/ 234322 w 765852"/>
              <a:gd name="connsiteY25" fmla="*/ 200926 h 260086"/>
              <a:gd name="connsiteX26" fmla="*/ 223961 w 765852"/>
              <a:gd name="connsiteY26" fmla="*/ 212052 h 260086"/>
              <a:gd name="connsiteX27" fmla="*/ 220330 w 765852"/>
              <a:gd name="connsiteY27" fmla="*/ 228534 h 260086"/>
              <a:gd name="connsiteX28" fmla="*/ 223961 w 765852"/>
              <a:gd name="connsiteY28" fmla="*/ 245062 h 260086"/>
              <a:gd name="connsiteX29" fmla="*/ 234322 w 765852"/>
              <a:gd name="connsiteY29" fmla="*/ 256142 h 260086"/>
              <a:gd name="connsiteX30" fmla="*/ 249917 w 765852"/>
              <a:gd name="connsiteY30" fmla="*/ 260086 h 260086"/>
              <a:gd name="connsiteX31" fmla="*/ 267145 w 765852"/>
              <a:gd name="connsiteY31" fmla="*/ 254501 h 260086"/>
              <a:gd name="connsiteX32" fmla="*/ 275782 w 765852"/>
              <a:gd name="connsiteY32" fmla="*/ 239256 h 260086"/>
              <a:gd name="connsiteX33" fmla="*/ 268071 w 765852"/>
              <a:gd name="connsiteY33" fmla="*/ 239256 h 260086"/>
              <a:gd name="connsiteX34" fmla="*/ 261516 w 765852"/>
              <a:gd name="connsiteY34" fmla="*/ 249401 h 260086"/>
              <a:gd name="connsiteX35" fmla="*/ 249560 w 765852"/>
              <a:gd name="connsiteY35" fmla="*/ 252987 h 260086"/>
              <a:gd name="connsiteX36" fmla="*/ 238310 w 765852"/>
              <a:gd name="connsiteY36" fmla="*/ 249887 h 260086"/>
              <a:gd name="connsiteX37" fmla="*/ 230828 w 765852"/>
              <a:gd name="connsiteY37" fmla="*/ 241201 h 260086"/>
              <a:gd name="connsiteX38" fmla="*/ 228215 w 765852"/>
              <a:gd name="connsiteY38" fmla="*/ 228525 h 260086"/>
              <a:gd name="connsiteX39" fmla="*/ 230828 w 765852"/>
              <a:gd name="connsiteY39" fmla="*/ 215812 h 260086"/>
              <a:gd name="connsiteX40" fmla="*/ 238310 w 765852"/>
              <a:gd name="connsiteY40" fmla="*/ 207172 h 260086"/>
              <a:gd name="connsiteX41" fmla="*/ 335580 w 765852"/>
              <a:gd name="connsiteY41" fmla="*/ 197523 h 260086"/>
              <a:gd name="connsiteX42" fmla="*/ 311925 w 765852"/>
              <a:gd name="connsiteY42" fmla="*/ 259554 h 260086"/>
              <a:gd name="connsiteX43" fmla="*/ 319892 w 765852"/>
              <a:gd name="connsiteY43" fmla="*/ 259554 h 260086"/>
              <a:gd name="connsiteX44" fmla="*/ 326448 w 765852"/>
              <a:gd name="connsiteY44" fmla="*/ 242806 h 260086"/>
              <a:gd name="connsiteX45" fmla="*/ 353467 w 765852"/>
              <a:gd name="connsiteY45" fmla="*/ 242806 h 260086"/>
              <a:gd name="connsiteX46" fmla="*/ 360023 w 765852"/>
              <a:gd name="connsiteY46" fmla="*/ 259554 h 260086"/>
              <a:gd name="connsiteX47" fmla="*/ 368256 w 765852"/>
              <a:gd name="connsiteY47" fmla="*/ 259554 h 260086"/>
              <a:gd name="connsiteX48" fmla="*/ 344693 w 765852"/>
              <a:gd name="connsiteY48" fmla="*/ 197523 h 260086"/>
              <a:gd name="connsiteX49" fmla="*/ 335570 w 765852"/>
              <a:gd name="connsiteY49" fmla="*/ 197523 h 260086"/>
              <a:gd name="connsiteX50" fmla="*/ 328758 w 765852"/>
              <a:gd name="connsiteY50" fmla="*/ 235808 h 260086"/>
              <a:gd name="connsiteX51" fmla="*/ 339916 w 765852"/>
              <a:gd name="connsiteY51" fmla="*/ 205943 h 260086"/>
              <a:gd name="connsiteX52" fmla="*/ 351166 w 765852"/>
              <a:gd name="connsiteY52" fmla="*/ 235808 h 260086"/>
              <a:gd name="connsiteX53" fmla="*/ 328749 w 765852"/>
              <a:gd name="connsiteY53" fmla="*/ 235808 h 260086"/>
              <a:gd name="connsiteX54" fmla="*/ 725437 w 765852"/>
              <a:gd name="connsiteY54" fmla="*/ 197523 h 260086"/>
              <a:gd name="connsiteX55" fmla="*/ 717736 w 765852"/>
              <a:gd name="connsiteY55" fmla="*/ 197523 h 260086"/>
              <a:gd name="connsiteX56" fmla="*/ 717736 w 765852"/>
              <a:gd name="connsiteY56" fmla="*/ 259554 h 260086"/>
              <a:gd name="connsiteX57" fmla="*/ 753704 w 765852"/>
              <a:gd name="connsiteY57" fmla="*/ 259554 h 260086"/>
              <a:gd name="connsiteX58" fmla="*/ 753704 w 765852"/>
              <a:gd name="connsiteY58" fmla="*/ 252464 h 260086"/>
              <a:gd name="connsiteX59" fmla="*/ 725446 w 765852"/>
              <a:gd name="connsiteY59" fmla="*/ 252464 h 260086"/>
              <a:gd name="connsiteX60" fmla="*/ 725446 w 765852"/>
              <a:gd name="connsiteY60" fmla="*/ 197523 h 260086"/>
              <a:gd name="connsiteX61" fmla="*/ 250953 w 765852"/>
              <a:gd name="connsiteY61" fmla="*/ 2119 h 260086"/>
              <a:gd name="connsiteX62" fmla="*/ 225566 w 765852"/>
              <a:gd name="connsiteY62" fmla="*/ 2119 h 260086"/>
              <a:gd name="connsiteX63" fmla="*/ 225566 w 765852"/>
              <a:gd name="connsiteY63" fmla="*/ 164677 h 260086"/>
              <a:gd name="connsiteX64" fmla="*/ 250953 w 765852"/>
              <a:gd name="connsiteY64" fmla="*/ 164677 h 260086"/>
              <a:gd name="connsiteX65" fmla="*/ 250953 w 765852"/>
              <a:gd name="connsiteY65" fmla="*/ 2119 h 260086"/>
              <a:gd name="connsiteX66" fmla="*/ 80592 w 765852"/>
              <a:gd name="connsiteY66" fmla="*/ 62692 h 260086"/>
              <a:gd name="connsiteX67" fmla="*/ 80592 w 765852"/>
              <a:gd name="connsiteY67" fmla="*/ 164687 h 260086"/>
              <a:gd name="connsiteX68" fmla="*/ 106732 w 765852"/>
              <a:gd name="connsiteY68" fmla="*/ 164687 h 260086"/>
              <a:gd name="connsiteX69" fmla="*/ 106713 w 765852"/>
              <a:gd name="connsiteY69" fmla="*/ 62692 h 260086"/>
              <a:gd name="connsiteX70" fmla="*/ 95124 w 765852"/>
              <a:gd name="connsiteY70" fmla="*/ 28700 h 260086"/>
              <a:gd name="connsiteX71" fmla="*/ 93648 w 765852"/>
              <a:gd name="connsiteY71" fmla="*/ 26792 h 260086"/>
              <a:gd name="connsiteX72" fmla="*/ 92172 w 765852"/>
              <a:gd name="connsiteY72" fmla="*/ 28700 h 260086"/>
              <a:gd name="connsiteX73" fmla="*/ 80583 w 765852"/>
              <a:gd name="connsiteY73" fmla="*/ 62692 h 260086"/>
              <a:gd name="connsiteX74" fmla="*/ 47273 w 765852"/>
              <a:gd name="connsiteY74" fmla="*/ 2119 h 260086"/>
              <a:gd name="connsiteX75" fmla="*/ 0 w 765852"/>
              <a:gd name="connsiteY75" fmla="*/ 2119 h 260086"/>
              <a:gd name="connsiteX76" fmla="*/ 0 w 765852"/>
              <a:gd name="connsiteY76" fmla="*/ 26792 h 260086"/>
              <a:gd name="connsiteX77" fmla="*/ 93648 w 765852"/>
              <a:gd name="connsiteY77" fmla="*/ 26792 h 260086"/>
              <a:gd name="connsiteX78" fmla="*/ 91328 w 765852"/>
              <a:gd name="connsiteY78" fmla="*/ 23793 h 260086"/>
              <a:gd name="connsiteX79" fmla="*/ 47273 w 765852"/>
              <a:gd name="connsiteY79" fmla="*/ 2119 h 260086"/>
              <a:gd name="connsiteX80" fmla="*/ 95968 w 765852"/>
              <a:gd name="connsiteY80" fmla="*/ 23793 h 260086"/>
              <a:gd name="connsiteX81" fmla="*/ 93648 w 765852"/>
              <a:gd name="connsiteY81" fmla="*/ 26792 h 260086"/>
              <a:gd name="connsiteX82" fmla="*/ 187296 w 765852"/>
              <a:gd name="connsiteY82" fmla="*/ 26792 h 260086"/>
              <a:gd name="connsiteX83" fmla="*/ 187296 w 765852"/>
              <a:gd name="connsiteY83" fmla="*/ 2119 h 260086"/>
              <a:gd name="connsiteX84" fmla="*/ 140023 w 765852"/>
              <a:gd name="connsiteY84" fmla="*/ 2119 h 260086"/>
              <a:gd name="connsiteX85" fmla="*/ 95958 w 765852"/>
              <a:gd name="connsiteY85" fmla="*/ 23793 h 260086"/>
              <a:gd name="connsiteX86" fmla="*/ 514844 w 765852"/>
              <a:gd name="connsiteY86" fmla="*/ 164677 h 260086"/>
              <a:gd name="connsiteX87" fmla="*/ 540232 w 765852"/>
              <a:gd name="connsiteY87" fmla="*/ 164677 h 260086"/>
              <a:gd name="connsiteX88" fmla="*/ 540232 w 765852"/>
              <a:gd name="connsiteY88" fmla="*/ 2119 h 260086"/>
              <a:gd name="connsiteX89" fmla="*/ 514844 w 765852"/>
              <a:gd name="connsiteY89" fmla="*/ 2119 h 260086"/>
              <a:gd name="connsiteX90" fmla="*/ 514844 w 765852"/>
              <a:gd name="connsiteY90" fmla="*/ 164677 h 260086"/>
              <a:gd name="connsiteX91" fmla="*/ 495205 w 765852"/>
              <a:gd name="connsiteY91" fmla="*/ 259554 h 260086"/>
              <a:gd name="connsiteX92" fmla="*/ 502915 w 765852"/>
              <a:gd name="connsiteY92" fmla="*/ 259554 h 260086"/>
              <a:gd name="connsiteX93" fmla="*/ 502915 w 765852"/>
              <a:gd name="connsiteY93" fmla="*/ 197523 h 260086"/>
              <a:gd name="connsiteX94" fmla="*/ 495205 w 765852"/>
              <a:gd name="connsiteY94" fmla="*/ 197523 h 260086"/>
              <a:gd name="connsiteX95" fmla="*/ 495205 w 765852"/>
              <a:gd name="connsiteY95" fmla="*/ 259554 h 260086"/>
              <a:gd name="connsiteX96" fmla="*/ 544816 w 765852"/>
              <a:gd name="connsiteY96" fmla="*/ 204613 h 260086"/>
              <a:gd name="connsiteX97" fmla="*/ 564923 w 765852"/>
              <a:gd name="connsiteY97" fmla="*/ 204613 h 260086"/>
              <a:gd name="connsiteX98" fmla="*/ 564923 w 765852"/>
              <a:gd name="connsiteY98" fmla="*/ 259554 h 260086"/>
              <a:gd name="connsiteX99" fmla="*/ 572633 w 765852"/>
              <a:gd name="connsiteY99" fmla="*/ 259554 h 260086"/>
              <a:gd name="connsiteX100" fmla="*/ 572633 w 765852"/>
              <a:gd name="connsiteY100" fmla="*/ 204613 h 260086"/>
              <a:gd name="connsiteX101" fmla="*/ 592740 w 765852"/>
              <a:gd name="connsiteY101" fmla="*/ 204613 h 260086"/>
              <a:gd name="connsiteX102" fmla="*/ 592740 w 765852"/>
              <a:gd name="connsiteY102" fmla="*/ 197523 h 260086"/>
              <a:gd name="connsiteX103" fmla="*/ 544816 w 765852"/>
              <a:gd name="connsiteY103" fmla="*/ 197523 h 260086"/>
              <a:gd name="connsiteX104" fmla="*/ 544816 w 765852"/>
              <a:gd name="connsiteY104" fmla="*/ 204613 h 260086"/>
              <a:gd name="connsiteX105" fmla="*/ 287389 w 765852"/>
              <a:gd name="connsiteY105" fmla="*/ 2119 h 260086"/>
              <a:gd name="connsiteX106" fmla="*/ 345234 w 765852"/>
              <a:gd name="connsiteY106" fmla="*/ 140105 h 260086"/>
              <a:gd name="connsiteX107" fmla="*/ 381413 w 765852"/>
              <a:gd name="connsiteY107" fmla="*/ 166796 h 260086"/>
              <a:gd name="connsiteX108" fmla="*/ 382899 w 765852"/>
              <a:gd name="connsiteY108" fmla="*/ 166796 h 260086"/>
              <a:gd name="connsiteX109" fmla="*/ 316692 w 765852"/>
              <a:gd name="connsiteY109" fmla="*/ 2119 h 260086"/>
              <a:gd name="connsiteX110" fmla="*/ 287389 w 765852"/>
              <a:gd name="connsiteY110" fmla="*/ 2119 h 260086"/>
              <a:gd name="connsiteX111" fmla="*/ 443549 w 765852"/>
              <a:gd name="connsiteY111" fmla="*/ 199871 h 260086"/>
              <a:gd name="connsiteX112" fmla="*/ 432739 w 765852"/>
              <a:gd name="connsiteY112" fmla="*/ 197523 h 260086"/>
              <a:gd name="connsiteX113" fmla="*/ 408910 w 765852"/>
              <a:gd name="connsiteY113" fmla="*/ 197523 h 260086"/>
              <a:gd name="connsiteX114" fmla="*/ 408910 w 765852"/>
              <a:gd name="connsiteY114" fmla="*/ 259554 h 260086"/>
              <a:gd name="connsiteX115" fmla="*/ 416621 w 765852"/>
              <a:gd name="connsiteY115" fmla="*/ 259554 h 260086"/>
              <a:gd name="connsiteX116" fmla="*/ 416621 w 765852"/>
              <a:gd name="connsiteY116" fmla="*/ 235716 h 260086"/>
              <a:gd name="connsiteX117" fmla="*/ 432748 w 765852"/>
              <a:gd name="connsiteY117" fmla="*/ 235716 h 260086"/>
              <a:gd name="connsiteX118" fmla="*/ 443512 w 765852"/>
              <a:gd name="connsiteY118" fmla="*/ 233368 h 260086"/>
              <a:gd name="connsiteX119" fmla="*/ 450728 w 765852"/>
              <a:gd name="connsiteY119" fmla="*/ 226681 h 260086"/>
              <a:gd name="connsiteX120" fmla="*/ 453295 w 765852"/>
              <a:gd name="connsiteY120" fmla="*/ 216583 h 260086"/>
              <a:gd name="connsiteX121" fmla="*/ 450774 w 765852"/>
              <a:gd name="connsiteY121" fmla="*/ 206521 h 260086"/>
              <a:gd name="connsiteX122" fmla="*/ 443558 w 765852"/>
              <a:gd name="connsiteY122" fmla="*/ 199871 h 260086"/>
              <a:gd name="connsiteX123" fmla="*/ 441779 w 765852"/>
              <a:gd name="connsiteY123" fmla="*/ 225351 h 260086"/>
              <a:gd name="connsiteX124" fmla="*/ 432033 w 765852"/>
              <a:gd name="connsiteY124" fmla="*/ 228635 h 260086"/>
              <a:gd name="connsiteX125" fmla="*/ 416621 w 765852"/>
              <a:gd name="connsiteY125" fmla="*/ 228635 h 260086"/>
              <a:gd name="connsiteX126" fmla="*/ 416621 w 765852"/>
              <a:gd name="connsiteY126" fmla="*/ 204622 h 260086"/>
              <a:gd name="connsiteX127" fmla="*/ 432125 w 765852"/>
              <a:gd name="connsiteY127" fmla="*/ 204622 h 260086"/>
              <a:gd name="connsiteX128" fmla="*/ 441825 w 765852"/>
              <a:gd name="connsiteY128" fmla="*/ 207860 h 260086"/>
              <a:gd name="connsiteX129" fmla="*/ 445410 w 765852"/>
              <a:gd name="connsiteY129" fmla="*/ 216592 h 260086"/>
              <a:gd name="connsiteX130" fmla="*/ 441779 w 765852"/>
              <a:gd name="connsiteY130" fmla="*/ 225361 h 260086"/>
              <a:gd name="connsiteX131" fmla="*/ 382889 w 765852"/>
              <a:gd name="connsiteY131" fmla="*/ 166805 h 260086"/>
              <a:gd name="connsiteX132" fmla="*/ 384375 w 765852"/>
              <a:gd name="connsiteY132" fmla="*/ 166805 h 260086"/>
              <a:gd name="connsiteX133" fmla="*/ 420554 w 765852"/>
              <a:gd name="connsiteY133" fmla="*/ 140114 h 260086"/>
              <a:gd name="connsiteX134" fmla="*/ 478399 w 765852"/>
              <a:gd name="connsiteY134" fmla="*/ 2128 h 260086"/>
              <a:gd name="connsiteX135" fmla="*/ 449096 w 765852"/>
              <a:gd name="connsiteY135" fmla="*/ 2128 h 260086"/>
              <a:gd name="connsiteX136" fmla="*/ 382889 w 765852"/>
              <a:gd name="connsiteY136" fmla="*/ 166814 h 260086"/>
              <a:gd name="connsiteX137" fmla="*/ 644368 w 765852"/>
              <a:gd name="connsiteY137" fmla="*/ 197523 h 260086"/>
              <a:gd name="connsiteX138" fmla="*/ 620714 w 765852"/>
              <a:gd name="connsiteY138" fmla="*/ 259554 h 260086"/>
              <a:gd name="connsiteX139" fmla="*/ 628690 w 765852"/>
              <a:gd name="connsiteY139" fmla="*/ 259554 h 260086"/>
              <a:gd name="connsiteX140" fmla="*/ 635246 w 765852"/>
              <a:gd name="connsiteY140" fmla="*/ 242806 h 260086"/>
              <a:gd name="connsiteX141" fmla="*/ 662266 w 765852"/>
              <a:gd name="connsiteY141" fmla="*/ 242806 h 260086"/>
              <a:gd name="connsiteX142" fmla="*/ 668821 w 765852"/>
              <a:gd name="connsiteY142" fmla="*/ 259554 h 260086"/>
              <a:gd name="connsiteX143" fmla="*/ 677055 w 765852"/>
              <a:gd name="connsiteY143" fmla="*/ 259554 h 260086"/>
              <a:gd name="connsiteX144" fmla="*/ 653491 w 765852"/>
              <a:gd name="connsiteY144" fmla="*/ 197523 h 260086"/>
              <a:gd name="connsiteX145" fmla="*/ 644368 w 765852"/>
              <a:gd name="connsiteY145" fmla="*/ 197523 h 260086"/>
              <a:gd name="connsiteX146" fmla="*/ 637547 w 765852"/>
              <a:gd name="connsiteY146" fmla="*/ 235808 h 260086"/>
              <a:gd name="connsiteX147" fmla="*/ 648705 w 765852"/>
              <a:gd name="connsiteY147" fmla="*/ 205943 h 260086"/>
              <a:gd name="connsiteX148" fmla="*/ 659955 w 765852"/>
              <a:gd name="connsiteY148" fmla="*/ 235808 h 260086"/>
              <a:gd name="connsiteX149" fmla="*/ 637538 w 765852"/>
              <a:gd name="connsiteY149" fmla="*/ 235808 h 260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</a:cxnLst>
            <a:rect l="l" t="t" r="r" b="b"/>
            <a:pathLst>
              <a:path w="765852" h="260086">
                <a:moveTo>
                  <a:pt x="739575" y="143884"/>
                </a:moveTo>
                <a:cubicBezTo>
                  <a:pt x="756519" y="128906"/>
                  <a:pt x="765852" y="107425"/>
                  <a:pt x="765852" y="83403"/>
                </a:cubicBezTo>
                <a:cubicBezTo>
                  <a:pt x="765852" y="59381"/>
                  <a:pt x="756519" y="37899"/>
                  <a:pt x="739575" y="22921"/>
                </a:cubicBezTo>
                <a:cubicBezTo>
                  <a:pt x="722613" y="7925"/>
                  <a:pt x="699307" y="0"/>
                  <a:pt x="672177" y="0"/>
                </a:cubicBezTo>
                <a:cubicBezTo>
                  <a:pt x="645047" y="0"/>
                  <a:pt x="621740" y="7925"/>
                  <a:pt x="604779" y="22921"/>
                </a:cubicBezTo>
                <a:cubicBezTo>
                  <a:pt x="587835" y="37899"/>
                  <a:pt x="578501" y="59381"/>
                  <a:pt x="578501" y="83403"/>
                </a:cubicBezTo>
                <a:cubicBezTo>
                  <a:pt x="578501" y="107425"/>
                  <a:pt x="587835" y="128906"/>
                  <a:pt x="604779" y="143884"/>
                </a:cubicBezTo>
                <a:cubicBezTo>
                  <a:pt x="621740" y="158881"/>
                  <a:pt x="645047" y="166805"/>
                  <a:pt x="672177" y="166805"/>
                </a:cubicBezTo>
                <a:cubicBezTo>
                  <a:pt x="699307" y="166805"/>
                  <a:pt x="722613" y="158881"/>
                  <a:pt x="739575" y="143884"/>
                </a:cubicBezTo>
                <a:close/>
                <a:moveTo>
                  <a:pt x="604595" y="83403"/>
                </a:moveTo>
                <a:cubicBezTo>
                  <a:pt x="604595" y="66489"/>
                  <a:pt x="610821" y="52135"/>
                  <a:pt x="622611" y="41871"/>
                </a:cubicBezTo>
                <a:cubicBezTo>
                  <a:pt x="634751" y="31305"/>
                  <a:pt x="651887" y="25719"/>
                  <a:pt x="672177" y="25719"/>
                </a:cubicBezTo>
                <a:cubicBezTo>
                  <a:pt x="692467" y="25719"/>
                  <a:pt x="709603" y="31305"/>
                  <a:pt x="721742" y="41871"/>
                </a:cubicBezTo>
                <a:cubicBezTo>
                  <a:pt x="733524" y="52126"/>
                  <a:pt x="739759" y="66489"/>
                  <a:pt x="739759" y="83403"/>
                </a:cubicBezTo>
                <a:cubicBezTo>
                  <a:pt x="739759" y="100316"/>
                  <a:pt x="733533" y="114671"/>
                  <a:pt x="721742" y="124934"/>
                </a:cubicBezTo>
                <a:cubicBezTo>
                  <a:pt x="709603" y="135501"/>
                  <a:pt x="692467" y="141077"/>
                  <a:pt x="672177" y="141077"/>
                </a:cubicBezTo>
                <a:cubicBezTo>
                  <a:pt x="651887" y="141077"/>
                  <a:pt x="634741" y="135491"/>
                  <a:pt x="622611" y="124934"/>
                </a:cubicBezTo>
                <a:cubicBezTo>
                  <a:pt x="610830" y="114671"/>
                  <a:pt x="604595" y="100316"/>
                  <a:pt x="604595" y="83403"/>
                </a:cubicBezTo>
                <a:close/>
                <a:moveTo>
                  <a:pt x="238310" y="207181"/>
                </a:moveTo>
                <a:cubicBezTo>
                  <a:pt x="241556" y="205118"/>
                  <a:pt x="245306" y="204081"/>
                  <a:pt x="249560" y="204081"/>
                </a:cubicBezTo>
                <a:cubicBezTo>
                  <a:pt x="254282" y="204081"/>
                  <a:pt x="258288" y="205292"/>
                  <a:pt x="261562" y="207713"/>
                </a:cubicBezTo>
                <a:cubicBezTo>
                  <a:pt x="264835" y="210135"/>
                  <a:pt x="267035" y="213501"/>
                  <a:pt x="268163" y="217812"/>
                </a:cubicBezTo>
                <a:lnTo>
                  <a:pt x="275874" y="217812"/>
                </a:lnTo>
                <a:cubicBezTo>
                  <a:pt x="274691" y="211373"/>
                  <a:pt x="271784" y="206292"/>
                  <a:pt x="267145" y="202568"/>
                </a:cubicBezTo>
                <a:cubicBezTo>
                  <a:pt x="262506" y="198844"/>
                  <a:pt x="256766" y="196982"/>
                  <a:pt x="249917" y="196982"/>
                </a:cubicBezTo>
                <a:cubicBezTo>
                  <a:pt x="244013" y="196982"/>
                  <a:pt x="238814" y="198293"/>
                  <a:pt x="234322" y="200926"/>
                </a:cubicBezTo>
                <a:cubicBezTo>
                  <a:pt x="229838" y="203558"/>
                  <a:pt x="226382" y="207264"/>
                  <a:pt x="223961" y="212052"/>
                </a:cubicBezTo>
                <a:cubicBezTo>
                  <a:pt x="221541" y="216840"/>
                  <a:pt x="220330" y="222334"/>
                  <a:pt x="220330" y="228534"/>
                </a:cubicBezTo>
                <a:cubicBezTo>
                  <a:pt x="220330" y="234734"/>
                  <a:pt x="221541" y="240302"/>
                  <a:pt x="223961" y="245062"/>
                </a:cubicBezTo>
                <a:cubicBezTo>
                  <a:pt x="226382" y="249823"/>
                  <a:pt x="229838" y="253510"/>
                  <a:pt x="234322" y="256142"/>
                </a:cubicBezTo>
                <a:cubicBezTo>
                  <a:pt x="238805" y="258775"/>
                  <a:pt x="244004" y="260086"/>
                  <a:pt x="249917" y="260086"/>
                </a:cubicBezTo>
                <a:cubicBezTo>
                  <a:pt x="256831" y="260086"/>
                  <a:pt x="262570" y="258224"/>
                  <a:pt x="267145" y="254501"/>
                </a:cubicBezTo>
                <a:cubicBezTo>
                  <a:pt x="271720" y="250777"/>
                  <a:pt x="274599" y="245695"/>
                  <a:pt x="275782" y="239256"/>
                </a:cubicBezTo>
                <a:lnTo>
                  <a:pt x="268071" y="239256"/>
                </a:lnTo>
                <a:cubicBezTo>
                  <a:pt x="266888" y="243631"/>
                  <a:pt x="264706" y="247007"/>
                  <a:pt x="261516" y="249401"/>
                </a:cubicBezTo>
                <a:cubicBezTo>
                  <a:pt x="258325" y="251795"/>
                  <a:pt x="254337" y="252987"/>
                  <a:pt x="249560" y="252987"/>
                </a:cubicBezTo>
                <a:cubicBezTo>
                  <a:pt x="245306" y="252987"/>
                  <a:pt x="241556" y="251951"/>
                  <a:pt x="238310" y="249887"/>
                </a:cubicBezTo>
                <a:cubicBezTo>
                  <a:pt x="235064" y="247823"/>
                  <a:pt x="232561" y="244925"/>
                  <a:pt x="230828" y="241201"/>
                </a:cubicBezTo>
                <a:cubicBezTo>
                  <a:pt x="229086" y="237477"/>
                  <a:pt x="228215" y="233258"/>
                  <a:pt x="228215" y="228525"/>
                </a:cubicBezTo>
                <a:cubicBezTo>
                  <a:pt x="228215" y="223792"/>
                  <a:pt x="229086" y="219499"/>
                  <a:pt x="230828" y="215812"/>
                </a:cubicBezTo>
                <a:cubicBezTo>
                  <a:pt x="232570" y="212125"/>
                  <a:pt x="235064" y="209245"/>
                  <a:pt x="238310" y="207172"/>
                </a:cubicBezTo>
                <a:close/>
                <a:moveTo>
                  <a:pt x="335580" y="197523"/>
                </a:moveTo>
                <a:lnTo>
                  <a:pt x="311925" y="259554"/>
                </a:lnTo>
                <a:lnTo>
                  <a:pt x="319892" y="259554"/>
                </a:lnTo>
                <a:lnTo>
                  <a:pt x="326448" y="242806"/>
                </a:lnTo>
                <a:lnTo>
                  <a:pt x="353467" y="242806"/>
                </a:lnTo>
                <a:lnTo>
                  <a:pt x="360023" y="259554"/>
                </a:lnTo>
                <a:lnTo>
                  <a:pt x="368256" y="259554"/>
                </a:lnTo>
                <a:lnTo>
                  <a:pt x="344693" y="197523"/>
                </a:lnTo>
                <a:lnTo>
                  <a:pt x="335570" y="197523"/>
                </a:lnTo>
                <a:close/>
                <a:moveTo>
                  <a:pt x="328758" y="235808"/>
                </a:moveTo>
                <a:lnTo>
                  <a:pt x="339916" y="205943"/>
                </a:lnTo>
                <a:lnTo>
                  <a:pt x="351166" y="235808"/>
                </a:lnTo>
                <a:lnTo>
                  <a:pt x="328749" y="235808"/>
                </a:lnTo>
                <a:close/>
                <a:moveTo>
                  <a:pt x="725437" y="197523"/>
                </a:moveTo>
                <a:lnTo>
                  <a:pt x="717736" y="197523"/>
                </a:lnTo>
                <a:lnTo>
                  <a:pt x="717736" y="259554"/>
                </a:lnTo>
                <a:lnTo>
                  <a:pt x="753704" y="259554"/>
                </a:lnTo>
                <a:lnTo>
                  <a:pt x="753704" y="252464"/>
                </a:lnTo>
                <a:lnTo>
                  <a:pt x="725446" y="252464"/>
                </a:lnTo>
                <a:lnTo>
                  <a:pt x="725446" y="197523"/>
                </a:lnTo>
                <a:close/>
                <a:moveTo>
                  <a:pt x="250953" y="2119"/>
                </a:moveTo>
                <a:lnTo>
                  <a:pt x="225566" y="2119"/>
                </a:lnTo>
                <a:lnTo>
                  <a:pt x="225566" y="164677"/>
                </a:lnTo>
                <a:lnTo>
                  <a:pt x="250953" y="164677"/>
                </a:lnTo>
                <a:lnTo>
                  <a:pt x="250953" y="2119"/>
                </a:lnTo>
                <a:close/>
                <a:moveTo>
                  <a:pt x="80592" y="62692"/>
                </a:moveTo>
                <a:lnTo>
                  <a:pt x="80592" y="164687"/>
                </a:lnTo>
                <a:cubicBezTo>
                  <a:pt x="80592" y="164687"/>
                  <a:pt x="106732" y="164687"/>
                  <a:pt x="106732" y="164687"/>
                </a:cubicBezTo>
                <a:lnTo>
                  <a:pt x="106713" y="62692"/>
                </a:lnTo>
                <a:cubicBezTo>
                  <a:pt x="106713" y="50282"/>
                  <a:pt x="102707" y="38523"/>
                  <a:pt x="95124" y="28700"/>
                </a:cubicBezTo>
                <a:lnTo>
                  <a:pt x="93648" y="26792"/>
                </a:lnTo>
                <a:lnTo>
                  <a:pt x="92172" y="28700"/>
                </a:lnTo>
                <a:cubicBezTo>
                  <a:pt x="84589" y="38523"/>
                  <a:pt x="80583" y="50273"/>
                  <a:pt x="80583" y="62692"/>
                </a:cubicBezTo>
                <a:close/>
                <a:moveTo>
                  <a:pt x="47273" y="2119"/>
                </a:moveTo>
                <a:lnTo>
                  <a:pt x="0" y="2119"/>
                </a:lnTo>
                <a:lnTo>
                  <a:pt x="0" y="26792"/>
                </a:lnTo>
                <a:lnTo>
                  <a:pt x="93648" y="26792"/>
                </a:lnTo>
                <a:lnTo>
                  <a:pt x="91328" y="23793"/>
                </a:lnTo>
                <a:cubicBezTo>
                  <a:pt x="80693" y="10025"/>
                  <a:pt x="64629" y="2119"/>
                  <a:pt x="47273" y="2119"/>
                </a:cubicBezTo>
                <a:close/>
                <a:moveTo>
                  <a:pt x="95968" y="23793"/>
                </a:moveTo>
                <a:lnTo>
                  <a:pt x="93648" y="26792"/>
                </a:lnTo>
                <a:lnTo>
                  <a:pt x="187296" y="26792"/>
                </a:lnTo>
                <a:lnTo>
                  <a:pt x="187296" y="2119"/>
                </a:lnTo>
                <a:lnTo>
                  <a:pt x="140023" y="2119"/>
                </a:lnTo>
                <a:cubicBezTo>
                  <a:pt x="122657" y="2119"/>
                  <a:pt x="106603" y="10016"/>
                  <a:pt x="95958" y="23793"/>
                </a:cubicBezTo>
                <a:close/>
                <a:moveTo>
                  <a:pt x="514844" y="164677"/>
                </a:moveTo>
                <a:lnTo>
                  <a:pt x="540232" y="164677"/>
                </a:lnTo>
                <a:lnTo>
                  <a:pt x="540232" y="2119"/>
                </a:lnTo>
                <a:lnTo>
                  <a:pt x="514844" y="2119"/>
                </a:lnTo>
                <a:lnTo>
                  <a:pt x="514844" y="164677"/>
                </a:lnTo>
                <a:close/>
                <a:moveTo>
                  <a:pt x="495205" y="259554"/>
                </a:moveTo>
                <a:lnTo>
                  <a:pt x="502915" y="259554"/>
                </a:lnTo>
                <a:lnTo>
                  <a:pt x="502915" y="197523"/>
                </a:lnTo>
                <a:lnTo>
                  <a:pt x="495205" y="197523"/>
                </a:lnTo>
                <a:lnTo>
                  <a:pt x="495205" y="259554"/>
                </a:lnTo>
                <a:close/>
                <a:moveTo>
                  <a:pt x="544816" y="204613"/>
                </a:moveTo>
                <a:lnTo>
                  <a:pt x="564923" y="204613"/>
                </a:lnTo>
                <a:lnTo>
                  <a:pt x="564923" y="259554"/>
                </a:lnTo>
                <a:lnTo>
                  <a:pt x="572633" y="259554"/>
                </a:lnTo>
                <a:lnTo>
                  <a:pt x="572633" y="204613"/>
                </a:lnTo>
                <a:lnTo>
                  <a:pt x="592740" y="204613"/>
                </a:lnTo>
                <a:lnTo>
                  <a:pt x="592740" y="197523"/>
                </a:lnTo>
                <a:lnTo>
                  <a:pt x="544816" y="197523"/>
                </a:lnTo>
                <a:lnTo>
                  <a:pt x="544816" y="204613"/>
                </a:lnTo>
                <a:close/>
                <a:moveTo>
                  <a:pt x="287389" y="2119"/>
                </a:moveTo>
                <a:cubicBezTo>
                  <a:pt x="287389" y="2119"/>
                  <a:pt x="335680" y="117220"/>
                  <a:pt x="345234" y="140105"/>
                </a:cubicBezTo>
                <a:cubicBezTo>
                  <a:pt x="356374" y="166796"/>
                  <a:pt x="374464" y="166796"/>
                  <a:pt x="381413" y="166796"/>
                </a:cubicBezTo>
                <a:lnTo>
                  <a:pt x="382899" y="166796"/>
                </a:lnTo>
                <a:lnTo>
                  <a:pt x="316692" y="2119"/>
                </a:lnTo>
                <a:lnTo>
                  <a:pt x="287389" y="2119"/>
                </a:lnTo>
                <a:close/>
                <a:moveTo>
                  <a:pt x="443549" y="199871"/>
                </a:moveTo>
                <a:cubicBezTo>
                  <a:pt x="440413" y="198303"/>
                  <a:pt x="436819" y="197523"/>
                  <a:pt x="432739" y="197523"/>
                </a:cubicBezTo>
                <a:lnTo>
                  <a:pt x="408910" y="197523"/>
                </a:lnTo>
                <a:lnTo>
                  <a:pt x="408910" y="259554"/>
                </a:lnTo>
                <a:lnTo>
                  <a:pt x="416621" y="259554"/>
                </a:lnTo>
                <a:lnTo>
                  <a:pt x="416621" y="235716"/>
                </a:lnTo>
                <a:lnTo>
                  <a:pt x="432748" y="235716"/>
                </a:lnTo>
                <a:cubicBezTo>
                  <a:pt x="436819" y="235716"/>
                  <a:pt x="440413" y="234936"/>
                  <a:pt x="443512" y="233368"/>
                </a:cubicBezTo>
                <a:cubicBezTo>
                  <a:pt x="446611" y="231799"/>
                  <a:pt x="449013" y="229571"/>
                  <a:pt x="450728" y="226681"/>
                </a:cubicBezTo>
                <a:cubicBezTo>
                  <a:pt x="452442" y="223783"/>
                  <a:pt x="453295" y="220417"/>
                  <a:pt x="453295" y="216583"/>
                </a:cubicBezTo>
                <a:cubicBezTo>
                  <a:pt x="453295" y="212749"/>
                  <a:pt x="452452" y="209392"/>
                  <a:pt x="450774" y="206521"/>
                </a:cubicBezTo>
                <a:cubicBezTo>
                  <a:pt x="449087" y="203659"/>
                  <a:pt x="446685" y="201439"/>
                  <a:pt x="443558" y="199871"/>
                </a:cubicBezTo>
                <a:close/>
                <a:moveTo>
                  <a:pt x="441779" y="225351"/>
                </a:moveTo>
                <a:cubicBezTo>
                  <a:pt x="439359" y="227534"/>
                  <a:pt x="436113" y="228635"/>
                  <a:pt x="432033" y="228635"/>
                </a:cubicBezTo>
                <a:lnTo>
                  <a:pt x="416621" y="228635"/>
                </a:lnTo>
                <a:lnTo>
                  <a:pt x="416621" y="204622"/>
                </a:lnTo>
                <a:lnTo>
                  <a:pt x="432125" y="204622"/>
                </a:lnTo>
                <a:cubicBezTo>
                  <a:pt x="436196" y="204622"/>
                  <a:pt x="439432" y="205705"/>
                  <a:pt x="441825" y="207860"/>
                </a:cubicBezTo>
                <a:cubicBezTo>
                  <a:pt x="444218" y="210015"/>
                  <a:pt x="445410" y="212923"/>
                  <a:pt x="445410" y="216592"/>
                </a:cubicBezTo>
                <a:cubicBezTo>
                  <a:pt x="445410" y="220261"/>
                  <a:pt x="444200" y="223178"/>
                  <a:pt x="441779" y="225361"/>
                </a:cubicBezTo>
                <a:close/>
                <a:moveTo>
                  <a:pt x="382889" y="166805"/>
                </a:moveTo>
                <a:lnTo>
                  <a:pt x="384375" y="166805"/>
                </a:lnTo>
                <a:cubicBezTo>
                  <a:pt x="391334" y="166805"/>
                  <a:pt x="409423" y="166805"/>
                  <a:pt x="420554" y="140114"/>
                </a:cubicBezTo>
                <a:cubicBezTo>
                  <a:pt x="430099" y="117230"/>
                  <a:pt x="478399" y="2128"/>
                  <a:pt x="478399" y="2128"/>
                </a:cubicBezTo>
                <a:lnTo>
                  <a:pt x="449096" y="2128"/>
                </a:lnTo>
                <a:lnTo>
                  <a:pt x="382889" y="166814"/>
                </a:lnTo>
                <a:close/>
                <a:moveTo>
                  <a:pt x="644368" y="197523"/>
                </a:moveTo>
                <a:lnTo>
                  <a:pt x="620714" y="259554"/>
                </a:lnTo>
                <a:lnTo>
                  <a:pt x="628690" y="259554"/>
                </a:lnTo>
                <a:lnTo>
                  <a:pt x="635246" y="242806"/>
                </a:lnTo>
                <a:lnTo>
                  <a:pt x="662266" y="242806"/>
                </a:lnTo>
                <a:lnTo>
                  <a:pt x="668821" y="259554"/>
                </a:lnTo>
                <a:lnTo>
                  <a:pt x="677055" y="259554"/>
                </a:lnTo>
                <a:lnTo>
                  <a:pt x="653491" y="197523"/>
                </a:lnTo>
                <a:lnTo>
                  <a:pt x="644368" y="197523"/>
                </a:lnTo>
                <a:close/>
                <a:moveTo>
                  <a:pt x="637547" y="235808"/>
                </a:moveTo>
                <a:lnTo>
                  <a:pt x="648705" y="205943"/>
                </a:lnTo>
                <a:lnTo>
                  <a:pt x="659955" y="235808"/>
                </a:lnTo>
                <a:lnTo>
                  <a:pt x="637538" y="235808"/>
                </a:lnTo>
                <a:close/>
              </a:path>
            </a:pathLst>
          </a:custGeom>
          <a:solidFill>
            <a:schemeClr val="bg1"/>
          </a:solidFill>
          <a:ln w="1061" cap="flat">
            <a:noFill/>
            <a:prstDash val="solid"/>
            <a:miter/>
          </a:ln>
        </p:spPr>
        <p:txBody>
          <a:bodyPr rtlCol="0" anchor="ctr"/>
          <a:lstStyle/>
          <a:p>
            <a:endParaRPr lang="pt-BR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827691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469">
          <p15:clr>
            <a:srgbClr val="FBAE40"/>
          </p15:clr>
        </p15:guide>
        <p15:guide id="2" orient="horz" pos="3974">
          <p15:clr>
            <a:srgbClr val="FBAE40"/>
          </p15:clr>
        </p15:guide>
        <p15:guide id="3" orient="horz" pos="232">
          <p15:clr>
            <a:srgbClr val="FBAE40"/>
          </p15:clr>
        </p15:guide>
        <p15:guide id="4" pos="211">
          <p15:clr>
            <a:srgbClr val="FBAE40"/>
          </p15:clr>
        </p15:guide>
        <p15:guide id="5" orient="horz" pos="4065">
          <p15:clr>
            <a:srgbClr val="FBAE40"/>
          </p15:clr>
        </p15:guide>
        <p15:guide id="6" orient="horz" pos="799">
          <p15:clr>
            <a:srgbClr val="FBAE40"/>
          </p15:clr>
        </p15:guide>
        <p15:guide id="7" orient="horz" pos="935">
          <p15:clr>
            <a:srgbClr val="FBAE40"/>
          </p15:clr>
        </p15:guide>
      </p15:sldGuideLst>
    </p:ext>
  </p:extLs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- High Yield">
    <p:bg>
      <p:bgPr>
        <a:gradFill>
          <a:gsLst>
            <a:gs pos="81000">
              <a:schemeClr val="tx1">
                <a:lumMod val="85000"/>
                <a:lumOff val="15000"/>
              </a:schemeClr>
            </a:gs>
            <a:gs pos="100000">
              <a:schemeClr val="tx1">
                <a:lumMod val="95000"/>
                <a:lumOff val="5000"/>
              </a:schemeClr>
            </a:gs>
            <a:gs pos="0">
              <a:schemeClr val="accent5"/>
            </a:gs>
          </a:gsLst>
          <a:lin ang="7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676941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469">
          <p15:clr>
            <a:srgbClr val="FBAE40"/>
          </p15:clr>
        </p15:guide>
        <p15:guide id="2" orient="horz" pos="3974">
          <p15:clr>
            <a:srgbClr val="FBAE40"/>
          </p15:clr>
        </p15:guide>
        <p15:guide id="3" orient="horz" pos="232">
          <p15:clr>
            <a:srgbClr val="FBAE40"/>
          </p15:clr>
        </p15:guide>
        <p15:guide id="4" pos="211">
          <p15:clr>
            <a:srgbClr val="FBAE40"/>
          </p15:clr>
        </p15:guide>
        <p15:guide id="5" orient="horz" pos="4065">
          <p15:clr>
            <a:srgbClr val="FBAE40"/>
          </p15:clr>
        </p15:guide>
        <p15:guide id="6" orient="horz" pos="799">
          <p15:clr>
            <a:srgbClr val="FBAE40"/>
          </p15:clr>
        </p15:guide>
        <p15:guide id="7" orient="horz" pos="935">
          <p15:clr>
            <a:srgbClr val="FBAE40"/>
          </p15:clr>
        </p15:guide>
      </p15:sldGuideLst>
    </p:ext>
  </p:extLs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| 1 linha - High Grade">
    <p:bg>
      <p:bgPr>
        <a:gradFill>
          <a:gsLst>
            <a:gs pos="81000">
              <a:schemeClr val="tx1">
                <a:lumMod val="85000"/>
                <a:lumOff val="15000"/>
              </a:schemeClr>
            </a:gs>
            <a:gs pos="100000">
              <a:schemeClr val="tx1">
                <a:lumMod val="95000"/>
                <a:lumOff val="5000"/>
              </a:schemeClr>
            </a:gs>
            <a:gs pos="0">
              <a:schemeClr val="accent1"/>
            </a:gs>
          </a:gsLst>
          <a:lin ang="7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132BCE3-A04F-8602-64F7-7623C7EAF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61763" y="6482556"/>
            <a:ext cx="295275" cy="1692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 sz="1100">
                <a:solidFill>
                  <a:schemeClr val="bg1"/>
                </a:solidFill>
                <a:latin typeface="Versos" panose="020B0503020204030204" pitchFamily="34" charset="0"/>
                <a:cs typeface="Versos" panose="020B0503020204030204" pitchFamily="34" charset="0"/>
              </a:defRPr>
            </a:lvl1pPr>
          </a:lstStyle>
          <a:p>
            <a:fld id="{77667D73-C69A-4DAA-9003-24A825D36FE9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B13D7C-5A47-B0DF-B518-26E79F5D2DB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63" y="368300"/>
            <a:ext cx="10183813" cy="4308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err="1"/>
              <a:t>Título</a:t>
            </a:r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401465E-A8CD-A3BA-BE2A-9597492FDC6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4963" y="6482556"/>
            <a:ext cx="10980000" cy="138499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900">
                <a:latin typeface="Versos Light" panose="020B0403020204030204" pitchFamily="34" charset="0"/>
              </a:defRPr>
            </a:lvl2pPr>
            <a:lvl3pPr>
              <a:defRPr sz="900">
                <a:latin typeface="Versos Light" panose="020B0403020204030204" pitchFamily="34" charset="0"/>
              </a:defRPr>
            </a:lvl3pPr>
            <a:lvl4pPr>
              <a:defRPr sz="900">
                <a:latin typeface="Versos Light" panose="020B0403020204030204" pitchFamily="34" charset="0"/>
              </a:defRPr>
            </a:lvl4pPr>
            <a:lvl5pPr>
              <a:defRPr sz="900">
                <a:latin typeface="Versos Light" panose="020B0403020204030204" pitchFamily="34" charset="0"/>
              </a:defRPr>
            </a:lvl5pPr>
          </a:lstStyle>
          <a:p>
            <a:pPr lvl="0"/>
            <a:r>
              <a:rPr lang="en-US"/>
              <a:t>Fonte:</a:t>
            </a:r>
            <a:endParaRPr lang="pt-BR"/>
          </a:p>
        </p:txBody>
      </p:sp>
      <p:sp>
        <p:nvSpPr>
          <p:cNvPr id="12" name="Text Placeholder 8">
            <a:extLst>
              <a:ext uri="{FF2B5EF4-FFF2-40B4-BE49-F238E27FC236}">
                <a16:creationId xmlns:a16="http://schemas.microsoft.com/office/drawing/2014/main" id="{7A7A9582-3614-801A-785B-273FCD3E092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34963" y="1949413"/>
            <a:ext cx="11522075" cy="435931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7F86D482-580C-D22A-58CC-10B9C4F7EDD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34962" y="1518527"/>
            <a:ext cx="11522585" cy="21544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Picture 8">
            <a:extLst>
              <a:ext uri="{FF2B5EF4-FFF2-40B4-BE49-F238E27FC236}">
                <a16:creationId xmlns:a16="http://schemas.microsoft.com/office/drawing/2014/main" id="{57BCE67C-64C7-2D0C-0DC2-7A4B4CC314E0}"/>
              </a:ext>
            </a:extLst>
          </p:cNvPr>
          <p:cNvSpPr/>
          <p:nvPr userDrawn="1"/>
        </p:nvSpPr>
        <p:spPr>
          <a:xfrm>
            <a:off x="11091186" y="377178"/>
            <a:ext cx="765852" cy="260086"/>
          </a:xfrm>
          <a:custGeom>
            <a:avLst/>
            <a:gdLst>
              <a:gd name="connsiteX0" fmla="*/ 739575 w 765852"/>
              <a:gd name="connsiteY0" fmla="*/ 143884 h 260086"/>
              <a:gd name="connsiteX1" fmla="*/ 765852 w 765852"/>
              <a:gd name="connsiteY1" fmla="*/ 83403 h 260086"/>
              <a:gd name="connsiteX2" fmla="*/ 739575 w 765852"/>
              <a:gd name="connsiteY2" fmla="*/ 22921 h 260086"/>
              <a:gd name="connsiteX3" fmla="*/ 672177 w 765852"/>
              <a:gd name="connsiteY3" fmla="*/ 0 h 260086"/>
              <a:gd name="connsiteX4" fmla="*/ 604779 w 765852"/>
              <a:gd name="connsiteY4" fmla="*/ 22921 h 260086"/>
              <a:gd name="connsiteX5" fmla="*/ 578501 w 765852"/>
              <a:gd name="connsiteY5" fmla="*/ 83403 h 260086"/>
              <a:gd name="connsiteX6" fmla="*/ 604779 w 765852"/>
              <a:gd name="connsiteY6" fmla="*/ 143884 h 260086"/>
              <a:gd name="connsiteX7" fmla="*/ 672177 w 765852"/>
              <a:gd name="connsiteY7" fmla="*/ 166805 h 260086"/>
              <a:gd name="connsiteX8" fmla="*/ 739575 w 765852"/>
              <a:gd name="connsiteY8" fmla="*/ 143884 h 260086"/>
              <a:gd name="connsiteX9" fmla="*/ 604595 w 765852"/>
              <a:gd name="connsiteY9" fmla="*/ 83403 h 260086"/>
              <a:gd name="connsiteX10" fmla="*/ 622611 w 765852"/>
              <a:gd name="connsiteY10" fmla="*/ 41871 h 260086"/>
              <a:gd name="connsiteX11" fmla="*/ 672177 w 765852"/>
              <a:gd name="connsiteY11" fmla="*/ 25719 h 260086"/>
              <a:gd name="connsiteX12" fmla="*/ 721742 w 765852"/>
              <a:gd name="connsiteY12" fmla="*/ 41871 h 260086"/>
              <a:gd name="connsiteX13" fmla="*/ 739759 w 765852"/>
              <a:gd name="connsiteY13" fmla="*/ 83403 h 260086"/>
              <a:gd name="connsiteX14" fmla="*/ 721742 w 765852"/>
              <a:gd name="connsiteY14" fmla="*/ 124934 h 260086"/>
              <a:gd name="connsiteX15" fmla="*/ 672177 w 765852"/>
              <a:gd name="connsiteY15" fmla="*/ 141077 h 260086"/>
              <a:gd name="connsiteX16" fmla="*/ 622611 w 765852"/>
              <a:gd name="connsiteY16" fmla="*/ 124934 h 260086"/>
              <a:gd name="connsiteX17" fmla="*/ 604595 w 765852"/>
              <a:gd name="connsiteY17" fmla="*/ 83403 h 260086"/>
              <a:gd name="connsiteX18" fmla="*/ 238310 w 765852"/>
              <a:gd name="connsiteY18" fmla="*/ 207181 h 260086"/>
              <a:gd name="connsiteX19" fmla="*/ 249560 w 765852"/>
              <a:gd name="connsiteY19" fmla="*/ 204081 h 260086"/>
              <a:gd name="connsiteX20" fmla="*/ 261562 w 765852"/>
              <a:gd name="connsiteY20" fmla="*/ 207713 h 260086"/>
              <a:gd name="connsiteX21" fmla="*/ 268163 w 765852"/>
              <a:gd name="connsiteY21" fmla="*/ 217812 h 260086"/>
              <a:gd name="connsiteX22" fmla="*/ 275874 w 765852"/>
              <a:gd name="connsiteY22" fmla="*/ 217812 h 260086"/>
              <a:gd name="connsiteX23" fmla="*/ 267145 w 765852"/>
              <a:gd name="connsiteY23" fmla="*/ 202568 h 260086"/>
              <a:gd name="connsiteX24" fmla="*/ 249917 w 765852"/>
              <a:gd name="connsiteY24" fmla="*/ 196982 h 260086"/>
              <a:gd name="connsiteX25" fmla="*/ 234322 w 765852"/>
              <a:gd name="connsiteY25" fmla="*/ 200926 h 260086"/>
              <a:gd name="connsiteX26" fmla="*/ 223961 w 765852"/>
              <a:gd name="connsiteY26" fmla="*/ 212052 h 260086"/>
              <a:gd name="connsiteX27" fmla="*/ 220330 w 765852"/>
              <a:gd name="connsiteY27" fmla="*/ 228534 h 260086"/>
              <a:gd name="connsiteX28" fmla="*/ 223961 w 765852"/>
              <a:gd name="connsiteY28" fmla="*/ 245062 h 260086"/>
              <a:gd name="connsiteX29" fmla="*/ 234322 w 765852"/>
              <a:gd name="connsiteY29" fmla="*/ 256142 h 260086"/>
              <a:gd name="connsiteX30" fmla="*/ 249917 w 765852"/>
              <a:gd name="connsiteY30" fmla="*/ 260086 h 260086"/>
              <a:gd name="connsiteX31" fmla="*/ 267145 w 765852"/>
              <a:gd name="connsiteY31" fmla="*/ 254501 h 260086"/>
              <a:gd name="connsiteX32" fmla="*/ 275782 w 765852"/>
              <a:gd name="connsiteY32" fmla="*/ 239256 h 260086"/>
              <a:gd name="connsiteX33" fmla="*/ 268071 w 765852"/>
              <a:gd name="connsiteY33" fmla="*/ 239256 h 260086"/>
              <a:gd name="connsiteX34" fmla="*/ 261516 w 765852"/>
              <a:gd name="connsiteY34" fmla="*/ 249401 h 260086"/>
              <a:gd name="connsiteX35" fmla="*/ 249560 w 765852"/>
              <a:gd name="connsiteY35" fmla="*/ 252987 h 260086"/>
              <a:gd name="connsiteX36" fmla="*/ 238310 w 765852"/>
              <a:gd name="connsiteY36" fmla="*/ 249887 h 260086"/>
              <a:gd name="connsiteX37" fmla="*/ 230828 w 765852"/>
              <a:gd name="connsiteY37" fmla="*/ 241201 h 260086"/>
              <a:gd name="connsiteX38" fmla="*/ 228215 w 765852"/>
              <a:gd name="connsiteY38" fmla="*/ 228525 h 260086"/>
              <a:gd name="connsiteX39" fmla="*/ 230828 w 765852"/>
              <a:gd name="connsiteY39" fmla="*/ 215812 h 260086"/>
              <a:gd name="connsiteX40" fmla="*/ 238310 w 765852"/>
              <a:gd name="connsiteY40" fmla="*/ 207172 h 260086"/>
              <a:gd name="connsiteX41" fmla="*/ 335580 w 765852"/>
              <a:gd name="connsiteY41" fmla="*/ 197523 h 260086"/>
              <a:gd name="connsiteX42" fmla="*/ 311925 w 765852"/>
              <a:gd name="connsiteY42" fmla="*/ 259554 h 260086"/>
              <a:gd name="connsiteX43" fmla="*/ 319892 w 765852"/>
              <a:gd name="connsiteY43" fmla="*/ 259554 h 260086"/>
              <a:gd name="connsiteX44" fmla="*/ 326448 w 765852"/>
              <a:gd name="connsiteY44" fmla="*/ 242806 h 260086"/>
              <a:gd name="connsiteX45" fmla="*/ 353467 w 765852"/>
              <a:gd name="connsiteY45" fmla="*/ 242806 h 260086"/>
              <a:gd name="connsiteX46" fmla="*/ 360023 w 765852"/>
              <a:gd name="connsiteY46" fmla="*/ 259554 h 260086"/>
              <a:gd name="connsiteX47" fmla="*/ 368256 w 765852"/>
              <a:gd name="connsiteY47" fmla="*/ 259554 h 260086"/>
              <a:gd name="connsiteX48" fmla="*/ 344693 w 765852"/>
              <a:gd name="connsiteY48" fmla="*/ 197523 h 260086"/>
              <a:gd name="connsiteX49" fmla="*/ 335570 w 765852"/>
              <a:gd name="connsiteY49" fmla="*/ 197523 h 260086"/>
              <a:gd name="connsiteX50" fmla="*/ 328758 w 765852"/>
              <a:gd name="connsiteY50" fmla="*/ 235808 h 260086"/>
              <a:gd name="connsiteX51" fmla="*/ 339916 w 765852"/>
              <a:gd name="connsiteY51" fmla="*/ 205943 h 260086"/>
              <a:gd name="connsiteX52" fmla="*/ 351166 w 765852"/>
              <a:gd name="connsiteY52" fmla="*/ 235808 h 260086"/>
              <a:gd name="connsiteX53" fmla="*/ 328749 w 765852"/>
              <a:gd name="connsiteY53" fmla="*/ 235808 h 260086"/>
              <a:gd name="connsiteX54" fmla="*/ 725437 w 765852"/>
              <a:gd name="connsiteY54" fmla="*/ 197523 h 260086"/>
              <a:gd name="connsiteX55" fmla="*/ 717736 w 765852"/>
              <a:gd name="connsiteY55" fmla="*/ 197523 h 260086"/>
              <a:gd name="connsiteX56" fmla="*/ 717736 w 765852"/>
              <a:gd name="connsiteY56" fmla="*/ 259554 h 260086"/>
              <a:gd name="connsiteX57" fmla="*/ 753704 w 765852"/>
              <a:gd name="connsiteY57" fmla="*/ 259554 h 260086"/>
              <a:gd name="connsiteX58" fmla="*/ 753704 w 765852"/>
              <a:gd name="connsiteY58" fmla="*/ 252464 h 260086"/>
              <a:gd name="connsiteX59" fmla="*/ 725446 w 765852"/>
              <a:gd name="connsiteY59" fmla="*/ 252464 h 260086"/>
              <a:gd name="connsiteX60" fmla="*/ 725446 w 765852"/>
              <a:gd name="connsiteY60" fmla="*/ 197523 h 260086"/>
              <a:gd name="connsiteX61" fmla="*/ 250953 w 765852"/>
              <a:gd name="connsiteY61" fmla="*/ 2119 h 260086"/>
              <a:gd name="connsiteX62" fmla="*/ 225566 w 765852"/>
              <a:gd name="connsiteY62" fmla="*/ 2119 h 260086"/>
              <a:gd name="connsiteX63" fmla="*/ 225566 w 765852"/>
              <a:gd name="connsiteY63" fmla="*/ 164677 h 260086"/>
              <a:gd name="connsiteX64" fmla="*/ 250953 w 765852"/>
              <a:gd name="connsiteY64" fmla="*/ 164677 h 260086"/>
              <a:gd name="connsiteX65" fmla="*/ 250953 w 765852"/>
              <a:gd name="connsiteY65" fmla="*/ 2119 h 260086"/>
              <a:gd name="connsiteX66" fmla="*/ 80592 w 765852"/>
              <a:gd name="connsiteY66" fmla="*/ 62692 h 260086"/>
              <a:gd name="connsiteX67" fmla="*/ 80592 w 765852"/>
              <a:gd name="connsiteY67" fmla="*/ 164687 h 260086"/>
              <a:gd name="connsiteX68" fmla="*/ 106732 w 765852"/>
              <a:gd name="connsiteY68" fmla="*/ 164687 h 260086"/>
              <a:gd name="connsiteX69" fmla="*/ 106713 w 765852"/>
              <a:gd name="connsiteY69" fmla="*/ 62692 h 260086"/>
              <a:gd name="connsiteX70" fmla="*/ 95124 w 765852"/>
              <a:gd name="connsiteY70" fmla="*/ 28700 h 260086"/>
              <a:gd name="connsiteX71" fmla="*/ 93648 w 765852"/>
              <a:gd name="connsiteY71" fmla="*/ 26792 h 260086"/>
              <a:gd name="connsiteX72" fmla="*/ 92172 w 765852"/>
              <a:gd name="connsiteY72" fmla="*/ 28700 h 260086"/>
              <a:gd name="connsiteX73" fmla="*/ 80583 w 765852"/>
              <a:gd name="connsiteY73" fmla="*/ 62692 h 260086"/>
              <a:gd name="connsiteX74" fmla="*/ 47273 w 765852"/>
              <a:gd name="connsiteY74" fmla="*/ 2119 h 260086"/>
              <a:gd name="connsiteX75" fmla="*/ 0 w 765852"/>
              <a:gd name="connsiteY75" fmla="*/ 2119 h 260086"/>
              <a:gd name="connsiteX76" fmla="*/ 0 w 765852"/>
              <a:gd name="connsiteY76" fmla="*/ 26792 h 260086"/>
              <a:gd name="connsiteX77" fmla="*/ 93648 w 765852"/>
              <a:gd name="connsiteY77" fmla="*/ 26792 h 260086"/>
              <a:gd name="connsiteX78" fmla="*/ 91328 w 765852"/>
              <a:gd name="connsiteY78" fmla="*/ 23793 h 260086"/>
              <a:gd name="connsiteX79" fmla="*/ 47273 w 765852"/>
              <a:gd name="connsiteY79" fmla="*/ 2119 h 260086"/>
              <a:gd name="connsiteX80" fmla="*/ 95968 w 765852"/>
              <a:gd name="connsiteY80" fmla="*/ 23793 h 260086"/>
              <a:gd name="connsiteX81" fmla="*/ 93648 w 765852"/>
              <a:gd name="connsiteY81" fmla="*/ 26792 h 260086"/>
              <a:gd name="connsiteX82" fmla="*/ 187296 w 765852"/>
              <a:gd name="connsiteY82" fmla="*/ 26792 h 260086"/>
              <a:gd name="connsiteX83" fmla="*/ 187296 w 765852"/>
              <a:gd name="connsiteY83" fmla="*/ 2119 h 260086"/>
              <a:gd name="connsiteX84" fmla="*/ 140023 w 765852"/>
              <a:gd name="connsiteY84" fmla="*/ 2119 h 260086"/>
              <a:gd name="connsiteX85" fmla="*/ 95958 w 765852"/>
              <a:gd name="connsiteY85" fmla="*/ 23793 h 260086"/>
              <a:gd name="connsiteX86" fmla="*/ 514844 w 765852"/>
              <a:gd name="connsiteY86" fmla="*/ 164677 h 260086"/>
              <a:gd name="connsiteX87" fmla="*/ 540232 w 765852"/>
              <a:gd name="connsiteY87" fmla="*/ 164677 h 260086"/>
              <a:gd name="connsiteX88" fmla="*/ 540232 w 765852"/>
              <a:gd name="connsiteY88" fmla="*/ 2119 h 260086"/>
              <a:gd name="connsiteX89" fmla="*/ 514844 w 765852"/>
              <a:gd name="connsiteY89" fmla="*/ 2119 h 260086"/>
              <a:gd name="connsiteX90" fmla="*/ 514844 w 765852"/>
              <a:gd name="connsiteY90" fmla="*/ 164677 h 260086"/>
              <a:gd name="connsiteX91" fmla="*/ 495205 w 765852"/>
              <a:gd name="connsiteY91" fmla="*/ 259554 h 260086"/>
              <a:gd name="connsiteX92" fmla="*/ 502915 w 765852"/>
              <a:gd name="connsiteY92" fmla="*/ 259554 h 260086"/>
              <a:gd name="connsiteX93" fmla="*/ 502915 w 765852"/>
              <a:gd name="connsiteY93" fmla="*/ 197523 h 260086"/>
              <a:gd name="connsiteX94" fmla="*/ 495205 w 765852"/>
              <a:gd name="connsiteY94" fmla="*/ 197523 h 260086"/>
              <a:gd name="connsiteX95" fmla="*/ 495205 w 765852"/>
              <a:gd name="connsiteY95" fmla="*/ 259554 h 260086"/>
              <a:gd name="connsiteX96" fmla="*/ 544816 w 765852"/>
              <a:gd name="connsiteY96" fmla="*/ 204613 h 260086"/>
              <a:gd name="connsiteX97" fmla="*/ 564923 w 765852"/>
              <a:gd name="connsiteY97" fmla="*/ 204613 h 260086"/>
              <a:gd name="connsiteX98" fmla="*/ 564923 w 765852"/>
              <a:gd name="connsiteY98" fmla="*/ 259554 h 260086"/>
              <a:gd name="connsiteX99" fmla="*/ 572633 w 765852"/>
              <a:gd name="connsiteY99" fmla="*/ 259554 h 260086"/>
              <a:gd name="connsiteX100" fmla="*/ 572633 w 765852"/>
              <a:gd name="connsiteY100" fmla="*/ 204613 h 260086"/>
              <a:gd name="connsiteX101" fmla="*/ 592740 w 765852"/>
              <a:gd name="connsiteY101" fmla="*/ 204613 h 260086"/>
              <a:gd name="connsiteX102" fmla="*/ 592740 w 765852"/>
              <a:gd name="connsiteY102" fmla="*/ 197523 h 260086"/>
              <a:gd name="connsiteX103" fmla="*/ 544816 w 765852"/>
              <a:gd name="connsiteY103" fmla="*/ 197523 h 260086"/>
              <a:gd name="connsiteX104" fmla="*/ 544816 w 765852"/>
              <a:gd name="connsiteY104" fmla="*/ 204613 h 260086"/>
              <a:gd name="connsiteX105" fmla="*/ 287389 w 765852"/>
              <a:gd name="connsiteY105" fmla="*/ 2119 h 260086"/>
              <a:gd name="connsiteX106" fmla="*/ 345234 w 765852"/>
              <a:gd name="connsiteY106" fmla="*/ 140105 h 260086"/>
              <a:gd name="connsiteX107" fmla="*/ 381413 w 765852"/>
              <a:gd name="connsiteY107" fmla="*/ 166796 h 260086"/>
              <a:gd name="connsiteX108" fmla="*/ 382899 w 765852"/>
              <a:gd name="connsiteY108" fmla="*/ 166796 h 260086"/>
              <a:gd name="connsiteX109" fmla="*/ 316692 w 765852"/>
              <a:gd name="connsiteY109" fmla="*/ 2119 h 260086"/>
              <a:gd name="connsiteX110" fmla="*/ 287389 w 765852"/>
              <a:gd name="connsiteY110" fmla="*/ 2119 h 260086"/>
              <a:gd name="connsiteX111" fmla="*/ 443549 w 765852"/>
              <a:gd name="connsiteY111" fmla="*/ 199871 h 260086"/>
              <a:gd name="connsiteX112" fmla="*/ 432739 w 765852"/>
              <a:gd name="connsiteY112" fmla="*/ 197523 h 260086"/>
              <a:gd name="connsiteX113" fmla="*/ 408910 w 765852"/>
              <a:gd name="connsiteY113" fmla="*/ 197523 h 260086"/>
              <a:gd name="connsiteX114" fmla="*/ 408910 w 765852"/>
              <a:gd name="connsiteY114" fmla="*/ 259554 h 260086"/>
              <a:gd name="connsiteX115" fmla="*/ 416621 w 765852"/>
              <a:gd name="connsiteY115" fmla="*/ 259554 h 260086"/>
              <a:gd name="connsiteX116" fmla="*/ 416621 w 765852"/>
              <a:gd name="connsiteY116" fmla="*/ 235716 h 260086"/>
              <a:gd name="connsiteX117" fmla="*/ 432748 w 765852"/>
              <a:gd name="connsiteY117" fmla="*/ 235716 h 260086"/>
              <a:gd name="connsiteX118" fmla="*/ 443512 w 765852"/>
              <a:gd name="connsiteY118" fmla="*/ 233368 h 260086"/>
              <a:gd name="connsiteX119" fmla="*/ 450728 w 765852"/>
              <a:gd name="connsiteY119" fmla="*/ 226681 h 260086"/>
              <a:gd name="connsiteX120" fmla="*/ 453295 w 765852"/>
              <a:gd name="connsiteY120" fmla="*/ 216583 h 260086"/>
              <a:gd name="connsiteX121" fmla="*/ 450774 w 765852"/>
              <a:gd name="connsiteY121" fmla="*/ 206521 h 260086"/>
              <a:gd name="connsiteX122" fmla="*/ 443558 w 765852"/>
              <a:gd name="connsiteY122" fmla="*/ 199871 h 260086"/>
              <a:gd name="connsiteX123" fmla="*/ 441779 w 765852"/>
              <a:gd name="connsiteY123" fmla="*/ 225351 h 260086"/>
              <a:gd name="connsiteX124" fmla="*/ 432033 w 765852"/>
              <a:gd name="connsiteY124" fmla="*/ 228635 h 260086"/>
              <a:gd name="connsiteX125" fmla="*/ 416621 w 765852"/>
              <a:gd name="connsiteY125" fmla="*/ 228635 h 260086"/>
              <a:gd name="connsiteX126" fmla="*/ 416621 w 765852"/>
              <a:gd name="connsiteY126" fmla="*/ 204622 h 260086"/>
              <a:gd name="connsiteX127" fmla="*/ 432125 w 765852"/>
              <a:gd name="connsiteY127" fmla="*/ 204622 h 260086"/>
              <a:gd name="connsiteX128" fmla="*/ 441825 w 765852"/>
              <a:gd name="connsiteY128" fmla="*/ 207860 h 260086"/>
              <a:gd name="connsiteX129" fmla="*/ 445410 w 765852"/>
              <a:gd name="connsiteY129" fmla="*/ 216592 h 260086"/>
              <a:gd name="connsiteX130" fmla="*/ 441779 w 765852"/>
              <a:gd name="connsiteY130" fmla="*/ 225361 h 260086"/>
              <a:gd name="connsiteX131" fmla="*/ 382889 w 765852"/>
              <a:gd name="connsiteY131" fmla="*/ 166805 h 260086"/>
              <a:gd name="connsiteX132" fmla="*/ 384375 w 765852"/>
              <a:gd name="connsiteY132" fmla="*/ 166805 h 260086"/>
              <a:gd name="connsiteX133" fmla="*/ 420554 w 765852"/>
              <a:gd name="connsiteY133" fmla="*/ 140114 h 260086"/>
              <a:gd name="connsiteX134" fmla="*/ 478399 w 765852"/>
              <a:gd name="connsiteY134" fmla="*/ 2128 h 260086"/>
              <a:gd name="connsiteX135" fmla="*/ 449096 w 765852"/>
              <a:gd name="connsiteY135" fmla="*/ 2128 h 260086"/>
              <a:gd name="connsiteX136" fmla="*/ 382889 w 765852"/>
              <a:gd name="connsiteY136" fmla="*/ 166814 h 260086"/>
              <a:gd name="connsiteX137" fmla="*/ 644368 w 765852"/>
              <a:gd name="connsiteY137" fmla="*/ 197523 h 260086"/>
              <a:gd name="connsiteX138" fmla="*/ 620714 w 765852"/>
              <a:gd name="connsiteY138" fmla="*/ 259554 h 260086"/>
              <a:gd name="connsiteX139" fmla="*/ 628690 w 765852"/>
              <a:gd name="connsiteY139" fmla="*/ 259554 h 260086"/>
              <a:gd name="connsiteX140" fmla="*/ 635246 w 765852"/>
              <a:gd name="connsiteY140" fmla="*/ 242806 h 260086"/>
              <a:gd name="connsiteX141" fmla="*/ 662266 w 765852"/>
              <a:gd name="connsiteY141" fmla="*/ 242806 h 260086"/>
              <a:gd name="connsiteX142" fmla="*/ 668821 w 765852"/>
              <a:gd name="connsiteY142" fmla="*/ 259554 h 260086"/>
              <a:gd name="connsiteX143" fmla="*/ 677055 w 765852"/>
              <a:gd name="connsiteY143" fmla="*/ 259554 h 260086"/>
              <a:gd name="connsiteX144" fmla="*/ 653491 w 765852"/>
              <a:gd name="connsiteY144" fmla="*/ 197523 h 260086"/>
              <a:gd name="connsiteX145" fmla="*/ 644368 w 765852"/>
              <a:gd name="connsiteY145" fmla="*/ 197523 h 260086"/>
              <a:gd name="connsiteX146" fmla="*/ 637547 w 765852"/>
              <a:gd name="connsiteY146" fmla="*/ 235808 h 260086"/>
              <a:gd name="connsiteX147" fmla="*/ 648705 w 765852"/>
              <a:gd name="connsiteY147" fmla="*/ 205943 h 260086"/>
              <a:gd name="connsiteX148" fmla="*/ 659955 w 765852"/>
              <a:gd name="connsiteY148" fmla="*/ 235808 h 260086"/>
              <a:gd name="connsiteX149" fmla="*/ 637538 w 765852"/>
              <a:gd name="connsiteY149" fmla="*/ 235808 h 260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</a:cxnLst>
            <a:rect l="l" t="t" r="r" b="b"/>
            <a:pathLst>
              <a:path w="765852" h="260086">
                <a:moveTo>
                  <a:pt x="739575" y="143884"/>
                </a:moveTo>
                <a:cubicBezTo>
                  <a:pt x="756519" y="128906"/>
                  <a:pt x="765852" y="107425"/>
                  <a:pt x="765852" y="83403"/>
                </a:cubicBezTo>
                <a:cubicBezTo>
                  <a:pt x="765852" y="59381"/>
                  <a:pt x="756519" y="37899"/>
                  <a:pt x="739575" y="22921"/>
                </a:cubicBezTo>
                <a:cubicBezTo>
                  <a:pt x="722613" y="7925"/>
                  <a:pt x="699307" y="0"/>
                  <a:pt x="672177" y="0"/>
                </a:cubicBezTo>
                <a:cubicBezTo>
                  <a:pt x="645047" y="0"/>
                  <a:pt x="621740" y="7925"/>
                  <a:pt x="604779" y="22921"/>
                </a:cubicBezTo>
                <a:cubicBezTo>
                  <a:pt x="587835" y="37899"/>
                  <a:pt x="578501" y="59381"/>
                  <a:pt x="578501" y="83403"/>
                </a:cubicBezTo>
                <a:cubicBezTo>
                  <a:pt x="578501" y="107425"/>
                  <a:pt x="587835" y="128906"/>
                  <a:pt x="604779" y="143884"/>
                </a:cubicBezTo>
                <a:cubicBezTo>
                  <a:pt x="621740" y="158881"/>
                  <a:pt x="645047" y="166805"/>
                  <a:pt x="672177" y="166805"/>
                </a:cubicBezTo>
                <a:cubicBezTo>
                  <a:pt x="699307" y="166805"/>
                  <a:pt x="722613" y="158881"/>
                  <a:pt x="739575" y="143884"/>
                </a:cubicBezTo>
                <a:close/>
                <a:moveTo>
                  <a:pt x="604595" y="83403"/>
                </a:moveTo>
                <a:cubicBezTo>
                  <a:pt x="604595" y="66489"/>
                  <a:pt x="610821" y="52135"/>
                  <a:pt x="622611" y="41871"/>
                </a:cubicBezTo>
                <a:cubicBezTo>
                  <a:pt x="634751" y="31305"/>
                  <a:pt x="651887" y="25719"/>
                  <a:pt x="672177" y="25719"/>
                </a:cubicBezTo>
                <a:cubicBezTo>
                  <a:pt x="692467" y="25719"/>
                  <a:pt x="709603" y="31305"/>
                  <a:pt x="721742" y="41871"/>
                </a:cubicBezTo>
                <a:cubicBezTo>
                  <a:pt x="733524" y="52126"/>
                  <a:pt x="739759" y="66489"/>
                  <a:pt x="739759" y="83403"/>
                </a:cubicBezTo>
                <a:cubicBezTo>
                  <a:pt x="739759" y="100316"/>
                  <a:pt x="733533" y="114671"/>
                  <a:pt x="721742" y="124934"/>
                </a:cubicBezTo>
                <a:cubicBezTo>
                  <a:pt x="709603" y="135501"/>
                  <a:pt x="692467" y="141077"/>
                  <a:pt x="672177" y="141077"/>
                </a:cubicBezTo>
                <a:cubicBezTo>
                  <a:pt x="651887" y="141077"/>
                  <a:pt x="634741" y="135491"/>
                  <a:pt x="622611" y="124934"/>
                </a:cubicBezTo>
                <a:cubicBezTo>
                  <a:pt x="610830" y="114671"/>
                  <a:pt x="604595" y="100316"/>
                  <a:pt x="604595" y="83403"/>
                </a:cubicBezTo>
                <a:close/>
                <a:moveTo>
                  <a:pt x="238310" y="207181"/>
                </a:moveTo>
                <a:cubicBezTo>
                  <a:pt x="241556" y="205118"/>
                  <a:pt x="245306" y="204081"/>
                  <a:pt x="249560" y="204081"/>
                </a:cubicBezTo>
                <a:cubicBezTo>
                  <a:pt x="254282" y="204081"/>
                  <a:pt x="258288" y="205292"/>
                  <a:pt x="261562" y="207713"/>
                </a:cubicBezTo>
                <a:cubicBezTo>
                  <a:pt x="264835" y="210135"/>
                  <a:pt x="267035" y="213501"/>
                  <a:pt x="268163" y="217812"/>
                </a:cubicBezTo>
                <a:lnTo>
                  <a:pt x="275874" y="217812"/>
                </a:lnTo>
                <a:cubicBezTo>
                  <a:pt x="274691" y="211373"/>
                  <a:pt x="271784" y="206292"/>
                  <a:pt x="267145" y="202568"/>
                </a:cubicBezTo>
                <a:cubicBezTo>
                  <a:pt x="262506" y="198844"/>
                  <a:pt x="256766" y="196982"/>
                  <a:pt x="249917" y="196982"/>
                </a:cubicBezTo>
                <a:cubicBezTo>
                  <a:pt x="244013" y="196982"/>
                  <a:pt x="238814" y="198293"/>
                  <a:pt x="234322" y="200926"/>
                </a:cubicBezTo>
                <a:cubicBezTo>
                  <a:pt x="229838" y="203558"/>
                  <a:pt x="226382" y="207264"/>
                  <a:pt x="223961" y="212052"/>
                </a:cubicBezTo>
                <a:cubicBezTo>
                  <a:pt x="221541" y="216840"/>
                  <a:pt x="220330" y="222334"/>
                  <a:pt x="220330" y="228534"/>
                </a:cubicBezTo>
                <a:cubicBezTo>
                  <a:pt x="220330" y="234734"/>
                  <a:pt x="221541" y="240302"/>
                  <a:pt x="223961" y="245062"/>
                </a:cubicBezTo>
                <a:cubicBezTo>
                  <a:pt x="226382" y="249823"/>
                  <a:pt x="229838" y="253510"/>
                  <a:pt x="234322" y="256142"/>
                </a:cubicBezTo>
                <a:cubicBezTo>
                  <a:pt x="238805" y="258775"/>
                  <a:pt x="244004" y="260086"/>
                  <a:pt x="249917" y="260086"/>
                </a:cubicBezTo>
                <a:cubicBezTo>
                  <a:pt x="256831" y="260086"/>
                  <a:pt x="262570" y="258224"/>
                  <a:pt x="267145" y="254501"/>
                </a:cubicBezTo>
                <a:cubicBezTo>
                  <a:pt x="271720" y="250777"/>
                  <a:pt x="274599" y="245695"/>
                  <a:pt x="275782" y="239256"/>
                </a:cubicBezTo>
                <a:lnTo>
                  <a:pt x="268071" y="239256"/>
                </a:lnTo>
                <a:cubicBezTo>
                  <a:pt x="266888" y="243631"/>
                  <a:pt x="264706" y="247007"/>
                  <a:pt x="261516" y="249401"/>
                </a:cubicBezTo>
                <a:cubicBezTo>
                  <a:pt x="258325" y="251795"/>
                  <a:pt x="254337" y="252987"/>
                  <a:pt x="249560" y="252987"/>
                </a:cubicBezTo>
                <a:cubicBezTo>
                  <a:pt x="245306" y="252987"/>
                  <a:pt x="241556" y="251951"/>
                  <a:pt x="238310" y="249887"/>
                </a:cubicBezTo>
                <a:cubicBezTo>
                  <a:pt x="235064" y="247823"/>
                  <a:pt x="232561" y="244925"/>
                  <a:pt x="230828" y="241201"/>
                </a:cubicBezTo>
                <a:cubicBezTo>
                  <a:pt x="229086" y="237477"/>
                  <a:pt x="228215" y="233258"/>
                  <a:pt x="228215" y="228525"/>
                </a:cubicBezTo>
                <a:cubicBezTo>
                  <a:pt x="228215" y="223792"/>
                  <a:pt x="229086" y="219499"/>
                  <a:pt x="230828" y="215812"/>
                </a:cubicBezTo>
                <a:cubicBezTo>
                  <a:pt x="232570" y="212125"/>
                  <a:pt x="235064" y="209245"/>
                  <a:pt x="238310" y="207172"/>
                </a:cubicBezTo>
                <a:close/>
                <a:moveTo>
                  <a:pt x="335580" y="197523"/>
                </a:moveTo>
                <a:lnTo>
                  <a:pt x="311925" y="259554"/>
                </a:lnTo>
                <a:lnTo>
                  <a:pt x="319892" y="259554"/>
                </a:lnTo>
                <a:lnTo>
                  <a:pt x="326448" y="242806"/>
                </a:lnTo>
                <a:lnTo>
                  <a:pt x="353467" y="242806"/>
                </a:lnTo>
                <a:lnTo>
                  <a:pt x="360023" y="259554"/>
                </a:lnTo>
                <a:lnTo>
                  <a:pt x="368256" y="259554"/>
                </a:lnTo>
                <a:lnTo>
                  <a:pt x="344693" y="197523"/>
                </a:lnTo>
                <a:lnTo>
                  <a:pt x="335570" y="197523"/>
                </a:lnTo>
                <a:close/>
                <a:moveTo>
                  <a:pt x="328758" y="235808"/>
                </a:moveTo>
                <a:lnTo>
                  <a:pt x="339916" y="205943"/>
                </a:lnTo>
                <a:lnTo>
                  <a:pt x="351166" y="235808"/>
                </a:lnTo>
                <a:lnTo>
                  <a:pt x="328749" y="235808"/>
                </a:lnTo>
                <a:close/>
                <a:moveTo>
                  <a:pt x="725437" y="197523"/>
                </a:moveTo>
                <a:lnTo>
                  <a:pt x="717736" y="197523"/>
                </a:lnTo>
                <a:lnTo>
                  <a:pt x="717736" y="259554"/>
                </a:lnTo>
                <a:lnTo>
                  <a:pt x="753704" y="259554"/>
                </a:lnTo>
                <a:lnTo>
                  <a:pt x="753704" y="252464"/>
                </a:lnTo>
                <a:lnTo>
                  <a:pt x="725446" y="252464"/>
                </a:lnTo>
                <a:lnTo>
                  <a:pt x="725446" y="197523"/>
                </a:lnTo>
                <a:close/>
                <a:moveTo>
                  <a:pt x="250953" y="2119"/>
                </a:moveTo>
                <a:lnTo>
                  <a:pt x="225566" y="2119"/>
                </a:lnTo>
                <a:lnTo>
                  <a:pt x="225566" y="164677"/>
                </a:lnTo>
                <a:lnTo>
                  <a:pt x="250953" y="164677"/>
                </a:lnTo>
                <a:lnTo>
                  <a:pt x="250953" y="2119"/>
                </a:lnTo>
                <a:close/>
                <a:moveTo>
                  <a:pt x="80592" y="62692"/>
                </a:moveTo>
                <a:lnTo>
                  <a:pt x="80592" y="164687"/>
                </a:lnTo>
                <a:cubicBezTo>
                  <a:pt x="80592" y="164687"/>
                  <a:pt x="106732" y="164687"/>
                  <a:pt x="106732" y="164687"/>
                </a:cubicBezTo>
                <a:lnTo>
                  <a:pt x="106713" y="62692"/>
                </a:lnTo>
                <a:cubicBezTo>
                  <a:pt x="106713" y="50282"/>
                  <a:pt x="102707" y="38523"/>
                  <a:pt x="95124" y="28700"/>
                </a:cubicBezTo>
                <a:lnTo>
                  <a:pt x="93648" y="26792"/>
                </a:lnTo>
                <a:lnTo>
                  <a:pt x="92172" y="28700"/>
                </a:lnTo>
                <a:cubicBezTo>
                  <a:pt x="84589" y="38523"/>
                  <a:pt x="80583" y="50273"/>
                  <a:pt x="80583" y="62692"/>
                </a:cubicBezTo>
                <a:close/>
                <a:moveTo>
                  <a:pt x="47273" y="2119"/>
                </a:moveTo>
                <a:lnTo>
                  <a:pt x="0" y="2119"/>
                </a:lnTo>
                <a:lnTo>
                  <a:pt x="0" y="26792"/>
                </a:lnTo>
                <a:lnTo>
                  <a:pt x="93648" y="26792"/>
                </a:lnTo>
                <a:lnTo>
                  <a:pt x="91328" y="23793"/>
                </a:lnTo>
                <a:cubicBezTo>
                  <a:pt x="80693" y="10025"/>
                  <a:pt x="64629" y="2119"/>
                  <a:pt x="47273" y="2119"/>
                </a:cubicBezTo>
                <a:close/>
                <a:moveTo>
                  <a:pt x="95968" y="23793"/>
                </a:moveTo>
                <a:lnTo>
                  <a:pt x="93648" y="26792"/>
                </a:lnTo>
                <a:lnTo>
                  <a:pt x="187296" y="26792"/>
                </a:lnTo>
                <a:lnTo>
                  <a:pt x="187296" y="2119"/>
                </a:lnTo>
                <a:lnTo>
                  <a:pt x="140023" y="2119"/>
                </a:lnTo>
                <a:cubicBezTo>
                  <a:pt x="122657" y="2119"/>
                  <a:pt x="106603" y="10016"/>
                  <a:pt x="95958" y="23793"/>
                </a:cubicBezTo>
                <a:close/>
                <a:moveTo>
                  <a:pt x="514844" y="164677"/>
                </a:moveTo>
                <a:lnTo>
                  <a:pt x="540232" y="164677"/>
                </a:lnTo>
                <a:lnTo>
                  <a:pt x="540232" y="2119"/>
                </a:lnTo>
                <a:lnTo>
                  <a:pt x="514844" y="2119"/>
                </a:lnTo>
                <a:lnTo>
                  <a:pt x="514844" y="164677"/>
                </a:lnTo>
                <a:close/>
                <a:moveTo>
                  <a:pt x="495205" y="259554"/>
                </a:moveTo>
                <a:lnTo>
                  <a:pt x="502915" y="259554"/>
                </a:lnTo>
                <a:lnTo>
                  <a:pt x="502915" y="197523"/>
                </a:lnTo>
                <a:lnTo>
                  <a:pt x="495205" y="197523"/>
                </a:lnTo>
                <a:lnTo>
                  <a:pt x="495205" y="259554"/>
                </a:lnTo>
                <a:close/>
                <a:moveTo>
                  <a:pt x="544816" y="204613"/>
                </a:moveTo>
                <a:lnTo>
                  <a:pt x="564923" y="204613"/>
                </a:lnTo>
                <a:lnTo>
                  <a:pt x="564923" y="259554"/>
                </a:lnTo>
                <a:lnTo>
                  <a:pt x="572633" y="259554"/>
                </a:lnTo>
                <a:lnTo>
                  <a:pt x="572633" y="204613"/>
                </a:lnTo>
                <a:lnTo>
                  <a:pt x="592740" y="204613"/>
                </a:lnTo>
                <a:lnTo>
                  <a:pt x="592740" y="197523"/>
                </a:lnTo>
                <a:lnTo>
                  <a:pt x="544816" y="197523"/>
                </a:lnTo>
                <a:lnTo>
                  <a:pt x="544816" y="204613"/>
                </a:lnTo>
                <a:close/>
                <a:moveTo>
                  <a:pt x="287389" y="2119"/>
                </a:moveTo>
                <a:cubicBezTo>
                  <a:pt x="287389" y="2119"/>
                  <a:pt x="335680" y="117220"/>
                  <a:pt x="345234" y="140105"/>
                </a:cubicBezTo>
                <a:cubicBezTo>
                  <a:pt x="356374" y="166796"/>
                  <a:pt x="374464" y="166796"/>
                  <a:pt x="381413" y="166796"/>
                </a:cubicBezTo>
                <a:lnTo>
                  <a:pt x="382899" y="166796"/>
                </a:lnTo>
                <a:lnTo>
                  <a:pt x="316692" y="2119"/>
                </a:lnTo>
                <a:lnTo>
                  <a:pt x="287389" y="2119"/>
                </a:lnTo>
                <a:close/>
                <a:moveTo>
                  <a:pt x="443549" y="199871"/>
                </a:moveTo>
                <a:cubicBezTo>
                  <a:pt x="440413" y="198303"/>
                  <a:pt x="436819" y="197523"/>
                  <a:pt x="432739" y="197523"/>
                </a:cubicBezTo>
                <a:lnTo>
                  <a:pt x="408910" y="197523"/>
                </a:lnTo>
                <a:lnTo>
                  <a:pt x="408910" y="259554"/>
                </a:lnTo>
                <a:lnTo>
                  <a:pt x="416621" y="259554"/>
                </a:lnTo>
                <a:lnTo>
                  <a:pt x="416621" y="235716"/>
                </a:lnTo>
                <a:lnTo>
                  <a:pt x="432748" y="235716"/>
                </a:lnTo>
                <a:cubicBezTo>
                  <a:pt x="436819" y="235716"/>
                  <a:pt x="440413" y="234936"/>
                  <a:pt x="443512" y="233368"/>
                </a:cubicBezTo>
                <a:cubicBezTo>
                  <a:pt x="446611" y="231799"/>
                  <a:pt x="449013" y="229571"/>
                  <a:pt x="450728" y="226681"/>
                </a:cubicBezTo>
                <a:cubicBezTo>
                  <a:pt x="452442" y="223783"/>
                  <a:pt x="453295" y="220417"/>
                  <a:pt x="453295" y="216583"/>
                </a:cubicBezTo>
                <a:cubicBezTo>
                  <a:pt x="453295" y="212749"/>
                  <a:pt x="452452" y="209392"/>
                  <a:pt x="450774" y="206521"/>
                </a:cubicBezTo>
                <a:cubicBezTo>
                  <a:pt x="449087" y="203659"/>
                  <a:pt x="446685" y="201439"/>
                  <a:pt x="443558" y="199871"/>
                </a:cubicBezTo>
                <a:close/>
                <a:moveTo>
                  <a:pt x="441779" y="225351"/>
                </a:moveTo>
                <a:cubicBezTo>
                  <a:pt x="439359" y="227534"/>
                  <a:pt x="436113" y="228635"/>
                  <a:pt x="432033" y="228635"/>
                </a:cubicBezTo>
                <a:lnTo>
                  <a:pt x="416621" y="228635"/>
                </a:lnTo>
                <a:lnTo>
                  <a:pt x="416621" y="204622"/>
                </a:lnTo>
                <a:lnTo>
                  <a:pt x="432125" y="204622"/>
                </a:lnTo>
                <a:cubicBezTo>
                  <a:pt x="436196" y="204622"/>
                  <a:pt x="439432" y="205705"/>
                  <a:pt x="441825" y="207860"/>
                </a:cubicBezTo>
                <a:cubicBezTo>
                  <a:pt x="444218" y="210015"/>
                  <a:pt x="445410" y="212923"/>
                  <a:pt x="445410" y="216592"/>
                </a:cubicBezTo>
                <a:cubicBezTo>
                  <a:pt x="445410" y="220261"/>
                  <a:pt x="444200" y="223178"/>
                  <a:pt x="441779" y="225361"/>
                </a:cubicBezTo>
                <a:close/>
                <a:moveTo>
                  <a:pt x="382889" y="166805"/>
                </a:moveTo>
                <a:lnTo>
                  <a:pt x="384375" y="166805"/>
                </a:lnTo>
                <a:cubicBezTo>
                  <a:pt x="391334" y="166805"/>
                  <a:pt x="409423" y="166805"/>
                  <a:pt x="420554" y="140114"/>
                </a:cubicBezTo>
                <a:cubicBezTo>
                  <a:pt x="430099" y="117230"/>
                  <a:pt x="478399" y="2128"/>
                  <a:pt x="478399" y="2128"/>
                </a:cubicBezTo>
                <a:lnTo>
                  <a:pt x="449096" y="2128"/>
                </a:lnTo>
                <a:lnTo>
                  <a:pt x="382889" y="166814"/>
                </a:lnTo>
                <a:close/>
                <a:moveTo>
                  <a:pt x="644368" y="197523"/>
                </a:moveTo>
                <a:lnTo>
                  <a:pt x="620714" y="259554"/>
                </a:lnTo>
                <a:lnTo>
                  <a:pt x="628690" y="259554"/>
                </a:lnTo>
                <a:lnTo>
                  <a:pt x="635246" y="242806"/>
                </a:lnTo>
                <a:lnTo>
                  <a:pt x="662266" y="242806"/>
                </a:lnTo>
                <a:lnTo>
                  <a:pt x="668821" y="259554"/>
                </a:lnTo>
                <a:lnTo>
                  <a:pt x="677055" y="259554"/>
                </a:lnTo>
                <a:lnTo>
                  <a:pt x="653491" y="197523"/>
                </a:lnTo>
                <a:lnTo>
                  <a:pt x="644368" y="197523"/>
                </a:lnTo>
                <a:close/>
                <a:moveTo>
                  <a:pt x="637547" y="235808"/>
                </a:moveTo>
                <a:lnTo>
                  <a:pt x="648705" y="205943"/>
                </a:lnTo>
                <a:lnTo>
                  <a:pt x="659955" y="235808"/>
                </a:lnTo>
                <a:lnTo>
                  <a:pt x="637538" y="235808"/>
                </a:lnTo>
                <a:close/>
              </a:path>
            </a:pathLst>
          </a:custGeom>
          <a:solidFill>
            <a:schemeClr val="bg1"/>
          </a:solidFill>
          <a:ln w="1061" cap="flat">
            <a:noFill/>
            <a:prstDash val="solid"/>
            <a:miter/>
          </a:ln>
        </p:spPr>
        <p:txBody>
          <a:bodyPr rtlCol="0" anchor="ctr"/>
          <a:lstStyle/>
          <a:p>
            <a:endParaRPr lang="pt-BR">
              <a:solidFill>
                <a:schemeClr val="bg1"/>
              </a:solidFill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11FA1EDF-496D-FC00-C47D-BE89A3B7157A}"/>
              </a:ext>
            </a:extLst>
          </p:cNvPr>
          <p:cNvCxnSpPr/>
          <p:nvPr userDrawn="1"/>
        </p:nvCxnSpPr>
        <p:spPr>
          <a:xfrm>
            <a:off x="334963" y="185353"/>
            <a:ext cx="10415415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5037664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469">
          <p15:clr>
            <a:srgbClr val="FBAE40"/>
          </p15:clr>
        </p15:guide>
        <p15:guide id="2" orient="horz" pos="3974">
          <p15:clr>
            <a:srgbClr val="FBAE40"/>
          </p15:clr>
        </p15:guide>
        <p15:guide id="3" orient="horz" pos="232">
          <p15:clr>
            <a:srgbClr val="FBAE40"/>
          </p15:clr>
        </p15:guide>
        <p15:guide id="4" pos="211">
          <p15:clr>
            <a:srgbClr val="FBAE40"/>
          </p15:clr>
        </p15:guide>
        <p15:guide id="5" orient="horz" pos="4065">
          <p15:clr>
            <a:srgbClr val="FBAE40"/>
          </p15:clr>
        </p15:guide>
        <p15:guide id="6" orient="horz" pos="799">
          <p15:clr>
            <a:srgbClr val="FBAE40"/>
          </p15:clr>
        </p15:guide>
        <p15:guide id="7" orient="horz" pos="935">
          <p15:clr>
            <a:srgbClr val="FBAE40"/>
          </p15:clr>
        </p15:guide>
      </p15:sldGuideLst>
    </p:ext>
  </p:extLs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| 6 Boxes - High Grade">
    <p:bg>
      <p:bgPr>
        <a:gradFill>
          <a:gsLst>
            <a:gs pos="81000">
              <a:schemeClr val="tx1">
                <a:lumMod val="85000"/>
                <a:lumOff val="15000"/>
              </a:schemeClr>
            </a:gs>
            <a:gs pos="100000">
              <a:schemeClr val="tx1">
                <a:lumMod val="95000"/>
                <a:lumOff val="5000"/>
              </a:schemeClr>
            </a:gs>
            <a:gs pos="0">
              <a:schemeClr val="accent1"/>
            </a:gs>
          </a:gsLst>
          <a:lin ang="7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132BCE3-A04F-8602-64F7-7623C7EAF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61763" y="6482556"/>
            <a:ext cx="295275" cy="1692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 sz="1100">
                <a:solidFill>
                  <a:schemeClr val="bg1"/>
                </a:solidFill>
                <a:latin typeface="Versos" panose="020B0503020204030204" pitchFamily="34" charset="0"/>
                <a:cs typeface="Versos" panose="020B0503020204030204" pitchFamily="34" charset="0"/>
              </a:defRPr>
            </a:lvl1pPr>
          </a:lstStyle>
          <a:p>
            <a:fld id="{77667D73-C69A-4DAA-9003-24A825D36FE9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B13D7C-5A47-B0DF-B518-26E79F5D2DB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63" y="368300"/>
            <a:ext cx="10183813" cy="4308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err="1"/>
              <a:t>Título</a:t>
            </a:r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401465E-A8CD-A3BA-BE2A-9597492FDC6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4963" y="6482556"/>
            <a:ext cx="10980000" cy="138499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900">
                <a:latin typeface="Versos Light" panose="020B0403020204030204" pitchFamily="34" charset="0"/>
              </a:defRPr>
            </a:lvl2pPr>
            <a:lvl3pPr>
              <a:defRPr sz="900">
                <a:latin typeface="Versos Light" panose="020B0403020204030204" pitchFamily="34" charset="0"/>
              </a:defRPr>
            </a:lvl3pPr>
            <a:lvl4pPr>
              <a:defRPr sz="900">
                <a:latin typeface="Versos Light" panose="020B0403020204030204" pitchFamily="34" charset="0"/>
              </a:defRPr>
            </a:lvl4pPr>
            <a:lvl5pPr>
              <a:defRPr sz="900">
                <a:latin typeface="Versos Light" panose="020B0403020204030204" pitchFamily="34" charset="0"/>
              </a:defRPr>
            </a:lvl5pPr>
          </a:lstStyle>
          <a:p>
            <a:pPr lvl="0"/>
            <a:r>
              <a:rPr lang="en-US"/>
              <a:t>Fonte:</a:t>
            </a:r>
            <a:endParaRPr lang="pt-BR"/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7F86D482-580C-D22A-58CC-10B9C4F7EDD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34963" y="1518527"/>
            <a:ext cx="3741737" cy="2313464"/>
          </a:xfrm>
          <a:prstGeom prst="rect">
            <a:avLst/>
          </a:prstGeom>
          <a:ln>
            <a:solidFill>
              <a:schemeClr val="bg1"/>
            </a:solidFill>
          </a:ln>
        </p:spPr>
        <p:txBody>
          <a:bodyPr lIns="36000" tIns="36000" rIns="36000" bIns="36000"/>
          <a:lstStyle>
            <a:lvl1pPr marL="0" indent="0">
              <a:buNone/>
              <a:defRPr sz="120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Picture 8">
            <a:extLst>
              <a:ext uri="{FF2B5EF4-FFF2-40B4-BE49-F238E27FC236}">
                <a16:creationId xmlns:a16="http://schemas.microsoft.com/office/drawing/2014/main" id="{57BCE67C-64C7-2D0C-0DC2-7A4B4CC314E0}"/>
              </a:ext>
            </a:extLst>
          </p:cNvPr>
          <p:cNvSpPr/>
          <p:nvPr userDrawn="1"/>
        </p:nvSpPr>
        <p:spPr>
          <a:xfrm>
            <a:off x="11091186" y="377178"/>
            <a:ext cx="765852" cy="260086"/>
          </a:xfrm>
          <a:custGeom>
            <a:avLst/>
            <a:gdLst>
              <a:gd name="connsiteX0" fmla="*/ 739575 w 765852"/>
              <a:gd name="connsiteY0" fmla="*/ 143884 h 260086"/>
              <a:gd name="connsiteX1" fmla="*/ 765852 w 765852"/>
              <a:gd name="connsiteY1" fmla="*/ 83403 h 260086"/>
              <a:gd name="connsiteX2" fmla="*/ 739575 w 765852"/>
              <a:gd name="connsiteY2" fmla="*/ 22921 h 260086"/>
              <a:gd name="connsiteX3" fmla="*/ 672177 w 765852"/>
              <a:gd name="connsiteY3" fmla="*/ 0 h 260086"/>
              <a:gd name="connsiteX4" fmla="*/ 604779 w 765852"/>
              <a:gd name="connsiteY4" fmla="*/ 22921 h 260086"/>
              <a:gd name="connsiteX5" fmla="*/ 578501 w 765852"/>
              <a:gd name="connsiteY5" fmla="*/ 83403 h 260086"/>
              <a:gd name="connsiteX6" fmla="*/ 604779 w 765852"/>
              <a:gd name="connsiteY6" fmla="*/ 143884 h 260086"/>
              <a:gd name="connsiteX7" fmla="*/ 672177 w 765852"/>
              <a:gd name="connsiteY7" fmla="*/ 166805 h 260086"/>
              <a:gd name="connsiteX8" fmla="*/ 739575 w 765852"/>
              <a:gd name="connsiteY8" fmla="*/ 143884 h 260086"/>
              <a:gd name="connsiteX9" fmla="*/ 604595 w 765852"/>
              <a:gd name="connsiteY9" fmla="*/ 83403 h 260086"/>
              <a:gd name="connsiteX10" fmla="*/ 622611 w 765852"/>
              <a:gd name="connsiteY10" fmla="*/ 41871 h 260086"/>
              <a:gd name="connsiteX11" fmla="*/ 672177 w 765852"/>
              <a:gd name="connsiteY11" fmla="*/ 25719 h 260086"/>
              <a:gd name="connsiteX12" fmla="*/ 721742 w 765852"/>
              <a:gd name="connsiteY12" fmla="*/ 41871 h 260086"/>
              <a:gd name="connsiteX13" fmla="*/ 739759 w 765852"/>
              <a:gd name="connsiteY13" fmla="*/ 83403 h 260086"/>
              <a:gd name="connsiteX14" fmla="*/ 721742 w 765852"/>
              <a:gd name="connsiteY14" fmla="*/ 124934 h 260086"/>
              <a:gd name="connsiteX15" fmla="*/ 672177 w 765852"/>
              <a:gd name="connsiteY15" fmla="*/ 141077 h 260086"/>
              <a:gd name="connsiteX16" fmla="*/ 622611 w 765852"/>
              <a:gd name="connsiteY16" fmla="*/ 124934 h 260086"/>
              <a:gd name="connsiteX17" fmla="*/ 604595 w 765852"/>
              <a:gd name="connsiteY17" fmla="*/ 83403 h 260086"/>
              <a:gd name="connsiteX18" fmla="*/ 238310 w 765852"/>
              <a:gd name="connsiteY18" fmla="*/ 207181 h 260086"/>
              <a:gd name="connsiteX19" fmla="*/ 249560 w 765852"/>
              <a:gd name="connsiteY19" fmla="*/ 204081 h 260086"/>
              <a:gd name="connsiteX20" fmla="*/ 261562 w 765852"/>
              <a:gd name="connsiteY20" fmla="*/ 207713 h 260086"/>
              <a:gd name="connsiteX21" fmla="*/ 268163 w 765852"/>
              <a:gd name="connsiteY21" fmla="*/ 217812 h 260086"/>
              <a:gd name="connsiteX22" fmla="*/ 275874 w 765852"/>
              <a:gd name="connsiteY22" fmla="*/ 217812 h 260086"/>
              <a:gd name="connsiteX23" fmla="*/ 267145 w 765852"/>
              <a:gd name="connsiteY23" fmla="*/ 202568 h 260086"/>
              <a:gd name="connsiteX24" fmla="*/ 249917 w 765852"/>
              <a:gd name="connsiteY24" fmla="*/ 196982 h 260086"/>
              <a:gd name="connsiteX25" fmla="*/ 234322 w 765852"/>
              <a:gd name="connsiteY25" fmla="*/ 200926 h 260086"/>
              <a:gd name="connsiteX26" fmla="*/ 223961 w 765852"/>
              <a:gd name="connsiteY26" fmla="*/ 212052 h 260086"/>
              <a:gd name="connsiteX27" fmla="*/ 220330 w 765852"/>
              <a:gd name="connsiteY27" fmla="*/ 228534 h 260086"/>
              <a:gd name="connsiteX28" fmla="*/ 223961 w 765852"/>
              <a:gd name="connsiteY28" fmla="*/ 245062 h 260086"/>
              <a:gd name="connsiteX29" fmla="*/ 234322 w 765852"/>
              <a:gd name="connsiteY29" fmla="*/ 256142 h 260086"/>
              <a:gd name="connsiteX30" fmla="*/ 249917 w 765852"/>
              <a:gd name="connsiteY30" fmla="*/ 260086 h 260086"/>
              <a:gd name="connsiteX31" fmla="*/ 267145 w 765852"/>
              <a:gd name="connsiteY31" fmla="*/ 254501 h 260086"/>
              <a:gd name="connsiteX32" fmla="*/ 275782 w 765852"/>
              <a:gd name="connsiteY32" fmla="*/ 239256 h 260086"/>
              <a:gd name="connsiteX33" fmla="*/ 268071 w 765852"/>
              <a:gd name="connsiteY33" fmla="*/ 239256 h 260086"/>
              <a:gd name="connsiteX34" fmla="*/ 261516 w 765852"/>
              <a:gd name="connsiteY34" fmla="*/ 249401 h 260086"/>
              <a:gd name="connsiteX35" fmla="*/ 249560 w 765852"/>
              <a:gd name="connsiteY35" fmla="*/ 252987 h 260086"/>
              <a:gd name="connsiteX36" fmla="*/ 238310 w 765852"/>
              <a:gd name="connsiteY36" fmla="*/ 249887 h 260086"/>
              <a:gd name="connsiteX37" fmla="*/ 230828 w 765852"/>
              <a:gd name="connsiteY37" fmla="*/ 241201 h 260086"/>
              <a:gd name="connsiteX38" fmla="*/ 228215 w 765852"/>
              <a:gd name="connsiteY38" fmla="*/ 228525 h 260086"/>
              <a:gd name="connsiteX39" fmla="*/ 230828 w 765852"/>
              <a:gd name="connsiteY39" fmla="*/ 215812 h 260086"/>
              <a:gd name="connsiteX40" fmla="*/ 238310 w 765852"/>
              <a:gd name="connsiteY40" fmla="*/ 207172 h 260086"/>
              <a:gd name="connsiteX41" fmla="*/ 335580 w 765852"/>
              <a:gd name="connsiteY41" fmla="*/ 197523 h 260086"/>
              <a:gd name="connsiteX42" fmla="*/ 311925 w 765852"/>
              <a:gd name="connsiteY42" fmla="*/ 259554 h 260086"/>
              <a:gd name="connsiteX43" fmla="*/ 319892 w 765852"/>
              <a:gd name="connsiteY43" fmla="*/ 259554 h 260086"/>
              <a:gd name="connsiteX44" fmla="*/ 326448 w 765852"/>
              <a:gd name="connsiteY44" fmla="*/ 242806 h 260086"/>
              <a:gd name="connsiteX45" fmla="*/ 353467 w 765852"/>
              <a:gd name="connsiteY45" fmla="*/ 242806 h 260086"/>
              <a:gd name="connsiteX46" fmla="*/ 360023 w 765852"/>
              <a:gd name="connsiteY46" fmla="*/ 259554 h 260086"/>
              <a:gd name="connsiteX47" fmla="*/ 368256 w 765852"/>
              <a:gd name="connsiteY47" fmla="*/ 259554 h 260086"/>
              <a:gd name="connsiteX48" fmla="*/ 344693 w 765852"/>
              <a:gd name="connsiteY48" fmla="*/ 197523 h 260086"/>
              <a:gd name="connsiteX49" fmla="*/ 335570 w 765852"/>
              <a:gd name="connsiteY49" fmla="*/ 197523 h 260086"/>
              <a:gd name="connsiteX50" fmla="*/ 328758 w 765852"/>
              <a:gd name="connsiteY50" fmla="*/ 235808 h 260086"/>
              <a:gd name="connsiteX51" fmla="*/ 339916 w 765852"/>
              <a:gd name="connsiteY51" fmla="*/ 205943 h 260086"/>
              <a:gd name="connsiteX52" fmla="*/ 351166 w 765852"/>
              <a:gd name="connsiteY52" fmla="*/ 235808 h 260086"/>
              <a:gd name="connsiteX53" fmla="*/ 328749 w 765852"/>
              <a:gd name="connsiteY53" fmla="*/ 235808 h 260086"/>
              <a:gd name="connsiteX54" fmla="*/ 725437 w 765852"/>
              <a:gd name="connsiteY54" fmla="*/ 197523 h 260086"/>
              <a:gd name="connsiteX55" fmla="*/ 717736 w 765852"/>
              <a:gd name="connsiteY55" fmla="*/ 197523 h 260086"/>
              <a:gd name="connsiteX56" fmla="*/ 717736 w 765852"/>
              <a:gd name="connsiteY56" fmla="*/ 259554 h 260086"/>
              <a:gd name="connsiteX57" fmla="*/ 753704 w 765852"/>
              <a:gd name="connsiteY57" fmla="*/ 259554 h 260086"/>
              <a:gd name="connsiteX58" fmla="*/ 753704 w 765852"/>
              <a:gd name="connsiteY58" fmla="*/ 252464 h 260086"/>
              <a:gd name="connsiteX59" fmla="*/ 725446 w 765852"/>
              <a:gd name="connsiteY59" fmla="*/ 252464 h 260086"/>
              <a:gd name="connsiteX60" fmla="*/ 725446 w 765852"/>
              <a:gd name="connsiteY60" fmla="*/ 197523 h 260086"/>
              <a:gd name="connsiteX61" fmla="*/ 250953 w 765852"/>
              <a:gd name="connsiteY61" fmla="*/ 2119 h 260086"/>
              <a:gd name="connsiteX62" fmla="*/ 225566 w 765852"/>
              <a:gd name="connsiteY62" fmla="*/ 2119 h 260086"/>
              <a:gd name="connsiteX63" fmla="*/ 225566 w 765852"/>
              <a:gd name="connsiteY63" fmla="*/ 164677 h 260086"/>
              <a:gd name="connsiteX64" fmla="*/ 250953 w 765852"/>
              <a:gd name="connsiteY64" fmla="*/ 164677 h 260086"/>
              <a:gd name="connsiteX65" fmla="*/ 250953 w 765852"/>
              <a:gd name="connsiteY65" fmla="*/ 2119 h 260086"/>
              <a:gd name="connsiteX66" fmla="*/ 80592 w 765852"/>
              <a:gd name="connsiteY66" fmla="*/ 62692 h 260086"/>
              <a:gd name="connsiteX67" fmla="*/ 80592 w 765852"/>
              <a:gd name="connsiteY67" fmla="*/ 164687 h 260086"/>
              <a:gd name="connsiteX68" fmla="*/ 106732 w 765852"/>
              <a:gd name="connsiteY68" fmla="*/ 164687 h 260086"/>
              <a:gd name="connsiteX69" fmla="*/ 106713 w 765852"/>
              <a:gd name="connsiteY69" fmla="*/ 62692 h 260086"/>
              <a:gd name="connsiteX70" fmla="*/ 95124 w 765852"/>
              <a:gd name="connsiteY70" fmla="*/ 28700 h 260086"/>
              <a:gd name="connsiteX71" fmla="*/ 93648 w 765852"/>
              <a:gd name="connsiteY71" fmla="*/ 26792 h 260086"/>
              <a:gd name="connsiteX72" fmla="*/ 92172 w 765852"/>
              <a:gd name="connsiteY72" fmla="*/ 28700 h 260086"/>
              <a:gd name="connsiteX73" fmla="*/ 80583 w 765852"/>
              <a:gd name="connsiteY73" fmla="*/ 62692 h 260086"/>
              <a:gd name="connsiteX74" fmla="*/ 47273 w 765852"/>
              <a:gd name="connsiteY74" fmla="*/ 2119 h 260086"/>
              <a:gd name="connsiteX75" fmla="*/ 0 w 765852"/>
              <a:gd name="connsiteY75" fmla="*/ 2119 h 260086"/>
              <a:gd name="connsiteX76" fmla="*/ 0 w 765852"/>
              <a:gd name="connsiteY76" fmla="*/ 26792 h 260086"/>
              <a:gd name="connsiteX77" fmla="*/ 93648 w 765852"/>
              <a:gd name="connsiteY77" fmla="*/ 26792 h 260086"/>
              <a:gd name="connsiteX78" fmla="*/ 91328 w 765852"/>
              <a:gd name="connsiteY78" fmla="*/ 23793 h 260086"/>
              <a:gd name="connsiteX79" fmla="*/ 47273 w 765852"/>
              <a:gd name="connsiteY79" fmla="*/ 2119 h 260086"/>
              <a:gd name="connsiteX80" fmla="*/ 95968 w 765852"/>
              <a:gd name="connsiteY80" fmla="*/ 23793 h 260086"/>
              <a:gd name="connsiteX81" fmla="*/ 93648 w 765852"/>
              <a:gd name="connsiteY81" fmla="*/ 26792 h 260086"/>
              <a:gd name="connsiteX82" fmla="*/ 187296 w 765852"/>
              <a:gd name="connsiteY82" fmla="*/ 26792 h 260086"/>
              <a:gd name="connsiteX83" fmla="*/ 187296 w 765852"/>
              <a:gd name="connsiteY83" fmla="*/ 2119 h 260086"/>
              <a:gd name="connsiteX84" fmla="*/ 140023 w 765852"/>
              <a:gd name="connsiteY84" fmla="*/ 2119 h 260086"/>
              <a:gd name="connsiteX85" fmla="*/ 95958 w 765852"/>
              <a:gd name="connsiteY85" fmla="*/ 23793 h 260086"/>
              <a:gd name="connsiteX86" fmla="*/ 514844 w 765852"/>
              <a:gd name="connsiteY86" fmla="*/ 164677 h 260086"/>
              <a:gd name="connsiteX87" fmla="*/ 540232 w 765852"/>
              <a:gd name="connsiteY87" fmla="*/ 164677 h 260086"/>
              <a:gd name="connsiteX88" fmla="*/ 540232 w 765852"/>
              <a:gd name="connsiteY88" fmla="*/ 2119 h 260086"/>
              <a:gd name="connsiteX89" fmla="*/ 514844 w 765852"/>
              <a:gd name="connsiteY89" fmla="*/ 2119 h 260086"/>
              <a:gd name="connsiteX90" fmla="*/ 514844 w 765852"/>
              <a:gd name="connsiteY90" fmla="*/ 164677 h 260086"/>
              <a:gd name="connsiteX91" fmla="*/ 495205 w 765852"/>
              <a:gd name="connsiteY91" fmla="*/ 259554 h 260086"/>
              <a:gd name="connsiteX92" fmla="*/ 502915 w 765852"/>
              <a:gd name="connsiteY92" fmla="*/ 259554 h 260086"/>
              <a:gd name="connsiteX93" fmla="*/ 502915 w 765852"/>
              <a:gd name="connsiteY93" fmla="*/ 197523 h 260086"/>
              <a:gd name="connsiteX94" fmla="*/ 495205 w 765852"/>
              <a:gd name="connsiteY94" fmla="*/ 197523 h 260086"/>
              <a:gd name="connsiteX95" fmla="*/ 495205 w 765852"/>
              <a:gd name="connsiteY95" fmla="*/ 259554 h 260086"/>
              <a:gd name="connsiteX96" fmla="*/ 544816 w 765852"/>
              <a:gd name="connsiteY96" fmla="*/ 204613 h 260086"/>
              <a:gd name="connsiteX97" fmla="*/ 564923 w 765852"/>
              <a:gd name="connsiteY97" fmla="*/ 204613 h 260086"/>
              <a:gd name="connsiteX98" fmla="*/ 564923 w 765852"/>
              <a:gd name="connsiteY98" fmla="*/ 259554 h 260086"/>
              <a:gd name="connsiteX99" fmla="*/ 572633 w 765852"/>
              <a:gd name="connsiteY99" fmla="*/ 259554 h 260086"/>
              <a:gd name="connsiteX100" fmla="*/ 572633 w 765852"/>
              <a:gd name="connsiteY100" fmla="*/ 204613 h 260086"/>
              <a:gd name="connsiteX101" fmla="*/ 592740 w 765852"/>
              <a:gd name="connsiteY101" fmla="*/ 204613 h 260086"/>
              <a:gd name="connsiteX102" fmla="*/ 592740 w 765852"/>
              <a:gd name="connsiteY102" fmla="*/ 197523 h 260086"/>
              <a:gd name="connsiteX103" fmla="*/ 544816 w 765852"/>
              <a:gd name="connsiteY103" fmla="*/ 197523 h 260086"/>
              <a:gd name="connsiteX104" fmla="*/ 544816 w 765852"/>
              <a:gd name="connsiteY104" fmla="*/ 204613 h 260086"/>
              <a:gd name="connsiteX105" fmla="*/ 287389 w 765852"/>
              <a:gd name="connsiteY105" fmla="*/ 2119 h 260086"/>
              <a:gd name="connsiteX106" fmla="*/ 345234 w 765852"/>
              <a:gd name="connsiteY106" fmla="*/ 140105 h 260086"/>
              <a:gd name="connsiteX107" fmla="*/ 381413 w 765852"/>
              <a:gd name="connsiteY107" fmla="*/ 166796 h 260086"/>
              <a:gd name="connsiteX108" fmla="*/ 382899 w 765852"/>
              <a:gd name="connsiteY108" fmla="*/ 166796 h 260086"/>
              <a:gd name="connsiteX109" fmla="*/ 316692 w 765852"/>
              <a:gd name="connsiteY109" fmla="*/ 2119 h 260086"/>
              <a:gd name="connsiteX110" fmla="*/ 287389 w 765852"/>
              <a:gd name="connsiteY110" fmla="*/ 2119 h 260086"/>
              <a:gd name="connsiteX111" fmla="*/ 443549 w 765852"/>
              <a:gd name="connsiteY111" fmla="*/ 199871 h 260086"/>
              <a:gd name="connsiteX112" fmla="*/ 432739 w 765852"/>
              <a:gd name="connsiteY112" fmla="*/ 197523 h 260086"/>
              <a:gd name="connsiteX113" fmla="*/ 408910 w 765852"/>
              <a:gd name="connsiteY113" fmla="*/ 197523 h 260086"/>
              <a:gd name="connsiteX114" fmla="*/ 408910 w 765852"/>
              <a:gd name="connsiteY114" fmla="*/ 259554 h 260086"/>
              <a:gd name="connsiteX115" fmla="*/ 416621 w 765852"/>
              <a:gd name="connsiteY115" fmla="*/ 259554 h 260086"/>
              <a:gd name="connsiteX116" fmla="*/ 416621 w 765852"/>
              <a:gd name="connsiteY116" fmla="*/ 235716 h 260086"/>
              <a:gd name="connsiteX117" fmla="*/ 432748 w 765852"/>
              <a:gd name="connsiteY117" fmla="*/ 235716 h 260086"/>
              <a:gd name="connsiteX118" fmla="*/ 443512 w 765852"/>
              <a:gd name="connsiteY118" fmla="*/ 233368 h 260086"/>
              <a:gd name="connsiteX119" fmla="*/ 450728 w 765852"/>
              <a:gd name="connsiteY119" fmla="*/ 226681 h 260086"/>
              <a:gd name="connsiteX120" fmla="*/ 453295 w 765852"/>
              <a:gd name="connsiteY120" fmla="*/ 216583 h 260086"/>
              <a:gd name="connsiteX121" fmla="*/ 450774 w 765852"/>
              <a:gd name="connsiteY121" fmla="*/ 206521 h 260086"/>
              <a:gd name="connsiteX122" fmla="*/ 443558 w 765852"/>
              <a:gd name="connsiteY122" fmla="*/ 199871 h 260086"/>
              <a:gd name="connsiteX123" fmla="*/ 441779 w 765852"/>
              <a:gd name="connsiteY123" fmla="*/ 225351 h 260086"/>
              <a:gd name="connsiteX124" fmla="*/ 432033 w 765852"/>
              <a:gd name="connsiteY124" fmla="*/ 228635 h 260086"/>
              <a:gd name="connsiteX125" fmla="*/ 416621 w 765852"/>
              <a:gd name="connsiteY125" fmla="*/ 228635 h 260086"/>
              <a:gd name="connsiteX126" fmla="*/ 416621 w 765852"/>
              <a:gd name="connsiteY126" fmla="*/ 204622 h 260086"/>
              <a:gd name="connsiteX127" fmla="*/ 432125 w 765852"/>
              <a:gd name="connsiteY127" fmla="*/ 204622 h 260086"/>
              <a:gd name="connsiteX128" fmla="*/ 441825 w 765852"/>
              <a:gd name="connsiteY128" fmla="*/ 207860 h 260086"/>
              <a:gd name="connsiteX129" fmla="*/ 445410 w 765852"/>
              <a:gd name="connsiteY129" fmla="*/ 216592 h 260086"/>
              <a:gd name="connsiteX130" fmla="*/ 441779 w 765852"/>
              <a:gd name="connsiteY130" fmla="*/ 225361 h 260086"/>
              <a:gd name="connsiteX131" fmla="*/ 382889 w 765852"/>
              <a:gd name="connsiteY131" fmla="*/ 166805 h 260086"/>
              <a:gd name="connsiteX132" fmla="*/ 384375 w 765852"/>
              <a:gd name="connsiteY132" fmla="*/ 166805 h 260086"/>
              <a:gd name="connsiteX133" fmla="*/ 420554 w 765852"/>
              <a:gd name="connsiteY133" fmla="*/ 140114 h 260086"/>
              <a:gd name="connsiteX134" fmla="*/ 478399 w 765852"/>
              <a:gd name="connsiteY134" fmla="*/ 2128 h 260086"/>
              <a:gd name="connsiteX135" fmla="*/ 449096 w 765852"/>
              <a:gd name="connsiteY135" fmla="*/ 2128 h 260086"/>
              <a:gd name="connsiteX136" fmla="*/ 382889 w 765852"/>
              <a:gd name="connsiteY136" fmla="*/ 166814 h 260086"/>
              <a:gd name="connsiteX137" fmla="*/ 644368 w 765852"/>
              <a:gd name="connsiteY137" fmla="*/ 197523 h 260086"/>
              <a:gd name="connsiteX138" fmla="*/ 620714 w 765852"/>
              <a:gd name="connsiteY138" fmla="*/ 259554 h 260086"/>
              <a:gd name="connsiteX139" fmla="*/ 628690 w 765852"/>
              <a:gd name="connsiteY139" fmla="*/ 259554 h 260086"/>
              <a:gd name="connsiteX140" fmla="*/ 635246 w 765852"/>
              <a:gd name="connsiteY140" fmla="*/ 242806 h 260086"/>
              <a:gd name="connsiteX141" fmla="*/ 662266 w 765852"/>
              <a:gd name="connsiteY141" fmla="*/ 242806 h 260086"/>
              <a:gd name="connsiteX142" fmla="*/ 668821 w 765852"/>
              <a:gd name="connsiteY142" fmla="*/ 259554 h 260086"/>
              <a:gd name="connsiteX143" fmla="*/ 677055 w 765852"/>
              <a:gd name="connsiteY143" fmla="*/ 259554 h 260086"/>
              <a:gd name="connsiteX144" fmla="*/ 653491 w 765852"/>
              <a:gd name="connsiteY144" fmla="*/ 197523 h 260086"/>
              <a:gd name="connsiteX145" fmla="*/ 644368 w 765852"/>
              <a:gd name="connsiteY145" fmla="*/ 197523 h 260086"/>
              <a:gd name="connsiteX146" fmla="*/ 637547 w 765852"/>
              <a:gd name="connsiteY146" fmla="*/ 235808 h 260086"/>
              <a:gd name="connsiteX147" fmla="*/ 648705 w 765852"/>
              <a:gd name="connsiteY147" fmla="*/ 205943 h 260086"/>
              <a:gd name="connsiteX148" fmla="*/ 659955 w 765852"/>
              <a:gd name="connsiteY148" fmla="*/ 235808 h 260086"/>
              <a:gd name="connsiteX149" fmla="*/ 637538 w 765852"/>
              <a:gd name="connsiteY149" fmla="*/ 235808 h 260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</a:cxnLst>
            <a:rect l="l" t="t" r="r" b="b"/>
            <a:pathLst>
              <a:path w="765852" h="260086">
                <a:moveTo>
                  <a:pt x="739575" y="143884"/>
                </a:moveTo>
                <a:cubicBezTo>
                  <a:pt x="756519" y="128906"/>
                  <a:pt x="765852" y="107425"/>
                  <a:pt x="765852" y="83403"/>
                </a:cubicBezTo>
                <a:cubicBezTo>
                  <a:pt x="765852" y="59381"/>
                  <a:pt x="756519" y="37899"/>
                  <a:pt x="739575" y="22921"/>
                </a:cubicBezTo>
                <a:cubicBezTo>
                  <a:pt x="722613" y="7925"/>
                  <a:pt x="699307" y="0"/>
                  <a:pt x="672177" y="0"/>
                </a:cubicBezTo>
                <a:cubicBezTo>
                  <a:pt x="645047" y="0"/>
                  <a:pt x="621740" y="7925"/>
                  <a:pt x="604779" y="22921"/>
                </a:cubicBezTo>
                <a:cubicBezTo>
                  <a:pt x="587835" y="37899"/>
                  <a:pt x="578501" y="59381"/>
                  <a:pt x="578501" y="83403"/>
                </a:cubicBezTo>
                <a:cubicBezTo>
                  <a:pt x="578501" y="107425"/>
                  <a:pt x="587835" y="128906"/>
                  <a:pt x="604779" y="143884"/>
                </a:cubicBezTo>
                <a:cubicBezTo>
                  <a:pt x="621740" y="158881"/>
                  <a:pt x="645047" y="166805"/>
                  <a:pt x="672177" y="166805"/>
                </a:cubicBezTo>
                <a:cubicBezTo>
                  <a:pt x="699307" y="166805"/>
                  <a:pt x="722613" y="158881"/>
                  <a:pt x="739575" y="143884"/>
                </a:cubicBezTo>
                <a:close/>
                <a:moveTo>
                  <a:pt x="604595" y="83403"/>
                </a:moveTo>
                <a:cubicBezTo>
                  <a:pt x="604595" y="66489"/>
                  <a:pt x="610821" y="52135"/>
                  <a:pt x="622611" y="41871"/>
                </a:cubicBezTo>
                <a:cubicBezTo>
                  <a:pt x="634751" y="31305"/>
                  <a:pt x="651887" y="25719"/>
                  <a:pt x="672177" y="25719"/>
                </a:cubicBezTo>
                <a:cubicBezTo>
                  <a:pt x="692467" y="25719"/>
                  <a:pt x="709603" y="31305"/>
                  <a:pt x="721742" y="41871"/>
                </a:cubicBezTo>
                <a:cubicBezTo>
                  <a:pt x="733524" y="52126"/>
                  <a:pt x="739759" y="66489"/>
                  <a:pt x="739759" y="83403"/>
                </a:cubicBezTo>
                <a:cubicBezTo>
                  <a:pt x="739759" y="100316"/>
                  <a:pt x="733533" y="114671"/>
                  <a:pt x="721742" y="124934"/>
                </a:cubicBezTo>
                <a:cubicBezTo>
                  <a:pt x="709603" y="135501"/>
                  <a:pt x="692467" y="141077"/>
                  <a:pt x="672177" y="141077"/>
                </a:cubicBezTo>
                <a:cubicBezTo>
                  <a:pt x="651887" y="141077"/>
                  <a:pt x="634741" y="135491"/>
                  <a:pt x="622611" y="124934"/>
                </a:cubicBezTo>
                <a:cubicBezTo>
                  <a:pt x="610830" y="114671"/>
                  <a:pt x="604595" y="100316"/>
                  <a:pt x="604595" y="83403"/>
                </a:cubicBezTo>
                <a:close/>
                <a:moveTo>
                  <a:pt x="238310" y="207181"/>
                </a:moveTo>
                <a:cubicBezTo>
                  <a:pt x="241556" y="205118"/>
                  <a:pt x="245306" y="204081"/>
                  <a:pt x="249560" y="204081"/>
                </a:cubicBezTo>
                <a:cubicBezTo>
                  <a:pt x="254282" y="204081"/>
                  <a:pt x="258288" y="205292"/>
                  <a:pt x="261562" y="207713"/>
                </a:cubicBezTo>
                <a:cubicBezTo>
                  <a:pt x="264835" y="210135"/>
                  <a:pt x="267035" y="213501"/>
                  <a:pt x="268163" y="217812"/>
                </a:cubicBezTo>
                <a:lnTo>
                  <a:pt x="275874" y="217812"/>
                </a:lnTo>
                <a:cubicBezTo>
                  <a:pt x="274691" y="211373"/>
                  <a:pt x="271784" y="206292"/>
                  <a:pt x="267145" y="202568"/>
                </a:cubicBezTo>
                <a:cubicBezTo>
                  <a:pt x="262506" y="198844"/>
                  <a:pt x="256766" y="196982"/>
                  <a:pt x="249917" y="196982"/>
                </a:cubicBezTo>
                <a:cubicBezTo>
                  <a:pt x="244013" y="196982"/>
                  <a:pt x="238814" y="198293"/>
                  <a:pt x="234322" y="200926"/>
                </a:cubicBezTo>
                <a:cubicBezTo>
                  <a:pt x="229838" y="203558"/>
                  <a:pt x="226382" y="207264"/>
                  <a:pt x="223961" y="212052"/>
                </a:cubicBezTo>
                <a:cubicBezTo>
                  <a:pt x="221541" y="216840"/>
                  <a:pt x="220330" y="222334"/>
                  <a:pt x="220330" y="228534"/>
                </a:cubicBezTo>
                <a:cubicBezTo>
                  <a:pt x="220330" y="234734"/>
                  <a:pt x="221541" y="240302"/>
                  <a:pt x="223961" y="245062"/>
                </a:cubicBezTo>
                <a:cubicBezTo>
                  <a:pt x="226382" y="249823"/>
                  <a:pt x="229838" y="253510"/>
                  <a:pt x="234322" y="256142"/>
                </a:cubicBezTo>
                <a:cubicBezTo>
                  <a:pt x="238805" y="258775"/>
                  <a:pt x="244004" y="260086"/>
                  <a:pt x="249917" y="260086"/>
                </a:cubicBezTo>
                <a:cubicBezTo>
                  <a:pt x="256831" y="260086"/>
                  <a:pt x="262570" y="258224"/>
                  <a:pt x="267145" y="254501"/>
                </a:cubicBezTo>
                <a:cubicBezTo>
                  <a:pt x="271720" y="250777"/>
                  <a:pt x="274599" y="245695"/>
                  <a:pt x="275782" y="239256"/>
                </a:cubicBezTo>
                <a:lnTo>
                  <a:pt x="268071" y="239256"/>
                </a:lnTo>
                <a:cubicBezTo>
                  <a:pt x="266888" y="243631"/>
                  <a:pt x="264706" y="247007"/>
                  <a:pt x="261516" y="249401"/>
                </a:cubicBezTo>
                <a:cubicBezTo>
                  <a:pt x="258325" y="251795"/>
                  <a:pt x="254337" y="252987"/>
                  <a:pt x="249560" y="252987"/>
                </a:cubicBezTo>
                <a:cubicBezTo>
                  <a:pt x="245306" y="252987"/>
                  <a:pt x="241556" y="251951"/>
                  <a:pt x="238310" y="249887"/>
                </a:cubicBezTo>
                <a:cubicBezTo>
                  <a:pt x="235064" y="247823"/>
                  <a:pt x="232561" y="244925"/>
                  <a:pt x="230828" y="241201"/>
                </a:cubicBezTo>
                <a:cubicBezTo>
                  <a:pt x="229086" y="237477"/>
                  <a:pt x="228215" y="233258"/>
                  <a:pt x="228215" y="228525"/>
                </a:cubicBezTo>
                <a:cubicBezTo>
                  <a:pt x="228215" y="223792"/>
                  <a:pt x="229086" y="219499"/>
                  <a:pt x="230828" y="215812"/>
                </a:cubicBezTo>
                <a:cubicBezTo>
                  <a:pt x="232570" y="212125"/>
                  <a:pt x="235064" y="209245"/>
                  <a:pt x="238310" y="207172"/>
                </a:cubicBezTo>
                <a:close/>
                <a:moveTo>
                  <a:pt x="335580" y="197523"/>
                </a:moveTo>
                <a:lnTo>
                  <a:pt x="311925" y="259554"/>
                </a:lnTo>
                <a:lnTo>
                  <a:pt x="319892" y="259554"/>
                </a:lnTo>
                <a:lnTo>
                  <a:pt x="326448" y="242806"/>
                </a:lnTo>
                <a:lnTo>
                  <a:pt x="353467" y="242806"/>
                </a:lnTo>
                <a:lnTo>
                  <a:pt x="360023" y="259554"/>
                </a:lnTo>
                <a:lnTo>
                  <a:pt x="368256" y="259554"/>
                </a:lnTo>
                <a:lnTo>
                  <a:pt x="344693" y="197523"/>
                </a:lnTo>
                <a:lnTo>
                  <a:pt x="335570" y="197523"/>
                </a:lnTo>
                <a:close/>
                <a:moveTo>
                  <a:pt x="328758" y="235808"/>
                </a:moveTo>
                <a:lnTo>
                  <a:pt x="339916" y="205943"/>
                </a:lnTo>
                <a:lnTo>
                  <a:pt x="351166" y="235808"/>
                </a:lnTo>
                <a:lnTo>
                  <a:pt x="328749" y="235808"/>
                </a:lnTo>
                <a:close/>
                <a:moveTo>
                  <a:pt x="725437" y="197523"/>
                </a:moveTo>
                <a:lnTo>
                  <a:pt x="717736" y="197523"/>
                </a:lnTo>
                <a:lnTo>
                  <a:pt x="717736" y="259554"/>
                </a:lnTo>
                <a:lnTo>
                  <a:pt x="753704" y="259554"/>
                </a:lnTo>
                <a:lnTo>
                  <a:pt x="753704" y="252464"/>
                </a:lnTo>
                <a:lnTo>
                  <a:pt x="725446" y="252464"/>
                </a:lnTo>
                <a:lnTo>
                  <a:pt x="725446" y="197523"/>
                </a:lnTo>
                <a:close/>
                <a:moveTo>
                  <a:pt x="250953" y="2119"/>
                </a:moveTo>
                <a:lnTo>
                  <a:pt x="225566" y="2119"/>
                </a:lnTo>
                <a:lnTo>
                  <a:pt x="225566" y="164677"/>
                </a:lnTo>
                <a:lnTo>
                  <a:pt x="250953" y="164677"/>
                </a:lnTo>
                <a:lnTo>
                  <a:pt x="250953" y="2119"/>
                </a:lnTo>
                <a:close/>
                <a:moveTo>
                  <a:pt x="80592" y="62692"/>
                </a:moveTo>
                <a:lnTo>
                  <a:pt x="80592" y="164687"/>
                </a:lnTo>
                <a:cubicBezTo>
                  <a:pt x="80592" y="164687"/>
                  <a:pt x="106732" y="164687"/>
                  <a:pt x="106732" y="164687"/>
                </a:cubicBezTo>
                <a:lnTo>
                  <a:pt x="106713" y="62692"/>
                </a:lnTo>
                <a:cubicBezTo>
                  <a:pt x="106713" y="50282"/>
                  <a:pt x="102707" y="38523"/>
                  <a:pt x="95124" y="28700"/>
                </a:cubicBezTo>
                <a:lnTo>
                  <a:pt x="93648" y="26792"/>
                </a:lnTo>
                <a:lnTo>
                  <a:pt x="92172" y="28700"/>
                </a:lnTo>
                <a:cubicBezTo>
                  <a:pt x="84589" y="38523"/>
                  <a:pt x="80583" y="50273"/>
                  <a:pt x="80583" y="62692"/>
                </a:cubicBezTo>
                <a:close/>
                <a:moveTo>
                  <a:pt x="47273" y="2119"/>
                </a:moveTo>
                <a:lnTo>
                  <a:pt x="0" y="2119"/>
                </a:lnTo>
                <a:lnTo>
                  <a:pt x="0" y="26792"/>
                </a:lnTo>
                <a:lnTo>
                  <a:pt x="93648" y="26792"/>
                </a:lnTo>
                <a:lnTo>
                  <a:pt x="91328" y="23793"/>
                </a:lnTo>
                <a:cubicBezTo>
                  <a:pt x="80693" y="10025"/>
                  <a:pt x="64629" y="2119"/>
                  <a:pt x="47273" y="2119"/>
                </a:cubicBezTo>
                <a:close/>
                <a:moveTo>
                  <a:pt x="95968" y="23793"/>
                </a:moveTo>
                <a:lnTo>
                  <a:pt x="93648" y="26792"/>
                </a:lnTo>
                <a:lnTo>
                  <a:pt x="187296" y="26792"/>
                </a:lnTo>
                <a:lnTo>
                  <a:pt x="187296" y="2119"/>
                </a:lnTo>
                <a:lnTo>
                  <a:pt x="140023" y="2119"/>
                </a:lnTo>
                <a:cubicBezTo>
                  <a:pt x="122657" y="2119"/>
                  <a:pt x="106603" y="10016"/>
                  <a:pt x="95958" y="23793"/>
                </a:cubicBezTo>
                <a:close/>
                <a:moveTo>
                  <a:pt x="514844" y="164677"/>
                </a:moveTo>
                <a:lnTo>
                  <a:pt x="540232" y="164677"/>
                </a:lnTo>
                <a:lnTo>
                  <a:pt x="540232" y="2119"/>
                </a:lnTo>
                <a:lnTo>
                  <a:pt x="514844" y="2119"/>
                </a:lnTo>
                <a:lnTo>
                  <a:pt x="514844" y="164677"/>
                </a:lnTo>
                <a:close/>
                <a:moveTo>
                  <a:pt x="495205" y="259554"/>
                </a:moveTo>
                <a:lnTo>
                  <a:pt x="502915" y="259554"/>
                </a:lnTo>
                <a:lnTo>
                  <a:pt x="502915" y="197523"/>
                </a:lnTo>
                <a:lnTo>
                  <a:pt x="495205" y="197523"/>
                </a:lnTo>
                <a:lnTo>
                  <a:pt x="495205" y="259554"/>
                </a:lnTo>
                <a:close/>
                <a:moveTo>
                  <a:pt x="544816" y="204613"/>
                </a:moveTo>
                <a:lnTo>
                  <a:pt x="564923" y="204613"/>
                </a:lnTo>
                <a:lnTo>
                  <a:pt x="564923" y="259554"/>
                </a:lnTo>
                <a:lnTo>
                  <a:pt x="572633" y="259554"/>
                </a:lnTo>
                <a:lnTo>
                  <a:pt x="572633" y="204613"/>
                </a:lnTo>
                <a:lnTo>
                  <a:pt x="592740" y="204613"/>
                </a:lnTo>
                <a:lnTo>
                  <a:pt x="592740" y="197523"/>
                </a:lnTo>
                <a:lnTo>
                  <a:pt x="544816" y="197523"/>
                </a:lnTo>
                <a:lnTo>
                  <a:pt x="544816" y="204613"/>
                </a:lnTo>
                <a:close/>
                <a:moveTo>
                  <a:pt x="287389" y="2119"/>
                </a:moveTo>
                <a:cubicBezTo>
                  <a:pt x="287389" y="2119"/>
                  <a:pt x="335680" y="117220"/>
                  <a:pt x="345234" y="140105"/>
                </a:cubicBezTo>
                <a:cubicBezTo>
                  <a:pt x="356374" y="166796"/>
                  <a:pt x="374464" y="166796"/>
                  <a:pt x="381413" y="166796"/>
                </a:cubicBezTo>
                <a:lnTo>
                  <a:pt x="382899" y="166796"/>
                </a:lnTo>
                <a:lnTo>
                  <a:pt x="316692" y="2119"/>
                </a:lnTo>
                <a:lnTo>
                  <a:pt x="287389" y="2119"/>
                </a:lnTo>
                <a:close/>
                <a:moveTo>
                  <a:pt x="443549" y="199871"/>
                </a:moveTo>
                <a:cubicBezTo>
                  <a:pt x="440413" y="198303"/>
                  <a:pt x="436819" y="197523"/>
                  <a:pt x="432739" y="197523"/>
                </a:cubicBezTo>
                <a:lnTo>
                  <a:pt x="408910" y="197523"/>
                </a:lnTo>
                <a:lnTo>
                  <a:pt x="408910" y="259554"/>
                </a:lnTo>
                <a:lnTo>
                  <a:pt x="416621" y="259554"/>
                </a:lnTo>
                <a:lnTo>
                  <a:pt x="416621" y="235716"/>
                </a:lnTo>
                <a:lnTo>
                  <a:pt x="432748" y="235716"/>
                </a:lnTo>
                <a:cubicBezTo>
                  <a:pt x="436819" y="235716"/>
                  <a:pt x="440413" y="234936"/>
                  <a:pt x="443512" y="233368"/>
                </a:cubicBezTo>
                <a:cubicBezTo>
                  <a:pt x="446611" y="231799"/>
                  <a:pt x="449013" y="229571"/>
                  <a:pt x="450728" y="226681"/>
                </a:cubicBezTo>
                <a:cubicBezTo>
                  <a:pt x="452442" y="223783"/>
                  <a:pt x="453295" y="220417"/>
                  <a:pt x="453295" y="216583"/>
                </a:cubicBezTo>
                <a:cubicBezTo>
                  <a:pt x="453295" y="212749"/>
                  <a:pt x="452452" y="209392"/>
                  <a:pt x="450774" y="206521"/>
                </a:cubicBezTo>
                <a:cubicBezTo>
                  <a:pt x="449087" y="203659"/>
                  <a:pt x="446685" y="201439"/>
                  <a:pt x="443558" y="199871"/>
                </a:cubicBezTo>
                <a:close/>
                <a:moveTo>
                  <a:pt x="441779" y="225351"/>
                </a:moveTo>
                <a:cubicBezTo>
                  <a:pt x="439359" y="227534"/>
                  <a:pt x="436113" y="228635"/>
                  <a:pt x="432033" y="228635"/>
                </a:cubicBezTo>
                <a:lnTo>
                  <a:pt x="416621" y="228635"/>
                </a:lnTo>
                <a:lnTo>
                  <a:pt x="416621" y="204622"/>
                </a:lnTo>
                <a:lnTo>
                  <a:pt x="432125" y="204622"/>
                </a:lnTo>
                <a:cubicBezTo>
                  <a:pt x="436196" y="204622"/>
                  <a:pt x="439432" y="205705"/>
                  <a:pt x="441825" y="207860"/>
                </a:cubicBezTo>
                <a:cubicBezTo>
                  <a:pt x="444218" y="210015"/>
                  <a:pt x="445410" y="212923"/>
                  <a:pt x="445410" y="216592"/>
                </a:cubicBezTo>
                <a:cubicBezTo>
                  <a:pt x="445410" y="220261"/>
                  <a:pt x="444200" y="223178"/>
                  <a:pt x="441779" y="225361"/>
                </a:cubicBezTo>
                <a:close/>
                <a:moveTo>
                  <a:pt x="382889" y="166805"/>
                </a:moveTo>
                <a:lnTo>
                  <a:pt x="384375" y="166805"/>
                </a:lnTo>
                <a:cubicBezTo>
                  <a:pt x="391334" y="166805"/>
                  <a:pt x="409423" y="166805"/>
                  <a:pt x="420554" y="140114"/>
                </a:cubicBezTo>
                <a:cubicBezTo>
                  <a:pt x="430099" y="117230"/>
                  <a:pt x="478399" y="2128"/>
                  <a:pt x="478399" y="2128"/>
                </a:cubicBezTo>
                <a:lnTo>
                  <a:pt x="449096" y="2128"/>
                </a:lnTo>
                <a:lnTo>
                  <a:pt x="382889" y="166814"/>
                </a:lnTo>
                <a:close/>
                <a:moveTo>
                  <a:pt x="644368" y="197523"/>
                </a:moveTo>
                <a:lnTo>
                  <a:pt x="620714" y="259554"/>
                </a:lnTo>
                <a:lnTo>
                  <a:pt x="628690" y="259554"/>
                </a:lnTo>
                <a:lnTo>
                  <a:pt x="635246" y="242806"/>
                </a:lnTo>
                <a:lnTo>
                  <a:pt x="662266" y="242806"/>
                </a:lnTo>
                <a:lnTo>
                  <a:pt x="668821" y="259554"/>
                </a:lnTo>
                <a:lnTo>
                  <a:pt x="677055" y="259554"/>
                </a:lnTo>
                <a:lnTo>
                  <a:pt x="653491" y="197523"/>
                </a:lnTo>
                <a:lnTo>
                  <a:pt x="644368" y="197523"/>
                </a:lnTo>
                <a:close/>
                <a:moveTo>
                  <a:pt x="637547" y="235808"/>
                </a:moveTo>
                <a:lnTo>
                  <a:pt x="648705" y="205943"/>
                </a:lnTo>
                <a:lnTo>
                  <a:pt x="659955" y="235808"/>
                </a:lnTo>
                <a:lnTo>
                  <a:pt x="637538" y="235808"/>
                </a:lnTo>
                <a:close/>
              </a:path>
            </a:pathLst>
          </a:custGeom>
          <a:solidFill>
            <a:schemeClr val="bg1"/>
          </a:solidFill>
          <a:ln w="1061" cap="flat">
            <a:noFill/>
            <a:prstDash val="solid"/>
            <a:miter/>
          </a:ln>
        </p:spPr>
        <p:txBody>
          <a:bodyPr rtlCol="0" anchor="ctr"/>
          <a:lstStyle/>
          <a:p>
            <a:endParaRPr lang="pt-BR">
              <a:solidFill>
                <a:schemeClr val="bg1"/>
              </a:solidFill>
            </a:endParaRPr>
          </a:p>
        </p:txBody>
      </p:sp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7858F1CA-0E09-F094-AD45-52092585CA1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225800" y="1518527"/>
            <a:ext cx="3740400" cy="2313464"/>
          </a:xfrm>
          <a:prstGeom prst="rect">
            <a:avLst/>
          </a:prstGeom>
          <a:ln>
            <a:solidFill>
              <a:schemeClr val="bg1"/>
            </a:solidFill>
          </a:ln>
        </p:spPr>
        <p:txBody>
          <a:bodyPr lIns="36000" tIns="36000" rIns="36000" bIns="36000"/>
          <a:lstStyle>
            <a:lvl1pPr marL="0" indent="0">
              <a:buNone/>
              <a:defRPr sz="120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4E170CD4-5C01-DD85-2A0A-98954D99CAC5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34962" y="3987408"/>
            <a:ext cx="3741737" cy="2313464"/>
          </a:xfrm>
          <a:prstGeom prst="rect">
            <a:avLst/>
          </a:prstGeom>
          <a:ln>
            <a:solidFill>
              <a:schemeClr val="bg1"/>
            </a:solidFill>
          </a:ln>
        </p:spPr>
        <p:txBody>
          <a:bodyPr lIns="36000" tIns="36000" rIns="36000" bIns="36000"/>
          <a:lstStyle>
            <a:lvl1pPr marL="0" indent="0">
              <a:buNone/>
              <a:defRPr sz="120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8">
            <a:extLst>
              <a:ext uri="{FF2B5EF4-FFF2-40B4-BE49-F238E27FC236}">
                <a16:creationId xmlns:a16="http://schemas.microsoft.com/office/drawing/2014/main" id="{10601806-BC35-9EEE-9C59-2DC0E49D5BA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4225799" y="3987408"/>
            <a:ext cx="3740400" cy="2313464"/>
          </a:xfrm>
          <a:prstGeom prst="rect">
            <a:avLst/>
          </a:prstGeom>
          <a:ln>
            <a:solidFill>
              <a:schemeClr val="bg1"/>
            </a:solidFill>
          </a:ln>
        </p:spPr>
        <p:txBody>
          <a:bodyPr lIns="36000" tIns="36000" rIns="36000" bIns="36000"/>
          <a:lstStyle>
            <a:lvl1pPr marL="0" indent="0">
              <a:buNone/>
              <a:defRPr sz="120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805EFAA-C04F-7113-90E8-A7D66AF3528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116638" y="1524793"/>
            <a:ext cx="3740400" cy="2313464"/>
          </a:xfrm>
          <a:prstGeom prst="rect">
            <a:avLst/>
          </a:prstGeom>
          <a:ln>
            <a:solidFill>
              <a:schemeClr val="bg1"/>
            </a:solidFill>
          </a:ln>
        </p:spPr>
        <p:txBody>
          <a:bodyPr lIns="36000" tIns="36000" rIns="36000" bIns="36000"/>
          <a:lstStyle>
            <a:lvl1pPr marL="0" indent="0">
              <a:buNone/>
              <a:defRPr sz="120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E9120CB5-4884-D14A-8682-CC106CAFBBE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116637" y="3993674"/>
            <a:ext cx="3740400" cy="2313464"/>
          </a:xfrm>
          <a:prstGeom prst="rect">
            <a:avLst/>
          </a:prstGeom>
          <a:ln>
            <a:solidFill>
              <a:schemeClr val="bg1"/>
            </a:solidFill>
          </a:ln>
        </p:spPr>
        <p:txBody>
          <a:bodyPr lIns="36000" tIns="36000" rIns="36000" bIns="36000"/>
          <a:lstStyle>
            <a:lvl1pPr marL="0" indent="0">
              <a:buNone/>
              <a:defRPr sz="120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8F86B63-CC31-1EAA-F721-707EF550B32A}"/>
              </a:ext>
            </a:extLst>
          </p:cNvPr>
          <p:cNvCxnSpPr/>
          <p:nvPr userDrawn="1"/>
        </p:nvCxnSpPr>
        <p:spPr>
          <a:xfrm>
            <a:off x="334963" y="185353"/>
            <a:ext cx="10415415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591306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469">
          <p15:clr>
            <a:srgbClr val="FBAE40"/>
          </p15:clr>
        </p15:guide>
        <p15:guide id="2" orient="horz" pos="3974">
          <p15:clr>
            <a:srgbClr val="FBAE40"/>
          </p15:clr>
        </p15:guide>
        <p15:guide id="3" orient="horz" pos="232">
          <p15:clr>
            <a:srgbClr val="FBAE40"/>
          </p15:clr>
        </p15:guide>
        <p15:guide id="4" pos="211">
          <p15:clr>
            <a:srgbClr val="FBAE40"/>
          </p15:clr>
        </p15:guide>
        <p15:guide id="5" orient="horz" pos="4065">
          <p15:clr>
            <a:srgbClr val="FBAE40"/>
          </p15:clr>
        </p15:guide>
        <p15:guide id="6" orient="horz" pos="799">
          <p15:clr>
            <a:srgbClr val="FBAE40"/>
          </p15:clr>
        </p15:guide>
        <p15:guide id="7" orient="horz" pos="935">
          <p15:clr>
            <a:srgbClr val="FBAE40"/>
          </p15:clr>
        </p15:guide>
      </p15:sldGuideLst>
    </p:ext>
  </p:extLs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| 5 Boxes - High Grade">
    <p:bg>
      <p:bgPr>
        <a:gradFill>
          <a:gsLst>
            <a:gs pos="81000">
              <a:schemeClr val="tx1">
                <a:lumMod val="85000"/>
                <a:lumOff val="15000"/>
              </a:schemeClr>
            </a:gs>
            <a:gs pos="100000">
              <a:schemeClr val="tx1">
                <a:lumMod val="95000"/>
                <a:lumOff val="5000"/>
              </a:schemeClr>
            </a:gs>
            <a:gs pos="0">
              <a:schemeClr val="accent1"/>
            </a:gs>
          </a:gsLst>
          <a:lin ang="7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132BCE3-A04F-8602-64F7-7623C7EAF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61763" y="6482556"/>
            <a:ext cx="295275" cy="1692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 sz="1100">
                <a:solidFill>
                  <a:schemeClr val="bg1"/>
                </a:solidFill>
                <a:latin typeface="Versos" panose="020B0503020204030204" pitchFamily="34" charset="0"/>
                <a:cs typeface="Versos" panose="020B0503020204030204" pitchFamily="34" charset="0"/>
              </a:defRPr>
            </a:lvl1pPr>
          </a:lstStyle>
          <a:p>
            <a:fld id="{77667D73-C69A-4DAA-9003-24A825D36FE9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B13D7C-5A47-B0DF-B518-26E79F5D2DB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63" y="368300"/>
            <a:ext cx="10183813" cy="4308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err="1"/>
              <a:t>Título</a:t>
            </a:r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401465E-A8CD-A3BA-BE2A-9597492FDC6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4963" y="6482556"/>
            <a:ext cx="10980000" cy="138499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900">
                <a:latin typeface="Versos Light" panose="020B0403020204030204" pitchFamily="34" charset="0"/>
              </a:defRPr>
            </a:lvl2pPr>
            <a:lvl3pPr>
              <a:defRPr sz="900">
                <a:latin typeface="Versos Light" panose="020B0403020204030204" pitchFamily="34" charset="0"/>
              </a:defRPr>
            </a:lvl3pPr>
            <a:lvl4pPr>
              <a:defRPr sz="900">
                <a:latin typeface="Versos Light" panose="020B0403020204030204" pitchFamily="34" charset="0"/>
              </a:defRPr>
            </a:lvl4pPr>
            <a:lvl5pPr>
              <a:defRPr sz="900">
                <a:latin typeface="Versos Light" panose="020B0403020204030204" pitchFamily="34" charset="0"/>
              </a:defRPr>
            </a:lvl5pPr>
          </a:lstStyle>
          <a:p>
            <a:pPr lvl="0"/>
            <a:r>
              <a:rPr lang="en-US"/>
              <a:t>Fonte:</a:t>
            </a:r>
            <a:endParaRPr lang="pt-BR"/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7F86D482-580C-D22A-58CC-10B9C4F7EDD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34963" y="1518527"/>
            <a:ext cx="3741737" cy="2313464"/>
          </a:xfrm>
          <a:prstGeom prst="rect">
            <a:avLst/>
          </a:prstGeom>
          <a:ln>
            <a:solidFill>
              <a:schemeClr val="bg1"/>
            </a:solidFill>
          </a:ln>
        </p:spPr>
        <p:txBody>
          <a:bodyPr lIns="36000" tIns="36000" rIns="36000" bIns="36000"/>
          <a:lstStyle>
            <a:lvl1pPr marL="0" indent="0">
              <a:buNone/>
              <a:defRPr sz="120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Picture 8">
            <a:extLst>
              <a:ext uri="{FF2B5EF4-FFF2-40B4-BE49-F238E27FC236}">
                <a16:creationId xmlns:a16="http://schemas.microsoft.com/office/drawing/2014/main" id="{57BCE67C-64C7-2D0C-0DC2-7A4B4CC314E0}"/>
              </a:ext>
            </a:extLst>
          </p:cNvPr>
          <p:cNvSpPr/>
          <p:nvPr userDrawn="1"/>
        </p:nvSpPr>
        <p:spPr>
          <a:xfrm>
            <a:off x="11091186" y="377178"/>
            <a:ext cx="765852" cy="260086"/>
          </a:xfrm>
          <a:custGeom>
            <a:avLst/>
            <a:gdLst>
              <a:gd name="connsiteX0" fmla="*/ 739575 w 765852"/>
              <a:gd name="connsiteY0" fmla="*/ 143884 h 260086"/>
              <a:gd name="connsiteX1" fmla="*/ 765852 w 765852"/>
              <a:gd name="connsiteY1" fmla="*/ 83403 h 260086"/>
              <a:gd name="connsiteX2" fmla="*/ 739575 w 765852"/>
              <a:gd name="connsiteY2" fmla="*/ 22921 h 260086"/>
              <a:gd name="connsiteX3" fmla="*/ 672177 w 765852"/>
              <a:gd name="connsiteY3" fmla="*/ 0 h 260086"/>
              <a:gd name="connsiteX4" fmla="*/ 604779 w 765852"/>
              <a:gd name="connsiteY4" fmla="*/ 22921 h 260086"/>
              <a:gd name="connsiteX5" fmla="*/ 578501 w 765852"/>
              <a:gd name="connsiteY5" fmla="*/ 83403 h 260086"/>
              <a:gd name="connsiteX6" fmla="*/ 604779 w 765852"/>
              <a:gd name="connsiteY6" fmla="*/ 143884 h 260086"/>
              <a:gd name="connsiteX7" fmla="*/ 672177 w 765852"/>
              <a:gd name="connsiteY7" fmla="*/ 166805 h 260086"/>
              <a:gd name="connsiteX8" fmla="*/ 739575 w 765852"/>
              <a:gd name="connsiteY8" fmla="*/ 143884 h 260086"/>
              <a:gd name="connsiteX9" fmla="*/ 604595 w 765852"/>
              <a:gd name="connsiteY9" fmla="*/ 83403 h 260086"/>
              <a:gd name="connsiteX10" fmla="*/ 622611 w 765852"/>
              <a:gd name="connsiteY10" fmla="*/ 41871 h 260086"/>
              <a:gd name="connsiteX11" fmla="*/ 672177 w 765852"/>
              <a:gd name="connsiteY11" fmla="*/ 25719 h 260086"/>
              <a:gd name="connsiteX12" fmla="*/ 721742 w 765852"/>
              <a:gd name="connsiteY12" fmla="*/ 41871 h 260086"/>
              <a:gd name="connsiteX13" fmla="*/ 739759 w 765852"/>
              <a:gd name="connsiteY13" fmla="*/ 83403 h 260086"/>
              <a:gd name="connsiteX14" fmla="*/ 721742 w 765852"/>
              <a:gd name="connsiteY14" fmla="*/ 124934 h 260086"/>
              <a:gd name="connsiteX15" fmla="*/ 672177 w 765852"/>
              <a:gd name="connsiteY15" fmla="*/ 141077 h 260086"/>
              <a:gd name="connsiteX16" fmla="*/ 622611 w 765852"/>
              <a:gd name="connsiteY16" fmla="*/ 124934 h 260086"/>
              <a:gd name="connsiteX17" fmla="*/ 604595 w 765852"/>
              <a:gd name="connsiteY17" fmla="*/ 83403 h 260086"/>
              <a:gd name="connsiteX18" fmla="*/ 238310 w 765852"/>
              <a:gd name="connsiteY18" fmla="*/ 207181 h 260086"/>
              <a:gd name="connsiteX19" fmla="*/ 249560 w 765852"/>
              <a:gd name="connsiteY19" fmla="*/ 204081 h 260086"/>
              <a:gd name="connsiteX20" fmla="*/ 261562 w 765852"/>
              <a:gd name="connsiteY20" fmla="*/ 207713 h 260086"/>
              <a:gd name="connsiteX21" fmla="*/ 268163 w 765852"/>
              <a:gd name="connsiteY21" fmla="*/ 217812 h 260086"/>
              <a:gd name="connsiteX22" fmla="*/ 275874 w 765852"/>
              <a:gd name="connsiteY22" fmla="*/ 217812 h 260086"/>
              <a:gd name="connsiteX23" fmla="*/ 267145 w 765852"/>
              <a:gd name="connsiteY23" fmla="*/ 202568 h 260086"/>
              <a:gd name="connsiteX24" fmla="*/ 249917 w 765852"/>
              <a:gd name="connsiteY24" fmla="*/ 196982 h 260086"/>
              <a:gd name="connsiteX25" fmla="*/ 234322 w 765852"/>
              <a:gd name="connsiteY25" fmla="*/ 200926 h 260086"/>
              <a:gd name="connsiteX26" fmla="*/ 223961 w 765852"/>
              <a:gd name="connsiteY26" fmla="*/ 212052 h 260086"/>
              <a:gd name="connsiteX27" fmla="*/ 220330 w 765852"/>
              <a:gd name="connsiteY27" fmla="*/ 228534 h 260086"/>
              <a:gd name="connsiteX28" fmla="*/ 223961 w 765852"/>
              <a:gd name="connsiteY28" fmla="*/ 245062 h 260086"/>
              <a:gd name="connsiteX29" fmla="*/ 234322 w 765852"/>
              <a:gd name="connsiteY29" fmla="*/ 256142 h 260086"/>
              <a:gd name="connsiteX30" fmla="*/ 249917 w 765852"/>
              <a:gd name="connsiteY30" fmla="*/ 260086 h 260086"/>
              <a:gd name="connsiteX31" fmla="*/ 267145 w 765852"/>
              <a:gd name="connsiteY31" fmla="*/ 254501 h 260086"/>
              <a:gd name="connsiteX32" fmla="*/ 275782 w 765852"/>
              <a:gd name="connsiteY32" fmla="*/ 239256 h 260086"/>
              <a:gd name="connsiteX33" fmla="*/ 268071 w 765852"/>
              <a:gd name="connsiteY33" fmla="*/ 239256 h 260086"/>
              <a:gd name="connsiteX34" fmla="*/ 261516 w 765852"/>
              <a:gd name="connsiteY34" fmla="*/ 249401 h 260086"/>
              <a:gd name="connsiteX35" fmla="*/ 249560 w 765852"/>
              <a:gd name="connsiteY35" fmla="*/ 252987 h 260086"/>
              <a:gd name="connsiteX36" fmla="*/ 238310 w 765852"/>
              <a:gd name="connsiteY36" fmla="*/ 249887 h 260086"/>
              <a:gd name="connsiteX37" fmla="*/ 230828 w 765852"/>
              <a:gd name="connsiteY37" fmla="*/ 241201 h 260086"/>
              <a:gd name="connsiteX38" fmla="*/ 228215 w 765852"/>
              <a:gd name="connsiteY38" fmla="*/ 228525 h 260086"/>
              <a:gd name="connsiteX39" fmla="*/ 230828 w 765852"/>
              <a:gd name="connsiteY39" fmla="*/ 215812 h 260086"/>
              <a:gd name="connsiteX40" fmla="*/ 238310 w 765852"/>
              <a:gd name="connsiteY40" fmla="*/ 207172 h 260086"/>
              <a:gd name="connsiteX41" fmla="*/ 335580 w 765852"/>
              <a:gd name="connsiteY41" fmla="*/ 197523 h 260086"/>
              <a:gd name="connsiteX42" fmla="*/ 311925 w 765852"/>
              <a:gd name="connsiteY42" fmla="*/ 259554 h 260086"/>
              <a:gd name="connsiteX43" fmla="*/ 319892 w 765852"/>
              <a:gd name="connsiteY43" fmla="*/ 259554 h 260086"/>
              <a:gd name="connsiteX44" fmla="*/ 326448 w 765852"/>
              <a:gd name="connsiteY44" fmla="*/ 242806 h 260086"/>
              <a:gd name="connsiteX45" fmla="*/ 353467 w 765852"/>
              <a:gd name="connsiteY45" fmla="*/ 242806 h 260086"/>
              <a:gd name="connsiteX46" fmla="*/ 360023 w 765852"/>
              <a:gd name="connsiteY46" fmla="*/ 259554 h 260086"/>
              <a:gd name="connsiteX47" fmla="*/ 368256 w 765852"/>
              <a:gd name="connsiteY47" fmla="*/ 259554 h 260086"/>
              <a:gd name="connsiteX48" fmla="*/ 344693 w 765852"/>
              <a:gd name="connsiteY48" fmla="*/ 197523 h 260086"/>
              <a:gd name="connsiteX49" fmla="*/ 335570 w 765852"/>
              <a:gd name="connsiteY49" fmla="*/ 197523 h 260086"/>
              <a:gd name="connsiteX50" fmla="*/ 328758 w 765852"/>
              <a:gd name="connsiteY50" fmla="*/ 235808 h 260086"/>
              <a:gd name="connsiteX51" fmla="*/ 339916 w 765852"/>
              <a:gd name="connsiteY51" fmla="*/ 205943 h 260086"/>
              <a:gd name="connsiteX52" fmla="*/ 351166 w 765852"/>
              <a:gd name="connsiteY52" fmla="*/ 235808 h 260086"/>
              <a:gd name="connsiteX53" fmla="*/ 328749 w 765852"/>
              <a:gd name="connsiteY53" fmla="*/ 235808 h 260086"/>
              <a:gd name="connsiteX54" fmla="*/ 725437 w 765852"/>
              <a:gd name="connsiteY54" fmla="*/ 197523 h 260086"/>
              <a:gd name="connsiteX55" fmla="*/ 717736 w 765852"/>
              <a:gd name="connsiteY55" fmla="*/ 197523 h 260086"/>
              <a:gd name="connsiteX56" fmla="*/ 717736 w 765852"/>
              <a:gd name="connsiteY56" fmla="*/ 259554 h 260086"/>
              <a:gd name="connsiteX57" fmla="*/ 753704 w 765852"/>
              <a:gd name="connsiteY57" fmla="*/ 259554 h 260086"/>
              <a:gd name="connsiteX58" fmla="*/ 753704 w 765852"/>
              <a:gd name="connsiteY58" fmla="*/ 252464 h 260086"/>
              <a:gd name="connsiteX59" fmla="*/ 725446 w 765852"/>
              <a:gd name="connsiteY59" fmla="*/ 252464 h 260086"/>
              <a:gd name="connsiteX60" fmla="*/ 725446 w 765852"/>
              <a:gd name="connsiteY60" fmla="*/ 197523 h 260086"/>
              <a:gd name="connsiteX61" fmla="*/ 250953 w 765852"/>
              <a:gd name="connsiteY61" fmla="*/ 2119 h 260086"/>
              <a:gd name="connsiteX62" fmla="*/ 225566 w 765852"/>
              <a:gd name="connsiteY62" fmla="*/ 2119 h 260086"/>
              <a:gd name="connsiteX63" fmla="*/ 225566 w 765852"/>
              <a:gd name="connsiteY63" fmla="*/ 164677 h 260086"/>
              <a:gd name="connsiteX64" fmla="*/ 250953 w 765852"/>
              <a:gd name="connsiteY64" fmla="*/ 164677 h 260086"/>
              <a:gd name="connsiteX65" fmla="*/ 250953 w 765852"/>
              <a:gd name="connsiteY65" fmla="*/ 2119 h 260086"/>
              <a:gd name="connsiteX66" fmla="*/ 80592 w 765852"/>
              <a:gd name="connsiteY66" fmla="*/ 62692 h 260086"/>
              <a:gd name="connsiteX67" fmla="*/ 80592 w 765852"/>
              <a:gd name="connsiteY67" fmla="*/ 164687 h 260086"/>
              <a:gd name="connsiteX68" fmla="*/ 106732 w 765852"/>
              <a:gd name="connsiteY68" fmla="*/ 164687 h 260086"/>
              <a:gd name="connsiteX69" fmla="*/ 106713 w 765852"/>
              <a:gd name="connsiteY69" fmla="*/ 62692 h 260086"/>
              <a:gd name="connsiteX70" fmla="*/ 95124 w 765852"/>
              <a:gd name="connsiteY70" fmla="*/ 28700 h 260086"/>
              <a:gd name="connsiteX71" fmla="*/ 93648 w 765852"/>
              <a:gd name="connsiteY71" fmla="*/ 26792 h 260086"/>
              <a:gd name="connsiteX72" fmla="*/ 92172 w 765852"/>
              <a:gd name="connsiteY72" fmla="*/ 28700 h 260086"/>
              <a:gd name="connsiteX73" fmla="*/ 80583 w 765852"/>
              <a:gd name="connsiteY73" fmla="*/ 62692 h 260086"/>
              <a:gd name="connsiteX74" fmla="*/ 47273 w 765852"/>
              <a:gd name="connsiteY74" fmla="*/ 2119 h 260086"/>
              <a:gd name="connsiteX75" fmla="*/ 0 w 765852"/>
              <a:gd name="connsiteY75" fmla="*/ 2119 h 260086"/>
              <a:gd name="connsiteX76" fmla="*/ 0 w 765852"/>
              <a:gd name="connsiteY76" fmla="*/ 26792 h 260086"/>
              <a:gd name="connsiteX77" fmla="*/ 93648 w 765852"/>
              <a:gd name="connsiteY77" fmla="*/ 26792 h 260086"/>
              <a:gd name="connsiteX78" fmla="*/ 91328 w 765852"/>
              <a:gd name="connsiteY78" fmla="*/ 23793 h 260086"/>
              <a:gd name="connsiteX79" fmla="*/ 47273 w 765852"/>
              <a:gd name="connsiteY79" fmla="*/ 2119 h 260086"/>
              <a:gd name="connsiteX80" fmla="*/ 95968 w 765852"/>
              <a:gd name="connsiteY80" fmla="*/ 23793 h 260086"/>
              <a:gd name="connsiteX81" fmla="*/ 93648 w 765852"/>
              <a:gd name="connsiteY81" fmla="*/ 26792 h 260086"/>
              <a:gd name="connsiteX82" fmla="*/ 187296 w 765852"/>
              <a:gd name="connsiteY82" fmla="*/ 26792 h 260086"/>
              <a:gd name="connsiteX83" fmla="*/ 187296 w 765852"/>
              <a:gd name="connsiteY83" fmla="*/ 2119 h 260086"/>
              <a:gd name="connsiteX84" fmla="*/ 140023 w 765852"/>
              <a:gd name="connsiteY84" fmla="*/ 2119 h 260086"/>
              <a:gd name="connsiteX85" fmla="*/ 95958 w 765852"/>
              <a:gd name="connsiteY85" fmla="*/ 23793 h 260086"/>
              <a:gd name="connsiteX86" fmla="*/ 514844 w 765852"/>
              <a:gd name="connsiteY86" fmla="*/ 164677 h 260086"/>
              <a:gd name="connsiteX87" fmla="*/ 540232 w 765852"/>
              <a:gd name="connsiteY87" fmla="*/ 164677 h 260086"/>
              <a:gd name="connsiteX88" fmla="*/ 540232 w 765852"/>
              <a:gd name="connsiteY88" fmla="*/ 2119 h 260086"/>
              <a:gd name="connsiteX89" fmla="*/ 514844 w 765852"/>
              <a:gd name="connsiteY89" fmla="*/ 2119 h 260086"/>
              <a:gd name="connsiteX90" fmla="*/ 514844 w 765852"/>
              <a:gd name="connsiteY90" fmla="*/ 164677 h 260086"/>
              <a:gd name="connsiteX91" fmla="*/ 495205 w 765852"/>
              <a:gd name="connsiteY91" fmla="*/ 259554 h 260086"/>
              <a:gd name="connsiteX92" fmla="*/ 502915 w 765852"/>
              <a:gd name="connsiteY92" fmla="*/ 259554 h 260086"/>
              <a:gd name="connsiteX93" fmla="*/ 502915 w 765852"/>
              <a:gd name="connsiteY93" fmla="*/ 197523 h 260086"/>
              <a:gd name="connsiteX94" fmla="*/ 495205 w 765852"/>
              <a:gd name="connsiteY94" fmla="*/ 197523 h 260086"/>
              <a:gd name="connsiteX95" fmla="*/ 495205 w 765852"/>
              <a:gd name="connsiteY95" fmla="*/ 259554 h 260086"/>
              <a:gd name="connsiteX96" fmla="*/ 544816 w 765852"/>
              <a:gd name="connsiteY96" fmla="*/ 204613 h 260086"/>
              <a:gd name="connsiteX97" fmla="*/ 564923 w 765852"/>
              <a:gd name="connsiteY97" fmla="*/ 204613 h 260086"/>
              <a:gd name="connsiteX98" fmla="*/ 564923 w 765852"/>
              <a:gd name="connsiteY98" fmla="*/ 259554 h 260086"/>
              <a:gd name="connsiteX99" fmla="*/ 572633 w 765852"/>
              <a:gd name="connsiteY99" fmla="*/ 259554 h 260086"/>
              <a:gd name="connsiteX100" fmla="*/ 572633 w 765852"/>
              <a:gd name="connsiteY100" fmla="*/ 204613 h 260086"/>
              <a:gd name="connsiteX101" fmla="*/ 592740 w 765852"/>
              <a:gd name="connsiteY101" fmla="*/ 204613 h 260086"/>
              <a:gd name="connsiteX102" fmla="*/ 592740 w 765852"/>
              <a:gd name="connsiteY102" fmla="*/ 197523 h 260086"/>
              <a:gd name="connsiteX103" fmla="*/ 544816 w 765852"/>
              <a:gd name="connsiteY103" fmla="*/ 197523 h 260086"/>
              <a:gd name="connsiteX104" fmla="*/ 544816 w 765852"/>
              <a:gd name="connsiteY104" fmla="*/ 204613 h 260086"/>
              <a:gd name="connsiteX105" fmla="*/ 287389 w 765852"/>
              <a:gd name="connsiteY105" fmla="*/ 2119 h 260086"/>
              <a:gd name="connsiteX106" fmla="*/ 345234 w 765852"/>
              <a:gd name="connsiteY106" fmla="*/ 140105 h 260086"/>
              <a:gd name="connsiteX107" fmla="*/ 381413 w 765852"/>
              <a:gd name="connsiteY107" fmla="*/ 166796 h 260086"/>
              <a:gd name="connsiteX108" fmla="*/ 382899 w 765852"/>
              <a:gd name="connsiteY108" fmla="*/ 166796 h 260086"/>
              <a:gd name="connsiteX109" fmla="*/ 316692 w 765852"/>
              <a:gd name="connsiteY109" fmla="*/ 2119 h 260086"/>
              <a:gd name="connsiteX110" fmla="*/ 287389 w 765852"/>
              <a:gd name="connsiteY110" fmla="*/ 2119 h 260086"/>
              <a:gd name="connsiteX111" fmla="*/ 443549 w 765852"/>
              <a:gd name="connsiteY111" fmla="*/ 199871 h 260086"/>
              <a:gd name="connsiteX112" fmla="*/ 432739 w 765852"/>
              <a:gd name="connsiteY112" fmla="*/ 197523 h 260086"/>
              <a:gd name="connsiteX113" fmla="*/ 408910 w 765852"/>
              <a:gd name="connsiteY113" fmla="*/ 197523 h 260086"/>
              <a:gd name="connsiteX114" fmla="*/ 408910 w 765852"/>
              <a:gd name="connsiteY114" fmla="*/ 259554 h 260086"/>
              <a:gd name="connsiteX115" fmla="*/ 416621 w 765852"/>
              <a:gd name="connsiteY115" fmla="*/ 259554 h 260086"/>
              <a:gd name="connsiteX116" fmla="*/ 416621 w 765852"/>
              <a:gd name="connsiteY116" fmla="*/ 235716 h 260086"/>
              <a:gd name="connsiteX117" fmla="*/ 432748 w 765852"/>
              <a:gd name="connsiteY117" fmla="*/ 235716 h 260086"/>
              <a:gd name="connsiteX118" fmla="*/ 443512 w 765852"/>
              <a:gd name="connsiteY118" fmla="*/ 233368 h 260086"/>
              <a:gd name="connsiteX119" fmla="*/ 450728 w 765852"/>
              <a:gd name="connsiteY119" fmla="*/ 226681 h 260086"/>
              <a:gd name="connsiteX120" fmla="*/ 453295 w 765852"/>
              <a:gd name="connsiteY120" fmla="*/ 216583 h 260086"/>
              <a:gd name="connsiteX121" fmla="*/ 450774 w 765852"/>
              <a:gd name="connsiteY121" fmla="*/ 206521 h 260086"/>
              <a:gd name="connsiteX122" fmla="*/ 443558 w 765852"/>
              <a:gd name="connsiteY122" fmla="*/ 199871 h 260086"/>
              <a:gd name="connsiteX123" fmla="*/ 441779 w 765852"/>
              <a:gd name="connsiteY123" fmla="*/ 225351 h 260086"/>
              <a:gd name="connsiteX124" fmla="*/ 432033 w 765852"/>
              <a:gd name="connsiteY124" fmla="*/ 228635 h 260086"/>
              <a:gd name="connsiteX125" fmla="*/ 416621 w 765852"/>
              <a:gd name="connsiteY125" fmla="*/ 228635 h 260086"/>
              <a:gd name="connsiteX126" fmla="*/ 416621 w 765852"/>
              <a:gd name="connsiteY126" fmla="*/ 204622 h 260086"/>
              <a:gd name="connsiteX127" fmla="*/ 432125 w 765852"/>
              <a:gd name="connsiteY127" fmla="*/ 204622 h 260086"/>
              <a:gd name="connsiteX128" fmla="*/ 441825 w 765852"/>
              <a:gd name="connsiteY128" fmla="*/ 207860 h 260086"/>
              <a:gd name="connsiteX129" fmla="*/ 445410 w 765852"/>
              <a:gd name="connsiteY129" fmla="*/ 216592 h 260086"/>
              <a:gd name="connsiteX130" fmla="*/ 441779 w 765852"/>
              <a:gd name="connsiteY130" fmla="*/ 225361 h 260086"/>
              <a:gd name="connsiteX131" fmla="*/ 382889 w 765852"/>
              <a:gd name="connsiteY131" fmla="*/ 166805 h 260086"/>
              <a:gd name="connsiteX132" fmla="*/ 384375 w 765852"/>
              <a:gd name="connsiteY132" fmla="*/ 166805 h 260086"/>
              <a:gd name="connsiteX133" fmla="*/ 420554 w 765852"/>
              <a:gd name="connsiteY133" fmla="*/ 140114 h 260086"/>
              <a:gd name="connsiteX134" fmla="*/ 478399 w 765852"/>
              <a:gd name="connsiteY134" fmla="*/ 2128 h 260086"/>
              <a:gd name="connsiteX135" fmla="*/ 449096 w 765852"/>
              <a:gd name="connsiteY135" fmla="*/ 2128 h 260086"/>
              <a:gd name="connsiteX136" fmla="*/ 382889 w 765852"/>
              <a:gd name="connsiteY136" fmla="*/ 166814 h 260086"/>
              <a:gd name="connsiteX137" fmla="*/ 644368 w 765852"/>
              <a:gd name="connsiteY137" fmla="*/ 197523 h 260086"/>
              <a:gd name="connsiteX138" fmla="*/ 620714 w 765852"/>
              <a:gd name="connsiteY138" fmla="*/ 259554 h 260086"/>
              <a:gd name="connsiteX139" fmla="*/ 628690 w 765852"/>
              <a:gd name="connsiteY139" fmla="*/ 259554 h 260086"/>
              <a:gd name="connsiteX140" fmla="*/ 635246 w 765852"/>
              <a:gd name="connsiteY140" fmla="*/ 242806 h 260086"/>
              <a:gd name="connsiteX141" fmla="*/ 662266 w 765852"/>
              <a:gd name="connsiteY141" fmla="*/ 242806 h 260086"/>
              <a:gd name="connsiteX142" fmla="*/ 668821 w 765852"/>
              <a:gd name="connsiteY142" fmla="*/ 259554 h 260086"/>
              <a:gd name="connsiteX143" fmla="*/ 677055 w 765852"/>
              <a:gd name="connsiteY143" fmla="*/ 259554 h 260086"/>
              <a:gd name="connsiteX144" fmla="*/ 653491 w 765852"/>
              <a:gd name="connsiteY144" fmla="*/ 197523 h 260086"/>
              <a:gd name="connsiteX145" fmla="*/ 644368 w 765852"/>
              <a:gd name="connsiteY145" fmla="*/ 197523 h 260086"/>
              <a:gd name="connsiteX146" fmla="*/ 637547 w 765852"/>
              <a:gd name="connsiteY146" fmla="*/ 235808 h 260086"/>
              <a:gd name="connsiteX147" fmla="*/ 648705 w 765852"/>
              <a:gd name="connsiteY147" fmla="*/ 205943 h 260086"/>
              <a:gd name="connsiteX148" fmla="*/ 659955 w 765852"/>
              <a:gd name="connsiteY148" fmla="*/ 235808 h 260086"/>
              <a:gd name="connsiteX149" fmla="*/ 637538 w 765852"/>
              <a:gd name="connsiteY149" fmla="*/ 235808 h 260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</a:cxnLst>
            <a:rect l="l" t="t" r="r" b="b"/>
            <a:pathLst>
              <a:path w="765852" h="260086">
                <a:moveTo>
                  <a:pt x="739575" y="143884"/>
                </a:moveTo>
                <a:cubicBezTo>
                  <a:pt x="756519" y="128906"/>
                  <a:pt x="765852" y="107425"/>
                  <a:pt x="765852" y="83403"/>
                </a:cubicBezTo>
                <a:cubicBezTo>
                  <a:pt x="765852" y="59381"/>
                  <a:pt x="756519" y="37899"/>
                  <a:pt x="739575" y="22921"/>
                </a:cubicBezTo>
                <a:cubicBezTo>
                  <a:pt x="722613" y="7925"/>
                  <a:pt x="699307" y="0"/>
                  <a:pt x="672177" y="0"/>
                </a:cubicBezTo>
                <a:cubicBezTo>
                  <a:pt x="645047" y="0"/>
                  <a:pt x="621740" y="7925"/>
                  <a:pt x="604779" y="22921"/>
                </a:cubicBezTo>
                <a:cubicBezTo>
                  <a:pt x="587835" y="37899"/>
                  <a:pt x="578501" y="59381"/>
                  <a:pt x="578501" y="83403"/>
                </a:cubicBezTo>
                <a:cubicBezTo>
                  <a:pt x="578501" y="107425"/>
                  <a:pt x="587835" y="128906"/>
                  <a:pt x="604779" y="143884"/>
                </a:cubicBezTo>
                <a:cubicBezTo>
                  <a:pt x="621740" y="158881"/>
                  <a:pt x="645047" y="166805"/>
                  <a:pt x="672177" y="166805"/>
                </a:cubicBezTo>
                <a:cubicBezTo>
                  <a:pt x="699307" y="166805"/>
                  <a:pt x="722613" y="158881"/>
                  <a:pt x="739575" y="143884"/>
                </a:cubicBezTo>
                <a:close/>
                <a:moveTo>
                  <a:pt x="604595" y="83403"/>
                </a:moveTo>
                <a:cubicBezTo>
                  <a:pt x="604595" y="66489"/>
                  <a:pt x="610821" y="52135"/>
                  <a:pt x="622611" y="41871"/>
                </a:cubicBezTo>
                <a:cubicBezTo>
                  <a:pt x="634751" y="31305"/>
                  <a:pt x="651887" y="25719"/>
                  <a:pt x="672177" y="25719"/>
                </a:cubicBezTo>
                <a:cubicBezTo>
                  <a:pt x="692467" y="25719"/>
                  <a:pt x="709603" y="31305"/>
                  <a:pt x="721742" y="41871"/>
                </a:cubicBezTo>
                <a:cubicBezTo>
                  <a:pt x="733524" y="52126"/>
                  <a:pt x="739759" y="66489"/>
                  <a:pt x="739759" y="83403"/>
                </a:cubicBezTo>
                <a:cubicBezTo>
                  <a:pt x="739759" y="100316"/>
                  <a:pt x="733533" y="114671"/>
                  <a:pt x="721742" y="124934"/>
                </a:cubicBezTo>
                <a:cubicBezTo>
                  <a:pt x="709603" y="135501"/>
                  <a:pt x="692467" y="141077"/>
                  <a:pt x="672177" y="141077"/>
                </a:cubicBezTo>
                <a:cubicBezTo>
                  <a:pt x="651887" y="141077"/>
                  <a:pt x="634741" y="135491"/>
                  <a:pt x="622611" y="124934"/>
                </a:cubicBezTo>
                <a:cubicBezTo>
                  <a:pt x="610830" y="114671"/>
                  <a:pt x="604595" y="100316"/>
                  <a:pt x="604595" y="83403"/>
                </a:cubicBezTo>
                <a:close/>
                <a:moveTo>
                  <a:pt x="238310" y="207181"/>
                </a:moveTo>
                <a:cubicBezTo>
                  <a:pt x="241556" y="205118"/>
                  <a:pt x="245306" y="204081"/>
                  <a:pt x="249560" y="204081"/>
                </a:cubicBezTo>
                <a:cubicBezTo>
                  <a:pt x="254282" y="204081"/>
                  <a:pt x="258288" y="205292"/>
                  <a:pt x="261562" y="207713"/>
                </a:cubicBezTo>
                <a:cubicBezTo>
                  <a:pt x="264835" y="210135"/>
                  <a:pt x="267035" y="213501"/>
                  <a:pt x="268163" y="217812"/>
                </a:cubicBezTo>
                <a:lnTo>
                  <a:pt x="275874" y="217812"/>
                </a:lnTo>
                <a:cubicBezTo>
                  <a:pt x="274691" y="211373"/>
                  <a:pt x="271784" y="206292"/>
                  <a:pt x="267145" y="202568"/>
                </a:cubicBezTo>
                <a:cubicBezTo>
                  <a:pt x="262506" y="198844"/>
                  <a:pt x="256766" y="196982"/>
                  <a:pt x="249917" y="196982"/>
                </a:cubicBezTo>
                <a:cubicBezTo>
                  <a:pt x="244013" y="196982"/>
                  <a:pt x="238814" y="198293"/>
                  <a:pt x="234322" y="200926"/>
                </a:cubicBezTo>
                <a:cubicBezTo>
                  <a:pt x="229838" y="203558"/>
                  <a:pt x="226382" y="207264"/>
                  <a:pt x="223961" y="212052"/>
                </a:cubicBezTo>
                <a:cubicBezTo>
                  <a:pt x="221541" y="216840"/>
                  <a:pt x="220330" y="222334"/>
                  <a:pt x="220330" y="228534"/>
                </a:cubicBezTo>
                <a:cubicBezTo>
                  <a:pt x="220330" y="234734"/>
                  <a:pt x="221541" y="240302"/>
                  <a:pt x="223961" y="245062"/>
                </a:cubicBezTo>
                <a:cubicBezTo>
                  <a:pt x="226382" y="249823"/>
                  <a:pt x="229838" y="253510"/>
                  <a:pt x="234322" y="256142"/>
                </a:cubicBezTo>
                <a:cubicBezTo>
                  <a:pt x="238805" y="258775"/>
                  <a:pt x="244004" y="260086"/>
                  <a:pt x="249917" y="260086"/>
                </a:cubicBezTo>
                <a:cubicBezTo>
                  <a:pt x="256831" y="260086"/>
                  <a:pt x="262570" y="258224"/>
                  <a:pt x="267145" y="254501"/>
                </a:cubicBezTo>
                <a:cubicBezTo>
                  <a:pt x="271720" y="250777"/>
                  <a:pt x="274599" y="245695"/>
                  <a:pt x="275782" y="239256"/>
                </a:cubicBezTo>
                <a:lnTo>
                  <a:pt x="268071" y="239256"/>
                </a:lnTo>
                <a:cubicBezTo>
                  <a:pt x="266888" y="243631"/>
                  <a:pt x="264706" y="247007"/>
                  <a:pt x="261516" y="249401"/>
                </a:cubicBezTo>
                <a:cubicBezTo>
                  <a:pt x="258325" y="251795"/>
                  <a:pt x="254337" y="252987"/>
                  <a:pt x="249560" y="252987"/>
                </a:cubicBezTo>
                <a:cubicBezTo>
                  <a:pt x="245306" y="252987"/>
                  <a:pt x="241556" y="251951"/>
                  <a:pt x="238310" y="249887"/>
                </a:cubicBezTo>
                <a:cubicBezTo>
                  <a:pt x="235064" y="247823"/>
                  <a:pt x="232561" y="244925"/>
                  <a:pt x="230828" y="241201"/>
                </a:cubicBezTo>
                <a:cubicBezTo>
                  <a:pt x="229086" y="237477"/>
                  <a:pt x="228215" y="233258"/>
                  <a:pt x="228215" y="228525"/>
                </a:cubicBezTo>
                <a:cubicBezTo>
                  <a:pt x="228215" y="223792"/>
                  <a:pt x="229086" y="219499"/>
                  <a:pt x="230828" y="215812"/>
                </a:cubicBezTo>
                <a:cubicBezTo>
                  <a:pt x="232570" y="212125"/>
                  <a:pt x="235064" y="209245"/>
                  <a:pt x="238310" y="207172"/>
                </a:cubicBezTo>
                <a:close/>
                <a:moveTo>
                  <a:pt x="335580" y="197523"/>
                </a:moveTo>
                <a:lnTo>
                  <a:pt x="311925" y="259554"/>
                </a:lnTo>
                <a:lnTo>
                  <a:pt x="319892" y="259554"/>
                </a:lnTo>
                <a:lnTo>
                  <a:pt x="326448" y="242806"/>
                </a:lnTo>
                <a:lnTo>
                  <a:pt x="353467" y="242806"/>
                </a:lnTo>
                <a:lnTo>
                  <a:pt x="360023" y="259554"/>
                </a:lnTo>
                <a:lnTo>
                  <a:pt x="368256" y="259554"/>
                </a:lnTo>
                <a:lnTo>
                  <a:pt x="344693" y="197523"/>
                </a:lnTo>
                <a:lnTo>
                  <a:pt x="335570" y="197523"/>
                </a:lnTo>
                <a:close/>
                <a:moveTo>
                  <a:pt x="328758" y="235808"/>
                </a:moveTo>
                <a:lnTo>
                  <a:pt x="339916" y="205943"/>
                </a:lnTo>
                <a:lnTo>
                  <a:pt x="351166" y="235808"/>
                </a:lnTo>
                <a:lnTo>
                  <a:pt x="328749" y="235808"/>
                </a:lnTo>
                <a:close/>
                <a:moveTo>
                  <a:pt x="725437" y="197523"/>
                </a:moveTo>
                <a:lnTo>
                  <a:pt x="717736" y="197523"/>
                </a:lnTo>
                <a:lnTo>
                  <a:pt x="717736" y="259554"/>
                </a:lnTo>
                <a:lnTo>
                  <a:pt x="753704" y="259554"/>
                </a:lnTo>
                <a:lnTo>
                  <a:pt x="753704" y="252464"/>
                </a:lnTo>
                <a:lnTo>
                  <a:pt x="725446" y="252464"/>
                </a:lnTo>
                <a:lnTo>
                  <a:pt x="725446" y="197523"/>
                </a:lnTo>
                <a:close/>
                <a:moveTo>
                  <a:pt x="250953" y="2119"/>
                </a:moveTo>
                <a:lnTo>
                  <a:pt x="225566" y="2119"/>
                </a:lnTo>
                <a:lnTo>
                  <a:pt x="225566" y="164677"/>
                </a:lnTo>
                <a:lnTo>
                  <a:pt x="250953" y="164677"/>
                </a:lnTo>
                <a:lnTo>
                  <a:pt x="250953" y="2119"/>
                </a:lnTo>
                <a:close/>
                <a:moveTo>
                  <a:pt x="80592" y="62692"/>
                </a:moveTo>
                <a:lnTo>
                  <a:pt x="80592" y="164687"/>
                </a:lnTo>
                <a:cubicBezTo>
                  <a:pt x="80592" y="164687"/>
                  <a:pt x="106732" y="164687"/>
                  <a:pt x="106732" y="164687"/>
                </a:cubicBezTo>
                <a:lnTo>
                  <a:pt x="106713" y="62692"/>
                </a:lnTo>
                <a:cubicBezTo>
                  <a:pt x="106713" y="50282"/>
                  <a:pt x="102707" y="38523"/>
                  <a:pt x="95124" y="28700"/>
                </a:cubicBezTo>
                <a:lnTo>
                  <a:pt x="93648" y="26792"/>
                </a:lnTo>
                <a:lnTo>
                  <a:pt x="92172" y="28700"/>
                </a:lnTo>
                <a:cubicBezTo>
                  <a:pt x="84589" y="38523"/>
                  <a:pt x="80583" y="50273"/>
                  <a:pt x="80583" y="62692"/>
                </a:cubicBezTo>
                <a:close/>
                <a:moveTo>
                  <a:pt x="47273" y="2119"/>
                </a:moveTo>
                <a:lnTo>
                  <a:pt x="0" y="2119"/>
                </a:lnTo>
                <a:lnTo>
                  <a:pt x="0" y="26792"/>
                </a:lnTo>
                <a:lnTo>
                  <a:pt x="93648" y="26792"/>
                </a:lnTo>
                <a:lnTo>
                  <a:pt x="91328" y="23793"/>
                </a:lnTo>
                <a:cubicBezTo>
                  <a:pt x="80693" y="10025"/>
                  <a:pt x="64629" y="2119"/>
                  <a:pt x="47273" y="2119"/>
                </a:cubicBezTo>
                <a:close/>
                <a:moveTo>
                  <a:pt x="95968" y="23793"/>
                </a:moveTo>
                <a:lnTo>
                  <a:pt x="93648" y="26792"/>
                </a:lnTo>
                <a:lnTo>
                  <a:pt x="187296" y="26792"/>
                </a:lnTo>
                <a:lnTo>
                  <a:pt x="187296" y="2119"/>
                </a:lnTo>
                <a:lnTo>
                  <a:pt x="140023" y="2119"/>
                </a:lnTo>
                <a:cubicBezTo>
                  <a:pt x="122657" y="2119"/>
                  <a:pt x="106603" y="10016"/>
                  <a:pt x="95958" y="23793"/>
                </a:cubicBezTo>
                <a:close/>
                <a:moveTo>
                  <a:pt x="514844" y="164677"/>
                </a:moveTo>
                <a:lnTo>
                  <a:pt x="540232" y="164677"/>
                </a:lnTo>
                <a:lnTo>
                  <a:pt x="540232" y="2119"/>
                </a:lnTo>
                <a:lnTo>
                  <a:pt x="514844" y="2119"/>
                </a:lnTo>
                <a:lnTo>
                  <a:pt x="514844" y="164677"/>
                </a:lnTo>
                <a:close/>
                <a:moveTo>
                  <a:pt x="495205" y="259554"/>
                </a:moveTo>
                <a:lnTo>
                  <a:pt x="502915" y="259554"/>
                </a:lnTo>
                <a:lnTo>
                  <a:pt x="502915" y="197523"/>
                </a:lnTo>
                <a:lnTo>
                  <a:pt x="495205" y="197523"/>
                </a:lnTo>
                <a:lnTo>
                  <a:pt x="495205" y="259554"/>
                </a:lnTo>
                <a:close/>
                <a:moveTo>
                  <a:pt x="544816" y="204613"/>
                </a:moveTo>
                <a:lnTo>
                  <a:pt x="564923" y="204613"/>
                </a:lnTo>
                <a:lnTo>
                  <a:pt x="564923" y="259554"/>
                </a:lnTo>
                <a:lnTo>
                  <a:pt x="572633" y="259554"/>
                </a:lnTo>
                <a:lnTo>
                  <a:pt x="572633" y="204613"/>
                </a:lnTo>
                <a:lnTo>
                  <a:pt x="592740" y="204613"/>
                </a:lnTo>
                <a:lnTo>
                  <a:pt x="592740" y="197523"/>
                </a:lnTo>
                <a:lnTo>
                  <a:pt x="544816" y="197523"/>
                </a:lnTo>
                <a:lnTo>
                  <a:pt x="544816" y="204613"/>
                </a:lnTo>
                <a:close/>
                <a:moveTo>
                  <a:pt x="287389" y="2119"/>
                </a:moveTo>
                <a:cubicBezTo>
                  <a:pt x="287389" y="2119"/>
                  <a:pt x="335680" y="117220"/>
                  <a:pt x="345234" y="140105"/>
                </a:cubicBezTo>
                <a:cubicBezTo>
                  <a:pt x="356374" y="166796"/>
                  <a:pt x="374464" y="166796"/>
                  <a:pt x="381413" y="166796"/>
                </a:cubicBezTo>
                <a:lnTo>
                  <a:pt x="382899" y="166796"/>
                </a:lnTo>
                <a:lnTo>
                  <a:pt x="316692" y="2119"/>
                </a:lnTo>
                <a:lnTo>
                  <a:pt x="287389" y="2119"/>
                </a:lnTo>
                <a:close/>
                <a:moveTo>
                  <a:pt x="443549" y="199871"/>
                </a:moveTo>
                <a:cubicBezTo>
                  <a:pt x="440413" y="198303"/>
                  <a:pt x="436819" y="197523"/>
                  <a:pt x="432739" y="197523"/>
                </a:cubicBezTo>
                <a:lnTo>
                  <a:pt x="408910" y="197523"/>
                </a:lnTo>
                <a:lnTo>
                  <a:pt x="408910" y="259554"/>
                </a:lnTo>
                <a:lnTo>
                  <a:pt x="416621" y="259554"/>
                </a:lnTo>
                <a:lnTo>
                  <a:pt x="416621" y="235716"/>
                </a:lnTo>
                <a:lnTo>
                  <a:pt x="432748" y="235716"/>
                </a:lnTo>
                <a:cubicBezTo>
                  <a:pt x="436819" y="235716"/>
                  <a:pt x="440413" y="234936"/>
                  <a:pt x="443512" y="233368"/>
                </a:cubicBezTo>
                <a:cubicBezTo>
                  <a:pt x="446611" y="231799"/>
                  <a:pt x="449013" y="229571"/>
                  <a:pt x="450728" y="226681"/>
                </a:cubicBezTo>
                <a:cubicBezTo>
                  <a:pt x="452442" y="223783"/>
                  <a:pt x="453295" y="220417"/>
                  <a:pt x="453295" y="216583"/>
                </a:cubicBezTo>
                <a:cubicBezTo>
                  <a:pt x="453295" y="212749"/>
                  <a:pt x="452452" y="209392"/>
                  <a:pt x="450774" y="206521"/>
                </a:cubicBezTo>
                <a:cubicBezTo>
                  <a:pt x="449087" y="203659"/>
                  <a:pt x="446685" y="201439"/>
                  <a:pt x="443558" y="199871"/>
                </a:cubicBezTo>
                <a:close/>
                <a:moveTo>
                  <a:pt x="441779" y="225351"/>
                </a:moveTo>
                <a:cubicBezTo>
                  <a:pt x="439359" y="227534"/>
                  <a:pt x="436113" y="228635"/>
                  <a:pt x="432033" y="228635"/>
                </a:cubicBezTo>
                <a:lnTo>
                  <a:pt x="416621" y="228635"/>
                </a:lnTo>
                <a:lnTo>
                  <a:pt x="416621" y="204622"/>
                </a:lnTo>
                <a:lnTo>
                  <a:pt x="432125" y="204622"/>
                </a:lnTo>
                <a:cubicBezTo>
                  <a:pt x="436196" y="204622"/>
                  <a:pt x="439432" y="205705"/>
                  <a:pt x="441825" y="207860"/>
                </a:cubicBezTo>
                <a:cubicBezTo>
                  <a:pt x="444218" y="210015"/>
                  <a:pt x="445410" y="212923"/>
                  <a:pt x="445410" y="216592"/>
                </a:cubicBezTo>
                <a:cubicBezTo>
                  <a:pt x="445410" y="220261"/>
                  <a:pt x="444200" y="223178"/>
                  <a:pt x="441779" y="225361"/>
                </a:cubicBezTo>
                <a:close/>
                <a:moveTo>
                  <a:pt x="382889" y="166805"/>
                </a:moveTo>
                <a:lnTo>
                  <a:pt x="384375" y="166805"/>
                </a:lnTo>
                <a:cubicBezTo>
                  <a:pt x="391334" y="166805"/>
                  <a:pt x="409423" y="166805"/>
                  <a:pt x="420554" y="140114"/>
                </a:cubicBezTo>
                <a:cubicBezTo>
                  <a:pt x="430099" y="117230"/>
                  <a:pt x="478399" y="2128"/>
                  <a:pt x="478399" y="2128"/>
                </a:cubicBezTo>
                <a:lnTo>
                  <a:pt x="449096" y="2128"/>
                </a:lnTo>
                <a:lnTo>
                  <a:pt x="382889" y="166814"/>
                </a:lnTo>
                <a:close/>
                <a:moveTo>
                  <a:pt x="644368" y="197523"/>
                </a:moveTo>
                <a:lnTo>
                  <a:pt x="620714" y="259554"/>
                </a:lnTo>
                <a:lnTo>
                  <a:pt x="628690" y="259554"/>
                </a:lnTo>
                <a:lnTo>
                  <a:pt x="635246" y="242806"/>
                </a:lnTo>
                <a:lnTo>
                  <a:pt x="662266" y="242806"/>
                </a:lnTo>
                <a:lnTo>
                  <a:pt x="668821" y="259554"/>
                </a:lnTo>
                <a:lnTo>
                  <a:pt x="677055" y="259554"/>
                </a:lnTo>
                <a:lnTo>
                  <a:pt x="653491" y="197523"/>
                </a:lnTo>
                <a:lnTo>
                  <a:pt x="644368" y="197523"/>
                </a:lnTo>
                <a:close/>
                <a:moveTo>
                  <a:pt x="637547" y="235808"/>
                </a:moveTo>
                <a:lnTo>
                  <a:pt x="648705" y="205943"/>
                </a:lnTo>
                <a:lnTo>
                  <a:pt x="659955" y="235808"/>
                </a:lnTo>
                <a:lnTo>
                  <a:pt x="637538" y="235808"/>
                </a:lnTo>
                <a:close/>
              </a:path>
            </a:pathLst>
          </a:custGeom>
          <a:solidFill>
            <a:schemeClr val="bg1"/>
          </a:solidFill>
          <a:ln w="1061" cap="flat">
            <a:noFill/>
            <a:prstDash val="solid"/>
            <a:miter/>
          </a:ln>
        </p:spPr>
        <p:txBody>
          <a:bodyPr rtlCol="0" anchor="ctr"/>
          <a:lstStyle/>
          <a:p>
            <a:endParaRPr lang="pt-BR">
              <a:solidFill>
                <a:schemeClr val="bg1"/>
              </a:solidFill>
            </a:endParaRPr>
          </a:p>
        </p:txBody>
      </p:sp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7858F1CA-0E09-F094-AD45-52092585CA1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225800" y="1518527"/>
            <a:ext cx="3740400" cy="2313464"/>
          </a:xfrm>
          <a:prstGeom prst="rect">
            <a:avLst/>
          </a:prstGeom>
          <a:ln>
            <a:solidFill>
              <a:schemeClr val="bg1"/>
            </a:solidFill>
          </a:ln>
        </p:spPr>
        <p:txBody>
          <a:bodyPr lIns="36000" tIns="36000" rIns="36000" bIns="36000"/>
          <a:lstStyle>
            <a:lvl1pPr marL="0" indent="0">
              <a:buNone/>
              <a:defRPr sz="120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4E170CD4-5C01-DD85-2A0A-98954D99CAC5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34962" y="3987408"/>
            <a:ext cx="3741737" cy="2313464"/>
          </a:xfrm>
          <a:prstGeom prst="rect">
            <a:avLst/>
          </a:prstGeom>
          <a:ln>
            <a:solidFill>
              <a:schemeClr val="bg1"/>
            </a:solidFill>
          </a:ln>
        </p:spPr>
        <p:txBody>
          <a:bodyPr lIns="36000" tIns="36000" rIns="36000" bIns="36000"/>
          <a:lstStyle>
            <a:lvl1pPr marL="0" indent="0">
              <a:buNone/>
              <a:defRPr sz="120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8">
            <a:extLst>
              <a:ext uri="{FF2B5EF4-FFF2-40B4-BE49-F238E27FC236}">
                <a16:creationId xmlns:a16="http://schemas.microsoft.com/office/drawing/2014/main" id="{10601806-BC35-9EEE-9C59-2DC0E49D5BA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4225799" y="3987408"/>
            <a:ext cx="3740400" cy="2313464"/>
          </a:xfrm>
          <a:prstGeom prst="rect">
            <a:avLst/>
          </a:prstGeom>
          <a:ln>
            <a:solidFill>
              <a:schemeClr val="bg1"/>
            </a:solidFill>
          </a:ln>
        </p:spPr>
        <p:txBody>
          <a:bodyPr lIns="36000" tIns="36000" rIns="36000" bIns="36000"/>
          <a:lstStyle>
            <a:lvl1pPr marL="0" indent="0">
              <a:buNone/>
              <a:defRPr sz="120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805EFAA-C04F-7113-90E8-A7D66AF3528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116638" y="1524792"/>
            <a:ext cx="3740400" cy="4776079"/>
          </a:xfrm>
          <a:prstGeom prst="rect">
            <a:avLst/>
          </a:prstGeom>
          <a:ln>
            <a:solidFill>
              <a:schemeClr val="bg1"/>
            </a:solidFill>
          </a:ln>
        </p:spPr>
        <p:txBody>
          <a:bodyPr lIns="36000" tIns="36000" rIns="36000" bIns="36000"/>
          <a:lstStyle>
            <a:lvl1pPr marL="0" indent="0">
              <a:buNone/>
              <a:defRPr sz="120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1984F0D-6B5E-38C9-C788-1C5ADE9D6048}"/>
              </a:ext>
            </a:extLst>
          </p:cNvPr>
          <p:cNvCxnSpPr/>
          <p:nvPr userDrawn="1"/>
        </p:nvCxnSpPr>
        <p:spPr>
          <a:xfrm>
            <a:off x="334963" y="185353"/>
            <a:ext cx="10415415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172357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469">
          <p15:clr>
            <a:srgbClr val="FBAE40"/>
          </p15:clr>
        </p15:guide>
        <p15:guide id="2" orient="horz" pos="3974">
          <p15:clr>
            <a:srgbClr val="FBAE40"/>
          </p15:clr>
        </p15:guide>
        <p15:guide id="3" orient="horz" pos="232">
          <p15:clr>
            <a:srgbClr val="FBAE40"/>
          </p15:clr>
        </p15:guide>
        <p15:guide id="4" pos="211">
          <p15:clr>
            <a:srgbClr val="FBAE40"/>
          </p15:clr>
        </p15:guide>
        <p15:guide id="5" orient="horz" pos="4065">
          <p15:clr>
            <a:srgbClr val="FBAE40"/>
          </p15:clr>
        </p15:guide>
        <p15:guide id="6" orient="horz" pos="799">
          <p15:clr>
            <a:srgbClr val="FBAE40"/>
          </p15:clr>
        </p15:guide>
        <p15:guide id="7" orient="horz" pos="935">
          <p15:clr>
            <a:srgbClr val="FBAE40"/>
          </p15:clr>
        </p15:guide>
      </p15:sldGuideLst>
    </p:ext>
  </p:extLs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| 4 Boxes - High Grade">
    <p:bg>
      <p:bgPr>
        <a:gradFill>
          <a:gsLst>
            <a:gs pos="81000">
              <a:schemeClr val="tx1">
                <a:lumMod val="85000"/>
                <a:lumOff val="15000"/>
              </a:schemeClr>
            </a:gs>
            <a:gs pos="100000">
              <a:schemeClr val="tx1">
                <a:lumMod val="95000"/>
                <a:lumOff val="5000"/>
              </a:schemeClr>
            </a:gs>
            <a:gs pos="0">
              <a:schemeClr val="accent1"/>
            </a:gs>
          </a:gsLst>
          <a:lin ang="7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132BCE3-A04F-8602-64F7-7623C7EAF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61763" y="6482556"/>
            <a:ext cx="295275" cy="1692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 sz="1100">
                <a:solidFill>
                  <a:schemeClr val="bg1"/>
                </a:solidFill>
                <a:latin typeface="Versos" panose="020B0503020204030204" pitchFamily="34" charset="0"/>
                <a:cs typeface="Versos" panose="020B0503020204030204" pitchFamily="34" charset="0"/>
              </a:defRPr>
            </a:lvl1pPr>
          </a:lstStyle>
          <a:p>
            <a:fld id="{77667D73-C69A-4DAA-9003-24A825D36FE9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B13D7C-5A47-B0DF-B518-26E79F5D2DB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63" y="368300"/>
            <a:ext cx="10183813" cy="4308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err="1"/>
              <a:t>Título</a:t>
            </a:r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401465E-A8CD-A3BA-BE2A-9597492FDC6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4963" y="6482556"/>
            <a:ext cx="10980000" cy="138499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900">
                <a:latin typeface="Versos Light" panose="020B0403020204030204" pitchFamily="34" charset="0"/>
              </a:defRPr>
            </a:lvl2pPr>
            <a:lvl3pPr>
              <a:defRPr sz="900">
                <a:latin typeface="Versos Light" panose="020B0403020204030204" pitchFamily="34" charset="0"/>
              </a:defRPr>
            </a:lvl3pPr>
            <a:lvl4pPr>
              <a:defRPr sz="900">
                <a:latin typeface="Versos Light" panose="020B0403020204030204" pitchFamily="34" charset="0"/>
              </a:defRPr>
            </a:lvl4pPr>
            <a:lvl5pPr>
              <a:defRPr sz="900">
                <a:latin typeface="Versos Light" panose="020B0403020204030204" pitchFamily="34" charset="0"/>
              </a:defRPr>
            </a:lvl5pPr>
          </a:lstStyle>
          <a:p>
            <a:pPr lvl="0"/>
            <a:r>
              <a:rPr lang="en-US"/>
              <a:t>Fonte:</a:t>
            </a:r>
            <a:endParaRPr lang="pt-BR"/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7F86D482-580C-D22A-58CC-10B9C4F7EDD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34963" y="1518527"/>
            <a:ext cx="3741737" cy="2313464"/>
          </a:xfrm>
          <a:prstGeom prst="rect">
            <a:avLst/>
          </a:prstGeom>
          <a:ln>
            <a:solidFill>
              <a:schemeClr val="bg1"/>
            </a:solidFill>
          </a:ln>
        </p:spPr>
        <p:txBody>
          <a:bodyPr lIns="36000" tIns="36000" rIns="36000" bIns="36000"/>
          <a:lstStyle>
            <a:lvl1pPr marL="0" indent="0">
              <a:buNone/>
              <a:defRPr sz="120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Picture 8">
            <a:extLst>
              <a:ext uri="{FF2B5EF4-FFF2-40B4-BE49-F238E27FC236}">
                <a16:creationId xmlns:a16="http://schemas.microsoft.com/office/drawing/2014/main" id="{57BCE67C-64C7-2D0C-0DC2-7A4B4CC314E0}"/>
              </a:ext>
            </a:extLst>
          </p:cNvPr>
          <p:cNvSpPr/>
          <p:nvPr userDrawn="1"/>
        </p:nvSpPr>
        <p:spPr>
          <a:xfrm>
            <a:off x="11091186" y="377178"/>
            <a:ext cx="765852" cy="260086"/>
          </a:xfrm>
          <a:custGeom>
            <a:avLst/>
            <a:gdLst>
              <a:gd name="connsiteX0" fmla="*/ 739575 w 765852"/>
              <a:gd name="connsiteY0" fmla="*/ 143884 h 260086"/>
              <a:gd name="connsiteX1" fmla="*/ 765852 w 765852"/>
              <a:gd name="connsiteY1" fmla="*/ 83403 h 260086"/>
              <a:gd name="connsiteX2" fmla="*/ 739575 w 765852"/>
              <a:gd name="connsiteY2" fmla="*/ 22921 h 260086"/>
              <a:gd name="connsiteX3" fmla="*/ 672177 w 765852"/>
              <a:gd name="connsiteY3" fmla="*/ 0 h 260086"/>
              <a:gd name="connsiteX4" fmla="*/ 604779 w 765852"/>
              <a:gd name="connsiteY4" fmla="*/ 22921 h 260086"/>
              <a:gd name="connsiteX5" fmla="*/ 578501 w 765852"/>
              <a:gd name="connsiteY5" fmla="*/ 83403 h 260086"/>
              <a:gd name="connsiteX6" fmla="*/ 604779 w 765852"/>
              <a:gd name="connsiteY6" fmla="*/ 143884 h 260086"/>
              <a:gd name="connsiteX7" fmla="*/ 672177 w 765852"/>
              <a:gd name="connsiteY7" fmla="*/ 166805 h 260086"/>
              <a:gd name="connsiteX8" fmla="*/ 739575 w 765852"/>
              <a:gd name="connsiteY8" fmla="*/ 143884 h 260086"/>
              <a:gd name="connsiteX9" fmla="*/ 604595 w 765852"/>
              <a:gd name="connsiteY9" fmla="*/ 83403 h 260086"/>
              <a:gd name="connsiteX10" fmla="*/ 622611 w 765852"/>
              <a:gd name="connsiteY10" fmla="*/ 41871 h 260086"/>
              <a:gd name="connsiteX11" fmla="*/ 672177 w 765852"/>
              <a:gd name="connsiteY11" fmla="*/ 25719 h 260086"/>
              <a:gd name="connsiteX12" fmla="*/ 721742 w 765852"/>
              <a:gd name="connsiteY12" fmla="*/ 41871 h 260086"/>
              <a:gd name="connsiteX13" fmla="*/ 739759 w 765852"/>
              <a:gd name="connsiteY13" fmla="*/ 83403 h 260086"/>
              <a:gd name="connsiteX14" fmla="*/ 721742 w 765852"/>
              <a:gd name="connsiteY14" fmla="*/ 124934 h 260086"/>
              <a:gd name="connsiteX15" fmla="*/ 672177 w 765852"/>
              <a:gd name="connsiteY15" fmla="*/ 141077 h 260086"/>
              <a:gd name="connsiteX16" fmla="*/ 622611 w 765852"/>
              <a:gd name="connsiteY16" fmla="*/ 124934 h 260086"/>
              <a:gd name="connsiteX17" fmla="*/ 604595 w 765852"/>
              <a:gd name="connsiteY17" fmla="*/ 83403 h 260086"/>
              <a:gd name="connsiteX18" fmla="*/ 238310 w 765852"/>
              <a:gd name="connsiteY18" fmla="*/ 207181 h 260086"/>
              <a:gd name="connsiteX19" fmla="*/ 249560 w 765852"/>
              <a:gd name="connsiteY19" fmla="*/ 204081 h 260086"/>
              <a:gd name="connsiteX20" fmla="*/ 261562 w 765852"/>
              <a:gd name="connsiteY20" fmla="*/ 207713 h 260086"/>
              <a:gd name="connsiteX21" fmla="*/ 268163 w 765852"/>
              <a:gd name="connsiteY21" fmla="*/ 217812 h 260086"/>
              <a:gd name="connsiteX22" fmla="*/ 275874 w 765852"/>
              <a:gd name="connsiteY22" fmla="*/ 217812 h 260086"/>
              <a:gd name="connsiteX23" fmla="*/ 267145 w 765852"/>
              <a:gd name="connsiteY23" fmla="*/ 202568 h 260086"/>
              <a:gd name="connsiteX24" fmla="*/ 249917 w 765852"/>
              <a:gd name="connsiteY24" fmla="*/ 196982 h 260086"/>
              <a:gd name="connsiteX25" fmla="*/ 234322 w 765852"/>
              <a:gd name="connsiteY25" fmla="*/ 200926 h 260086"/>
              <a:gd name="connsiteX26" fmla="*/ 223961 w 765852"/>
              <a:gd name="connsiteY26" fmla="*/ 212052 h 260086"/>
              <a:gd name="connsiteX27" fmla="*/ 220330 w 765852"/>
              <a:gd name="connsiteY27" fmla="*/ 228534 h 260086"/>
              <a:gd name="connsiteX28" fmla="*/ 223961 w 765852"/>
              <a:gd name="connsiteY28" fmla="*/ 245062 h 260086"/>
              <a:gd name="connsiteX29" fmla="*/ 234322 w 765852"/>
              <a:gd name="connsiteY29" fmla="*/ 256142 h 260086"/>
              <a:gd name="connsiteX30" fmla="*/ 249917 w 765852"/>
              <a:gd name="connsiteY30" fmla="*/ 260086 h 260086"/>
              <a:gd name="connsiteX31" fmla="*/ 267145 w 765852"/>
              <a:gd name="connsiteY31" fmla="*/ 254501 h 260086"/>
              <a:gd name="connsiteX32" fmla="*/ 275782 w 765852"/>
              <a:gd name="connsiteY32" fmla="*/ 239256 h 260086"/>
              <a:gd name="connsiteX33" fmla="*/ 268071 w 765852"/>
              <a:gd name="connsiteY33" fmla="*/ 239256 h 260086"/>
              <a:gd name="connsiteX34" fmla="*/ 261516 w 765852"/>
              <a:gd name="connsiteY34" fmla="*/ 249401 h 260086"/>
              <a:gd name="connsiteX35" fmla="*/ 249560 w 765852"/>
              <a:gd name="connsiteY35" fmla="*/ 252987 h 260086"/>
              <a:gd name="connsiteX36" fmla="*/ 238310 w 765852"/>
              <a:gd name="connsiteY36" fmla="*/ 249887 h 260086"/>
              <a:gd name="connsiteX37" fmla="*/ 230828 w 765852"/>
              <a:gd name="connsiteY37" fmla="*/ 241201 h 260086"/>
              <a:gd name="connsiteX38" fmla="*/ 228215 w 765852"/>
              <a:gd name="connsiteY38" fmla="*/ 228525 h 260086"/>
              <a:gd name="connsiteX39" fmla="*/ 230828 w 765852"/>
              <a:gd name="connsiteY39" fmla="*/ 215812 h 260086"/>
              <a:gd name="connsiteX40" fmla="*/ 238310 w 765852"/>
              <a:gd name="connsiteY40" fmla="*/ 207172 h 260086"/>
              <a:gd name="connsiteX41" fmla="*/ 335580 w 765852"/>
              <a:gd name="connsiteY41" fmla="*/ 197523 h 260086"/>
              <a:gd name="connsiteX42" fmla="*/ 311925 w 765852"/>
              <a:gd name="connsiteY42" fmla="*/ 259554 h 260086"/>
              <a:gd name="connsiteX43" fmla="*/ 319892 w 765852"/>
              <a:gd name="connsiteY43" fmla="*/ 259554 h 260086"/>
              <a:gd name="connsiteX44" fmla="*/ 326448 w 765852"/>
              <a:gd name="connsiteY44" fmla="*/ 242806 h 260086"/>
              <a:gd name="connsiteX45" fmla="*/ 353467 w 765852"/>
              <a:gd name="connsiteY45" fmla="*/ 242806 h 260086"/>
              <a:gd name="connsiteX46" fmla="*/ 360023 w 765852"/>
              <a:gd name="connsiteY46" fmla="*/ 259554 h 260086"/>
              <a:gd name="connsiteX47" fmla="*/ 368256 w 765852"/>
              <a:gd name="connsiteY47" fmla="*/ 259554 h 260086"/>
              <a:gd name="connsiteX48" fmla="*/ 344693 w 765852"/>
              <a:gd name="connsiteY48" fmla="*/ 197523 h 260086"/>
              <a:gd name="connsiteX49" fmla="*/ 335570 w 765852"/>
              <a:gd name="connsiteY49" fmla="*/ 197523 h 260086"/>
              <a:gd name="connsiteX50" fmla="*/ 328758 w 765852"/>
              <a:gd name="connsiteY50" fmla="*/ 235808 h 260086"/>
              <a:gd name="connsiteX51" fmla="*/ 339916 w 765852"/>
              <a:gd name="connsiteY51" fmla="*/ 205943 h 260086"/>
              <a:gd name="connsiteX52" fmla="*/ 351166 w 765852"/>
              <a:gd name="connsiteY52" fmla="*/ 235808 h 260086"/>
              <a:gd name="connsiteX53" fmla="*/ 328749 w 765852"/>
              <a:gd name="connsiteY53" fmla="*/ 235808 h 260086"/>
              <a:gd name="connsiteX54" fmla="*/ 725437 w 765852"/>
              <a:gd name="connsiteY54" fmla="*/ 197523 h 260086"/>
              <a:gd name="connsiteX55" fmla="*/ 717736 w 765852"/>
              <a:gd name="connsiteY55" fmla="*/ 197523 h 260086"/>
              <a:gd name="connsiteX56" fmla="*/ 717736 w 765852"/>
              <a:gd name="connsiteY56" fmla="*/ 259554 h 260086"/>
              <a:gd name="connsiteX57" fmla="*/ 753704 w 765852"/>
              <a:gd name="connsiteY57" fmla="*/ 259554 h 260086"/>
              <a:gd name="connsiteX58" fmla="*/ 753704 w 765852"/>
              <a:gd name="connsiteY58" fmla="*/ 252464 h 260086"/>
              <a:gd name="connsiteX59" fmla="*/ 725446 w 765852"/>
              <a:gd name="connsiteY59" fmla="*/ 252464 h 260086"/>
              <a:gd name="connsiteX60" fmla="*/ 725446 w 765852"/>
              <a:gd name="connsiteY60" fmla="*/ 197523 h 260086"/>
              <a:gd name="connsiteX61" fmla="*/ 250953 w 765852"/>
              <a:gd name="connsiteY61" fmla="*/ 2119 h 260086"/>
              <a:gd name="connsiteX62" fmla="*/ 225566 w 765852"/>
              <a:gd name="connsiteY62" fmla="*/ 2119 h 260086"/>
              <a:gd name="connsiteX63" fmla="*/ 225566 w 765852"/>
              <a:gd name="connsiteY63" fmla="*/ 164677 h 260086"/>
              <a:gd name="connsiteX64" fmla="*/ 250953 w 765852"/>
              <a:gd name="connsiteY64" fmla="*/ 164677 h 260086"/>
              <a:gd name="connsiteX65" fmla="*/ 250953 w 765852"/>
              <a:gd name="connsiteY65" fmla="*/ 2119 h 260086"/>
              <a:gd name="connsiteX66" fmla="*/ 80592 w 765852"/>
              <a:gd name="connsiteY66" fmla="*/ 62692 h 260086"/>
              <a:gd name="connsiteX67" fmla="*/ 80592 w 765852"/>
              <a:gd name="connsiteY67" fmla="*/ 164687 h 260086"/>
              <a:gd name="connsiteX68" fmla="*/ 106732 w 765852"/>
              <a:gd name="connsiteY68" fmla="*/ 164687 h 260086"/>
              <a:gd name="connsiteX69" fmla="*/ 106713 w 765852"/>
              <a:gd name="connsiteY69" fmla="*/ 62692 h 260086"/>
              <a:gd name="connsiteX70" fmla="*/ 95124 w 765852"/>
              <a:gd name="connsiteY70" fmla="*/ 28700 h 260086"/>
              <a:gd name="connsiteX71" fmla="*/ 93648 w 765852"/>
              <a:gd name="connsiteY71" fmla="*/ 26792 h 260086"/>
              <a:gd name="connsiteX72" fmla="*/ 92172 w 765852"/>
              <a:gd name="connsiteY72" fmla="*/ 28700 h 260086"/>
              <a:gd name="connsiteX73" fmla="*/ 80583 w 765852"/>
              <a:gd name="connsiteY73" fmla="*/ 62692 h 260086"/>
              <a:gd name="connsiteX74" fmla="*/ 47273 w 765852"/>
              <a:gd name="connsiteY74" fmla="*/ 2119 h 260086"/>
              <a:gd name="connsiteX75" fmla="*/ 0 w 765852"/>
              <a:gd name="connsiteY75" fmla="*/ 2119 h 260086"/>
              <a:gd name="connsiteX76" fmla="*/ 0 w 765852"/>
              <a:gd name="connsiteY76" fmla="*/ 26792 h 260086"/>
              <a:gd name="connsiteX77" fmla="*/ 93648 w 765852"/>
              <a:gd name="connsiteY77" fmla="*/ 26792 h 260086"/>
              <a:gd name="connsiteX78" fmla="*/ 91328 w 765852"/>
              <a:gd name="connsiteY78" fmla="*/ 23793 h 260086"/>
              <a:gd name="connsiteX79" fmla="*/ 47273 w 765852"/>
              <a:gd name="connsiteY79" fmla="*/ 2119 h 260086"/>
              <a:gd name="connsiteX80" fmla="*/ 95968 w 765852"/>
              <a:gd name="connsiteY80" fmla="*/ 23793 h 260086"/>
              <a:gd name="connsiteX81" fmla="*/ 93648 w 765852"/>
              <a:gd name="connsiteY81" fmla="*/ 26792 h 260086"/>
              <a:gd name="connsiteX82" fmla="*/ 187296 w 765852"/>
              <a:gd name="connsiteY82" fmla="*/ 26792 h 260086"/>
              <a:gd name="connsiteX83" fmla="*/ 187296 w 765852"/>
              <a:gd name="connsiteY83" fmla="*/ 2119 h 260086"/>
              <a:gd name="connsiteX84" fmla="*/ 140023 w 765852"/>
              <a:gd name="connsiteY84" fmla="*/ 2119 h 260086"/>
              <a:gd name="connsiteX85" fmla="*/ 95958 w 765852"/>
              <a:gd name="connsiteY85" fmla="*/ 23793 h 260086"/>
              <a:gd name="connsiteX86" fmla="*/ 514844 w 765852"/>
              <a:gd name="connsiteY86" fmla="*/ 164677 h 260086"/>
              <a:gd name="connsiteX87" fmla="*/ 540232 w 765852"/>
              <a:gd name="connsiteY87" fmla="*/ 164677 h 260086"/>
              <a:gd name="connsiteX88" fmla="*/ 540232 w 765852"/>
              <a:gd name="connsiteY88" fmla="*/ 2119 h 260086"/>
              <a:gd name="connsiteX89" fmla="*/ 514844 w 765852"/>
              <a:gd name="connsiteY89" fmla="*/ 2119 h 260086"/>
              <a:gd name="connsiteX90" fmla="*/ 514844 w 765852"/>
              <a:gd name="connsiteY90" fmla="*/ 164677 h 260086"/>
              <a:gd name="connsiteX91" fmla="*/ 495205 w 765852"/>
              <a:gd name="connsiteY91" fmla="*/ 259554 h 260086"/>
              <a:gd name="connsiteX92" fmla="*/ 502915 w 765852"/>
              <a:gd name="connsiteY92" fmla="*/ 259554 h 260086"/>
              <a:gd name="connsiteX93" fmla="*/ 502915 w 765852"/>
              <a:gd name="connsiteY93" fmla="*/ 197523 h 260086"/>
              <a:gd name="connsiteX94" fmla="*/ 495205 w 765852"/>
              <a:gd name="connsiteY94" fmla="*/ 197523 h 260086"/>
              <a:gd name="connsiteX95" fmla="*/ 495205 w 765852"/>
              <a:gd name="connsiteY95" fmla="*/ 259554 h 260086"/>
              <a:gd name="connsiteX96" fmla="*/ 544816 w 765852"/>
              <a:gd name="connsiteY96" fmla="*/ 204613 h 260086"/>
              <a:gd name="connsiteX97" fmla="*/ 564923 w 765852"/>
              <a:gd name="connsiteY97" fmla="*/ 204613 h 260086"/>
              <a:gd name="connsiteX98" fmla="*/ 564923 w 765852"/>
              <a:gd name="connsiteY98" fmla="*/ 259554 h 260086"/>
              <a:gd name="connsiteX99" fmla="*/ 572633 w 765852"/>
              <a:gd name="connsiteY99" fmla="*/ 259554 h 260086"/>
              <a:gd name="connsiteX100" fmla="*/ 572633 w 765852"/>
              <a:gd name="connsiteY100" fmla="*/ 204613 h 260086"/>
              <a:gd name="connsiteX101" fmla="*/ 592740 w 765852"/>
              <a:gd name="connsiteY101" fmla="*/ 204613 h 260086"/>
              <a:gd name="connsiteX102" fmla="*/ 592740 w 765852"/>
              <a:gd name="connsiteY102" fmla="*/ 197523 h 260086"/>
              <a:gd name="connsiteX103" fmla="*/ 544816 w 765852"/>
              <a:gd name="connsiteY103" fmla="*/ 197523 h 260086"/>
              <a:gd name="connsiteX104" fmla="*/ 544816 w 765852"/>
              <a:gd name="connsiteY104" fmla="*/ 204613 h 260086"/>
              <a:gd name="connsiteX105" fmla="*/ 287389 w 765852"/>
              <a:gd name="connsiteY105" fmla="*/ 2119 h 260086"/>
              <a:gd name="connsiteX106" fmla="*/ 345234 w 765852"/>
              <a:gd name="connsiteY106" fmla="*/ 140105 h 260086"/>
              <a:gd name="connsiteX107" fmla="*/ 381413 w 765852"/>
              <a:gd name="connsiteY107" fmla="*/ 166796 h 260086"/>
              <a:gd name="connsiteX108" fmla="*/ 382899 w 765852"/>
              <a:gd name="connsiteY108" fmla="*/ 166796 h 260086"/>
              <a:gd name="connsiteX109" fmla="*/ 316692 w 765852"/>
              <a:gd name="connsiteY109" fmla="*/ 2119 h 260086"/>
              <a:gd name="connsiteX110" fmla="*/ 287389 w 765852"/>
              <a:gd name="connsiteY110" fmla="*/ 2119 h 260086"/>
              <a:gd name="connsiteX111" fmla="*/ 443549 w 765852"/>
              <a:gd name="connsiteY111" fmla="*/ 199871 h 260086"/>
              <a:gd name="connsiteX112" fmla="*/ 432739 w 765852"/>
              <a:gd name="connsiteY112" fmla="*/ 197523 h 260086"/>
              <a:gd name="connsiteX113" fmla="*/ 408910 w 765852"/>
              <a:gd name="connsiteY113" fmla="*/ 197523 h 260086"/>
              <a:gd name="connsiteX114" fmla="*/ 408910 w 765852"/>
              <a:gd name="connsiteY114" fmla="*/ 259554 h 260086"/>
              <a:gd name="connsiteX115" fmla="*/ 416621 w 765852"/>
              <a:gd name="connsiteY115" fmla="*/ 259554 h 260086"/>
              <a:gd name="connsiteX116" fmla="*/ 416621 w 765852"/>
              <a:gd name="connsiteY116" fmla="*/ 235716 h 260086"/>
              <a:gd name="connsiteX117" fmla="*/ 432748 w 765852"/>
              <a:gd name="connsiteY117" fmla="*/ 235716 h 260086"/>
              <a:gd name="connsiteX118" fmla="*/ 443512 w 765852"/>
              <a:gd name="connsiteY118" fmla="*/ 233368 h 260086"/>
              <a:gd name="connsiteX119" fmla="*/ 450728 w 765852"/>
              <a:gd name="connsiteY119" fmla="*/ 226681 h 260086"/>
              <a:gd name="connsiteX120" fmla="*/ 453295 w 765852"/>
              <a:gd name="connsiteY120" fmla="*/ 216583 h 260086"/>
              <a:gd name="connsiteX121" fmla="*/ 450774 w 765852"/>
              <a:gd name="connsiteY121" fmla="*/ 206521 h 260086"/>
              <a:gd name="connsiteX122" fmla="*/ 443558 w 765852"/>
              <a:gd name="connsiteY122" fmla="*/ 199871 h 260086"/>
              <a:gd name="connsiteX123" fmla="*/ 441779 w 765852"/>
              <a:gd name="connsiteY123" fmla="*/ 225351 h 260086"/>
              <a:gd name="connsiteX124" fmla="*/ 432033 w 765852"/>
              <a:gd name="connsiteY124" fmla="*/ 228635 h 260086"/>
              <a:gd name="connsiteX125" fmla="*/ 416621 w 765852"/>
              <a:gd name="connsiteY125" fmla="*/ 228635 h 260086"/>
              <a:gd name="connsiteX126" fmla="*/ 416621 w 765852"/>
              <a:gd name="connsiteY126" fmla="*/ 204622 h 260086"/>
              <a:gd name="connsiteX127" fmla="*/ 432125 w 765852"/>
              <a:gd name="connsiteY127" fmla="*/ 204622 h 260086"/>
              <a:gd name="connsiteX128" fmla="*/ 441825 w 765852"/>
              <a:gd name="connsiteY128" fmla="*/ 207860 h 260086"/>
              <a:gd name="connsiteX129" fmla="*/ 445410 w 765852"/>
              <a:gd name="connsiteY129" fmla="*/ 216592 h 260086"/>
              <a:gd name="connsiteX130" fmla="*/ 441779 w 765852"/>
              <a:gd name="connsiteY130" fmla="*/ 225361 h 260086"/>
              <a:gd name="connsiteX131" fmla="*/ 382889 w 765852"/>
              <a:gd name="connsiteY131" fmla="*/ 166805 h 260086"/>
              <a:gd name="connsiteX132" fmla="*/ 384375 w 765852"/>
              <a:gd name="connsiteY132" fmla="*/ 166805 h 260086"/>
              <a:gd name="connsiteX133" fmla="*/ 420554 w 765852"/>
              <a:gd name="connsiteY133" fmla="*/ 140114 h 260086"/>
              <a:gd name="connsiteX134" fmla="*/ 478399 w 765852"/>
              <a:gd name="connsiteY134" fmla="*/ 2128 h 260086"/>
              <a:gd name="connsiteX135" fmla="*/ 449096 w 765852"/>
              <a:gd name="connsiteY135" fmla="*/ 2128 h 260086"/>
              <a:gd name="connsiteX136" fmla="*/ 382889 w 765852"/>
              <a:gd name="connsiteY136" fmla="*/ 166814 h 260086"/>
              <a:gd name="connsiteX137" fmla="*/ 644368 w 765852"/>
              <a:gd name="connsiteY137" fmla="*/ 197523 h 260086"/>
              <a:gd name="connsiteX138" fmla="*/ 620714 w 765852"/>
              <a:gd name="connsiteY138" fmla="*/ 259554 h 260086"/>
              <a:gd name="connsiteX139" fmla="*/ 628690 w 765852"/>
              <a:gd name="connsiteY139" fmla="*/ 259554 h 260086"/>
              <a:gd name="connsiteX140" fmla="*/ 635246 w 765852"/>
              <a:gd name="connsiteY140" fmla="*/ 242806 h 260086"/>
              <a:gd name="connsiteX141" fmla="*/ 662266 w 765852"/>
              <a:gd name="connsiteY141" fmla="*/ 242806 h 260086"/>
              <a:gd name="connsiteX142" fmla="*/ 668821 w 765852"/>
              <a:gd name="connsiteY142" fmla="*/ 259554 h 260086"/>
              <a:gd name="connsiteX143" fmla="*/ 677055 w 765852"/>
              <a:gd name="connsiteY143" fmla="*/ 259554 h 260086"/>
              <a:gd name="connsiteX144" fmla="*/ 653491 w 765852"/>
              <a:gd name="connsiteY144" fmla="*/ 197523 h 260086"/>
              <a:gd name="connsiteX145" fmla="*/ 644368 w 765852"/>
              <a:gd name="connsiteY145" fmla="*/ 197523 h 260086"/>
              <a:gd name="connsiteX146" fmla="*/ 637547 w 765852"/>
              <a:gd name="connsiteY146" fmla="*/ 235808 h 260086"/>
              <a:gd name="connsiteX147" fmla="*/ 648705 w 765852"/>
              <a:gd name="connsiteY147" fmla="*/ 205943 h 260086"/>
              <a:gd name="connsiteX148" fmla="*/ 659955 w 765852"/>
              <a:gd name="connsiteY148" fmla="*/ 235808 h 260086"/>
              <a:gd name="connsiteX149" fmla="*/ 637538 w 765852"/>
              <a:gd name="connsiteY149" fmla="*/ 235808 h 260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</a:cxnLst>
            <a:rect l="l" t="t" r="r" b="b"/>
            <a:pathLst>
              <a:path w="765852" h="260086">
                <a:moveTo>
                  <a:pt x="739575" y="143884"/>
                </a:moveTo>
                <a:cubicBezTo>
                  <a:pt x="756519" y="128906"/>
                  <a:pt x="765852" y="107425"/>
                  <a:pt x="765852" y="83403"/>
                </a:cubicBezTo>
                <a:cubicBezTo>
                  <a:pt x="765852" y="59381"/>
                  <a:pt x="756519" y="37899"/>
                  <a:pt x="739575" y="22921"/>
                </a:cubicBezTo>
                <a:cubicBezTo>
                  <a:pt x="722613" y="7925"/>
                  <a:pt x="699307" y="0"/>
                  <a:pt x="672177" y="0"/>
                </a:cubicBezTo>
                <a:cubicBezTo>
                  <a:pt x="645047" y="0"/>
                  <a:pt x="621740" y="7925"/>
                  <a:pt x="604779" y="22921"/>
                </a:cubicBezTo>
                <a:cubicBezTo>
                  <a:pt x="587835" y="37899"/>
                  <a:pt x="578501" y="59381"/>
                  <a:pt x="578501" y="83403"/>
                </a:cubicBezTo>
                <a:cubicBezTo>
                  <a:pt x="578501" y="107425"/>
                  <a:pt x="587835" y="128906"/>
                  <a:pt x="604779" y="143884"/>
                </a:cubicBezTo>
                <a:cubicBezTo>
                  <a:pt x="621740" y="158881"/>
                  <a:pt x="645047" y="166805"/>
                  <a:pt x="672177" y="166805"/>
                </a:cubicBezTo>
                <a:cubicBezTo>
                  <a:pt x="699307" y="166805"/>
                  <a:pt x="722613" y="158881"/>
                  <a:pt x="739575" y="143884"/>
                </a:cubicBezTo>
                <a:close/>
                <a:moveTo>
                  <a:pt x="604595" y="83403"/>
                </a:moveTo>
                <a:cubicBezTo>
                  <a:pt x="604595" y="66489"/>
                  <a:pt x="610821" y="52135"/>
                  <a:pt x="622611" y="41871"/>
                </a:cubicBezTo>
                <a:cubicBezTo>
                  <a:pt x="634751" y="31305"/>
                  <a:pt x="651887" y="25719"/>
                  <a:pt x="672177" y="25719"/>
                </a:cubicBezTo>
                <a:cubicBezTo>
                  <a:pt x="692467" y="25719"/>
                  <a:pt x="709603" y="31305"/>
                  <a:pt x="721742" y="41871"/>
                </a:cubicBezTo>
                <a:cubicBezTo>
                  <a:pt x="733524" y="52126"/>
                  <a:pt x="739759" y="66489"/>
                  <a:pt x="739759" y="83403"/>
                </a:cubicBezTo>
                <a:cubicBezTo>
                  <a:pt x="739759" y="100316"/>
                  <a:pt x="733533" y="114671"/>
                  <a:pt x="721742" y="124934"/>
                </a:cubicBezTo>
                <a:cubicBezTo>
                  <a:pt x="709603" y="135501"/>
                  <a:pt x="692467" y="141077"/>
                  <a:pt x="672177" y="141077"/>
                </a:cubicBezTo>
                <a:cubicBezTo>
                  <a:pt x="651887" y="141077"/>
                  <a:pt x="634741" y="135491"/>
                  <a:pt x="622611" y="124934"/>
                </a:cubicBezTo>
                <a:cubicBezTo>
                  <a:pt x="610830" y="114671"/>
                  <a:pt x="604595" y="100316"/>
                  <a:pt x="604595" y="83403"/>
                </a:cubicBezTo>
                <a:close/>
                <a:moveTo>
                  <a:pt x="238310" y="207181"/>
                </a:moveTo>
                <a:cubicBezTo>
                  <a:pt x="241556" y="205118"/>
                  <a:pt x="245306" y="204081"/>
                  <a:pt x="249560" y="204081"/>
                </a:cubicBezTo>
                <a:cubicBezTo>
                  <a:pt x="254282" y="204081"/>
                  <a:pt x="258288" y="205292"/>
                  <a:pt x="261562" y="207713"/>
                </a:cubicBezTo>
                <a:cubicBezTo>
                  <a:pt x="264835" y="210135"/>
                  <a:pt x="267035" y="213501"/>
                  <a:pt x="268163" y="217812"/>
                </a:cubicBezTo>
                <a:lnTo>
                  <a:pt x="275874" y="217812"/>
                </a:lnTo>
                <a:cubicBezTo>
                  <a:pt x="274691" y="211373"/>
                  <a:pt x="271784" y="206292"/>
                  <a:pt x="267145" y="202568"/>
                </a:cubicBezTo>
                <a:cubicBezTo>
                  <a:pt x="262506" y="198844"/>
                  <a:pt x="256766" y="196982"/>
                  <a:pt x="249917" y="196982"/>
                </a:cubicBezTo>
                <a:cubicBezTo>
                  <a:pt x="244013" y="196982"/>
                  <a:pt x="238814" y="198293"/>
                  <a:pt x="234322" y="200926"/>
                </a:cubicBezTo>
                <a:cubicBezTo>
                  <a:pt x="229838" y="203558"/>
                  <a:pt x="226382" y="207264"/>
                  <a:pt x="223961" y="212052"/>
                </a:cubicBezTo>
                <a:cubicBezTo>
                  <a:pt x="221541" y="216840"/>
                  <a:pt x="220330" y="222334"/>
                  <a:pt x="220330" y="228534"/>
                </a:cubicBezTo>
                <a:cubicBezTo>
                  <a:pt x="220330" y="234734"/>
                  <a:pt x="221541" y="240302"/>
                  <a:pt x="223961" y="245062"/>
                </a:cubicBezTo>
                <a:cubicBezTo>
                  <a:pt x="226382" y="249823"/>
                  <a:pt x="229838" y="253510"/>
                  <a:pt x="234322" y="256142"/>
                </a:cubicBezTo>
                <a:cubicBezTo>
                  <a:pt x="238805" y="258775"/>
                  <a:pt x="244004" y="260086"/>
                  <a:pt x="249917" y="260086"/>
                </a:cubicBezTo>
                <a:cubicBezTo>
                  <a:pt x="256831" y="260086"/>
                  <a:pt x="262570" y="258224"/>
                  <a:pt x="267145" y="254501"/>
                </a:cubicBezTo>
                <a:cubicBezTo>
                  <a:pt x="271720" y="250777"/>
                  <a:pt x="274599" y="245695"/>
                  <a:pt x="275782" y="239256"/>
                </a:cubicBezTo>
                <a:lnTo>
                  <a:pt x="268071" y="239256"/>
                </a:lnTo>
                <a:cubicBezTo>
                  <a:pt x="266888" y="243631"/>
                  <a:pt x="264706" y="247007"/>
                  <a:pt x="261516" y="249401"/>
                </a:cubicBezTo>
                <a:cubicBezTo>
                  <a:pt x="258325" y="251795"/>
                  <a:pt x="254337" y="252987"/>
                  <a:pt x="249560" y="252987"/>
                </a:cubicBezTo>
                <a:cubicBezTo>
                  <a:pt x="245306" y="252987"/>
                  <a:pt x="241556" y="251951"/>
                  <a:pt x="238310" y="249887"/>
                </a:cubicBezTo>
                <a:cubicBezTo>
                  <a:pt x="235064" y="247823"/>
                  <a:pt x="232561" y="244925"/>
                  <a:pt x="230828" y="241201"/>
                </a:cubicBezTo>
                <a:cubicBezTo>
                  <a:pt x="229086" y="237477"/>
                  <a:pt x="228215" y="233258"/>
                  <a:pt x="228215" y="228525"/>
                </a:cubicBezTo>
                <a:cubicBezTo>
                  <a:pt x="228215" y="223792"/>
                  <a:pt x="229086" y="219499"/>
                  <a:pt x="230828" y="215812"/>
                </a:cubicBezTo>
                <a:cubicBezTo>
                  <a:pt x="232570" y="212125"/>
                  <a:pt x="235064" y="209245"/>
                  <a:pt x="238310" y="207172"/>
                </a:cubicBezTo>
                <a:close/>
                <a:moveTo>
                  <a:pt x="335580" y="197523"/>
                </a:moveTo>
                <a:lnTo>
                  <a:pt x="311925" y="259554"/>
                </a:lnTo>
                <a:lnTo>
                  <a:pt x="319892" y="259554"/>
                </a:lnTo>
                <a:lnTo>
                  <a:pt x="326448" y="242806"/>
                </a:lnTo>
                <a:lnTo>
                  <a:pt x="353467" y="242806"/>
                </a:lnTo>
                <a:lnTo>
                  <a:pt x="360023" y="259554"/>
                </a:lnTo>
                <a:lnTo>
                  <a:pt x="368256" y="259554"/>
                </a:lnTo>
                <a:lnTo>
                  <a:pt x="344693" y="197523"/>
                </a:lnTo>
                <a:lnTo>
                  <a:pt x="335570" y="197523"/>
                </a:lnTo>
                <a:close/>
                <a:moveTo>
                  <a:pt x="328758" y="235808"/>
                </a:moveTo>
                <a:lnTo>
                  <a:pt x="339916" y="205943"/>
                </a:lnTo>
                <a:lnTo>
                  <a:pt x="351166" y="235808"/>
                </a:lnTo>
                <a:lnTo>
                  <a:pt x="328749" y="235808"/>
                </a:lnTo>
                <a:close/>
                <a:moveTo>
                  <a:pt x="725437" y="197523"/>
                </a:moveTo>
                <a:lnTo>
                  <a:pt x="717736" y="197523"/>
                </a:lnTo>
                <a:lnTo>
                  <a:pt x="717736" y="259554"/>
                </a:lnTo>
                <a:lnTo>
                  <a:pt x="753704" y="259554"/>
                </a:lnTo>
                <a:lnTo>
                  <a:pt x="753704" y="252464"/>
                </a:lnTo>
                <a:lnTo>
                  <a:pt x="725446" y="252464"/>
                </a:lnTo>
                <a:lnTo>
                  <a:pt x="725446" y="197523"/>
                </a:lnTo>
                <a:close/>
                <a:moveTo>
                  <a:pt x="250953" y="2119"/>
                </a:moveTo>
                <a:lnTo>
                  <a:pt x="225566" y="2119"/>
                </a:lnTo>
                <a:lnTo>
                  <a:pt x="225566" y="164677"/>
                </a:lnTo>
                <a:lnTo>
                  <a:pt x="250953" y="164677"/>
                </a:lnTo>
                <a:lnTo>
                  <a:pt x="250953" y="2119"/>
                </a:lnTo>
                <a:close/>
                <a:moveTo>
                  <a:pt x="80592" y="62692"/>
                </a:moveTo>
                <a:lnTo>
                  <a:pt x="80592" y="164687"/>
                </a:lnTo>
                <a:cubicBezTo>
                  <a:pt x="80592" y="164687"/>
                  <a:pt x="106732" y="164687"/>
                  <a:pt x="106732" y="164687"/>
                </a:cubicBezTo>
                <a:lnTo>
                  <a:pt x="106713" y="62692"/>
                </a:lnTo>
                <a:cubicBezTo>
                  <a:pt x="106713" y="50282"/>
                  <a:pt x="102707" y="38523"/>
                  <a:pt x="95124" y="28700"/>
                </a:cubicBezTo>
                <a:lnTo>
                  <a:pt x="93648" y="26792"/>
                </a:lnTo>
                <a:lnTo>
                  <a:pt x="92172" y="28700"/>
                </a:lnTo>
                <a:cubicBezTo>
                  <a:pt x="84589" y="38523"/>
                  <a:pt x="80583" y="50273"/>
                  <a:pt x="80583" y="62692"/>
                </a:cubicBezTo>
                <a:close/>
                <a:moveTo>
                  <a:pt x="47273" y="2119"/>
                </a:moveTo>
                <a:lnTo>
                  <a:pt x="0" y="2119"/>
                </a:lnTo>
                <a:lnTo>
                  <a:pt x="0" y="26792"/>
                </a:lnTo>
                <a:lnTo>
                  <a:pt x="93648" y="26792"/>
                </a:lnTo>
                <a:lnTo>
                  <a:pt x="91328" y="23793"/>
                </a:lnTo>
                <a:cubicBezTo>
                  <a:pt x="80693" y="10025"/>
                  <a:pt x="64629" y="2119"/>
                  <a:pt x="47273" y="2119"/>
                </a:cubicBezTo>
                <a:close/>
                <a:moveTo>
                  <a:pt x="95968" y="23793"/>
                </a:moveTo>
                <a:lnTo>
                  <a:pt x="93648" y="26792"/>
                </a:lnTo>
                <a:lnTo>
                  <a:pt x="187296" y="26792"/>
                </a:lnTo>
                <a:lnTo>
                  <a:pt x="187296" y="2119"/>
                </a:lnTo>
                <a:lnTo>
                  <a:pt x="140023" y="2119"/>
                </a:lnTo>
                <a:cubicBezTo>
                  <a:pt x="122657" y="2119"/>
                  <a:pt x="106603" y="10016"/>
                  <a:pt x="95958" y="23793"/>
                </a:cubicBezTo>
                <a:close/>
                <a:moveTo>
                  <a:pt x="514844" y="164677"/>
                </a:moveTo>
                <a:lnTo>
                  <a:pt x="540232" y="164677"/>
                </a:lnTo>
                <a:lnTo>
                  <a:pt x="540232" y="2119"/>
                </a:lnTo>
                <a:lnTo>
                  <a:pt x="514844" y="2119"/>
                </a:lnTo>
                <a:lnTo>
                  <a:pt x="514844" y="164677"/>
                </a:lnTo>
                <a:close/>
                <a:moveTo>
                  <a:pt x="495205" y="259554"/>
                </a:moveTo>
                <a:lnTo>
                  <a:pt x="502915" y="259554"/>
                </a:lnTo>
                <a:lnTo>
                  <a:pt x="502915" y="197523"/>
                </a:lnTo>
                <a:lnTo>
                  <a:pt x="495205" y="197523"/>
                </a:lnTo>
                <a:lnTo>
                  <a:pt x="495205" y="259554"/>
                </a:lnTo>
                <a:close/>
                <a:moveTo>
                  <a:pt x="544816" y="204613"/>
                </a:moveTo>
                <a:lnTo>
                  <a:pt x="564923" y="204613"/>
                </a:lnTo>
                <a:lnTo>
                  <a:pt x="564923" y="259554"/>
                </a:lnTo>
                <a:lnTo>
                  <a:pt x="572633" y="259554"/>
                </a:lnTo>
                <a:lnTo>
                  <a:pt x="572633" y="204613"/>
                </a:lnTo>
                <a:lnTo>
                  <a:pt x="592740" y="204613"/>
                </a:lnTo>
                <a:lnTo>
                  <a:pt x="592740" y="197523"/>
                </a:lnTo>
                <a:lnTo>
                  <a:pt x="544816" y="197523"/>
                </a:lnTo>
                <a:lnTo>
                  <a:pt x="544816" y="204613"/>
                </a:lnTo>
                <a:close/>
                <a:moveTo>
                  <a:pt x="287389" y="2119"/>
                </a:moveTo>
                <a:cubicBezTo>
                  <a:pt x="287389" y="2119"/>
                  <a:pt x="335680" y="117220"/>
                  <a:pt x="345234" y="140105"/>
                </a:cubicBezTo>
                <a:cubicBezTo>
                  <a:pt x="356374" y="166796"/>
                  <a:pt x="374464" y="166796"/>
                  <a:pt x="381413" y="166796"/>
                </a:cubicBezTo>
                <a:lnTo>
                  <a:pt x="382899" y="166796"/>
                </a:lnTo>
                <a:lnTo>
                  <a:pt x="316692" y="2119"/>
                </a:lnTo>
                <a:lnTo>
                  <a:pt x="287389" y="2119"/>
                </a:lnTo>
                <a:close/>
                <a:moveTo>
                  <a:pt x="443549" y="199871"/>
                </a:moveTo>
                <a:cubicBezTo>
                  <a:pt x="440413" y="198303"/>
                  <a:pt x="436819" y="197523"/>
                  <a:pt x="432739" y="197523"/>
                </a:cubicBezTo>
                <a:lnTo>
                  <a:pt x="408910" y="197523"/>
                </a:lnTo>
                <a:lnTo>
                  <a:pt x="408910" y="259554"/>
                </a:lnTo>
                <a:lnTo>
                  <a:pt x="416621" y="259554"/>
                </a:lnTo>
                <a:lnTo>
                  <a:pt x="416621" y="235716"/>
                </a:lnTo>
                <a:lnTo>
                  <a:pt x="432748" y="235716"/>
                </a:lnTo>
                <a:cubicBezTo>
                  <a:pt x="436819" y="235716"/>
                  <a:pt x="440413" y="234936"/>
                  <a:pt x="443512" y="233368"/>
                </a:cubicBezTo>
                <a:cubicBezTo>
                  <a:pt x="446611" y="231799"/>
                  <a:pt x="449013" y="229571"/>
                  <a:pt x="450728" y="226681"/>
                </a:cubicBezTo>
                <a:cubicBezTo>
                  <a:pt x="452442" y="223783"/>
                  <a:pt x="453295" y="220417"/>
                  <a:pt x="453295" y="216583"/>
                </a:cubicBezTo>
                <a:cubicBezTo>
                  <a:pt x="453295" y="212749"/>
                  <a:pt x="452452" y="209392"/>
                  <a:pt x="450774" y="206521"/>
                </a:cubicBezTo>
                <a:cubicBezTo>
                  <a:pt x="449087" y="203659"/>
                  <a:pt x="446685" y="201439"/>
                  <a:pt x="443558" y="199871"/>
                </a:cubicBezTo>
                <a:close/>
                <a:moveTo>
                  <a:pt x="441779" y="225351"/>
                </a:moveTo>
                <a:cubicBezTo>
                  <a:pt x="439359" y="227534"/>
                  <a:pt x="436113" y="228635"/>
                  <a:pt x="432033" y="228635"/>
                </a:cubicBezTo>
                <a:lnTo>
                  <a:pt x="416621" y="228635"/>
                </a:lnTo>
                <a:lnTo>
                  <a:pt x="416621" y="204622"/>
                </a:lnTo>
                <a:lnTo>
                  <a:pt x="432125" y="204622"/>
                </a:lnTo>
                <a:cubicBezTo>
                  <a:pt x="436196" y="204622"/>
                  <a:pt x="439432" y="205705"/>
                  <a:pt x="441825" y="207860"/>
                </a:cubicBezTo>
                <a:cubicBezTo>
                  <a:pt x="444218" y="210015"/>
                  <a:pt x="445410" y="212923"/>
                  <a:pt x="445410" y="216592"/>
                </a:cubicBezTo>
                <a:cubicBezTo>
                  <a:pt x="445410" y="220261"/>
                  <a:pt x="444200" y="223178"/>
                  <a:pt x="441779" y="225361"/>
                </a:cubicBezTo>
                <a:close/>
                <a:moveTo>
                  <a:pt x="382889" y="166805"/>
                </a:moveTo>
                <a:lnTo>
                  <a:pt x="384375" y="166805"/>
                </a:lnTo>
                <a:cubicBezTo>
                  <a:pt x="391334" y="166805"/>
                  <a:pt x="409423" y="166805"/>
                  <a:pt x="420554" y="140114"/>
                </a:cubicBezTo>
                <a:cubicBezTo>
                  <a:pt x="430099" y="117230"/>
                  <a:pt x="478399" y="2128"/>
                  <a:pt x="478399" y="2128"/>
                </a:cubicBezTo>
                <a:lnTo>
                  <a:pt x="449096" y="2128"/>
                </a:lnTo>
                <a:lnTo>
                  <a:pt x="382889" y="166814"/>
                </a:lnTo>
                <a:close/>
                <a:moveTo>
                  <a:pt x="644368" y="197523"/>
                </a:moveTo>
                <a:lnTo>
                  <a:pt x="620714" y="259554"/>
                </a:lnTo>
                <a:lnTo>
                  <a:pt x="628690" y="259554"/>
                </a:lnTo>
                <a:lnTo>
                  <a:pt x="635246" y="242806"/>
                </a:lnTo>
                <a:lnTo>
                  <a:pt x="662266" y="242806"/>
                </a:lnTo>
                <a:lnTo>
                  <a:pt x="668821" y="259554"/>
                </a:lnTo>
                <a:lnTo>
                  <a:pt x="677055" y="259554"/>
                </a:lnTo>
                <a:lnTo>
                  <a:pt x="653491" y="197523"/>
                </a:lnTo>
                <a:lnTo>
                  <a:pt x="644368" y="197523"/>
                </a:lnTo>
                <a:close/>
                <a:moveTo>
                  <a:pt x="637547" y="235808"/>
                </a:moveTo>
                <a:lnTo>
                  <a:pt x="648705" y="205943"/>
                </a:lnTo>
                <a:lnTo>
                  <a:pt x="659955" y="235808"/>
                </a:lnTo>
                <a:lnTo>
                  <a:pt x="637538" y="235808"/>
                </a:lnTo>
                <a:close/>
              </a:path>
            </a:pathLst>
          </a:custGeom>
          <a:solidFill>
            <a:schemeClr val="bg1"/>
          </a:solidFill>
          <a:ln w="1061" cap="flat">
            <a:noFill/>
            <a:prstDash val="solid"/>
            <a:miter/>
          </a:ln>
        </p:spPr>
        <p:txBody>
          <a:bodyPr rtlCol="0" anchor="ctr"/>
          <a:lstStyle/>
          <a:p>
            <a:endParaRPr lang="pt-BR">
              <a:solidFill>
                <a:schemeClr val="bg1"/>
              </a:solidFill>
            </a:endParaRPr>
          </a:p>
        </p:txBody>
      </p:sp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7858F1CA-0E09-F094-AD45-52092585CA1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225800" y="1518527"/>
            <a:ext cx="3740400" cy="4776078"/>
          </a:xfrm>
          <a:prstGeom prst="rect">
            <a:avLst/>
          </a:prstGeom>
          <a:ln>
            <a:solidFill>
              <a:schemeClr val="bg1"/>
            </a:solidFill>
          </a:ln>
        </p:spPr>
        <p:txBody>
          <a:bodyPr lIns="36000" tIns="36000" rIns="36000" bIns="36000"/>
          <a:lstStyle>
            <a:lvl1pPr marL="0" indent="0">
              <a:buNone/>
              <a:defRPr sz="120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4E170CD4-5C01-DD85-2A0A-98954D99CAC5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34962" y="3987408"/>
            <a:ext cx="3741737" cy="2313464"/>
          </a:xfrm>
          <a:prstGeom prst="rect">
            <a:avLst/>
          </a:prstGeom>
          <a:ln>
            <a:solidFill>
              <a:schemeClr val="bg1"/>
            </a:solidFill>
          </a:ln>
        </p:spPr>
        <p:txBody>
          <a:bodyPr lIns="36000" tIns="36000" rIns="36000" bIns="36000"/>
          <a:lstStyle>
            <a:lvl1pPr marL="0" indent="0">
              <a:buNone/>
              <a:defRPr sz="120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805EFAA-C04F-7113-90E8-A7D66AF3528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116638" y="1524792"/>
            <a:ext cx="3740400" cy="4776079"/>
          </a:xfrm>
          <a:prstGeom prst="rect">
            <a:avLst/>
          </a:prstGeom>
          <a:ln>
            <a:solidFill>
              <a:schemeClr val="bg1"/>
            </a:solidFill>
          </a:ln>
        </p:spPr>
        <p:txBody>
          <a:bodyPr lIns="36000" tIns="36000" rIns="36000" bIns="36000"/>
          <a:lstStyle>
            <a:lvl1pPr marL="0" indent="0">
              <a:buNone/>
              <a:defRPr sz="120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5ABCE8D-7E28-9176-5F42-ED60E4527C5E}"/>
              </a:ext>
            </a:extLst>
          </p:cNvPr>
          <p:cNvCxnSpPr/>
          <p:nvPr userDrawn="1"/>
        </p:nvCxnSpPr>
        <p:spPr>
          <a:xfrm>
            <a:off x="334963" y="185353"/>
            <a:ext cx="10415415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963811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469">
          <p15:clr>
            <a:srgbClr val="FBAE40"/>
          </p15:clr>
        </p15:guide>
        <p15:guide id="2" orient="horz" pos="3974">
          <p15:clr>
            <a:srgbClr val="FBAE40"/>
          </p15:clr>
        </p15:guide>
        <p15:guide id="3" orient="horz" pos="232">
          <p15:clr>
            <a:srgbClr val="FBAE40"/>
          </p15:clr>
        </p15:guide>
        <p15:guide id="4" pos="211">
          <p15:clr>
            <a:srgbClr val="FBAE40"/>
          </p15:clr>
        </p15:guide>
        <p15:guide id="5" orient="horz" pos="4065">
          <p15:clr>
            <a:srgbClr val="FBAE40"/>
          </p15:clr>
        </p15:guide>
        <p15:guide id="6" orient="horz" pos="799">
          <p15:clr>
            <a:srgbClr val="FBAE40"/>
          </p15:clr>
        </p15:guide>
        <p15:guide id="7" orient="horz" pos="935">
          <p15:clr>
            <a:srgbClr val="FBAE40"/>
          </p15:clr>
        </p15:guide>
      </p15:sldGuideLst>
    </p:ext>
  </p:extLs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| 2 linhas - High Grade">
    <p:bg>
      <p:bgPr>
        <a:gradFill>
          <a:gsLst>
            <a:gs pos="81000">
              <a:schemeClr val="tx1">
                <a:lumMod val="85000"/>
                <a:lumOff val="15000"/>
              </a:schemeClr>
            </a:gs>
            <a:gs pos="100000">
              <a:schemeClr val="tx1">
                <a:lumMod val="95000"/>
                <a:lumOff val="5000"/>
              </a:schemeClr>
            </a:gs>
            <a:gs pos="0">
              <a:schemeClr val="accent1"/>
            </a:gs>
          </a:gsLst>
          <a:lin ang="7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B13D7C-5A47-B0DF-B518-26E79F5D2DB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63" y="368300"/>
            <a:ext cx="10183813" cy="4308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err="1"/>
              <a:t>Título</a:t>
            </a:r>
            <a:endParaRPr lang="en-US"/>
          </a:p>
        </p:txBody>
      </p:sp>
      <p:sp>
        <p:nvSpPr>
          <p:cNvPr id="2" name="Espaço Reservado para Número de Slide 5">
            <a:extLst>
              <a:ext uri="{FF2B5EF4-FFF2-40B4-BE49-F238E27FC236}">
                <a16:creationId xmlns:a16="http://schemas.microsoft.com/office/drawing/2014/main" id="{21758EB3-F057-8CDF-FF61-35E724EF59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61763" y="6482556"/>
            <a:ext cx="295275" cy="1692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 sz="1100">
                <a:solidFill>
                  <a:schemeClr val="bg1"/>
                </a:solidFill>
                <a:latin typeface="Versos" panose="020B0503020204030204" pitchFamily="34" charset="0"/>
                <a:cs typeface="Versos" panose="020B0503020204030204" pitchFamily="34" charset="0"/>
              </a:defRPr>
            </a:lvl1pPr>
          </a:lstStyle>
          <a:p>
            <a:fld id="{77667D73-C69A-4DAA-9003-24A825D36FE9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7" name="Text Placeholder 8">
            <a:extLst>
              <a:ext uri="{FF2B5EF4-FFF2-40B4-BE49-F238E27FC236}">
                <a16:creationId xmlns:a16="http://schemas.microsoft.com/office/drawing/2014/main" id="{5629EC08-34A0-4F4F-BF0C-DAE3D73CA1C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34963" y="1949413"/>
            <a:ext cx="5648397" cy="435931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F37A98A2-2A9D-056F-7CA4-B986B817076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4963" y="6482556"/>
            <a:ext cx="10980000" cy="138499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900">
                <a:latin typeface="Versos Light" panose="020B0403020204030204" pitchFamily="34" charset="0"/>
              </a:defRPr>
            </a:lvl2pPr>
            <a:lvl3pPr>
              <a:defRPr sz="900">
                <a:latin typeface="Versos Light" panose="020B0403020204030204" pitchFamily="34" charset="0"/>
              </a:defRPr>
            </a:lvl3pPr>
            <a:lvl4pPr>
              <a:defRPr sz="900">
                <a:latin typeface="Versos Light" panose="020B0403020204030204" pitchFamily="34" charset="0"/>
              </a:defRPr>
            </a:lvl4pPr>
            <a:lvl5pPr>
              <a:defRPr sz="900">
                <a:latin typeface="Versos Light" panose="020B0403020204030204" pitchFamily="34" charset="0"/>
              </a:defRPr>
            </a:lvl5pPr>
          </a:lstStyle>
          <a:p>
            <a:pPr lvl="0"/>
            <a:r>
              <a:rPr lang="en-US"/>
              <a:t>Fonte:</a:t>
            </a:r>
            <a:endParaRPr lang="pt-BR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ECBC137-580C-65EB-C713-E63CDBDB515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208640" y="1949413"/>
            <a:ext cx="5648397" cy="435931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D1CF13AF-F1F7-29D7-F0C3-C23BE528C9A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34963" y="1518527"/>
            <a:ext cx="5648397" cy="21544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47497781-FD6B-9B5D-3237-9AD784B8880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208640" y="1518527"/>
            <a:ext cx="5648397" cy="21544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Picture 8">
            <a:extLst>
              <a:ext uri="{FF2B5EF4-FFF2-40B4-BE49-F238E27FC236}">
                <a16:creationId xmlns:a16="http://schemas.microsoft.com/office/drawing/2014/main" id="{EB78A079-9AB0-B349-256E-BC9ED4CF0623}"/>
              </a:ext>
            </a:extLst>
          </p:cNvPr>
          <p:cNvSpPr/>
          <p:nvPr userDrawn="1"/>
        </p:nvSpPr>
        <p:spPr>
          <a:xfrm>
            <a:off x="11091186" y="377178"/>
            <a:ext cx="765852" cy="260086"/>
          </a:xfrm>
          <a:custGeom>
            <a:avLst/>
            <a:gdLst>
              <a:gd name="connsiteX0" fmla="*/ 739575 w 765852"/>
              <a:gd name="connsiteY0" fmla="*/ 143884 h 260086"/>
              <a:gd name="connsiteX1" fmla="*/ 765852 w 765852"/>
              <a:gd name="connsiteY1" fmla="*/ 83403 h 260086"/>
              <a:gd name="connsiteX2" fmla="*/ 739575 w 765852"/>
              <a:gd name="connsiteY2" fmla="*/ 22921 h 260086"/>
              <a:gd name="connsiteX3" fmla="*/ 672177 w 765852"/>
              <a:gd name="connsiteY3" fmla="*/ 0 h 260086"/>
              <a:gd name="connsiteX4" fmla="*/ 604779 w 765852"/>
              <a:gd name="connsiteY4" fmla="*/ 22921 h 260086"/>
              <a:gd name="connsiteX5" fmla="*/ 578501 w 765852"/>
              <a:gd name="connsiteY5" fmla="*/ 83403 h 260086"/>
              <a:gd name="connsiteX6" fmla="*/ 604779 w 765852"/>
              <a:gd name="connsiteY6" fmla="*/ 143884 h 260086"/>
              <a:gd name="connsiteX7" fmla="*/ 672177 w 765852"/>
              <a:gd name="connsiteY7" fmla="*/ 166805 h 260086"/>
              <a:gd name="connsiteX8" fmla="*/ 739575 w 765852"/>
              <a:gd name="connsiteY8" fmla="*/ 143884 h 260086"/>
              <a:gd name="connsiteX9" fmla="*/ 604595 w 765852"/>
              <a:gd name="connsiteY9" fmla="*/ 83403 h 260086"/>
              <a:gd name="connsiteX10" fmla="*/ 622611 w 765852"/>
              <a:gd name="connsiteY10" fmla="*/ 41871 h 260086"/>
              <a:gd name="connsiteX11" fmla="*/ 672177 w 765852"/>
              <a:gd name="connsiteY11" fmla="*/ 25719 h 260086"/>
              <a:gd name="connsiteX12" fmla="*/ 721742 w 765852"/>
              <a:gd name="connsiteY12" fmla="*/ 41871 h 260086"/>
              <a:gd name="connsiteX13" fmla="*/ 739759 w 765852"/>
              <a:gd name="connsiteY13" fmla="*/ 83403 h 260086"/>
              <a:gd name="connsiteX14" fmla="*/ 721742 w 765852"/>
              <a:gd name="connsiteY14" fmla="*/ 124934 h 260086"/>
              <a:gd name="connsiteX15" fmla="*/ 672177 w 765852"/>
              <a:gd name="connsiteY15" fmla="*/ 141077 h 260086"/>
              <a:gd name="connsiteX16" fmla="*/ 622611 w 765852"/>
              <a:gd name="connsiteY16" fmla="*/ 124934 h 260086"/>
              <a:gd name="connsiteX17" fmla="*/ 604595 w 765852"/>
              <a:gd name="connsiteY17" fmla="*/ 83403 h 260086"/>
              <a:gd name="connsiteX18" fmla="*/ 238310 w 765852"/>
              <a:gd name="connsiteY18" fmla="*/ 207181 h 260086"/>
              <a:gd name="connsiteX19" fmla="*/ 249560 w 765852"/>
              <a:gd name="connsiteY19" fmla="*/ 204081 h 260086"/>
              <a:gd name="connsiteX20" fmla="*/ 261562 w 765852"/>
              <a:gd name="connsiteY20" fmla="*/ 207713 h 260086"/>
              <a:gd name="connsiteX21" fmla="*/ 268163 w 765852"/>
              <a:gd name="connsiteY21" fmla="*/ 217812 h 260086"/>
              <a:gd name="connsiteX22" fmla="*/ 275874 w 765852"/>
              <a:gd name="connsiteY22" fmla="*/ 217812 h 260086"/>
              <a:gd name="connsiteX23" fmla="*/ 267145 w 765852"/>
              <a:gd name="connsiteY23" fmla="*/ 202568 h 260086"/>
              <a:gd name="connsiteX24" fmla="*/ 249917 w 765852"/>
              <a:gd name="connsiteY24" fmla="*/ 196982 h 260086"/>
              <a:gd name="connsiteX25" fmla="*/ 234322 w 765852"/>
              <a:gd name="connsiteY25" fmla="*/ 200926 h 260086"/>
              <a:gd name="connsiteX26" fmla="*/ 223961 w 765852"/>
              <a:gd name="connsiteY26" fmla="*/ 212052 h 260086"/>
              <a:gd name="connsiteX27" fmla="*/ 220330 w 765852"/>
              <a:gd name="connsiteY27" fmla="*/ 228534 h 260086"/>
              <a:gd name="connsiteX28" fmla="*/ 223961 w 765852"/>
              <a:gd name="connsiteY28" fmla="*/ 245062 h 260086"/>
              <a:gd name="connsiteX29" fmla="*/ 234322 w 765852"/>
              <a:gd name="connsiteY29" fmla="*/ 256142 h 260086"/>
              <a:gd name="connsiteX30" fmla="*/ 249917 w 765852"/>
              <a:gd name="connsiteY30" fmla="*/ 260086 h 260086"/>
              <a:gd name="connsiteX31" fmla="*/ 267145 w 765852"/>
              <a:gd name="connsiteY31" fmla="*/ 254501 h 260086"/>
              <a:gd name="connsiteX32" fmla="*/ 275782 w 765852"/>
              <a:gd name="connsiteY32" fmla="*/ 239256 h 260086"/>
              <a:gd name="connsiteX33" fmla="*/ 268071 w 765852"/>
              <a:gd name="connsiteY33" fmla="*/ 239256 h 260086"/>
              <a:gd name="connsiteX34" fmla="*/ 261516 w 765852"/>
              <a:gd name="connsiteY34" fmla="*/ 249401 h 260086"/>
              <a:gd name="connsiteX35" fmla="*/ 249560 w 765852"/>
              <a:gd name="connsiteY35" fmla="*/ 252987 h 260086"/>
              <a:gd name="connsiteX36" fmla="*/ 238310 w 765852"/>
              <a:gd name="connsiteY36" fmla="*/ 249887 h 260086"/>
              <a:gd name="connsiteX37" fmla="*/ 230828 w 765852"/>
              <a:gd name="connsiteY37" fmla="*/ 241201 h 260086"/>
              <a:gd name="connsiteX38" fmla="*/ 228215 w 765852"/>
              <a:gd name="connsiteY38" fmla="*/ 228525 h 260086"/>
              <a:gd name="connsiteX39" fmla="*/ 230828 w 765852"/>
              <a:gd name="connsiteY39" fmla="*/ 215812 h 260086"/>
              <a:gd name="connsiteX40" fmla="*/ 238310 w 765852"/>
              <a:gd name="connsiteY40" fmla="*/ 207172 h 260086"/>
              <a:gd name="connsiteX41" fmla="*/ 335580 w 765852"/>
              <a:gd name="connsiteY41" fmla="*/ 197523 h 260086"/>
              <a:gd name="connsiteX42" fmla="*/ 311925 w 765852"/>
              <a:gd name="connsiteY42" fmla="*/ 259554 h 260086"/>
              <a:gd name="connsiteX43" fmla="*/ 319892 w 765852"/>
              <a:gd name="connsiteY43" fmla="*/ 259554 h 260086"/>
              <a:gd name="connsiteX44" fmla="*/ 326448 w 765852"/>
              <a:gd name="connsiteY44" fmla="*/ 242806 h 260086"/>
              <a:gd name="connsiteX45" fmla="*/ 353467 w 765852"/>
              <a:gd name="connsiteY45" fmla="*/ 242806 h 260086"/>
              <a:gd name="connsiteX46" fmla="*/ 360023 w 765852"/>
              <a:gd name="connsiteY46" fmla="*/ 259554 h 260086"/>
              <a:gd name="connsiteX47" fmla="*/ 368256 w 765852"/>
              <a:gd name="connsiteY47" fmla="*/ 259554 h 260086"/>
              <a:gd name="connsiteX48" fmla="*/ 344693 w 765852"/>
              <a:gd name="connsiteY48" fmla="*/ 197523 h 260086"/>
              <a:gd name="connsiteX49" fmla="*/ 335570 w 765852"/>
              <a:gd name="connsiteY49" fmla="*/ 197523 h 260086"/>
              <a:gd name="connsiteX50" fmla="*/ 328758 w 765852"/>
              <a:gd name="connsiteY50" fmla="*/ 235808 h 260086"/>
              <a:gd name="connsiteX51" fmla="*/ 339916 w 765852"/>
              <a:gd name="connsiteY51" fmla="*/ 205943 h 260086"/>
              <a:gd name="connsiteX52" fmla="*/ 351166 w 765852"/>
              <a:gd name="connsiteY52" fmla="*/ 235808 h 260086"/>
              <a:gd name="connsiteX53" fmla="*/ 328749 w 765852"/>
              <a:gd name="connsiteY53" fmla="*/ 235808 h 260086"/>
              <a:gd name="connsiteX54" fmla="*/ 725437 w 765852"/>
              <a:gd name="connsiteY54" fmla="*/ 197523 h 260086"/>
              <a:gd name="connsiteX55" fmla="*/ 717736 w 765852"/>
              <a:gd name="connsiteY55" fmla="*/ 197523 h 260086"/>
              <a:gd name="connsiteX56" fmla="*/ 717736 w 765852"/>
              <a:gd name="connsiteY56" fmla="*/ 259554 h 260086"/>
              <a:gd name="connsiteX57" fmla="*/ 753704 w 765852"/>
              <a:gd name="connsiteY57" fmla="*/ 259554 h 260086"/>
              <a:gd name="connsiteX58" fmla="*/ 753704 w 765852"/>
              <a:gd name="connsiteY58" fmla="*/ 252464 h 260086"/>
              <a:gd name="connsiteX59" fmla="*/ 725446 w 765852"/>
              <a:gd name="connsiteY59" fmla="*/ 252464 h 260086"/>
              <a:gd name="connsiteX60" fmla="*/ 725446 w 765852"/>
              <a:gd name="connsiteY60" fmla="*/ 197523 h 260086"/>
              <a:gd name="connsiteX61" fmla="*/ 250953 w 765852"/>
              <a:gd name="connsiteY61" fmla="*/ 2119 h 260086"/>
              <a:gd name="connsiteX62" fmla="*/ 225566 w 765852"/>
              <a:gd name="connsiteY62" fmla="*/ 2119 h 260086"/>
              <a:gd name="connsiteX63" fmla="*/ 225566 w 765852"/>
              <a:gd name="connsiteY63" fmla="*/ 164677 h 260086"/>
              <a:gd name="connsiteX64" fmla="*/ 250953 w 765852"/>
              <a:gd name="connsiteY64" fmla="*/ 164677 h 260086"/>
              <a:gd name="connsiteX65" fmla="*/ 250953 w 765852"/>
              <a:gd name="connsiteY65" fmla="*/ 2119 h 260086"/>
              <a:gd name="connsiteX66" fmla="*/ 80592 w 765852"/>
              <a:gd name="connsiteY66" fmla="*/ 62692 h 260086"/>
              <a:gd name="connsiteX67" fmla="*/ 80592 w 765852"/>
              <a:gd name="connsiteY67" fmla="*/ 164687 h 260086"/>
              <a:gd name="connsiteX68" fmla="*/ 106732 w 765852"/>
              <a:gd name="connsiteY68" fmla="*/ 164687 h 260086"/>
              <a:gd name="connsiteX69" fmla="*/ 106713 w 765852"/>
              <a:gd name="connsiteY69" fmla="*/ 62692 h 260086"/>
              <a:gd name="connsiteX70" fmla="*/ 95124 w 765852"/>
              <a:gd name="connsiteY70" fmla="*/ 28700 h 260086"/>
              <a:gd name="connsiteX71" fmla="*/ 93648 w 765852"/>
              <a:gd name="connsiteY71" fmla="*/ 26792 h 260086"/>
              <a:gd name="connsiteX72" fmla="*/ 92172 w 765852"/>
              <a:gd name="connsiteY72" fmla="*/ 28700 h 260086"/>
              <a:gd name="connsiteX73" fmla="*/ 80583 w 765852"/>
              <a:gd name="connsiteY73" fmla="*/ 62692 h 260086"/>
              <a:gd name="connsiteX74" fmla="*/ 47273 w 765852"/>
              <a:gd name="connsiteY74" fmla="*/ 2119 h 260086"/>
              <a:gd name="connsiteX75" fmla="*/ 0 w 765852"/>
              <a:gd name="connsiteY75" fmla="*/ 2119 h 260086"/>
              <a:gd name="connsiteX76" fmla="*/ 0 w 765852"/>
              <a:gd name="connsiteY76" fmla="*/ 26792 h 260086"/>
              <a:gd name="connsiteX77" fmla="*/ 93648 w 765852"/>
              <a:gd name="connsiteY77" fmla="*/ 26792 h 260086"/>
              <a:gd name="connsiteX78" fmla="*/ 91328 w 765852"/>
              <a:gd name="connsiteY78" fmla="*/ 23793 h 260086"/>
              <a:gd name="connsiteX79" fmla="*/ 47273 w 765852"/>
              <a:gd name="connsiteY79" fmla="*/ 2119 h 260086"/>
              <a:gd name="connsiteX80" fmla="*/ 95968 w 765852"/>
              <a:gd name="connsiteY80" fmla="*/ 23793 h 260086"/>
              <a:gd name="connsiteX81" fmla="*/ 93648 w 765852"/>
              <a:gd name="connsiteY81" fmla="*/ 26792 h 260086"/>
              <a:gd name="connsiteX82" fmla="*/ 187296 w 765852"/>
              <a:gd name="connsiteY82" fmla="*/ 26792 h 260086"/>
              <a:gd name="connsiteX83" fmla="*/ 187296 w 765852"/>
              <a:gd name="connsiteY83" fmla="*/ 2119 h 260086"/>
              <a:gd name="connsiteX84" fmla="*/ 140023 w 765852"/>
              <a:gd name="connsiteY84" fmla="*/ 2119 h 260086"/>
              <a:gd name="connsiteX85" fmla="*/ 95958 w 765852"/>
              <a:gd name="connsiteY85" fmla="*/ 23793 h 260086"/>
              <a:gd name="connsiteX86" fmla="*/ 514844 w 765852"/>
              <a:gd name="connsiteY86" fmla="*/ 164677 h 260086"/>
              <a:gd name="connsiteX87" fmla="*/ 540232 w 765852"/>
              <a:gd name="connsiteY87" fmla="*/ 164677 h 260086"/>
              <a:gd name="connsiteX88" fmla="*/ 540232 w 765852"/>
              <a:gd name="connsiteY88" fmla="*/ 2119 h 260086"/>
              <a:gd name="connsiteX89" fmla="*/ 514844 w 765852"/>
              <a:gd name="connsiteY89" fmla="*/ 2119 h 260086"/>
              <a:gd name="connsiteX90" fmla="*/ 514844 w 765852"/>
              <a:gd name="connsiteY90" fmla="*/ 164677 h 260086"/>
              <a:gd name="connsiteX91" fmla="*/ 495205 w 765852"/>
              <a:gd name="connsiteY91" fmla="*/ 259554 h 260086"/>
              <a:gd name="connsiteX92" fmla="*/ 502915 w 765852"/>
              <a:gd name="connsiteY92" fmla="*/ 259554 h 260086"/>
              <a:gd name="connsiteX93" fmla="*/ 502915 w 765852"/>
              <a:gd name="connsiteY93" fmla="*/ 197523 h 260086"/>
              <a:gd name="connsiteX94" fmla="*/ 495205 w 765852"/>
              <a:gd name="connsiteY94" fmla="*/ 197523 h 260086"/>
              <a:gd name="connsiteX95" fmla="*/ 495205 w 765852"/>
              <a:gd name="connsiteY95" fmla="*/ 259554 h 260086"/>
              <a:gd name="connsiteX96" fmla="*/ 544816 w 765852"/>
              <a:gd name="connsiteY96" fmla="*/ 204613 h 260086"/>
              <a:gd name="connsiteX97" fmla="*/ 564923 w 765852"/>
              <a:gd name="connsiteY97" fmla="*/ 204613 h 260086"/>
              <a:gd name="connsiteX98" fmla="*/ 564923 w 765852"/>
              <a:gd name="connsiteY98" fmla="*/ 259554 h 260086"/>
              <a:gd name="connsiteX99" fmla="*/ 572633 w 765852"/>
              <a:gd name="connsiteY99" fmla="*/ 259554 h 260086"/>
              <a:gd name="connsiteX100" fmla="*/ 572633 w 765852"/>
              <a:gd name="connsiteY100" fmla="*/ 204613 h 260086"/>
              <a:gd name="connsiteX101" fmla="*/ 592740 w 765852"/>
              <a:gd name="connsiteY101" fmla="*/ 204613 h 260086"/>
              <a:gd name="connsiteX102" fmla="*/ 592740 w 765852"/>
              <a:gd name="connsiteY102" fmla="*/ 197523 h 260086"/>
              <a:gd name="connsiteX103" fmla="*/ 544816 w 765852"/>
              <a:gd name="connsiteY103" fmla="*/ 197523 h 260086"/>
              <a:gd name="connsiteX104" fmla="*/ 544816 w 765852"/>
              <a:gd name="connsiteY104" fmla="*/ 204613 h 260086"/>
              <a:gd name="connsiteX105" fmla="*/ 287389 w 765852"/>
              <a:gd name="connsiteY105" fmla="*/ 2119 h 260086"/>
              <a:gd name="connsiteX106" fmla="*/ 345234 w 765852"/>
              <a:gd name="connsiteY106" fmla="*/ 140105 h 260086"/>
              <a:gd name="connsiteX107" fmla="*/ 381413 w 765852"/>
              <a:gd name="connsiteY107" fmla="*/ 166796 h 260086"/>
              <a:gd name="connsiteX108" fmla="*/ 382899 w 765852"/>
              <a:gd name="connsiteY108" fmla="*/ 166796 h 260086"/>
              <a:gd name="connsiteX109" fmla="*/ 316692 w 765852"/>
              <a:gd name="connsiteY109" fmla="*/ 2119 h 260086"/>
              <a:gd name="connsiteX110" fmla="*/ 287389 w 765852"/>
              <a:gd name="connsiteY110" fmla="*/ 2119 h 260086"/>
              <a:gd name="connsiteX111" fmla="*/ 443549 w 765852"/>
              <a:gd name="connsiteY111" fmla="*/ 199871 h 260086"/>
              <a:gd name="connsiteX112" fmla="*/ 432739 w 765852"/>
              <a:gd name="connsiteY112" fmla="*/ 197523 h 260086"/>
              <a:gd name="connsiteX113" fmla="*/ 408910 w 765852"/>
              <a:gd name="connsiteY113" fmla="*/ 197523 h 260086"/>
              <a:gd name="connsiteX114" fmla="*/ 408910 w 765852"/>
              <a:gd name="connsiteY114" fmla="*/ 259554 h 260086"/>
              <a:gd name="connsiteX115" fmla="*/ 416621 w 765852"/>
              <a:gd name="connsiteY115" fmla="*/ 259554 h 260086"/>
              <a:gd name="connsiteX116" fmla="*/ 416621 w 765852"/>
              <a:gd name="connsiteY116" fmla="*/ 235716 h 260086"/>
              <a:gd name="connsiteX117" fmla="*/ 432748 w 765852"/>
              <a:gd name="connsiteY117" fmla="*/ 235716 h 260086"/>
              <a:gd name="connsiteX118" fmla="*/ 443512 w 765852"/>
              <a:gd name="connsiteY118" fmla="*/ 233368 h 260086"/>
              <a:gd name="connsiteX119" fmla="*/ 450728 w 765852"/>
              <a:gd name="connsiteY119" fmla="*/ 226681 h 260086"/>
              <a:gd name="connsiteX120" fmla="*/ 453295 w 765852"/>
              <a:gd name="connsiteY120" fmla="*/ 216583 h 260086"/>
              <a:gd name="connsiteX121" fmla="*/ 450774 w 765852"/>
              <a:gd name="connsiteY121" fmla="*/ 206521 h 260086"/>
              <a:gd name="connsiteX122" fmla="*/ 443558 w 765852"/>
              <a:gd name="connsiteY122" fmla="*/ 199871 h 260086"/>
              <a:gd name="connsiteX123" fmla="*/ 441779 w 765852"/>
              <a:gd name="connsiteY123" fmla="*/ 225351 h 260086"/>
              <a:gd name="connsiteX124" fmla="*/ 432033 w 765852"/>
              <a:gd name="connsiteY124" fmla="*/ 228635 h 260086"/>
              <a:gd name="connsiteX125" fmla="*/ 416621 w 765852"/>
              <a:gd name="connsiteY125" fmla="*/ 228635 h 260086"/>
              <a:gd name="connsiteX126" fmla="*/ 416621 w 765852"/>
              <a:gd name="connsiteY126" fmla="*/ 204622 h 260086"/>
              <a:gd name="connsiteX127" fmla="*/ 432125 w 765852"/>
              <a:gd name="connsiteY127" fmla="*/ 204622 h 260086"/>
              <a:gd name="connsiteX128" fmla="*/ 441825 w 765852"/>
              <a:gd name="connsiteY128" fmla="*/ 207860 h 260086"/>
              <a:gd name="connsiteX129" fmla="*/ 445410 w 765852"/>
              <a:gd name="connsiteY129" fmla="*/ 216592 h 260086"/>
              <a:gd name="connsiteX130" fmla="*/ 441779 w 765852"/>
              <a:gd name="connsiteY130" fmla="*/ 225361 h 260086"/>
              <a:gd name="connsiteX131" fmla="*/ 382889 w 765852"/>
              <a:gd name="connsiteY131" fmla="*/ 166805 h 260086"/>
              <a:gd name="connsiteX132" fmla="*/ 384375 w 765852"/>
              <a:gd name="connsiteY132" fmla="*/ 166805 h 260086"/>
              <a:gd name="connsiteX133" fmla="*/ 420554 w 765852"/>
              <a:gd name="connsiteY133" fmla="*/ 140114 h 260086"/>
              <a:gd name="connsiteX134" fmla="*/ 478399 w 765852"/>
              <a:gd name="connsiteY134" fmla="*/ 2128 h 260086"/>
              <a:gd name="connsiteX135" fmla="*/ 449096 w 765852"/>
              <a:gd name="connsiteY135" fmla="*/ 2128 h 260086"/>
              <a:gd name="connsiteX136" fmla="*/ 382889 w 765852"/>
              <a:gd name="connsiteY136" fmla="*/ 166814 h 260086"/>
              <a:gd name="connsiteX137" fmla="*/ 644368 w 765852"/>
              <a:gd name="connsiteY137" fmla="*/ 197523 h 260086"/>
              <a:gd name="connsiteX138" fmla="*/ 620714 w 765852"/>
              <a:gd name="connsiteY138" fmla="*/ 259554 h 260086"/>
              <a:gd name="connsiteX139" fmla="*/ 628690 w 765852"/>
              <a:gd name="connsiteY139" fmla="*/ 259554 h 260086"/>
              <a:gd name="connsiteX140" fmla="*/ 635246 w 765852"/>
              <a:gd name="connsiteY140" fmla="*/ 242806 h 260086"/>
              <a:gd name="connsiteX141" fmla="*/ 662266 w 765852"/>
              <a:gd name="connsiteY141" fmla="*/ 242806 h 260086"/>
              <a:gd name="connsiteX142" fmla="*/ 668821 w 765852"/>
              <a:gd name="connsiteY142" fmla="*/ 259554 h 260086"/>
              <a:gd name="connsiteX143" fmla="*/ 677055 w 765852"/>
              <a:gd name="connsiteY143" fmla="*/ 259554 h 260086"/>
              <a:gd name="connsiteX144" fmla="*/ 653491 w 765852"/>
              <a:gd name="connsiteY144" fmla="*/ 197523 h 260086"/>
              <a:gd name="connsiteX145" fmla="*/ 644368 w 765852"/>
              <a:gd name="connsiteY145" fmla="*/ 197523 h 260086"/>
              <a:gd name="connsiteX146" fmla="*/ 637547 w 765852"/>
              <a:gd name="connsiteY146" fmla="*/ 235808 h 260086"/>
              <a:gd name="connsiteX147" fmla="*/ 648705 w 765852"/>
              <a:gd name="connsiteY147" fmla="*/ 205943 h 260086"/>
              <a:gd name="connsiteX148" fmla="*/ 659955 w 765852"/>
              <a:gd name="connsiteY148" fmla="*/ 235808 h 260086"/>
              <a:gd name="connsiteX149" fmla="*/ 637538 w 765852"/>
              <a:gd name="connsiteY149" fmla="*/ 235808 h 260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</a:cxnLst>
            <a:rect l="l" t="t" r="r" b="b"/>
            <a:pathLst>
              <a:path w="765852" h="260086">
                <a:moveTo>
                  <a:pt x="739575" y="143884"/>
                </a:moveTo>
                <a:cubicBezTo>
                  <a:pt x="756519" y="128906"/>
                  <a:pt x="765852" y="107425"/>
                  <a:pt x="765852" y="83403"/>
                </a:cubicBezTo>
                <a:cubicBezTo>
                  <a:pt x="765852" y="59381"/>
                  <a:pt x="756519" y="37899"/>
                  <a:pt x="739575" y="22921"/>
                </a:cubicBezTo>
                <a:cubicBezTo>
                  <a:pt x="722613" y="7925"/>
                  <a:pt x="699307" y="0"/>
                  <a:pt x="672177" y="0"/>
                </a:cubicBezTo>
                <a:cubicBezTo>
                  <a:pt x="645047" y="0"/>
                  <a:pt x="621740" y="7925"/>
                  <a:pt x="604779" y="22921"/>
                </a:cubicBezTo>
                <a:cubicBezTo>
                  <a:pt x="587835" y="37899"/>
                  <a:pt x="578501" y="59381"/>
                  <a:pt x="578501" y="83403"/>
                </a:cubicBezTo>
                <a:cubicBezTo>
                  <a:pt x="578501" y="107425"/>
                  <a:pt x="587835" y="128906"/>
                  <a:pt x="604779" y="143884"/>
                </a:cubicBezTo>
                <a:cubicBezTo>
                  <a:pt x="621740" y="158881"/>
                  <a:pt x="645047" y="166805"/>
                  <a:pt x="672177" y="166805"/>
                </a:cubicBezTo>
                <a:cubicBezTo>
                  <a:pt x="699307" y="166805"/>
                  <a:pt x="722613" y="158881"/>
                  <a:pt x="739575" y="143884"/>
                </a:cubicBezTo>
                <a:close/>
                <a:moveTo>
                  <a:pt x="604595" y="83403"/>
                </a:moveTo>
                <a:cubicBezTo>
                  <a:pt x="604595" y="66489"/>
                  <a:pt x="610821" y="52135"/>
                  <a:pt x="622611" y="41871"/>
                </a:cubicBezTo>
                <a:cubicBezTo>
                  <a:pt x="634751" y="31305"/>
                  <a:pt x="651887" y="25719"/>
                  <a:pt x="672177" y="25719"/>
                </a:cubicBezTo>
                <a:cubicBezTo>
                  <a:pt x="692467" y="25719"/>
                  <a:pt x="709603" y="31305"/>
                  <a:pt x="721742" y="41871"/>
                </a:cubicBezTo>
                <a:cubicBezTo>
                  <a:pt x="733524" y="52126"/>
                  <a:pt x="739759" y="66489"/>
                  <a:pt x="739759" y="83403"/>
                </a:cubicBezTo>
                <a:cubicBezTo>
                  <a:pt x="739759" y="100316"/>
                  <a:pt x="733533" y="114671"/>
                  <a:pt x="721742" y="124934"/>
                </a:cubicBezTo>
                <a:cubicBezTo>
                  <a:pt x="709603" y="135501"/>
                  <a:pt x="692467" y="141077"/>
                  <a:pt x="672177" y="141077"/>
                </a:cubicBezTo>
                <a:cubicBezTo>
                  <a:pt x="651887" y="141077"/>
                  <a:pt x="634741" y="135491"/>
                  <a:pt x="622611" y="124934"/>
                </a:cubicBezTo>
                <a:cubicBezTo>
                  <a:pt x="610830" y="114671"/>
                  <a:pt x="604595" y="100316"/>
                  <a:pt x="604595" y="83403"/>
                </a:cubicBezTo>
                <a:close/>
                <a:moveTo>
                  <a:pt x="238310" y="207181"/>
                </a:moveTo>
                <a:cubicBezTo>
                  <a:pt x="241556" y="205118"/>
                  <a:pt x="245306" y="204081"/>
                  <a:pt x="249560" y="204081"/>
                </a:cubicBezTo>
                <a:cubicBezTo>
                  <a:pt x="254282" y="204081"/>
                  <a:pt x="258288" y="205292"/>
                  <a:pt x="261562" y="207713"/>
                </a:cubicBezTo>
                <a:cubicBezTo>
                  <a:pt x="264835" y="210135"/>
                  <a:pt x="267035" y="213501"/>
                  <a:pt x="268163" y="217812"/>
                </a:cubicBezTo>
                <a:lnTo>
                  <a:pt x="275874" y="217812"/>
                </a:lnTo>
                <a:cubicBezTo>
                  <a:pt x="274691" y="211373"/>
                  <a:pt x="271784" y="206292"/>
                  <a:pt x="267145" y="202568"/>
                </a:cubicBezTo>
                <a:cubicBezTo>
                  <a:pt x="262506" y="198844"/>
                  <a:pt x="256766" y="196982"/>
                  <a:pt x="249917" y="196982"/>
                </a:cubicBezTo>
                <a:cubicBezTo>
                  <a:pt x="244013" y="196982"/>
                  <a:pt x="238814" y="198293"/>
                  <a:pt x="234322" y="200926"/>
                </a:cubicBezTo>
                <a:cubicBezTo>
                  <a:pt x="229838" y="203558"/>
                  <a:pt x="226382" y="207264"/>
                  <a:pt x="223961" y="212052"/>
                </a:cubicBezTo>
                <a:cubicBezTo>
                  <a:pt x="221541" y="216840"/>
                  <a:pt x="220330" y="222334"/>
                  <a:pt x="220330" y="228534"/>
                </a:cubicBezTo>
                <a:cubicBezTo>
                  <a:pt x="220330" y="234734"/>
                  <a:pt x="221541" y="240302"/>
                  <a:pt x="223961" y="245062"/>
                </a:cubicBezTo>
                <a:cubicBezTo>
                  <a:pt x="226382" y="249823"/>
                  <a:pt x="229838" y="253510"/>
                  <a:pt x="234322" y="256142"/>
                </a:cubicBezTo>
                <a:cubicBezTo>
                  <a:pt x="238805" y="258775"/>
                  <a:pt x="244004" y="260086"/>
                  <a:pt x="249917" y="260086"/>
                </a:cubicBezTo>
                <a:cubicBezTo>
                  <a:pt x="256831" y="260086"/>
                  <a:pt x="262570" y="258224"/>
                  <a:pt x="267145" y="254501"/>
                </a:cubicBezTo>
                <a:cubicBezTo>
                  <a:pt x="271720" y="250777"/>
                  <a:pt x="274599" y="245695"/>
                  <a:pt x="275782" y="239256"/>
                </a:cubicBezTo>
                <a:lnTo>
                  <a:pt x="268071" y="239256"/>
                </a:lnTo>
                <a:cubicBezTo>
                  <a:pt x="266888" y="243631"/>
                  <a:pt x="264706" y="247007"/>
                  <a:pt x="261516" y="249401"/>
                </a:cubicBezTo>
                <a:cubicBezTo>
                  <a:pt x="258325" y="251795"/>
                  <a:pt x="254337" y="252987"/>
                  <a:pt x="249560" y="252987"/>
                </a:cubicBezTo>
                <a:cubicBezTo>
                  <a:pt x="245306" y="252987"/>
                  <a:pt x="241556" y="251951"/>
                  <a:pt x="238310" y="249887"/>
                </a:cubicBezTo>
                <a:cubicBezTo>
                  <a:pt x="235064" y="247823"/>
                  <a:pt x="232561" y="244925"/>
                  <a:pt x="230828" y="241201"/>
                </a:cubicBezTo>
                <a:cubicBezTo>
                  <a:pt x="229086" y="237477"/>
                  <a:pt x="228215" y="233258"/>
                  <a:pt x="228215" y="228525"/>
                </a:cubicBezTo>
                <a:cubicBezTo>
                  <a:pt x="228215" y="223792"/>
                  <a:pt x="229086" y="219499"/>
                  <a:pt x="230828" y="215812"/>
                </a:cubicBezTo>
                <a:cubicBezTo>
                  <a:pt x="232570" y="212125"/>
                  <a:pt x="235064" y="209245"/>
                  <a:pt x="238310" y="207172"/>
                </a:cubicBezTo>
                <a:close/>
                <a:moveTo>
                  <a:pt x="335580" y="197523"/>
                </a:moveTo>
                <a:lnTo>
                  <a:pt x="311925" y="259554"/>
                </a:lnTo>
                <a:lnTo>
                  <a:pt x="319892" y="259554"/>
                </a:lnTo>
                <a:lnTo>
                  <a:pt x="326448" y="242806"/>
                </a:lnTo>
                <a:lnTo>
                  <a:pt x="353467" y="242806"/>
                </a:lnTo>
                <a:lnTo>
                  <a:pt x="360023" y="259554"/>
                </a:lnTo>
                <a:lnTo>
                  <a:pt x="368256" y="259554"/>
                </a:lnTo>
                <a:lnTo>
                  <a:pt x="344693" y="197523"/>
                </a:lnTo>
                <a:lnTo>
                  <a:pt x="335570" y="197523"/>
                </a:lnTo>
                <a:close/>
                <a:moveTo>
                  <a:pt x="328758" y="235808"/>
                </a:moveTo>
                <a:lnTo>
                  <a:pt x="339916" y="205943"/>
                </a:lnTo>
                <a:lnTo>
                  <a:pt x="351166" y="235808"/>
                </a:lnTo>
                <a:lnTo>
                  <a:pt x="328749" y="235808"/>
                </a:lnTo>
                <a:close/>
                <a:moveTo>
                  <a:pt x="725437" y="197523"/>
                </a:moveTo>
                <a:lnTo>
                  <a:pt x="717736" y="197523"/>
                </a:lnTo>
                <a:lnTo>
                  <a:pt x="717736" y="259554"/>
                </a:lnTo>
                <a:lnTo>
                  <a:pt x="753704" y="259554"/>
                </a:lnTo>
                <a:lnTo>
                  <a:pt x="753704" y="252464"/>
                </a:lnTo>
                <a:lnTo>
                  <a:pt x="725446" y="252464"/>
                </a:lnTo>
                <a:lnTo>
                  <a:pt x="725446" y="197523"/>
                </a:lnTo>
                <a:close/>
                <a:moveTo>
                  <a:pt x="250953" y="2119"/>
                </a:moveTo>
                <a:lnTo>
                  <a:pt x="225566" y="2119"/>
                </a:lnTo>
                <a:lnTo>
                  <a:pt x="225566" y="164677"/>
                </a:lnTo>
                <a:lnTo>
                  <a:pt x="250953" y="164677"/>
                </a:lnTo>
                <a:lnTo>
                  <a:pt x="250953" y="2119"/>
                </a:lnTo>
                <a:close/>
                <a:moveTo>
                  <a:pt x="80592" y="62692"/>
                </a:moveTo>
                <a:lnTo>
                  <a:pt x="80592" y="164687"/>
                </a:lnTo>
                <a:cubicBezTo>
                  <a:pt x="80592" y="164687"/>
                  <a:pt x="106732" y="164687"/>
                  <a:pt x="106732" y="164687"/>
                </a:cubicBezTo>
                <a:lnTo>
                  <a:pt x="106713" y="62692"/>
                </a:lnTo>
                <a:cubicBezTo>
                  <a:pt x="106713" y="50282"/>
                  <a:pt x="102707" y="38523"/>
                  <a:pt x="95124" y="28700"/>
                </a:cubicBezTo>
                <a:lnTo>
                  <a:pt x="93648" y="26792"/>
                </a:lnTo>
                <a:lnTo>
                  <a:pt x="92172" y="28700"/>
                </a:lnTo>
                <a:cubicBezTo>
                  <a:pt x="84589" y="38523"/>
                  <a:pt x="80583" y="50273"/>
                  <a:pt x="80583" y="62692"/>
                </a:cubicBezTo>
                <a:close/>
                <a:moveTo>
                  <a:pt x="47273" y="2119"/>
                </a:moveTo>
                <a:lnTo>
                  <a:pt x="0" y="2119"/>
                </a:lnTo>
                <a:lnTo>
                  <a:pt x="0" y="26792"/>
                </a:lnTo>
                <a:lnTo>
                  <a:pt x="93648" y="26792"/>
                </a:lnTo>
                <a:lnTo>
                  <a:pt x="91328" y="23793"/>
                </a:lnTo>
                <a:cubicBezTo>
                  <a:pt x="80693" y="10025"/>
                  <a:pt x="64629" y="2119"/>
                  <a:pt x="47273" y="2119"/>
                </a:cubicBezTo>
                <a:close/>
                <a:moveTo>
                  <a:pt x="95968" y="23793"/>
                </a:moveTo>
                <a:lnTo>
                  <a:pt x="93648" y="26792"/>
                </a:lnTo>
                <a:lnTo>
                  <a:pt x="187296" y="26792"/>
                </a:lnTo>
                <a:lnTo>
                  <a:pt x="187296" y="2119"/>
                </a:lnTo>
                <a:lnTo>
                  <a:pt x="140023" y="2119"/>
                </a:lnTo>
                <a:cubicBezTo>
                  <a:pt x="122657" y="2119"/>
                  <a:pt x="106603" y="10016"/>
                  <a:pt x="95958" y="23793"/>
                </a:cubicBezTo>
                <a:close/>
                <a:moveTo>
                  <a:pt x="514844" y="164677"/>
                </a:moveTo>
                <a:lnTo>
                  <a:pt x="540232" y="164677"/>
                </a:lnTo>
                <a:lnTo>
                  <a:pt x="540232" y="2119"/>
                </a:lnTo>
                <a:lnTo>
                  <a:pt x="514844" y="2119"/>
                </a:lnTo>
                <a:lnTo>
                  <a:pt x="514844" y="164677"/>
                </a:lnTo>
                <a:close/>
                <a:moveTo>
                  <a:pt x="495205" y="259554"/>
                </a:moveTo>
                <a:lnTo>
                  <a:pt x="502915" y="259554"/>
                </a:lnTo>
                <a:lnTo>
                  <a:pt x="502915" y="197523"/>
                </a:lnTo>
                <a:lnTo>
                  <a:pt x="495205" y="197523"/>
                </a:lnTo>
                <a:lnTo>
                  <a:pt x="495205" y="259554"/>
                </a:lnTo>
                <a:close/>
                <a:moveTo>
                  <a:pt x="544816" y="204613"/>
                </a:moveTo>
                <a:lnTo>
                  <a:pt x="564923" y="204613"/>
                </a:lnTo>
                <a:lnTo>
                  <a:pt x="564923" y="259554"/>
                </a:lnTo>
                <a:lnTo>
                  <a:pt x="572633" y="259554"/>
                </a:lnTo>
                <a:lnTo>
                  <a:pt x="572633" y="204613"/>
                </a:lnTo>
                <a:lnTo>
                  <a:pt x="592740" y="204613"/>
                </a:lnTo>
                <a:lnTo>
                  <a:pt x="592740" y="197523"/>
                </a:lnTo>
                <a:lnTo>
                  <a:pt x="544816" y="197523"/>
                </a:lnTo>
                <a:lnTo>
                  <a:pt x="544816" y="204613"/>
                </a:lnTo>
                <a:close/>
                <a:moveTo>
                  <a:pt x="287389" y="2119"/>
                </a:moveTo>
                <a:cubicBezTo>
                  <a:pt x="287389" y="2119"/>
                  <a:pt x="335680" y="117220"/>
                  <a:pt x="345234" y="140105"/>
                </a:cubicBezTo>
                <a:cubicBezTo>
                  <a:pt x="356374" y="166796"/>
                  <a:pt x="374464" y="166796"/>
                  <a:pt x="381413" y="166796"/>
                </a:cubicBezTo>
                <a:lnTo>
                  <a:pt x="382899" y="166796"/>
                </a:lnTo>
                <a:lnTo>
                  <a:pt x="316692" y="2119"/>
                </a:lnTo>
                <a:lnTo>
                  <a:pt x="287389" y="2119"/>
                </a:lnTo>
                <a:close/>
                <a:moveTo>
                  <a:pt x="443549" y="199871"/>
                </a:moveTo>
                <a:cubicBezTo>
                  <a:pt x="440413" y="198303"/>
                  <a:pt x="436819" y="197523"/>
                  <a:pt x="432739" y="197523"/>
                </a:cubicBezTo>
                <a:lnTo>
                  <a:pt x="408910" y="197523"/>
                </a:lnTo>
                <a:lnTo>
                  <a:pt x="408910" y="259554"/>
                </a:lnTo>
                <a:lnTo>
                  <a:pt x="416621" y="259554"/>
                </a:lnTo>
                <a:lnTo>
                  <a:pt x="416621" y="235716"/>
                </a:lnTo>
                <a:lnTo>
                  <a:pt x="432748" y="235716"/>
                </a:lnTo>
                <a:cubicBezTo>
                  <a:pt x="436819" y="235716"/>
                  <a:pt x="440413" y="234936"/>
                  <a:pt x="443512" y="233368"/>
                </a:cubicBezTo>
                <a:cubicBezTo>
                  <a:pt x="446611" y="231799"/>
                  <a:pt x="449013" y="229571"/>
                  <a:pt x="450728" y="226681"/>
                </a:cubicBezTo>
                <a:cubicBezTo>
                  <a:pt x="452442" y="223783"/>
                  <a:pt x="453295" y="220417"/>
                  <a:pt x="453295" y="216583"/>
                </a:cubicBezTo>
                <a:cubicBezTo>
                  <a:pt x="453295" y="212749"/>
                  <a:pt x="452452" y="209392"/>
                  <a:pt x="450774" y="206521"/>
                </a:cubicBezTo>
                <a:cubicBezTo>
                  <a:pt x="449087" y="203659"/>
                  <a:pt x="446685" y="201439"/>
                  <a:pt x="443558" y="199871"/>
                </a:cubicBezTo>
                <a:close/>
                <a:moveTo>
                  <a:pt x="441779" y="225351"/>
                </a:moveTo>
                <a:cubicBezTo>
                  <a:pt x="439359" y="227534"/>
                  <a:pt x="436113" y="228635"/>
                  <a:pt x="432033" y="228635"/>
                </a:cubicBezTo>
                <a:lnTo>
                  <a:pt x="416621" y="228635"/>
                </a:lnTo>
                <a:lnTo>
                  <a:pt x="416621" y="204622"/>
                </a:lnTo>
                <a:lnTo>
                  <a:pt x="432125" y="204622"/>
                </a:lnTo>
                <a:cubicBezTo>
                  <a:pt x="436196" y="204622"/>
                  <a:pt x="439432" y="205705"/>
                  <a:pt x="441825" y="207860"/>
                </a:cubicBezTo>
                <a:cubicBezTo>
                  <a:pt x="444218" y="210015"/>
                  <a:pt x="445410" y="212923"/>
                  <a:pt x="445410" y="216592"/>
                </a:cubicBezTo>
                <a:cubicBezTo>
                  <a:pt x="445410" y="220261"/>
                  <a:pt x="444200" y="223178"/>
                  <a:pt x="441779" y="225361"/>
                </a:cubicBezTo>
                <a:close/>
                <a:moveTo>
                  <a:pt x="382889" y="166805"/>
                </a:moveTo>
                <a:lnTo>
                  <a:pt x="384375" y="166805"/>
                </a:lnTo>
                <a:cubicBezTo>
                  <a:pt x="391334" y="166805"/>
                  <a:pt x="409423" y="166805"/>
                  <a:pt x="420554" y="140114"/>
                </a:cubicBezTo>
                <a:cubicBezTo>
                  <a:pt x="430099" y="117230"/>
                  <a:pt x="478399" y="2128"/>
                  <a:pt x="478399" y="2128"/>
                </a:cubicBezTo>
                <a:lnTo>
                  <a:pt x="449096" y="2128"/>
                </a:lnTo>
                <a:lnTo>
                  <a:pt x="382889" y="166814"/>
                </a:lnTo>
                <a:close/>
                <a:moveTo>
                  <a:pt x="644368" y="197523"/>
                </a:moveTo>
                <a:lnTo>
                  <a:pt x="620714" y="259554"/>
                </a:lnTo>
                <a:lnTo>
                  <a:pt x="628690" y="259554"/>
                </a:lnTo>
                <a:lnTo>
                  <a:pt x="635246" y="242806"/>
                </a:lnTo>
                <a:lnTo>
                  <a:pt x="662266" y="242806"/>
                </a:lnTo>
                <a:lnTo>
                  <a:pt x="668821" y="259554"/>
                </a:lnTo>
                <a:lnTo>
                  <a:pt x="677055" y="259554"/>
                </a:lnTo>
                <a:lnTo>
                  <a:pt x="653491" y="197523"/>
                </a:lnTo>
                <a:lnTo>
                  <a:pt x="644368" y="197523"/>
                </a:lnTo>
                <a:close/>
                <a:moveTo>
                  <a:pt x="637547" y="235808"/>
                </a:moveTo>
                <a:lnTo>
                  <a:pt x="648705" y="205943"/>
                </a:lnTo>
                <a:lnTo>
                  <a:pt x="659955" y="235808"/>
                </a:lnTo>
                <a:lnTo>
                  <a:pt x="637538" y="235808"/>
                </a:lnTo>
                <a:close/>
              </a:path>
            </a:pathLst>
          </a:custGeom>
          <a:solidFill>
            <a:schemeClr val="bg1"/>
          </a:solidFill>
          <a:ln w="1061" cap="flat">
            <a:noFill/>
            <a:prstDash val="solid"/>
            <a:miter/>
          </a:ln>
        </p:spPr>
        <p:txBody>
          <a:bodyPr rtlCol="0" anchor="ctr"/>
          <a:lstStyle/>
          <a:p>
            <a:endParaRPr lang="pt-BR">
              <a:solidFill>
                <a:schemeClr val="bg1"/>
              </a:solidFill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B199F5B5-BC6B-B426-BC59-B48B46CF1637}"/>
              </a:ext>
            </a:extLst>
          </p:cNvPr>
          <p:cNvCxnSpPr/>
          <p:nvPr userDrawn="1"/>
        </p:nvCxnSpPr>
        <p:spPr>
          <a:xfrm>
            <a:off x="334963" y="185353"/>
            <a:ext cx="10415415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117209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469">
          <p15:clr>
            <a:srgbClr val="FBAE40"/>
          </p15:clr>
        </p15:guide>
        <p15:guide id="2" orient="horz" pos="3974">
          <p15:clr>
            <a:srgbClr val="FBAE40"/>
          </p15:clr>
        </p15:guide>
        <p15:guide id="3" orient="horz" pos="232">
          <p15:clr>
            <a:srgbClr val="FBAE40"/>
          </p15:clr>
        </p15:guide>
        <p15:guide id="4" pos="211">
          <p15:clr>
            <a:srgbClr val="FBAE40"/>
          </p15:clr>
        </p15:guide>
        <p15:guide id="5" orient="horz" pos="4065">
          <p15:clr>
            <a:srgbClr val="FBAE40"/>
          </p15:clr>
        </p15:guide>
        <p15:guide id="6" orient="horz" pos="799">
          <p15:clr>
            <a:srgbClr val="FBAE40"/>
          </p15:clr>
        </p15:guide>
        <p15:guide id="7" orient="horz" pos="935">
          <p15:clr>
            <a:srgbClr val="FBAE40"/>
          </p15:clr>
        </p15:guide>
      </p15:sldGuideLst>
    </p:ext>
  </p:extLs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| Box superior - High Grade">
    <p:bg>
      <p:bgPr>
        <a:gradFill>
          <a:gsLst>
            <a:gs pos="81000">
              <a:schemeClr val="tx1">
                <a:lumMod val="85000"/>
                <a:lumOff val="15000"/>
              </a:schemeClr>
            </a:gs>
            <a:gs pos="100000">
              <a:schemeClr val="tx1">
                <a:lumMod val="95000"/>
                <a:lumOff val="5000"/>
              </a:schemeClr>
            </a:gs>
            <a:gs pos="0">
              <a:schemeClr val="accent1"/>
            </a:gs>
          </a:gsLst>
          <a:lin ang="7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132BCE3-A04F-8602-64F7-7623C7EAF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61763" y="6482556"/>
            <a:ext cx="295275" cy="1692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 sz="1100">
                <a:solidFill>
                  <a:schemeClr val="bg1"/>
                </a:solidFill>
                <a:latin typeface="Versos" panose="020B0503020204030204" pitchFamily="34" charset="0"/>
                <a:cs typeface="Versos" panose="020B0503020204030204" pitchFamily="34" charset="0"/>
              </a:defRPr>
            </a:lvl1pPr>
          </a:lstStyle>
          <a:p>
            <a:fld id="{77667D73-C69A-4DAA-9003-24A825D36FE9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B13D7C-5A47-B0DF-B518-26E79F5D2DB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63" y="368300"/>
            <a:ext cx="10183813" cy="4308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err="1"/>
              <a:t>Título</a:t>
            </a:r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401465E-A8CD-A3BA-BE2A-9597492FDC6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4963" y="6482556"/>
            <a:ext cx="10980000" cy="180000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900">
                <a:latin typeface="Versos Light" panose="020B0403020204030204" pitchFamily="34" charset="0"/>
              </a:defRPr>
            </a:lvl2pPr>
            <a:lvl3pPr>
              <a:defRPr sz="900">
                <a:latin typeface="Versos Light" panose="020B0403020204030204" pitchFamily="34" charset="0"/>
              </a:defRPr>
            </a:lvl3pPr>
            <a:lvl4pPr>
              <a:defRPr sz="900">
                <a:latin typeface="Versos Light" panose="020B0403020204030204" pitchFamily="34" charset="0"/>
              </a:defRPr>
            </a:lvl4pPr>
            <a:lvl5pPr>
              <a:defRPr sz="900">
                <a:latin typeface="Versos Light" panose="020B0403020204030204" pitchFamily="34" charset="0"/>
              </a:defRPr>
            </a:lvl5pPr>
          </a:lstStyle>
          <a:p>
            <a:pPr lvl="0"/>
            <a:r>
              <a:rPr lang="en-US"/>
              <a:t>Fonte:</a:t>
            </a:r>
            <a:endParaRPr lang="pt-BR"/>
          </a:p>
        </p:txBody>
      </p:sp>
      <p:sp>
        <p:nvSpPr>
          <p:cNvPr id="10" name="Retângulo 5">
            <a:extLst>
              <a:ext uri="{FF2B5EF4-FFF2-40B4-BE49-F238E27FC236}">
                <a16:creationId xmlns:a16="http://schemas.microsoft.com/office/drawing/2014/main" id="{7D36360D-ABDB-2B93-AA05-C90BA9D483DB}"/>
              </a:ext>
            </a:extLst>
          </p:cNvPr>
          <p:cNvSpPr/>
          <p:nvPr userDrawn="1"/>
        </p:nvSpPr>
        <p:spPr>
          <a:xfrm>
            <a:off x="0" y="807794"/>
            <a:ext cx="12192000" cy="209118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latin typeface="Versos" panose="020B0503020204030204" pitchFamily="34" charset="0"/>
            </a:endParaRP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2BF5896-7E11-14FB-06A4-95B1CAD37BF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83427" y="1045525"/>
            <a:ext cx="5421301" cy="156104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>
                <a:solidFill>
                  <a:schemeClr val="tx1"/>
                </a:solidFill>
                <a:latin typeface="Versos Light" panose="020B04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2" name="Conector Reto 6">
            <a:extLst>
              <a:ext uri="{FF2B5EF4-FFF2-40B4-BE49-F238E27FC236}">
                <a16:creationId xmlns:a16="http://schemas.microsoft.com/office/drawing/2014/main" id="{93D24C85-FAB3-23B7-3282-C0255DE4BF50}"/>
              </a:ext>
            </a:extLst>
          </p:cNvPr>
          <p:cNvCxnSpPr/>
          <p:nvPr userDrawn="1"/>
        </p:nvCxnSpPr>
        <p:spPr>
          <a:xfrm>
            <a:off x="583096" y="1364974"/>
            <a:ext cx="0" cy="156211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Reto 7">
            <a:extLst>
              <a:ext uri="{FF2B5EF4-FFF2-40B4-BE49-F238E27FC236}">
                <a16:creationId xmlns:a16="http://schemas.microsoft.com/office/drawing/2014/main" id="{A040BC7F-4356-241E-DE98-A14572A424F9}"/>
              </a:ext>
            </a:extLst>
          </p:cNvPr>
          <p:cNvCxnSpPr>
            <a:cxnSpLocks/>
          </p:cNvCxnSpPr>
          <p:nvPr userDrawn="1"/>
        </p:nvCxnSpPr>
        <p:spPr>
          <a:xfrm>
            <a:off x="6336683" y="1364974"/>
            <a:ext cx="0" cy="156211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3D29ABC6-2275-8D02-5D8F-6C312831087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437014" y="1045525"/>
            <a:ext cx="5420023" cy="158838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>
                <a:solidFill>
                  <a:schemeClr val="tx1"/>
                </a:solidFill>
                <a:latin typeface="Versos Light" panose="020B04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8">
            <a:extLst>
              <a:ext uri="{FF2B5EF4-FFF2-40B4-BE49-F238E27FC236}">
                <a16:creationId xmlns:a16="http://schemas.microsoft.com/office/drawing/2014/main" id="{D0831873-076C-11EE-AA1E-02508B9C565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86447" y="3021651"/>
            <a:ext cx="5296913" cy="23011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8">
            <a:extLst>
              <a:ext uri="{FF2B5EF4-FFF2-40B4-BE49-F238E27FC236}">
                <a16:creationId xmlns:a16="http://schemas.microsoft.com/office/drawing/2014/main" id="{89936DB2-1144-3AFC-1BBA-E1BDEB5020C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435706" y="3021651"/>
            <a:ext cx="5421332" cy="23011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Picture 8">
            <a:extLst>
              <a:ext uri="{FF2B5EF4-FFF2-40B4-BE49-F238E27FC236}">
                <a16:creationId xmlns:a16="http://schemas.microsoft.com/office/drawing/2014/main" id="{C3DE3459-A0CC-6831-FC59-0F2863B6F3C9}"/>
              </a:ext>
            </a:extLst>
          </p:cNvPr>
          <p:cNvSpPr/>
          <p:nvPr userDrawn="1"/>
        </p:nvSpPr>
        <p:spPr>
          <a:xfrm>
            <a:off x="11091186" y="377178"/>
            <a:ext cx="765852" cy="260086"/>
          </a:xfrm>
          <a:custGeom>
            <a:avLst/>
            <a:gdLst>
              <a:gd name="connsiteX0" fmla="*/ 739575 w 765852"/>
              <a:gd name="connsiteY0" fmla="*/ 143884 h 260086"/>
              <a:gd name="connsiteX1" fmla="*/ 765852 w 765852"/>
              <a:gd name="connsiteY1" fmla="*/ 83403 h 260086"/>
              <a:gd name="connsiteX2" fmla="*/ 739575 w 765852"/>
              <a:gd name="connsiteY2" fmla="*/ 22921 h 260086"/>
              <a:gd name="connsiteX3" fmla="*/ 672177 w 765852"/>
              <a:gd name="connsiteY3" fmla="*/ 0 h 260086"/>
              <a:gd name="connsiteX4" fmla="*/ 604779 w 765852"/>
              <a:gd name="connsiteY4" fmla="*/ 22921 h 260086"/>
              <a:gd name="connsiteX5" fmla="*/ 578501 w 765852"/>
              <a:gd name="connsiteY5" fmla="*/ 83403 h 260086"/>
              <a:gd name="connsiteX6" fmla="*/ 604779 w 765852"/>
              <a:gd name="connsiteY6" fmla="*/ 143884 h 260086"/>
              <a:gd name="connsiteX7" fmla="*/ 672177 w 765852"/>
              <a:gd name="connsiteY7" fmla="*/ 166805 h 260086"/>
              <a:gd name="connsiteX8" fmla="*/ 739575 w 765852"/>
              <a:gd name="connsiteY8" fmla="*/ 143884 h 260086"/>
              <a:gd name="connsiteX9" fmla="*/ 604595 w 765852"/>
              <a:gd name="connsiteY9" fmla="*/ 83403 h 260086"/>
              <a:gd name="connsiteX10" fmla="*/ 622611 w 765852"/>
              <a:gd name="connsiteY10" fmla="*/ 41871 h 260086"/>
              <a:gd name="connsiteX11" fmla="*/ 672177 w 765852"/>
              <a:gd name="connsiteY11" fmla="*/ 25719 h 260086"/>
              <a:gd name="connsiteX12" fmla="*/ 721742 w 765852"/>
              <a:gd name="connsiteY12" fmla="*/ 41871 h 260086"/>
              <a:gd name="connsiteX13" fmla="*/ 739759 w 765852"/>
              <a:gd name="connsiteY13" fmla="*/ 83403 h 260086"/>
              <a:gd name="connsiteX14" fmla="*/ 721742 w 765852"/>
              <a:gd name="connsiteY14" fmla="*/ 124934 h 260086"/>
              <a:gd name="connsiteX15" fmla="*/ 672177 w 765852"/>
              <a:gd name="connsiteY15" fmla="*/ 141077 h 260086"/>
              <a:gd name="connsiteX16" fmla="*/ 622611 w 765852"/>
              <a:gd name="connsiteY16" fmla="*/ 124934 h 260086"/>
              <a:gd name="connsiteX17" fmla="*/ 604595 w 765852"/>
              <a:gd name="connsiteY17" fmla="*/ 83403 h 260086"/>
              <a:gd name="connsiteX18" fmla="*/ 238310 w 765852"/>
              <a:gd name="connsiteY18" fmla="*/ 207181 h 260086"/>
              <a:gd name="connsiteX19" fmla="*/ 249560 w 765852"/>
              <a:gd name="connsiteY19" fmla="*/ 204081 h 260086"/>
              <a:gd name="connsiteX20" fmla="*/ 261562 w 765852"/>
              <a:gd name="connsiteY20" fmla="*/ 207713 h 260086"/>
              <a:gd name="connsiteX21" fmla="*/ 268163 w 765852"/>
              <a:gd name="connsiteY21" fmla="*/ 217812 h 260086"/>
              <a:gd name="connsiteX22" fmla="*/ 275874 w 765852"/>
              <a:gd name="connsiteY22" fmla="*/ 217812 h 260086"/>
              <a:gd name="connsiteX23" fmla="*/ 267145 w 765852"/>
              <a:gd name="connsiteY23" fmla="*/ 202568 h 260086"/>
              <a:gd name="connsiteX24" fmla="*/ 249917 w 765852"/>
              <a:gd name="connsiteY24" fmla="*/ 196982 h 260086"/>
              <a:gd name="connsiteX25" fmla="*/ 234322 w 765852"/>
              <a:gd name="connsiteY25" fmla="*/ 200926 h 260086"/>
              <a:gd name="connsiteX26" fmla="*/ 223961 w 765852"/>
              <a:gd name="connsiteY26" fmla="*/ 212052 h 260086"/>
              <a:gd name="connsiteX27" fmla="*/ 220330 w 765852"/>
              <a:gd name="connsiteY27" fmla="*/ 228534 h 260086"/>
              <a:gd name="connsiteX28" fmla="*/ 223961 w 765852"/>
              <a:gd name="connsiteY28" fmla="*/ 245062 h 260086"/>
              <a:gd name="connsiteX29" fmla="*/ 234322 w 765852"/>
              <a:gd name="connsiteY29" fmla="*/ 256142 h 260086"/>
              <a:gd name="connsiteX30" fmla="*/ 249917 w 765852"/>
              <a:gd name="connsiteY30" fmla="*/ 260086 h 260086"/>
              <a:gd name="connsiteX31" fmla="*/ 267145 w 765852"/>
              <a:gd name="connsiteY31" fmla="*/ 254501 h 260086"/>
              <a:gd name="connsiteX32" fmla="*/ 275782 w 765852"/>
              <a:gd name="connsiteY32" fmla="*/ 239256 h 260086"/>
              <a:gd name="connsiteX33" fmla="*/ 268071 w 765852"/>
              <a:gd name="connsiteY33" fmla="*/ 239256 h 260086"/>
              <a:gd name="connsiteX34" fmla="*/ 261516 w 765852"/>
              <a:gd name="connsiteY34" fmla="*/ 249401 h 260086"/>
              <a:gd name="connsiteX35" fmla="*/ 249560 w 765852"/>
              <a:gd name="connsiteY35" fmla="*/ 252987 h 260086"/>
              <a:gd name="connsiteX36" fmla="*/ 238310 w 765852"/>
              <a:gd name="connsiteY36" fmla="*/ 249887 h 260086"/>
              <a:gd name="connsiteX37" fmla="*/ 230828 w 765852"/>
              <a:gd name="connsiteY37" fmla="*/ 241201 h 260086"/>
              <a:gd name="connsiteX38" fmla="*/ 228215 w 765852"/>
              <a:gd name="connsiteY38" fmla="*/ 228525 h 260086"/>
              <a:gd name="connsiteX39" fmla="*/ 230828 w 765852"/>
              <a:gd name="connsiteY39" fmla="*/ 215812 h 260086"/>
              <a:gd name="connsiteX40" fmla="*/ 238310 w 765852"/>
              <a:gd name="connsiteY40" fmla="*/ 207172 h 260086"/>
              <a:gd name="connsiteX41" fmla="*/ 335580 w 765852"/>
              <a:gd name="connsiteY41" fmla="*/ 197523 h 260086"/>
              <a:gd name="connsiteX42" fmla="*/ 311925 w 765852"/>
              <a:gd name="connsiteY42" fmla="*/ 259554 h 260086"/>
              <a:gd name="connsiteX43" fmla="*/ 319892 w 765852"/>
              <a:gd name="connsiteY43" fmla="*/ 259554 h 260086"/>
              <a:gd name="connsiteX44" fmla="*/ 326448 w 765852"/>
              <a:gd name="connsiteY44" fmla="*/ 242806 h 260086"/>
              <a:gd name="connsiteX45" fmla="*/ 353467 w 765852"/>
              <a:gd name="connsiteY45" fmla="*/ 242806 h 260086"/>
              <a:gd name="connsiteX46" fmla="*/ 360023 w 765852"/>
              <a:gd name="connsiteY46" fmla="*/ 259554 h 260086"/>
              <a:gd name="connsiteX47" fmla="*/ 368256 w 765852"/>
              <a:gd name="connsiteY47" fmla="*/ 259554 h 260086"/>
              <a:gd name="connsiteX48" fmla="*/ 344693 w 765852"/>
              <a:gd name="connsiteY48" fmla="*/ 197523 h 260086"/>
              <a:gd name="connsiteX49" fmla="*/ 335570 w 765852"/>
              <a:gd name="connsiteY49" fmla="*/ 197523 h 260086"/>
              <a:gd name="connsiteX50" fmla="*/ 328758 w 765852"/>
              <a:gd name="connsiteY50" fmla="*/ 235808 h 260086"/>
              <a:gd name="connsiteX51" fmla="*/ 339916 w 765852"/>
              <a:gd name="connsiteY51" fmla="*/ 205943 h 260086"/>
              <a:gd name="connsiteX52" fmla="*/ 351166 w 765852"/>
              <a:gd name="connsiteY52" fmla="*/ 235808 h 260086"/>
              <a:gd name="connsiteX53" fmla="*/ 328749 w 765852"/>
              <a:gd name="connsiteY53" fmla="*/ 235808 h 260086"/>
              <a:gd name="connsiteX54" fmla="*/ 725437 w 765852"/>
              <a:gd name="connsiteY54" fmla="*/ 197523 h 260086"/>
              <a:gd name="connsiteX55" fmla="*/ 717736 w 765852"/>
              <a:gd name="connsiteY55" fmla="*/ 197523 h 260086"/>
              <a:gd name="connsiteX56" fmla="*/ 717736 w 765852"/>
              <a:gd name="connsiteY56" fmla="*/ 259554 h 260086"/>
              <a:gd name="connsiteX57" fmla="*/ 753704 w 765852"/>
              <a:gd name="connsiteY57" fmla="*/ 259554 h 260086"/>
              <a:gd name="connsiteX58" fmla="*/ 753704 w 765852"/>
              <a:gd name="connsiteY58" fmla="*/ 252464 h 260086"/>
              <a:gd name="connsiteX59" fmla="*/ 725446 w 765852"/>
              <a:gd name="connsiteY59" fmla="*/ 252464 h 260086"/>
              <a:gd name="connsiteX60" fmla="*/ 725446 w 765852"/>
              <a:gd name="connsiteY60" fmla="*/ 197523 h 260086"/>
              <a:gd name="connsiteX61" fmla="*/ 250953 w 765852"/>
              <a:gd name="connsiteY61" fmla="*/ 2119 h 260086"/>
              <a:gd name="connsiteX62" fmla="*/ 225566 w 765852"/>
              <a:gd name="connsiteY62" fmla="*/ 2119 h 260086"/>
              <a:gd name="connsiteX63" fmla="*/ 225566 w 765852"/>
              <a:gd name="connsiteY63" fmla="*/ 164677 h 260086"/>
              <a:gd name="connsiteX64" fmla="*/ 250953 w 765852"/>
              <a:gd name="connsiteY64" fmla="*/ 164677 h 260086"/>
              <a:gd name="connsiteX65" fmla="*/ 250953 w 765852"/>
              <a:gd name="connsiteY65" fmla="*/ 2119 h 260086"/>
              <a:gd name="connsiteX66" fmla="*/ 80592 w 765852"/>
              <a:gd name="connsiteY66" fmla="*/ 62692 h 260086"/>
              <a:gd name="connsiteX67" fmla="*/ 80592 w 765852"/>
              <a:gd name="connsiteY67" fmla="*/ 164687 h 260086"/>
              <a:gd name="connsiteX68" fmla="*/ 106732 w 765852"/>
              <a:gd name="connsiteY68" fmla="*/ 164687 h 260086"/>
              <a:gd name="connsiteX69" fmla="*/ 106713 w 765852"/>
              <a:gd name="connsiteY69" fmla="*/ 62692 h 260086"/>
              <a:gd name="connsiteX70" fmla="*/ 95124 w 765852"/>
              <a:gd name="connsiteY70" fmla="*/ 28700 h 260086"/>
              <a:gd name="connsiteX71" fmla="*/ 93648 w 765852"/>
              <a:gd name="connsiteY71" fmla="*/ 26792 h 260086"/>
              <a:gd name="connsiteX72" fmla="*/ 92172 w 765852"/>
              <a:gd name="connsiteY72" fmla="*/ 28700 h 260086"/>
              <a:gd name="connsiteX73" fmla="*/ 80583 w 765852"/>
              <a:gd name="connsiteY73" fmla="*/ 62692 h 260086"/>
              <a:gd name="connsiteX74" fmla="*/ 47273 w 765852"/>
              <a:gd name="connsiteY74" fmla="*/ 2119 h 260086"/>
              <a:gd name="connsiteX75" fmla="*/ 0 w 765852"/>
              <a:gd name="connsiteY75" fmla="*/ 2119 h 260086"/>
              <a:gd name="connsiteX76" fmla="*/ 0 w 765852"/>
              <a:gd name="connsiteY76" fmla="*/ 26792 h 260086"/>
              <a:gd name="connsiteX77" fmla="*/ 93648 w 765852"/>
              <a:gd name="connsiteY77" fmla="*/ 26792 h 260086"/>
              <a:gd name="connsiteX78" fmla="*/ 91328 w 765852"/>
              <a:gd name="connsiteY78" fmla="*/ 23793 h 260086"/>
              <a:gd name="connsiteX79" fmla="*/ 47273 w 765852"/>
              <a:gd name="connsiteY79" fmla="*/ 2119 h 260086"/>
              <a:gd name="connsiteX80" fmla="*/ 95968 w 765852"/>
              <a:gd name="connsiteY80" fmla="*/ 23793 h 260086"/>
              <a:gd name="connsiteX81" fmla="*/ 93648 w 765852"/>
              <a:gd name="connsiteY81" fmla="*/ 26792 h 260086"/>
              <a:gd name="connsiteX82" fmla="*/ 187296 w 765852"/>
              <a:gd name="connsiteY82" fmla="*/ 26792 h 260086"/>
              <a:gd name="connsiteX83" fmla="*/ 187296 w 765852"/>
              <a:gd name="connsiteY83" fmla="*/ 2119 h 260086"/>
              <a:gd name="connsiteX84" fmla="*/ 140023 w 765852"/>
              <a:gd name="connsiteY84" fmla="*/ 2119 h 260086"/>
              <a:gd name="connsiteX85" fmla="*/ 95958 w 765852"/>
              <a:gd name="connsiteY85" fmla="*/ 23793 h 260086"/>
              <a:gd name="connsiteX86" fmla="*/ 514844 w 765852"/>
              <a:gd name="connsiteY86" fmla="*/ 164677 h 260086"/>
              <a:gd name="connsiteX87" fmla="*/ 540232 w 765852"/>
              <a:gd name="connsiteY87" fmla="*/ 164677 h 260086"/>
              <a:gd name="connsiteX88" fmla="*/ 540232 w 765852"/>
              <a:gd name="connsiteY88" fmla="*/ 2119 h 260086"/>
              <a:gd name="connsiteX89" fmla="*/ 514844 w 765852"/>
              <a:gd name="connsiteY89" fmla="*/ 2119 h 260086"/>
              <a:gd name="connsiteX90" fmla="*/ 514844 w 765852"/>
              <a:gd name="connsiteY90" fmla="*/ 164677 h 260086"/>
              <a:gd name="connsiteX91" fmla="*/ 495205 w 765852"/>
              <a:gd name="connsiteY91" fmla="*/ 259554 h 260086"/>
              <a:gd name="connsiteX92" fmla="*/ 502915 w 765852"/>
              <a:gd name="connsiteY92" fmla="*/ 259554 h 260086"/>
              <a:gd name="connsiteX93" fmla="*/ 502915 w 765852"/>
              <a:gd name="connsiteY93" fmla="*/ 197523 h 260086"/>
              <a:gd name="connsiteX94" fmla="*/ 495205 w 765852"/>
              <a:gd name="connsiteY94" fmla="*/ 197523 h 260086"/>
              <a:gd name="connsiteX95" fmla="*/ 495205 w 765852"/>
              <a:gd name="connsiteY95" fmla="*/ 259554 h 260086"/>
              <a:gd name="connsiteX96" fmla="*/ 544816 w 765852"/>
              <a:gd name="connsiteY96" fmla="*/ 204613 h 260086"/>
              <a:gd name="connsiteX97" fmla="*/ 564923 w 765852"/>
              <a:gd name="connsiteY97" fmla="*/ 204613 h 260086"/>
              <a:gd name="connsiteX98" fmla="*/ 564923 w 765852"/>
              <a:gd name="connsiteY98" fmla="*/ 259554 h 260086"/>
              <a:gd name="connsiteX99" fmla="*/ 572633 w 765852"/>
              <a:gd name="connsiteY99" fmla="*/ 259554 h 260086"/>
              <a:gd name="connsiteX100" fmla="*/ 572633 w 765852"/>
              <a:gd name="connsiteY100" fmla="*/ 204613 h 260086"/>
              <a:gd name="connsiteX101" fmla="*/ 592740 w 765852"/>
              <a:gd name="connsiteY101" fmla="*/ 204613 h 260086"/>
              <a:gd name="connsiteX102" fmla="*/ 592740 w 765852"/>
              <a:gd name="connsiteY102" fmla="*/ 197523 h 260086"/>
              <a:gd name="connsiteX103" fmla="*/ 544816 w 765852"/>
              <a:gd name="connsiteY103" fmla="*/ 197523 h 260086"/>
              <a:gd name="connsiteX104" fmla="*/ 544816 w 765852"/>
              <a:gd name="connsiteY104" fmla="*/ 204613 h 260086"/>
              <a:gd name="connsiteX105" fmla="*/ 287389 w 765852"/>
              <a:gd name="connsiteY105" fmla="*/ 2119 h 260086"/>
              <a:gd name="connsiteX106" fmla="*/ 345234 w 765852"/>
              <a:gd name="connsiteY106" fmla="*/ 140105 h 260086"/>
              <a:gd name="connsiteX107" fmla="*/ 381413 w 765852"/>
              <a:gd name="connsiteY107" fmla="*/ 166796 h 260086"/>
              <a:gd name="connsiteX108" fmla="*/ 382899 w 765852"/>
              <a:gd name="connsiteY108" fmla="*/ 166796 h 260086"/>
              <a:gd name="connsiteX109" fmla="*/ 316692 w 765852"/>
              <a:gd name="connsiteY109" fmla="*/ 2119 h 260086"/>
              <a:gd name="connsiteX110" fmla="*/ 287389 w 765852"/>
              <a:gd name="connsiteY110" fmla="*/ 2119 h 260086"/>
              <a:gd name="connsiteX111" fmla="*/ 443549 w 765852"/>
              <a:gd name="connsiteY111" fmla="*/ 199871 h 260086"/>
              <a:gd name="connsiteX112" fmla="*/ 432739 w 765852"/>
              <a:gd name="connsiteY112" fmla="*/ 197523 h 260086"/>
              <a:gd name="connsiteX113" fmla="*/ 408910 w 765852"/>
              <a:gd name="connsiteY113" fmla="*/ 197523 h 260086"/>
              <a:gd name="connsiteX114" fmla="*/ 408910 w 765852"/>
              <a:gd name="connsiteY114" fmla="*/ 259554 h 260086"/>
              <a:gd name="connsiteX115" fmla="*/ 416621 w 765852"/>
              <a:gd name="connsiteY115" fmla="*/ 259554 h 260086"/>
              <a:gd name="connsiteX116" fmla="*/ 416621 w 765852"/>
              <a:gd name="connsiteY116" fmla="*/ 235716 h 260086"/>
              <a:gd name="connsiteX117" fmla="*/ 432748 w 765852"/>
              <a:gd name="connsiteY117" fmla="*/ 235716 h 260086"/>
              <a:gd name="connsiteX118" fmla="*/ 443512 w 765852"/>
              <a:gd name="connsiteY118" fmla="*/ 233368 h 260086"/>
              <a:gd name="connsiteX119" fmla="*/ 450728 w 765852"/>
              <a:gd name="connsiteY119" fmla="*/ 226681 h 260086"/>
              <a:gd name="connsiteX120" fmla="*/ 453295 w 765852"/>
              <a:gd name="connsiteY120" fmla="*/ 216583 h 260086"/>
              <a:gd name="connsiteX121" fmla="*/ 450774 w 765852"/>
              <a:gd name="connsiteY121" fmla="*/ 206521 h 260086"/>
              <a:gd name="connsiteX122" fmla="*/ 443558 w 765852"/>
              <a:gd name="connsiteY122" fmla="*/ 199871 h 260086"/>
              <a:gd name="connsiteX123" fmla="*/ 441779 w 765852"/>
              <a:gd name="connsiteY123" fmla="*/ 225351 h 260086"/>
              <a:gd name="connsiteX124" fmla="*/ 432033 w 765852"/>
              <a:gd name="connsiteY124" fmla="*/ 228635 h 260086"/>
              <a:gd name="connsiteX125" fmla="*/ 416621 w 765852"/>
              <a:gd name="connsiteY125" fmla="*/ 228635 h 260086"/>
              <a:gd name="connsiteX126" fmla="*/ 416621 w 765852"/>
              <a:gd name="connsiteY126" fmla="*/ 204622 h 260086"/>
              <a:gd name="connsiteX127" fmla="*/ 432125 w 765852"/>
              <a:gd name="connsiteY127" fmla="*/ 204622 h 260086"/>
              <a:gd name="connsiteX128" fmla="*/ 441825 w 765852"/>
              <a:gd name="connsiteY128" fmla="*/ 207860 h 260086"/>
              <a:gd name="connsiteX129" fmla="*/ 445410 w 765852"/>
              <a:gd name="connsiteY129" fmla="*/ 216592 h 260086"/>
              <a:gd name="connsiteX130" fmla="*/ 441779 w 765852"/>
              <a:gd name="connsiteY130" fmla="*/ 225361 h 260086"/>
              <a:gd name="connsiteX131" fmla="*/ 382889 w 765852"/>
              <a:gd name="connsiteY131" fmla="*/ 166805 h 260086"/>
              <a:gd name="connsiteX132" fmla="*/ 384375 w 765852"/>
              <a:gd name="connsiteY132" fmla="*/ 166805 h 260086"/>
              <a:gd name="connsiteX133" fmla="*/ 420554 w 765852"/>
              <a:gd name="connsiteY133" fmla="*/ 140114 h 260086"/>
              <a:gd name="connsiteX134" fmla="*/ 478399 w 765852"/>
              <a:gd name="connsiteY134" fmla="*/ 2128 h 260086"/>
              <a:gd name="connsiteX135" fmla="*/ 449096 w 765852"/>
              <a:gd name="connsiteY135" fmla="*/ 2128 h 260086"/>
              <a:gd name="connsiteX136" fmla="*/ 382889 w 765852"/>
              <a:gd name="connsiteY136" fmla="*/ 166814 h 260086"/>
              <a:gd name="connsiteX137" fmla="*/ 644368 w 765852"/>
              <a:gd name="connsiteY137" fmla="*/ 197523 h 260086"/>
              <a:gd name="connsiteX138" fmla="*/ 620714 w 765852"/>
              <a:gd name="connsiteY138" fmla="*/ 259554 h 260086"/>
              <a:gd name="connsiteX139" fmla="*/ 628690 w 765852"/>
              <a:gd name="connsiteY139" fmla="*/ 259554 h 260086"/>
              <a:gd name="connsiteX140" fmla="*/ 635246 w 765852"/>
              <a:gd name="connsiteY140" fmla="*/ 242806 h 260086"/>
              <a:gd name="connsiteX141" fmla="*/ 662266 w 765852"/>
              <a:gd name="connsiteY141" fmla="*/ 242806 h 260086"/>
              <a:gd name="connsiteX142" fmla="*/ 668821 w 765852"/>
              <a:gd name="connsiteY142" fmla="*/ 259554 h 260086"/>
              <a:gd name="connsiteX143" fmla="*/ 677055 w 765852"/>
              <a:gd name="connsiteY143" fmla="*/ 259554 h 260086"/>
              <a:gd name="connsiteX144" fmla="*/ 653491 w 765852"/>
              <a:gd name="connsiteY144" fmla="*/ 197523 h 260086"/>
              <a:gd name="connsiteX145" fmla="*/ 644368 w 765852"/>
              <a:gd name="connsiteY145" fmla="*/ 197523 h 260086"/>
              <a:gd name="connsiteX146" fmla="*/ 637547 w 765852"/>
              <a:gd name="connsiteY146" fmla="*/ 235808 h 260086"/>
              <a:gd name="connsiteX147" fmla="*/ 648705 w 765852"/>
              <a:gd name="connsiteY147" fmla="*/ 205943 h 260086"/>
              <a:gd name="connsiteX148" fmla="*/ 659955 w 765852"/>
              <a:gd name="connsiteY148" fmla="*/ 235808 h 260086"/>
              <a:gd name="connsiteX149" fmla="*/ 637538 w 765852"/>
              <a:gd name="connsiteY149" fmla="*/ 235808 h 260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</a:cxnLst>
            <a:rect l="l" t="t" r="r" b="b"/>
            <a:pathLst>
              <a:path w="765852" h="260086">
                <a:moveTo>
                  <a:pt x="739575" y="143884"/>
                </a:moveTo>
                <a:cubicBezTo>
                  <a:pt x="756519" y="128906"/>
                  <a:pt x="765852" y="107425"/>
                  <a:pt x="765852" y="83403"/>
                </a:cubicBezTo>
                <a:cubicBezTo>
                  <a:pt x="765852" y="59381"/>
                  <a:pt x="756519" y="37899"/>
                  <a:pt x="739575" y="22921"/>
                </a:cubicBezTo>
                <a:cubicBezTo>
                  <a:pt x="722613" y="7925"/>
                  <a:pt x="699307" y="0"/>
                  <a:pt x="672177" y="0"/>
                </a:cubicBezTo>
                <a:cubicBezTo>
                  <a:pt x="645047" y="0"/>
                  <a:pt x="621740" y="7925"/>
                  <a:pt x="604779" y="22921"/>
                </a:cubicBezTo>
                <a:cubicBezTo>
                  <a:pt x="587835" y="37899"/>
                  <a:pt x="578501" y="59381"/>
                  <a:pt x="578501" y="83403"/>
                </a:cubicBezTo>
                <a:cubicBezTo>
                  <a:pt x="578501" y="107425"/>
                  <a:pt x="587835" y="128906"/>
                  <a:pt x="604779" y="143884"/>
                </a:cubicBezTo>
                <a:cubicBezTo>
                  <a:pt x="621740" y="158881"/>
                  <a:pt x="645047" y="166805"/>
                  <a:pt x="672177" y="166805"/>
                </a:cubicBezTo>
                <a:cubicBezTo>
                  <a:pt x="699307" y="166805"/>
                  <a:pt x="722613" y="158881"/>
                  <a:pt x="739575" y="143884"/>
                </a:cubicBezTo>
                <a:close/>
                <a:moveTo>
                  <a:pt x="604595" y="83403"/>
                </a:moveTo>
                <a:cubicBezTo>
                  <a:pt x="604595" y="66489"/>
                  <a:pt x="610821" y="52135"/>
                  <a:pt x="622611" y="41871"/>
                </a:cubicBezTo>
                <a:cubicBezTo>
                  <a:pt x="634751" y="31305"/>
                  <a:pt x="651887" y="25719"/>
                  <a:pt x="672177" y="25719"/>
                </a:cubicBezTo>
                <a:cubicBezTo>
                  <a:pt x="692467" y="25719"/>
                  <a:pt x="709603" y="31305"/>
                  <a:pt x="721742" y="41871"/>
                </a:cubicBezTo>
                <a:cubicBezTo>
                  <a:pt x="733524" y="52126"/>
                  <a:pt x="739759" y="66489"/>
                  <a:pt x="739759" y="83403"/>
                </a:cubicBezTo>
                <a:cubicBezTo>
                  <a:pt x="739759" y="100316"/>
                  <a:pt x="733533" y="114671"/>
                  <a:pt x="721742" y="124934"/>
                </a:cubicBezTo>
                <a:cubicBezTo>
                  <a:pt x="709603" y="135501"/>
                  <a:pt x="692467" y="141077"/>
                  <a:pt x="672177" y="141077"/>
                </a:cubicBezTo>
                <a:cubicBezTo>
                  <a:pt x="651887" y="141077"/>
                  <a:pt x="634741" y="135491"/>
                  <a:pt x="622611" y="124934"/>
                </a:cubicBezTo>
                <a:cubicBezTo>
                  <a:pt x="610830" y="114671"/>
                  <a:pt x="604595" y="100316"/>
                  <a:pt x="604595" y="83403"/>
                </a:cubicBezTo>
                <a:close/>
                <a:moveTo>
                  <a:pt x="238310" y="207181"/>
                </a:moveTo>
                <a:cubicBezTo>
                  <a:pt x="241556" y="205118"/>
                  <a:pt x="245306" y="204081"/>
                  <a:pt x="249560" y="204081"/>
                </a:cubicBezTo>
                <a:cubicBezTo>
                  <a:pt x="254282" y="204081"/>
                  <a:pt x="258288" y="205292"/>
                  <a:pt x="261562" y="207713"/>
                </a:cubicBezTo>
                <a:cubicBezTo>
                  <a:pt x="264835" y="210135"/>
                  <a:pt x="267035" y="213501"/>
                  <a:pt x="268163" y="217812"/>
                </a:cubicBezTo>
                <a:lnTo>
                  <a:pt x="275874" y="217812"/>
                </a:lnTo>
                <a:cubicBezTo>
                  <a:pt x="274691" y="211373"/>
                  <a:pt x="271784" y="206292"/>
                  <a:pt x="267145" y="202568"/>
                </a:cubicBezTo>
                <a:cubicBezTo>
                  <a:pt x="262506" y="198844"/>
                  <a:pt x="256766" y="196982"/>
                  <a:pt x="249917" y="196982"/>
                </a:cubicBezTo>
                <a:cubicBezTo>
                  <a:pt x="244013" y="196982"/>
                  <a:pt x="238814" y="198293"/>
                  <a:pt x="234322" y="200926"/>
                </a:cubicBezTo>
                <a:cubicBezTo>
                  <a:pt x="229838" y="203558"/>
                  <a:pt x="226382" y="207264"/>
                  <a:pt x="223961" y="212052"/>
                </a:cubicBezTo>
                <a:cubicBezTo>
                  <a:pt x="221541" y="216840"/>
                  <a:pt x="220330" y="222334"/>
                  <a:pt x="220330" y="228534"/>
                </a:cubicBezTo>
                <a:cubicBezTo>
                  <a:pt x="220330" y="234734"/>
                  <a:pt x="221541" y="240302"/>
                  <a:pt x="223961" y="245062"/>
                </a:cubicBezTo>
                <a:cubicBezTo>
                  <a:pt x="226382" y="249823"/>
                  <a:pt x="229838" y="253510"/>
                  <a:pt x="234322" y="256142"/>
                </a:cubicBezTo>
                <a:cubicBezTo>
                  <a:pt x="238805" y="258775"/>
                  <a:pt x="244004" y="260086"/>
                  <a:pt x="249917" y="260086"/>
                </a:cubicBezTo>
                <a:cubicBezTo>
                  <a:pt x="256831" y="260086"/>
                  <a:pt x="262570" y="258224"/>
                  <a:pt x="267145" y="254501"/>
                </a:cubicBezTo>
                <a:cubicBezTo>
                  <a:pt x="271720" y="250777"/>
                  <a:pt x="274599" y="245695"/>
                  <a:pt x="275782" y="239256"/>
                </a:cubicBezTo>
                <a:lnTo>
                  <a:pt x="268071" y="239256"/>
                </a:lnTo>
                <a:cubicBezTo>
                  <a:pt x="266888" y="243631"/>
                  <a:pt x="264706" y="247007"/>
                  <a:pt x="261516" y="249401"/>
                </a:cubicBezTo>
                <a:cubicBezTo>
                  <a:pt x="258325" y="251795"/>
                  <a:pt x="254337" y="252987"/>
                  <a:pt x="249560" y="252987"/>
                </a:cubicBezTo>
                <a:cubicBezTo>
                  <a:pt x="245306" y="252987"/>
                  <a:pt x="241556" y="251951"/>
                  <a:pt x="238310" y="249887"/>
                </a:cubicBezTo>
                <a:cubicBezTo>
                  <a:pt x="235064" y="247823"/>
                  <a:pt x="232561" y="244925"/>
                  <a:pt x="230828" y="241201"/>
                </a:cubicBezTo>
                <a:cubicBezTo>
                  <a:pt x="229086" y="237477"/>
                  <a:pt x="228215" y="233258"/>
                  <a:pt x="228215" y="228525"/>
                </a:cubicBezTo>
                <a:cubicBezTo>
                  <a:pt x="228215" y="223792"/>
                  <a:pt x="229086" y="219499"/>
                  <a:pt x="230828" y="215812"/>
                </a:cubicBezTo>
                <a:cubicBezTo>
                  <a:pt x="232570" y="212125"/>
                  <a:pt x="235064" y="209245"/>
                  <a:pt x="238310" y="207172"/>
                </a:cubicBezTo>
                <a:close/>
                <a:moveTo>
                  <a:pt x="335580" y="197523"/>
                </a:moveTo>
                <a:lnTo>
                  <a:pt x="311925" y="259554"/>
                </a:lnTo>
                <a:lnTo>
                  <a:pt x="319892" y="259554"/>
                </a:lnTo>
                <a:lnTo>
                  <a:pt x="326448" y="242806"/>
                </a:lnTo>
                <a:lnTo>
                  <a:pt x="353467" y="242806"/>
                </a:lnTo>
                <a:lnTo>
                  <a:pt x="360023" y="259554"/>
                </a:lnTo>
                <a:lnTo>
                  <a:pt x="368256" y="259554"/>
                </a:lnTo>
                <a:lnTo>
                  <a:pt x="344693" y="197523"/>
                </a:lnTo>
                <a:lnTo>
                  <a:pt x="335570" y="197523"/>
                </a:lnTo>
                <a:close/>
                <a:moveTo>
                  <a:pt x="328758" y="235808"/>
                </a:moveTo>
                <a:lnTo>
                  <a:pt x="339916" y="205943"/>
                </a:lnTo>
                <a:lnTo>
                  <a:pt x="351166" y="235808"/>
                </a:lnTo>
                <a:lnTo>
                  <a:pt x="328749" y="235808"/>
                </a:lnTo>
                <a:close/>
                <a:moveTo>
                  <a:pt x="725437" y="197523"/>
                </a:moveTo>
                <a:lnTo>
                  <a:pt x="717736" y="197523"/>
                </a:lnTo>
                <a:lnTo>
                  <a:pt x="717736" y="259554"/>
                </a:lnTo>
                <a:lnTo>
                  <a:pt x="753704" y="259554"/>
                </a:lnTo>
                <a:lnTo>
                  <a:pt x="753704" y="252464"/>
                </a:lnTo>
                <a:lnTo>
                  <a:pt x="725446" y="252464"/>
                </a:lnTo>
                <a:lnTo>
                  <a:pt x="725446" y="197523"/>
                </a:lnTo>
                <a:close/>
                <a:moveTo>
                  <a:pt x="250953" y="2119"/>
                </a:moveTo>
                <a:lnTo>
                  <a:pt x="225566" y="2119"/>
                </a:lnTo>
                <a:lnTo>
                  <a:pt x="225566" y="164677"/>
                </a:lnTo>
                <a:lnTo>
                  <a:pt x="250953" y="164677"/>
                </a:lnTo>
                <a:lnTo>
                  <a:pt x="250953" y="2119"/>
                </a:lnTo>
                <a:close/>
                <a:moveTo>
                  <a:pt x="80592" y="62692"/>
                </a:moveTo>
                <a:lnTo>
                  <a:pt x="80592" y="164687"/>
                </a:lnTo>
                <a:cubicBezTo>
                  <a:pt x="80592" y="164687"/>
                  <a:pt x="106732" y="164687"/>
                  <a:pt x="106732" y="164687"/>
                </a:cubicBezTo>
                <a:lnTo>
                  <a:pt x="106713" y="62692"/>
                </a:lnTo>
                <a:cubicBezTo>
                  <a:pt x="106713" y="50282"/>
                  <a:pt x="102707" y="38523"/>
                  <a:pt x="95124" y="28700"/>
                </a:cubicBezTo>
                <a:lnTo>
                  <a:pt x="93648" y="26792"/>
                </a:lnTo>
                <a:lnTo>
                  <a:pt x="92172" y="28700"/>
                </a:lnTo>
                <a:cubicBezTo>
                  <a:pt x="84589" y="38523"/>
                  <a:pt x="80583" y="50273"/>
                  <a:pt x="80583" y="62692"/>
                </a:cubicBezTo>
                <a:close/>
                <a:moveTo>
                  <a:pt x="47273" y="2119"/>
                </a:moveTo>
                <a:lnTo>
                  <a:pt x="0" y="2119"/>
                </a:lnTo>
                <a:lnTo>
                  <a:pt x="0" y="26792"/>
                </a:lnTo>
                <a:lnTo>
                  <a:pt x="93648" y="26792"/>
                </a:lnTo>
                <a:lnTo>
                  <a:pt x="91328" y="23793"/>
                </a:lnTo>
                <a:cubicBezTo>
                  <a:pt x="80693" y="10025"/>
                  <a:pt x="64629" y="2119"/>
                  <a:pt x="47273" y="2119"/>
                </a:cubicBezTo>
                <a:close/>
                <a:moveTo>
                  <a:pt x="95968" y="23793"/>
                </a:moveTo>
                <a:lnTo>
                  <a:pt x="93648" y="26792"/>
                </a:lnTo>
                <a:lnTo>
                  <a:pt x="187296" y="26792"/>
                </a:lnTo>
                <a:lnTo>
                  <a:pt x="187296" y="2119"/>
                </a:lnTo>
                <a:lnTo>
                  <a:pt x="140023" y="2119"/>
                </a:lnTo>
                <a:cubicBezTo>
                  <a:pt x="122657" y="2119"/>
                  <a:pt x="106603" y="10016"/>
                  <a:pt x="95958" y="23793"/>
                </a:cubicBezTo>
                <a:close/>
                <a:moveTo>
                  <a:pt x="514844" y="164677"/>
                </a:moveTo>
                <a:lnTo>
                  <a:pt x="540232" y="164677"/>
                </a:lnTo>
                <a:lnTo>
                  <a:pt x="540232" y="2119"/>
                </a:lnTo>
                <a:lnTo>
                  <a:pt x="514844" y="2119"/>
                </a:lnTo>
                <a:lnTo>
                  <a:pt x="514844" y="164677"/>
                </a:lnTo>
                <a:close/>
                <a:moveTo>
                  <a:pt x="495205" y="259554"/>
                </a:moveTo>
                <a:lnTo>
                  <a:pt x="502915" y="259554"/>
                </a:lnTo>
                <a:lnTo>
                  <a:pt x="502915" y="197523"/>
                </a:lnTo>
                <a:lnTo>
                  <a:pt x="495205" y="197523"/>
                </a:lnTo>
                <a:lnTo>
                  <a:pt x="495205" y="259554"/>
                </a:lnTo>
                <a:close/>
                <a:moveTo>
                  <a:pt x="544816" y="204613"/>
                </a:moveTo>
                <a:lnTo>
                  <a:pt x="564923" y="204613"/>
                </a:lnTo>
                <a:lnTo>
                  <a:pt x="564923" y="259554"/>
                </a:lnTo>
                <a:lnTo>
                  <a:pt x="572633" y="259554"/>
                </a:lnTo>
                <a:lnTo>
                  <a:pt x="572633" y="204613"/>
                </a:lnTo>
                <a:lnTo>
                  <a:pt x="592740" y="204613"/>
                </a:lnTo>
                <a:lnTo>
                  <a:pt x="592740" y="197523"/>
                </a:lnTo>
                <a:lnTo>
                  <a:pt x="544816" y="197523"/>
                </a:lnTo>
                <a:lnTo>
                  <a:pt x="544816" y="204613"/>
                </a:lnTo>
                <a:close/>
                <a:moveTo>
                  <a:pt x="287389" y="2119"/>
                </a:moveTo>
                <a:cubicBezTo>
                  <a:pt x="287389" y="2119"/>
                  <a:pt x="335680" y="117220"/>
                  <a:pt x="345234" y="140105"/>
                </a:cubicBezTo>
                <a:cubicBezTo>
                  <a:pt x="356374" y="166796"/>
                  <a:pt x="374464" y="166796"/>
                  <a:pt x="381413" y="166796"/>
                </a:cubicBezTo>
                <a:lnTo>
                  <a:pt x="382899" y="166796"/>
                </a:lnTo>
                <a:lnTo>
                  <a:pt x="316692" y="2119"/>
                </a:lnTo>
                <a:lnTo>
                  <a:pt x="287389" y="2119"/>
                </a:lnTo>
                <a:close/>
                <a:moveTo>
                  <a:pt x="443549" y="199871"/>
                </a:moveTo>
                <a:cubicBezTo>
                  <a:pt x="440413" y="198303"/>
                  <a:pt x="436819" y="197523"/>
                  <a:pt x="432739" y="197523"/>
                </a:cubicBezTo>
                <a:lnTo>
                  <a:pt x="408910" y="197523"/>
                </a:lnTo>
                <a:lnTo>
                  <a:pt x="408910" y="259554"/>
                </a:lnTo>
                <a:lnTo>
                  <a:pt x="416621" y="259554"/>
                </a:lnTo>
                <a:lnTo>
                  <a:pt x="416621" y="235716"/>
                </a:lnTo>
                <a:lnTo>
                  <a:pt x="432748" y="235716"/>
                </a:lnTo>
                <a:cubicBezTo>
                  <a:pt x="436819" y="235716"/>
                  <a:pt x="440413" y="234936"/>
                  <a:pt x="443512" y="233368"/>
                </a:cubicBezTo>
                <a:cubicBezTo>
                  <a:pt x="446611" y="231799"/>
                  <a:pt x="449013" y="229571"/>
                  <a:pt x="450728" y="226681"/>
                </a:cubicBezTo>
                <a:cubicBezTo>
                  <a:pt x="452442" y="223783"/>
                  <a:pt x="453295" y="220417"/>
                  <a:pt x="453295" y="216583"/>
                </a:cubicBezTo>
                <a:cubicBezTo>
                  <a:pt x="453295" y="212749"/>
                  <a:pt x="452452" y="209392"/>
                  <a:pt x="450774" y="206521"/>
                </a:cubicBezTo>
                <a:cubicBezTo>
                  <a:pt x="449087" y="203659"/>
                  <a:pt x="446685" y="201439"/>
                  <a:pt x="443558" y="199871"/>
                </a:cubicBezTo>
                <a:close/>
                <a:moveTo>
                  <a:pt x="441779" y="225351"/>
                </a:moveTo>
                <a:cubicBezTo>
                  <a:pt x="439359" y="227534"/>
                  <a:pt x="436113" y="228635"/>
                  <a:pt x="432033" y="228635"/>
                </a:cubicBezTo>
                <a:lnTo>
                  <a:pt x="416621" y="228635"/>
                </a:lnTo>
                <a:lnTo>
                  <a:pt x="416621" y="204622"/>
                </a:lnTo>
                <a:lnTo>
                  <a:pt x="432125" y="204622"/>
                </a:lnTo>
                <a:cubicBezTo>
                  <a:pt x="436196" y="204622"/>
                  <a:pt x="439432" y="205705"/>
                  <a:pt x="441825" y="207860"/>
                </a:cubicBezTo>
                <a:cubicBezTo>
                  <a:pt x="444218" y="210015"/>
                  <a:pt x="445410" y="212923"/>
                  <a:pt x="445410" y="216592"/>
                </a:cubicBezTo>
                <a:cubicBezTo>
                  <a:pt x="445410" y="220261"/>
                  <a:pt x="444200" y="223178"/>
                  <a:pt x="441779" y="225361"/>
                </a:cubicBezTo>
                <a:close/>
                <a:moveTo>
                  <a:pt x="382889" y="166805"/>
                </a:moveTo>
                <a:lnTo>
                  <a:pt x="384375" y="166805"/>
                </a:lnTo>
                <a:cubicBezTo>
                  <a:pt x="391334" y="166805"/>
                  <a:pt x="409423" y="166805"/>
                  <a:pt x="420554" y="140114"/>
                </a:cubicBezTo>
                <a:cubicBezTo>
                  <a:pt x="430099" y="117230"/>
                  <a:pt x="478399" y="2128"/>
                  <a:pt x="478399" y="2128"/>
                </a:cubicBezTo>
                <a:lnTo>
                  <a:pt x="449096" y="2128"/>
                </a:lnTo>
                <a:lnTo>
                  <a:pt x="382889" y="166814"/>
                </a:lnTo>
                <a:close/>
                <a:moveTo>
                  <a:pt x="644368" y="197523"/>
                </a:moveTo>
                <a:lnTo>
                  <a:pt x="620714" y="259554"/>
                </a:lnTo>
                <a:lnTo>
                  <a:pt x="628690" y="259554"/>
                </a:lnTo>
                <a:lnTo>
                  <a:pt x="635246" y="242806"/>
                </a:lnTo>
                <a:lnTo>
                  <a:pt x="662266" y="242806"/>
                </a:lnTo>
                <a:lnTo>
                  <a:pt x="668821" y="259554"/>
                </a:lnTo>
                <a:lnTo>
                  <a:pt x="677055" y="259554"/>
                </a:lnTo>
                <a:lnTo>
                  <a:pt x="653491" y="197523"/>
                </a:lnTo>
                <a:lnTo>
                  <a:pt x="644368" y="197523"/>
                </a:lnTo>
                <a:close/>
                <a:moveTo>
                  <a:pt x="637547" y="235808"/>
                </a:moveTo>
                <a:lnTo>
                  <a:pt x="648705" y="205943"/>
                </a:lnTo>
                <a:lnTo>
                  <a:pt x="659955" y="235808"/>
                </a:lnTo>
                <a:lnTo>
                  <a:pt x="637538" y="235808"/>
                </a:lnTo>
                <a:close/>
              </a:path>
            </a:pathLst>
          </a:custGeom>
          <a:solidFill>
            <a:schemeClr val="bg1"/>
          </a:solidFill>
          <a:ln w="1061" cap="flat">
            <a:noFill/>
            <a:prstDash val="solid"/>
            <a:miter/>
          </a:ln>
        </p:spPr>
        <p:txBody>
          <a:bodyPr rtlCol="0" anchor="ctr"/>
          <a:lstStyle/>
          <a:p>
            <a:endParaRPr lang="pt-BR">
              <a:solidFill>
                <a:schemeClr val="bg1"/>
              </a:solidFill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E9E5CEC1-15EA-7E91-EAE8-795FFF71F653}"/>
              </a:ext>
            </a:extLst>
          </p:cNvPr>
          <p:cNvCxnSpPr/>
          <p:nvPr userDrawn="1"/>
        </p:nvCxnSpPr>
        <p:spPr>
          <a:xfrm>
            <a:off x="334963" y="185353"/>
            <a:ext cx="10415415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588799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469">
          <p15:clr>
            <a:srgbClr val="FBAE40"/>
          </p15:clr>
        </p15:guide>
        <p15:guide id="2" orient="horz" pos="3974">
          <p15:clr>
            <a:srgbClr val="FBAE40"/>
          </p15:clr>
        </p15:guide>
        <p15:guide id="3" orient="horz" pos="232">
          <p15:clr>
            <a:srgbClr val="FBAE40"/>
          </p15:clr>
        </p15:guide>
        <p15:guide id="4" pos="211">
          <p15:clr>
            <a:srgbClr val="FBAE40"/>
          </p15:clr>
        </p15:guide>
        <p15:guide id="5" orient="horz" pos="4065">
          <p15:clr>
            <a:srgbClr val="FBAE40"/>
          </p15:clr>
        </p15:guide>
        <p15:guide id="6" orient="horz" pos="799">
          <p15:clr>
            <a:srgbClr val="FBAE40"/>
          </p15:clr>
        </p15:guide>
        <p15:guide id="7" orient="horz" pos="935">
          <p15:clr>
            <a:srgbClr val="FBAE40"/>
          </p15:clr>
        </p15:guide>
      </p15:sldGuideLst>
    </p:ext>
  </p:extLs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| Box lateral - High Grade">
    <p:bg>
      <p:bgPr>
        <a:gradFill>
          <a:gsLst>
            <a:gs pos="81000">
              <a:schemeClr val="tx1">
                <a:lumMod val="85000"/>
                <a:lumOff val="15000"/>
              </a:schemeClr>
            </a:gs>
            <a:gs pos="100000">
              <a:schemeClr val="tx1">
                <a:lumMod val="95000"/>
                <a:lumOff val="5000"/>
              </a:schemeClr>
            </a:gs>
            <a:gs pos="0">
              <a:schemeClr val="accent1"/>
            </a:gs>
          </a:gsLst>
          <a:lin ang="7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tângulo 1">
            <a:extLst>
              <a:ext uri="{FF2B5EF4-FFF2-40B4-BE49-F238E27FC236}">
                <a16:creationId xmlns:a16="http://schemas.microsoft.com/office/drawing/2014/main" id="{0B0E7351-5252-E626-42EB-CDCE7C083C49}"/>
              </a:ext>
            </a:extLst>
          </p:cNvPr>
          <p:cNvSpPr/>
          <p:nvPr userDrawn="1"/>
        </p:nvSpPr>
        <p:spPr>
          <a:xfrm>
            <a:off x="0" y="1"/>
            <a:ext cx="542002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132BCE3-A04F-8602-64F7-7623C7EAF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61763" y="6482556"/>
            <a:ext cx="295275" cy="1692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 sz="1100">
                <a:solidFill>
                  <a:schemeClr val="bg1"/>
                </a:solidFill>
                <a:latin typeface="Versos" panose="020B0503020204030204" pitchFamily="34" charset="0"/>
                <a:cs typeface="Versos" panose="020B0503020204030204" pitchFamily="34" charset="0"/>
              </a:defRPr>
            </a:lvl1pPr>
          </a:lstStyle>
          <a:p>
            <a:fld id="{77667D73-C69A-4DAA-9003-24A825D36FE9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B13D7C-5A47-B0DF-B518-26E79F5D2DB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63" y="368300"/>
            <a:ext cx="5085057" cy="4308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8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err="1"/>
              <a:t>Título</a:t>
            </a:r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401465E-A8CD-A3BA-BE2A-9597492FDC6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4963" y="6482556"/>
            <a:ext cx="10980000" cy="180000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chemeClr val="accent3"/>
                </a:solidFill>
                <a:latin typeface="Versos Light" panose="020B0403020204030204" pitchFamily="34" charset="0"/>
              </a:defRPr>
            </a:lvl1pPr>
            <a:lvl2pPr>
              <a:defRPr sz="900">
                <a:latin typeface="Versos Light" panose="020B0403020204030204" pitchFamily="34" charset="0"/>
              </a:defRPr>
            </a:lvl2pPr>
            <a:lvl3pPr>
              <a:defRPr sz="900">
                <a:latin typeface="Versos Light" panose="020B0403020204030204" pitchFamily="34" charset="0"/>
              </a:defRPr>
            </a:lvl3pPr>
            <a:lvl4pPr>
              <a:defRPr sz="900">
                <a:latin typeface="Versos Light" panose="020B0403020204030204" pitchFamily="34" charset="0"/>
              </a:defRPr>
            </a:lvl4pPr>
            <a:lvl5pPr>
              <a:defRPr sz="900">
                <a:latin typeface="Versos Light" panose="020B0403020204030204" pitchFamily="34" charset="0"/>
              </a:defRPr>
            </a:lvl5pPr>
          </a:lstStyle>
          <a:p>
            <a:pPr lvl="0"/>
            <a:r>
              <a:rPr lang="en-US"/>
              <a:t>Fonte:</a:t>
            </a:r>
            <a:endParaRPr lang="pt-BR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2BF5896-7E11-14FB-06A4-95B1CAD37BF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47026" y="1751285"/>
            <a:ext cx="4369353" cy="156104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>
                <a:solidFill>
                  <a:schemeClr val="tx1"/>
                </a:solidFill>
                <a:latin typeface="Versos Light" panose="020B04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3D29ABC6-2275-8D02-5D8F-6C312831087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33166" y="3849328"/>
            <a:ext cx="4383213" cy="158838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>
                <a:solidFill>
                  <a:schemeClr val="tx1"/>
                </a:solidFill>
                <a:latin typeface="Versos Light" panose="020B04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8">
            <a:extLst>
              <a:ext uri="{FF2B5EF4-FFF2-40B4-BE49-F238E27FC236}">
                <a16:creationId xmlns:a16="http://schemas.microsoft.com/office/drawing/2014/main" id="{89936DB2-1144-3AFC-1BBA-E1BDEB5020C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767046" y="1484313"/>
            <a:ext cx="6077927" cy="445872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2" name="Conector Reto 2">
            <a:extLst>
              <a:ext uri="{FF2B5EF4-FFF2-40B4-BE49-F238E27FC236}">
                <a16:creationId xmlns:a16="http://schemas.microsoft.com/office/drawing/2014/main" id="{D24BE17E-F6B3-8EAE-EC30-BB9C725FC11E}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1482784"/>
            <a:ext cx="145773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Conector Reto 7">
            <a:extLst>
              <a:ext uri="{FF2B5EF4-FFF2-40B4-BE49-F238E27FC236}">
                <a16:creationId xmlns:a16="http://schemas.microsoft.com/office/drawing/2014/main" id="{0D6EA7A2-501E-AE25-217B-771E1489503C}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3580828"/>
            <a:ext cx="145773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Picture 8">
            <a:extLst>
              <a:ext uri="{FF2B5EF4-FFF2-40B4-BE49-F238E27FC236}">
                <a16:creationId xmlns:a16="http://schemas.microsoft.com/office/drawing/2014/main" id="{620B58C1-6F30-634A-58EB-8F0407027A11}"/>
              </a:ext>
            </a:extLst>
          </p:cNvPr>
          <p:cNvSpPr/>
          <p:nvPr userDrawn="1"/>
        </p:nvSpPr>
        <p:spPr>
          <a:xfrm>
            <a:off x="11091186" y="377178"/>
            <a:ext cx="765852" cy="260086"/>
          </a:xfrm>
          <a:custGeom>
            <a:avLst/>
            <a:gdLst>
              <a:gd name="connsiteX0" fmla="*/ 739575 w 765852"/>
              <a:gd name="connsiteY0" fmla="*/ 143884 h 260086"/>
              <a:gd name="connsiteX1" fmla="*/ 765852 w 765852"/>
              <a:gd name="connsiteY1" fmla="*/ 83403 h 260086"/>
              <a:gd name="connsiteX2" fmla="*/ 739575 w 765852"/>
              <a:gd name="connsiteY2" fmla="*/ 22921 h 260086"/>
              <a:gd name="connsiteX3" fmla="*/ 672177 w 765852"/>
              <a:gd name="connsiteY3" fmla="*/ 0 h 260086"/>
              <a:gd name="connsiteX4" fmla="*/ 604779 w 765852"/>
              <a:gd name="connsiteY4" fmla="*/ 22921 h 260086"/>
              <a:gd name="connsiteX5" fmla="*/ 578501 w 765852"/>
              <a:gd name="connsiteY5" fmla="*/ 83403 h 260086"/>
              <a:gd name="connsiteX6" fmla="*/ 604779 w 765852"/>
              <a:gd name="connsiteY6" fmla="*/ 143884 h 260086"/>
              <a:gd name="connsiteX7" fmla="*/ 672177 w 765852"/>
              <a:gd name="connsiteY7" fmla="*/ 166805 h 260086"/>
              <a:gd name="connsiteX8" fmla="*/ 739575 w 765852"/>
              <a:gd name="connsiteY8" fmla="*/ 143884 h 260086"/>
              <a:gd name="connsiteX9" fmla="*/ 604595 w 765852"/>
              <a:gd name="connsiteY9" fmla="*/ 83403 h 260086"/>
              <a:gd name="connsiteX10" fmla="*/ 622611 w 765852"/>
              <a:gd name="connsiteY10" fmla="*/ 41871 h 260086"/>
              <a:gd name="connsiteX11" fmla="*/ 672177 w 765852"/>
              <a:gd name="connsiteY11" fmla="*/ 25719 h 260086"/>
              <a:gd name="connsiteX12" fmla="*/ 721742 w 765852"/>
              <a:gd name="connsiteY12" fmla="*/ 41871 h 260086"/>
              <a:gd name="connsiteX13" fmla="*/ 739759 w 765852"/>
              <a:gd name="connsiteY13" fmla="*/ 83403 h 260086"/>
              <a:gd name="connsiteX14" fmla="*/ 721742 w 765852"/>
              <a:gd name="connsiteY14" fmla="*/ 124934 h 260086"/>
              <a:gd name="connsiteX15" fmla="*/ 672177 w 765852"/>
              <a:gd name="connsiteY15" fmla="*/ 141077 h 260086"/>
              <a:gd name="connsiteX16" fmla="*/ 622611 w 765852"/>
              <a:gd name="connsiteY16" fmla="*/ 124934 h 260086"/>
              <a:gd name="connsiteX17" fmla="*/ 604595 w 765852"/>
              <a:gd name="connsiteY17" fmla="*/ 83403 h 260086"/>
              <a:gd name="connsiteX18" fmla="*/ 238310 w 765852"/>
              <a:gd name="connsiteY18" fmla="*/ 207181 h 260086"/>
              <a:gd name="connsiteX19" fmla="*/ 249560 w 765852"/>
              <a:gd name="connsiteY19" fmla="*/ 204081 h 260086"/>
              <a:gd name="connsiteX20" fmla="*/ 261562 w 765852"/>
              <a:gd name="connsiteY20" fmla="*/ 207713 h 260086"/>
              <a:gd name="connsiteX21" fmla="*/ 268163 w 765852"/>
              <a:gd name="connsiteY21" fmla="*/ 217812 h 260086"/>
              <a:gd name="connsiteX22" fmla="*/ 275874 w 765852"/>
              <a:gd name="connsiteY22" fmla="*/ 217812 h 260086"/>
              <a:gd name="connsiteX23" fmla="*/ 267145 w 765852"/>
              <a:gd name="connsiteY23" fmla="*/ 202568 h 260086"/>
              <a:gd name="connsiteX24" fmla="*/ 249917 w 765852"/>
              <a:gd name="connsiteY24" fmla="*/ 196982 h 260086"/>
              <a:gd name="connsiteX25" fmla="*/ 234322 w 765852"/>
              <a:gd name="connsiteY25" fmla="*/ 200926 h 260086"/>
              <a:gd name="connsiteX26" fmla="*/ 223961 w 765852"/>
              <a:gd name="connsiteY26" fmla="*/ 212052 h 260086"/>
              <a:gd name="connsiteX27" fmla="*/ 220330 w 765852"/>
              <a:gd name="connsiteY27" fmla="*/ 228534 h 260086"/>
              <a:gd name="connsiteX28" fmla="*/ 223961 w 765852"/>
              <a:gd name="connsiteY28" fmla="*/ 245062 h 260086"/>
              <a:gd name="connsiteX29" fmla="*/ 234322 w 765852"/>
              <a:gd name="connsiteY29" fmla="*/ 256142 h 260086"/>
              <a:gd name="connsiteX30" fmla="*/ 249917 w 765852"/>
              <a:gd name="connsiteY30" fmla="*/ 260086 h 260086"/>
              <a:gd name="connsiteX31" fmla="*/ 267145 w 765852"/>
              <a:gd name="connsiteY31" fmla="*/ 254501 h 260086"/>
              <a:gd name="connsiteX32" fmla="*/ 275782 w 765852"/>
              <a:gd name="connsiteY32" fmla="*/ 239256 h 260086"/>
              <a:gd name="connsiteX33" fmla="*/ 268071 w 765852"/>
              <a:gd name="connsiteY33" fmla="*/ 239256 h 260086"/>
              <a:gd name="connsiteX34" fmla="*/ 261516 w 765852"/>
              <a:gd name="connsiteY34" fmla="*/ 249401 h 260086"/>
              <a:gd name="connsiteX35" fmla="*/ 249560 w 765852"/>
              <a:gd name="connsiteY35" fmla="*/ 252987 h 260086"/>
              <a:gd name="connsiteX36" fmla="*/ 238310 w 765852"/>
              <a:gd name="connsiteY36" fmla="*/ 249887 h 260086"/>
              <a:gd name="connsiteX37" fmla="*/ 230828 w 765852"/>
              <a:gd name="connsiteY37" fmla="*/ 241201 h 260086"/>
              <a:gd name="connsiteX38" fmla="*/ 228215 w 765852"/>
              <a:gd name="connsiteY38" fmla="*/ 228525 h 260086"/>
              <a:gd name="connsiteX39" fmla="*/ 230828 w 765852"/>
              <a:gd name="connsiteY39" fmla="*/ 215812 h 260086"/>
              <a:gd name="connsiteX40" fmla="*/ 238310 w 765852"/>
              <a:gd name="connsiteY40" fmla="*/ 207172 h 260086"/>
              <a:gd name="connsiteX41" fmla="*/ 335580 w 765852"/>
              <a:gd name="connsiteY41" fmla="*/ 197523 h 260086"/>
              <a:gd name="connsiteX42" fmla="*/ 311925 w 765852"/>
              <a:gd name="connsiteY42" fmla="*/ 259554 h 260086"/>
              <a:gd name="connsiteX43" fmla="*/ 319892 w 765852"/>
              <a:gd name="connsiteY43" fmla="*/ 259554 h 260086"/>
              <a:gd name="connsiteX44" fmla="*/ 326448 w 765852"/>
              <a:gd name="connsiteY44" fmla="*/ 242806 h 260086"/>
              <a:gd name="connsiteX45" fmla="*/ 353467 w 765852"/>
              <a:gd name="connsiteY45" fmla="*/ 242806 h 260086"/>
              <a:gd name="connsiteX46" fmla="*/ 360023 w 765852"/>
              <a:gd name="connsiteY46" fmla="*/ 259554 h 260086"/>
              <a:gd name="connsiteX47" fmla="*/ 368256 w 765852"/>
              <a:gd name="connsiteY47" fmla="*/ 259554 h 260086"/>
              <a:gd name="connsiteX48" fmla="*/ 344693 w 765852"/>
              <a:gd name="connsiteY48" fmla="*/ 197523 h 260086"/>
              <a:gd name="connsiteX49" fmla="*/ 335570 w 765852"/>
              <a:gd name="connsiteY49" fmla="*/ 197523 h 260086"/>
              <a:gd name="connsiteX50" fmla="*/ 328758 w 765852"/>
              <a:gd name="connsiteY50" fmla="*/ 235808 h 260086"/>
              <a:gd name="connsiteX51" fmla="*/ 339916 w 765852"/>
              <a:gd name="connsiteY51" fmla="*/ 205943 h 260086"/>
              <a:gd name="connsiteX52" fmla="*/ 351166 w 765852"/>
              <a:gd name="connsiteY52" fmla="*/ 235808 h 260086"/>
              <a:gd name="connsiteX53" fmla="*/ 328749 w 765852"/>
              <a:gd name="connsiteY53" fmla="*/ 235808 h 260086"/>
              <a:gd name="connsiteX54" fmla="*/ 725437 w 765852"/>
              <a:gd name="connsiteY54" fmla="*/ 197523 h 260086"/>
              <a:gd name="connsiteX55" fmla="*/ 717736 w 765852"/>
              <a:gd name="connsiteY55" fmla="*/ 197523 h 260086"/>
              <a:gd name="connsiteX56" fmla="*/ 717736 w 765852"/>
              <a:gd name="connsiteY56" fmla="*/ 259554 h 260086"/>
              <a:gd name="connsiteX57" fmla="*/ 753704 w 765852"/>
              <a:gd name="connsiteY57" fmla="*/ 259554 h 260086"/>
              <a:gd name="connsiteX58" fmla="*/ 753704 w 765852"/>
              <a:gd name="connsiteY58" fmla="*/ 252464 h 260086"/>
              <a:gd name="connsiteX59" fmla="*/ 725446 w 765852"/>
              <a:gd name="connsiteY59" fmla="*/ 252464 h 260086"/>
              <a:gd name="connsiteX60" fmla="*/ 725446 w 765852"/>
              <a:gd name="connsiteY60" fmla="*/ 197523 h 260086"/>
              <a:gd name="connsiteX61" fmla="*/ 250953 w 765852"/>
              <a:gd name="connsiteY61" fmla="*/ 2119 h 260086"/>
              <a:gd name="connsiteX62" fmla="*/ 225566 w 765852"/>
              <a:gd name="connsiteY62" fmla="*/ 2119 h 260086"/>
              <a:gd name="connsiteX63" fmla="*/ 225566 w 765852"/>
              <a:gd name="connsiteY63" fmla="*/ 164677 h 260086"/>
              <a:gd name="connsiteX64" fmla="*/ 250953 w 765852"/>
              <a:gd name="connsiteY64" fmla="*/ 164677 h 260086"/>
              <a:gd name="connsiteX65" fmla="*/ 250953 w 765852"/>
              <a:gd name="connsiteY65" fmla="*/ 2119 h 260086"/>
              <a:gd name="connsiteX66" fmla="*/ 80592 w 765852"/>
              <a:gd name="connsiteY66" fmla="*/ 62692 h 260086"/>
              <a:gd name="connsiteX67" fmla="*/ 80592 w 765852"/>
              <a:gd name="connsiteY67" fmla="*/ 164687 h 260086"/>
              <a:gd name="connsiteX68" fmla="*/ 106732 w 765852"/>
              <a:gd name="connsiteY68" fmla="*/ 164687 h 260086"/>
              <a:gd name="connsiteX69" fmla="*/ 106713 w 765852"/>
              <a:gd name="connsiteY69" fmla="*/ 62692 h 260086"/>
              <a:gd name="connsiteX70" fmla="*/ 95124 w 765852"/>
              <a:gd name="connsiteY70" fmla="*/ 28700 h 260086"/>
              <a:gd name="connsiteX71" fmla="*/ 93648 w 765852"/>
              <a:gd name="connsiteY71" fmla="*/ 26792 h 260086"/>
              <a:gd name="connsiteX72" fmla="*/ 92172 w 765852"/>
              <a:gd name="connsiteY72" fmla="*/ 28700 h 260086"/>
              <a:gd name="connsiteX73" fmla="*/ 80583 w 765852"/>
              <a:gd name="connsiteY73" fmla="*/ 62692 h 260086"/>
              <a:gd name="connsiteX74" fmla="*/ 47273 w 765852"/>
              <a:gd name="connsiteY74" fmla="*/ 2119 h 260086"/>
              <a:gd name="connsiteX75" fmla="*/ 0 w 765852"/>
              <a:gd name="connsiteY75" fmla="*/ 2119 h 260086"/>
              <a:gd name="connsiteX76" fmla="*/ 0 w 765852"/>
              <a:gd name="connsiteY76" fmla="*/ 26792 h 260086"/>
              <a:gd name="connsiteX77" fmla="*/ 93648 w 765852"/>
              <a:gd name="connsiteY77" fmla="*/ 26792 h 260086"/>
              <a:gd name="connsiteX78" fmla="*/ 91328 w 765852"/>
              <a:gd name="connsiteY78" fmla="*/ 23793 h 260086"/>
              <a:gd name="connsiteX79" fmla="*/ 47273 w 765852"/>
              <a:gd name="connsiteY79" fmla="*/ 2119 h 260086"/>
              <a:gd name="connsiteX80" fmla="*/ 95968 w 765852"/>
              <a:gd name="connsiteY80" fmla="*/ 23793 h 260086"/>
              <a:gd name="connsiteX81" fmla="*/ 93648 w 765852"/>
              <a:gd name="connsiteY81" fmla="*/ 26792 h 260086"/>
              <a:gd name="connsiteX82" fmla="*/ 187296 w 765852"/>
              <a:gd name="connsiteY82" fmla="*/ 26792 h 260086"/>
              <a:gd name="connsiteX83" fmla="*/ 187296 w 765852"/>
              <a:gd name="connsiteY83" fmla="*/ 2119 h 260086"/>
              <a:gd name="connsiteX84" fmla="*/ 140023 w 765852"/>
              <a:gd name="connsiteY84" fmla="*/ 2119 h 260086"/>
              <a:gd name="connsiteX85" fmla="*/ 95958 w 765852"/>
              <a:gd name="connsiteY85" fmla="*/ 23793 h 260086"/>
              <a:gd name="connsiteX86" fmla="*/ 514844 w 765852"/>
              <a:gd name="connsiteY86" fmla="*/ 164677 h 260086"/>
              <a:gd name="connsiteX87" fmla="*/ 540232 w 765852"/>
              <a:gd name="connsiteY87" fmla="*/ 164677 h 260086"/>
              <a:gd name="connsiteX88" fmla="*/ 540232 w 765852"/>
              <a:gd name="connsiteY88" fmla="*/ 2119 h 260086"/>
              <a:gd name="connsiteX89" fmla="*/ 514844 w 765852"/>
              <a:gd name="connsiteY89" fmla="*/ 2119 h 260086"/>
              <a:gd name="connsiteX90" fmla="*/ 514844 w 765852"/>
              <a:gd name="connsiteY90" fmla="*/ 164677 h 260086"/>
              <a:gd name="connsiteX91" fmla="*/ 495205 w 765852"/>
              <a:gd name="connsiteY91" fmla="*/ 259554 h 260086"/>
              <a:gd name="connsiteX92" fmla="*/ 502915 w 765852"/>
              <a:gd name="connsiteY92" fmla="*/ 259554 h 260086"/>
              <a:gd name="connsiteX93" fmla="*/ 502915 w 765852"/>
              <a:gd name="connsiteY93" fmla="*/ 197523 h 260086"/>
              <a:gd name="connsiteX94" fmla="*/ 495205 w 765852"/>
              <a:gd name="connsiteY94" fmla="*/ 197523 h 260086"/>
              <a:gd name="connsiteX95" fmla="*/ 495205 w 765852"/>
              <a:gd name="connsiteY95" fmla="*/ 259554 h 260086"/>
              <a:gd name="connsiteX96" fmla="*/ 544816 w 765852"/>
              <a:gd name="connsiteY96" fmla="*/ 204613 h 260086"/>
              <a:gd name="connsiteX97" fmla="*/ 564923 w 765852"/>
              <a:gd name="connsiteY97" fmla="*/ 204613 h 260086"/>
              <a:gd name="connsiteX98" fmla="*/ 564923 w 765852"/>
              <a:gd name="connsiteY98" fmla="*/ 259554 h 260086"/>
              <a:gd name="connsiteX99" fmla="*/ 572633 w 765852"/>
              <a:gd name="connsiteY99" fmla="*/ 259554 h 260086"/>
              <a:gd name="connsiteX100" fmla="*/ 572633 w 765852"/>
              <a:gd name="connsiteY100" fmla="*/ 204613 h 260086"/>
              <a:gd name="connsiteX101" fmla="*/ 592740 w 765852"/>
              <a:gd name="connsiteY101" fmla="*/ 204613 h 260086"/>
              <a:gd name="connsiteX102" fmla="*/ 592740 w 765852"/>
              <a:gd name="connsiteY102" fmla="*/ 197523 h 260086"/>
              <a:gd name="connsiteX103" fmla="*/ 544816 w 765852"/>
              <a:gd name="connsiteY103" fmla="*/ 197523 h 260086"/>
              <a:gd name="connsiteX104" fmla="*/ 544816 w 765852"/>
              <a:gd name="connsiteY104" fmla="*/ 204613 h 260086"/>
              <a:gd name="connsiteX105" fmla="*/ 287389 w 765852"/>
              <a:gd name="connsiteY105" fmla="*/ 2119 h 260086"/>
              <a:gd name="connsiteX106" fmla="*/ 345234 w 765852"/>
              <a:gd name="connsiteY106" fmla="*/ 140105 h 260086"/>
              <a:gd name="connsiteX107" fmla="*/ 381413 w 765852"/>
              <a:gd name="connsiteY107" fmla="*/ 166796 h 260086"/>
              <a:gd name="connsiteX108" fmla="*/ 382899 w 765852"/>
              <a:gd name="connsiteY108" fmla="*/ 166796 h 260086"/>
              <a:gd name="connsiteX109" fmla="*/ 316692 w 765852"/>
              <a:gd name="connsiteY109" fmla="*/ 2119 h 260086"/>
              <a:gd name="connsiteX110" fmla="*/ 287389 w 765852"/>
              <a:gd name="connsiteY110" fmla="*/ 2119 h 260086"/>
              <a:gd name="connsiteX111" fmla="*/ 443549 w 765852"/>
              <a:gd name="connsiteY111" fmla="*/ 199871 h 260086"/>
              <a:gd name="connsiteX112" fmla="*/ 432739 w 765852"/>
              <a:gd name="connsiteY112" fmla="*/ 197523 h 260086"/>
              <a:gd name="connsiteX113" fmla="*/ 408910 w 765852"/>
              <a:gd name="connsiteY113" fmla="*/ 197523 h 260086"/>
              <a:gd name="connsiteX114" fmla="*/ 408910 w 765852"/>
              <a:gd name="connsiteY114" fmla="*/ 259554 h 260086"/>
              <a:gd name="connsiteX115" fmla="*/ 416621 w 765852"/>
              <a:gd name="connsiteY115" fmla="*/ 259554 h 260086"/>
              <a:gd name="connsiteX116" fmla="*/ 416621 w 765852"/>
              <a:gd name="connsiteY116" fmla="*/ 235716 h 260086"/>
              <a:gd name="connsiteX117" fmla="*/ 432748 w 765852"/>
              <a:gd name="connsiteY117" fmla="*/ 235716 h 260086"/>
              <a:gd name="connsiteX118" fmla="*/ 443512 w 765852"/>
              <a:gd name="connsiteY118" fmla="*/ 233368 h 260086"/>
              <a:gd name="connsiteX119" fmla="*/ 450728 w 765852"/>
              <a:gd name="connsiteY119" fmla="*/ 226681 h 260086"/>
              <a:gd name="connsiteX120" fmla="*/ 453295 w 765852"/>
              <a:gd name="connsiteY120" fmla="*/ 216583 h 260086"/>
              <a:gd name="connsiteX121" fmla="*/ 450774 w 765852"/>
              <a:gd name="connsiteY121" fmla="*/ 206521 h 260086"/>
              <a:gd name="connsiteX122" fmla="*/ 443558 w 765852"/>
              <a:gd name="connsiteY122" fmla="*/ 199871 h 260086"/>
              <a:gd name="connsiteX123" fmla="*/ 441779 w 765852"/>
              <a:gd name="connsiteY123" fmla="*/ 225351 h 260086"/>
              <a:gd name="connsiteX124" fmla="*/ 432033 w 765852"/>
              <a:gd name="connsiteY124" fmla="*/ 228635 h 260086"/>
              <a:gd name="connsiteX125" fmla="*/ 416621 w 765852"/>
              <a:gd name="connsiteY125" fmla="*/ 228635 h 260086"/>
              <a:gd name="connsiteX126" fmla="*/ 416621 w 765852"/>
              <a:gd name="connsiteY126" fmla="*/ 204622 h 260086"/>
              <a:gd name="connsiteX127" fmla="*/ 432125 w 765852"/>
              <a:gd name="connsiteY127" fmla="*/ 204622 h 260086"/>
              <a:gd name="connsiteX128" fmla="*/ 441825 w 765852"/>
              <a:gd name="connsiteY128" fmla="*/ 207860 h 260086"/>
              <a:gd name="connsiteX129" fmla="*/ 445410 w 765852"/>
              <a:gd name="connsiteY129" fmla="*/ 216592 h 260086"/>
              <a:gd name="connsiteX130" fmla="*/ 441779 w 765852"/>
              <a:gd name="connsiteY130" fmla="*/ 225361 h 260086"/>
              <a:gd name="connsiteX131" fmla="*/ 382889 w 765852"/>
              <a:gd name="connsiteY131" fmla="*/ 166805 h 260086"/>
              <a:gd name="connsiteX132" fmla="*/ 384375 w 765852"/>
              <a:gd name="connsiteY132" fmla="*/ 166805 h 260086"/>
              <a:gd name="connsiteX133" fmla="*/ 420554 w 765852"/>
              <a:gd name="connsiteY133" fmla="*/ 140114 h 260086"/>
              <a:gd name="connsiteX134" fmla="*/ 478399 w 765852"/>
              <a:gd name="connsiteY134" fmla="*/ 2128 h 260086"/>
              <a:gd name="connsiteX135" fmla="*/ 449096 w 765852"/>
              <a:gd name="connsiteY135" fmla="*/ 2128 h 260086"/>
              <a:gd name="connsiteX136" fmla="*/ 382889 w 765852"/>
              <a:gd name="connsiteY136" fmla="*/ 166814 h 260086"/>
              <a:gd name="connsiteX137" fmla="*/ 644368 w 765852"/>
              <a:gd name="connsiteY137" fmla="*/ 197523 h 260086"/>
              <a:gd name="connsiteX138" fmla="*/ 620714 w 765852"/>
              <a:gd name="connsiteY138" fmla="*/ 259554 h 260086"/>
              <a:gd name="connsiteX139" fmla="*/ 628690 w 765852"/>
              <a:gd name="connsiteY139" fmla="*/ 259554 h 260086"/>
              <a:gd name="connsiteX140" fmla="*/ 635246 w 765852"/>
              <a:gd name="connsiteY140" fmla="*/ 242806 h 260086"/>
              <a:gd name="connsiteX141" fmla="*/ 662266 w 765852"/>
              <a:gd name="connsiteY141" fmla="*/ 242806 h 260086"/>
              <a:gd name="connsiteX142" fmla="*/ 668821 w 765852"/>
              <a:gd name="connsiteY142" fmla="*/ 259554 h 260086"/>
              <a:gd name="connsiteX143" fmla="*/ 677055 w 765852"/>
              <a:gd name="connsiteY143" fmla="*/ 259554 h 260086"/>
              <a:gd name="connsiteX144" fmla="*/ 653491 w 765852"/>
              <a:gd name="connsiteY144" fmla="*/ 197523 h 260086"/>
              <a:gd name="connsiteX145" fmla="*/ 644368 w 765852"/>
              <a:gd name="connsiteY145" fmla="*/ 197523 h 260086"/>
              <a:gd name="connsiteX146" fmla="*/ 637547 w 765852"/>
              <a:gd name="connsiteY146" fmla="*/ 235808 h 260086"/>
              <a:gd name="connsiteX147" fmla="*/ 648705 w 765852"/>
              <a:gd name="connsiteY147" fmla="*/ 205943 h 260086"/>
              <a:gd name="connsiteX148" fmla="*/ 659955 w 765852"/>
              <a:gd name="connsiteY148" fmla="*/ 235808 h 260086"/>
              <a:gd name="connsiteX149" fmla="*/ 637538 w 765852"/>
              <a:gd name="connsiteY149" fmla="*/ 235808 h 260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</a:cxnLst>
            <a:rect l="l" t="t" r="r" b="b"/>
            <a:pathLst>
              <a:path w="765852" h="260086">
                <a:moveTo>
                  <a:pt x="739575" y="143884"/>
                </a:moveTo>
                <a:cubicBezTo>
                  <a:pt x="756519" y="128906"/>
                  <a:pt x="765852" y="107425"/>
                  <a:pt x="765852" y="83403"/>
                </a:cubicBezTo>
                <a:cubicBezTo>
                  <a:pt x="765852" y="59381"/>
                  <a:pt x="756519" y="37899"/>
                  <a:pt x="739575" y="22921"/>
                </a:cubicBezTo>
                <a:cubicBezTo>
                  <a:pt x="722613" y="7925"/>
                  <a:pt x="699307" y="0"/>
                  <a:pt x="672177" y="0"/>
                </a:cubicBezTo>
                <a:cubicBezTo>
                  <a:pt x="645047" y="0"/>
                  <a:pt x="621740" y="7925"/>
                  <a:pt x="604779" y="22921"/>
                </a:cubicBezTo>
                <a:cubicBezTo>
                  <a:pt x="587835" y="37899"/>
                  <a:pt x="578501" y="59381"/>
                  <a:pt x="578501" y="83403"/>
                </a:cubicBezTo>
                <a:cubicBezTo>
                  <a:pt x="578501" y="107425"/>
                  <a:pt x="587835" y="128906"/>
                  <a:pt x="604779" y="143884"/>
                </a:cubicBezTo>
                <a:cubicBezTo>
                  <a:pt x="621740" y="158881"/>
                  <a:pt x="645047" y="166805"/>
                  <a:pt x="672177" y="166805"/>
                </a:cubicBezTo>
                <a:cubicBezTo>
                  <a:pt x="699307" y="166805"/>
                  <a:pt x="722613" y="158881"/>
                  <a:pt x="739575" y="143884"/>
                </a:cubicBezTo>
                <a:close/>
                <a:moveTo>
                  <a:pt x="604595" y="83403"/>
                </a:moveTo>
                <a:cubicBezTo>
                  <a:pt x="604595" y="66489"/>
                  <a:pt x="610821" y="52135"/>
                  <a:pt x="622611" y="41871"/>
                </a:cubicBezTo>
                <a:cubicBezTo>
                  <a:pt x="634751" y="31305"/>
                  <a:pt x="651887" y="25719"/>
                  <a:pt x="672177" y="25719"/>
                </a:cubicBezTo>
                <a:cubicBezTo>
                  <a:pt x="692467" y="25719"/>
                  <a:pt x="709603" y="31305"/>
                  <a:pt x="721742" y="41871"/>
                </a:cubicBezTo>
                <a:cubicBezTo>
                  <a:pt x="733524" y="52126"/>
                  <a:pt x="739759" y="66489"/>
                  <a:pt x="739759" y="83403"/>
                </a:cubicBezTo>
                <a:cubicBezTo>
                  <a:pt x="739759" y="100316"/>
                  <a:pt x="733533" y="114671"/>
                  <a:pt x="721742" y="124934"/>
                </a:cubicBezTo>
                <a:cubicBezTo>
                  <a:pt x="709603" y="135501"/>
                  <a:pt x="692467" y="141077"/>
                  <a:pt x="672177" y="141077"/>
                </a:cubicBezTo>
                <a:cubicBezTo>
                  <a:pt x="651887" y="141077"/>
                  <a:pt x="634741" y="135491"/>
                  <a:pt x="622611" y="124934"/>
                </a:cubicBezTo>
                <a:cubicBezTo>
                  <a:pt x="610830" y="114671"/>
                  <a:pt x="604595" y="100316"/>
                  <a:pt x="604595" y="83403"/>
                </a:cubicBezTo>
                <a:close/>
                <a:moveTo>
                  <a:pt x="238310" y="207181"/>
                </a:moveTo>
                <a:cubicBezTo>
                  <a:pt x="241556" y="205118"/>
                  <a:pt x="245306" y="204081"/>
                  <a:pt x="249560" y="204081"/>
                </a:cubicBezTo>
                <a:cubicBezTo>
                  <a:pt x="254282" y="204081"/>
                  <a:pt x="258288" y="205292"/>
                  <a:pt x="261562" y="207713"/>
                </a:cubicBezTo>
                <a:cubicBezTo>
                  <a:pt x="264835" y="210135"/>
                  <a:pt x="267035" y="213501"/>
                  <a:pt x="268163" y="217812"/>
                </a:cubicBezTo>
                <a:lnTo>
                  <a:pt x="275874" y="217812"/>
                </a:lnTo>
                <a:cubicBezTo>
                  <a:pt x="274691" y="211373"/>
                  <a:pt x="271784" y="206292"/>
                  <a:pt x="267145" y="202568"/>
                </a:cubicBezTo>
                <a:cubicBezTo>
                  <a:pt x="262506" y="198844"/>
                  <a:pt x="256766" y="196982"/>
                  <a:pt x="249917" y="196982"/>
                </a:cubicBezTo>
                <a:cubicBezTo>
                  <a:pt x="244013" y="196982"/>
                  <a:pt x="238814" y="198293"/>
                  <a:pt x="234322" y="200926"/>
                </a:cubicBezTo>
                <a:cubicBezTo>
                  <a:pt x="229838" y="203558"/>
                  <a:pt x="226382" y="207264"/>
                  <a:pt x="223961" y="212052"/>
                </a:cubicBezTo>
                <a:cubicBezTo>
                  <a:pt x="221541" y="216840"/>
                  <a:pt x="220330" y="222334"/>
                  <a:pt x="220330" y="228534"/>
                </a:cubicBezTo>
                <a:cubicBezTo>
                  <a:pt x="220330" y="234734"/>
                  <a:pt x="221541" y="240302"/>
                  <a:pt x="223961" y="245062"/>
                </a:cubicBezTo>
                <a:cubicBezTo>
                  <a:pt x="226382" y="249823"/>
                  <a:pt x="229838" y="253510"/>
                  <a:pt x="234322" y="256142"/>
                </a:cubicBezTo>
                <a:cubicBezTo>
                  <a:pt x="238805" y="258775"/>
                  <a:pt x="244004" y="260086"/>
                  <a:pt x="249917" y="260086"/>
                </a:cubicBezTo>
                <a:cubicBezTo>
                  <a:pt x="256831" y="260086"/>
                  <a:pt x="262570" y="258224"/>
                  <a:pt x="267145" y="254501"/>
                </a:cubicBezTo>
                <a:cubicBezTo>
                  <a:pt x="271720" y="250777"/>
                  <a:pt x="274599" y="245695"/>
                  <a:pt x="275782" y="239256"/>
                </a:cubicBezTo>
                <a:lnTo>
                  <a:pt x="268071" y="239256"/>
                </a:lnTo>
                <a:cubicBezTo>
                  <a:pt x="266888" y="243631"/>
                  <a:pt x="264706" y="247007"/>
                  <a:pt x="261516" y="249401"/>
                </a:cubicBezTo>
                <a:cubicBezTo>
                  <a:pt x="258325" y="251795"/>
                  <a:pt x="254337" y="252987"/>
                  <a:pt x="249560" y="252987"/>
                </a:cubicBezTo>
                <a:cubicBezTo>
                  <a:pt x="245306" y="252987"/>
                  <a:pt x="241556" y="251951"/>
                  <a:pt x="238310" y="249887"/>
                </a:cubicBezTo>
                <a:cubicBezTo>
                  <a:pt x="235064" y="247823"/>
                  <a:pt x="232561" y="244925"/>
                  <a:pt x="230828" y="241201"/>
                </a:cubicBezTo>
                <a:cubicBezTo>
                  <a:pt x="229086" y="237477"/>
                  <a:pt x="228215" y="233258"/>
                  <a:pt x="228215" y="228525"/>
                </a:cubicBezTo>
                <a:cubicBezTo>
                  <a:pt x="228215" y="223792"/>
                  <a:pt x="229086" y="219499"/>
                  <a:pt x="230828" y="215812"/>
                </a:cubicBezTo>
                <a:cubicBezTo>
                  <a:pt x="232570" y="212125"/>
                  <a:pt x="235064" y="209245"/>
                  <a:pt x="238310" y="207172"/>
                </a:cubicBezTo>
                <a:close/>
                <a:moveTo>
                  <a:pt x="335580" y="197523"/>
                </a:moveTo>
                <a:lnTo>
                  <a:pt x="311925" y="259554"/>
                </a:lnTo>
                <a:lnTo>
                  <a:pt x="319892" y="259554"/>
                </a:lnTo>
                <a:lnTo>
                  <a:pt x="326448" y="242806"/>
                </a:lnTo>
                <a:lnTo>
                  <a:pt x="353467" y="242806"/>
                </a:lnTo>
                <a:lnTo>
                  <a:pt x="360023" y="259554"/>
                </a:lnTo>
                <a:lnTo>
                  <a:pt x="368256" y="259554"/>
                </a:lnTo>
                <a:lnTo>
                  <a:pt x="344693" y="197523"/>
                </a:lnTo>
                <a:lnTo>
                  <a:pt x="335570" y="197523"/>
                </a:lnTo>
                <a:close/>
                <a:moveTo>
                  <a:pt x="328758" y="235808"/>
                </a:moveTo>
                <a:lnTo>
                  <a:pt x="339916" y="205943"/>
                </a:lnTo>
                <a:lnTo>
                  <a:pt x="351166" y="235808"/>
                </a:lnTo>
                <a:lnTo>
                  <a:pt x="328749" y="235808"/>
                </a:lnTo>
                <a:close/>
                <a:moveTo>
                  <a:pt x="725437" y="197523"/>
                </a:moveTo>
                <a:lnTo>
                  <a:pt x="717736" y="197523"/>
                </a:lnTo>
                <a:lnTo>
                  <a:pt x="717736" y="259554"/>
                </a:lnTo>
                <a:lnTo>
                  <a:pt x="753704" y="259554"/>
                </a:lnTo>
                <a:lnTo>
                  <a:pt x="753704" y="252464"/>
                </a:lnTo>
                <a:lnTo>
                  <a:pt x="725446" y="252464"/>
                </a:lnTo>
                <a:lnTo>
                  <a:pt x="725446" y="197523"/>
                </a:lnTo>
                <a:close/>
                <a:moveTo>
                  <a:pt x="250953" y="2119"/>
                </a:moveTo>
                <a:lnTo>
                  <a:pt x="225566" y="2119"/>
                </a:lnTo>
                <a:lnTo>
                  <a:pt x="225566" y="164677"/>
                </a:lnTo>
                <a:lnTo>
                  <a:pt x="250953" y="164677"/>
                </a:lnTo>
                <a:lnTo>
                  <a:pt x="250953" y="2119"/>
                </a:lnTo>
                <a:close/>
                <a:moveTo>
                  <a:pt x="80592" y="62692"/>
                </a:moveTo>
                <a:lnTo>
                  <a:pt x="80592" y="164687"/>
                </a:lnTo>
                <a:cubicBezTo>
                  <a:pt x="80592" y="164687"/>
                  <a:pt x="106732" y="164687"/>
                  <a:pt x="106732" y="164687"/>
                </a:cubicBezTo>
                <a:lnTo>
                  <a:pt x="106713" y="62692"/>
                </a:lnTo>
                <a:cubicBezTo>
                  <a:pt x="106713" y="50282"/>
                  <a:pt x="102707" y="38523"/>
                  <a:pt x="95124" y="28700"/>
                </a:cubicBezTo>
                <a:lnTo>
                  <a:pt x="93648" y="26792"/>
                </a:lnTo>
                <a:lnTo>
                  <a:pt x="92172" y="28700"/>
                </a:lnTo>
                <a:cubicBezTo>
                  <a:pt x="84589" y="38523"/>
                  <a:pt x="80583" y="50273"/>
                  <a:pt x="80583" y="62692"/>
                </a:cubicBezTo>
                <a:close/>
                <a:moveTo>
                  <a:pt x="47273" y="2119"/>
                </a:moveTo>
                <a:lnTo>
                  <a:pt x="0" y="2119"/>
                </a:lnTo>
                <a:lnTo>
                  <a:pt x="0" y="26792"/>
                </a:lnTo>
                <a:lnTo>
                  <a:pt x="93648" y="26792"/>
                </a:lnTo>
                <a:lnTo>
                  <a:pt x="91328" y="23793"/>
                </a:lnTo>
                <a:cubicBezTo>
                  <a:pt x="80693" y="10025"/>
                  <a:pt x="64629" y="2119"/>
                  <a:pt x="47273" y="2119"/>
                </a:cubicBezTo>
                <a:close/>
                <a:moveTo>
                  <a:pt x="95968" y="23793"/>
                </a:moveTo>
                <a:lnTo>
                  <a:pt x="93648" y="26792"/>
                </a:lnTo>
                <a:lnTo>
                  <a:pt x="187296" y="26792"/>
                </a:lnTo>
                <a:lnTo>
                  <a:pt x="187296" y="2119"/>
                </a:lnTo>
                <a:lnTo>
                  <a:pt x="140023" y="2119"/>
                </a:lnTo>
                <a:cubicBezTo>
                  <a:pt x="122657" y="2119"/>
                  <a:pt x="106603" y="10016"/>
                  <a:pt x="95958" y="23793"/>
                </a:cubicBezTo>
                <a:close/>
                <a:moveTo>
                  <a:pt x="514844" y="164677"/>
                </a:moveTo>
                <a:lnTo>
                  <a:pt x="540232" y="164677"/>
                </a:lnTo>
                <a:lnTo>
                  <a:pt x="540232" y="2119"/>
                </a:lnTo>
                <a:lnTo>
                  <a:pt x="514844" y="2119"/>
                </a:lnTo>
                <a:lnTo>
                  <a:pt x="514844" y="164677"/>
                </a:lnTo>
                <a:close/>
                <a:moveTo>
                  <a:pt x="495205" y="259554"/>
                </a:moveTo>
                <a:lnTo>
                  <a:pt x="502915" y="259554"/>
                </a:lnTo>
                <a:lnTo>
                  <a:pt x="502915" y="197523"/>
                </a:lnTo>
                <a:lnTo>
                  <a:pt x="495205" y="197523"/>
                </a:lnTo>
                <a:lnTo>
                  <a:pt x="495205" y="259554"/>
                </a:lnTo>
                <a:close/>
                <a:moveTo>
                  <a:pt x="544816" y="204613"/>
                </a:moveTo>
                <a:lnTo>
                  <a:pt x="564923" y="204613"/>
                </a:lnTo>
                <a:lnTo>
                  <a:pt x="564923" y="259554"/>
                </a:lnTo>
                <a:lnTo>
                  <a:pt x="572633" y="259554"/>
                </a:lnTo>
                <a:lnTo>
                  <a:pt x="572633" y="204613"/>
                </a:lnTo>
                <a:lnTo>
                  <a:pt x="592740" y="204613"/>
                </a:lnTo>
                <a:lnTo>
                  <a:pt x="592740" y="197523"/>
                </a:lnTo>
                <a:lnTo>
                  <a:pt x="544816" y="197523"/>
                </a:lnTo>
                <a:lnTo>
                  <a:pt x="544816" y="204613"/>
                </a:lnTo>
                <a:close/>
                <a:moveTo>
                  <a:pt x="287389" y="2119"/>
                </a:moveTo>
                <a:cubicBezTo>
                  <a:pt x="287389" y="2119"/>
                  <a:pt x="335680" y="117220"/>
                  <a:pt x="345234" y="140105"/>
                </a:cubicBezTo>
                <a:cubicBezTo>
                  <a:pt x="356374" y="166796"/>
                  <a:pt x="374464" y="166796"/>
                  <a:pt x="381413" y="166796"/>
                </a:cubicBezTo>
                <a:lnTo>
                  <a:pt x="382899" y="166796"/>
                </a:lnTo>
                <a:lnTo>
                  <a:pt x="316692" y="2119"/>
                </a:lnTo>
                <a:lnTo>
                  <a:pt x="287389" y="2119"/>
                </a:lnTo>
                <a:close/>
                <a:moveTo>
                  <a:pt x="443549" y="199871"/>
                </a:moveTo>
                <a:cubicBezTo>
                  <a:pt x="440413" y="198303"/>
                  <a:pt x="436819" y="197523"/>
                  <a:pt x="432739" y="197523"/>
                </a:cubicBezTo>
                <a:lnTo>
                  <a:pt x="408910" y="197523"/>
                </a:lnTo>
                <a:lnTo>
                  <a:pt x="408910" y="259554"/>
                </a:lnTo>
                <a:lnTo>
                  <a:pt x="416621" y="259554"/>
                </a:lnTo>
                <a:lnTo>
                  <a:pt x="416621" y="235716"/>
                </a:lnTo>
                <a:lnTo>
                  <a:pt x="432748" y="235716"/>
                </a:lnTo>
                <a:cubicBezTo>
                  <a:pt x="436819" y="235716"/>
                  <a:pt x="440413" y="234936"/>
                  <a:pt x="443512" y="233368"/>
                </a:cubicBezTo>
                <a:cubicBezTo>
                  <a:pt x="446611" y="231799"/>
                  <a:pt x="449013" y="229571"/>
                  <a:pt x="450728" y="226681"/>
                </a:cubicBezTo>
                <a:cubicBezTo>
                  <a:pt x="452442" y="223783"/>
                  <a:pt x="453295" y="220417"/>
                  <a:pt x="453295" y="216583"/>
                </a:cubicBezTo>
                <a:cubicBezTo>
                  <a:pt x="453295" y="212749"/>
                  <a:pt x="452452" y="209392"/>
                  <a:pt x="450774" y="206521"/>
                </a:cubicBezTo>
                <a:cubicBezTo>
                  <a:pt x="449087" y="203659"/>
                  <a:pt x="446685" y="201439"/>
                  <a:pt x="443558" y="199871"/>
                </a:cubicBezTo>
                <a:close/>
                <a:moveTo>
                  <a:pt x="441779" y="225351"/>
                </a:moveTo>
                <a:cubicBezTo>
                  <a:pt x="439359" y="227534"/>
                  <a:pt x="436113" y="228635"/>
                  <a:pt x="432033" y="228635"/>
                </a:cubicBezTo>
                <a:lnTo>
                  <a:pt x="416621" y="228635"/>
                </a:lnTo>
                <a:lnTo>
                  <a:pt x="416621" y="204622"/>
                </a:lnTo>
                <a:lnTo>
                  <a:pt x="432125" y="204622"/>
                </a:lnTo>
                <a:cubicBezTo>
                  <a:pt x="436196" y="204622"/>
                  <a:pt x="439432" y="205705"/>
                  <a:pt x="441825" y="207860"/>
                </a:cubicBezTo>
                <a:cubicBezTo>
                  <a:pt x="444218" y="210015"/>
                  <a:pt x="445410" y="212923"/>
                  <a:pt x="445410" y="216592"/>
                </a:cubicBezTo>
                <a:cubicBezTo>
                  <a:pt x="445410" y="220261"/>
                  <a:pt x="444200" y="223178"/>
                  <a:pt x="441779" y="225361"/>
                </a:cubicBezTo>
                <a:close/>
                <a:moveTo>
                  <a:pt x="382889" y="166805"/>
                </a:moveTo>
                <a:lnTo>
                  <a:pt x="384375" y="166805"/>
                </a:lnTo>
                <a:cubicBezTo>
                  <a:pt x="391334" y="166805"/>
                  <a:pt x="409423" y="166805"/>
                  <a:pt x="420554" y="140114"/>
                </a:cubicBezTo>
                <a:cubicBezTo>
                  <a:pt x="430099" y="117230"/>
                  <a:pt x="478399" y="2128"/>
                  <a:pt x="478399" y="2128"/>
                </a:cubicBezTo>
                <a:lnTo>
                  <a:pt x="449096" y="2128"/>
                </a:lnTo>
                <a:lnTo>
                  <a:pt x="382889" y="166814"/>
                </a:lnTo>
                <a:close/>
                <a:moveTo>
                  <a:pt x="644368" y="197523"/>
                </a:moveTo>
                <a:lnTo>
                  <a:pt x="620714" y="259554"/>
                </a:lnTo>
                <a:lnTo>
                  <a:pt x="628690" y="259554"/>
                </a:lnTo>
                <a:lnTo>
                  <a:pt x="635246" y="242806"/>
                </a:lnTo>
                <a:lnTo>
                  <a:pt x="662266" y="242806"/>
                </a:lnTo>
                <a:lnTo>
                  <a:pt x="668821" y="259554"/>
                </a:lnTo>
                <a:lnTo>
                  <a:pt x="677055" y="259554"/>
                </a:lnTo>
                <a:lnTo>
                  <a:pt x="653491" y="197523"/>
                </a:lnTo>
                <a:lnTo>
                  <a:pt x="644368" y="197523"/>
                </a:lnTo>
                <a:close/>
                <a:moveTo>
                  <a:pt x="637547" y="235808"/>
                </a:moveTo>
                <a:lnTo>
                  <a:pt x="648705" y="205943"/>
                </a:lnTo>
                <a:lnTo>
                  <a:pt x="659955" y="235808"/>
                </a:lnTo>
                <a:lnTo>
                  <a:pt x="637538" y="235808"/>
                </a:lnTo>
                <a:close/>
              </a:path>
            </a:pathLst>
          </a:custGeom>
          <a:solidFill>
            <a:schemeClr val="bg1"/>
          </a:solidFill>
          <a:ln w="1061" cap="flat">
            <a:noFill/>
            <a:prstDash val="solid"/>
            <a:miter/>
          </a:ln>
        </p:spPr>
        <p:txBody>
          <a:bodyPr rtlCol="0" anchor="ctr"/>
          <a:lstStyle/>
          <a:p>
            <a:endParaRPr lang="pt-BR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50925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469">
          <p15:clr>
            <a:srgbClr val="FBAE40"/>
          </p15:clr>
        </p15:guide>
        <p15:guide id="2" orient="horz" pos="3974">
          <p15:clr>
            <a:srgbClr val="FBAE40"/>
          </p15:clr>
        </p15:guide>
        <p15:guide id="3" orient="horz" pos="232">
          <p15:clr>
            <a:srgbClr val="FBAE40"/>
          </p15:clr>
        </p15:guide>
        <p15:guide id="4" pos="211">
          <p15:clr>
            <a:srgbClr val="FBAE40"/>
          </p15:clr>
        </p15:guide>
        <p15:guide id="5" orient="horz" pos="4065">
          <p15:clr>
            <a:srgbClr val="FBAE40"/>
          </p15:clr>
        </p15:guide>
        <p15:guide id="6" orient="horz" pos="799">
          <p15:clr>
            <a:srgbClr val="FBAE40"/>
          </p15:clr>
        </p15:guide>
        <p15:guide id="7" orient="horz" pos="935">
          <p15:clr>
            <a:srgbClr val="FBAE40"/>
          </p15:clr>
        </p15:guide>
      </p15:sldGuideLst>
    </p:ext>
  </p:extLst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- High Grade">
    <p:bg>
      <p:bgPr>
        <a:gradFill>
          <a:gsLst>
            <a:gs pos="81000">
              <a:schemeClr val="tx1">
                <a:lumMod val="85000"/>
                <a:lumOff val="15000"/>
              </a:schemeClr>
            </a:gs>
            <a:gs pos="100000">
              <a:schemeClr val="tx1">
                <a:lumMod val="95000"/>
                <a:lumOff val="5000"/>
              </a:schemeClr>
            </a:gs>
            <a:gs pos="0">
              <a:schemeClr val="accent1"/>
            </a:gs>
          </a:gsLst>
          <a:lin ang="7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6450505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469">
          <p15:clr>
            <a:srgbClr val="FBAE40"/>
          </p15:clr>
        </p15:guide>
        <p15:guide id="2" orient="horz" pos="3974">
          <p15:clr>
            <a:srgbClr val="FBAE40"/>
          </p15:clr>
        </p15:guide>
        <p15:guide id="3" orient="horz" pos="232">
          <p15:clr>
            <a:srgbClr val="FBAE40"/>
          </p15:clr>
        </p15:guide>
        <p15:guide id="4" pos="211">
          <p15:clr>
            <a:srgbClr val="FBAE40"/>
          </p15:clr>
        </p15:guide>
        <p15:guide id="5" orient="horz" pos="4065">
          <p15:clr>
            <a:srgbClr val="FBAE40"/>
          </p15:clr>
        </p15:guide>
        <p15:guide id="6" orient="horz" pos="799">
          <p15:clr>
            <a:srgbClr val="FBAE40"/>
          </p15:clr>
        </p15:guide>
        <p15:guide id="7" orient="horz" pos="935">
          <p15:clr>
            <a:srgbClr val="FBAE40"/>
          </p15:clr>
        </p15:guide>
      </p15:sldGuideLst>
    </p:ext>
  </p:extLst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56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394" b="0" i="0">
                <a:solidFill>
                  <a:srgbClr val="F9F9F9"/>
                </a:solidFill>
                <a:latin typeface="Arial"/>
                <a:cs typeface="Arial"/>
              </a:defRPr>
            </a:lvl1pPr>
          </a:lstStyle>
          <a:p>
            <a:pPr marL="20023">
              <a:spcBef>
                <a:spcPts val="45"/>
              </a:spcBef>
            </a:pPr>
            <a:fld id="{81D60167-4931-47E6-BA6A-407CBD079E47}" type="slidenum">
              <a:rPr lang="pt-BR" spc="-15" smtClean="0"/>
              <a:pPr marL="20023">
                <a:spcBef>
                  <a:spcPts val="45"/>
                </a:spcBef>
              </a:pPr>
              <a:t>‹#›</a:t>
            </a:fld>
            <a:endParaRPr lang="pt-BR" spc="-15"/>
          </a:p>
        </p:txBody>
      </p:sp>
    </p:spTree>
    <p:extLst>
      <p:ext uri="{BB962C8B-B14F-4D97-AF65-F5344CB8AC3E}">
        <p14:creationId xmlns:p14="http://schemas.microsoft.com/office/powerpoint/2010/main" val="3013856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ítulo | 1 linha - Escuro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132BCE3-A04F-8602-64F7-7623C7EAF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61763" y="6482556"/>
            <a:ext cx="295275" cy="1692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 sz="1100">
                <a:solidFill>
                  <a:schemeClr val="bg1"/>
                </a:solidFill>
                <a:latin typeface="Versos" panose="020B0503020204030204" pitchFamily="34" charset="0"/>
                <a:cs typeface="Versos" panose="020B0503020204030204" pitchFamily="34" charset="0"/>
              </a:defRPr>
            </a:lvl1pPr>
          </a:lstStyle>
          <a:p>
            <a:fld id="{77667D73-C69A-4DAA-9003-24A825D36FE9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B13D7C-5A47-B0DF-B518-26E79F5D2DB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63" y="368300"/>
            <a:ext cx="10183813" cy="4308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8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err="1"/>
              <a:t>Título</a:t>
            </a:r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401465E-A8CD-A3BA-BE2A-9597492FDC6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4963" y="6482556"/>
            <a:ext cx="10980000" cy="138499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900">
                <a:latin typeface="Versos Light" panose="020B0403020204030204" pitchFamily="34" charset="0"/>
              </a:defRPr>
            </a:lvl2pPr>
            <a:lvl3pPr>
              <a:defRPr sz="900">
                <a:latin typeface="Versos Light" panose="020B0403020204030204" pitchFamily="34" charset="0"/>
              </a:defRPr>
            </a:lvl3pPr>
            <a:lvl4pPr>
              <a:defRPr sz="900">
                <a:latin typeface="Versos Light" panose="020B0403020204030204" pitchFamily="34" charset="0"/>
              </a:defRPr>
            </a:lvl4pPr>
            <a:lvl5pPr>
              <a:defRPr sz="900">
                <a:latin typeface="Versos Light" panose="020B0403020204030204" pitchFamily="34" charset="0"/>
              </a:defRPr>
            </a:lvl5pPr>
          </a:lstStyle>
          <a:p>
            <a:pPr lvl="0"/>
            <a:r>
              <a:rPr lang="en-US"/>
              <a:t>Fonte:</a:t>
            </a:r>
            <a:endParaRPr lang="pt-BR"/>
          </a:p>
        </p:txBody>
      </p:sp>
      <p:sp>
        <p:nvSpPr>
          <p:cNvPr id="12" name="Text Placeholder 8">
            <a:extLst>
              <a:ext uri="{FF2B5EF4-FFF2-40B4-BE49-F238E27FC236}">
                <a16:creationId xmlns:a16="http://schemas.microsoft.com/office/drawing/2014/main" id="{7A7A9582-3614-801A-785B-273FCD3E092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34963" y="1949413"/>
            <a:ext cx="11522075" cy="435931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7F86D482-580C-D22A-58CC-10B9C4F7EDD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34962" y="1518527"/>
            <a:ext cx="11522585" cy="21544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Picture 8">
            <a:extLst>
              <a:ext uri="{FF2B5EF4-FFF2-40B4-BE49-F238E27FC236}">
                <a16:creationId xmlns:a16="http://schemas.microsoft.com/office/drawing/2014/main" id="{57BCE67C-64C7-2D0C-0DC2-7A4B4CC314E0}"/>
              </a:ext>
            </a:extLst>
          </p:cNvPr>
          <p:cNvSpPr/>
          <p:nvPr userDrawn="1"/>
        </p:nvSpPr>
        <p:spPr>
          <a:xfrm>
            <a:off x="11091186" y="377178"/>
            <a:ext cx="765852" cy="260086"/>
          </a:xfrm>
          <a:custGeom>
            <a:avLst/>
            <a:gdLst>
              <a:gd name="connsiteX0" fmla="*/ 739575 w 765852"/>
              <a:gd name="connsiteY0" fmla="*/ 143884 h 260086"/>
              <a:gd name="connsiteX1" fmla="*/ 765852 w 765852"/>
              <a:gd name="connsiteY1" fmla="*/ 83403 h 260086"/>
              <a:gd name="connsiteX2" fmla="*/ 739575 w 765852"/>
              <a:gd name="connsiteY2" fmla="*/ 22921 h 260086"/>
              <a:gd name="connsiteX3" fmla="*/ 672177 w 765852"/>
              <a:gd name="connsiteY3" fmla="*/ 0 h 260086"/>
              <a:gd name="connsiteX4" fmla="*/ 604779 w 765852"/>
              <a:gd name="connsiteY4" fmla="*/ 22921 h 260086"/>
              <a:gd name="connsiteX5" fmla="*/ 578501 w 765852"/>
              <a:gd name="connsiteY5" fmla="*/ 83403 h 260086"/>
              <a:gd name="connsiteX6" fmla="*/ 604779 w 765852"/>
              <a:gd name="connsiteY6" fmla="*/ 143884 h 260086"/>
              <a:gd name="connsiteX7" fmla="*/ 672177 w 765852"/>
              <a:gd name="connsiteY7" fmla="*/ 166805 h 260086"/>
              <a:gd name="connsiteX8" fmla="*/ 739575 w 765852"/>
              <a:gd name="connsiteY8" fmla="*/ 143884 h 260086"/>
              <a:gd name="connsiteX9" fmla="*/ 604595 w 765852"/>
              <a:gd name="connsiteY9" fmla="*/ 83403 h 260086"/>
              <a:gd name="connsiteX10" fmla="*/ 622611 w 765852"/>
              <a:gd name="connsiteY10" fmla="*/ 41871 h 260086"/>
              <a:gd name="connsiteX11" fmla="*/ 672177 w 765852"/>
              <a:gd name="connsiteY11" fmla="*/ 25719 h 260086"/>
              <a:gd name="connsiteX12" fmla="*/ 721742 w 765852"/>
              <a:gd name="connsiteY12" fmla="*/ 41871 h 260086"/>
              <a:gd name="connsiteX13" fmla="*/ 739759 w 765852"/>
              <a:gd name="connsiteY13" fmla="*/ 83403 h 260086"/>
              <a:gd name="connsiteX14" fmla="*/ 721742 w 765852"/>
              <a:gd name="connsiteY14" fmla="*/ 124934 h 260086"/>
              <a:gd name="connsiteX15" fmla="*/ 672177 w 765852"/>
              <a:gd name="connsiteY15" fmla="*/ 141077 h 260086"/>
              <a:gd name="connsiteX16" fmla="*/ 622611 w 765852"/>
              <a:gd name="connsiteY16" fmla="*/ 124934 h 260086"/>
              <a:gd name="connsiteX17" fmla="*/ 604595 w 765852"/>
              <a:gd name="connsiteY17" fmla="*/ 83403 h 260086"/>
              <a:gd name="connsiteX18" fmla="*/ 238310 w 765852"/>
              <a:gd name="connsiteY18" fmla="*/ 207181 h 260086"/>
              <a:gd name="connsiteX19" fmla="*/ 249560 w 765852"/>
              <a:gd name="connsiteY19" fmla="*/ 204081 h 260086"/>
              <a:gd name="connsiteX20" fmla="*/ 261562 w 765852"/>
              <a:gd name="connsiteY20" fmla="*/ 207713 h 260086"/>
              <a:gd name="connsiteX21" fmla="*/ 268163 w 765852"/>
              <a:gd name="connsiteY21" fmla="*/ 217812 h 260086"/>
              <a:gd name="connsiteX22" fmla="*/ 275874 w 765852"/>
              <a:gd name="connsiteY22" fmla="*/ 217812 h 260086"/>
              <a:gd name="connsiteX23" fmla="*/ 267145 w 765852"/>
              <a:gd name="connsiteY23" fmla="*/ 202568 h 260086"/>
              <a:gd name="connsiteX24" fmla="*/ 249917 w 765852"/>
              <a:gd name="connsiteY24" fmla="*/ 196982 h 260086"/>
              <a:gd name="connsiteX25" fmla="*/ 234322 w 765852"/>
              <a:gd name="connsiteY25" fmla="*/ 200926 h 260086"/>
              <a:gd name="connsiteX26" fmla="*/ 223961 w 765852"/>
              <a:gd name="connsiteY26" fmla="*/ 212052 h 260086"/>
              <a:gd name="connsiteX27" fmla="*/ 220330 w 765852"/>
              <a:gd name="connsiteY27" fmla="*/ 228534 h 260086"/>
              <a:gd name="connsiteX28" fmla="*/ 223961 w 765852"/>
              <a:gd name="connsiteY28" fmla="*/ 245062 h 260086"/>
              <a:gd name="connsiteX29" fmla="*/ 234322 w 765852"/>
              <a:gd name="connsiteY29" fmla="*/ 256142 h 260086"/>
              <a:gd name="connsiteX30" fmla="*/ 249917 w 765852"/>
              <a:gd name="connsiteY30" fmla="*/ 260086 h 260086"/>
              <a:gd name="connsiteX31" fmla="*/ 267145 w 765852"/>
              <a:gd name="connsiteY31" fmla="*/ 254501 h 260086"/>
              <a:gd name="connsiteX32" fmla="*/ 275782 w 765852"/>
              <a:gd name="connsiteY32" fmla="*/ 239256 h 260086"/>
              <a:gd name="connsiteX33" fmla="*/ 268071 w 765852"/>
              <a:gd name="connsiteY33" fmla="*/ 239256 h 260086"/>
              <a:gd name="connsiteX34" fmla="*/ 261516 w 765852"/>
              <a:gd name="connsiteY34" fmla="*/ 249401 h 260086"/>
              <a:gd name="connsiteX35" fmla="*/ 249560 w 765852"/>
              <a:gd name="connsiteY35" fmla="*/ 252987 h 260086"/>
              <a:gd name="connsiteX36" fmla="*/ 238310 w 765852"/>
              <a:gd name="connsiteY36" fmla="*/ 249887 h 260086"/>
              <a:gd name="connsiteX37" fmla="*/ 230828 w 765852"/>
              <a:gd name="connsiteY37" fmla="*/ 241201 h 260086"/>
              <a:gd name="connsiteX38" fmla="*/ 228215 w 765852"/>
              <a:gd name="connsiteY38" fmla="*/ 228525 h 260086"/>
              <a:gd name="connsiteX39" fmla="*/ 230828 w 765852"/>
              <a:gd name="connsiteY39" fmla="*/ 215812 h 260086"/>
              <a:gd name="connsiteX40" fmla="*/ 238310 w 765852"/>
              <a:gd name="connsiteY40" fmla="*/ 207172 h 260086"/>
              <a:gd name="connsiteX41" fmla="*/ 335580 w 765852"/>
              <a:gd name="connsiteY41" fmla="*/ 197523 h 260086"/>
              <a:gd name="connsiteX42" fmla="*/ 311925 w 765852"/>
              <a:gd name="connsiteY42" fmla="*/ 259554 h 260086"/>
              <a:gd name="connsiteX43" fmla="*/ 319892 w 765852"/>
              <a:gd name="connsiteY43" fmla="*/ 259554 h 260086"/>
              <a:gd name="connsiteX44" fmla="*/ 326448 w 765852"/>
              <a:gd name="connsiteY44" fmla="*/ 242806 h 260086"/>
              <a:gd name="connsiteX45" fmla="*/ 353467 w 765852"/>
              <a:gd name="connsiteY45" fmla="*/ 242806 h 260086"/>
              <a:gd name="connsiteX46" fmla="*/ 360023 w 765852"/>
              <a:gd name="connsiteY46" fmla="*/ 259554 h 260086"/>
              <a:gd name="connsiteX47" fmla="*/ 368256 w 765852"/>
              <a:gd name="connsiteY47" fmla="*/ 259554 h 260086"/>
              <a:gd name="connsiteX48" fmla="*/ 344693 w 765852"/>
              <a:gd name="connsiteY48" fmla="*/ 197523 h 260086"/>
              <a:gd name="connsiteX49" fmla="*/ 335570 w 765852"/>
              <a:gd name="connsiteY49" fmla="*/ 197523 h 260086"/>
              <a:gd name="connsiteX50" fmla="*/ 328758 w 765852"/>
              <a:gd name="connsiteY50" fmla="*/ 235808 h 260086"/>
              <a:gd name="connsiteX51" fmla="*/ 339916 w 765852"/>
              <a:gd name="connsiteY51" fmla="*/ 205943 h 260086"/>
              <a:gd name="connsiteX52" fmla="*/ 351166 w 765852"/>
              <a:gd name="connsiteY52" fmla="*/ 235808 h 260086"/>
              <a:gd name="connsiteX53" fmla="*/ 328749 w 765852"/>
              <a:gd name="connsiteY53" fmla="*/ 235808 h 260086"/>
              <a:gd name="connsiteX54" fmla="*/ 725437 w 765852"/>
              <a:gd name="connsiteY54" fmla="*/ 197523 h 260086"/>
              <a:gd name="connsiteX55" fmla="*/ 717736 w 765852"/>
              <a:gd name="connsiteY55" fmla="*/ 197523 h 260086"/>
              <a:gd name="connsiteX56" fmla="*/ 717736 w 765852"/>
              <a:gd name="connsiteY56" fmla="*/ 259554 h 260086"/>
              <a:gd name="connsiteX57" fmla="*/ 753704 w 765852"/>
              <a:gd name="connsiteY57" fmla="*/ 259554 h 260086"/>
              <a:gd name="connsiteX58" fmla="*/ 753704 w 765852"/>
              <a:gd name="connsiteY58" fmla="*/ 252464 h 260086"/>
              <a:gd name="connsiteX59" fmla="*/ 725446 w 765852"/>
              <a:gd name="connsiteY59" fmla="*/ 252464 h 260086"/>
              <a:gd name="connsiteX60" fmla="*/ 725446 w 765852"/>
              <a:gd name="connsiteY60" fmla="*/ 197523 h 260086"/>
              <a:gd name="connsiteX61" fmla="*/ 250953 w 765852"/>
              <a:gd name="connsiteY61" fmla="*/ 2119 h 260086"/>
              <a:gd name="connsiteX62" fmla="*/ 225566 w 765852"/>
              <a:gd name="connsiteY62" fmla="*/ 2119 h 260086"/>
              <a:gd name="connsiteX63" fmla="*/ 225566 w 765852"/>
              <a:gd name="connsiteY63" fmla="*/ 164677 h 260086"/>
              <a:gd name="connsiteX64" fmla="*/ 250953 w 765852"/>
              <a:gd name="connsiteY64" fmla="*/ 164677 h 260086"/>
              <a:gd name="connsiteX65" fmla="*/ 250953 w 765852"/>
              <a:gd name="connsiteY65" fmla="*/ 2119 h 260086"/>
              <a:gd name="connsiteX66" fmla="*/ 80592 w 765852"/>
              <a:gd name="connsiteY66" fmla="*/ 62692 h 260086"/>
              <a:gd name="connsiteX67" fmla="*/ 80592 w 765852"/>
              <a:gd name="connsiteY67" fmla="*/ 164687 h 260086"/>
              <a:gd name="connsiteX68" fmla="*/ 106732 w 765852"/>
              <a:gd name="connsiteY68" fmla="*/ 164687 h 260086"/>
              <a:gd name="connsiteX69" fmla="*/ 106713 w 765852"/>
              <a:gd name="connsiteY69" fmla="*/ 62692 h 260086"/>
              <a:gd name="connsiteX70" fmla="*/ 95124 w 765852"/>
              <a:gd name="connsiteY70" fmla="*/ 28700 h 260086"/>
              <a:gd name="connsiteX71" fmla="*/ 93648 w 765852"/>
              <a:gd name="connsiteY71" fmla="*/ 26792 h 260086"/>
              <a:gd name="connsiteX72" fmla="*/ 92172 w 765852"/>
              <a:gd name="connsiteY72" fmla="*/ 28700 h 260086"/>
              <a:gd name="connsiteX73" fmla="*/ 80583 w 765852"/>
              <a:gd name="connsiteY73" fmla="*/ 62692 h 260086"/>
              <a:gd name="connsiteX74" fmla="*/ 47273 w 765852"/>
              <a:gd name="connsiteY74" fmla="*/ 2119 h 260086"/>
              <a:gd name="connsiteX75" fmla="*/ 0 w 765852"/>
              <a:gd name="connsiteY75" fmla="*/ 2119 h 260086"/>
              <a:gd name="connsiteX76" fmla="*/ 0 w 765852"/>
              <a:gd name="connsiteY76" fmla="*/ 26792 h 260086"/>
              <a:gd name="connsiteX77" fmla="*/ 93648 w 765852"/>
              <a:gd name="connsiteY77" fmla="*/ 26792 h 260086"/>
              <a:gd name="connsiteX78" fmla="*/ 91328 w 765852"/>
              <a:gd name="connsiteY78" fmla="*/ 23793 h 260086"/>
              <a:gd name="connsiteX79" fmla="*/ 47273 w 765852"/>
              <a:gd name="connsiteY79" fmla="*/ 2119 h 260086"/>
              <a:gd name="connsiteX80" fmla="*/ 95968 w 765852"/>
              <a:gd name="connsiteY80" fmla="*/ 23793 h 260086"/>
              <a:gd name="connsiteX81" fmla="*/ 93648 w 765852"/>
              <a:gd name="connsiteY81" fmla="*/ 26792 h 260086"/>
              <a:gd name="connsiteX82" fmla="*/ 187296 w 765852"/>
              <a:gd name="connsiteY82" fmla="*/ 26792 h 260086"/>
              <a:gd name="connsiteX83" fmla="*/ 187296 w 765852"/>
              <a:gd name="connsiteY83" fmla="*/ 2119 h 260086"/>
              <a:gd name="connsiteX84" fmla="*/ 140023 w 765852"/>
              <a:gd name="connsiteY84" fmla="*/ 2119 h 260086"/>
              <a:gd name="connsiteX85" fmla="*/ 95958 w 765852"/>
              <a:gd name="connsiteY85" fmla="*/ 23793 h 260086"/>
              <a:gd name="connsiteX86" fmla="*/ 514844 w 765852"/>
              <a:gd name="connsiteY86" fmla="*/ 164677 h 260086"/>
              <a:gd name="connsiteX87" fmla="*/ 540232 w 765852"/>
              <a:gd name="connsiteY87" fmla="*/ 164677 h 260086"/>
              <a:gd name="connsiteX88" fmla="*/ 540232 w 765852"/>
              <a:gd name="connsiteY88" fmla="*/ 2119 h 260086"/>
              <a:gd name="connsiteX89" fmla="*/ 514844 w 765852"/>
              <a:gd name="connsiteY89" fmla="*/ 2119 h 260086"/>
              <a:gd name="connsiteX90" fmla="*/ 514844 w 765852"/>
              <a:gd name="connsiteY90" fmla="*/ 164677 h 260086"/>
              <a:gd name="connsiteX91" fmla="*/ 495205 w 765852"/>
              <a:gd name="connsiteY91" fmla="*/ 259554 h 260086"/>
              <a:gd name="connsiteX92" fmla="*/ 502915 w 765852"/>
              <a:gd name="connsiteY92" fmla="*/ 259554 h 260086"/>
              <a:gd name="connsiteX93" fmla="*/ 502915 w 765852"/>
              <a:gd name="connsiteY93" fmla="*/ 197523 h 260086"/>
              <a:gd name="connsiteX94" fmla="*/ 495205 w 765852"/>
              <a:gd name="connsiteY94" fmla="*/ 197523 h 260086"/>
              <a:gd name="connsiteX95" fmla="*/ 495205 w 765852"/>
              <a:gd name="connsiteY95" fmla="*/ 259554 h 260086"/>
              <a:gd name="connsiteX96" fmla="*/ 544816 w 765852"/>
              <a:gd name="connsiteY96" fmla="*/ 204613 h 260086"/>
              <a:gd name="connsiteX97" fmla="*/ 564923 w 765852"/>
              <a:gd name="connsiteY97" fmla="*/ 204613 h 260086"/>
              <a:gd name="connsiteX98" fmla="*/ 564923 w 765852"/>
              <a:gd name="connsiteY98" fmla="*/ 259554 h 260086"/>
              <a:gd name="connsiteX99" fmla="*/ 572633 w 765852"/>
              <a:gd name="connsiteY99" fmla="*/ 259554 h 260086"/>
              <a:gd name="connsiteX100" fmla="*/ 572633 w 765852"/>
              <a:gd name="connsiteY100" fmla="*/ 204613 h 260086"/>
              <a:gd name="connsiteX101" fmla="*/ 592740 w 765852"/>
              <a:gd name="connsiteY101" fmla="*/ 204613 h 260086"/>
              <a:gd name="connsiteX102" fmla="*/ 592740 w 765852"/>
              <a:gd name="connsiteY102" fmla="*/ 197523 h 260086"/>
              <a:gd name="connsiteX103" fmla="*/ 544816 w 765852"/>
              <a:gd name="connsiteY103" fmla="*/ 197523 h 260086"/>
              <a:gd name="connsiteX104" fmla="*/ 544816 w 765852"/>
              <a:gd name="connsiteY104" fmla="*/ 204613 h 260086"/>
              <a:gd name="connsiteX105" fmla="*/ 287389 w 765852"/>
              <a:gd name="connsiteY105" fmla="*/ 2119 h 260086"/>
              <a:gd name="connsiteX106" fmla="*/ 345234 w 765852"/>
              <a:gd name="connsiteY106" fmla="*/ 140105 h 260086"/>
              <a:gd name="connsiteX107" fmla="*/ 381413 w 765852"/>
              <a:gd name="connsiteY107" fmla="*/ 166796 h 260086"/>
              <a:gd name="connsiteX108" fmla="*/ 382899 w 765852"/>
              <a:gd name="connsiteY108" fmla="*/ 166796 h 260086"/>
              <a:gd name="connsiteX109" fmla="*/ 316692 w 765852"/>
              <a:gd name="connsiteY109" fmla="*/ 2119 h 260086"/>
              <a:gd name="connsiteX110" fmla="*/ 287389 w 765852"/>
              <a:gd name="connsiteY110" fmla="*/ 2119 h 260086"/>
              <a:gd name="connsiteX111" fmla="*/ 443549 w 765852"/>
              <a:gd name="connsiteY111" fmla="*/ 199871 h 260086"/>
              <a:gd name="connsiteX112" fmla="*/ 432739 w 765852"/>
              <a:gd name="connsiteY112" fmla="*/ 197523 h 260086"/>
              <a:gd name="connsiteX113" fmla="*/ 408910 w 765852"/>
              <a:gd name="connsiteY113" fmla="*/ 197523 h 260086"/>
              <a:gd name="connsiteX114" fmla="*/ 408910 w 765852"/>
              <a:gd name="connsiteY114" fmla="*/ 259554 h 260086"/>
              <a:gd name="connsiteX115" fmla="*/ 416621 w 765852"/>
              <a:gd name="connsiteY115" fmla="*/ 259554 h 260086"/>
              <a:gd name="connsiteX116" fmla="*/ 416621 w 765852"/>
              <a:gd name="connsiteY116" fmla="*/ 235716 h 260086"/>
              <a:gd name="connsiteX117" fmla="*/ 432748 w 765852"/>
              <a:gd name="connsiteY117" fmla="*/ 235716 h 260086"/>
              <a:gd name="connsiteX118" fmla="*/ 443512 w 765852"/>
              <a:gd name="connsiteY118" fmla="*/ 233368 h 260086"/>
              <a:gd name="connsiteX119" fmla="*/ 450728 w 765852"/>
              <a:gd name="connsiteY119" fmla="*/ 226681 h 260086"/>
              <a:gd name="connsiteX120" fmla="*/ 453295 w 765852"/>
              <a:gd name="connsiteY120" fmla="*/ 216583 h 260086"/>
              <a:gd name="connsiteX121" fmla="*/ 450774 w 765852"/>
              <a:gd name="connsiteY121" fmla="*/ 206521 h 260086"/>
              <a:gd name="connsiteX122" fmla="*/ 443558 w 765852"/>
              <a:gd name="connsiteY122" fmla="*/ 199871 h 260086"/>
              <a:gd name="connsiteX123" fmla="*/ 441779 w 765852"/>
              <a:gd name="connsiteY123" fmla="*/ 225351 h 260086"/>
              <a:gd name="connsiteX124" fmla="*/ 432033 w 765852"/>
              <a:gd name="connsiteY124" fmla="*/ 228635 h 260086"/>
              <a:gd name="connsiteX125" fmla="*/ 416621 w 765852"/>
              <a:gd name="connsiteY125" fmla="*/ 228635 h 260086"/>
              <a:gd name="connsiteX126" fmla="*/ 416621 w 765852"/>
              <a:gd name="connsiteY126" fmla="*/ 204622 h 260086"/>
              <a:gd name="connsiteX127" fmla="*/ 432125 w 765852"/>
              <a:gd name="connsiteY127" fmla="*/ 204622 h 260086"/>
              <a:gd name="connsiteX128" fmla="*/ 441825 w 765852"/>
              <a:gd name="connsiteY128" fmla="*/ 207860 h 260086"/>
              <a:gd name="connsiteX129" fmla="*/ 445410 w 765852"/>
              <a:gd name="connsiteY129" fmla="*/ 216592 h 260086"/>
              <a:gd name="connsiteX130" fmla="*/ 441779 w 765852"/>
              <a:gd name="connsiteY130" fmla="*/ 225361 h 260086"/>
              <a:gd name="connsiteX131" fmla="*/ 382889 w 765852"/>
              <a:gd name="connsiteY131" fmla="*/ 166805 h 260086"/>
              <a:gd name="connsiteX132" fmla="*/ 384375 w 765852"/>
              <a:gd name="connsiteY132" fmla="*/ 166805 h 260086"/>
              <a:gd name="connsiteX133" fmla="*/ 420554 w 765852"/>
              <a:gd name="connsiteY133" fmla="*/ 140114 h 260086"/>
              <a:gd name="connsiteX134" fmla="*/ 478399 w 765852"/>
              <a:gd name="connsiteY134" fmla="*/ 2128 h 260086"/>
              <a:gd name="connsiteX135" fmla="*/ 449096 w 765852"/>
              <a:gd name="connsiteY135" fmla="*/ 2128 h 260086"/>
              <a:gd name="connsiteX136" fmla="*/ 382889 w 765852"/>
              <a:gd name="connsiteY136" fmla="*/ 166814 h 260086"/>
              <a:gd name="connsiteX137" fmla="*/ 644368 w 765852"/>
              <a:gd name="connsiteY137" fmla="*/ 197523 h 260086"/>
              <a:gd name="connsiteX138" fmla="*/ 620714 w 765852"/>
              <a:gd name="connsiteY138" fmla="*/ 259554 h 260086"/>
              <a:gd name="connsiteX139" fmla="*/ 628690 w 765852"/>
              <a:gd name="connsiteY139" fmla="*/ 259554 h 260086"/>
              <a:gd name="connsiteX140" fmla="*/ 635246 w 765852"/>
              <a:gd name="connsiteY140" fmla="*/ 242806 h 260086"/>
              <a:gd name="connsiteX141" fmla="*/ 662266 w 765852"/>
              <a:gd name="connsiteY141" fmla="*/ 242806 h 260086"/>
              <a:gd name="connsiteX142" fmla="*/ 668821 w 765852"/>
              <a:gd name="connsiteY142" fmla="*/ 259554 h 260086"/>
              <a:gd name="connsiteX143" fmla="*/ 677055 w 765852"/>
              <a:gd name="connsiteY143" fmla="*/ 259554 h 260086"/>
              <a:gd name="connsiteX144" fmla="*/ 653491 w 765852"/>
              <a:gd name="connsiteY144" fmla="*/ 197523 h 260086"/>
              <a:gd name="connsiteX145" fmla="*/ 644368 w 765852"/>
              <a:gd name="connsiteY145" fmla="*/ 197523 h 260086"/>
              <a:gd name="connsiteX146" fmla="*/ 637547 w 765852"/>
              <a:gd name="connsiteY146" fmla="*/ 235808 h 260086"/>
              <a:gd name="connsiteX147" fmla="*/ 648705 w 765852"/>
              <a:gd name="connsiteY147" fmla="*/ 205943 h 260086"/>
              <a:gd name="connsiteX148" fmla="*/ 659955 w 765852"/>
              <a:gd name="connsiteY148" fmla="*/ 235808 h 260086"/>
              <a:gd name="connsiteX149" fmla="*/ 637538 w 765852"/>
              <a:gd name="connsiteY149" fmla="*/ 235808 h 260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</a:cxnLst>
            <a:rect l="l" t="t" r="r" b="b"/>
            <a:pathLst>
              <a:path w="765852" h="260086">
                <a:moveTo>
                  <a:pt x="739575" y="143884"/>
                </a:moveTo>
                <a:cubicBezTo>
                  <a:pt x="756519" y="128906"/>
                  <a:pt x="765852" y="107425"/>
                  <a:pt x="765852" y="83403"/>
                </a:cubicBezTo>
                <a:cubicBezTo>
                  <a:pt x="765852" y="59381"/>
                  <a:pt x="756519" y="37899"/>
                  <a:pt x="739575" y="22921"/>
                </a:cubicBezTo>
                <a:cubicBezTo>
                  <a:pt x="722613" y="7925"/>
                  <a:pt x="699307" y="0"/>
                  <a:pt x="672177" y="0"/>
                </a:cubicBezTo>
                <a:cubicBezTo>
                  <a:pt x="645047" y="0"/>
                  <a:pt x="621740" y="7925"/>
                  <a:pt x="604779" y="22921"/>
                </a:cubicBezTo>
                <a:cubicBezTo>
                  <a:pt x="587835" y="37899"/>
                  <a:pt x="578501" y="59381"/>
                  <a:pt x="578501" y="83403"/>
                </a:cubicBezTo>
                <a:cubicBezTo>
                  <a:pt x="578501" y="107425"/>
                  <a:pt x="587835" y="128906"/>
                  <a:pt x="604779" y="143884"/>
                </a:cubicBezTo>
                <a:cubicBezTo>
                  <a:pt x="621740" y="158881"/>
                  <a:pt x="645047" y="166805"/>
                  <a:pt x="672177" y="166805"/>
                </a:cubicBezTo>
                <a:cubicBezTo>
                  <a:pt x="699307" y="166805"/>
                  <a:pt x="722613" y="158881"/>
                  <a:pt x="739575" y="143884"/>
                </a:cubicBezTo>
                <a:close/>
                <a:moveTo>
                  <a:pt x="604595" y="83403"/>
                </a:moveTo>
                <a:cubicBezTo>
                  <a:pt x="604595" y="66489"/>
                  <a:pt x="610821" y="52135"/>
                  <a:pt x="622611" y="41871"/>
                </a:cubicBezTo>
                <a:cubicBezTo>
                  <a:pt x="634751" y="31305"/>
                  <a:pt x="651887" y="25719"/>
                  <a:pt x="672177" y="25719"/>
                </a:cubicBezTo>
                <a:cubicBezTo>
                  <a:pt x="692467" y="25719"/>
                  <a:pt x="709603" y="31305"/>
                  <a:pt x="721742" y="41871"/>
                </a:cubicBezTo>
                <a:cubicBezTo>
                  <a:pt x="733524" y="52126"/>
                  <a:pt x="739759" y="66489"/>
                  <a:pt x="739759" y="83403"/>
                </a:cubicBezTo>
                <a:cubicBezTo>
                  <a:pt x="739759" y="100316"/>
                  <a:pt x="733533" y="114671"/>
                  <a:pt x="721742" y="124934"/>
                </a:cubicBezTo>
                <a:cubicBezTo>
                  <a:pt x="709603" y="135501"/>
                  <a:pt x="692467" y="141077"/>
                  <a:pt x="672177" y="141077"/>
                </a:cubicBezTo>
                <a:cubicBezTo>
                  <a:pt x="651887" y="141077"/>
                  <a:pt x="634741" y="135491"/>
                  <a:pt x="622611" y="124934"/>
                </a:cubicBezTo>
                <a:cubicBezTo>
                  <a:pt x="610830" y="114671"/>
                  <a:pt x="604595" y="100316"/>
                  <a:pt x="604595" y="83403"/>
                </a:cubicBezTo>
                <a:close/>
                <a:moveTo>
                  <a:pt x="238310" y="207181"/>
                </a:moveTo>
                <a:cubicBezTo>
                  <a:pt x="241556" y="205118"/>
                  <a:pt x="245306" y="204081"/>
                  <a:pt x="249560" y="204081"/>
                </a:cubicBezTo>
                <a:cubicBezTo>
                  <a:pt x="254282" y="204081"/>
                  <a:pt x="258288" y="205292"/>
                  <a:pt x="261562" y="207713"/>
                </a:cubicBezTo>
                <a:cubicBezTo>
                  <a:pt x="264835" y="210135"/>
                  <a:pt x="267035" y="213501"/>
                  <a:pt x="268163" y="217812"/>
                </a:cubicBezTo>
                <a:lnTo>
                  <a:pt x="275874" y="217812"/>
                </a:lnTo>
                <a:cubicBezTo>
                  <a:pt x="274691" y="211373"/>
                  <a:pt x="271784" y="206292"/>
                  <a:pt x="267145" y="202568"/>
                </a:cubicBezTo>
                <a:cubicBezTo>
                  <a:pt x="262506" y="198844"/>
                  <a:pt x="256766" y="196982"/>
                  <a:pt x="249917" y="196982"/>
                </a:cubicBezTo>
                <a:cubicBezTo>
                  <a:pt x="244013" y="196982"/>
                  <a:pt x="238814" y="198293"/>
                  <a:pt x="234322" y="200926"/>
                </a:cubicBezTo>
                <a:cubicBezTo>
                  <a:pt x="229838" y="203558"/>
                  <a:pt x="226382" y="207264"/>
                  <a:pt x="223961" y="212052"/>
                </a:cubicBezTo>
                <a:cubicBezTo>
                  <a:pt x="221541" y="216840"/>
                  <a:pt x="220330" y="222334"/>
                  <a:pt x="220330" y="228534"/>
                </a:cubicBezTo>
                <a:cubicBezTo>
                  <a:pt x="220330" y="234734"/>
                  <a:pt x="221541" y="240302"/>
                  <a:pt x="223961" y="245062"/>
                </a:cubicBezTo>
                <a:cubicBezTo>
                  <a:pt x="226382" y="249823"/>
                  <a:pt x="229838" y="253510"/>
                  <a:pt x="234322" y="256142"/>
                </a:cubicBezTo>
                <a:cubicBezTo>
                  <a:pt x="238805" y="258775"/>
                  <a:pt x="244004" y="260086"/>
                  <a:pt x="249917" y="260086"/>
                </a:cubicBezTo>
                <a:cubicBezTo>
                  <a:pt x="256831" y="260086"/>
                  <a:pt x="262570" y="258224"/>
                  <a:pt x="267145" y="254501"/>
                </a:cubicBezTo>
                <a:cubicBezTo>
                  <a:pt x="271720" y="250777"/>
                  <a:pt x="274599" y="245695"/>
                  <a:pt x="275782" y="239256"/>
                </a:cubicBezTo>
                <a:lnTo>
                  <a:pt x="268071" y="239256"/>
                </a:lnTo>
                <a:cubicBezTo>
                  <a:pt x="266888" y="243631"/>
                  <a:pt x="264706" y="247007"/>
                  <a:pt x="261516" y="249401"/>
                </a:cubicBezTo>
                <a:cubicBezTo>
                  <a:pt x="258325" y="251795"/>
                  <a:pt x="254337" y="252987"/>
                  <a:pt x="249560" y="252987"/>
                </a:cubicBezTo>
                <a:cubicBezTo>
                  <a:pt x="245306" y="252987"/>
                  <a:pt x="241556" y="251951"/>
                  <a:pt x="238310" y="249887"/>
                </a:cubicBezTo>
                <a:cubicBezTo>
                  <a:pt x="235064" y="247823"/>
                  <a:pt x="232561" y="244925"/>
                  <a:pt x="230828" y="241201"/>
                </a:cubicBezTo>
                <a:cubicBezTo>
                  <a:pt x="229086" y="237477"/>
                  <a:pt x="228215" y="233258"/>
                  <a:pt x="228215" y="228525"/>
                </a:cubicBezTo>
                <a:cubicBezTo>
                  <a:pt x="228215" y="223792"/>
                  <a:pt x="229086" y="219499"/>
                  <a:pt x="230828" y="215812"/>
                </a:cubicBezTo>
                <a:cubicBezTo>
                  <a:pt x="232570" y="212125"/>
                  <a:pt x="235064" y="209245"/>
                  <a:pt x="238310" y="207172"/>
                </a:cubicBezTo>
                <a:close/>
                <a:moveTo>
                  <a:pt x="335580" y="197523"/>
                </a:moveTo>
                <a:lnTo>
                  <a:pt x="311925" y="259554"/>
                </a:lnTo>
                <a:lnTo>
                  <a:pt x="319892" y="259554"/>
                </a:lnTo>
                <a:lnTo>
                  <a:pt x="326448" y="242806"/>
                </a:lnTo>
                <a:lnTo>
                  <a:pt x="353467" y="242806"/>
                </a:lnTo>
                <a:lnTo>
                  <a:pt x="360023" y="259554"/>
                </a:lnTo>
                <a:lnTo>
                  <a:pt x="368256" y="259554"/>
                </a:lnTo>
                <a:lnTo>
                  <a:pt x="344693" y="197523"/>
                </a:lnTo>
                <a:lnTo>
                  <a:pt x="335570" y="197523"/>
                </a:lnTo>
                <a:close/>
                <a:moveTo>
                  <a:pt x="328758" y="235808"/>
                </a:moveTo>
                <a:lnTo>
                  <a:pt x="339916" y="205943"/>
                </a:lnTo>
                <a:lnTo>
                  <a:pt x="351166" y="235808"/>
                </a:lnTo>
                <a:lnTo>
                  <a:pt x="328749" y="235808"/>
                </a:lnTo>
                <a:close/>
                <a:moveTo>
                  <a:pt x="725437" y="197523"/>
                </a:moveTo>
                <a:lnTo>
                  <a:pt x="717736" y="197523"/>
                </a:lnTo>
                <a:lnTo>
                  <a:pt x="717736" y="259554"/>
                </a:lnTo>
                <a:lnTo>
                  <a:pt x="753704" y="259554"/>
                </a:lnTo>
                <a:lnTo>
                  <a:pt x="753704" y="252464"/>
                </a:lnTo>
                <a:lnTo>
                  <a:pt x="725446" y="252464"/>
                </a:lnTo>
                <a:lnTo>
                  <a:pt x="725446" y="197523"/>
                </a:lnTo>
                <a:close/>
                <a:moveTo>
                  <a:pt x="250953" y="2119"/>
                </a:moveTo>
                <a:lnTo>
                  <a:pt x="225566" y="2119"/>
                </a:lnTo>
                <a:lnTo>
                  <a:pt x="225566" y="164677"/>
                </a:lnTo>
                <a:lnTo>
                  <a:pt x="250953" y="164677"/>
                </a:lnTo>
                <a:lnTo>
                  <a:pt x="250953" y="2119"/>
                </a:lnTo>
                <a:close/>
                <a:moveTo>
                  <a:pt x="80592" y="62692"/>
                </a:moveTo>
                <a:lnTo>
                  <a:pt x="80592" y="164687"/>
                </a:lnTo>
                <a:cubicBezTo>
                  <a:pt x="80592" y="164687"/>
                  <a:pt x="106732" y="164687"/>
                  <a:pt x="106732" y="164687"/>
                </a:cubicBezTo>
                <a:lnTo>
                  <a:pt x="106713" y="62692"/>
                </a:lnTo>
                <a:cubicBezTo>
                  <a:pt x="106713" y="50282"/>
                  <a:pt x="102707" y="38523"/>
                  <a:pt x="95124" y="28700"/>
                </a:cubicBezTo>
                <a:lnTo>
                  <a:pt x="93648" y="26792"/>
                </a:lnTo>
                <a:lnTo>
                  <a:pt x="92172" y="28700"/>
                </a:lnTo>
                <a:cubicBezTo>
                  <a:pt x="84589" y="38523"/>
                  <a:pt x="80583" y="50273"/>
                  <a:pt x="80583" y="62692"/>
                </a:cubicBezTo>
                <a:close/>
                <a:moveTo>
                  <a:pt x="47273" y="2119"/>
                </a:moveTo>
                <a:lnTo>
                  <a:pt x="0" y="2119"/>
                </a:lnTo>
                <a:lnTo>
                  <a:pt x="0" y="26792"/>
                </a:lnTo>
                <a:lnTo>
                  <a:pt x="93648" y="26792"/>
                </a:lnTo>
                <a:lnTo>
                  <a:pt x="91328" y="23793"/>
                </a:lnTo>
                <a:cubicBezTo>
                  <a:pt x="80693" y="10025"/>
                  <a:pt x="64629" y="2119"/>
                  <a:pt x="47273" y="2119"/>
                </a:cubicBezTo>
                <a:close/>
                <a:moveTo>
                  <a:pt x="95968" y="23793"/>
                </a:moveTo>
                <a:lnTo>
                  <a:pt x="93648" y="26792"/>
                </a:lnTo>
                <a:lnTo>
                  <a:pt x="187296" y="26792"/>
                </a:lnTo>
                <a:lnTo>
                  <a:pt x="187296" y="2119"/>
                </a:lnTo>
                <a:lnTo>
                  <a:pt x="140023" y="2119"/>
                </a:lnTo>
                <a:cubicBezTo>
                  <a:pt x="122657" y="2119"/>
                  <a:pt x="106603" y="10016"/>
                  <a:pt x="95958" y="23793"/>
                </a:cubicBezTo>
                <a:close/>
                <a:moveTo>
                  <a:pt x="514844" y="164677"/>
                </a:moveTo>
                <a:lnTo>
                  <a:pt x="540232" y="164677"/>
                </a:lnTo>
                <a:lnTo>
                  <a:pt x="540232" y="2119"/>
                </a:lnTo>
                <a:lnTo>
                  <a:pt x="514844" y="2119"/>
                </a:lnTo>
                <a:lnTo>
                  <a:pt x="514844" y="164677"/>
                </a:lnTo>
                <a:close/>
                <a:moveTo>
                  <a:pt x="495205" y="259554"/>
                </a:moveTo>
                <a:lnTo>
                  <a:pt x="502915" y="259554"/>
                </a:lnTo>
                <a:lnTo>
                  <a:pt x="502915" y="197523"/>
                </a:lnTo>
                <a:lnTo>
                  <a:pt x="495205" y="197523"/>
                </a:lnTo>
                <a:lnTo>
                  <a:pt x="495205" y="259554"/>
                </a:lnTo>
                <a:close/>
                <a:moveTo>
                  <a:pt x="544816" y="204613"/>
                </a:moveTo>
                <a:lnTo>
                  <a:pt x="564923" y="204613"/>
                </a:lnTo>
                <a:lnTo>
                  <a:pt x="564923" y="259554"/>
                </a:lnTo>
                <a:lnTo>
                  <a:pt x="572633" y="259554"/>
                </a:lnTo>
                <a:lnTo>
                  <a:pt x="572633" y="204613"/>
                </a:lnTo>
                <a:lnTo>
                  <a:pt x="592740" y="204613"/>
                </a:lnTo>
                <a:lnTo>
                  <a:pt x="592740" y="197523"/>
                </a:lnTo>
                <a:lnTo>
                  <a:pt x="544816" y="197523"/>
                </a:lnTo>
                <a:lnTo>
                  <a:pt x="544816" y="204613"/>
                </a:lnTo>
                <a:close/>
                <a:moveTo>
                  <a:pt x="287389" y="2119"/>
                </a:moveTo>
                <a:cubicBezTo>
                  <a:pt x="287389" y="2119"/>
                  <a:pt x="335680" y="117220"/>
                  <a:pt x="345234" y="140105"/>
                </a:cubicBezTo>
                <a:cubicBezTo>
                  <a:pt x="356374" y="166796"/>
                  <a:pt x="374464" y="166796"/>
                  <a:pt x="381413" y="166796"/>
                </a:cubicBezTo>
                <a:lnTo>
                  <a:pt x="382899" y="166796"/>
                </a:lnTo>
                <a:lnTo>
                  <a:pt x="316692" y="2119"/>
                </a:lnTo>
                <a:lnTo>
                  <a:pt x="287389" y="2119"/>
                </a:lnTo>
                <a:close/>
                <a:moveTo>
                  <a:pt x="443549" y="199871"/>
                </a:moveTo>
                <a:cubicBezTo>
                  <a:pt x="440413" y="198303"/>
                  <a:pt x="436819" y="197523"/>
                  <a:pt x="432739" y="197523"/>
                </a:cubicBezTo>
                <a:lnTo>
                  <a:pt x="408910" y="197523"/>
                </a:lnTo>
                <a:lnTo>
                  <a:pt x="408910" y="259554"/>
                </a:lnTo>
                <a:lnTo>
                  <a:pt x="416621" y="259554"/>
                </a:lnTo>
                <a:lnTo>
                  <a:pt x="416621" y="235716"/>
                </a:lnTo>
                <a:lnTo>
                  <a:pt x="432748" y="235716"/>
                </a:lnTo>
                <a:cubicBezTo>
                  <a:pt x="436819" y="235716"/>
                  <a:pt x="440413" y="234936"/>
                  <a:pt x="443512" y="233368"/>
                </a:cubicBezTo>
                <a:cubicBezTo>
                  <a:pt x="446611" y="231799"/>
                  <a:pt x="449013" y="229571"/>
                  <a:pt x="450728" y="226681"/>
                </a:cubicBezTo>
                <a:cubicBezTo>
                  <a:pt x="452442" y="223783"/>
                  <a:pt x="453295" y="220417"/>
                  <a:pt x="453295" y="216583"/>
                </a:cubicBezTo>
                <a:cubicBezTo>
                  <a:pt x="453295" y="212749"/>
                  <a:pt x="452452" y="209392"/>
                  <a:pt x="450774" y="206521"/>
                </a:cubicBezTo>
                <a:cubicBezTo>
                  <a:pt x="449087" y="203659"/>
                  <a:pt x="446685" y="201439"/>
                  <a:pt x="443558" y="199871"/>
                </a:cubicBezTo>
                <a:close/>
                <a:moveTo>
                  <a:pt x="441779" y="225351"/>
                </a:moveTo>
                <a:cubicBezTo>
                  <a:pt x="439359" y="227534"/>
                  <a:pt x="436113" y="228635"/>
                  <a:pt x="432033" y="228635"/>
                </a:cubicBezTo>
                <a:lnTo>
                  <a:pt x="416621" y="228635"/>
                </a:lnTo>
                <a:lnTo>
                  <a:pt x="416621" y="204622"/>
                </a:lnTo>
                <a:lnTo>
                  <a:pt x="432125" y="204622"/>
                </a:lnTo>
                <a:cubicBezTo>
                  <a:pt x="436196" y="204622"/>
                  <a:pt x="439432" y="205705"/>
                  <a:pt x="441825" y="207860"/>
                </a:cubicBezTo>
                <a:cubicBezTo>
                  <a:pt x="444218" y="210015"/>
                  <a:pt x="445410" y="212923"/>
                  <a:pt x="445410" y="216592"/>
                </a:cubicBezTo>
                <a:cubicBezTo>
                  <a:pt x="445410" y="220261"/>
                  <a:pt x="444200" y="223178"/>
                  <a:pt x="441779" y="225361"/>
                </a:cubicBezTo>
                <a:close/>
                <a:moveTo>
                  <a:pt x="382889" y="166805"/>
                </a:moveTo>
                <a:lnTo>
                  <a:pt x="384375" y="166805"/>
                </a:lnTo>
                <a:cubicBezTo>
                  <a:pt x="391334" y="166805"/>
                  <a:pt x="409423" y="166805"/>
                  <a:pt x="420554" y="140114"/>
                </a:cubicBezTo>
                <a:cubicBezTo>
                  <a:pt x="430099" y="117230"/>
                  <a:pt x="478399" y="2128"/>
                  <a:pt x="478399" y="2128"/>
                </a:cubicBezTo>
                <a:lnTo>
                  <a:pt x="449096" y="2128"/>
                </a:lnTo>
                <a:lnTo>
                  <a:pt x="382889" y="166814"/>
                </a:lnTo>
                <a:close/>
                <a:moveTo>
                  <a:pt x="644368" y="197523"/>
                </a:moveTo>
                <a:lnTo>
                  <a:pt x="620714" y="259554"/>
                </a:lnTo>
                <a:lnTo>
                  <a:pt x="628690" y="259554"/>
                </a:lnTo>
                <a:lnTo>
                  <a:pt x="635246" y="242806"/>
                </a:lnTo>
                <a:lnTo>
                  <a:pt x="662266" y="242806"/>
                </a:lnTo>
                <a:lnTo>
                  <a:pt x="668821" y="259554"/>
                </a:lnTo>
                <a:lnTo>
                  <a:pt x="677055" y="259554"/>
                </a:lnTo>
                <a:lnTo>
                  <a:pt x="653491" y="197523"/>
                </a:lnTo>
                <a:lnTo>
                  <a:pt x="644368" y="197523"/>
                </a:lnTo>
                <a:close/>
                <a:moveTo>
                  <a:pt x="637547" y="235808"/>
                </a:moveTo>
                <a:lnTo>
                  <a:pt x="648705" y="205943"/>
                </a:lnTo>
                <a:lnTo>
                  <a:pt x="659955" y="235808"/>
                </a:lnTo>
                <a:lnTo>
                  <a:pt x="637538" y="235808"/>
                </a:lnTo>
                <a:close/>
              </a:path>
            </a:pathLst>
          </a:custGeom>
          <a:solidFill>
            <a:schemeClr val="bg1"/>
          </a:solidFill>
          <a:ln w="1061" cap="flat">
            <a:noFill/>
            <a:prstDash val="solid"/>
            <a:miter/>
          </a:ln>
        </p:spPr>
        <p:txBody>
          <a:bodyPr rtlCol="0" anchor="ctr"/>
          <a:lstStyle/>
          <a:p>
            <a:endParaRPr lang="pt-BR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41322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469">
          <p15:clr>
            <a:srgbClr val="FBAE40"/>
          </p15:clr>
        </p15:guide>
        <p15:guide id="2" orient="horz" pos="3974">
          <p15:clr>
            <a:srgbClr val="FBAE40"/>
          </p15:clr>
        </p15:guide>
        <p15:guide id="3" orient="horz" pos="232">
          <p15:clr>
            <a:srgbClr val="FBAE40"/>
          </p15:clr>
        </p15:guide>
        <p15:guide id="4" pos="211">
          <p15:clr>
            <a:srgbClr val="FBAE40"/>
          </p15:clr>
        </p15:guide>
        <p15:guide id="5" orient="horz" pos="4065">
          <p15:clr>
            <a:srgbClr val="FBAE40"/>
          </p15:clr>
        </p15:guide>
        <p15:guide id="6" orient="horz" pos="799">
          <p15:clr>
            <a:srgbClr val="FBAE40"/>
          </p15:clr>
        </p15:guide>
        <p15:guide id="7" orient="horz" pos="935">
          <p15:clr>
            <a:srgbClr val="FBAE40"/>
          </p15:clr>
        </p15:guide>
      </p15:sldGuideLst>
    </p:ext>
  </p:extLst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ítulo | 1 linha - Branco 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132BCE3-A04F-8602-64F7-7623C7EAF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61763" y="6482556"/>
            <a:ext cx="295275" cy="1692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defRPr sz="1100">
                <a:solidFill>
                  <a:schemeClr val="tx1"/>
                </a:solidFill>
                <a:latin typeface="Versos" panose="020B0503020204030204" pitchFamily="34" charset="0"/>
                <a:cs typeface="Versos" panose="020B0503020204030204" pitchFamily="34" charset="0"/>
              </a:defRPr>
            </a:lvl1pPr>
          </a:lstStyle>
          <a:p>
            <a:fld id="{77667D73-C69A-4DAA-9003-24A825D36FE9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B13D7C-5A47-B0DF-B518-26E79F5D2DB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64" y="368301"/>
            <a:ext cx="10183813" cy="4308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800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 err="1"/>
              <a:t>Título</a:t>
            </a:r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401465E-A8CD-A3BA-BE2A-9597492FDC6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4963" y="6482556"/>
            <a:ext cx="10980000" cy="180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defRPr sz="900" baseline="0">
                <a:solidFill>
                  <a:schemeClr val="tx1"/>
                </a:solidFill>
                <a:latin typeface="Versos Light" panose="020B0403020204030204" pitchFamily="34" charset="0"/>
              </a:defRPr>
            </a:lvl1pPr>
            <a:lvl2pPr>
              <a:defRPr sz="900">
                <a:latin typeface="Versos Light" panose="020B0403020204030204" pitchFamily="34" charset="0"/>
              </a:defRPr>
            </a:lvl2pPr>
            <a:lvl3pPr>
              <a:defRPr sz="900">
                <a:latin typeface="Versos Light" panose="020B0403020204030204" pitchFamily="34" charset="0"/>
              </a:defRPr>
            </a:lvl3pPr>
            <a:lvl4pPr>
              <a:defRPr sz="900">
                <a:latin typeface="Versos Light" panose="020B0403020204030204" pitchFamily="34" charset="0"/>
              </a:defRPr>
            </a:lvl4pPr>
            <a:lvl5pPr>
              <a:defRPr sz="900">
                <a:latin typeface="Versos Light" panose="020B0403020204030204" pitchFamily="34" charset="0"/>
              </a:defRPr>
            </a:lvl5pPr>
          </a:lstStyle>
          <a:p>
            <a:pPr lvl="0"/>
            <a:r>
              <a:rPr lang="en-US"/>
              <a:t>Fonte:</a:t>
            </a:r>
            <a:endParaRPr lang="pt-BR"/>
          </a:p>
        </p:txBody>
      </p:sp>
      <p:sp>
        <p:nvSpPr>
          <p:cNvPr id="12" name="Text Placeholder 8">
            <a:extLst>
              <a:ext uri="{FF2B5EF4-FFF2-40B4-BE49-F238E27FC236}">
                <a16:creationId xmlns:a16="http://schemas.microsoft.com/office/drawing/2014/main" id="{7A7A9582-3614-801A-785B-273FCD3E092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34964" y="1949415"/>
            <a:ext cx="11522075" cy="435931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>
                <a:solidFill>
                  <a:schemeClr val="tx1"/>
                </a:solidFill>
                <a:latin typeface="Versos Light" panose="020B04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7F86D482-580C-D22A-58CC-10B9C4F7EDD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34963" y="1518528"/>
            <a:ext cx="11522585" cy="23011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>
                <a:solidFill>
                  <a:schemeClr val="tx1"/>
                </a:solidFill>
                <a:latin typeface="Versos" panose="020B05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Picture 8">
            <a:extLst>
              <a:ext uri="{FF2B5EF4-FFF2-40B4-BE49-F238E27FC236}">
                <a16:creationId xmlns:a16="http://schemas.microsoft.com/office/drawing/2014/main" id="{EFD7F938-B824-C27B-BEB2-95E90F5FFDD4}"/>
              </a:ext>
            </a:extLst>
          </p:cNvPr>
          <p:cNvSpPr/>
          <p:nvPr userDrawn="1"/>
        </p:nvSpPr>
        <p:spPr>
          <a:xfrm>
            <a:off x="11091186" y="377179"/>
            <a:ext cx="765852" cy="260086"/>
          </a:xfrm>
          <a:custGeom>
            <a:avLst/>
            <a:gdLst>
              <a:gd name="connsiteX0" fmla="*/ 739575 w 765852"/>
              <a:gd name="connsiteY0" fmla="*/ 143884 h 260086"/>
              <a:gd name="connsiteX1" fmla="*/ 765852 w 765852"/>
              <a:gd name="connsiteY1" fmla="*/ 83403 h 260086"/>
              <a:gd name="connsiteX2" fmla="*/ 739575 w 765852"/>
              <a:gd name="connsiteY2" fmla="*/ 22921 h 260086"/>
              <a:gd name="connsiteX3" fmla="*/ 672177 w 765852"/>
              <a:gd name="connsiteY3" fmla="*/ 0 h 260086"/>
              <a:gd name="connsiteX4" fmla="*/ 604779 w 765852"/>
              <a:gd name="connsiteY4" fmla="*/ 22921 h 260086"/>
              <a:gd name="connsiteX5" fmla="*/ 578501 w 765852"/>
              <a:gd name="connsiteY5" fmla="*/ 83403 h 260086"/>
              <a:gd name="connsiteX6" fmla="*/ 604779 w 765852"/>
              <a:gd name="connsiteY6" fmla="*/ 143884 h 260086"/>
              <a:gd name="connsiteX7" fmla="*/ 672177 w 765852"/>
              <a:gd name="connsiteY7" fmla="*/ 166805 h 260086"/>
              <a:gd name="connsiteX8" fmla="*/ 739575 w 765852"/>
              <a:gd name="connsiteY8" fmla="*/ 143884 h 260086"/>
              <a:gd name="connsiteX9" fmla="*/ 604595 w 765852"/>
              <a:gd name="connsiteY9" fmla="*/ 83403 h 260086"/>
              <a:gd name="connsiteX10" fmla="*/ 622611 w 765852"/>
              <a:gd name="connsiteY10" fmla="*/ 41871 h 260086"/>
              <a:gd name="connsiteX11" fmla="*/ 672177 w 765852"/>
              <a:gd name="connsiteY11" fmla="*/ 25719 h 260086"/>
              <a:gd name="connsiteX12" fmla="*/ 721742 w 765852"/>
              <a:gd name="connsiteY12" fmla="*/ 41871 h 260086"/>
              <a:gd name="connsiteX13" fmla="*/ 739759 w 765852"/>
              <a:gd name="connsiteY13" fmla="*/ 83403 h 260086"/>
              <a:gd name="connsiteX14" fmla="*/ 721742 w 765852"/>
              <a:gd name="connsiteY14" fmla="*/ 124934 h 260086"/>
              <a:gd name="connsiteX15" fmla="*/ 672177 w 765852"/>
              <a:gd name="connsiteY15" fmla="*/ 141077 h 260086"/>
              <a:gd name="connsiteX16" fmla="*/ 622611 w 765852"/>
              <a:gd name="connsiteY16" fmla="*/ 124934 h 260086"/>
              <a:gd name="connsiteX17" fmla="*/ 604595 w 765852"/>
              <a:gd name="connsiteY17" fmla="*/ 83403 h 260086"/>
              <a:gd name="connsiteX18" fmla="*/ 238310 w 765852"/>
              <a:gd name="connsiteY18" fmla="*/ 207181 h 260086"/>
              <a:gd name="connsiteX19" fmla="*/ 249560 w 765852"/>
              <a:gd name="connsiteY19" fmla="*/ 204081 h 260086"/>
              <a:gd name="connsiteX20" fmla="*/ 261562 w 765852"/>
              <a:gd name="connsiteY20" fmla="*/ 207713 h 260086"/>
              <a:gd name="connsiteX21" fmla="*/ 268163 w 765852"/>
              <a:gd name="connsiteY21" fmla="*/ 217812 h 260086"/>
              <a:gd name="connsiteX22" fmla="*/ 275874 w 765852"/>
              <a:gd name="connsiteY22" fmla="*/ 217812 h 260086"/>
              <a:gd name="connsiteX23" fmla="*/ 267145 w 765852"/>
              <a:gd name="connsiteY23" fmla="*/ 202568 h 260086"/>
              <a:gd name="connsiteX24" fmla="*/ 249917 w 765852"/>
              <a:gd name="connsiteY24" fmla="*/ 196982 h 260086"/>
              <a:gd name="connsiteX25" fmla="*/ 234322 w 765852"/>
              <a:gd name="connsiteY25" fmla="*/ 200926 h 260086"/>
              <a:gd name="connsiteX26" fmla="*/ 223961 w 765852"/>
              <a:gd name="connsiteY26" fmla="*/ 212052 h 260086"/>
              <a:gd name="connsiteX27" fmla="*/ 220330 w 765852"/>
              <a:gd name="connsiteY27" fmla="*/ 228534 h 260086"/>
              <a:gd name="connsiteX28" fmla="*/ 223961 w 765852"/>
              <a:gd name="connsiteY28" fmla="*/ 245062 h 260086"/>
              <a:gd name="connsiteX29" fmla="*/ 234322 w 765852"/>
              <a:gd name="connsiteY29" fmla="*/ 256142 h 260086"/>
              <a:gd name="connsiteX30" fmla="*/ 249917 w 765852"/>
              <a:gd name="connsiteY30" fmla="*/ 260086 h 260086"/>
              <a:gd name="connsiteX31" fmla="*/ 267145 w 765852"/>
              <a:gd name="connsiteY31" fmla="*/ 254501 h 260086"/>
              <a:gd name="connsiteX32" fmla="*/ 275782 w 765852"/>
              <a:gd name="connsiteY32" fmla="*/ 239256 h 260086"/>
              <a:gd name="connsiteX33" fmla="*/ 268071 w 765852"/>
              <a:gd name="connsiteY33" fmla="*/ 239256 h 260086"/>
              <a:gd name="connsiteX34" fmla="*/ 261516 w 765852"/>
              <a:gd name="connsiteY34" fmla="*/ 249401 h 260086"/>
              <a:gd name="connsiteX35" fmla="*/ 249560 w 765852"/>
              <a:gd name="connsiteY35" fmla="*/ 252987 h 260086"/>
              <a:gd name="connsiteX36" fmla="*/ 238310 w 765852"/>
              <a:gd name="connsiteY36" fmla="*/ 249887 h 260086"/>
              <a:gd name="connsiteX37" fmla="*/ 230828 w 765852"/>
              <a:gd name="connsiteY37" fmla="*/ 241201 h 260086"/>
              <a:gd name="connsiteX38" fmla="*/ 228215 w 765852"/>
              <a:gd name="connsiteY38" fmla="*/ 228525 h 260086"/>
              <a:gd name="connsiteX39" fmla="*/ 230828 w 765852"/>
              <a:gd name="connsiteY39" fmla="*/ 215812 h 260086"/>
              <a:gd name="connsiteX40" fmla="*/ 238310 w 765852"/>
              <a:gd name="connsiteY40" fmla="*/ 207172 h 260086"/>
              <a:gd name="connsiteX41" fmla="*/ 335580 w 765852"/>
              <a:gd name="connsiteY41" fmla="*/ 197523 h 260086"/>
              <a:gd name="connsiteX42" fmla="*/ 311925 w 765852"/>
              <a:gd name="connsiteY42" fmla="*/ 259554 h 260086"/>
              <a:gd name="connsiteX43" fmla="*/ 319892 w 765852"/>
              <a:gd name="connsiteY43" fmla="*/ 259554 h 260086"/>
              <a:gd name="connsiteX44" fmla="*/ 326448 w 765852"/>
              <a:gd name="connsiteY44" fmla="*/ 242806 h 260086"/>
              <a:gd name="connsiteX45" fmla="*/ 353467 w 765852"/>
              <a:gd name="connsiteY45" fmla="*/ 242806 h 260086"/>
              <a:gd name="connsiteX46" fmla="*/ 360023 w 765852"/>
              <a:gd name="connsiteY46" fmla="*/ 259554 h 260086"/>
              <a:gd name="connsiteX47" fmla="*/ 368256 w 765852"/>
              <a:gd name="connsiteY47" fmla="*/ 259554 h 260086"/>
              <a:gd name="connsiteX48" fmla="*/ 344693 w 765852"/>
              <a:gd name="connsiteY48" fmla="*/ 197523 h 260086"/>
              <a:gd name="connsiteX49" fmla="*/ 335570 w 765852"/>
              <a:gd name="connsiteY49" fmla="*/ 197523 h 260086"/>
              <a:gd name="connsiteX50" fmla="*/ 328758 w 765852"/>
              <a:gd name="connsiteY50" fmla="*/ 235808 h 260086"/>
              <a:gd name="connsiteX51" fmla="*/ 339916 w 765852"/>
              <a:gd name="connsiteY51" fmla="*/ 205943 h 260086"/>
              <a:gd name="connsiteX52" fmla="*/ 351166 w 765852"/>
              <a:gd name="connsiteY52" fmla="*/ 235808 h 260086"/>
              <a:gd name="connsiteX53" fmla="*/ 328749 w 765852"/>
              <a:gd name="connsiteY53" fmla="*/ 235808 h 260086"/>
              <a:gd name="connsiteX54" fmla="*/ 725437 w 765852"/>
              <a:gd name="connsiteY54" fmla="*/ 197523 h 260086"/>
              <a:gd name="connsiteX55" fmla="*/ 717736 w 765852"/>
              <a:gd name="connsiteY55" fmla="*/ 197523 h 260086"/>
              <a:gd name="connsiteX56" fmla="*/ 717736 w 765852"/>
              <a:gd name="connsiteY56" fmla="*/ 259554 h 260086"/>
              <a:gd name="connsiteX57" fmla="*/ 753704 w 765852"/>
              <a:gd name="connsiteY57" fmla="*/ 259554 h 260086"/>
              <a:gd name="connsiteX58" fmla="*/ 753704 w 765852"/>
              <a:gd name="connsiteY58" fmla="*/ 252464 h 260086"/>
              <a:gd name="connsiteX59" fmla="*/ 725446 w 765852"/>
              <a:gd name="connsiteY59" fmla="*/ 252464 h 260086"/>
              <a:gd name="connsiteX60" fmla="*/ 725446 w 765852"/>
              <a:gd name="connsiteY60" fmla="*/ 197523 h 260086"/>
              <a:gd name="connsiteX61" fmla="*/ 250953 w 765852"/>
              <a:gd name="connsiteY61" fmla="*/ 2119 h 260086"/>
              <a:gd name="connsiteX62" fmla="*/ 225566 w 765852"/>
              <a:gd name="connsiteY62" fmla="*/ 2119 h 260086"/>
              <a:gd name="connsiteX63" fmla="*/ 225566 w 765852"/>
              <a:gd name="connsiteY63" fmla="*/ 164677 h 260086"/>
              <a:gd name="connsiteX64" fmla="*/ 250953 w 765852"/>
              <a:gd name="connsiteY64" fmla="*/ 164677 h 260086"/>
              <a:gd name="connsiteX65" fmla="*/ 250953 w 765852"/>
              <a:gd name="connsiteY65" fmla="*/ 2119 h 260086"/>
              <a:gd name="connsiteX66" fmla="*/ 80592 w 765852"/>
              <a:gd name="connsiteY66" fmla="*/ 62692 h 260086"/>
              <a:gd name="connsiteX67" fmla="*/ 80592 w 765852"/>
              <a:gd name="connsiteY67" fmla="*/ 164687 h 260086"/>
              <a:gd name="connsiteX68" fmla="*/ 106732 w 765852"/>
              <a:gd name="connsiteY68" fmla="*/ 164687 h 260086"/>
              <a:gd name="connsiteX69" fmla="*/ 106713 w 765852"/>
              <a:gd name="connsiteY69" fmla="*/ 62692 h 260086"/>
              <a:gd name="connsiteX70" fmla="*/ 95124 w 765852"/>
              <a:gd name="connsiteY70" fmla="*/ 28700 h 260086"/>
              <a:gd name="connsiteX71" fmla="*/ 93648 w 765852"/>
              <a:gd name="connsiteY71" fmla="*/ 26792 h 260086"/>
              <a:gd name="connsiteX72" fmla="*/ 92172 w 765852"/>
              <a:gd name="connsiteY72" fmla="*/ 28700 h 260086"/>
              <a:gd name="connsiteX73" fmla="*/ 80583 w 765852"/>
              <a:gd name="connsiteY73" fmla="*/ 62692 h 260086"/>
              <a:gd name="connsiteX74" fmla="*/ 47273 w 765852"/>
              <a:gd name="connsiteY74" fmla="*/ 2119 h 260086"/>
              <a:gd name="connsiteX75" fmla="*/ 0 w 765852"/>
              <a:gd name="connsiteY75" fmla="*/ 2119 h 260086"/>
              <a:gd name="connsiteX76" fmla="*/ 0 w 765852"/>
              <a:gd name="connsiteY76" fmla="*/ 26792 h 260086"/>
              <a:gd name="connsiteX77" fmla="*/ 93648 w 765852"/>
              <a:gd name="connsiteY77" fmla="*/ 26792 h 260086"/>
              <a:gd name="connsiteX78" fmla="*/ 91328 w 765852"/>
              <a:gd name="connsiteY78" fmla="*/ 23793 h 260086"/>
              <a:gd name="connsiteX79" fmla="*/ 47273 w 765852"/>
              <a:gd name="connsiteY79" fmla="*/ 2119 h 260086"/>
              <a:gd name="connsiteX80" fmla="*/ 95968 w 765852"/>
              <a:gd name="connsiteY80" fmla="*/ 23793 h 260086"/>
              <a:gd name="connsiteX81" fmla="*/ 93648 w 765852"/>
              <a:gd name="connsiteY81" fmla="*/ 26792 h 260086"/>
              <a:gd name="connsiteX82" fmla="*/ 187296 w 765852"/>
              <a:gd name="connsiteY82" fmla="*/ 26792 h 260086"/>
              <a:gd name="connsiteX83" fmla="*/ 187296 w 765852"/>
              <a:gd name="connsiteY83" fmla="*/ 2119 h 260086"/>
              <a:gd name="connsiteX84" fmla="*/ 140023 w 765852"/>
              <a:gd name="connsiteY84" fmla="*/ 2119 h 260086"/>
              <a:gd name="connsiteX85" fmla="*/ 95958 w 765852"/>
              <a:gd name="connsiteY85" fmla="*/ 23793 h 260086"/>
              <a:gd name="connsiteX86" fmla="*/ 514844 w 765852"/>
              <a:gd name="connsiteY86" fmla="*/ 164677 h 260086"/>
              <a:gd name="connsiteX87" fmla="*/ 540232 w 765852"/>
              <a:gd name="connsiteY87" fmla="*/ 164677 h 260086"/>
              <a:gd name="connsiteX88" fmla="*/ 540232 w 765852"/>
              <a:gd name="connsiteY88" fmla="*/ 2119 h 260086"/>
              <a:gd name="connsiteX89" fmla="*/ 514844 w 765852"/>
              <a:gd name="connsiteY89" fmla="*/ 2119 h 260086"/>
              <a:gd name="connsiteX90" fmla="*/ 514844 w 765852"/>
              <a:gd name="connsiteY90" fmla="*/ 164677 h 260086"/>
              <a:gd name="connsiteX91" fmla="*/ 495205 w 765852"/>
              <a:gd name="connsiteY91" fmla="*/ 259554 h 260086"/>
              <a:gd name="connsiteX92" fmla="*/ 502915 w 765852"/>
              <a:gd name="connsiteY92" fmla="*/ 259554 h 260086"/>
              <a:gd name="connsiteX93" fmla="*/ 502915 w 765852"/>
              <a:gd name="connsiteY93" fmla="*/ 197523 h 260086"/>
              <a:gd name="connsiteX94" fmla="*/ 495205 w 765852"/>
              <a:gd name="connsiteY94" fmla="*/ 197523 h 260086"/>
              <a:gd name="connsiteX95" fmla="*/ 495205 w 765852"/>
              <a:gd name="connsiteY95" fmla="*/ 259554 h 260086"/>
              <a:gd name="connsiteX96" fmla="*/ 544816 w 765852"/>
              <a:gd name="connsiteY96" fmla="*/ 204613 h 260086"/>
              <a:gd name="connsiteX97" fmla="*/ 564923 w 765852"/>
              <a:gd name="connsiteY97" fmla="*/ 204613 h 260086"/>
              <a:gd name="connsiteX98" fmla="*/ 564923 w 765852"/>
              <a:gd name="connsiteY98" fmla="*/ 259554 h 260086"/>
              <a:gd name="connsiteX99" fmla="*/ 572633 w 765852"/>
              <a:gd name="connsiteY99" fmla="*/ 259554 h 260086"/>
              <a:gd name="connsiteX100" fmla="*/ 572633 w 765852"/>
              <a:gd name="connsiteY100" fmla="*/ 204613 h 260086"/>
              <a:gd name="connsiteX101" fmla="*/ 592740 w 765852"/>
              <a:gd name="connsiteY101" fmla="*/ 204613 h 260086"/>
              <a:gd name="connsiteX102" fmla="*/ 592740 w 765852"/>
              <a:gd name="connsiteY102" fmla="*/ 197523 h 260086"/>
              <a:gd name="connsiteX103" fmla="*/ 544816 w 765852"/>
              <a:gd name="connsiteY103" fmla="*/ 197523 h 260086"/>
              <a:gd name="connsiteX104" fmla="*/ 544816 w 765852"/>
              <a:gd name="connsiteY104" fmla="*/ 204613 h 260086"/>
              <a:gd name="connsiteX105" fmla="*/ 287389 w 765852"/>
              <a:gd name="connsiteY105" fmla="*/ 2119 h 260086"/>
              <a:gd name="connsiteX106" fmla="*/ 345234 w 765852"/>
              <a:gd name="connsiteY106" fmla="*/ 140105 h 260086"/>
              <a:gd name="connsiteX107" fmla="*/ 381413 w 765852"/>
              <a:gd name="connsiteY107" fmla="*/ 166796 h 260086"/>
              <a:gd name="connsiteX108" fmla="*/ 382899 w 765852"/>
              <a:gd name="connsiteY108" fmla="*/ 166796 h 260086"/>
              <a:gd name="connsiteX109" fmla="*/ 316692 w 765852"/>
              <a:gd name="connsiteY109" fmla="*/ 2119 h 260086"/>
              <a:gd name="connsiteX110" fmla="*/ 287389 w 765852"/>
              <a:gd name="connsiteY110" fmla="*/ 2119 h 260086"/>
              <a:gd name="connsiteX111" fmla="*/ 443549 w 765852"/>
              <a:gd name="connsiteY111" fmla="*/ 199871 h 260086"/>
              <a:gd name="connsiteX112" fmla="*/ 432739 w 765852"/>
              <a:gd name="connsiteY112" fmla="*/ 197523 h 260086"/>
              <a:gd name="connsiteX113" fmla="*/ 408910 w 765852"/>
              <a:gd name="connsiteY113" fmla="*/ 197523 h 260086"/>
              <a:gd name="connsiteX114" fmla="*/ 408910 w 765852"/>
              <a:gd name="connsiteY114" fmla="*/ 259554 h 260086"/>
              <a:gd name="connsiteX115" fmla="*/ 416621 w 765852"/>
              <a:gd name="connsiteY115" fmla="*/ 259554 h 260086"/>
              <a:gd name="connsiteX116" fmla="*/ 416621 w 765852"/>
              <a:gd name="connsiteY116" fmla="*/ 235716 h 260086"/>
              <a:gd name="connsiteX117" fmla="*/ 432748 w 765852"/>
              <a:gd name="connsiteY117" fmla="*/ 235716 h 260086"/>
              <a:gd name="connsiteX118" fmla="*/ 443512 w 765852"/>
              <a:gd name="connsiteY118" fmla="*/ 233368 h 260086"/>
              <a:gd name="connsiteX119" fmla="*/ 450728 w 765852"/>
              <a:gd name="connsiteY119" fmla="*/ 226681 h 260086"/>
              <a:gd name="connsiteX120" fmla="*/ 453295 w 765852"/>
              <a:gd name="connsiteY120" fmla="*/ 216583 h 260086"/>
              <a:gd name="connsiteX121" fmla="*/ 450774 w 765852"/>
              <a:gd name="connsiteY121" fmla="*/ 206521 h 260086"/>
              <a:gd name="connsiteX122" fmla="*/ 443558 w 765852"/>
              <a:gd name="connsiteY122" fmla="*/ 199871 h 260086"/>
              <a:gd name="connsiteX123" fmla="*/ 441779 w 765852"/>
              <a:gd name="connsiteY123" fmla="*/ 225351 h 260086"/>
              <a:gd name="connsiteX124" fmla="*/ 432033 w 765852"/>
              <a:gd name="connsiteY124" fmla="*/ 228635 h 260086"/>
              <a:gd name="connsiteX125" fmla="*/ 416621 w 765852"/>
              <a:gd name="connsiteY125" fmla="*/ 228635 h 260086"/>
              <a:gd name="connsiteX126" fmla="*/ 416621 w 765852"/>
              <a:gd name="connsiteY126" fmla="*/ 204622 h 260086"/>
              <a:gd name="connsiteX127" fmla="*/ 432125 w 765852"/>
              <a:gd name="connsiteY127" fmla="*/ 204622 h 260086"/>
              <a:gd name="connsiteX128" fmla="*/ 441825 w 765852"/>
              <a:gd name="connsiteY128" fmla="*/ 207860 h 260086"/>
              <a:gd name="connsiteX129" fmla="*/ 445410 w 765852"/>
              <a:gd name="connsiteY129" fmla="*/ 216592 h 260086"/>
              <a:gd name="connsiteX130" fmla="*/ 441779 w 765852"/>
              <a:gd name="connsiteY130" fmla="*/ 225361 h 260086"/>
              <a:gd name="connsiteX131" fmla="*/ 382889 w 765852"/>
              <a:gd name="connsiteY131" fmla="*/ 166805 h 260086"/>
              <a:gd name="connsiteX132" fmla="*/ 384375 w 765852"/>
              <a:gd name="connsiteY132" fmla="*/ 166805 h 260086"/>
              <a:gd name="connsiteX133" fmla="*/ 420554 w 765852"/>
              <a:gd name="connsiteY133" fmla="*/ 140114 h 260086"/>
              <a:gd name="connsiteX134" fmla="*/ 478399 w 765852"/>
              <a:gd name="connsiteY134" fmla="*/ 2128 h 260086"/>
              <a:gd name="connsiteX135" fmla="*/ 449096 w 765852"/>
              <a:gd name="connsiteY135" fmla="*/ 2128 h 260086"/>
              <a:gd name="connsiteX136" fmla="*/ 382889 w 765852"/>
              <a:gd name="connsiteY136" fmla="*/ 166814 h 260086"/>
              <a:gd name="connsiteX137" fmla="*/ 644368 w 765852"/>
              <a:gd name="connsiteY137" fmla="*/ 197523 h 260086"/>
              <a:gd name="connsiteX138" fmla="*/ 620714 w 765852"/>
              <a:gd name="connsiteY138" fmla="*/ 259554 h 260086"/>
              <a:gd name="connsiteX139" fmla="*/ 628690 w 765852"/>
              <a:gd name="connsiteY139" fmla="*/ 259554 h 260086"/>
              <a:gd name="connsiteX140" fmla="*/ 635246 w 765852"/>
              <a:gd name="connsiteY140" fmla="*/ 242806 h 260086"/>
              <a:gd name="connsiteX141" fmla="*/ 662266 w 765852"/>
              <a:gd name="connsiteY141" fmla="*/ 242806 h 260086"/>
              <a:gd name="connsiteX142" fmla="*/ 668821 w 765852"/>
              <a:gd name="connsiteY142" fmla="*/ 259554 h 260086"/>
              <a:gd name="connsiteX143" fmla="*/ 677055 w 765852"/>
              <a:gd name="connsiteY143" fmla="*/ 259554 h 260086"/>
              <a:gd name="connsiteX144" fmla="*/ 653491 w 765852"/>
              <a:gd name="connsiteY144" fmla="*/ 197523 h 260086"/>
              <a:gd name="connsiteX145" fmla="*/ 644368 w 765852"/>
              <a:gd name="connsiteY145" fmla="*/ 197523 h 260086"/>
              <a:gd name="connsiteX146" fmla="*/ 637547 w 765852"/>
              <a:gd name="connsiteY146" fmla="*/ 235808 h 260086"/>
              <a:gd name="connsiteX147" fmla="*/ 648705 w 765852"/>
              <a:gd name="connsiteY147" fmla="*/ 205943 h 260086"/>
              <a:gd name="connsiteX148" fmla="*/ 659955 w 765852"/>
              <a:gd name="connsiteY148" fmla="*/ 235808 h 260086"/>
              <a:gd name="connsiteX149" fmla="*/ 637538 w 765852"/>
              <a:gd name="connsiteY149" fmla="*/ 235808 h 260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</a:cxnLst>
            <a:rect l="l" t="t" r="r" b="b"/>
            <a:pathLst>
              <a:path w="765852" h="260086">
                <a:moveTo>
                  <a:pt x="739575" y="143884"/>
                </a:moveTo>
                <a:cubicBezTo>
                  <a:pt x="756519" y="128906"/>
                  <a:pt x="765852" y="107425"/>
                  <a:pt x="765852" y="83403"/>
                </a:cubicBezTo>
                <a:cubicBezTo>
                  <a:pt x="765852" y="59381"/>
                  <a:pt x="756519" y="37899"/>
                  <a:pt x="739575" y="22921"/>
                </a:cubicBezTo>
                <a:cubicBezTo>
                  <a:pt x="722613" y="7925"/>
                  <a:pt x="699307" y="0"/>
                  <a:pt x="672177" y="0"/>
                </a:cubicBezTo>
                <a:cubicBezTo>
                  <a:pt x="645047" y="0"/>
                  <a:pt x="621740" y="7925"/>
                  <a:pt x="604779" y="22921"/>
                </a:cubicBezTo>
                <a:cubicBezTo>
                  <a:pt x="587835" y="37899"/>
                  <a:pt x="578501" y="59381"/>
                  <a:pt x="578501" y="83403"/>
                </a:cubicBezTo>
                <a:cubicBezTo>
                  <a:pt x="578501" y="107425"/>
                  <a:pt x="587835" y="128906"/>
                  <a:pt x="604779" y="143884"/>
                </a:cubicBezTo>
                <a:cubicBezTo>
                  <a:pt x="621740" y="158881"/>
                  <a:pt x="645047" y="166805"/>
                  <a:pt x="672177" y="166805"/>
                </a:cubicBezTo>
                <a:cubicBezTo>
                  <a:pt x="699307" y="166805"/>
                  <a:pt x="722613" y="158881"/>
                  <a:pt x="739575" y="143884"/>
                </a:cubicBezTo>
                <a:close/>
                <a:moveTo>
                  <a:pt x="604595" y="83403"/>
                </a:moveTo>
                <a:cubicBezTo>
                  <a:pt x="604595" y="66489"/>
                  <a:pt x="610821" y="52135"/>
                  <a:pt x="622611" y="41871"/>
                </a:cubicBezTo>
                <a:cubicBezTo>
                  <a:pt x="634751" y="31305"/>
                  <a:pt x="651887" y="25719"/>
                  <a:pt x="672177" y="25719"/>
                </a:cubicBezTo>
                <a:cubicBezTo>
                  <a:pt x="692467" y="25719"/>
                  <a:pt x="709603" y="31305"/>
                  <a:pt x="721742" y="41871"/>
                </a:cubicBezTo>
                <a:cubicBezTo>
                  <a:pt x="733524" y="52126"/>
                  <a:pt x="739759" y="66489"/>
                  <a:pt x="739759" y="83403"/>
                </a:cubicBezTo>
                <a:cubicBezTo>
                  <a:pt x="739759" y="100316"/>
                  <a:pt x="733533" y="114671"/>
                  <a:pt x="721742" y="124934"/>
                </a:cubicBezTo>
                <a:cubicBezTo>
                  <a:pt x="709603" y="135501"/>
                  <a:pt x="692467" y="141077"/>
                  <a:pt x="672177" y="141077"/>
                </a:cubicBezTo>
                <a:cubicBezTo>
                  <a:pt x="651887" y="141077"/>
                  <a:pt x="634741" y="135491"/>
                  <a:pt x="622611" y="124934"/>
                </a:cubicBezTo>
                <a:cubicBezTo>
                  <a:pt x="610830" y="114671"/>
                  <a:pt x="604595" y="100316"/>
                  <a:pt x="604595" y="83403"/>
                </a:cubicBezTo>
                <a:close/>
                <a:moveTo>
                  <a:pt x="238310" y="207181"/>
                </a:moveTo>
                <a:cubicBezTo>
                  <a:pt x="241556" y="205118"/>
                  <a:pt x="245306" y="204081"/>
                  <a:pt x="249560" y="204081"/>
                </a:cubicBezTo>
                <a:cubicBezTo>
                  <a:pt x="254282" y="204081"/>
                  <a:pt x="258288" y="205292"/>
                  <a:pt x="261562" y="207713"/>
                </a:cubicBezTo>
                <a:cubicBezTo>
                  <a:pt x="264835" y="210135"/>
                  <a:pt x="267035" y="213501"/>
                  <a:pt x="268163" y="217812"/>
                </a:cubicBezTo>
                <a:lnTo>
                  <a:pt x="275874" y="217812"/>
                </a:lnTo>
                <a:cubicBezTo>
                  <a:pt x="274691" y="211373"/>
                  <a:pt x="271784" y="206292"/>
                  <a:pt x="267145" y="202568"/>
                </a:cubicBezTo>
                <a:cubicBezTo>
                  <a:pt x="262506" y="198844"/>
                  <a:pt x="256766" y="196982"/>
                  <a:pt x="249917" y="196982"/>
                </a:cubicBezTo>
                <a:cubicBezTo>
                  <a:pt x="244013" y="196982"/>
                  <a:pt x="238814" y="198293"/>
                  <a:pt x="234322" y="200926"/>
                </a:cubicBezTo>
                <a:cubicBezTo>
                  <a:pt x="229838" y="203558"/>
                  <a:pt x="226382" y="207264"/>
                  <a:pt x="223961" y="212052"/>
                </a:cubicBezTo>
                <a:cubicBezTo>
                  <a:pt x="221541" y="216840"/>
                  <a:pt x="220330" y="222334"/>
                  <a:pt x="220330" y="228534"/>
                </a:cubicBezTo>
                <a:cubicBezTo>
                  <a:pt x="220330" y="234734"/>
                  <a:pt x="221541" y="240302"/>
                  <a:pt x="223961" y="245062"/>
                </a:cubicBezTo>
                <a:cubicBezTo>
                  <a:pt x="226382" y="249823"/>
                  <a:pt x="229838" y="253510"/>
                  <a:pt x="234322" y="256142"/>
                </a:cubicBezTo>
                <a:cubicBezTo>
                  <a:pt x="238805" y="258775"/>
                  <a:pt x="244004" y="260086"/>
                  <a:pt x="249917" y="260086"/>
                </a:cubicBezTo>
                <a:cubicBezTo>
                  <a:pt x="256831" y="260086"/>
                  <a:pt x="262570" y="258224"/>
                  <a:pt x="267145" y="254501"/>
                </a:cubicBezTo>
                <a:cubicBezTo>
                  <a:pt x="271720" y="250777"/>
                  <a:pt x="274599" y="245695"/>
                  <a:pt x="275782" y="239256"/>
                </a:cubicBezTo>
                <a:lnTo>
                  <a:pt x="268071" y="239256"/>
                </a:lnTo>
                <a:cubicBezTo>
                  <a:pt x="266888" y="243631"/>
                  <a:pt x="264706" y="247007"/>
                  <a:pt x="261516" y="249401"/>
                </a:cubicBezTo>
                <a:cubicBezTo>
                  <a:pt x="258325" y="251795"/>
                  <a:pt x="254337" y="252987"/>
                  <a:pt x="249560" y="252987"/>
                </a:cubicBezTo>
                <a:cubicBezTo>
                  <a:pt x="245306" y="252987"/>
                  <a:pt x="241556" y="251951"/>
                  <a:pt x="238310" y="249887"/>
                </a:cubicBezTo>
                <a:cubicBezTo>
                  <a:pt x="235064" y="247823"/>
                  <a:pt x="232561" y="244925"/>
                  <a:pt x="230828" y="241201"/>
                </a:cubicBezTo>
                <a:cubicBezTo>
                  <a:pt x="229086" y="237477"/>
                  <a:pt x="228215" y="233258"/>
                  <a:pt x="228215" y="228525"/>
                </a:cubicBezTo>
                <a:cubicBezTo>
                  <a:pt x="228215" y="223792"/>
                  <a:pt x="229086" y="219499"/>
                  <a:pt x="230828" y="215812"/>
                </a:cubicBezTo>
                <a:cubicBezTo>
                  <a:pt x="232570" y="212125"/>
                  <a:pt x="235064" y="209245"/>
                  <a:pt x="238310" y="207172"/>
                </a:cubicBezTo>
                <a:close/>
                <a:moveTo>
                  <a:pt x="335580" y="197523"/>
                </a:moveTo>
                <a:lnTo>
                  <a:pt x="311925" y="259554"/>
                </a:lnTo>
                <a:lnTo>
                  <a:pt x="319892" y="259554"/>
                </a:lnTo>
                <a:lnTo>
                  <a:pt x="326448" y="242806"/>
                </a:lnTo>
                <a:lnTo>
                  <a:pt x="353467" y="242806"/>
                </a:lnTo>
                <a:lnTo>
                  <a:pt x="360023" y="259554"/>
                </a:lnTo>
                <a:lnTo>
                  <a:pt x="368256" y="259554"/>
                </a:lnTo>
                <a:lnTo>
                  <a:pt x="344693" y="197523"/>
                </a:lnTo>
                <a:lnTo>
                  <a:pt x="335570" y="197523"/>
                </a:lnTo>
                <a:close/>
                <a:moveTo>
                  <a:pt x="328758" y="235808"/>
                </a:moveTo>
                <a:lnTo>
                  <a:pt x="339916" y="205943"/>
                </a:lnTo>
                <a:lnTo>
                  <a:pt x="351166" y="235808"/>
                </a:lnTo>
                <a:lnTo>
                  <a:pt x="328749" y="235808"/>
                </a:lnTo>
                <a:close/>
                <a:moveTo>
                  <a:pt x="725437" y="197523"/>
                </a:moveTo>
                <a:lnTo>
                  <a:pt x="717736" y="197523"/>
                </a:lnTo>
                <a:lnTo>
                  <a:pt x="717736" y="259554"/>
                </a:lnTo>
                <a:lnTo>
                  <a:pt x="753704" y="259554"/>
                </a:lnTo>
                <a:lnTo>
                  <a:pt x="753704" y="252464"/>
                </a:lnTo>
                <a:lnTo>
                  <a:pt x="725446" y="252464"/>
                </a:lnTo>
                <a:lnTo>
                  <a:pt x="725446" y="197523"/>
                </a:lnTo>
                <a:close/>
                <a:moveTo>
                  <a:pt x="250953" y="2119"/>
                </a:moveTo>
                <a:lnTo>
                  <a:pt x="225566" y="2119"/>
                </a:lnTo>
                <a:lnTo>
                  <a:pt x="225566" y="164677"/>
                </a:lnTo>
                <a:lnTo>
                  <a:pt x="250953" y="164677"/>
                </a:lnTo>
                <a:lnTo>
                  <a:pt x="250953" y="2119"/>
                </a:lnTo>
                <a:close/>
                <a:moveTo>
                  <a:pt x="80592" y="62692"/>
                </a:moveTo>
                <a:lnTo>
                  <a:pt x="80592" y="164687"/>
                </a:lnTo>
                <a:cubicBezTo>
                  <a:pt x="80592" y="164687"/>
                  <a:pt x="106732" y="164687"/>
                  <a:pt x="106732" y="164687"/>
                </a:cubicBezTo>
                <a:lnTo>
                  <a:pt x="106713" y="62692"/>
                </a:lnTo>
                <a:cubicBezTo>
                  <a:pt x="106713" y="50282"/>
                  <a:pt x="102707" y="38523"/>
                  <a:pt x="95124" y="28700"/>
                </a:cubicBezTo>
                <a:lnTo>
                  <a:pt x="93648" y="26792"/>
                </a:lnTo>
                <a:lnTo>
                  <a:pt x="92172" y="28700"/>
                </a:lnTo>
                <a:cubicBezTo>
                  <a:pt x="84589" y="38523"/>
                  <a:pt x="80583" y="50273"/>
                  <a:pt x="80583" y="62692"/>
                </a:cubicBezTo>
                <a:close/>
                <a:moveTo>
                  <a:pt x="47273" y="2119"/>
                </a:moveTo>
                <a:lnTo>
                  <a:pt x="0" y="2119"/>
                </a:lnTo>
                <a:lnTo>
                  <a:pt x="0" y="26792"/>
                </a:lnTo>
                <a:lnTo>
                  <a:pt x="93648" y="26792"/>
                </a:lnTo>
                <a:lnTo>
                  <a:pt x="91328" y="23793"/>
                </a:lnTo>
                <a:cubicBezTo>
                  <a:pt x="80693" y="10025"/>
                  <a:pt x="64629" y="2119"/>
                  <a:pt x="47273" y="2119"/>
                </a:cubicBezTo>
                <a:close/>
                <a:moveTo>
                  <a:pt x="95968" y="23793"/>
                </a:moveTo>
                <a:lnTo>
                  <a:pt x="93648" y="26792"/>
                </a:lnTo>
                <a:lnTo>
                  <a:pt x="187296" y="26792"/>
                </a:lnTo>
                <a:lnTo>
                  <a:pt x="187296" y="2119"/>
                </a:lnTo>
                <a:lnTo>
                  <a:pt x="140023" y="2119"/>
                </a:lnTo>
                <a:cubicBezTo>
                  <a:pt x="122657" y="2119"/>
                  <a:pt x="106603" y="10016"/>
                  <a:pt x="95958" y="23793"/>
                </a:cubicBezTo>
                <a:close/>
                <a:moveTo>
                  <a:pt x="514844" y="164677"/>
                </a:moveTo>
                <a:lnTo>
                  <a:pt x="540232" y="164677"/>
                </a:lnTo>
                <a:lnTo>
                  <a:pt x="540232" y="2119"/>
                </a:lnTo>
                <a:lnTo>
                  <a:pt x="514844" y="2119"/>
                </a:lnTo>
                <a:lnTo>
                  <a:pt x="514844" y="164677"/>
                </a:lnTo>
                <a:close/>
                <a:moveTo>
                  <a:pt x="495205" y="259554"/>
                </a:moveTo>
                <a:lnTo>
                  <a:pt x="502915" y="259554"/>
                </a:lnTo>
                <a:lnTo>
                  <a:pt x="502915" y="197523"/>
                </a:lnTo>
                <a:lnTo>
                  <a:pt x="495205" y="197523"/>
                </a:lnTo>
                <a:lnTo>
                  <a:pt x="495205" y="259554"/>
                </a:lnTo>
                <a:close/>
                <a:moveTo>
                  <a:pt x="544816" y="204613"/>
                </a:moveTo>
                <a:lnTo>
                  <a:pt x="564923" y="204613"/>
                </a:lnTo>
                <a:lnTo>
                  <a:pt x="564923" y="259554"/>
                </a:lnTo>
                <a:lnTo>
                  <a:pt x="572633" y="259554"/>
                </a:lnTo>
                <a:lnTo>
                  <a:pt x="572633" y="204613"/>
                </a:lnTo>
                <a:lnTo>
                  <a:pt x="592740" y="204613"/>
                </a:lnTo>
                <a:lnTo>
                  <a:pt x="592740" y="197523"/>
                </a:lnTo>
                <a:lnTo>
                  <a:pt x="544816" y="197523"/>
                </a:lnTo>
                <a:lnTo>
                  <a:pt x="544816" y="204613"/>
                </a:lnTo>
                <a:close/>
                <a:moveTo>
                  <a:pt x="287389" y="2119"/>
                </a:moveTo>
                <a:cubicBezTo>
                  <a:pt x="287389" y="2119"/>
                  <a:pt x="335680" y="117220"/>
                  <a:pt x="345234" y="140105"/>
                </a:cubicBezTo>
                <a:cubicBezTo>
                  <a:pt x="356374" y="166796"/>
                  <a:pt x="374464" y="166796"/>
                  <a:pt x="381413" y="166796"/>
                </a:cubicBezTo>
                <a:lnTo>
                  <a:pt x="382899" y="166796"/>
                </a:lnTo>
                <a:lnTo>
                  <a:pt x="316692" y="2119"/>
                </a:lnTo>
                <a:lnTo>
                  <a:pt x="287389" y="2119"/>
                </a:lnTo>
                <a:close/>
                <a:moveTo>
                  <a:pt x="443549" y="199871"/>
                </a:moveTo>
                <a:cubicBezTo>
                  <a:pt x="440413" y="198303"/>
                  <a:pt x="436819" y="197523"/>
                  <a:pt x="432739" y="197523"/>
                </a:cubicBezTo>
                <a:lnTo>
                  <a:pt x="408910" y="197523"/>
                </a:lnTo>
                <a:lnTo>
                  <a:pt x="408910" y="259554"/>
                </a:lnTo>
                <a:lnTo>
                  <a:pt x="416621" y="259554"/>
                </a:lnTo>
                <a:lnTo>
                  <a:pt x="416621" y="235716"/>
                </a:lnTo>
                <a:lnTo>
                  <a:pt x="432748" y="235716"/>
                </a:lnTo>
                <a:cubicBezTo>
                  <a:pt x="436819" y="235716"/>
                  <a:pt x="440413" y="234936"/>
                  <a:pt x="443512" y="233368"/>
                </a:cubicBezTo>
                <a:cubicBezTo>
                  <a:pt x="446611" y="231799"/>
                  <a:pt x="449013" y="229571"/>
                  <a:pt x="450728" y="226681"/>
                </a:cubicBezTo>
                <a:cubicBezTo>
                  <a:pt x="452442" y="223783"/>
                  <a:pt x="453295" y="220417"/>
                  <a:pt x="453295" y="216583"/>
                </a:cubicBezTo>
                <a:cubicBezTo>
                  <a:pt x="453295" y="212749"/>
                  <a:pt x="452452" y="209392"/>
                  <a:pt x="450774" y="206521"/>
                </a:cubicBezTo>
                <a:cubicBezTo>
                  <a:pt x="449087" y="203659"/>
                  <a:pt x="446685" y="201439"/>
                  <a:pt x="443558" y="199871"/>
                </a:cubicBezTo>
                <a:close/>
                <a:moveTo>
                  <a:pt x="441779" y="225351"/>
                </a:moveTo>
                <a:cubicBezTo>
                  <a:pt x="439359" y="227534"/>
                  <a:pt x="436113" y="228635"/>
                  <a:pt x="432033" y="228635"/>
                </a:cubicBezTo>
                <a:lnTo>
                  <a:pt x="416621" y="228635"/>
                </a:lnTo>
                <a:lnTo>
                  <a:pt x="416621" y="204622"/>
                </a:lnTo>
                <a:lnTo>
                  <a:pt x="432125" y="204622"/>
                </a:lnTo>
                <a:cubicBezTo>
                  <a:pt x="436196" y="204622"/>
                  <a:pt x="439432" y="205705"/>
                  <a:pt x="441825" y="207860"/>
                </a:cubicBezTo>
                <a:cubicBezTo>
                  <a:pt x="444218" y="210015"/>
                  <a:pt x="445410" y="212923"/>
                  <a:pt x="445410" y="216592"/>
                </a:cubicBezTo>
                <a:cubicBezTo>
                  <a:pt x="445410" y="220261"/>
                  <a:pt x="444200" y="223178"/>
                  <a:pt x="441779" y="225361"/>
                </a:cubicBezTo>
                <a:close/>
                <a:moveTo>
                  <a:pt x="382889" y="166805"/>
                </a:moveTo>
                <a:lnTo>
                  <a:pt x="384375" y="166805"/>
                </a:lnTo>
                <a:cubicBezTo>
                  <a:pt x="391334" y="166805"/>
                  <a:pt x="409423" y="166805"/>
                  <a:pt x="420554" y="140114"/>
                </a:cubicBezTo>
                <a:cubicBezTo>
                  <a:pt x="430099" y="117230"/>
                  <a:pt x="478399" y="2128"/>
                  <a:pt x="478399" y="2128"/>
                </a:cubicBezTo>
                <a:lnTo>
                  <a:pt x="449096" y="2128"/>
                </a:lnTo>
                <a:lnTo>
                  <a:pt x="382889" y="166814"/>
                </a:lnTo>
                <a:close/>
                <a:moveTo>
                  <a:pt x="644368" y="197523"/>
                </a:moveTo>
                <a:lnTo>
                  <a:pt x="620714" y="259554"/>
                </a:lnTo>
                <a:lnTo>
                  <a:pt x="628690" y="259554"/>
                </a:lnTo>
                <a:lnTo>
                  <a:pt x="635246" y="242806"/>
                </a:lnTo>
                <a:lnTo>
                  <a:pt x="662266" y="242806"/>
                </a:lnTo>
                <a:lnTo>
                  <a:pt x="668821" y="259554"/>
                </a:lnTo>
                <a:lnTo>
                  <a:pt x="677055" y="259554"/>
                </a:lnTo>
                <a:lnTo>
                  <a:pt x="653491" y="197523"/>
                </a:lnTo>
                <a:lnTo>
                  <a:pt x="644368" y="197523"/>
                </a:lnTo>
                <a:close/>
                <a:moveTo>
                  <a:pt x="637547" y="235808"/>
                </a:moveTo>
                <a:lnTo>
                  <a:pt x="648705" y="205943"/>
                </a:lnTo>
                <a:lnTo>
                  <a:pt x="659955" y="235808"/>
                </a:lnTo>
                <a:lnTo>
                  <a:pt x="637538" y="235808"/>
                </a:lnTo>
                <a:close/>
              </a:path>
            </a:pathLst>
          </a:custGeom>
          <a:solidFill>
            <a:srgbClr val="000000"/>
          </a:solidFill>
          <a:ln w="1061" cap="flat">
            <a:noFill/>
            <a:prstDash val="solid"/>
            <a:miter/>
          </a:ln>
        </p:spPr>
        <p:txBody>
          <a:bodyPr rtlCol="0" anchor="ctr"/>
          <a:lstStyle/>
          <a:p>
            <a:endParaRPr lang="pt-BR" sz="849">
              <a:solidFill>
                <a:schemeClr val="accent6"/>
              </a:solidFill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819F04F-8ABD-ABFC-2381-D3C3D7CF30AF}"/>
              </a:ext>
            </a:extLst>
          </p:cNvPr>
          <p:cNvCxnSpPr/>
          <p:nvPr userDrawn="1"/>
        </p:nvCxnSpPr>
        <p:spPr>
          <a:xfrm>
            <a:off x="0" y="6699502"/>
            <a:ext cx="12192000" cy="0"/>
          </a:xfrm>
          <a:prstGeom prst="line">
            <a:avLst/>
          </a:prstGeom>
          <a:ln>
            <a:gradFill>
              <a:gsLst>
                <a:gs pos="0">
                  <a:schemeClr val="accent1"/>
                </a:gs>
                <a:gs pos="50000">
                  <a:srgbClr val="AAE4C0"/>
                </a:gs>
                <a:gs pos="100000">
                  <a:schemeClr val="accent2">
                    <a:alpha val="0"/>
                  </a:schemeClr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5FA29D40-8F86-4DCA-85E9-E401626339AF}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6776531"/>
            <a:ext cx="12192000" cy="0"/>
          </a:xfrm>
          <a:prstGeom prst="line">
            <a:avLst/>
          </a:prstGeom>
          <a:ln>
            <a:gradFill>
              <a:gsLst>
                <a:gs pos="0">
                  <a:schemeClr val="accent3">
                    <a:lumMod val="50000"/>
                  </a:schemeClr>
                </a:gs>
                <a:gs pos="50000">
                  <a:schemeClr val="accent3">
                    <a:lumMod val="60000"/>
                    <a:lumOff val="40000"/>
                  </a:schemeClr>
                </a:gs>
                <a:gs pos="100000">
                  <a:schemeClr val="bg1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637918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469">
          <p15:clr>
            <a:srgbClr val="FBAE40"/>
          </p15:clr>
        </p15:guide>
        <p15:guide id="2" orient="horz" pos="3974">
          <p15:clr>
            <a:srgbClr val="FBAE40"/>
          </p15:clr>
        </p15:guide>
        <p15:guide id="3" orient="horz" pos="232">
          <p15:clr>
            <a:srgbClr val="FBAE40"/>
          </p15:clr>
        </p15:guide>
        <p15:guide id="4" pos="211">
          <p15:clr>
            <a:srgbClr val="FBAE40"/>
          </p15:clr>
        </p15:guide>
        <p15:guide id="5" orient="horz" pos="4065">
          <p15:clr>
            <a:srgbClr val="FBAE40"/>
          </p15:clr>
        </p15:guide>
        <p15:guide id="6" orient="horz" pos="799">
          <p15:clr>
            <a:srgbClr val="FBAE40"/>
          </p15:clr>
        </p15:guide>
        <p15:guide id="7" orient="horz" pos="935">
          <p15:clr>
            <a:srgbClr val="FBAE40"/>
          </p15:clr>
        </p15:guide>
      </p15:sldGuideLst>
    </p:ext>
  </p:extLst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ítulo | 2 linhas - Branco 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132BCE3-A04F-8602-64F7-7623C7EAF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61763" y="6482556"/>
            <a:ext cx="295275" cy="1692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 sz="1100">
                <a:solidFill>
                  <a:schemeClr val="tx1"/>
                </a:solidFill>
                <a:latin typeface="Versos" panose="020B0503020204030204" pitchFamily="34" charset="0"/>
                <a:cs typeface="Versos" panose="020B0503020204030204" pitchFamily="34" charset="0"/>
              </a:defRPr>
            </a:lvl1pPr>
          </a:lstStyle>
          <a:p>
            <a:fld id="{77667D73-C69A-4DAA-9003-24A825D36FE9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B13D7C-5A47-B0DF-B518-26E79F5D2DB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64" y="368301"/>
            <a:ext cx="10183813" cy="4308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800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 err="1"/>
              <a:t>Título</a:t>
            </a:r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2BF5896-7E11-14FB-06A4-95B1CAD37BF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34964" y="1949415"/>
            <a:ext cx="5648397" cy="435931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chemeClr val="tx1"/>
                </a:solidFill>
                <a:latin typeface="Versos Light" panose="020B04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401465E-A8CD-A3BA-BE2A-9597492FDC6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4963" y="6482556"/>
            <a:ext cx="10980000" cy="180000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chemeClr val="tx1"/>
                </a:solidFill>
                <a:latin typeface="Versos Light" panose="020B0403020204030204" pitchFamily="34" charset="0"/>
              </a:defRPr>
            </a:lvl1pPr>
            <a:lvl2pPr>
              <a:defRPr sz="900">
                <a:latin typeface="Versos Light" panose="020B0403020204030204" pitchFamily="34" charset="0"/>
              </a:defRPr>
            </a:lvl2pPr>
            <a:lvl3pPr>
              <a:defRPr sz="900">
                <a:latin typeface="Versos Light" panose="020B0403020204030204" pitchFamily="34" charset="0"/>
              </a:defRPr>
            </a:lvl3pPr>
            <a:lvl4pPr>
              <a:defRPr sz="900">
                <a:latin typeface="Versos Light" panose="020B0403020204030204" pitchFamily="34" charset="0"/>
              </a:defRPr>
            </a:lvl4pPr>
            <a:lvl5pPr>
              <a:defRPr sz="900">
                <a:latin typeface="Versos Light" panose="020B0403020204030204" pitchFamily="34" charset="0"/>
              </a:defRPr>
            </a:lvl5pPr>
          </a:lstStyle>
          <a:p>
            <a:pPr lvl="0"/>
            <a:r>
              <a:rPr lang="en-US"/>
              <a:t>Fonte:</a:t>
            </a:r>
            <a:endParaRPr lang="pt-BR"/>
          </a:p>
        </p:txBody>
      </p:sp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A0F307EA-4C29-0128-C5F3-1EC020414CC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208641" y="1949415"/>
            <a:ext cx="5648397" cy="435931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chemeClr val="tx1"/>
                </a:solidFill>
                <a:latin typeface="Versos Light" panose="020B04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8">
            <a:extLst>
              <a:ext uri="{FF2B5EF4-FFF2-40B4-BE49-F238E27FC236}">
                <a16:creationId xmlns:a16="http://schemas.microsoft.com/office/drawing/2014/main" id="{FC74B37E-4911-072A-7204-9C9ACA9A1C8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34964" y="1518528"/>
            <a:ext cx="5648397" cy="23011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chemeClr val="tx1"/>
                </a:solidFill>
                <a:latin typeface="Versos" panose="020B05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75ABF0D0-FF53-6AFF-585A-B5197E38DF0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208641" y="1518528"/>
            <a:ext cx="5648397" cy="23011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chemeClr val="tx1"/>
                </a:solidFill>
                <a:latin typeface="Versos" panose="020B05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Picture 8">
            <a:extLst>
              <a:ext uri="{FF2B5EF4-FFF2-40B4-BE49-F238E27FC236}">
                <a16:creationId xmlns:a16="http://schemas.microsoft.com/office/drawing/2014/main" id="{D2821058-F589-1511-1D91-0F05271A6C82}"/>
              </a:ext>
            </a:extLst>
          </p:cNvPr>
          <p:cNvSpPr/>
          <p:nvPr userDrawn="1"/>
        </p:nvSpPr>
        <p:spPr>
          <a:xfrm>
            <a:off x="11091186" y="377179"/>
            <a:ext cx="765852" cy="260086"/>
          </a:xfrm>
          <a:custGeom>
            <a:avLst/>
            <a:gdLst>
              <a:gd name="connsiteX0" fmla="*/ 739575 w 765852"/>
              <a:gd name="connsiteY0" fmla="*/ 143884 h 260086"/>
              <a:gd name="connsiteX1" fmla="*/ 765852 w 765852"/>
              <a:gd name="connsiteY1" fmla="*/ 83403 h 260086"/>
              <a:gd name="connsiteX2" fmla="*/ 739575 w 765852"/>
              <a:gd name="connsiteY2" fmla="*/ 22921 h 260086"/>
              <a:gd name="connsiteX3" fmla="*/ 672177 w 765852"/>
              <a:gd name="connsiteY3" fmla="*/ 0 h 260086"/>
              <a:gd name="connsiteX4" fmla="*/ 604779 w 765852"/>
              <a:gd name="connsiteY4" fmla="*/ 22921 h 260086"/>
              <a:gd name="connsiteX5" fmla="*/ 578501 w 765852"/>
              <a:gd name="connsiteY5" fmla="*/ 83403 h 260086"/>
              <a:gd name="connsiteX6" fmla="*/ 604779 w 765852"/>
              <a:gd name="connsiteY6" fmla="*/ 143884 h 260086"/>
              <a:gd name="connsiteX7" fmla="*/ 672177 w 765852"/>
              <a:gd name="connsiteY7" fmla="*/ 166805 h 260086"/>
              <a:gd name="connsiteX8" fmla="*/ 739575 w 765852"/>
              <a:gd name="connsiteY8" fmla="*/ 143884 h 260086"/>
              <a:gd name="connsiteX9" fmla="*/ 604595 w 765852"/>
              <a:gd name="connsiteY9" fmla="*/ 83403 h 260086"/>
              <a:gd name="connsiteX10" fmla="*/ 622611 w 765852"/>
              <a:gd name="connsiteY10" fmla="*/ 41871 h 260086"/>
              <a:gd name="connsiteX11" fmla="*/ 672177 w 765852"/>
              <a:gd name="connsiteY11" fmla="*/ 25719 h 260086"/>
              <a:gd name="connsiteX12" fmla="*/ 721742 w 765852"/>
              <a:gd name="connsiteY12" fmla="*/ 41871 h 260086"/>
              <a:gd name="connsiteX13" fmla="*/ 739759 w 765852"/>
              <a:gd name="connsiteY13" fmla="*/ 83403 h 260086"/>
              <a:gd name="connsiteX14" fmla="*/ 721742 w 765852"/>
              <a:gd name="connsiteY14" fmla="*/ 124934 h 260086"/>
              <a:gd name="connsiteX15" fmla="*/ 672177 w 765852"/>
              <a:gd name="connsiteY15" fmla="*/ 141077 h 260086"/>
              <a:gd name="connsiteX16" fmla="*/ 622611 w 765852"/>
              <a:gd name="connsiteY16" fmla="*/ 124934 h 260086"/>
              <a:gd name="connsiteX17" fmla="*/ 604595 w 765852"/>
              <a:gd name="connsiteY17" fmla="*/ 83403 h 260086"/>
              <a:gd name="connsiteX18" fmla="*/ 238310 w 765852"/>
              <a:gd name="connsiteY18" fmla="*/ 207181 h 260086"/>
              <a:gd name="connsiteX19" fmla="*/ 249560 w 765852"/>
              <a:gd name="connsiteY19" fmla="*/ 204081 h 260086"/>
              <a:gd name="connsiteX20" fmla="*/ 261562 w 765852"/>
              <a:gd name="connsiteY20" fmla="*/ 207713 h 260086"/>
              <a:gd name="connsiteX21" fmla="*/ 268163 w 765852"/>
              <a:gd name="connsiteY21" fmla="*/ 217812 h 260086"/>
              <a:gd name="connsiteX22" fmla="*/ 275874 w 765852"/>
              <a:gd name="connsiteY22" fmla="*/ 217812 h 260086"/>
              <a:gd name="connsiteX23" fmla="*/ 267145 w 765852"/>
              <a:gd name="connsiteY23" fmla="*/ 202568 h 260086"/>
              <a:gd name="connsiteX24" fmla="*/ 249917 w 765852"/>
              <a:gd name="connsiteY24" fmla="*/ 196982 h 260086"/>
              <a:gd name="connsiteX25" fmla="*/ 234322 w 765852"/>
              <a:gd name="connsiteY25" fmla="*/ 200926 h 260086"/>
              <a:gd name="connsiteX26" fmla="*/ 223961 w 765852"/>
              <a:gd name="connsiteY26" fmla="*/ 212052 h 260086"/>
              <a:gd name="connsiteX27" fmla="*/ 220330 w 765852"/>
              <a:gd name="connsiteY27" fmla="*/ 228534 h 260086"/>
              <a:gd name="connsiteX28" fmla="*/ 223961 w 765852"/>
              <a:gd name="connsiteY28" fmla="*/ 245062 h 260086"/>
              <a:gd name="connsiteX29" fmla="*/ 234322 w 765852"/>
              <a:gd name="connsiteY29" fmla="*/ 256142 h 260086"/>
              <a:gd name="connsiteX30" fmla="*/ 249917 w 765852"/>
              <a:gd name="connsiteY30" fmla="*/ 260086 h 260086"/>
              <a:gd name="connsiteX31" fmla="*/ 267145 w 765852"/>
              <a:gd name="connsiteY31" fmla="*/ 254501 h 260086"/>
              <a:gd name="connsiteX32" fmla="*/ 275782 w 765852"/>
              <a:gd name="connsiteY32" fmla="*/ 239256 h 260086"/>
              <a:gd name="connsiteX33" fmla="*/ 268071 w 765852"/>
              <a:gd name="connsiteY33" fmla="*/ 239256 h 260086"/>
              <a:gd name="connsiteX34" fmla="*/ 261516 w 765852"/>
              <a:gd name="connsiteY34" fmla="*/ 249401 h 260086"/>
              <a:gd name="connsiteX35" fmla="*/ 249560 w 765852"/>
              <a:gd name="connsiteY35" fmla="*/ 252987 h 260086"/>
              <a:gd name="connsiteX36" fmla="*/ 238310 w 765852"/>
              <a:gd name="connsiteY36" fmla="*/ 249887 h 260086"/>
              <a:gd name="connsiteX37" fmla="*/ 230828 w 765852"/>
              <a:gd name="connsiteY37" fmla="*/ 241201 h 260086"/>
              <a:gd name="connsiteX38" fmla="*/ 228215 w 765852"/>
              <a:gd name="connsiteY38" fmla="*/ 228525 h 260086"/>
              <a:gd name="connsiteX39" fmla="*/ 230828 w 765852"/>
              <a:gd name="connsiteY39" fmla="*/ 215812 h 260086"/>
              <a:gd name="connsiteX40" fmla="*/ 238310 w 765852"/>
              <a:gd name="connsiteY40" fmla="*/ 207172 h 260086"/>
              <a:gd name="connsiteX41" fmla="*/ 335580 w 765852"/>
              <a:gd name="connsiteY41" fmla="*/ 197523 h 260086"/>
              <a:gd name="connsiteX42" fmla="*/ 311925 w 765852"/>
              <a:gd name="connsiteY42" fmla="*/ 259554 h 260086"/>
              <a:gd name="connsiteX43" fmla="*/ 319892 w 765852"/>
              <a:gd name="connsiteY43" fmla="*/ 259554 h 260086"/>
              <a:gd name="connsiteX44" fmla="*/ 326448 w 765852"/>
              <a:gd name="connsiteY44" fmla="*/ 242806 h 260086"/>
              <a:gd name="connsiteX45" fmla="*/ 353467 w 765852"/>
              <a:gd name="connsiteY45" fmla="*/ 242806 h 260086"/>
              <a:gd name="connsiteX46" fmla="*/ 360023 w 765852"/>
              <a:gd name="connsiteY46" fmla="*/ 259554 h 260086"/>
              <a:gd name="connsiteX47" fmla="*/ 368256 w 765852"/>
              <a:gd name="connsiteY47" fmla="*/ 259554 h 260086"/>
              <a:gd name="connsiteX48" fmla="*/ 344693 w 765852"/>
              <a:gd name="connsiteY48" fmla="*/ 197523 h 260086"/>
              <a:gd name="connsiteX49" fmla="*/ 335570 w 765852"/>
              <a:gd name="connsiteY49" fmla="*/ 197523 h 260086"/>
              <a:gd name="connsiteX50" fmla="*/ 328758 w 765852"/>
              <a:gd name="connsiteY50" fmla="*/ 235808 h 260086"/>
              <a:gd name="connsiteX51" fmla="*/ 339916 w 765852"/>
              <a:gd name="connsiteY51" fmla="*/ 205943 h 260086"/>
              <a:gd name="connsiteX52" fmla="*/ 351166 w 765852"/>
              <a:gd name="connsiteY52" fmla="*/ 235808 h 260086"/>
              <a:gd name="connsiteX53" fmla="*/ 328749 w 765852"/>
              <a:gd name="connsiteY53" fmla="*/ 235808 h 260086"/>
              <a:gd name="connsiteX54" fmla="*/ 725437 w 765852"/>
              <a:gd name="connsiteY54" fmla="*/ 197523 h 260086"/>
              <a:gd name="connsiteX55" fmla="*/ 717736 w 765852"/>
              <a:gd name="connsiteY55" fmla="*/ 197523 h 260086"/>
              <a:gd name="connsiteX56" fmla="*/ 717736 w 765852"/>
              <a:gd name="connsiteY56" fmla="*/ 259554 h 260086"/>
              <a:gd name="connsiteX57" fmla="*/ 753704 w 765852"/>
              <a:gd name="connsiteY57" fmla="*/ 259554 h 260086"/>
              <a:gd name="connsiteX58" fmla="*/ 753704 w 765852"/>
              <a:gd name="connsiteY58" fmla="*/ 252464 h 260086"/>
              <a:gd name="connsiteX59" fmla="*/ 725446 w 765852"/>
              <a:gd name="connsiteY59" fmla="*/ 252464 h 260086"/>
              <a:gd name="connsiteX60" fmla="*/ 725446 w 765852"/>
              <a:gd name="connsiteY60" fmla="*/ 197523 h 260086"/>
              <a:gd name="connsiteX61" fmla="*/ 250953 w 765852"/>
              <a:gd name="connsiteY61" fmla="*/ 2119 h 260086"/>
              <a:gd name="connsiteX62" fmla="*/ 225566 w 765852"/>
              <a:gd name="connsiteY62" fmla="*/ 2119 h 260086"/>
              <a:gd name="connsiteX63" fmla="*/ 225566 w 765852"/>
              <a:gd name="connsiteY63" fmla="*/ 164677 h 260086"/>
              <a:gd name="connsiteX64" fmla="*/ 250953 w 765852"/>
              <a:gd name="connsiteY64" fmla="*/ 164677 h 260086"/>
              <a:gd name="connsiteX65" fmla="*/ 250953 w 765852"/>
              <a:gd name="connsiteY65" fmla="*/ 2119 h 260086"/>
              <a:gd name="connsiteX66" fmla="*/ 80592 w 765852"/>
              <a:gd name="connsiteY66" fmla="*/ 62692 h 260086"/>
              <a:gd name="connsiteX67" fmla="*/ 80592 w 765852"/>
              <a:gd name="connsiteY67" fmla="*/ 164687 h 260086"/>
              <a:gd name="connsiteX68" fmla="*/ 106732 w 765852"/>
              <a:gd name="connsiteY68" fmla="*/ 164687 h 260086"/>
              <a:gd name="connsiteX69" fmla="*/ 106713 w 765852"/>
              <a:gd name="connsiteY69" fmla="*/ 62692 h 260086"/>
              <a:gd name="connsiteX70" fmla="*/ 95124 w 765852"/>
              <a:gd name="connsiteY70" fmla="*/ 28700 h 260086"/>
              <a:gd name="connsiteX71" fmla="*/ 93648 w 765852"/>
              <a:gd name="connsiteY71" fmla="*/ 26792 h 260086"/>
              <a:gd name="connsiteX72" fmla="*/ 92172 w 765852"/>
              <a:gd name="connsiteY72" fmla="*/ 28700 h 260086"/>
              <a:gd name="connsiteX73" fmla="*/ 80583 w 765852"/>
              <a:gd name="connsiteY73" fmla="*/ 62692 h 260086"/>
              <a:gd name="connsiteX74" fmla="*/ 47273 w 765852"/>
              <a:gd name="connsiteY74" fmla="*/ 2119 h 260086"/>
              <a:gd name="connsiteX75" fmla="*/ 0 w 765852"/>
              <a:gd name="connsiteY75" fmla="*/ 2119 h 260086"/>
              <a:gd name="connsiteX76" fmla="*/ 0 w 765852"/>
              <a:gd name="connsiteY76" fmla="*/ 26792 h 260086"/>
              <a:gd name="connsiteX77" fmla="*/ 93648 w 765852"/>
              <a:gd name="connsiteY77" fmla="*/ 26792 h 260086"/>
              <a:gd name="connsiteX78" fmla="*/ 91328 w 765852"/>
              <a:gd name="connsiteY78" fmla="*/ 23793 h 260086"/>
              <a:gd name="connsiteX79" fmla="*/ 47273 w 765852"/>
              <a:gd name="connsiteY79" fmla="*/ 2119 h 260086"/>
              <a:gd name="connsiteX80" fmla="*/ 95968 w 765852"/>
              <a:gd name="connsiteY80" fmla="*/ 23793 h 260086"/>
              <a:gd name="connsiteX81" fmla="*/ 93648 w 765852"/>
              <a:gd name="connsiteY81" fmla="*/ 26792 h 260086"/>
              <a:gd name="connsiteX82" fmla="*/ 187296 w 765852"/>
              <a:gd name="connsiteY82" fmla="*/ 26792 h 260086"/>
              <a:gd name="connsiteX83" fmla="*/ 187296 w 765852"/>
              <a:gd name="connsiteY83" fmla="*/ 2119 h 260086"/>
              <a:gd name="connsiteX84" fmla="*/ 140023 w 765852"/>
              <a:gd name="connsiteY84" fmla="*/ 2119 h 260086"/>
              <a:gd name="connsiteX85" fmla="*/ 95958 w 765852"/>
              <a:gd name="connsiteY85" fmla="*/ 23793 h 260086"/>
              <a:gd name="connsiteX86" fmla="*/ 514844 w 765852"/>
              <a:gd name="connsiteY86" fmla="*/ 164677 h 260086"/>
              <a:gd name="connsiteX87" fmla="*/ 540232 w 765852"/>
              <a:gd name="connsiteY87" fmla="*/ 164677 h 260086"/>
              <a:gd name="connsiteX88" fmla="*/ 540232 w 765852"/>
              <a:gd name="connsiteY88" fmla="*/ 2119 h 260086"/>
              <a:gd name="connsiteX89" fmla="*/ 514844 w 765852"/>
              <a:gd name="connsiteY89" fmla="*/ 2119 h 260086"/>
              <a:gd name="connsiteX90" fmla="*/ 514844 w 765852"/>
              <a:gd name="connsiteY90" fmla="*/ 164677 h 260086"/>
              <a:gd name="connsiteX91" fmla="*/ 495205 w 765852"/>
              <a:gd name="connsiteY91" fmla="*/ 259554 h 260086"/>
              <a:gd name="connsiteX92" fmla="*/ 502915 w 765852"/>
              <a:gd name="connsiteY92" fmla="*/ 259554 h 260086"/>
              <a:gd name="connsiteX93" fmla="*/ 502915 w 765852"/>
              <a:gd name="connsiteY93" fmla="*/ 197523 h 260086"/>
              <a:gd name="connsiteX94" fmla="*/ 495205 w 765852"/>
              <a:gd name="connsiteY94" fmla="*/ 197523 h 260086"/>
              <a:gd name="connsiteX95" fmla="*/ 495205 w 765852"/>
              <a:gd name="connsiteY95" fmla="*/ 259554 h 260086"/>
              <a:gd name="connsiteX96" fmla="*/ 544816 w 765852"/>
              <a:gd name="connsiteY96" fmla="*/ 204613 h 260086"/>
              <a:gd name="connsiteX97" fmla="*/ 564923 w 765852"/>
              <a:gd name="connsiteY97" fmla="*/ 204613 h 260086"/>
              <a:gd name="connsiteX98" fmla="*/ 564923 w 765852"/>
              <a:gd name="connsiteY98" fmla="*/ 259554 h 260086"/>
              <a:gd name="connsiteX99" fmla="*/ 572633 w 765852"/>
              <a:gd name="connsiteY99" fmla="*/ 259554 h 260086"/>
              <a:gd name="connsiteX100" fmla="*/ 572633 w 765852"/>
              <a:gd name="connsiteY100" fmla="*/ 204613 h 260086"/>
              <a:gd name="connsiteX101" fmla="*/ 592740 w 765852"/>
              <a:gd name="connsiteY101" fmla="*/ 204613 h 260086"/>
              <a:gd name="connsiteX102" fmla="*/ 592740 w 765852"/>
              <a:gd name="connsiteY102" fmla="*/ 197523 h 260086"/>
              <a:gd name="connsiteX103" fmla="*/ 544816 w 765852"/>
              <a:gd name="connsiteY103" fmla="*/ 197523 h 260086"/>
              <a:gd name="connsiteX104" fmla="*/ 544816 w 765852"/>
              <a:gd name="connsiteY104" fmla="*/ 204613 h 260086"/>
              <a:gd name="connsiteX105" fmla="*/ 287389 w 765852"/>
              <a:gd name="connsiteY105" fmla="*/ 2119 h 260086"/>
              <a:gd name="connsiteX106" fmla="*/ 345234 w 765852"/>
              <a:gd name="connsiteY106" fmla="*/ 140105 h 260086"/>
              <a:gd name="connsiteX107" fmla="*/ 381413 w 765852"/>
              <a:gd name="connsiteY107" fmla="*/ 166796 h 260086"/>
              <a:gd name="connsiteX108" fmla="*/ 382899 w 765852"/>
              <a:gd name="connsiteY108" fmla="*/ 166796 h 260086"/>
              <a:gd name="connsiteX109" fmla="*/ 316692 w 765852"/>
              <a:gd name="connsiteY109" fmla="*/ 2119 h 260086"/>
              <a:gd name="connsiteX110" fmla="*/ 287389 w 765852"/>
              <a:gd name="connsiteY110" fmla="*/ 2119 h 260086"/>
              <a:gd name="connsiteX111" fmla="*/ 443549 w 765852"/>
              <a:gd name="connsiteY111" fmla="*/ 199871 h 260086"/>
              <a:gd name="connsiteX112" fmla="*/ 432739 w 765852"/>
              <a:gd name="connsiteY112" fmla="*/ 197523 h 260086"/>
              <a:gd name="connsiteX113" fmla="*/ 408910 w 765852"/>
              <a:gd name="connsiteY113" fmla="*/ 197523 h 260086"/>
              <a:gd name="connsiteX114" fmla="*/ 408910 w 765852"/>
              <a:gd name="connsiteY114" fmla="*/ 259554 h 260086"/>
              <a:gd name="connsiteX115" fmla="*/ 416621 w 765852"/>
              <a:gd name="connsiteY115" fmla="*/ 259554 h 260086"/>
              <a:gd name="connsiteX116" fmla="*/ 416621 w 765852"/>
              <a:gd name="connsiteY116" fmla="*/ 235716 h 260086"/>
              <a:gd name="connsiteX117" fmla="*/ 432748 w 765852"/>
              <a:gd name="connsiteY117" fmla="*/ 235716 h 260086"/>
              <a:gd name="connsiteX118" fmla="*/ 443512 w 765852"/>
              <a:gd name="connsiteY118" fmla="*/ 233368 h 260086"/>
              <a:gd name="connsiteX119" fmla="*/ 450728 w 765852"/>
              <a:gd name="connsiteY119" fmla="*/ 226681 h 260086"/>
              <a:gd name="connsiteX120" fmla="*/ 453295 w 765852"/>
              <a:gd name="connsiteY120" fmla="*/ 216583 h 260086"/>
              <a:gd name="connsiteX121" fmla="*/ 450774 w 765852"/>
              <a:gd name="connsiteY121" fmla="*/ 206521 h 260086"/>
              <a:gd name="connsiteX122" fmla="*/ 443558 w 765852"/>
              <a:gd name="connsiteY122" fmla="*/ 199871 h 260086"/>
              <a:gd name="connsiteX123" fmla="*/ 441779 w 765852"/>
              <a:gd name="connsiteY123" fmla="*/ 225351 h 260086"/>
              <a:gd name="connsiteX124" fmla="*/ 432033 w 765852"/>
              <a:gd name="connsiteY124" fmla="*/ 228635 h 260086"/>
              <a:gd name="connsiteX125" fmla="*/ 416621 w 765852"/>
              <a:gd name="connsiteY125" fmla="*/ 228635 h 260086"/>
              <a:gd name="connsiteX126" fmla="*/ 416621 w 765852"/>
              <a:gd name="connsiteY126" fmla="*/ 204622 h 260086"/>
              <a:gd name="connsiteX127" fmla="*/ 432125 w 765852"/>
              <a:gd name="connsiteY127" fmla="*/ 204622 h 260086"/>
              <a:gd name="connsiteX128" fmla="*/ 441825 w 765852"/>
              <a:gd name="connsiteY128" fmla="*/ 207860 h 260086"/>
              <a:gd name="connsiteX129" fmla="*/ 445410 w 765852"/>
              <a:gd name="connsiteY129" fmla="*/ 216592 h 260086"/>
              <a:gd name="connsiteX130" fmla="*/ 441779 w 765852"/>
              <a:gd name="connsiteY130" fmla="*/ 225361 h 260086"/>
              <a:gd name="connsiteX131" fmla="*/ 382889 w 765852"/>
              <a:gd name="connsiteY131" fmla="*/ 166805 h 260086"/>
              <a:gd name="connsiteX132" fmla="*/ 384375 w 765852"/>
              <a:gd name="connsiteY132" fmla="*/ 166805 h 260086"/>
              <a:gd name="connsiteX133" fmla="*/ 420554 w 765852"/>
              <a:gd name="connsiteY133" fmla="*/ 140114 h 260086"/>
              <a:gd name="connsiteX134" fmla="*/ 478399 w 765852"/>
              <a:gd name="connsiteY134" fmla="*/ 2128 h 260086"/>
              <a:gd name="connsiteX135" fmla="*/ 449096 w 765852"/>
              <a:gd name="connsiteY135" fmla="*/ 2128 h 260086"/>
              <a:gd name="connsiteX136" fmla="*/ 382889 w 765852"/>
              <a:gd name="connsiteY136" fmla="*/ 166814 h 260086"/>
              <a:gd name="connsiteX137" fmla="*/ 644368 w 765852"/>
              <a:gd name="connsiteY137" fmla="*/ 197523 h 260086"/>
              <a:gd name="connsiteX138" fmla="*/ 620714 w 765852"/>
              <a:gd name="connsiteY138" fmla="*/ 259554 h 260086"/>
              <a:gd name="connsiteX139" fmla="*/ 628690 w 765852"/>
              <a:gd name="connsiteY139" fmla="*/ 259554 h 260086"/>
              <a:gd name="connsiteX140" fmla="*/ 635246 w 765852"/>
              <a:gd name="connsiteY140" fmla="*/ 242806 h 260086"/>
              <a:gd name="connsiteX141" fmla="*/ 662266 w 765852"/>
              <a:gd name="connsiteY141" fmla="*/ 242806 h 260086"/>
              <a:gd name="connsiteX142" fmla="*/ 668821 w 765852"/>
              <a:gd name="connsiteY142" fmla="*/ 259554 h 260086"/>
              <a:gd name="connsiteX143" fmla="*/ 677055 w 765852"/>
              <a:gd name="connsiteY143" fmla="*/ 259554 h 260086"/>
              <a:gd name="connsiteX144" fmla="*/ 653491 w 765852"/>
              <a:gd name="connsiteY144" fmla="*/ 197523 h 260086"/>
              <a:gd name="connsiteX145" fmla="*/ 644368 w 765852"/>
              <a:gd name="connsiteY145" fmla="*/ 197523 h 260086"/>
              <a:gd name="connsiteX146" fmla="*/ 637547 w 765852"/>
              <a:gd name="connsiteY146" fmla="*/ 235808 h 260086"/>
              <a:gd name="connsiteX147" fmla="*/ 648705 w 765852"/>
              <a:gd name="connsiteY147" fmla="*/ 205943 h 260086"/>
              <a:gd name="connsiteX148" fmla="*/ 659955 w 765852"/>
              <a:gd name="connsiteY148" fmla="*/ 235808 h 260086"/>
              <a:gd name="connsiteX149" fmla="*/ 637538 w 765852"/>
              <a:gd name="connsiteY149" fmla="*/ 235808 h 260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</a:cxnLst>
            <a:rect l="l" t="t" r="r" b="b"/>
            <a:pathLst>
              <a:path w="765852" h="260086">
                <a:moveTo>
                  <a:pt x="739575" y="143884"/>
                </a:moveTo>
                <a:cubicBezTo>
                  <a:pt x="756519" y="128906"/>
                  <a:pt x="765852" y="107425"/>
                  <a:pt x="765852" y="83403"/>
                </a:cubicBezTo>
                <a:cubicBezTo>
                  <a:pt x="765852" y="59381"/>
                  <a:pt x="756519" y="37899"/>
                  <a:pt x="739575" y="22921"/>
                </a:cubicBezTo>
                <a:cubicBezTo>
                  <a:pt x="722613" y="7925"/>
                  <a:pt x="699307" y="0"/>
                  <a:pt x="672177" y="0"/>
                </a:cubicBezTo>
                <a:cubicBezTo>
                  <a:pt x="645047" y="0"/>
                  <a:pt x="621740" y="7925"/>
                  <a:pt x="604779" y="22921"/>
                </a:cubicBezTo>
                <a:cubicBezTo>
                  <a:pt x="587835" y="37899"/>
                  <a:pt x="578501" y="59381"/>
                  <a:pt x="578501" y="83403"/>
                </a:cubicBezTo>
                <a:cubicBezTo>
                  <a:pt x="578501" y="107425"/>
                  <a:pt x="587835" y="128906"/>
                  <a:pt x="604779" y="143884"/>
                </a:cubicBezTo>
                <a:cubicBezTo>
                  <a:pt x="621740" y="158881"/>
                  <a:pt x="645047" y="166805"/>
                  <a:pt x="672177" y="166805"/>
                </a:cubicBezTo>
                <a:cubicBezTo>
                  <a:pt x="699307" y="166805"/>
                  <a:pt x="722613" y="158881"/>
                  <a:pt x="739575" y="143884"/>
                </a:cubicBezTo>
                <a:close/>
                <a:moveTo>
                  <a:pt x="604595" y="83403"/>
                </a:moveTo>
                <a:cubicBezTo>
                  <a:pt x="604595" y="66489"/>
                  <a:pt x="610821" y="52135"/>
                  <a:pt x="622611" y="41871"/>
                </a:cubicBezTo>
                <a:cubicBezTo>
                  <a:pt x="634751" y="31305"/>
                  <a:pt x="651887" y="25719"/>
                  <a:pt x="672177" y="25719"/>
                </a:cubicBezTo>
                <a:cubicBezTo>
                  <a:pt x="692467" y="25719"/>
                  <a:pt x="709603" y="31305"/>
                  <a:pt x="721742" y="41871"/>
                </a:cubicBezTo>
                <a:cubicBezTo>
                  <a:pt x="733524" y="52126"/>
                  <a:pt x="739759" y="66489"/>
                  <a:pt x="739759" y="83403"/>
                </a:cubicBezTo>
                <a:cubicBezTo>
                  <a:pt x="739759" y="100316"/>
                  <a:pt x="733533" y="114671"/>
                  <a:pt x="721742" y="124934"/>
                </a:cubicBezTo>
                <a:cubicBezTo>
                  <a:pt x="709603" y="135501"/>
                  <a:pt x="692467" y="141077"/>
                  <a:pt x="672177" y="141077"/>
                </a:cubicBezTo>
                <a:cubicBezTo>
                  <a:pt x="651887" y="141077"/>
                  <a:pt x="634741" y="135491"/>
                  <a:pt x="622611" y="124934"/>
                </a:cubicBezTo>
                <a:cubicBezTo>
                  <a:pt x="610830" y="114671"/>
                  <a:pt x="604595" y="100316"/>
                  <a:pt x="604595" y="83403"/>
                </a:cubicBezTo>
                <a:close/>
                <a:moveTo>
                  <a:pt x="238310" y="207181"/>
                </a:moveTo>
                <a:cubicBezTo>
                  <a:pt x="241556" y="205118"/>
                  <a:pt x="245306" y="204081"/>
                  <a:pt x="249560" y="204081"/>
                </a:cubicBezTo>
                <a:cubicBezTo>
                  <a:pt x="254282" y="204081"/>
                  <a:pt x="258288" y="205292"/>
                  <a:pt x="261562" y="207713"/>
                </a:cubicBezTo>
                <a:cubicBezTo>
                  <a:pt x="264835" y="210135"/>
                  <a:pt x="267035" y="213501"/>
                  <a:pt x="268163" y="217812"/>
                </a:cubicBezTo>
                <a:lnTo>
                  <a:pt x="275874" y="217812"/>
                </a:lnTo>
                <a:cubicBezTo>
                  <a:pt x="274691" y="211373"/>
                  <a:pt x="271784" y="206292"/>
                  <a:pt x="267145" y="202568"/>
                </a:cubicBezTo>
                <a:cubicBezTo>
                  <a:pt x="262506" y="198844"/>
                  <a:pt x="256766" y="196982"/>
                  <a:pt x="249917" y="196982"/>
                </a:cubicBezTo>
                <a:cubicBezTo>
                  <a:pt x="244013" y="196982"/>
                  <a:pt x="238814" y="198293"/>
                  <a:pt x="234322" y="200926"/>
                </a:cubicBezTo>
                <a:cubicBezTo>
                  <a:pt x="229838" y="203558"/>
                  <a:pt x="226382" y="207264"/>
                  <a:pt x="223961" y="212052"/>
                </a:cubicBezTo>
                <a:cubicBezTo>
                  <a:pt x="221541" y="216840"/>
                  <a:pt x="220330" y="222334"/>
                  <a:pt x="220330" y="228534"/>
                </a:cubicBezTo>
                <a:cubicBezTo>
                  <a:pt x="220330" y="234734"/>
                  <a:pt x="221541" y="240302"/>
                  <a:pt x="223961" y="245062"/>
                </a:cubicBezTo>
                <a:cubicBezTo>
                  <a:pt x="226382" y="249823"/>
                  <a:pt x="229838" y="253510"/>
                  <a:pt x="234322" y="256142"/>
                </a:cubicBezTo>
                <a:cubicBezTo>
                  <a:pt x="238805" y="258775"/>
                  <a:pt x="244004" y="260086"/>
                  <a:pt x="249917" y="260086"/>
                </a:cubicBezTo>
                <a:cubicBezTo>
                  <a:pt x="256831" y="260086"/>
                  <a:pt x="262570" y="258224"/>
                  <a:pt x="267145" y="254501"/>
                </a:cubicBezTo>
                <a:cubicBezTo>
                  <a:pt x="271720" y="250777"/>
                  <a:pt x="274599" y="245695"/>
                  <a:pt x="275782" y="239256"/>
                </a:cubicBezTo>
                <a:lnTo>
                  <a:pt x="268071" y="239256"/>
                </a:lnTo>
                <a:cubicBezTo>
                  <a:pt x="266888" y="243631"/>
                  <a:pt x="264706" y="247007"/>
                  <a:pt x="261516" y="249401"/>
                </a:cubicBezTo>
                <a:cubicBezTo>
                  <a:pt x="258325" y="251795"/>
                  <a:pt x="254337" y="252987"/>
                  <a:pt x="249560" y="252987"/>
                </a:cubicBezTo>
                <a:cubicBezTo>
                  <a:pt x="245306" y="252987"/>
                  <a:pt x="241556" y="251951"/>
                  <a:pt x="238310" y="249887"/>
                </a:cubicBezTo>
                <a:cubicBezTo>
                  <a:pt x="235064" y="247823"/>
                  <a:pt x="232561" y="244925"/>
                  <a:pt x="230828" y="241201"/>
                </a:cubicBezTo>
                <a:cubicBezTo>
                  <a:pt x="229086" y="237477"/>
                  <a:pt x="228215" y="233258"/>
                  <a:pt x="228215" y="228525"/>
                </a:cubicBezTo>
                <a:cubicBezTo>
                  <a:pt x="228215" y="223792"/>
                  <a:pt x="229086" y="219499"/>
                  <a:pt x="230828" y="215812"/>
                </a:cubicBezTo>
                <a:cubicBezTo>
                  <a:pt x="232570" y="212125"/>
                  <a:pt x="235064" y="209245"/>
                  <a:pt x="238310" y="207172"/>
                </a:cubicBezTo>
                <a:close/>
                <a:moveTo>
                  <a:pt x="335580" y="197523"/>
                </a:moveTo>
                <a:lnTo>
                  <a:pt x="311925" y="259554"/>
                </a:lnTo>
                <a:lnTo>
                  <a:pt x="319892" y="259554"/>
                </a:lnTo>
                <a:lnTo>
                  <a:pt x="326448" y="242806"/>
                </a:lnTo>
                <a:lnTo>
                  <a:pt x="353467" y="242806"/>
                </a:lnTo>
                <a:lnTo>
                  <a:pt x="360023" y="259554"/>
                </a:lnTo>
                <a:lnTo>
                  <a:pt x="368256" y="259554"/>
                </a:lnTo>
                <a:lnTo>
                  <a:pt x="344693" y="197523"/>
                </a:lnTo>
                <a:lnTo>
                  <a:pt x="335570" y="197523"/>
                </a:lnTo>
                <a:close/>
                <a:moveTo>
                  <a:pt x="328758" y="235808"/>
                </a:moveTo>
                <a:lnTo>
                  <a:pt x="339916" y="205943"/>
                </a:lnTo>
                <a:lnTo>
                  <a:pt x="351166" y="235808"/>
                </a:lnTo>
                <a:lnTo>
                  <a:pt x="328749" y="235808"/>
                </a:lnTo>
                <a:close/>
                <a:moveTo>
                  <a:pt x="725437" y="197523"/>
                </a:moveTo>
                <a:lnTo>
                  <a:pt x="717736" y="197523"/>
                </a:lnTo>
                <a:lnTo>
                  <a:pt x="717736" y="259554"/>
                </a:lnTo>
                <a:lnTo>
                  <a:pt x="753704" y="259554"/>
                </a:lnTo>
                <a:lnTo>
                  <a:pt x="753704" y="252464"/>
                </a:lnTo>
                <a:lnTo>
                  <a:pt x="725446" y="252464"/>
                </a:lnTo>
                <a:lnTo>
                  <a:pt x="725446" y="197523"/>
                </a:lnTo>
                <a:close/>
                <a:moveTo>
                  <a:pt x="250953" y="2119"/>
                </a:moveTo>
                <a:lnTo>
                  <a:pt x="225566" y="2119"/>
                </a:lnTo>
                <a:lnTo>
                  <a:pt x="225566" y="164677"/>
                </a:lnTo>
                <a:lnTo>
                  <a:pt x="250953" y="164677"/>
                </a:lnTo>
                <a:lnTo>
                  <a:pt x="250953" y="2119"/>
                </a:lnTo>
                <a:close/>
                <a:moveTo>
                  <a:pt x="80592" y="62692"/>
                </a:moveTo>
                <a:lnTo>
                  <a:pt x="80592" y="164687"/>
                </a:lnTo>
                <a:cubicBezTo>
                  <a:pt x="80592" y="164687"/>
                  <a:pt x="106732" y="164687"/>
                  <a:pt x="106732" y="164687"/>
                </a:cubicBezTo>
                <a:lnTo>
                  <a:pt x="106713" y="62692"/>
                </a:lnTo>
                <a:cubicBezTo>
                  <a:pt x="106713" y="50282"/>
                  <a:pt x="102707" y="38523"/>
                  <a:pt x="95124" y="28700"/>
                </a:cubicBezTo>
                <a:lnTo>
                  <a:pt x="93648" y="26792"/>
                </a:lnTo>
                <a:lnTo>
                  <a:pt x="92172" y="28700"/>
                </a:lnTo>
                <a:cubicBezTo>
                  <a:pt x="84589" y="38523"/>
                  <a:pt x="80583" y="50273"/>
                  <a:pt x="80583" y="62692"/>
                </a:cubicBezTo>
                <a:close/>
                <a:moveTo>
                  <a:pt x="47273" y="2119"/>
                </a:moveTo>
                <a:lnTo>
                  <a:pt x="0" y="2119"/>
                </a:lnTo>
                <a:lnTo>
                  <a:pt x="0" y="26792"/>
                </a:lnTo>
                <a:lnTo>
                  <a:pt x="93648" y="26792"/>
                </a:lnTo>
                <a:lnTo>
                  <a:pt x="91328" y="23793"/>
                </a:lnTo>
                <a:cubicBezTo>
                  <a:pt x="80693" y="10025"/>
                  <a:pt x="64629" y="2119"/>
                  <a:pt x="47273" y="2119"/>
                </a:cubicBezTo>
                <a:close/>
                <a:moveTo>
                  <a:pt x="95968" y="23793"/>
                </a:moveTo>
                <a:lnTo>
                  <a:pt x="93648" y="26792"/>
                </a:lnTo>
                <a:lnTo>
                  <a:pt x="187296" y="26792"/>
                </a:lnTo>
                <a:lnTo>
                  <a:pt x="187296" y="2119"/>
                </a:lnTo>
                <a:lnTo>
                  <a:pt x="140023" y="2119"/>
                </a:lnTo>
                <a:cubicBezTo>
                  <a:pt x="122657" y="2119"/>
                  <a:pt x="106603" y="10016"/>
                  <a:pt x="95958" y="23793"/>
                </a:cubicBezTo>
                <a:close/>
                <a:moveTo>
                  <a:pt x="514844" y="164677"/>
                </a:moveTo>
                <a:lnTo>
                  <a:pt x="540232" y="164677"/>
                </a:lnTo>
                <a:lnTo>
                  <a:pt x="540232" y="2119"/>
                </a:lnTo>
                <a:lnTo>
                  <a:pt x="514844" y="2119"/>
                </a:lnTo>
                <a:lnTo>
                  <a:pt x="514844" y="164677"/>
                </a:lnTo>
                <a:close/>
                <a:moveTo>
                  <a:pt x="495205" y="259554"/>
                </a:moveTo>
                <a:lnTo>
                  <a:pt x="502915" y="259554"/>
                </a:lnTo>
                <a:lnTo>
                  <a:pt x="502915" y="197523"/>
                </a:lnTo>
                <a:lnTo>
                  <a:pt x="495205" y="197523"/>
                </a:lnTo>
                <a:lnTo>
                  <a:pt x="495205" y="259554"/>
                </a:lnTo>
                <a:close/>
                <a:moveTo>
                  <a:pt x="544816" y="204613"/>
                </a:moveTo>
                <a:lnTo>
                  <a:pt x="564923" y="204613"/>
                </a:lnTo>
                <a:lnTo>
                  <a:pt x="564923" y="259554"/>
                </a:lnTo>
                <a:lnTo>
                  <a:pt x="572633" y="259554"/>
                </a:lnTo>
                <a:lnTo>
                  <a:pt x="572633" y="204613"/>
                </a:lnTo>
                <a:lnTo>
                  <a:pt x="592740" y="204613"/>
                </a:lnTo>
                <a:lnTo>
                  <a:pt x="592740" y="197523"/>
                </a:lnTo>
                <a:lnTo>
                  <a:pt x="544816" y="197523"/>
                </a:lnTo>
                <a:lnTo>
                  <a:pt x="544816" y="204613"/>
                </a:lnTo>
                <a:close/>
                <a:moveTo>
                  <a:pt x="287389" y="2119"/>
                </a:moveTo>
                <a:cubicBezTo>
                  <a:pt x="287389" y="2119"/>
                  <a:pt x="335680" y="117220"/>
                  <a:pt x="345234" y="140105"/>
                </a:cubicBezTo>
                <a:cubicBezTo>
                  <a:pt x="356374" y="166796"/>
                  <a:pt x="374464" y="166796"/>
                  <a:pt x="381413" y="166796"/>
                </a:cubicBezTo>
                <a:lnTo>
                  <a:pt x="382899" y="166796"/>
                </a:lnTo>
                <a:lnTo>
                  <a:pt x="316692" y="2119"/>
                </a:lnTo>
                <a:lnTo>
                  <a:pt x="287389" y="2119"/>
                </a:lnTo>
                <a:close/>
                <a:moveTo>
                  <a:pt x="443549" y="199871"/>
                </a:moveTo>
                <a:cubicBezTo>
                  <a:pt x="440413" y="198303"/>
                  <a:pt x="436819" y="197523"/>
                  <a:pt x="432739" y="197523"/>
                </a:cubicBezTo>
                <a:lnTo>
                  <a:pt x="408910" y="197523"/>
                </a:lnTo>
                <a:lnTo>
                  <a:pt x="408910" y="259554"/>
                </a:lnTo>
                <a:lnTo>
                  <a:pt x="416621" y="259554"/>
                </a:lnTo>
                <a:lnTo>
                  <a:pt x="416621" y="235716"/>
                </a:lnTo>
                <a:lnTo>
                  <a:pt x="432748" y="235716"/>
                </a:lnTo>
                <a:cubicBezTo>
                  <a:pt x="436819" y="235716"/>
                  <a:pt x="440413" y="234936"/>
                  <a:pt x="443512" y="233368"/>
                </a:cubicBezTo>
                <a:cubicBezTo>
                  <a:pt x="446611" y="231799"/>
                  <a:pt x="449013" y="229571"/>
                  <a:pt x="450728" y="226681"/>
                </a:cubicBezTo>
                <a:cubicBezTo>
                  <a:pt x="452442" y="223783"/>
                  <a:pt x="453295" y="220417"/>
                  <a:pt x="453295" y="216583"/>
                </a:cubicBezTo>
                <a:cubicBezTo>
                  <a:pt x="453295" y="212749"/>
                  <a:pt x="452452" y="209392"/>
                  <a:pt x="450774" y="206521"/>
                </a:cubicBezTo>
                <a:cubicBezTo>
                  <a:pt x="449087" y="203659"/>
                  <a:pt x="446685" y="201439"/>
                  <a:pt x="443558" y="199871"/>
                </a:cubicBezTo>
                <a:close/>
                <a:moveTo>
                  <a:pt x="441779" y="225351"/>
                </a:moveTo>
                <a:cubicBezTo>
                  <a:pt x="439359" y="227534"/>
                  <a:pt x="436113" y="228635"/>
                  <a:pt x="432033" y="228635"/>
                </a:cubicBezTo>
                <a:lnTo>
                  <a:pt x="416621" y="228635"/>
                </a:lnTo>
                <a:lnTo>
                  <a:pt x="416621" y="204622"/>
                </a:lnTo>
                <a:lnTo>
                  <a:pt x="432125" y="204622"/>
                </a:lnTo>
                <a:cubicBezTo>
                  <a:pt x="436196" y="204622"/>
                  <a:pt x="439432" y="205705"/>
                  <a:pt x="441825" y="207860"/>
                </a:cubicBezTo>
                <a:cubicBezTo>
                  <a:pt x="444218" y="210015"/>
                  <a:pt x="445410" y="212923"/>
                  <a:pt x="445410" y="216592"/>
                </a:cubicBezTo>
                <a:cubicBezTo>
                  <a:pt x="445410" y="220261"/>
                  <a:pt x="444200" y="223178"/>
                  <a:pt x="441779" y="225361"/>
                </a:cubicBezTo>
                <a:close/>
                <a:moveTo>
                  <a:pt x="382889" y="166805"/>
                </a:moveTo>
                <a:lnTo>
                  <a:pt x="384375" y="166805"/>
                </a:lnTo>
                <a:cubicBezTo>
                  <a:pt x="391334" y="166805"/>
                  <a:pt x="409423" y="166805"/>
                  <a:pt x="420554" y="140114"/>
                </a:cubicBezTo>
                <a:cubicBezTo>
                  <a:pt x="430099" y="117230"/>
                  <a:pt x="478399" y="2128"/>
                  <a:pt x="478399" y="2128"/>
                </a:cubicBezTo>
                <a:lnTo>
                  <a:pt x="449096" y="2128"/>
                </a:lnTo>
                <a:lnTo>
                  <a:pt x="382889" y="166814"/>
                </a:lnTo>
                <a:close/>
                <a:moveTo>
                  <a:pt x="644368" y="197523"/>
                </a:moveTo>
                <a:lnTo>
                  <a:pt x="620714" y="259554"/>
                </a:lnTo>
                <a:lnTo>
                  <a:pt x="628690" y="259554"/>
                </a:lnTo>
                <a:lnTo>
                  <a:pt x="635246" y="242806"/>
                </a:lnTo>
                <a:lnTo>
                  <a:pt x="662266" y="242806"/>
                </a:lnTo>
                <a:lnTo>
                  <a:pt x="668821" y="259554"/>
                </a:lnTo>
                <a:lnTo>
                  <a:pt x="677055" y="259554"/>
                </a:lnTo>
                <a:lnTo>
                  <a:pt x="653491" y="197523"/>
                </a:lnTo>
                <a:lnTo>
                  <a:pt x="644368" y="197523"/>
                </a:lnTo>
                <a:close/>
                <a:moveTo>
                  <a:pt x="637547" y="235808"/>
                </a:moveTo>
                <a:lnTo>
                  <a:pt x="648705" y="205943"/>
                </a:lnTo>
                <a:lnTo>
                  <a:pt x="659955" y="235808"/>
                </a:lnTo>
                <a:lnTo>
                  <a:pt x="637538" y="235808"/>
                </a:lnTo>
                <a:close/>
              </a:path>
            </a:pathLst>
          </a:custGeom>
          <a:solidFill>
            <a:srgbClr val="000000"/>
          </a:solidFill>
          <a:ln w="1061" cap="flat">
            <a:noFill/>
            <a:prstDash val="solid"/>
            <a:miter/>
          </a:ln>
        </p:spPr>
        <p:txBody>
          <a:bodyPr rtlCol="0" anchor="ctr"/>
          <a:lstStyle/>
          <a:p>
            <a:endParaRPr lang="pt-BR" sz="849">
              <a:solidFill>
                <a:schemeClr val="accent6"/>
              </a:solidFill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5A0A33CF-3720-1012-F597-F4ECE825DFE9}"/>
              </a:ext>
            </a:extLst>
          </p:cNvPr>
          <p:cNvCxnSpPr/>
          <p:nvPr userDrawn="1"/>
        </p:nvCxnSpPr>
        <p:spPr>
          <a:xfrm>
            <a:off x="334964" y="185353"/>
            <a:ext cx="1041541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403355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469">
          <p15:clr>
            <a:srgbClr val="FBAE40"/>
          </p15:clr>
        </p15:guide>
        <p15:guide id="2" orient="horz" pos="3974">
          <p15:clr>
            <a:srgbClr val="FBAE40"/>
          </p15:clr>
        </p15:guide>
        <p15:guide id="3" orient="horz" pos="232">
          <p15:clr>
            <a:srgbClr val="FBAE40"/>
          </p15:clr>
        </p15:guide>
        <p15:guide id="4" pos="211">
          <p15:clr>
            <a:srgbClr val="FBAE40"/>
          </p15:clr>
        </p15:guide>
        <p15:guide id="5" orient="horz" pos="4065">
          <p15:clr>
            <a:srgbClr val="FBAE40"/>
          </p15:clr>
        </p15:guide>
        <p15:guide id="6" orient="horz" pos="777">
          <p15:clr>
            <a:srgbClr val="FBAE40"/>
          </p15:clr>
        </p15:guide>
        <p15:guide id="7" orient="horz" pos="935">
          <p15:clr>
            <a:srgbClr val="FBAE40"/>
          </p15:clr>
        </p15:guide>
      </p15:sldGuideLst>
    </p:ext>
  </p:extLst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ítulo | Box superior - Branco 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132BCE3-A04F-8602-64F7-7623C7EAF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61763" y="6482556"/>
            <a:ext cx="295275" cy="1692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 sz="1100">
                <a:solidFill>
                  <a:schemeClr val="tx1">
                    <a:lumMod val="95000"/>
                    <a:lumOff val="5000"/>
                  </a:schemeClr>
                </a:solidFill>
                <a:latin typeface="Versos" panose="020B0503020204030204" pitchFamily="34" charset="0"/>
                <a:cs typeface="Versos" panose="020B0503020204030204" pitchFamily="34" charset="0"/>
              </a:defRPr>
            </a:lvl1pPr>
          </a:lstStyle>
          <a:p>
            <a:fld id="{77667D73-C69A-4DAA-9003-24A825D36FE9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B13D7C-5A47-B0DF-B518-26E79F5D2DB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64" y="368301"/>
            <a:ext cx="10183813" cy="4308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</a:lstStyle>
          <a:p>
            <a:pPr lvl="0"/>
            <a:r>
              <a:rPr lang="en-US" err="1"/>
              <a:t>Título</a:t>
            </a:r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401465E-A8CD-A3BA-BE2A-9597492FDC6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4963" y="6482556"/>
            <a:ext cx="10980000" cy="180000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chemeClr val="tx1">
                    <a:lumMod val="95000"/>
                    <a:lumOff val="5000"/>
                  </a:schemeClr>
                </a:solidFill>
                <a:latin typeface="Versos Light" panose="020B0403020204030204" pitchFamily="34" charset="0"/>
              </a:defRPr>
            </a:lvl1pPr>
            <a:lvl2pPr>
              <a:defRPr sz="900">
                <a:latin typeface="Versos Light" panose="020B0403020204030204" pitchFamily="34" charset="0"/>
              </a:defRPr>
            </a:lvl2pPr>
            <a:lvl3pPr>
              <a:defRPr sz="900">
                <a:latin typeface="Versos Light" panose="020B0403020204030204" pitchFamily="34" charset="0"/>
              </a:defRPr>
            </a:lvl3pPr>
            <a:lvl4pPr>
              <a:defRPr sz="900">
                <a:latin typeface="Versos Light" panose="020B0403020204030204" pitchFamily="34" charset="0"/>
              </a:defRPr>
            </a:lvl4pPr>
            <a:lvl5pPr>
              <a:defRPr sz="900">
                <a:latin typeface="Versos Light" panose="020B0403020204030204" pitchFamily="34" charset="0"/>
              </a:defRPr>
            </a:lvl5pPr>
          </a:lstStyle>
          <a:p>
            <a:pPr lvl="0"/>
            <a:r>
              <a:rPr lang="en-US"/>
              <a:t>Fonte:</a:t>
            </a:r>
            <a:endParaRPr lang="pt-BR"/>
          </a:p>
        </p:txBody>
      </p:sp>
      <p:sp>
        <p:nvSpPr>
          <p:cNvPr id="10" name="Retângulo 5">
            <a:extLst>
              <a:ext uri="{FF2B5EF4-FFF2-40B4-BE49-F238E27FC236}">
                <a16:creationId xmlns:a16="http://schemas.microsoft.com/office/drawing/2014/main" id="{7D36360D-ABDB-2B93-AA05-C90BA9D483DB}"/>
              </a:ext>
            </a:extLst>
          </p:cNvPr>
          <p:cNvSpPr/>
          <p:nvPr userDrawn="1"/>
        </p:nvSpPr>
        <p:spPr>
          <a:xfrm>
            <a:off x="0" y="807794"/>
            <a:ext cx="12192000" cy="2091184"/>
          </a:xfrm>
          <a:prstGeom prst="rect">
            <a:avLst/>
          </a:prstGeom>
          <a:gradFill>
            <a:gsLst>
              <a:gs pos="100000">
                <a:schemeClr val="tx1">
                  <a:lumMod val="95000"/>
                  <a:lumOff val="5000"/>
                </a:schemeClr>
              </a:gs>
              <a:gs pos="0">
                <a:schemeClr val="tx1">
                  <a:lumMod val="85000"/>
                  <a:lumOff val="15000"/>
                </a:schemeClr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849">
              <a:solidFill>
                <a:schemeClr val="accent2"/>
              </a:solidFill>
              <a:latin typeface="Versos" panose="020B0503020204030204" pitchFamily="34" charset="0"/>
            </a:endParaRP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2BF5896-7E11-14FB-06A4-95B1CAD37BF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83428" y="1045525"/>
            <a:ext cx="5421301" cy="156104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>
                <a:solidFill>
                  <a:schemeClr val="accent4"/>
                </a:solidFill>
                <a:latin typeface="Versos Light" panose="020B04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2" name="Conector Reto 6">
            <a:extLst>
              <a:ext uri="{FF2B5EF4-FFF2-40B4-BE49-F238E27FC236}">
                <a16:creationId xmlns:a16="http://schemas.microsoft.com/office/drawing/2014/main" id="{93D24C85-FAB3-23B7-3282-C0255DE4BF50}"/>
              </a:ext>
            </a:extLst>
          </p:cNvPr>
          <p:cNvCxnSpPr/>
          <p:nvPr userDrawn="1"/>
        </p:nvCxnSpPr>
        <p:spPr>
          <a:xfrm>
            <a:off x="583096" y="1364974"/>
            <a:ext cx="0" cy="1562116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Reto 7">
            <a:extLst>
              <a:ext uri="{FF2B5EF4-FFF2-40B4-BE49-F238E27FC236}">
                <a16:creationId xmlns:a16="http://schemas.microsoft.com/office/drawing/2014/main" id="{A040BC7F-4356-241E-DE98-A14572A424F9}"/>
              </a:ext>
            </a:extLst>
          </p:cNvPr>
          <p:cNvCxnSpPr>
            <a:cxnSpLocks/>
          </p:cNvCxnSpPr>
          <p:nvPr userDrawn="1"/>
        </p:nvCxnSpPr>
        <p:spPr>
          <a:xfrm>
            <a:off x="6336683" y="1364974"/>
            <a:ext cx="0" cy="1562116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3D29ABC6-2275-8D02-5D8F-6C312831087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437015" y="1045525"/>
            <a:ext cx="5420023" cy="158838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>
                <a:solidFill>
                  <a:schemeClr val="accent4"/>
                </a:solidFill>
                <a:latin typeface="Versos Light" panose="020B04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8">
            <a:extLst>
              <a:ext uri="{FF2B5EF4-FFF2-40B4-BE49-F238E27FC236}">
                <a16:creationId xmlns:a16="http://schemas.microsoft.com/office/drawing/2014/main" id="{D0831873-076C-11EE-AA1E-02508B9C565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86448" y="3021652"/>
            <a:ext cx="5296913" cy="23011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chemeClr val="tx1">
                    <a:lumMod val="95000"/>
                    <a:lumOff val="5000"/>
                  </a:schemeClr>
                </a:solidFill>
                <a:latin typeface="Versos" panose="020B05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8">
            <a:extLst>
              <a:ext uri="{FF2B5EF4-FFF2-40B4-BE49-F238E27FC236}">
                <a16:creationId xmlns:a16="http://schemas.microsoft.com/office/drawing/2014/main" id="{89936DB2-1144-3AFC-1BBA-E1BDEB5020C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435706" y="3021652"/>
            <a:ext cx="5421332" cy="23011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chemeClr val="tx1">
                    <a:lumMod val="95000"/>
                    <a:lumOff val="5000"/>
                  </a:schemeClr>
                </a:solidFill>
                <a:latin typeface="Versos" panose="020B05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Picture 8">
            <a:extLst>
              <a:ext uri="{FF2B5EF4-FFF2-40B4-BE49-F238E27FC236}">
                <a16:creationId xmlns:a16="http://schemas.microsoft.com/office/drawing/2014/main" id="{4931296C-3A93-5F16-2D9A-EB313B015B30}"/>
              </a:ext>
            </a:extLst>
          </p:cNvPr>
          <p:cNvSpPr/>
          <p:nvPr userDrawn="1"/>
        </p:nvSpPr>
        <p:spPr>
          <a:xfrm>
            <a:off x="11091186" y="377179"/>
            <a:ext cx="765852" cy="260086"/>
          </a:xfrm>
          <a:custGeom>
            <a:avLst/>
            <a:gdLst>
              <a:gd name="connsiteX0" fmla="*/ 739575 w 765852"/>
              <a:gd name="connsiteY0" fmla="*/ 143884 h 260086"/>
              <a:gd name="connsiteX1" fmla="*/ 765852 w 765852"/>
              <a:gd name="connsiteY1" fmla="*/ 83403 h 260086"/>
              <a:gd name="connsiteX2" fmla="*/ 739575 w 765852"/>
              <a:gd name="connsiteY2" fmla="*/ 22921 h 260086"/>
              <a:gd name="connsiteX3" fmla="*/ 672177 w 765852"/>
              <a:gd name="connsiteY3" fmla="*/ 0 h 260086"/>
              <a:gd name="connsiteX4" fmla="*/ 604779 w 765852"/>
              <a:gd name="connsiteY4" fmla="*/ 22921 h 260086"/>
              <a:gd name="connsiteX5" fmla="*/ 578501 w 765852"/>
              <a:gd name="connsiteY5" fmla="*/ 83403 h 260086"/>
              <a:gd name="connsiteX6" fmla="*/ 604779 w 765852"/>
              <a:gd name="connsiteY6" fmla="*/ 143884 h 260086"/>
              <a:gd name="connsiteX7" fmla="*/ 672177 w 765852"/>
              <a:gd name="connsiteY7" fmla="*/ 166805 h 260086"/>
              <a:gd name="connsiteX8" fmla="*/ 739575 w 765852"/>
              <a:gd name="connsiteY8" fmla="*/ 143884 h 260086"/>
              <a:gd name="connsiteX9" fmla="*/ 604595 w 765852"/>
              <a:gd name="connsiteY9" fmla="*/ 83403 h 260086"/>
              <a:gd name="connsiteX10" fmla="*/ 622611 w 765852"/>
              <a:gd name="connsiteY10" fmla="*/ 41871 h 260086"/>
              <a:gd name="connsiteX11" fmla="*/ 672177 w 765852"/>
              <a:gd name="connsiteY11" fmla="*/ 25719 h 260086"/>
              <a:gd name="connsiteX12" fmla="*/ 721742 w 765852"/>
              <a:gd name="connsiteY12" fmla="*/ 41871 h 260086"/>
              <a:gd name="connsiteX13" fmla="*/ 739759 w 765852"/>
              <a:gd name="connsiteY13" fmla="*/ 83403 h 260086"/>
              <a:gd name="connsiteX14" fmla="*/ 721742 w 765852"/>
              <a:gd name="connsiteY14" fmla="*/ 124934 h 260086"/>
              <a:gd name="connsiteX15" fmla="*/ 672177 w 765852"/>
              <a:gd name="connsiteY15" fmla="*/ 141077 h 260086"/>
              <a:gd name="connsiteX16" fmla="*/ 622611 w 765852"/>
              <a:gd name="connsiteY16" fmla="*/ 124934 h 260086"/>
              <a:gd name="connsiteX17" fmla="*/ 604595 w 765852"/>
              <a:gd name="connsiteY17" fmla="*/ 83403 h 260086"/>
              <a:gd name="connsiteX18" fmla="*/ 238310 w 765852"/>
              <a:gd name="connsiteY18" fmla="*/ 207181 h 260086"/>
              <a:gd name="connsiteX19" fmla="*/ 249560 w 765852"/>
              <a:gd name="connsiteY19" fmla="*/ 204081 h 260086"/>
              <a:gd name="connsiteX20" fmla="*/ 261562 w 765852"/>
              <a:gd name="connsiteY20" fmla="*/ 207713 h 260086"/>
              <a:gd name="connsiteX21" fmla="*/ 268163 w 765852"/>
              <a:gd name="connsiteY21" fmla="*/ 217812 h 260086"/>
              <a:gd name="connsiteX22" fmla="*/ 275874 w 765852"/>
              <a:gd name="connsiteY22" fmla="*/ 217812 h 260086"/>
              <a:gd name="connsiteX23" fmla="*/ 267145 w 765852"/>
              <a:gd name="connsiteY23" fmla="*/ 202568 h 260086"/>
              <a:gd name="connsiteX24" fmla="*/ 249917 w 765852"/>
              <a:gd name="connsiteY24" fmla="*/ 196982 h 260086"/>
              <a:gd name="connsiteX25" fmla="*/ 234322 w 765852"/>
              <a:gd name="connsiteY25" fmla="*/ 200926 h 260086"/>
              <a:gd name="connsiteX26" fmla="*/ 223961 w 765852"/>
              <a:gd name="connsiteY26" fmla="*/ 212052 h 260086"/>
              <a:gd name="connsiteX27" fmla="*/ 220330 w 765852"/>
              <a:gd name="connsiteY27" fmla="*/ 228534 h 260086"/>
              <a:gd name="connsiteX28" fmla="*/ 223961 w 765852"/>
              <a:gd name="connsiteY28" fmla="*/ 245062 h 260086"/>
              <a:gd name="connsiteX29" fmla="*/ 234322 w 765852"/>
              <a:gd name="connsiteY29" fmla="*/ 256142 h 260086"/>
              <a:gd name="connsiteX30" fmla="*/ 249917 w 765852"/>
              <a:gd name="connsiteY30" fmla="*/ 260086 h 260086"/>
              <a:gd name="connsiteX31" fmla="*/ 267145 w 765852"/>
              <a:gd name="connsiteY31" fmla="*/ 254501 h 260086"/>
              <a:gd name="connsiteX32" fmla="*/ 275782 w 765852"/>
              <a:gd name="connsiteY32" fmla="*/ 239256 h 260086"/>
              <a:gd name="connsiteX33" fmla="*/ 268071 w 765852"/>
              <a:gd name="connsiteY33" fmla="*/ 239256 h 260086"/>
              <a:gd name="connsiteX34" fmla="*/ 261516 w 765852"/>
              <a:gd name="connsiteY34" fmla="*/ 249401 h 260086"/>
              <a:gd name="connsiteX35" fmla="*/ 249560 w 765852"/>
              <a:gd name="connsiteY35" fmla="*/ 252987 h 260086"/>
              <a:gd name="connsiteX36" fmla="*/ 238310 w 765852"/>
              <a:gd name="connsiteY36" fmla="*/ 249887 h 260086"/>
              <a:gd name="connsiteX37" fmla="*/ 230828 w 765852"/>
              <a:gd name="connsiteY37" fmla="*/ 241201 h 260086"/>
              <a:gd name="connsiteX38" fmla="*/ 228215 w 765852"/>
              <a:gd name="connsiteY38" fmla="*/ 228525 h 260086"/>
              <a:gd name="connsiteX39" fmla="*/ 230828 w 765852"/>
              <a:gd name="connsiteY39" fmla="*/ 215812 h 260086"/>
              <a:gd name="connsiteX40" fmla="*/ 238310 w 765852"/>
              <a:gd name="connsiteY40" fmla="*/ 207172 h 260086"/>
              <a:gd name="connsiteX41" fmla="*/ 335580 w 765852"/>
              <a:gd name="connsiteY41" fmla="*/ 197523 h 260086"/>
              <a:gd name="connsiteX42" fmla="*/ 311925 w 765852"/>
              <a:gd name="connsiteY42" fmla="*/ 259554 h 260086"/>
              <a:gd name="connsiteX43" fmla="*/ 319892 w 765852"/>
              <a:gd name="connsiteY43" fmla="*/ 259554 h 260086"/>
              <a:gd name="connsiteX44" fmla="*/ 326448 w 765852"/>
              <a:gd name="connsiteY44" fmla="*/ 242806 h 260086"/>
              <a:gd name="connsiteX45" fmla="*/ 353467 w 765852"/>
              <a:gd name="connsiteY45" fmla="*/ 242806 h 260086"/>
              <a:gd name="connsiteX46" fmla="*/ 360023 w 765852"/>
              <a:gd name="connsiteY46" fmla="*/ 259554 h 260086"/>
              <a:gd name="connsiteX47" fmla="*/ 368256 w 765852"/>
              <a:gd name="connsiteY47" fmla="*/ 259554 h 260086"/>
              <a:gd name="connsiteX48" fmla="*/ 344693 w 765852"/>
              <a:gd name="connsiteY48" fmla="*/ 197523 h 260086"/>
              <a:gd name="connsiteX49" fmla="*/ 335570 w 765852"/>
              <a:gd name="connsiteY49" fmla="*/ 197523 h 260086"/>
              <a:gd name="connsiteX50" fmla="*/ 328758 w 765852"/>
              <a:gd name="connsiteY50" fmla="*/ 235808 h 260086"/>
              <a:gd name="connsiteX51" fmla="*/ 339916 w 765852"/>
              <a:gd name="connsiteY51" fmla="*/ 205943 h 260086"/>
              <a:gd name="connsiteX52" fmla="*/ 351166 w 765852"/>
              <a:gd name="connsiteY52" fmla="*/ 235808 h 260086"/>
              <a:gd name="connsiteX53" fmla="*/ 328749 w 765852"/>
              <a:gd name="connsiteY53" fmla="*/ 235808 h 260086"/>
              <a:gd name="connsiteX54" fmla="*/ 725437 w 765852"/>
              <a:gd name="connsiteY54" fmla="*/ 197523 h 260086"/>
              <a:gd name="connsiteX55" fmla="*/ 717736 w 765852"/>
              <a:gd name="connsiteY55" fmla="*/ 197523 h 260086"/>
              <a:gd name="connsiteX56" fmla="*/ 717736 w 765852"/>
              <a:gd name="connsiteY56" fmla="*/ 259554 h 260086"/>
              <a:gd name="connsiteX57" fmla="*/ 753704 w 765852"/>
              <a:gd name="connsiteY57" fmla="*/ 259554 h 260086"/>
              <a:gd name="connsiteX58" fmla="*/ 753704 w 765852"/>
              <a:gd name="connsiteY58" fmla="*/ 252464 h 260086"/>
              <a:gd name="connsiteX59" fmla="*/ 725446 w 765852"/>
              <a:gd name="connsiteY59" fmla="*/ 252464 h 260086"/>
              <a:gd name="connsiteX60" fmla="*/ 725446 w 765852"/>
              <a:gd name="connsiteY60" fmla="*/ 197523 h 260086"/>
              <a:gd name="connsiteX61" fmla="*/ 250953 w 765852"/>
              <a:gd name="connsiteY61" fmla="*/ 2119 h 260086"/>
              <a:gd name="connsiteX62" fmla="*/ 225566 w 765852"/>
              <a:gd name="connsiteY62" fmla="*/ 2119 h 260086"/>
              <a:gd name="connsiteX63" fmla="*/ 225566 w 765852"/>
              <a:gd name="connsiteY63" fmla="*/ 164677 h 260086"/>
              <a:gd name="connsiteX64" fmla="*/ 250953 w 765852"/>
              <a:gd name="connsiteY64" fmla="*/ 164677 h 260086"/>
              <a:gd name="connsiteX65" fmla="*/ 250953 w 765852"/>
              <a:gd name="connsiteY65" fmla="*/ 2119 h 260086"/>
              <a:gd name="connsiteX66" fmla="*/ 80592 w 765852"/>
              <a:gd name="connsiteY66" fmla="*/ 62692 h 260086"/>
              <a:gd name="connsiteX67" fmla="*/ 80592 w 765852"/>
              <a:gd name="connsiteY67" fmla="*/ 164687 h 260086"/>
              <a:gd name="connsiteX68" fmla="*/ 106732 w 765852"/>
              <a:gd name="connsiteY68" fmla="*/ 164687 h 260086"/>
              <a:gd name="connsiteX69" fmla="*/ 106713 w 765852"/>
              <a:gd name="connsiteY69" fmla="*/ 62692 h 260086"/>
              <a:gd name="connsiteX70" fmla="*/ 95124 w 765852"/>
              <a:gd name="connsiteY70" fmla="*/ 28700 h 260086"/>
              <a:gd name="connsiteX71" fmla="*/ 93648 w 765852"/>
              <a:gd name="connsiteY71" fmla="*/ 26792 h 260086"/>
              <a:gd name="connsiteX72" fmla="*/ 92172 w 765852"/>
              <a:gd name="connsiteY72" fmla="*/ 28700 h 260086"/>
              <a:gd name="connsiteX73" fmla="*/ 80583 w 765852"/>
              <a:gd name="connsiteY73" fmla="*/ 62692 h 260086"/>
              <a:gd name="connsiteX74" fmla="*/ 47273 w 765852"/>
              <a:gd name="connsiteY74" fmla="*/ 2119 h 260086"/>
              <a:gd name="connsiteX75" fmla="*/ 0 w 765852"/>
              <a:gd name="connsiteY75" fmla="*/ 2119 h 260086"/>
              <a:gd name="connsiteX76" fmla="*/ 0 w 765852"/>
              <a:gd name="connsiteY76" fmla="*/ 26792 h 260086"/>
              <a:gd name="connsiteX77" fmla="*/ 93648 w 765852"/>
              <a:gd name="connsiteY77" fmla="*/ 26792 h 260086"/>
              <a:gd name="connsiteX78" fmla="*/ 91328 w 765852"/>
              <a:gd name="connsiteY78" fmla="*/ 23793 h 260086"/>
              <a:gd name="connsiteX79" fmla="*/ 47273 w 765852"/>
              <a:gd name="connsiteY79" fmla="*/ 2119 h 260086"/>
              <a:gd name="connsiteX80" fmla="*/ 95968 w 765852"/>
              <a:gd name="connsiteY80" fmla="*/ 23793 h 260086"/>
              <a:gd name="connsiteX81" fmla="*/ 93648 w 765852"/>
              <a:gd name="connsiteY81" fmla="*/ 26792 h 260086"/>
              <a:gd name="connsiteX82" fmla="*/ 187296 w 765852"/>
              <a:gd name="connsiteY82" fmla="*/ 26792 h 260086"/>
              <a:gd name="connsiteX83" fmla="*/ 187296 w 765852"/>
              <a:gd name="connsiteY83" fmla="*/ 2119 h 260086"/>
              <a:gd name="connsiteX84" fmla="*/ 140023 w 765852"/>
              <a:gd name="connsiteY84" fmla="*/ 2119 h 260086"/>
              <a:gd name="connsiteX85" fmla="*/ 95958 w 765852"/>
              <a:gd name="connsiteY85" fmla="*/ 23793 h 260086"/>
              <a:gd name="connsiteX86" fmla="*/ 514844 w 765852"/>
              <a:gd name="connsiteY86" fmla="*/ 164677 h 260086"/>
              <a:gd name="connsiteX87" fmla="*/ 540232 w 765852"/>
              <a:gd name="connsiteY87" fmla="*/ 164677 h 260086"/>
              <a:gd name="connsiteX88" fmla="*/ 540232 w 765852"/>
              <a:gd name="connsiteY88" fmla="*/ 2119 h 260086"/>
              <a:gd name="connsiteX89" fmla="*/ 514844 w 765852"/>
              <a:gd name="connsiteY89" fmla="*/ 2119 h 260086"/>
              <a:gd name="connsiteX90" fmla="*/ 514844 w 765852"/>
              <a:gd name="connsiteY90" fmla="*/ 164677 h 260086"/>
              <a:gd name="connsiteX91" fmla="*/ 495205 w 765852"/>
              <a:gd name="connsiteY91" fmla="*/ 259554 h 260086"/>
              <a:gd name="connsiteX92" fmla="*/ 502915 w 765852"/>
              <a:gd name="connsiteY92" fmla="*/ 259554 h 260086"/>
              <a:gd name="connsiteX93" fmla="*/ 502915 w 765852"/>
              <a:gd name="connsiteY93" fmla="*/ 197523 h 260086"/>
              <a:gd name="connsiteX94" fmla="*/ 495205 w 765852"/>
              <a:gd name="connsiteY94" fmla="*/ 197523 h 260086"/>
              <a:gd name="connsiteX95" fmla="*/ 495205 w 765852"/>
              <a:gd name="connsiteY95" fmla="*/ 259554 h 260086"/>
              <a:gd name="connsiteX96" fmla="*/ 544816 w 765852"/>
              <a:gd name="connsiteY96" fmla="*/ 204613 h 260086"/>
              <a:gd name="connsiteX97" fmla="*/ 564923 w 765852"/>
              <a:gd name="connsiteY97" fmla="*/ 204613 h 260086"/>
              <a:gd name="connsiteX98" fmla="*/ 564923 w 765852"/>
              <a:gd name="connsiteY98" fmla="*/ 259554 h 260086"/>
              <a:gd name="connsiteX99" fmla="*/ 572633 w 765852"/>
              <a:gd name="connsiteY99" fmla="*/ 259554 h 260086"/>
              <a:gd name="connsiteX100" fmla="*/ 572633 w 765852"/>
              <a:gd name="connsiteY100" fmla="*/ 204613 h 260086"/>
              <a:gd name="connsiteX101" fmla="*/ 592740 w 765852"/>
              <a:gd name="connsiteY101" fmla="*/ 204613 h 260086"/>
              <a:gd name="connsiteX102" fmla="*/ 592740 w 765852"/>
              <a:gd name="connsiteY102" fmla="*/ 197523 h 260086"/>
              <a:gd name="connsiteX103" fmla="*/ 544816 w 765852"/>
              <a:gd name="connsiteY103" fmla="*/ 197523 h 260086"/>
              <a:gd name="connsiteX104" fmla="*/ 544816 w 765852"/>
              <a:gd name="connsiteY104" fmla="*/ 204613 h 260086"/>
              <a:gd name="connsiteX105" fmla="*/ 287389 w 765852"/>
              <a:gd name="connsiteY105" fmla="*/ 2119 h 260086"/>
              <a:gd name="connsiteX106" fmla="*/ 345234 w 765852"/>
              <a:gd name="connsiteY106" fmla="*/ 140105 h 260086"/>
              <a:gd name="connsiteX107" fmla="*/ 381413 w 765852"/>
              <a:gd name="connsiteY107" fmla="*/ 166796 h 260086"/>
              <a:gd name="connsiteX108" fmla="*/ 382899 w 765852"/>
              <a:gd name="connsiteY108" fmla="*/ 166796 h 260086"/>
              <a:gd name="connsiteX109" fmla="*/ 316692 w 765852"/>
              <a:gd name="connsiteY109" fmla="*/ 2119 h 260086"/>
              <a:gd name="connsiteX110" fmla="*/ 287389 w 765852"/>
              <a:gd name="connsiteY110" fmla="*/ 2119 h 260086"/>
              <a:gd name="connsiteX111" fmla="*/ 443549 w 765852"/>
              <a:gd name="connsiteY111" fmla="*/ 199871 h 260086"/>
              <a:gd name="connsiteX112" fmla="*/ 432739 w 765852"/>
              <a:gd name="connsiteY112" fmla="*/ 197523 h 260086"/>
              <a:gd name="connsiteX113" fmla="*/ 408910 w 765852"/>
              <a:gd name="connsiteY113" fmla="*/ 197523 h 260086"/>
              <a:gd name="connsiteX114" fmla="*/ 408910 w 765852"/>
              <a:gd name="connsiteY114" fmla="*/ 259554 h 260086"/>
              <a:gd name="connsiteX115" fmla="*/ 416621 w 765852"/>
              <a:gd name="connsiteY115" fmla="*/ 259554 h 260086"/>
              <a:gd name="connsiteX116" fmla="*/ 416621 w 765852"/>
              <a:gd name="connsiteY116" fmla="*/ 235716 h 260086"/>
              <a:gd name="connsiteX117" fmla="*/ 432748 w 765852"/>
              <a:gd name="connsiteY117" fmla="*/ 235716 h 260086"/>
              <a:gd name="connsiteX118" fmla="*/ 443512 w 765852"/>
              <a:gd name="connsiteY118" fmla="*/ 233368 h 260086"/>
              <a:gd name="connsiteX119" fmla="*/ 450728 w 765852"/>
              <a:gd name="connsiteY119" fmla="*/ 226681 h 260086"/>
              <a:gd name="connsiteX120" fmla="*/ 453295 w 765852"/>
              <a:gd name="connsiteY120" fmla="*/ 216583 h 260086"/>
              <a:gd name="connsiteX121" fmla="*/ 450774 w 765852"/>
              <a:gd name="connsiteY121" fmla="*/ 206521 h 260086"/>
              <a:gd name="connsiteX122" fmla="*/ 443558 w 765852"/>
              <a:gd name="connsiteY122" fmla="*/ 199871 h 260086"/>
              <a:gd name="connsiteX123" fmla="*/ 441779 w 765852"/>
              <a:gd name="connsiteY123" fmla="*/ 225351 h 260086"/>
              <a:gd name="connsiteX124" fmla="*/ 432033 w 765852"/>
              <a:gd name="connsiteY124" fmla="*/ 228635 h 260086"/>
              <a:gd name="connsiteX125" fmla="*/ 416621 w 765852"/>
              <a:gd name="connsiteY125" fmla="*/ 228635 h 260086"/>
              <a:gd name="connsiteX126" fmla="*/ 416621 w 765852"/>
              <a:gd name="connsiteY126" fmla="*/ 204622 h 260086"/>
              <a:gd name="connsiteX127" fmla="*/ 432125 w 765852"/>
              <a:gd name="connsiteY127" fmla="*/ 204622 h 260086"/>
              <a:gd name="connsiteX128" fmla="*/ 441825 w 765852"/>
              <a:gd name="connsiteY128" fmla="*/ 207860 h 260086"/>
              <a:gd name="connsiteX129" fmla="*/ 445410 w 765852"/>
              <a:gd name="connsiteY129" fmla="*/ 216592 h 260086"/>
              <a:gd name="connsiteX130" fmla="*/ 441779 w 765852"/>
              <a:gd name="connsiteY130" fmla="*/ 225361 h 260086"/>
              <a:gd name="connsiteX131" fmla="*/ 382889 w 765852"/>
              <a:gd name="connsiteY131" fmla="*/ 166805 h 260086"/>
              <a:gd name="connsiteX132" fmla="*/ 384375 w 765852"/>
              <a:gd name="connsiteY132" fmla="*/ 166805 h 260086"/>
              <a:gd name="connsiteX133" fmla="*/ 420554 w 765852"/>
              <a:gd name="connsiteY133" fmla="*/ 140114 h 260086"/>
              <a:gd name="connsiteX134" fmla="*/ 478399 w 765852"/>
              <a:gd name="connsiteY134" fmla="*/ 2128 h 260086"/>
              <a:gd name="connsiteX135" fmla="*/ 449096 w 765852"/>
              <a:gd name="connsiteY135" fmla="*/ 2128 h 260086"/>
              <a:gd name="connsiteX136" fmla="*/ 382889 w 765852"/>
              <a:gd name="connsiteY136" fmla="*/ 166814 h 260086"/>
              <a:gd name="connsiteX137" fmla="*/ 644368 w 765852"/>
              <a:gd name="connsiteY137" fmla="*/ 197523 h 260086"/>
              <a:gd name="connsiteX138" fmla="*/ 620714 w 765852"/>
              <a:gd name="connsiteY138" fmla="*/ 259554 h 260086"/>
              <a:gd name="connsiteX139" fmla="*/ 628690 w 765852"/>
              <a:gd name="connsiteY139" fmla="*/ 259554 h 260086"/>
              <a:gd name="connsiteX140" fmla="*/ 635246 w 765852"/>
              <a:gd name="connsiteY140" fmla="*/ 242806 h 260086"/>
              <a:gd name="connsiteX141" fmla="*/ 662266 w 765852"/>
              <a:gd name="connsiteY141" fmla="*/ 242806 h 260086"/>
              <a:gd name="connsiteX142" fmla="*/ 668821 w 765852"/>
              <a:gd name="connsiteY142" fmla="*/ 259554 h 260086"/>
              <a:gd name="connsiteX143" fmla="*/ 677055 w 765852"/>
              <a:gd name="connsiteY143" fmla="*/ 259554 h 260086"/>
              <a:gd name="connsiteX144" fmla="*/ 653491 w 765852"/>
              <a:gd name="connsiteY144" fmla="*/ 197523 h 260086"/>
              <a:gd name="connsiteX145" fmla="*/ 644368 w 765852"/>
              <a:gd name="connsiteY145" fmla="*/ 197523 h 260086"/>
              <a:gd name="connsiteX146" fmla="*/ 637547 w 765852"/>
              <a:gd name="connsiteY146" fmla="*/ 235808 h 260086"/>
              <a:gd name="connsiteX147" fmla="*/ 648705 w 765852"/>
              <a:gd name="connsiteY147" fmla="*/ 205943 h 260086"/>
              <a:gd name="connsiteX148" fmla="*/ 659955 w 765852"/>
              <a:gd name="connsiteY148" fmla="*/ 235808 h 260086"/>
              <a:gd name="connsiteX149" fmla="*/ 637538 w 765852"/>
              <a:gd name="connsiteY149" fmla="*/ 235808 h 260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</a:cxnLst>
            <a:rect l="l" t="t" r="r" b="b"/>
            <a:pathLst>
              <a:path w="765852" h="260086">
                <a:moveTo>
                  <a:pt x="739575" y="143884"/>
                </a:moveTo>
                <a:cubicBezTo>
                  <a:pt x="756519" y="128906"/>
                  <a:pt x="765852" y="107425"/>
                  <a:pt x="765852" y="83403"/>
                </a:cubicBezTo>
                <a:cubicBezTo>
                  <a:pt x="765852" y="59381"/>
                  <a:pt x="756519" y="37899"/>
                  <a:pt x="739575" y="22921"/>
                </a:cubicBezTo>
                <a:cubicBezTo>
                  <a:pt x="722613" y="7925"/>
                  <a:pt x="699307" y="0"/>
                  <a:pt x="672177" y="0"/>
                </a:cubicBezTo>
                <a:cubicBezTo>
                  <a:pt x="645047" y="0"/>
                  <a:pt x="621740" y="7925"/>
                  <a:pt x="604779" y="22921"/>
                </a:cubicBezTo>
                <a:cubicBezTo>
                  <a:pt x="587835" y="37899"/>
                  <a:pt x="578501" y="59381"/>
                  <a:pt x="578501" y="83403"/>
                </a:cubicBezTo>
                <a:cubicBezTo>
                  <a:pt x="578501" y="107425"/>
                  <a:pt x="587835" y="128906"/>
                  <a:pt x="604779" y="143884"/>
                </a:cubicBezTo>
                <a:cubicBezTo>
                  <a:pt x="621740" y="158881"/>
                  <a:pt x="645047" y="166805"/>
                  <a:pt x="672177" y="166805"/>
                </a:cubicBezTo>
                <a:cubicBezTo>
                  <a:pt x="699307" y="166805"/>
                  <a:pt x="722613" y="158881"/>
                  <a:pt x="739575" y="143884"/>
                </a:cubicBezTo>
                <a:close/>
                <a:moveTo>
                  <a:pt x="604595" y="83403"/>
                </a:moveTo>
                <a:cubicBezTo>
                  <a:pt x="604595" y="66489"/>
                  <a:pt x="610821" y="52135"/>
                  <a:pt x="622611" y="41871"/>
                </a:cubicBezTo>
                <a:cubicBezTo>
                  <a:pt x="634751" y="31305"/>
                  <a:pt x="651887" y="25719"/>
                  <a:pt x="672177" y="25719"/>
                </a:cubicBezTo>
                <a:cubicBezTo>
                  <a:pt x="692467" y="25719"/>
                  <a:pt x="709603" y="31305"/>
                  <a:pt x="721742" y="41871"/>
                </a:cubicBezTo>
                <a:cubicBezTo>
                  <a:pt x="733524" y="52126"/>
                  <a:pt x="739759" y="66489"/>
                  <a:pt x="739759" y="83403"/>
                </a:cubicBezTo>
                <a:cubicBezTo>
                  <a:pt x="739759" y="100316"/>
                  <a:pt x="733533" y="114671"/>
                  <a:pt x="721742" y="124934"/>
                </a:cubicBezTo>
                <a:cubicBezTo>
                  <a:pt x="709603" y="135501"/>
                  <a:pt x="692467" y="141077"/>
                  <a:pt x="672177" y="141077"/>
                </a:cubicBezTo>
                <a:cubicBezTo>
                  <a:pt x="651887" y="141077"/>
                  <a:pt x="634741" y="135491"/>
                  <a:pt x="622611" y="124934"/>
                </a:cubicBezTo>
                <a:cubicBezTo>
                  <a:pt x="610830" y="114671"/>
                  <a:pt x="604595" y="100316"/>
                  <a:pt x="604595" y="83403"/>
                </a:cubicBezTo>
                <a:close/>
                <a:moveTo>
                  <a:pt x="238310" y="207181"/>
                </a:moveTo>
                <a:cubicBezTo>
                  <a:pt x="241556" y="205118"/>
                  <a:pt x="245306" y="204081"/>
                  <a:pt x="249560" y="204081"/>
                </a:cubicBezTo>
                <a:cubicBezTo>
                  <a:pt x="254282" y="204081"/>
                  <a:pt x="258288" y="205292"/>
                  <a:pt x="261562" y="207713"/>
                </a:cubicBezTo>
                <a:cubicBezTo>
                  <a:pt x="264835" y="210135"/>
                  <a:pt x="267035" y="213501"/>
                  <a:pt x="268163" y="217812"/>
                </a:cubicBezTo>
                <a:lnTo>
                  <a:pt x="275874" y="217812"/>
                </a:lnTo>
                <a:cubicBezTo>
                  <a:pt x="274691" y="211373"/>
                  <a:pt x="271784" y="206292"/>
                  <a:pt x="267145" y="202568"/>
                </a:cubicBezTo>
                <a:cubicBezTo>
                  <a:pt x="262506" y="198844"/>
                  <a:pt x="256766" y="196982"/>
                  <a:pt x="249917" y="196982"/>
                </a:cubicBezTo>
                <a:cubicBezTo>
                  <a:pt x="244013" y="196982"/>
                  <a:pt x="238814" y="198293"/>
                  <a:pt x="234322" y="200926"/>
                </a:cubicBezTo>
                <a:cubicBezTo>
                  <a:pt x="229838" y="203558"/>
                  <a:pt x="226382" y="207264"/>
                  <a:pt x="223961" y="212052"/>
                </a:cubicBezTo>
                <a:cubicBezTo>
                  <a:pt x="221541" y="216840"/>
                  <a:pt x="220330" y="222334"/>
                  <a:pt x="220330" y="228534"/>
                </a:cubicBezTo>
                <a:cubicBezTo>
                  <a:pt x="220330" y="234734"/>
                  <a:pt x="221541" y="240302"/>
                  <a:pt x="223961" y="245062"/>
                </a:cubicBezTo>
                <a:cubicBezTo>
                  <a:pt x="226382" y="249823"/>
                  <a:pt x="229838" y="253510"/>
                  <a:pt x="234322" y="256142"/>
                </a:cubicBezTo>
                <a:cubicBezTo>
                  <a:pt x="238805" y="258775"/>
                  <a:pt x="244004" y="260086"/>
                  <a:pt x="249917" y="260086"/>
                </a:cubicBezTo>
                <a:cubicBezTo>
                  <a:pt x="256831" y="260086"/>
                  <a:pt x="262570" y="258224"/>
                  <a:pt x="267145" y="254501"/>
                </a:cubicBezTo>
                <a:cubicBezTo>
                  <a:pt x="271720" y="250777"/>
                  <a:pt x="274599" y="245695"/>
                  <a:pt x="275782" y="239256"/>
                </a:cubicBezTo>
                <a:lnTo>
                  <a:pt x="268071" y="239256"/>
                </a:lnTo>
                <a:cubicBezTo>
                  <a:pt x="266888" y="243631"/>
                  <a:pt x="264706" y="247007"/>
                  <a:pt x="261516" y="249401"/>
                </a:cubicBezTo>
                <a:cubicBezTo>
                  <a:pt x="258325" y="251795"/>
                  <a:pt x="254337" y="252987"/>
                  <a:pt x="249560" y="252987"/>
                </a:cubicBezTo>
                <a:cubicBezTo>
                  <a:pt x="245306" y="252987"/>
                  <a:pt x="241556" y="251951"/>
                  <a:pt x="238310" y="249887"/>
                </a:cubicBezTo>
                <a:cubicBezTo>
                  <a:pt x="235064" y="247823"/>
                  <a:pt x="232561" y="244925"/>
                  <a:pt x="230828" y="241201"/>
                </a:cubicBezTo>
                <a:cubicBezTo>
                  <a:pt x="229086" y="237477"/>
                  <a:pt x="228215" y="233258"/>
                  <a:pt x="228215" y="228525"/>
                </a:cubicBezTo>
                <a:cubicBezTo>
                  <a:pt x="228215" y="223792"/>
                  <a:pt x="229086" y="219499"/>
                  <a:pt x="230828" y="215812"/>
                </a:cubicBezTo>
                <a:cubicBezTo>
                  <a:pt x="232570" y="212125"/>
                  <a:pt x="235064" y="209245"/>
                  <a:pt x="238310" y="207172"/>
                </a:cubicBezTo>
                <a:close/>
                <a:moveTo>
                  <a:pt x="335580" y="197523"/>
                </a:moveTo>
                <a:lnTo>
                  <a:pt x="311925" y="259554"/>
                </a:lnTo>
                <a:lnTo>
                  <a:pt x="319892" y="259554"/>
                </a:lnTo>
                <a:lnTo>
                  <a:pt x="326448" y="242806"/>
                </a:lnTo>
                <a:lnTo>
                  <a:pt x="353467" y="242806"/>
                </a:lnTo>
                <a:lnTo>
                  <a:pt x="360023" y="259554"/>
                </a:lnTo>
                <a:lnTo>
                  <a:pt x="368256" y="259554"/>
                </a:lnTo>
                <a:lnTo>
                  <a:pt x="344693" y="197523"/>
                </a:lnTo>
                <a:lnTo>
                  <a:pt x="335570" y="197523"/>
                </a:lnTo>
                <a:close/>
                <a:moveTo>
                  <a:pt x="328758" y="235808"/>
                </a:moveTo>
                <a:lnTo>
                  <a:pt x="339916" y="205943"/>
                </a:lnTo>
                <a:lnTo>
                  <a:pt x="351166" y="235808"/>
                </a:lnTo>
                <a:lnTo>
                  <a:pt x="328749" y="235808"/>
                </a:lnTo>
                <a:close/>
                <a:moveTo>
                  <a:pt x="725437" y="197523"/>
                </a:moveTo>
                <a:lnTo>
                  <a:pt x="717736" y="197523"/>
                </a:lnTo>
                <a:lnTo>
                  <a:pt x="717736" y="259554"/>
                </a:lnTo>
                <a:lnTo>
                  <a:pt x="753704" y="259554"/>
                </a:lnTo>
                <a:lnTo>
                  <a:pt x="753704" y="252464"/>
                </a:lnTo>
                <a:lnTo>
                  <a:pt x="725446" y="252464"/>
                </a:lnTo>
                <a:lnTo>
                  <a:pt x="725446" y="197523"/>
                </a:lnTo>
                <a:close/>
                <a:moveTo>
                  <a:pt x="250953" y="2119"/>
                </a:moveTo>
                <a:lnTo>
                  <a:pt x="225566" y="2119"/>
                </a:lnTo>
                <a:lnTo>
                  <a:pt x="225566" y="164677"/>
                </a:lnTo>
                <a:lnTo>
                  <a:pt x="250953" y="164677"/>
                </a:lnTo>
                <a:lnTo>
                  <a:pt x="250953" y="2119"/>
                </a:lnTo>
                <a:close/>
                <a:moveTo>
                  <a:pt x="80592" y="62692"/>
                </a:moveTo>
                <a:lnTo>
                  <a:pt x="80592" y="164687"/>
                </a:lnTo>
                <a:cubicBezTo>
                  <a:pt x="80592" y="164687"/>
                  <a:pt x="106732" y="164687"/>
                  <a:pt x="106732" y="164687"/>
                </a:cubicBezTo>
                <a:lnTo>
                  <a:pt x="106713" y="62692"/>
                </a:lnTo>
                <a:cubicBezTo>
                  <a:pt x="106713" y="50282"/>
                  <a:pt x="102707" y="38523"/>
                  <a:pt x="95124" y="28700"/>
                </a:cubicBezTo>
                <a:lnTo>
                  <a:pt x="93648" y="26792"/>
                </a:lnTo>
                <a:lnTo>
                  <a:pt x="92172" y="28700"/>
                </a:lnTo>
                <a:cubicBezTo>
                  <a:pt x="84589" y="38523"/>
                  <a:pt x="80583" y="50273"/>
                  <a:pt x="80583" y="62692"/>
                </a:cubicBezTo>
                <a:close/>
                <a:moveTo>
                  <a:pt x="47273" y="2119"/>
                </a:moveTo>
                <a:lnTo>
                  <a:pt x="0" y="2119"/>
                </a:lnTo>
                <a:lnTo>
                  <a:pt x="0" y="26792"/>
                </a:lnTo>
                <a:lnTo>
                  <a:pt x="93648" y="26792"/>
                </a:lnTo>
                <a:lnTo>
                  <a:pt x="91328" y="23793"/>
                </a:lnTo>
                <a:cubicBezTo>
                  <a:pt x="80693" y="10025"/>
                  <a:pt x="64629" y="2119"/>
                  <a:pt x="47273" y="2119"/>
                </a:cubicBezTo>
                <a:close/>
                <a:moveTo>
                  <a:pt x="95968" y="23793"/>
                </a:moveTo>
                <a:lnTo>
                  <a:pt x="93648" y="26792"/>
                </a:lnTo>
                <a:lnTo>
                  <a:pt x="187296" y="26792"/>
                </a:lnTo>
                <a:lnTo>
                  <a:pt x="187296" y="2119"/>
                </a:lnTo>
                <a:lnTo>
                  <a:pt x="140023" y="2119"/>
                </a:lnTo>
                <a:cubicBezTo>
                  <a:pt x="122657" y="2119"/>
                  <a:pt x="106603" y="10016"/>
                  <a:pt x="95958" y="23793"/>
                </a:cubicBezTo>
                <a:close/>
                <a:moveTo>
                  <a:pt x="514844" y="164677"/>
                </a:moveTo>
                <a:lnTo>
                  <a:pt x="540232" y="164677"/>
                </a:lnTo>
                <a:lnTo>
                  <a:pt x="540232" y="2119"/>
                </a:lnTo>
                <a:lnTo>
                  <a:pt x="514844" y="2119"/>
                </a:lnTo>
                <a:lnTo>
                  <a:pt x="514844" y="164677"/>
                </a:lnTo>
                <a:close/>
                <a:moveTo>
                  <a:pt x="495205" y="259554"/>
                </a:moveTo>
                <a:lnTo>
                  <a:pt x="502915" y="259554"/>
                </a:lnTo>
                <a:lnTo>
                  <a:pt x="502915" y="197523"/>
                </a:lnTo>
                <a:lnTo>
                  <a:pt x="495205" y="197523"/>
                </a:lnTo>
                <a:lnTo>
                  <a:pt x="495205" y="259554"/>
                </a:lnTo>
                <a:close/>
                <a:moveTo>
                  <a:pt x="544816" y="204613"/>
                </a:moveTo>
                <a:lnTo>
                  <a:pt x="564923" y="204613"/>
                </a:lnTo>
                <a:lnTo>
                  <a:pt x="564923" y="259554"/>
                </a:lnTo>
                <a:lnTo>
                  <a:pt x="572633" y="259554"/>
                </a:lnTo>
                <a:lnTo>
                  <a:pt x="572633" y="204613"/>
                </a:lnTo>
                <a:lnTo>
                  <a:pt x="592740" y="204613"/>
                </a:lnTo>
                <a:lnTo>
                  <a:pt x="592740" y="197523"/>
                </a:lnTo>
                <a:lnTo>
                  <a:pt x="544816" y="197523"/>
                </a:lnTo>
                <a:lnTo>
                  <a:pt x="544816" y="204613"/>
                </a:lnTo>
                <a:close/>
                <a:moveTo>
                  <a:pt x="287389" y="2119"/>
                </a:moveTo>
                <a:cubicBezTo>
                  <a:pt x="287389" y="2119"/>
                  <a:pt x="335680" y="117220"/>
                  <a:pt x="345234" y="140105"/>
                </a:cubicBezTo>
                <a:cubicBezTo>
                  <a:pt x="356374" y="166796"/>
                  <a:pt x="374464" y="166796"/>
                  <a:pt x="381413" y="166796"/>
                </a:cubicBezTo>
                <a:lnTo>
                  <a:pt x="382899" y="166796"/>
                </a:lnTo>
                <a:lnTo>
                  <a:pt x="316692" y="2119"/>
                </a:lnTo>
                <a:lnTo>
                  <a:pt x="287389" y="2119"/>
                </a:lnTo>
                <a:close/>
                <a:moveTo>
                  <a:pt x="443549" y="199871"/>
                </a:moveTo>
                <a:cubicBezTo>
                  <a:pt x="440413" y="198303"/>
                  <a:pt x="436819" y="197523"/>
                  <a:pt x="432739" y="197523"/>
                </a:cubicBezTo>
                <a:lnTo>
                  <a:pt x="408910" y="197523"/>
                </a:lnTo>
                <a:lnTo>
                  <a:pt x="408910" y="259554"/>
                </a:lnTo>
                <a:lnTo>
                  <a:pt x="416621" y="259554"/>
                </a:lnTo>
                <a:lnTo>
                  <a:pt x="416621" y="235716"/>
                </a:lnTo>
                <a:lnTo>
                  <a:pt x="432748" y="235716"/>
                </a:lnTo>
                <a:cubicBezTo>
                  <a:pt x="436819" y="235716"/>
                  <a:pt x="440413" y="234936"/>
                  <a:pt x="443512" y="233368"/>
                </a:cubicBezTo>
                <a:cubicBezTo>
                  <a:pt x="446611" y="231799"/>
                  <a:pt x="449013" y="229571"/>
                  <a:pt x="450728" y="226681"/>
                </a:cubicBezTo>
                <a:cubicBezTo>
                  <a:pt x="452442" y="223783"/>
                  <a:pt x="453295" y="220417"/>
                  <a:pt x="453295" y="216583"/>
                </a:cubicBezTo>
                <a:cubicBezTo>
                  <a:pt x="453295" y="212749"/>
                  <a:pt x="452452" y="209392"/>
                  <a:pt x="450774" y="206521"/>
                </a:cubicBezTo>
                <a:cubicBezTo>
                  <a:pt x="449087" y="203659"/>
                  <a:pt x="446685" y="201439"/>
                  <a:pt x="443558" y="199871"/>
                </a:cubicBezTo>
                <a:close/>
                <a:moveTo>
                  <a:pt x="441779" y="225351"/>
                </a:moveTo>
                <a:cubicBezTo>
                  <a:pt x="439359" y="227534"/>
                  <a:pt x="436113" y="228635"/>
                  <a:pt x="432033" y="228635"/>
                </a:cubicBezTo>
                <a:lnTo>
                  <a:pt x="416621" y="228635"/>
                </a:lnTo>
                <a:lnTo>
                  <a:pt x="416621" y="204622"/>
                </a:lnTo>
                <a:lnTo>
                  <a:pt x="432125" y="204622"/>
                </a:lnTo>
                <a:cubicBezTo>
                  <a:pt x="436196" y="204622"/>
                  <a:pt x="439432" y="205705"/>
                  <a:pt x="441825" y="207860"/>
                </a:cubicBezTo>
                <a:cubicBezTo>
                  <a:pt x="444218" y="210015"/>
                  <a:pt x="445410" y="212923"/>
                  <a:pt x="445410" y="216592"/>
                </a:cubicBezTo>
                <a:cubicBezTo>
                  <a:pt x="445410" y="220261"/>
                  <a:pt x="444200" y="223178"/>
                  <a:pt x="441779" y="225361"/>
                </a:cubicBezTo>
                <a:close/>
                <a:moveTo>
                  <a:pt x="382889" y="166805"/>
                </a:moveTo>
                <a:lnTo>
                  <a:pt x="384375" y="166805"/>
                </a:lnTo>
                <a:cubicBezTo>
                  <a:pt x="391334" y="166805"/>
                  <a:pt x="409423" y="166805"/>
                  <a:pt x="420554" y="140114"/>
                </a:cubicBezTo>
                <a:cubicBezTo>
                  <a:pt x="430099" y="117230"/>
                  <a:pt x="478399" y="2128"/>
                  <a:pt x="478399" y="2128"/>
                </a:cubicBezTo>
                <a:lnTo>
                  <a:pt x="449096" y="2128"/>
                </a:lnTo>
                <a:lnTo>
                  <a:pt x="382889" y="166814"/>
                </a:lnTo>
                <a:close/>
                <a:moveTo>
                  <a:pt x="644368" y="197523"/>
                </a:moveTo>
                <a:lnTo>
                  <a:pt x="620714" y="259554"/>
                </a:lnTo>
                <a:lnTo>
                  <a:pt x="628690" y="259554"/>
                </a:lnTo>
                <a:lnTo>
                  <a:pt x="635246" y="242806"/>
                </a:lnTo>
                <a:lnTo>
                  <a:pt x="662266" y="242806"/>
                </a:lnTo>
                <a:lnTo>
                  <a:pt x="668821" y="259554"/>
                </a:lnTo>
                <a:lnTo>
                  <a:pt x="677055" y="259554"/>
                </a:lnTo>
                <a:lnTo>
                  <a:pt x="653491" y="197523"/>
                </a:lnTo>
                <a:lnTo>
                  <a:pt x="644368" y="197523"/>
                </a:lnTo>
                <a:close/>
                <a:moveTo>
                  <a:pt x="637547" y="235808"/>
                </a:moveTo>
                <a:lnTo>
                  <a:pt x="648705" y="205943"/>
                </a:lnTo>
                <a:lnTo>
                  <a:pt x="659955" y="235808"/>
                </a:lnTo>
                <a:lnTo>
                  <a:pt x="637538" y="235808"/>
                </a:lnTo>
                <a:close/>
              </a:path>
            </a:pathLst>
          </a:custGeom>
          <a:solidFill>
            <a:srgbClr val="000000"/>
          </a:solidFill>
          <a:ln w="1061" cap="flat">
            <a:noFill/>
            <a:prstDash val="solid"/>
            <a:miter/>
          </a:ln>
        </p:spPr>
        <p:txBody>
          <a:bodyPr rtlCol="0" anchor="ctr"/>
          <a:lstStyle/>
          <a:p>
            <a:endParaRPr lang="pt-BR" sz="849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09B6F29F-DF18-9050-9EF6-AF47C4A796AC}"/>
              </a:ext>
            </a:extLst>
          </p:cNvPr>
          <p:cNvCxnSpPr/>
          <p:nvPr userDrawn="1"/>
        </p:nvCxnSpPr>
        <p:spPr>
          <a:xfrm>
            <a:off x="334964" y="185353"/>
            <a:ext cx="1041541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3571918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469">
          <p15:clr>
            <a:srgbClr val="FBAE40"/>
          </p15:clr>
        </p15:guide>
        <p15:guide id="2" orient="horz" pos="3974">
          <p15:clr>
            <a:srgbClr val="FBAE40"/>
          </p15:clr>
        </p15:guide>
        <p15:guide id="3" orient="horz" pos="232">
          <p15:clr>
            <a:srgbClr val="FBAE40"/>
          </p15:clr>
        </p15:guide>
        <p15:guide id="4" pos="211">
          <p15:clr>
            <a:srgbClr val="FBAE40"/>
          </p15:clr>
        </p15:guide>
        <p15:guide id="5" orient="horz" pos="4065">
          <p15:clr>
            <a:srgbClr val="FBAE40"/>
          </p15:clr>
        </p15:guide>
        <p15:guide id="6" orient="horz" pos="799">
          <p15:clr>
            <a:srgbClr val="FBAE40"/>
          </p15:clr>
        </p15:guide>
        <p15:guide id="7" orient="horz" pos="935">
          <p15:clr>
            <a:srgbClr val="FBAE40"/>
          </p15:clr>
        </p15:guide>
      </p15:sldGuideLst>
    </p:ext>
  </p:extLst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ítulo | Box lateral - Branco 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tângulo 1">
            <a:extLst>
              <a:ext uri="{FF2B5EF4-FFF2-40B4-BE49-F238E27FC236}">
                <a16:creationId xmlns:a16="http://schemas.microsoft.com/office/drawing/2014/main" id="{0B0E7351-5252-E626-42EB-CDCE7C083C49}"/>
              </a:ext>
            </a:extLst>
          </p:cNvPr>
          <p:cNvSpPr/>
          <p:nvPr userDrawn="1"/>
        </p:nvSpPr>
        <p:spPr>
          <a:xfrm>
            <a:off x="0" y="1"/>
            <a:ext cx="5420020" cy="6858000"/>
          </a:xfrm>
          <a:prstGeom prst="rect">
            <a:avLst/>
          </a:prstGeom>
          <a:gradFill>
            <a:gsLst>
              <a:gs pos="100000">
                <a:schemeClr val="tx1">
                  <a:lumMod val="95000"/>
                  <a:lumOff val="5000"/>
                </a:schemeClr>
              </a:gs>
              <a:gs pos="0">
                <a:schemeClr val="tx1">
                  <a:lumMod val="85000"/>
                  <a:lumOff val="15000"/>
                </a:schemeClr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849">
              <a:solidFill>
                <a:schemeClr val="bg1"/>
              </a:solidFill>
            </a:endParaRPr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132BCE3-A04F-8602-64F7-7623C7EAF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61763" y="6482556"/>
            <a:ext cx="295275" cy="1692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 sz="1100">
                <a:solidFill>
                  <a:schemeClr val="tx1">
                    <a:lumMod val="95000"/>
                    <a:lumOff val="5000"/>
                  </a:schemeClr>
                </a:solidFill>
                <a:latin typeface="Versos" panose="020B0503020204030204" pitchFamily="34" charset="0"/>
                <a:cs typeface="Versos" panose="020B0503020204030204" pitchFamily="34" charset="0"/>
              </a:defRPr>
            </a:lvl1pPr>
          </a:lstStyle>
          <a:p>
            <a:fld id="{77667D73-C69A-4DAA-9003-24A825D36FE9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B13D7C-5A47-B0DF-B518-26E79F5D2DB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64" y="368301"/>
            <a:ext cx="5085057" cy="4308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err="1"/>
              <a:t>Título</a:t>
            </a:r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401465E-A8CD-A3BA-BE2A-9597492FDC6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4963" y="6482556"/>
            <a:ext cx="10980000" cy="180000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900">
                <a:latin typeface="Versos Light" panose="020B0403020204030204" pitchFamily="34" charset="0"/>
              </a:defRPr>
            </a:lvl2pPr>
            <a:lvl3pPr>
              <a:defRPr sz="900">
                <a:latin typeface="Versos Light" panose="020B0403020204030204" pitchFamily="34" charset="0"/>
              </a:defRPr>
            </a:lvl3pPr>
            <a:lvl4pPr>
              <a:defRPr sz="900">
                <a:latin typeface="Versos Light" panose="020B0403020204030204" pitchFamily="34" charset="0"/>
              </a:defRPr>
            </a:lvl4pPr>
            <a:lvl5pPr>
              <a:defRPr sz="900">
                <a:latin typeface="Versos Light" panose="020B0403020204030204" pitchFamily="34" charset="0"/>
              </a:defRPr>
            </a:lvl5pPr>
          </a:lstStyle>
          <a:p>
            <a:pPr lvl="0"/>
            <a:r>
              <a:rPr lang="en-US"/>
              <a:t>Fonte:</a:t>
            </a:r>
            <a:endParaRPr lang="pt-BR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2BF5896-7E11-14FB-06A4-95B1CAD37BF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47027" y="1751285"/>
            <a:ext cx="4369353" cy="156104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3D29ABC6-2275-8D02-5D8F-6C312831087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33166" y="3849328"/>
            <a:ext cx="4383213" cy="158838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8">
            <a:extLst>
              <a:ext uri="{FF2B5EF4-FFF2-40B4-BE49-F238E27FC236}">
                <a16:creationId xmlns:a16="http://schemas.microsoft.com/office/drawing/2014/main" id="{89936DB2-1144-3AFC-1BBA-E1BDEB5020C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767047" y="1484313"/>
            <a:ext cx="6077927" cy="445872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chemeClr val="tx1">
                    <a:lumMod val="95000"/>
                    <a:lumOff val="5000"/>
                  </a:schemeClr>
                </a:solidFill>
                <a:latin typeface="Versos" panose="020B05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2" name="Conector Reto 2">
            <a:extLst>
              <a:ext uri="{FF2B5EF4-FFF2-40B4-BE49-F238E27FC236}">
                <a16:creationId xmlns:a16="http://schemas.microsoft.com/office/drawing/2014/main" id="{D24BE17E-F6B3-8EAE-EC30-BB9C725FC11E}"/>
              </a:ext>
            </a:extLst>
          </p:cNvPr>
          <p:cNvCxnSpPr>
            <a:cxnSpLocks/>
          </p:cNvCxnSpPr>
          <p:nvPr userDrawn="1"/>
        </p:nvCxnSpPr>
        <p:spPr>
          <a:xfrm flipH="1">
            <a:off x="1" y="1482784"/>
            <a:ext cx="1457739" cy="0"/>
          </a:xfrm>
          <a:prstGeom prst="line">
            <a:avLst/>
          </a:prstGeom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Conector Reto 7">
            <a:extLst>
              <a:ext uri="{FF2B5EF4-FFF2-40B4-BE49-F238E27FC236}">
                <a16:creationId xmlns:a16="http://schemas.microsoft.com/office/drawing/2014/main" id="{0D6EA7A2-501E-AE25-217B-771E1489503C}"/>
              </a:ext>
            </a:extLst>
          </p:cNvPr>
          <p:cNvCxnSpPr>
            <a:cxnSpLocks/>
          </p:cNvCxnSpPr>
          <p:nvPr userDrawn="1"/>
        </p:nvCxnSpPr>
        <p:spPr>
          <a:xfrm flipH="1">
            <a:off x="1" y="3580828"/>
            <a:ext cx="1457739" cy="0"/>
          </a:xfrm>
          <a:prstGeom prst="line">
            <a:avLst/>
          </a:prstGeom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Picture 8">
            <a:extLst>
              <a:ext uri="{FF2B5EF4-FFF2-40B4-BE49-F238E27FC236}">
                <a16:creationId xmlns:a16="http://schemas.microsoft.com/office/drawing/2014/main" id="{68EB1F7D-EB42-B4A5-4EBA-55B2FE1DF06F}"/>
              </a:ext>
            </a:extLst>
          </p:cNvPr>
          <p:cNvSpPr/>
          <p:nvPr userDrawn="1"/>
        </p:nvSpPr>
        <p:spPr>
          <a:xfrm>
            <a:off x="11091186" y="377179"/>
            <a:ext cx="765852" cy="260086"/>
          </a:xfrm>
          <a:custGeom>
            <a:avLst/>
            <a:gdLst>
              <a:gd name="connsiteX0" fmla="*/ 739575 w 765852"/>
              <a:gd name="connsiteY0" fmla="*/ 143884 h 260086"/>
              <a:gd name="connsiteX1" fmla="*/ 765852 w 765852"/>
              <a:gd name="connsiteY1" fmla="*/ 83403 h 260086"/>
              <a:gd name="connsiteX2" fmla="*/ 739575 w 765852"/>
              <a:gd name="connsiteY2" fmla="*/ 22921 h 260086"/>
              <a:gd name="connsiteX3" fmla="*/ 672177 w 765852"/>
              <a:gd name="connsiteY3" fmla="*/ 0 h 260086"/>
              <a:gd name="connsiteX4" fmla="*/ 604779 w 765852"/>
              <a:gd name="connsiteY4" fmla="*/ 22921 h 260086"/>
              <a:gd name="connsiteX5" fmla="*/ 578501 w 765852"/>
              <a:gd name="connsiteY5" fmla="*/ 83403 h 260086"/>
              <a:gd name="connsiteX6" fmla="*/ 604779 w 765852"/>
              <a:gd name="connsiteY6" fmla="*/ 143884 h 260086"/>
              <a:gd name="connsiteX7" fmla="*/ 672177 w 765852"/>
              <a:gd name="connsiteY7" fmla="*/ 166805 h 260086"/>
              <a:gd name="connsiteX8" fmla="*/ 739575 w 765852"/>
              <a:gd name="connsiteY8" fmla="*/ 143884 h 260086"/>
              <a:gd name="connsiteX9" fmla="*/ 604595 w 765852"/>
              <a:gd name="connsiteY9" fmla="*/ 83403 h 260086"/>
              <a:gd name="connsiteX10" fmla="*/ 622611 w 765852"/>
              <a:gd name="connsiteY10" fmla="*/ 41871 h 260086"/>
              <a:gd name="connsiteX11" fmla="*/ 672177 w 765852"/>
              <a:gd name="connsiteY11" fmla="*/ 25719 h 260086"/>
              <a:gd name="connsiteX12" fmla="*/ 721742 w 765852"/>
              <a:gd name="connsiteY12" fmla="*/ 41871 h 260086"/>
              <a:gd name="connsiteX13" fmla="*/ 739759 w 765852"/>
              <a:gd name="connsiteY13" fmla="*/ 83403 h 260086"/>
              <a:gd name="connsiteX14" fmla="*/ 721742 w 765852"/>
              <a:gd name="connsiteY14" fmla="*/ 124934 h 260086"/>
              <a:gd name="connsiteX15" fmla="*/ 672177 w 765852"/>
              <a:gd name="connsiteY15" fmla="*/ 141077 h 260086"/>
              <a:gd name="connsiteX16" fmla="*/ 622611 w 765852"/>
              <a:gd name="connsiteY16" fmla="*/ 124934 h 260086"/>
              <a:gd name="connsiteX17" fmla="*/ 604595 w 765852"/>
              <a:gd name="connsiteY17" fmla="*/ 83403 h 260086"/>
              <a:gd name="connsiteX18" fmla="*/ 238310 w 765852"/>
              <a:gd name="connsiteY18" fmla="*/ 207181 h 260086"/>
              <a:gd name="connsiteX19" fmla="*/ 249560 w 765852"/>
              <a:gd name="connsiteY19" fmla="*/ 204081 h 260086"/>
              <a:gd name="connsiteX20" fmla="*/ 261562 w 765852"/>
              <a:gd name="connsiteY20" fmla="*/ 207713 h 260086"/>
              <a:gd name="connsiteX21" fmla="*/ 268163 w 765852"/>
              <a:gd name="connsiteY21" fmla="*/ 217812 h 260086"/>
              <a:gd name="connsiteX22" fmla="*/ 275874 w 765852"/>
              <a:gd name="connsiteY22" fmla="*/ 217812 h 260086"/>
              <a:gd name="connsiteX23" fmla="*/ 267145 w 765852"/>
              <a:gd name="connsiteY23" fmla="*/ 202568 h 260086"/>
              <a:gd name="connsiteX24" fmla="*/ 249917 w 765852"/>
              <a:gd name="connsiteY24" fmla="*/ 196982 h 260086"/>
              <a:gd name="connsiteX25" fmla="*/ 234322 w 765852"/>
              <a:gd name="connsiteY25" fmla="*/ 200926 h 260086"/>
              <a:gd name="connsiteX26" fmla="*/ 223961 w 765852"/>
              <a:gd name="connsiteY26" fmla="*/ 212052 h 260086"/>
              <a:gd name="connsiteX27" fmla="*/ 220330 w 765852"/>
              <a:gd name="connsiteY27" fmla="*/ 228534 h 260086"/>
              <a:gd name="connsiteX28" fmla="*/ 223961 w 765852"/>
              <a:gd name="connsiteY28" fmla="*/ 245062 h 260086"/>
              <a:gd name="connsiteX29" fmla="*/ 234322 w 765852"/>
              <a:gd name="connsiteY29" fmla="*/ 256142 h 260086"/>
              <a:gd name="connsiteX30" fmla="*/ 249917 w 765852"/>
              <a:gd name="connsiteY30" fmla="*/ 260086 h 260086"/>
              <a:gd name="connsiteX31" fmla="*/ 267145 w 765852"/>
              <a:gd name="connsiteY31" fmla="*/ 254501 h 260086"/>
              <a:gd name="connsiteX32" fmla="*/ 275782 w 765852"/>
              <a:gd name="connsiteY32" fmla="*/ 239256 h 260086"/>
              <a:gd name="connsiteX33" fmla="*/ 268071 w 765852"/>
              <a:gd name="connsiteY33" fmla="*/ 239256 h 260086"/>
              <a:gd name="connsiteX34" fmla="*/ 261516 w 765852"/>
              <a:gd name="connsiteY34" fmla="*/ 249401 h 260086"/>
              <a:gd name="connsiteX35" fmla="*/ 249560 w 765852"/>
              <a:gd name="connsiteY35" fmla="*/ 252987 h 260086"/>
              <a:gd name="connsiteX36" fmla="*/ 238310 w 765852"/>
              <a:gd name="connsiteY36" fmla="*/ 249887 h 260086"/>
              <a:gd name="connsiteX37" fmla="*/ 230828 w 765852"/>
              <a:gd name="connsiteY37" fmla="*/ 241201 h 260086"/>
              <a:gd name="connsiteX38" fmla="*/ 228215 w 765852"/>
              <a:gd name="connsiteY38" fmla="*/ 228525 h 260086"/>
              <a:gd name="connsiteX39" fmla="*/ 230828 w 765852"/>
              <a:gd name="connsiteY39" fmla="*/ 215812 h 260086"/>
              <a:gd name="connsiteX40" fmla="*/ 238310 w 765852"/>
              <a:gd name="connsiteY40" fmla="*/ 207172 h 260086"/>
              <a:gd name="connsiteX41" fmla="*/ 335580 w 765852"/>
              <a:gd name="connsiteY41" fmla="*/ 197523 h 260086"/>
              <a:gd name="connsiteX42" fmla="*/ 311925 w 765852"/>
              <a:gd name="connsiteY42" fmla="*/ 259554 h 260086"/>
              <a:gd name="connsiteX43" fmla="*/ 319892 w 765852"/>
              <a:gd name="connsiteY43" fmla="*/ 259554 h 260086"/>
              <a:gd name="connsiteX44" fmla="*/ 326448 w 765852"/>
              <a:gd name="connsiteY44" fmla="*/ 242806 h 260086"/>
              <a:gd name="connsiteX45" fmla="*/ 353467 w 765852"/>
              <a:gd name="connsiteY45" fmla="*/ 242806 h 260086"/>
              <a:gd name="connsiteX46" fmla="*/ 360023 w 765852"/>
              <a:gd name="connsiteY46" fmla="*/ 259554 h 260086"/>
              <a:gd name="connsiteX47" fmla="*/ 368256 w 765852"/>
              <a:gd name="connsiteY47" fmla="*/ 259554 h 260086"/>
              <a:gd name="connsiteX48" fmla="*/ 344693 w 765852"/>
              <a:gd name="connsiteY48" fmla="*/ 197523 h 260086"/>
              <a:gd name="connsiteX49" fmla="*/ 335570 w 765852"/>
              <a:gd name="connsiteY49" fmla="*/ 197523 h 260086"/>
              <a:gd name="connsiteX50" fmla="*/ 328758 w 765852"/>
              <a:gd name="connsiteY50" fmla="*/ 235808 h 260086"/>
              <a:gd name="connsiteX51" fmla="*/ 339916 w 765852"/>
              <a:gd name="connsiteY51" fmla="*/ 205943 h 260086"/>
              <a:gd name="connsiteX52" fmla="*/ 351166 w 765852"/>
              <a:gd name="connsiteY52" fmla="*/ 235808 h 260086"/>
              <a:gd name="connsiteX53" fmla="*/ 328749 w 765852"/>
              <a:gd name="connsiteY53" fmla="*/ 235808 h 260086"/>
              <a:gd name="connsiteX54" fmla="*/ 725437 w 765852"/>
              <a:gd name="connsiteY54" fmla="*/ 197523 h 260086"/>
              <a:gd name="connsiteX55" fmla="*/ 717736 w 765852"/>
              <a:gd name="connsiteY55" fmla="*/ 197523 h 260086"/>
              <a:gd name="connsiteX56" fmla="*/ 717736 w 765852"/>
              <a:gd name="connsiteY56" fmla="*/ 259554 h 260086"/>
              <a:gd name="connsiteX57" fmla="*/ 753704 w 765852"/>
              <a:gd name="connsiteY57" fmla="*/ 259554 h 260086"/>
              <a:gd name="connsiteX58" fmla="*/ 753704 w 765852"/>
              <a:gd name="connsiteY58" fmla="*/ 252464 h 260086"/>
              <a:gd name="connsiteX59" fmla="*/ 725446 w 765852"/>
              <a:gd name="connsiteY59" fmla="*/ 252464 h 260086"/>
              <a:gd name="connsiteX60" fmla="*/ 725446 w 765852"/>
              <a:gd name="connsiteY60" fmla="*/ 197523 h 260086"/>
              <a:gd name="connsiteX61" fmla="*/ 250953 w 765852"/>
              <a:gd name="connsiteY61" fmla="*/ 2119 h 260086"/>
              <a:gd name="connsiteX62" fmla="*/ 225566 w 765852"/>
              <a:gd name="connsiteY62" fmla="*/ 2119 h 260086"/>
              <a:gd name="connsiteX63" fmla="*/ 225566 w 765852"/>
              <a:gd name="connsiteY63" fmla="*/ 164677 h 260086"/>
              <a:gd name="connsiteX64" fmla="*/ 250953 w 765852"/>
              <a:gd name="connsiteY64" fmla="*/ 164677 h 260086"/>
              <a:gd name="connsiteX65" fmla="*/ 250953 w 765852"/>
              <a:gd name="connsiteY65" fmla="*/ 2119 h 260086"/>
              <a:gd name="connsiteX66" fmla="*/ 80592 w 765852"/>
              <a:gd name="connsiteY66" fmla="*/ 62692 h 260086"/>
              <a:gd name="connsiteX67" fmla="*/ 80592 w 765852"/>
              <a:gd name="connsiteY67" fmla="*/ 164687 h 260086"/>
              <a:gd name="connsiteX68" fmla="*/ 106732 w 765852"/>
              <a:gd name="connsiteY68" fmla="*/ 164687 h 260086"/>
              <a:gd name="connsiteX69" fmla="*/ 106713 w 765852"/>
              <a:gd name="connsiteY69" fmla="*/ 62692 h 260086"/>
              <a:gd name="connsiteX70" fmla="*/ 95124 w 765852"/>
              <a:gd name="connsiteY70" fmla="*/ 28700 h 260086"/>
              <a:gd name="connsiteX71" fmla="*/ 93648 w 765852"/>
              <a:gd name="connsiteY71" fmla="*/ 26792 h 260086"/>
              <a:gd name="connsiteX72" fmla="*/ 92172 w 765852"/>
              <a:gd name="connsiteY72" fmla="*/ 28700 h 260086"/>
              <a:gd name="connsiteX73" fmla="*/ 80583 w 765852"/>
              <a:gd name="connsiteY73" fmla="*/ 62692 h 260086"/>
              <a:gd name="connsiteX74" fmla="*/ 47273 w 765852"/>
              <a:gd name="connsiteY74" fmla="*/ 2119 h 260086"/>
              <a:gd name="connsiteX75" fmla="*/ 0 w 765852"/>
              <a:gd name="connsiteY75" fmla="*/ 2119 h 260086"/>
              <a:gd name="connsiteX76" fmla="*/ 0 w 765852"/>
              <a:gd name="connsiteY76" fmla="*/ 26792 h 260086"/>
              <a:gd name="connsiteX77" fmla="*/ 93648 w 765852"/>
              <a:gd name="connsiteY77" fmla="*/ 26792 h 260086"/>
              <a:gd name="connsiteX78" fmla="*/ 91328 w 765852"/>
              <a:gd name="connsiteY78" fmla="*/ 23793 h 260086"/>
              <a:gd name="connsiteX79" fmla="*/ 47273 w 765852"/>
              <a:gd name="connsiteY79" fmla="*/ 2119 h 260086"/>
              <a:gd name="connsiteX80" fmla="*/ 95968 w 765852"/>
              <a:gd name="connsiteY80" fmla="*/ 23793 h 260086"/>
              <a:gd name="connsiteX81" fmla="*/ 93648 w 765852"/>
              <a:gd name="connsiteY81" fmla="*/ 26792 h 260086"/>
              <a:gd name="connsiteX82" fmla="*/ 187296 w 765852"/>
              <a:gd name="connsiteY82" fmla="*/ 26792 h 260086"/>
              <a:gd name="connsiteX83" fmla="*/ 187296 w 765852"/>
              <a:gd name="connsiteY83" fmla="*/ 2119 h 260086"/>
              <a:gd name="connsiteX84" fmla="*/ 140023 w 765852"/>
              <a:gd name="connsiteY84" fmla="*/ 2119 h 260086"/>
              <a:gd name="connsiteX85" fmla="*/ 95958 w 765852"/>
              <a:gd name="connsiteY85" fmla="*/ 23793 h 260086"/>
              <a:gd name="connsiteX86" fmla="*/ 514844 w 765852"/>
              <a:gd name="connsiteY86" fmla="*/ 164677 h 260086"/>
              <a:gd name="connsiteX87" fmla="*/ 540232 w 765852"/>
              <a:gd name="connsiteY87" fmla="*/ 164677 h 260086"/>
              <a:gd name="connsiteX88" fmla="*/ 540232 w 765852"/>
              <a:gd name="connsiteY88" fmla="*/ 2119 h 260086"/>
              <a:gd name="connsiteX89" fmla="*/ 514844 w 765852"/>
              <a:gd name="connsiteY89" fmla="*/ 2119 h 260086"/>
              <a:gd name="connsiteX90" fmla="*/ 514844 w 765852"/>
              <a:gd name="connsiteY90" fmla="*/ 164677 h 260086"/>
              <a:gd name="connsiteX91" fmla="*/ 495205 w 765852"/>
              <a:gd name="connsiteY91" fmla="*/ 259554 h 260086"/>
              <a:gd name="connsiteX92" fmla="*/ 502915 w 765852"/>
              <a:gd name="connsiteY92" fmla="*/ 259554 h 260086"/>
              <a:gd name="connsiteX93" fmla="*/ 502915 w 765852"/>
              <a:gd name="connsiteY93" fmla="*/ 197523 h 260086"/>
              <a:gd name="connsiteX94" fmla="*/ 495205 w 765852"/>
              <a:gd name="connsiteY94" fmla="*/ 197523 h 260086"/>
              <a:gd name="connsiteX95" fmla="*/ 495205 w 765852"/>
              <a:gd name="connsiteY95" fmla="*/ 259554 h 260086"/>
              <a:gd name="connsiteX96" fmla="*/ 544816 w 765852"/>
              <a:gd name="connsiteY96" fmla="*/ 204613 h 260086"/>
              <a:gd name="connsiteX97" fmla="*/ 564923 w 765852"/>
              <a:gd name="connsiteY97" fmla="*/ 204613 h 260086"/>
              <a:gd name="connsiteX98" fmla="*/ 564923 w 765852"/>
              <a:gd name="connsiteY98" fmla="*/ 259554 h 260086"/>
              <a:gd name="connsiteX99" fmla="*/ 572633 w 765852"/>
              <a:gd name="connsiteY99" fmla="*/ 259554 h 260086"/>
              <a:gd name="connsiteX100" fmla="*/ 572633 w 765852"/>
              <a:gd name="connsiteY100" fmla="*/ 204613 h 260086"/>
              <a:gd name="connsiteX101" fmla="*/ 592740 w 765852"/>
              <a:gd name="connsiteY101" fmla="*/ 204613 h 260086"/>
              <a:gd name="connsiteX102" fmla="*/ 592740 w 765852"/>
              <a:gd name="connsiteY102" fmla="*/ 197523 h 260086"/>
              <a:gd name="connsiteX103" fmla="*/ 544816 w 765852"/>
              <a:gd name="connsiteY103" fmla="*/ 197523 h 260086"/>
              <a:gd name="connsiteX104" fmla="*/ 544816 w 765852"/>
              <a:gd name="connsiteY104" fmla="*/ 204613 h 260086"/>
              <a:gd name="connsiteX105" fmla="*/ 287389 w 765852"/>
              <a:gd name="connsiteY105" fmla="*/ 2119 h 260086"/>
              <a:gd name="connsiteX106" fmla="*/ 345234 w 765852"/>
              <a:gd name="connsiteY106" fmla="*/ 140105 h 260086"/>
              <a:gd name="connsiteX107" fmla="*/ 381413 w 765852"/>
              <a:gd name="connsiteY107" fmla="*/ 166796 h 260086"/>
              <a:gd name="connsiteX108" fmla="*/ 382899 w 765852"/>
              <a:gd name="connsiteY108" fmla="*/ 166796 h 260086"/>
              <a:gd name="connsiteX109" fmla="*/ 316692 w 765852"/>
              <a:gd name="connsiteY109" fmla="*/ 2119 h 260086"/>
              <a:gd name="connsiteX110" fmla="*/ 287389 w 765852"/>
              <a:gd name="connsiteY110" fmla="*/ 2119 h 260086"/>
              <a:gd name="connsiteX111" fmla="*/ 443549 w 765852"/>
              <a:gd name="connsiteY111" fmla="*/ 199871 h 260086"/>
              <a:gd name="connsiteX112" fmla="*/ 432739 w 765852"/>
              <a:gd name="connsiteY112" fmla="*/ 197523 h 260086"/>
              <a:gd name="connsiteX113" fmla="*/ 408910 w 765852"/>
              <a:gd name="connsiteY113" fmla="*/ 197523 h 260086"/>
              <a:gd name="connsiteX114" fmla="*/ 408910 w 765852"/>
              <a:gd name="connsiteY114" fmla="*/ 259554 h 260086"/>
              <a:gd name="connsiteX115" fmla="*/ 416621 w 765852"/>
              <a:gd name="connsiteY115" fmla="*/ 259554 h 260086"/>
              <a:gd name="connsiteX116" fmla="*/ 416621 w 765852"/>
              <a:gd name="connsiteY116" fmla="*/ 235716 h 260086"/>
              <a:gd name="connsiteX117" fmla="*/ 432748 w 765852"/>
              <a:gd name="connsiteY117" fmla="*/ 235716 h 260086"/>
              <a:gd name="connsiteX118" fmla="*/ 443512 w 765852"/>
              <a:gd name="connsiteY118" fmla="*/ 233368 h 260086"/>
              <a:gd name="connsiteX119" fmla="*/ 450728 w 765852"/>
              <a:gd name="connsiteY119" fmla="*/ 226681 h 260086"/>
              <a:gd name="connsiteX120" fmla="*/ 453295 w 765852"/>
              <a:gd name="connsiteY120" fmla="*/ 216583 h 260086"/>
              <a:gd name="connsiteX121" fmla="*/ 450774 w 765852"/>
              <a:gd name="connsiteY121" fmla="*/ 206521 h 260086"/>
              <a:gd name="connsiteX122" fmla="*/ 443558 w 765852"/>
              <a:gd name="connsiteY122" fmla="*/ 199871 h 260086"/>
              <a:gd name="connsiteX123" fmla="*/ 441779 w 765852"/>
              <a:gd name="connsiteY123" fmla="*/ 225351 h 260086"/>
              <a:gd name="connsiteX124" fmla="*/ 432033 w 765852"/>
              <a:gd name="connsiteY124" fmla="*/ 228635 h 260086"/>
              <a:gd name="connsiteX125" fmla="*/ 416621 w 765852"/>
              <a:gd name="connsiteY125" fmla="*/ 228635 h 260086"/>
              <a:gd name="connsiteX126" fmla="*/ 416621 w 765852"/>
              <a:gd name="connsiteY126" fmla="*/ 204622 h 260086"/>
              <a:gd name="connsiteX127" fmla="*/ 432125 w 765852"/>
              <a:gd name="connsiteY127" fmla="*/ 204622 h 260086"/>
              <a:gd name="connsiteX128" fmla="*/ 441825 w 765852"/>
              <a:gd name="connsiteY128" fmla="*/ 207860 h 260086"/>
              <a:gd name="connsiteX129" fmla="*/ 445410 w 765852"/>
              <a:gd name="connsiteY129" fmla="*/ 216592 h 260086"/>
              <a:gd name="connsiteX130" fmla="*/ 441779 w 765852"/>
              <a:gd name="connsiteY130" fmla="*/ 225361 h 260086"/>
              <a:gd name="connsiteX131" fmla="*/ 382889 w 765852"/>
              <a:gd name="connsiteY131" fmla="*/ 166805 h 260086"/>
              <a:gd name="connsiteX132" fmla="*/ 384375 w 765852"/>
              <a:gd name="connsiteY132" fmla="*/ 166805 h 260086"/>
              <a:gd name="connsiteX133" fmla="*/ 420554 w 765852"/>
              <a:gd name="connsiteY133" fmla="*/ 140114 h 260086"/>
              <a:gd name="connsiteX134" fmla="*/ 478399 w 765852"/>
              <a:gd name="connsiteY134" fmla="*/ 2128 h 260086"/>
              <a:gd name="connsiteX135" fmla="*/ 449096 w 765852"/>
              <a:gd name="connsiteY135" fmla="*/ 2128 h 260086"/>
              <a:gd name="connsiteX136" fmla="*/ 382889 w 765852"/>
              <a:gd name="connsiteY136" fmla="*/ 166814 h 260086"/>
              <a:gd name="connsiteX137" fmla="*/ 644368 w 765852"/>
              <a:gd name="connsiteY137" fmla="*/ 197523 h 260086"/>
              <a:gd name="connsiteX138" fmla="*/ 620714 w 765852"/>
              <a:gd name="connsiteY138" fmla="*/ 259554 h 260086"/>
              <a:gd name="connsiteX139" fmla="*/ 628690 w 765852"/>
              <a:gd name="connsiteY139" fmla="*/ 259554 h 260086"/>
              <a:gd name="connsiteX140" fmla="*/ 635246 w 765852"/>
              <a:gd name="connsiteY140" fmla="*/ 242806 h 260086"/>
              <a:gd name="connsiteX141" fmla="*/ 662266 w 765852"/>
              <a:gd name="connsiteY141" fmla="*/ 242806 h 260086"/>
              <a:gd name="connsiteX142" fmla="*/ 668821 w 765852"/>
              <a:gd name="connsiteY142" fmla="*/ 259554 h 260086"/>
              <a:gd name="connsiteX143" fmla="*/ 677055 w 765852"/>
              <a:gd name="connsiteY143" fmla="*/ 259554 h 260086"/>
              <a:gd name="connsiteX144" fmla="*/ 653491 w 765852"/>
              <a:gd name="connsiteY144" fmla="*/ 197523 h 260086"/>
              <a:gd name="connsiteX145" fmla="*/ 644368 w 765852"/>
              <a:gd name="connsiteY145" fmla="*/ 197523 h 260086"/>
              <a:gd name="connsiteX146" fmla="*/ 637547 w 765852"/>
              <a:gd name="connsiteY146" fmla="*/ 235808 h 260086"/>
              <a:gd name="connsiteX147" fmla="*/ 648705 w 765852"/>
              <a:gd name="connsiteY147" fmla="*/ 205943 h 260086"/>
              <a:gd name="connsiteX148" fmla="*/ 659955 w 765852"/>
              <a:gd name="connsiteY148" fmla="*/ 235808 h 260086"/>
              <a:gd name="connsiteX149" fmla="*/ 637538 w 765852"/>
              <a:gd name="connsiteY149" fmla="*/ 235808 h 260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</a:cxnLst>
            <a:rect l="l" t="t" r="r" b="b"/>
            <a:pathLst>
              <a:path w="765852" h="260086">
                <a:moveTo>
                  <a:pt x="739575" y="143884"/>
                </a:moveTo>
                <a:cubicBezTo>
                  <a:pt x="756519" y="128906"/>
                  <a:pt x="765852" y="107425"/>
                  <a:pt x="765852" y="83403"/>
                </a:cubicBezTo>
                <a:cubicBezTo>
                  <a:pt x="765852" y="59381"/>
                  <a:pt x="756519" y="37899"/>
                  <a:pt x="739575" y="22921"/>
                </a:cubicBezTo>
                <a:cubicBezTo>
                  <a:pt x="722613" y="7925"/>
                  <a:pt x="699307" y="0"/>
                  <a:pt x="672177" y="0"/>
                </a:cubicBezTo>
                <a:cubicBezTo>
                  <a:pt x="645047" y="0"/>
                  <a:pt x="621740" y="7925"/>
                  <a:pt x="604779" y="22921"/>
                </a:cubicBezTo>
                <a:cubicBezTo>
                  <a:pt x="587835" y="37899"/>
                  <a:pt x="578501" y="59381"/>
                  <a:pt x="578501" y="83403"/>
                </a:cubicBezTo>
                <a:cubicBezTo>
                  <a:pt x="578501" y="107425"/>
                  <a:pt x="587835" y="128906"/>
                  <a:pt x="604779" y="143884"/>
                </a:cubicBezTo>
                <a:cubicBezTo>
                  <a:pt x="621740" y="158881"/>
                  <a:pt x="645047" y="166805"/>
                  <a:pt x="672177" y="166805"/>
                </a:cubicBezTo>
                <a:cubicBezTo>
                  <a:pt x="699307" y="166805"/>
                  <a:pt x="722613" y="158881"/>
                  <a:pt x="739575" y="143884"/>
                </a:cubicBezTo>
                <a:close/>
                <a:moveTo>
                  <a:pt x="604595" y="83403"/>
                </a:moveTo>
                <a:cubicBezTo>
                  <a:pt x="604595" y="66489"/>
                  <a:pt x="610821" y="52135"/>
                  <a:pt x="622611" y="41871"/>
                </a:cubicBezTo>
                <a:cubicBezTo>
                  <a:pt x="634751" y="31305"/>
                  <a:pt x="651887" y="25719"/>
                  <a:pt x="672177" y="25719"/>
                </a:cubicBezTo>
                <a:cubicBezTo>
                  <a:pt x="692467" y="25719"/>
                  <a:pt x="709603" y="31305"/>
                  <a:pt x="721742" y="41871"/>
                </a:cubicBezTo>
                <a:cubicBezTo>
                  <a:pt x="733524" y="52126"/>
                  <a:pt x="739759" y="66489"/>
                  <a:pt x="739759" y="83403"/>
                </a:cubicBezTo>
                <a:cubicBezTo>
                  <a:pt x="739759" y="100316"/>
                  <a:pt x="733533" y="114671"/>
                  <a:pt x="721742" y="124934"/>
                </a:cubicBezTo>
                <a:cubicBezTo>
                  <a:pt x="709603" y="135501"/>
                  <a:pt x="692467" y="141077"/>
                  <a:pt x="672177" y="141077"/>
                </a:cubicBezTo>
                <a:cubicBezTo>
                  <a:pt x="651887" y="141077"/>
                  <a:pt x="634741" y="135491"/>
                  <a:pt x="622611" y="124934"/>
                </a:cubicBezTo>
                <a:cubicBezTo>
                  <a:pt x="610830" y="114671"/>
                  <a:pt x="604595" y="100316"/>
                  <a:pt x="604595" y="83403"/>
                </a:cubicBezTo>
                <a:close/>
                <a:moveTo>
                  <a:pt x="238310" y="207181"/>
                </a:moveTo>
                <a:cubicBezTo>
                  <a:pt x="241556" y="205118"/>
                  <a:pt x="245306" y="204081"/>
                  <a:pt x="249560" y="204081"/>
                </a:cubicBezTo>
                <a:cubicBezTo>
                  <a:pt x="254282" y="204081"/>
                  <a:pt x="258288" y="205292"/>
                  <a:pt x="261562" y="207713"/>
                </a:cubicBezTo>
                <a:cubicBezTo>
                  <a:pt x="264835" y="210135"/>
                  <a:pt x="267035" y="213501"/>
                  <a:pt x="268163" y="217812"/>
                </a:cubicBezTo>
                <a:lnTo>
                  <a:pt x="275874" y="217812"/>
                </a:lnTo>
                <a:cubicBezTo>
                  <a:pt x="274691" y="211373"/>
                  <a:pt x="271784" y="206292"/>
                  <a:pt x="267145" y="202568"/>
                </a:cubicBezTo>
                <a:cubicBezTo>
                  <a:pt x="262506" y="198844"/>
                  <a:pt x="256766" y="196982"/>
                  <a:pt x="249917" y="196982"/>
                </a:cubicBezTo>
                <a:cubicBezTo>
                  <a:pt x="244013" y="196982"/>
                  <a:pt x="238814" y="198293"/>
                  <a:pt x="234322" y="200926"/>
                </a:cubicBezTo>
                <a:cubicBezTo>
                  <a:pt x="229838" y="203558"/>
                  <a:pt x="226382" y="207264"/>
                  <a:pt x="223961" y="212052"/>
                </a:cubicBezTo>
                <a:cubicBezTo>
                  <a:pt x="221541" y="216840"/>
                  <a:pt x="220330" y="222334"/>
                  <a:pt x="220330" y="228534"/>
                </a:cubicBezTo>
                <a:cubicBezTo>
                  <a:pt x="220330" y="234734"/>
                  <a:pt x="221541" y="240302"/>
                  <a:pt x="223961" y="245062"/>
                </a:cubicBezTo>
                <a:cubicBezTo>
                  <a:pt x="226382" y="249823"/>
                  <a:pt x="229838" y="253510"/>
                  <a:pt x="234322" y="256142"/>
                </a:cubicBezTo>
                <a:cubicBezTo>
                  <a:pt x="238805" y="258775"/>
                  <a:pt x="244004" y="260086"/>
                  <a:pt x="249917" y="260086"/>
                </a:cubicBezTo>
                <a:cubicBezTo>
                  <a:pt x="256831" y="260086"/>
                  <a:pt x="262570" y="258224"/>
                  <a:pt x="267145" y="254501"/>
                </a:cubicBezTo>
                <a:cubicBezTo>
                  <a:pt x="271720" y="250777"/>
                  <a:pt x="274599" y="245695"/>
                  <a:pt x="275782" y="239256"/>
                </a:cubicBezTo>
                <a:lnTo>
                  <a:pt x="268071" y="239256"/>
                </a:lnTo>
                <a:cubicBezTo>
                  <a:pt x="266888" y="243631"/>
                  <a:pt x="264706" y="247007"/>
                  <a:pt x="261516" y="249401"/>
                </a:cubicBezTo>
                <a:cubicBezTo>
                  <a:pt x="258325" y="251795"/>
                  <a:pt x="254337" y="252987"/>
                  <a:pt x="249560" y="252987"/>
                </a:cubicBezTo>
                <a:cubicBezTo>
                  <a:pt x="245306" y="252987"/>
                  <a:pt x="241556" y="251951"/>
                  <a:pt x="238310" y="249887"/>
                </a:cubicBezTo>
                <a:cubicBezTo>
                  <a:pt x="235064" y="247823"/>
                  <a:pt x="232561" y="244925"/>
                  <a:pt x="230828" y="241201"/>
                </a:cubicBezTo>
                <a:cubicBezTo>
                  <a:pt x="229086" y="237477"/>
                  <a:pt x="228215" y="233258"/>
                  <a:pt x="228215" y="228525"/>
                </a:cubicBezTo>
                <a:cubicBezTo>
                  <a:pt x="228215" y="223792"/>
                  <a:pt x="229086" y="219499"/>
                  <a:pt x="230828" y="215812"/>
                </a:cubicBezTo>
                <a:cubicBezTo>
                  <a:pt x="232570" y="212125"/>
                  <a:pt x="235064" y="209245"/>
                  <a:pt x="238310" y="207172"/>
                </a:cubicBezTo>
                <a:close/>
                <a:moveTo>
                  <a:pt x="335580" y="197523"/>
                </a:moveTo>
                <a:lnTo>
                  <a:pt x="311925" y="259554"/>
                </a:lnTo>
                <a:lnTo>
                  <a:pt x="319892" y="259554"/>
                </a:lnTo>
                <a:lnTo>
                  <a:pt x="326448" y="242806"/>
                </a:lnTo>
                <a:lnTo>
                  <a:pt x="353467" y="242806"/>
                </a:lnTo>
                <a:lnTo>
                  <a:pt x="360023" y="259554"/>
                </a:lnTo>
                <a:lnTo>
                  <a:pt x="368256" y="259554"/>
                </a:lnTo>
                <a:lnTo>
                  <a:pt x="344693" y="197523"/>
                </a:lnTo>
                <a:lnTo>
                  <a:pt x="335570" y="197523"/>
                </a:lnTo>
                <a:close/>
                <a:moveTo>
                  <a:pt x="328758" y="235808"/>
                </a:moveTo>
                <a:lnTo>
                  <a:pt x="339916" y="205943"/>
                </a:lnTo>
                <a:lnTo>
                  <a:pt x="351166" y="235808"/>
                </a:lnTo>
                <a:lnTo>
                  <a:pt x="328749" y="235808"/>
                </a:lnTo>
                <a:close/>
                <a:moveTo>
                  <a:pt x="725437" y="197523"/>
                </a:moveTo>
                <a:lnTo>
                  <a:pt x="717736" y="197523"/>
                </a:lnTo>
                <a:lnTo>
                  <a:pt x="717736" y="259554"/>
                </a:lnTo>
                <a:lnTo>
                  <a:pt x="753704" y="259554"/>
                </a:lnTo>
                <a:lnTo>
                  <a:pt x="753704" y="252464"/>
                </a:lnTo>
                <a:lnTo>
                  <a:pt x="725446" y="252464"/>
                </a:lnTo>
                <a:lnTo>
                  <a:pt x="725446" y="197523"/>
                </a:lnTo>
                <a:close/>
                <a:moveTo>
                  <a:pt x="250953" y="2119"/>
                </a:moveTo>
                <a:lnTo>
                  <a:pt x="225566" y="2119"/>
                </a:lnTo>
                <a:lnTo>
                  <a:pt x="225566" y="164677"/>
                </a:lnTo>
                <a:lnTo>
                  <a:pt x="250953" y="164677"/>
                </a:lnTo>
                <a:lnTo>
                  <a:pt x="250953" y="2119"/>
                </a:lnTo>
                <a:close/>
                <a:moveTo>
                  <a:pt x="80592" y="62692"/>
                </a:moveTo>
                <a:lnTo>
                  <a:pt x="80592" y="164687"/>
                </a:lnTo>
                <a:cubicBezTo>
                  <a:pt x="80592" y="164687"/>
                  <a:pt x="106732" y="164687"/>
                  <a:pt x="106732" y="164687"/>
                </a:cubicBezTo>
                <a:lnTo>
                  <a:pt x="106713" y="62692"/>
                </a:lnTo>
                <a:cubicBezTo>
                  <a:pt x="106713" y="50282"/>
                  <a:pt x="102707" y="38523"/>
                  <a:pt x="95124" y="28700"/>
                </a:cubicBezTo>
                <a:lnTo>
                  <a:pt x="93648" y="26792"/>
                </a:lnTo>
                <a:lnTo>
                  <a:pt x="92172" y="28700"/>
                </a:lnTo>
                <a:cubicBezTo>
                  <a:pt x="84589" y="38523"/>
                  <a:pt x="80583" y="50273"/>
                  <a:pt x="80583" y="62692"/>
                </a:cubicBezTo>
                <a:close/>
                <a:moveTo>
                  <a:pt x="47273" y="2119"/>
                </a:moveTo>
                <a:lnTo>
                  <a:pt x="0" y="2119"/>
                </a:lnTo>
                <a:lnTo>
                  <a:pt x="0" y="26792"/>
                </a:lnTo>
                <a:lnTo>
                  <a:pt x="93648" y="26792"/>
                </a:lnTo>
                <a:lnTo>
                  <a:pt x="91328" y="23793"/>
                </a:lnTo>
                <a:cubicBezTo>
                  <a:pt x="80693" y="10025"/>
                  <a:pt x="64629" y="2119"/>
                  <a:pt x="47273" y="2119"/>
                </a:cubicBezTo>
                <a:close/>
                <a:moveTo>
                  <a:pt x="95968" y="23793"/>
                </a:moveTo>
                <a:lnTo>
                  <a:pt x="93648" y="26792"/>
                </a:lnTo>
                <a:lnTo>
                  <a:pt x="187296" y="26792"/>
                </a:lnTo>
                <a:lnTo>
                  <a:pt x="187296" y="2119"/>
                </a:lnTo>
                <a:lnTo>
                  <a:pt x="140023" y="2119"/>
                </a:lnTo>
                <a:cubicBezTo>
                  <a:pt x="122657" y="2119"/>
                  <a:pt x="106603" y="10016"/>
                  <a:pt x="95958" y="23793"/>
                </a:cubicBezTo>
                <a:close/>
                <a:moveTo>
                  <a:pt x="514844" y="164677"/>
                </a:moveTo>
                <a:lnTo>
                  <a:pt x="540232" y="164677"/>
                </a:lnTo>
                <a:lnTo>
                  <a:pt x="540232" y="2119"/>
                </a:lnTo>
                <a:lnTo>
                  <a:pt x="514844" y="2119"/>
                </a:lnTo>
                <a:lnTo>
                  <a:pt x="514844" y="164677"/>
                </a:lnTo>
                <a:close/>
                <a:moveTo>
                  <a:pt x="495205" y="259554"/>
                </a:moveTo>
                <a:lnTo>
                  <a:pt x="502915" y="259554"/>
                </a:lnTo>
                <a:lnTo>
                  <a:pt x="502915" y="197523"/>
                </a:lnTo>
                <a:lnTo>
                  <a:pt x="495205" y="197523"/>
                </a:lnTo>
                <a:lnTo>
                  <a:pt x="495205" y="259554"/>
                </a:lnTo>
                <a:close/>
                <a:moveTo>
                  <a:pt x="544816" y="204613"/>
                </a:moveTo>
                <a:lnTo>
                  <a:pt x="564923" y="204613"/>
                </a:lnTo>
                <a:lnTo>
                  <a:pt x="564923" y="259554"/>
                </a:lnTo>
                <a:lnTo>
                  <a:pt x="572633" y="259554"/>
                </a:lnTo>
                <a:lnTo>
                  <a:pt x="572633" y="204613"/>
                </a:lnTo>
                <a:lnTo>
                  <a:pt x="592740" y="204613"/>
                </a:lnTo>
                <a:lnTo>
                  <a:pt x="592740" y="197523"/>
                </a:lnTo>
                <a:lnTo>
                  <a:pt x="544816" y="197523"/>
                </a:lnTo>
                <a:lnTo>
                  <a:pt x="544816" y="204613"/>
                </a:lnTo>
                <a:close/>
                <a:moveTo>
                  <a:pt x="287389" y="2119"/>
                </a:moveTo>
                <a:cubicBezTo>
                  <a:pt x="287389" y="2119"/>
                  <a:pt x="335680" y="117220"/>
                  <a:pt x="345234" y="140105"/>
                </a:cubicBezTo>
                <a:cubicBezTo>
                  <a:pt x="356374" y="166796"/>
                  <a:pt x="374464" y="166796"/>
                  <a:pt x="381413" y="166796"/>
                </a:cubicBezTo>
                <a:lnTo>
                  <a:pt x="382899" y="166796"/>
                </a:lnTo>
                <a:lnTo>
                  <a:pt x="316692" y="2119"/>
                </a:lnTo>
                <a:lnTo>
                  <a:pt x="287389" y="2119"/>
                </a:lnTo>
                <a:close/>
                <a:moveTo>
                  <a:pt x="443549" y="199871"/>
                </a:moveTo>
                <a:cubicBezTo>
                  <a:pt x="440413" y="198303"/>
                  <a:pt x="436819" y="197523"/>
                  <a:pt x="432739" y="197523"/>
                </a:cubicBezTo>
                <a:lnTo>
                  <a:pt x="408910" y="197523"/>
                </a:lnTo>
                <a:lnTo>
                  <a:pt x="408910" y="259554"/>
                </a:lnTo>
                <a:lnTo>
                  <a:pt x="416621" y="259554"/>
                </a:lnTo>
                <a:lnTo>
                  <a:pt x="416621" y="235716"/>
                </a:lnTo>
                <a:lnTo>
                  <a:pt x="432748" y="235716"/>
                </a:lnTo>
                <a:cubicBezTo>
                  <a:pt x="436819" y="235716"/>
                  <a:pt x="440413" y="234936"/>
                  <a:pt x="443512" y="233368"/>
                </a:cubicBezTo>
                <a:cubicBezTo>
                  <a:pt x="446611" y="231799"/>
                  <a:pt x="449013" y="229571"/>
                  <a:pt x="450728" y="226681"/>
                </a:cubicBezTo>
                <a:cubicBezTo>
                  <a:pt x="452442" y="223783"/>
                  <a:pt x="453295" y="220417"/>
                  <a:pt x="453295" y="216583"/>
                </a:cubicBezTo>
                <a:cubicBezTo>
                  <a:pt x="453295" y="212749"/>
                  <a:pt x="452452" y="209392"/>
                  <a:pt x="450774" y="206521"/>
                </a:cubicBezTo>
                <a:cubicBezTo>
                  <a:pt x="449087" y="203659"/>
                  <a:pt x="446685" y="201439"/>
                  <a:pt x="443558" y="199871"/>
                </a:cubicBezTo>
                <a:close/>
                <a:moveTo>
                  <a:pt x="441779" y="225351"/>
                </a:moveTo>
                <a:cubicBezTo>
                  <a:pt x="439359" y="227534"/>
                  <a:pt x="436113" y="228635"/>
                  <a:pt x="432033" y="228635"/>
                </a:cubicBezTo>
                <a:lnTo>
                  <a:pt x="416621" y="228635"/>
                </a:lnTo>
                <a:lnTo>
                  <a:pt x="416621" y="204622"/>
                </a:lnTo>
                <a:lnTo>
                  <a:pt x="432125" y="204622"/>
                </a:lnTo>
                <a:cubicBezTo>
                  <a:pt x="436196" y="204622"/>
                  <a:pt x="439432" y="205705"/>
                  <a:pt x="441825" y="207860"/>
                </a:cubicBezTo>
                <a:cubicBezTo>
                  <a:pt x="444218" y="210015"/>
                  <a:pt x="445410" y="212923"/>
                  <a:pt x="445410" y="216592"/>
                </a:cubicBezTo>
                <a:cubicBezTo>
                  <a:pt x="445410" y="220261"/>
                  <a:pt x="444200" y="223178"/>
                  <a:pt x="441779" y="225361"/>
                </a:cubicBezTo>
                <a:close/>
                <a:moveTo>
                  <a:pt x="382889" y="166805"/>
                </a:moveTo>
                <a:lnTo>
                  <a:pt x="384375" y="166805"/>
                </a:lnTo>
                <a:cubicBezTo>
                  <a:pt x="391334" y="166805"/>
                  <a:pt x="409423" y="166805"/>
                  <a:pt x="420554" y="140114"/>
                </a:cubicBezTo>
                <a:cubicBezTo>
                  <a:pt x="430099" y="117230"/>
                  <a:pt x="478399" y="2128"/>
                  <a:pt x="478399" y="2128"/>
                </a:cubicBezTo>
                <a:lnTo>
                  <a:pt x="449096" y="2128"/>
                </a:lnTo>
                <a:lnTo>
                  <a:pt x="382889" y="166814"/>
                </a:lnTo>
                <a:close/>
                <a:moveTo>
                  <a:pt x="644368" y="197523"/>
                </a:moveTo>
                <a:lnTo>
                  <a:pt x="620714" y="259554"/>
                </a:lnTo>
                <a:lnTo>
                  <a:pt x="628690" y="259554"/>
                </a:lnTo>
                <a:lnTo>
                  <a:pt x="635246" y="242806"/>
                </a:lnTo>
                <a:lnTo>
                  <a:pt x="662266" y="242806"/>
                </a:lnTo>
                <a:lnTo>
                  <a:pt x="668821" y="259554"/>
                </a:lnTo>
                <a:lnTo>
                  <a:pt x="677055" y="259554"/>
                </a:lnTo>
                <a:lnTo>
                  <a:pt x="653491" y="197523"/>
                </a:lnTo>
                <a:lnTo>
                  <a:pt x="644368" y="197523"/>
                </a:lnTo>
                <a:close/>
                <a:moveTo>
                  <a:pt x="637547" y="235808"/>
                </a:moveTo>
                <a:lnTo>
                  <a:pt x="648705" y="205943"/>
                </a:lnTo>
                <a:lnTo>
                  <a:pt x="659955" y="235808"/>
                </a:lnTo>
                <a:lnTo>
                  <a:pt x="637538" y="235808"/>
                </a:lnTo>
                <a:close/>
              </a:path>
            </a:pathLst>
          </a:custGeom>
          <a:solidFill>
            <a:srgbClr val="000000"/>
          </a:solidFill>
          <a:ln w="1061" cap="flat">
            <a:noFill/>
            <a:prstDash val="solid"/>
            <a:miter/>
          </a:ln>
        </p:spPr>
        <p:txBody>
          <a:bodyPr rtlCol="0" anchor="ctr"/>
          <a:lstStyle/>
          <a:p>
            <a:endParaRPr lang="pt-BR" sz="849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6374564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469">
          <p15:clr>
            <a:srgbClr val="FBAE40"/>
          </p15:clr>
        </p15:guide>
        <p15:guide id="2" orient="horz" pos="3974">
          <p15:clr>
            <a:srgbClr val="FBAE40"/>
          </p15:clr>
        </p15:guide>
        <p15:guide id="3" orient="horz" pos="232">
          <p15:clr>
            <a:srgbClr val="FBAE40"/>
          </p15:clr>
        </p15:guide>
        <p15:guide id="4" pos="211">
          <p15:clr>
            <a:srgbClr val="FBAE40"/>
          </p15:clr>
        </p15:guide>
        <p15:guide id="5" orient="horz" pos="4065">
          <p15:clr>
            <a:srgbClr val="FBAE40"/>
          </p15:clr>
        </p15:guide>
        <p15:guide id="6" orient="horz" pos="799">
          <p15:clr>
            <a:srgbClr val="FBAE40"/>
          </p15:clr>
        </p15:guide>
        <p15:guide id="7" orient="horz" pos="935">
          <p15:clr>
            <a:srgbClr val="FBAE40"/>
          </p15:clr>
        </p15:guide>
      </p15:sldGuideLst>
    </p:ext>
  </p:extLst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lank - Branc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8C84EE7A-B951-B061-6439-B39DDC01B709}"/>
              </a:ext>
            </a:extLst>
          </p:cNvPr>
          <p:cNvCxnSpPr/>
          <p:nvPr userDrawn="1"/>
        </p:nvCxnSpPr>
        <p:spPr>
          <a:xfrm>
            <a:off x="334964" y="185353"/>
            <a:ext cx="1041541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295581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469">
          <p15:clr>
            <a:srgbClr val="FBAE40"/>
          </p15:clr>
        </p15:guide>
        <p15:guide id="2" orient="horz" pos="3974">
          <p15:clr>
            <a:srgbClr val="FBAE40"/>
          </p15:clr>
        </p15:guide>
        <p15:guide id="3" orient="horz" pos="232">
          <p15:clr>
            <a:srgbClr val="FBAE40"/>
          </p15:clr>
        </p15:guide>
        <p15:guide id="4" pos="211">
          <p15:clr>
            <a:srgbClr val="FBAE40"/>
          </p15:clr>
        </p15:guide>
        <p15:guide id="5" orient="horz" pos="4065">
          <p15:clr>
            <a:srgbClr val="FBAE40"/>
          </p15:clr>
        </p15:guide>
        <p15:guide id="6" orient="horz" pos="799">
          <p15:clr>
            <a:srgbClr val="FBAE40"/>
          </p15:clr>
        </p15:guide>
        <p15:guide id="7" orient="horz" pos="935">
          <p15:clr>
            <a:srgbClr val="FBAE40"/>
          </p15:clr>
        </p15:guide>
      </p15:sldGuideLst>
    </p:ext>
  </p:extLst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ítulo | 1 linha - Black">
    <p:bg>
      <p:bgPr>
        <a:solidFill>
          <a:schemeClr val="tx1">
            <a:lumMod val="95000"/>
            <a:lumOff val="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132BCE3-A04F-8602-64F7-7623C7EAF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61763" y="6482556"/>
            <a:ext cx="295275" cy="1692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 sz="1100">
                <a:solidFill>
                  <a:schemeClr val="bg1"/>
                </a:solidFill>
                <a:latin typeface="Versos" panose="020B0503020204030204" pitchFamily="34" charset="0"/>
                <a:cs typeface="Versos" panose="020B0503020204030204" pitchFamily="34" charset="0"/>
              </a:defRPr>
            </a:lvl1pPr>
          </a:lstStyle>
          <a:p>
            <a:fld id="{77667D73-C69A-4DAA-9003-24A825D36FE9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B13D7C-5A47-B0DF-B518-26E79F5D2DB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64" y="368301"/>
            <a:ext cx="10183813" cy="4308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err="1"/>
              <a:t>Título</a:t>
            </a:r>
            <a:endParaRPr lang="en-US"/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7F86D482-580C-D22A-58CC-10B9C4F7EDD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34963" y="1518528"/>
            <a:ext cx="11522585" cy="21544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Picture 8">
            <a:extLst>
              <a:ext uri="{FF2B5EF4-FFF2-40B4-BE49-F238E27FC236}">
                <a16:creationId xmlns:a16="http://schemas.microsoft.com/office/drawing/2014/main" id="{57BCE67C-64C7-2D0C-0DC2-7A4B4CC314E0}"/>
              </a:ext>
            </a:extLst>
          </p:cNvPr>
          <p:cNvSpPr/>
          <p:nvPr userDrawn="1"/>
        </p:nvSpPr>
        <p:spPr>
          <a:xfrm>
            <a:off x="11091186" y="377179"/>
            <a:ext cx="765852" cy="260086"/>
          </a:xfrm>
          <a:custGeom>
            <a:avLst/>
            <a:gdLst>
              <a:gd name="connsiteX0" fmla="*/ 739575 w 765852"/>
              <a:gd name="connsiteY0" fmla="*/ 143884 h 260086"/>
              <a:gd name="connsiteX1" fmla="*/ 765852 w 765852"/>
              <a:gd name="connsiteY1" fmla="*/ 83403 h 260086"/>
              <a:gd name="connsiteX2" fmla="*/ 739575 w 765852"/>
              <a:gd name="connsiteY2" fmla="*/ 22921 h 260086"/>
              <a:gd name="connsiteX3" fmla="*/ 672177 w 765852"/>
              <a:gd name="connsiteY3" fmla="*/ 0 h 260086"/>
              <a:gd name="connsiteX4" fmla="*/ 604779 w 765852"/>
              <a:gd name="connsiteY4" fmla="*/ 22921 h 260086"/>
              <a:gd name="connsiteX5" fmla="*/ 578501 w 765852"/>
              <a:gd name="connsiteY5" fmla="*/ 83403 h 260086"/>
              <a:gd name="connsiteX6" fmla="*/ 604779 w 765852"/>
              <a:gd name="connsiteY6" fmla="*/ 143884 h 260086"/>
              <a:gd name="connsiteX7" fmla="*/ 672177 w 765852"/>
              <a:gd name="connsiteY7" fmla="*/ 166805 h 260086"/>
              <a:gd name="connsiteX8" fmla="*/ 739575 w 765852"/>
              <a:gd name="connsiteY8" fmla="*/ 143884 h 260086"/>
              <a:gd name="connsiteX9" fmla="*/ 604595 w 765852"/>
              <a:gd name="connsiteY9" fmla="*/ 83403 h 260086"/>
              <a:gd name="connsiteX10" fmla="*/ 622611 w 765852"/>
              <a:gd name="connsiteY10" fmla="*/ 41871 h 260086"/>
              <a:gd name="connsiteX11" fmla="*/ 672177 w 765852"/>
              <a:gd name="connsiteY11" fmla="*/ 25719 h 260086"/>
              <a:gd name="connsiteX12" fmla="*/ 721742 w 765852"/>
              <a:gd name="connsiteY12" fmla="*/ 41871 h 260086"/>
              <a:gd name="connsiteX13" fmla="*/ 739759 w 765852"/>
              <a:gd name="connsiteY13" fmla="*/ 83403 h 260086"/>
              <a:gd name="connsiteX14" fmla="*/ 721742 w 765852"/>
              <a:gd name="connsiteY14" fmla="*/ 124934 h 260086"/>
              <a:gd name="connsiteX15" fmla="*/ 672177 w 765852"/>
              <a:gd name="connsiteY15" fmla="*/ 141077 h 260086"/>
              <a:gd name="connsiteX16" fmla="*/ 622611 w 765852"/>
              <a:gd name="connsiteY16" fmla="*/ 124934 h 260086"/>
              <a:gd name="connsiteX17" fmla="*/ 604595 w 765852"/>
              <a:gd name="connsiteY17" fmla="*/ 83403 h 260086"/>
              <a:gd name="connsiteX18" fmla="*/ 238310 w 765852"/>
              <a:gd name="connsiteY18" fmla="*/ 207181 h 260086"/>
              <a:gd name="connsiteX19" fmla="*/ 249560 w 765852"/>
              <a:gd name="connsiteY19" fmla="*/ 204081 h 260086"/>
              <a:gd name="connsiteX20" fmla="*/ 261562 w 765852"/>
              <a:gd name="connsiteY20" fmla="*/ 207713 h 260086"/>
              <a:gd name="connsiteX21" fmla="*/ 268163 w 765852"/>
              <a:gd name="connsiteY21" fmla="*/ 217812 h 260086"/>
              <a:gd name="connsiteX22" fmla="*/ 275874 w 765852"/>
              <a:gd name="connsiteY22" fmla="*/ 217812 h 260086"/>
              <a:gd name="connsiteX23" fmla="*/ 267145 w 765852"/>
              <a:gd name="connsiteY23" fmla="*/ 202568 h 260086"/>
              <a:gd name="connsiteX24" fmla="*/ 249917 w 765852"/>
              <a:gd name="connsiteY24" fmla="*/ 196982 h 260086"/>
              <a:gd name="connsiteX25" fmla="*/ 234322 w 765852"/>
              <a:gd name="connsiteY25" fmla="*/ 200926 h 260086"/>
              <a:gd name="connsiteX26" fmla="*/ 223961 w 765852"/>
              <a:gd name="connsiteY26" fmla="*/ 212052 h 260086"/>
              <a:gd name="connsiteX27" fmla="*/ 220330 w 765852"/>
              <a:gd name="connsiteY27" fmla="*/ 228534 h 260086"/>
              <a:gd name="connsiteX28" fmla="*/ 223961 w 765852"/>
              <a:gd name="connsiteY28" fmla="*/ 245062 h 260086"/>
              <a:gd name="connsiteX29" fmla="*/ 234322 w 765852"/>
              <a:gd name="connsiteY29" fmla="*/ 256142 h 260086"/>
              <a:gd name="connsiteX30" fmla="*/ 249917 w 765852"/>
              <a:gd name="connsiteY30" fmla="*/ 260086 h 260086"/>
              <a:gd name="connsiteX31" fmla="*/ 267145 w 765852"/>
              <a:gd name="connsiteY31" fmla="*/ 254501 h 260086"/>
              <a:gd name="connsiteX32" fmla="*/ 275782 w 765852"/>
              <a:gd name="connsiteY32" fmla="*/ 239256 h 260086"/>
              <a:gd name="connsiteX33" fmla="*/ 268071 w 765852"/>
              <a:gd name="connsiteY33" fmla="*/ 239256 h 260086"/>
              <a:gd name="connsiteX34" fmla="*/ 261516 w 765852"/>
              <a:gd name="connsiteY34" fmla="*/ 249401 h 260086"/>
              <a:gd name="connsiteX35" fmla="*/ 249560 w 765852"/>
              <a:gd name="connsiteY35" fmla="*/ 252987 h 260086"/>
              <a:gd name="connsiteX36" fmla="*/ 238310 w 765852"/>
              <a:gd name="connsiteY36" fmla="*/ 249887 h 260086"/>
              <a:gd name="connsiteX37" fmla="*/ 230828 w 765852"/>
              <a:gd name="connsiteY37" fmla="*/ 241201 h 260086"/>
              <a:gd name="connsiteX38" fmla="*/ 228215 w 765852"/>
              <a:gd name="connsiteY38" fmla="*/ 228525 h 260086"/>
              <a:gd name="connsiteX39" fmla="*/ 230828 w 765852"/>
              <a:gd name="connsiteY39" fmla="*/ 215812 h 260086"/>
              <a:gd name="connsiteX40" fmla="*/ 238310 w 765852"/>
              <a:gd name="connsiteY40" fmla="*/ 207172 h 260086"/>
              <a:gd name="connsiteX41" fmla="*/ 335580 w 765852"/>
              <a:gd name="connsiteY41" fmla="*/ 197523 h 260086"/>
              <a:gd name="connsiteX42" fmla="*/ 311925 w 765852"/>
              <a:gd name="connsiteY42" fmla="*/ 259554 h 260086"/>
              <a:gd name="connsiteX43" fmla="*/ 319892 w 765852"/>
              <a:gd name="connsiteY43" fmla="*/ 259554 h 260086"/>
              <a:gd name="connsiteX44" fmla="*/ 326448 w 765852"/>
              <a:gd name="connsiteY44" fmla="*/ 242806 h 260086"/>
              <a:gd name="connsiteX45" fmla="*/ 353467 w 765852"/>
              <a:gd name="connsiteY45" fmla="*/ 242806 h 260086"/>
              <a:gd name="connsiteX46" fmla="*/ 360023 w 765852"/>
              <a:gd name="connsiteY46" fmla="*/ 259554 h 260086"/>
              <a:gd name="connsiteX47" fmla="*/ 368256 w 765852"/>
              <a:gd name="connsiteY47" fmla="*/ 259554 h 260086"/>
              <a:gd name="connsiteX48" fmla="*/ 344693 w 765852"/>
              <a:gd name="connsiteY48" fmla="*/ 197523 h 260086"/>
              <a:gd name="connsiteX49" fmla="*/ 335570 w 765852"/>
              <a:gd name="connsiteY49" fmla="*/ 197523 h 260086"/>
              <a:gd name="connsiteX50" fmla="*/ 328758 w 765852"/>
              <a:gd name="connsiteY50" fmla="*/ 235808 h 260086"/>
              <a:gd name="connsiteX51" fmla="*/ 339916 w 765852"/>
              <a:gd name="connsiteY51" fmla="*/ 205943 h 260086"/>
              <a:gd name="connsiteX52" fmla="*/ 351166 w 765852"/>
              <a:gd name="connsiteY52" fmla="*/ 235808 h 260086"/>
              <a:gd name="connsiteX53" fmla="*/ 328749 w 765852"/>
              <a:gd name="connsiteY53" fmla="*/ 235808 h 260086"/>
              <a:gd name="connsiteX54" fmla="*/ 725437 w 765852"/>
              <a:gd name="connsiteY54" fmla="*/ 197523 h 260086"/>
              <a:gd name="connsiteX55" fmla="*/ 717736 w 765852"/>
              <a:gd name="connsiteY55" fmla="*/ 197523 h 260086"/>
              <a:gd name="connsiteX56" fmla="*/ 717736 w 765852"/>
              <a:gd name="connsiteY56" fmla="*/ 259554 h 260086"/>
              <a:gd name="connsiteX57" fmla="*/ 753704 w 765852"/>
              <a:gd name="connsiteY57" fmla="*/ 259554 h 260086"/>
              <a:gd name="connsiteX58" fmla="*/ 753704 w 765852"/>
              <a:gd name="connsiteY58" fmla="*/ 252464 h 260086"/>
              <a:gd name="connsiteX59" fmla="*/ 725446 w 765852"/>
              <a:gd name="connsiteY59" fmla="*/ 252464 h 260086"/>
              <a:gd name="connsiteX60" fmla="*/ 725446 w 765852"/>
              <a:gd name="connsiteY60" fmla="*/ 197523 h 260086"/>
              <a:gd name="connsiteX61" fmla="*/ 250953 w 765852"/>
              <a:gd name="connsiteY61" fmla="*/ 2119 h 260086"/>
              <a:gd name="connsiteX62" fmla="*/ 225566 w 765852"/>
              <a:gd name="connsiteY62" fmla="*/ 2119 h 260086"/>
              <a:gd name="connsiteX63" fmla="*/ 225566 w 765852"/>
              <a:gd name="connsiteY63" fmla="*/ 164677 h 260086"/>
              <a:gd name="connsiteX64" fmla="*/ 250953 w 765852"/>
              <a:gd name="connsiteY64" fmla="*/ 164677 h 260086"/>
              <a:gd name="connsiteX65" fmla="*/ 250953 w 765852"/>
              <a:gd name="connsiteY65" fmla="*/ 2119 h 260086"/>
              <a:gd name="connsiteX66" fmla="*/ 80592 w 765852"/>
              <a:gd name="connsiteY66" fmla="*/ 62692 h 260086"/>
              <a:gd name="connsiteX67" fmla="*/ 80592 w 765852"/>
              <a:gd name="connsiteY67" fmla="*/ 164687 h 260086"/>
              <a:gd name="connsiteX68" fmla="*/ 106732 w 765852"/>
              <a:gd name="connsiteY68" fmla="*/ 164687 h 260086"/>
              <a:gd name="connsiteX69" fmla="*/ 106713 w 765852"/>
              <a:gd name="connsiteY69" fmla="*/ 62692 h 260086"/>
              <a:gd name="connsiteX70" fmla="*/ 95124 w 765852"/>
              <a:gd name="connsiteY70" fmla="*/ 28700 h 260086"/>
              <a:gd name="connsiteX71" fmla="*/ 93648 w 765852"/>
              <a:gd name="connsiteY71" fmla="*/ 26792 h 260086"/>
              <a:gd name="connsiteX72" fmla="*/ 92172 w 765852"/>
              <a:gd name="connsiteY72" fmla="*/ 28700 h 260086"/>
              <a:gd name="connsiteX73" fmla="*/ 80583 w 765852"/>
              <a:gd name="connsiteY73" fmla="*/ 62692 h 260086"/>
              <a:gd name="connsiteX74" fmla="*/ 47273 w 765852"/>
              <a:gd name="connsiteY74" fmla="*/ 2119 h 260086"/>
              <a:gd name="connsiteX75" fmla="*/ 0 w 765852"/>
              <a:gd name="connsiteY75" fmla="*/ 2119 h 260086"/>
              <a:gd name="connsiteX76" fmla="*/ 0 w 765852"/>
              <a:gd name="connsiteY76" fmla="*/ 26792 h 260086"/>
              <a:gd name="connsiteX77" fmla="*/ 93648 w 765852"/>
              <a:gd name="connsiteY77" fmla="*/ 26792 h 260086"/>
              <a:gd name="connsiteX78" fmla="*/ 91328 w 765852"/>
              <a:gd name="connsiteY78" fmla="*/ 23793 h 260086"/>
              <a:gd name="connsiteX79" fmla="*/ 47273 w 765852"/>
              <a:gd name="connsiteY79" fmla="*/ 2119 h 260086"/>
              <a:gd name="connsiteX80" fmla="*/ 95968 w 765852"/>
              <a:gd name="connsiteY80" fmla="*/ 23793 h 260086"/>
              <a:gd name="connsiteX81" fmla="*/ 93648 w 765852"/>
              <a:gd name="connsiteY81" fmla="*/ 26792 h 260086"/>
              <a:gd name="connsiteX82" fmla="*/ 187296 w 765852"/>
              <a:gd name="connsiteY82" fmla="*/ 26792 h 260086"/>
              <a:gd name="connsiteX83" fmla="*/ 187296 w 765852"/>
              <a:gd name="connsiteY83" fmla="*/ 2119 h 260086"/>
              <a:gd name="connsiteX84" fmla="*/ 140023 w 765852"/>
              <a:gd name="connsiteY84" fmla="*/ 2119 h 260086"/>
              <a:gd name="connsiteX85" fmla="*/ 95958 w 765852"/>
              <a:gd name="connsiteY85" fmla="*/ 23793 h 260086"/>
              <a:gd name="connsiteX86" fmla="*/ 514844 w 765852"/>
              <a:gd name="connsiteY86" fmla="*/ 164677 h 260086"/>
              <a:gd name="connsiteX87" fmla="*/ 540232 w 765852"/>
              <a:gd name="connsiteY87" fmla="*/ 164677 h 260086"/>
              <a:gd name="connsiteX88" fmla="*/ 540232 w 765852"/>
              <a:gd name="connsiteY88" fmla="*/ 2119 h 260086"/>
              <a:gd name="connsiteX89" fmla="*/ 514844 w 765852"/>
              <a:gd name="connsiteY89" fmla="*/ 2119 h 260086"/>
              <a:gd name="connsiteX90" fmla="*/ 514844 w 765852"/>
              <a:gd name="connsiteY90" fmla="*/ 164677 h 260086"/>
              <a:gd name="connsiteX91" fmla="*/ 495205 w 765852"/>
              <a:gd name="connsiteY91" fmla="*/ 259554 h 260086"/>
              <a:gd name="connsiteX92" fmla="*/ 502915 w 765852"/>
              <a:gd name="connsiteY92" fmla="*/ 259554 h 260086"/>
              <a:gd name="connsiteX93" fmla="*/ 502915 w 765852"/>
              <a:gd name="connsiteY93" fmla="*/ 197523 h 260086"/>
              <a:gd name="connsiteX94" fmla="*/ 495205 w 765852"/>
              <a:gd name="connsiteY94" fmla="*/ 197523 h 260086"/>
              <a:gd name="connsiteX95" fmla="*/ 495205 w 765852"/>
              <a:gd name="connsiteY95" fmla="*/ 259554 h 260086"/>
              <a:gd name="connsiteX96" fmla="*/ 544816 w 765852"/>
              <a:gd name="connsiteY96" fmla="*/ 204613 h 260086"/>
              <a:gd name="connsiteX97" fmla="*/ 564923 w 765852"/>
              <a:gd name="connsiteY97" fmla="*/ 204613 h 260086"/>
              <a:gd name="connsiteX98" fmla="*/ 564923 w 765852"/>
              <a:gd name="connsiteY98" fmla="*/ 259554 h 260086"/>
              <a:gd name="connsiteX99" fmla="*/ 572633 w 765852"/>
              <a:gd name="connsiteY99" fmla="*/ 259554 h 260086"/>
              <a:gd name="connsiteX100" fmla="*/ 572633 w 765852"/>
              <a:gd name="connsiteY100" fmla="*/ 204613 h 260086"/>
              <a:gd name="connsiteX101" fmla="*/ 592740 w 765852"/>
              <a:gd name="connsiteY101" fmla="*/ 204613 h 260086"/>
              <a:gd name="connsiteX102" fmla="*/ 592740 w 765852"/>
              <a:gd name="connsiteY102" fmla="*/ 197523 h 260086"/>
              <a:gd name="connsiteX103" fmla="*/ 544816 w 765852"/>
              <a:gd name="connsiteY103" fmla="*/ 197523 h 260086"/>
              <a:gd name="connsiteX104" fmla="*/ 544816 w 765852"/>
              <a:gd name="connsiteY104" fmla="*/ 204613 h 260086"/>
              <a:gd name="connsiteX105" fmla="*/ 287389 w 765852"/>
              <a:gd name="connsiteY105" fmla="*/ 2119 h 260086"/>
              <a:gd name="connsiteX106" fmla="*/ 345234 w 765852"/>
              <a:gd name="connsiteY106" fmla="*/ 140105 h 260086"/>
              <a:gd name="connsiteX107" fmla="*/ 381413 w 765852"/>
              <a:gd name="connsiteY107" fmla="*/ 166796 h 260086"/>
              <a:gd name="connsiteX108" fmla="*/ 382899 w 765852"/>
              <a:gd name="connsiteY108" fmla="*/ 166796 h 260086"/>
              <a:gd name="connsiteX109" fmla="*/ 316692 w 765852"/>
              <a:gd name="connsiteY109" fmla="*/ 2119 h 260086"/>
              <a:gd name="connsiteX110" fmla="*/ 287389 w 765852"/>
              <a:gd name="connsiteY110" fmla="*/ 2119 h 260086"/>
              <a:gd name="connsiteX111" fmla="*/ 443549 w 765852"/>
              <a:gd name="connsiteY111" fmla="*/ 199871 h 260086"/>
              <a:gd name="connsiteX112" fmla="*/ 432739 w 765852"/>
              <a:gd name="connsiteY112" fmla="*/ 197523 h 260086"/>
              <a:gd name="connsiteX113" fmla="*/ 408910 w 765852"/>
              <a:gd name="connsiteY113" fmla="*/ 197523 h 260086"/>
              <a:gd name="connsiteX114" fmla="*/ 408910 w 765852"/>
              <a:gd name="connsiteY114" fmla="*/ 259554 h 260086"/>
              <a:gd name="connsiteX115" fmla="*/ 416621 w 765852"/>
              <a:gd name="connsiteY115" fmla="*/ 259554 h 260086"/>
              <a:gd name="connsiteX116" fmla="*/ 416621 w 765852"/>
              <a:gd name="connsiteY116" fmla="*/ 235716 h 260086"/>
              <a:gd name="connsiteX117" fmla="*/ 432748 w 765852"/>
              <a:gd name="connsiteY117" fmla="*/ 235716 h 260086"/>
              <a:gd name="connsiteX118" fmla="*/ 443512 w 765852"/>
              <a:gd name="connsiteY118" fmla="*/ 233368 h 260086"/>
              <a:gd name="connsiteX119" fmla="*/ 450728 w 765852"/>
              <a:gd name="connsiteY119" fmla="*/ 226681 h 260086"/>
              <a:gd name="connsiteX120" fmla="*/ 453295 w 765852"/>
              <a:gd name="connsiteY120" fmla="*/ 216583 h 260086"/>
              <a:gd name="connsiteX121" fmla="*/ 450774 w 765852"/>
              <a:gd name="connsiteY121" fmla="*/ 206521 h 260086"/>
              <a:gd name="connsiteX122" fmla="*/ 443558 w 765852"/>
              <a:gd name="connsiteY122" fmla="*/ 199871 h 260086"/>
              <a:gd name="connsiteX123" fmla="*/ 441779 w 765852"/>
              <a:gd name="connsiteY123" fmla="*/ 225351 h 260086"/>
              <a:gd name="connsiteX124" fmla="*/ 432033 w 765852"/>
              <a:gd name="connsiteY124" fmla="*/ 228635 h 260086"/>
              <a:gd name="connsiteX125" fmla="*/ 416621 w 765852"/>
              <a:gd name="connsiteY125" fmla="*/ 228635 h 260086"/>
              <a:gd name="connsiteX126" fmla="*/ 416621 w 765852"/>
              <a:gd name="connsiteY126" fmla="*/ 204622 h 260086"/>
              <a:gd name="connsiteX127" fmla="*/ 432125 w 765852"/>
              <a:gd name="connsiteY127" fmla="*/ 204622 h 260086"/>
              <a:gd name="connsiteX128" fmla="*/ 441825 w 765852"/>
              <a:gd name="connsiteY128" fmla="*/ 207860 h 260086"/>
              <a:gd name="connsiteX129" fmla="*/ 445410 w 765852"/>
              <a:gd name="connsiteY129" fmla="*/ 216592 h 260086"/>
              <a:gd name="connsiteX130" fmla="*/ 441779 w 765852"/>
              <a:gd name="connsiteY130" fmla="*/ 225361 h 260086"/>
              <a:gd name="connsiteX131" fmla="*/ 382889 w 765852"/>
              <a:gd name="connsiteY131" fmla="*/ 166805 h 260086"/>
              <a:gd name="connsiteX132" fmla="*/ 384375 w 765852"/>
              <a:gd name="connsiteY132" fmla="*/ 166805 h 260086"/>
              <a:gd name="connsiteX133" fmla="*/ 420554 w 765852"/>
              <a:gd name="connsiteY133" fmla="*/ 140114 h 260086"/>
              <a:gd name="connsiteX134" fmla="*/ 478399 w 765852"/>
              <a:gd name="connsiteY134" fmla="*/ 2128 h 260086"/>
              <a:gd name="connsiteX135" fmla="*/ 449096 w 765852"/>
              <a:gd name="connsiteY135" fmla="*/ 2128 h 260086"/>
              <a:gd name="connsiteX136" fmla="*/ 382889 w 765852"/>
              <a:gd name="connsiteY136" fmla="*/ 166814 h 260086"/>
              <a:gd name="connsiteX137" fmla="*/ 644368 w 765852"/>
              <a:gd name="connsiteY137" fmla="*/ 197523 h 260086"/>
              <a:gd name="connsiteX138" fmla="*/ 620714 w 765852"/>
              <a:gd name="connsiteY138" fmla="*/ 259554 h 260086"/>
              <a:gd name="connsiteX139" fmla="*/ 628690 w 765852"/>
              <a:gd name="connsiteY139" fmla="*/ 259554 h 260086"/>
              <a:gd name="connsiteX140" fmla="*/ 635246 w 765852"/>
              <a:gd name="connsiteY140" fmla="*/ 242806 h 260086"/>
              <a:gd name="connsiteX141" fmla="*/ 662266 w 765852"/>
              <a:gd name="connsiteY141" fmla="*/ 242806 h 260086"/>
              <a:gd name="connsiteX142" fmla="*/ 668821 w 765852"/>
              <a:gd name="connsiteY142" fmla="*/ 259554 h 260086"/>
              <a:gd name="connsiteX143" fmla="*/ 677055 w 765852"/>
              <a:gd name="connsiteY143" fmla="*/ 259554 h 260086"/>
              <a:gd name="connsiteX144" fmla="*/ 653491 w 765852"/>
              <a:gd name="connsiteY144" fmla="*/ 197523 h 260086"/>
              <a:gd name="connsiteX145" fmla="*/ 644368 w 765852"/>
              <a:gd name="connsiteY145" fmla="*/ 197523 h 260086"/>
              <a:gd name="connsiteX146" fmla="*/ 637547 w 765852"/>
              <a:gd name="connsiteY146" fmla="*/ 235808 h 260086"/>
              <a:gd name="connsiteX147" fmla="*/ 648705 w 765852"/>
              <a:gd name="connsiteY147" fmla="*/ 205943 h 260086"/>
              <a:gd name="connsiteX148" fmla="*/ 659955 w 765852"/>
              <a:gd name="connsiteY148" fmla="*/ 235808 h 260086"/>
              <a:gd name="connsiteX149" fmla="*/ 637538 w 765852"/>
              <a:gd name="connsiteY149" fmla="*/ 235808 h 260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</a:cxnLst>
            <a:rect l="l" t="t" r="r" b="b"/>
            <a:pathLst>
              <a:path w="765852" h="260086">
                <a:moveTo>
                  <a:pt x="739575" y="143884"/>
                </a:moveTo>
                <a:cubicBezTo>
                  <a:pt x="756519" y="128906"/>
                  <a:pt x="765852" y="107425"/>
                  <a:pt x="765852" y="83403"/>
                </a:cubicBezTo>
                <a:cubicBezTo>
                  <a:pt x="765852" y="59381"/>
                  <a:pt x="756519" y="37899"/>
                  <a:pt x="739575" y="22921"/>
                </a:cubicBezTo>
                <a:cubicBezTo>
                  <a:pt x="722613" y="7925"/>
                  <a:pt x="699307" y="0"/>
                  <a:pt x="672177" y="0"/>
                </a:cubicBezTo>
                <a:cubicBezTo>
                  <a:pt x="645047" y="0"/>
                  <a:pt x="621740" y="7925"/>
                  <a:pt x="604779" y="22921"/>
                </a:cubicBezTo>
                <a:cubicBezTo>
                  <a:pt x="587835" y="37899"/>
                  <a:pt x="578501" y="59381"/>
                  <a:pt x="578501" y="83403"/>
                </a:cubicBezTo>
                <a:cubicBezTo>
                  <a:pt x="578501" y="107425"/>
                  <a:pt x="587835" y="128906"/>
                  <a:pt x="604779" y="143884"/>
                </a:cubicBezTo>
                <a:cubicBezTo>
                  <a:pt x="621740" y="158881"/>
                  <a:pt x="645047" y="166805"/>
                  <a:pt x="672177" y="166805"/>
                </a:cubicBezTo>
                <a:cubicBezTo>
                  <a:pt x="699307" y="166805"/>
                  <a:pt x="722613" y="158881"/>
                  <a:pt x="739575" y="143884"/>
                </a:cubicBezTo>
                <a:close/>
                <a:moveTo>
                  <a:pt x="604595" y="83403"/>
                </a:moveTo>
                <a:cubicBezTo>
                  <a:pt x="604595" y="66489"/>
                  <a:pt x="610821" y="52135"/>
                  <a:pt x="622611" y="41871"/>
                </a:cubicBezTo>
                <a:cubicBezTo>
                  <a:pt x="634751" y="31305"/>
                  <a:pt x="651887" y="25719"/>
                  <a:pt x="672177" y="25719"/>
                </a:cubicBezTo>
                <a:cubicBezTo>
                  <a:pt x="692467" y="25719"/>
                  <a:pt x="709603" y="31305"/>
                  <a:pt x="721742" y="41871"/>
                </a:cubicBezTo>
                <a:cubicBezTo>
                  <a:pt x="733524" y="52126"/>
                  <a:pt x="739759" y="66489"/>
                  <a:pt x="739759" y="83403"/>
                </a:cubicBezTo>
                <a:cubicBezTo>
                  <a:pt x="739759" y="100316"/>
                  <a:pt x="733533" y="114671"/>
                  <a:pt x="721742" y="124934"/>
                </a:cubicBezTo>
                <a:cubicBezTo>
                  <a:pt x="709603" y="135501"/>
                  <a:pt x="692467" y="141077"/>
                  <a:pt x="672177" y="141077"/>
                </a:cubicBezTo>
                <a:cubicBezTo>
                  <a:pt x="651887" y="141077"/>
                  <a:pt x="634741" y="135491"/>
                  <a:pt x="622611" y="124934"/>
                </a:cubicBezTo>
                <a:cubicBezTo>
                  <a:pt x="610830" y="114671"/>
                  <a:pt x="604595" y="100316"/>
                  <a:pt x="604595" y="83403"/>
                </a:cubicBezTo>
                <a:close/>
                <a:moveTo>
                  <a:pt x="238310" y="207181"/>
                </a:moveTo>
                <a:cubicBezTo>
                  <a:pt x="241556" y="205118"/>
                  <a:pt x="245306" y="204081"/>
                  <a:pt x="249560" y="204081"/>
                </a:cubicBezTo>
                <a:cubicBezTo>
                  <a:pt x="254282" y="204081"/>
                  <a:pt x="258288" y="205292"/>
                  <a:pt x="261562" y="207713"/>
                </a:cubicBezTo>
                <a:cubicBezTo>
                  <a:pt x="264835" y="210135"/>
                  <a:pt x="267035" y="213501"/>
                  <a:pt x="268163" y="217812"/>
                </a:cubicBezTo>
                <a:lnTo>
                  <a:pt x="275874" y="217812"/>
                </a:lnTo>
                <a:cubicBezTo>
                  <a:pt x="274691" y="211373"/>
                  <a:pt x="271784" y="206292"/>
                  <a:pt x="267145" y="202568"/>
                </a:cubicBezTo>
                <a:cubicBezTo>
                  <a:pt x="262506" y="198844"/>
                  <a:pt x="256766" y="196982"/>
                  <a:pt x="249917" y="196982"/>
                </a:cubicBezTo>
                <a:cubicBezTo>
                  <a:pt x="244013" y="196982"/>
                  <a:pt x="238814" y="198293"/>
                  <a:pt x="234322" y="200926"/>
                </a:cubicBezTo>
                <a:cubicBezTo>
                  <a:pt x="229838" y="203558"/>
                  <a:pt x="226382" y="207264"/>
                  <a:pt x="223961" y="212052"/>
                </a:cubicBezTo>
                <a:cubicBezTo>
                  <a:pt x="221541" y="216840"/>
                  <a:pt x="220330" y="222334"/>
                  <a:pt x="220330" y="228534"/>
                </a:cubicBezTo>
                <a:cubicBezTo>
                  <a:pt x="220330" y="234734"/>
                  <a:pt x="221541" y="240302"/>
                  <a:pt x="223961" y="245062"/>
                </a:cubicBezTo>
                <a:cubicBezTo>
                  <a:pt x="226382" y="249823"/>
                  <a:pt x="229838" y="253510"/>
                  <a:pt x="234322" y="256142"/>
                </a:cubicBezTo>
                <a:cubicBezTo>
                  <a:pt x="238805" y="258775"/>
                  <a:pt x="244004" y="260086"/>
                  <a:pt x="249917" y="260086"/>
                </a:cubicBezTo>
                <a:cubicBezTo>
                  <a:pt x="256831" y="260086"/>
                  <a:pt x="262570" y="258224"/>
                  <a:pt x="267145" y="254501"/>
                </a:cubicBezTo>
                <a:cubicBezTo>
                  <a:pt x="271720" y="250777"/>
                  <a:pt x="274599" y="245695"/>
                  <a:pt x="275782" y="239256"/>
                </a:cubicBezTo>
                <a:lnTo>
                  <a:pt x="268071" y="239256"/>
                </a:lnTo>
                <a:cubicBezTo>
                  <a:pt x="266888" y="243631"/>
                  <a:pt x="264706" y="247007"/>
                  <a:pt x="261516" y="249401"/>
                </a:cubicBezTo>
                <a:cubicBezTo>
                  <a:pt x="258325" y="251795"/>
                  <a:pt x="254337" y="252987"/>
                  <a:pt x="249560" y="252987"/>
                </a:cubicBezTo>
                <a:cubicBezTo>
                  <a:pt x="245306" y="252987"/>
                  <a:pt x="241556" y="251951"/>
                  <a:pt x="238310" y="249887"/>
                </a:cubicBezTo>
                <a:cubicBezTo>
                  <a:pt x="235064" y="247823"/>
                  <a:pt x="232561" y="244925"/>
                  <a:pt x="230828" y="241201"/>
                </a:cubicBezTo>
                <a:cubicBezTo>
                  <a:pt x="229086" y="237477"/>
                  <a:pt x="228215" y="233258"/>
                  <a:pt x="228215" y="228525"/>
                </a:cubicBezTo>
                <a:cubicBezTo>
                  <a:pt x="228215" y="223792"/>
                  <a:pt x="229086" y="219499"/>
                  <a:pt x="230828" y="215812"/>
                </a:cubicBezTo>
                <a:cubicBezTo>
                  <a:pt x="232570" y="212125"/>
                  <a:pt x="235064" y="209245"/>
                  <a:pt x="238310" y="207172"/>
                </a:cubicBezTo>
                <a:close/>
                <a:moveTo>
                  <a:pt x="335580" y="197523"/>
                </a:moveTo>
                <a:lnTo>
                  <a:pt x="311925" y="259554"/>
                </a:lnTo>
                <a:lnTo>
                  <a:pt x="319892" y="259554"/>
                </a:lnTo>
                <a:lnTo>
                  <a:pt x="326448" y="242806"/>
                </a:lnTo>
                <a:lnTo>
                  <a:pt x="353467" y="242806"/>
                </a:lnTo>
                <a:lnTo>
                  <a:pt x="360023" y="259554"/>
                </a:lnTo>
                <a:lnTo>
                  <a:pt x="368256" y="259554"/>
                </a:lnTo>
                <a:lnTo>
                  <a:pt x="344693" y="197523"/>
                </a:lnTo>
                <a:lnTo>
                  <a:pt x="335570" y="197523"/>
                </a:lnTo>
                <a:close/>
                <a:moveTo>
                  <a:pt x="328758" y="235808"/>
                </a:moveTo>
                <a:lnTo>
                  <a:pt x="339916" y="205943"/>
                </a:lnTo>
                <a:lnTo>
                  <a:pt x="351166" y="235808"/>
                </a:lnTo>
                <a:lnTo>
                  <a:pt x="328749" y="235808"/>
                </a:lnTo>
                <a:close/>
                <a:moveTo>
                  <a:pt x="725437" y="197523"/>
                </a:moveTo>
                <a:lnTo>
                  <a:pt x="717736" y="197523"/>
                </a:lnTo>
                <a:lnTo>
                  <a:pt x="717736" y="259554"/>
                </a:lnTo>
                <a:lnTo>
                  <a:pt x="753704" y="259554"/>
                </a:lnTo>
                <a:lnTo>
                  <a:pt x="753704" y="252464"/>
                </a:lnTo>
                <a:lnTo>
                  <a:pt x="725446" y="252464"/>
                </a:lnTo>
                <a:lnTo>
                  <a:pt x="725446" y="197523"/>
                </a:lnTo>
                <a:close/>
                <a:moveTo>
                  <a:pt x="250953" y="2119"/>
                </a:moveTo>
                <a:lnTo>
                  <a:pt x="225566" y="2119"/>
                </a:lnTo>
                <a:lnTo>
                  <a:pt x="225566" y="164677"/>
                </a:lnTo>
                <a:lnTo>
                  <a:pt x="250953" y="164677"/>
                </a:lnTo>
                <a:lnTo>
                  <a:pt x="250953" y="2119"/>
                </a:lnTo>
                <a:close/>
                <a:moveTo>
                  <a:pt x="80592" y="62692"/>
                </a:moveTo>
                <a:lnTo>
                  <a:pt x="80592" y="164687"/>
                </a:lnTo>
                <a:cubicBezTo>
                  <a:pt x="80592" y="164687"/>
                  <a:pt x="106732" y="164687"/>
                  <a:pt x="106732" y="164687"/>
                </a:cubicBezTo>
                <a:lnTo>
                  <a:pt x="106713" y="62692"/>
                </a:lnTo>
                <a:cubicBezTo>
                  <a:pt x="106713" y="50282"/>
                  <a:pt x="102707" y="38523"/>
                  <a:pt x="95124" y="28700"/>
                </a:cubicBezTo>
                <a:lnTo>
                  <a:pt x="93648" y="26792"/>
                </a:lnTo>
                <a:lnTo>
                  <a:pt x="92172" y="28700"/>
                </a:lnTo>
                <a:cubicBezTo>
                  <a:pt x="84589" y="38523"/>
                  <a:pt x="80583" y="50273"/>
                  <a:pt x="80583" y="62692"/>
                </a:cubicBezTo>
                <a:close/>
                <a:moveTo>
                  <a:pt x="47273" y="2119"/>
                </a:moveTo>
                <a:lnTo>
                  <a:pt x="0" y="2119"/>
                </a:lnTo>
                <a:lnTo>
                  <a:pt x="0" y="26792"/>
                </a:lnTo>
                <a:lnTo>
                  <a:pt x="93648" y="26792"/>
                </a:lnTo>
                <a:lnTo>
                  <a:pt x="91328" y="23793"/>
                </a:lnTo>
                <a:cubicBezTo>
                  <a:pt x="80693" y="10025"/>
                  <a:pt x="64629" y="2119"/>
                  <a:pt x="47273" y="2119"/>
                </a:cubicBezTo>
                <a:close/>
                <a:moveTo>
                  <a:pt x="95968" y="23793"/>
                </a:moveTo>
                <a:lnTo>
                  <a:pt x="93648" y="26792"/>
                </a:lnTo>
                <a:lnTo>
                  <a:pt x="187296" y="26792"/>
                </a:lnTo>
                <a:lnTo>
                  <a:pt x="187296" y="2119"/>
                </a:lnTo>
                <a:lnTo>
                  <a:pt x="140023" y="2119"/>
                </a:lnTo>
                <a:cubicBezTo>
                  <a:pt x="122657" y="2119"/>
                  <a:pt x="106603" y="10016"/>
                  <a:pt x="95958" y="23793"/>
                </a:cubicBezTo>
                <a:close/>
                <a:moveTo>
                  <a:pt x="514844" y="164677"/>
                </a:moveTo>
                <a:lnTo>
                  <a:pt x="540232" y="164677"/>
                </a:lnTo>
                <a:lnTo>
                  <a:pt x="540232" y="2119"/>
                </a:lnTo>
                <a:lnTo>
                  <a:pt x="514844" y="2119"/>
                </a:lnTo>
                <a:lnTo>
                  <a:pt x="514844" y="164677"/>
                </a:lnTo>
                <a:close/>
                <a:moveTo>
                  <a:pt x="495205" y="259554"/>
                </a:moveTo>
                <a:lnTo>
                  <a:pt x="502915" y="259554"/>
                </a:lnTo>
                <a:lnTo>
                  <a:pt x="502915" y="197523"/>
                </a:lnTo>
                <a:lnTo>
                  <a:pt x="495205" y="197523"/>
                </a:lnTo>
                <a:lnTo>
                  <a:pt x="495205" y="259554"/>
                </a:lnTo>
                <a:close/>
                <a:moveTo>
                  <a:pt x="544816" y="204613"/>
                </a:moveTo>
                <a:lnTo>
                  <a:pt x="564923" y="204613"/>
                </a:lnTo>
                <a:lnTo>
                  <a:pt x="564923" y="259554"/>
                </a:lnTo>
                <a:lnTo>
                  <a:pt x="572633" y="259554"/>
                </a:lnTo>
                <a:lnTo>
                  <a:pt x="572633" y="204613"/>
                </a:lnTo>
                <a:lnTo>
                  <a:pt x="592740" y="204613"/>
                </a:lnTo>
                <a:lnTo>
                  <a:pt x="592740" y="197523"/>
                </a:lnTo>
                <a:lnTo>
                  <a:pt x="544816" y="197523"/>
                </a:lnTo>
                <a:lnTo>
                  <a:pt x="544816" y="204613"/>
                </a:lnTo>
                <a:close/>
                <a:moveTo>
                  <a:pt x="287389" y="2119"/>
                </a:moveTo>
                <a:cubicBezTo>
                  <a:pt x="287389" y="2119"/>
                  <a:pt x="335680" y="117220"/>
                  <a:pt x="345234" y="140105"/>
                </a:cubicBezTo>
                <a:cubicBezTo>
                  <a:pt x="356374" y="166796"/>
                  <a:pt x="374464" y="166796"/>
                  <a:pt x="381413" y="166796"/>
                </a:cubicBezTo>
                <a:lnTo>
                  <a:pt x="382899" y="166796"/>
                </a:lnTo>
                <a:lnTo>
                  <a:pt x="316692" y="2119"/>
                </a:lnTo>
                <a:lnTo>
                  <a:pt x="287389" y="2119"/>
                </a:lnTo>
                <a:close/>
                <a:moveTo>
                  <a:pt x="443549" y="199871"/>
                </a:moveTo>
                <a:cubicBezTo>
                  <a:pt x="440413" y="198303"/>
                  <a:pt x="436819" y="197523"/>
                  <a:pt x="432739" y="197523"/>
                </a:cubicBezTo>
                <a:lnTo>
                  <a:pt x="408910" y="197523"/>
                </a:lnTo>
                <a:lnTo>
                  <a:pt x="408910" y="259554"/>
                </a:lnTo>
                <a:lnTo>
                  <a:pt x="416621" y="259554"/>
                </a:lnTo>
                <a:lnTo>
                  <a:pt x="416621" y="235716"/>
                </a:lnTo>
                <a:lnTo>
                  <a:pt x="432748" y="235716"/>
                </a:lnTo>
                <a:cubicBezTo>
                  <a:pt x="436819" y="235716"/>
                  <a:pt x="440413" y="234936"/>
                  <a:pt x="443512" y="233368"/>
                </a:cubicBezTo>
                <a:cubicBezTo>
                  <a:pt x="446611" y="231799"/>
                  <a:pt x="449013" y="229571"/>
                  <a:pt x="450728" y="226681"/>
                </a:cubicBezTo>
                <a:cubicBezTo>
                  <a:pt x="452442" y="223783"/>
                  <a:pt x="453295" y="220417"/>
                  <a:pt x="453295" y="216583"/>
                </a:cubicBezTo>
                <a:cubicBezTo>
                  <a:pt x="453295" y="212749"/>
                  <a:pt x="452452" y="209392"/>
                  <a:pt x="450774" y="206521"/>
                </a:cubicBezTo>
                <a:cubicBezTo>
                  <a:pt x="449087" y="203659"/>
                  <a:pt x="446685" y="201439"/>
                  <a:pt x="443558" y="199871"/>
                </a:cubicBezTo>
                <a:close/>
                <a:moveTo>
                  <a:pt x="441779" y="225351"/>
                </a:moveTo>
                <a:cubicBezTo>
                  <a:pt x="439359" y="227534"/>
                  <a:pt x="436113" y="228635"/>
                  <a:pt x="432033" y="228635"/>
                </a:cubicBezTo>
                <a:lnTo>
                  <a:pt x="416621" y="228635"/>
                </a:lnTo>
                <a:lnTo>
                  <a:pt x="416621" y="204622"/>
                </a:lnTo>
                <a:lnTo>
                  <a:pt x="432125" y="204622"/>
                </a:lnTo>
                <a:cubicBezTo>
                  <a:pt x="436196" y="204622"/>
                  <a:pt x="439432" y="205705"/>
                  <a:pt x="441825" y="207860"/>
                </a:cubicBezTo>
                <a:cubicBezTo>
                  <a:pt x="444218" y="210015"/>
                  <a:pt x="445410" y="212923"/>
                  <a:pt x="445410" y="216592"/>
                </a:cubicBezTo>
                <a:cubicBezTo>
                  <a:pt x="445410" y="220261"/>
                  <a:pt x="444200" y="223178"/>
                  <a:pt x="441779" y="225361"/>
                </a:cubicBezTo>
                <a:close/>
                <a:moveTo>
                  <a:pt x="382889" y="166805"/>
                </a:moveTo>
                <a:lnTo>
                  <a:pt x="384375" y="166805"/>
                </a:lnTo>
                <a:cubicBezTo>
                  <a:pt x="391334" y="166805"/>
                  <a:pt x="409423" y="166805"/>
                  <a:pt x="420554" y="140114"/>
                </a:cubicBezTo>
                <a:cubicBezTo>
                  <a:pt x="430099" y="117230"/>
                  <a:pt x="478399" y="2128"/>
                  <a:pt x="478399" y="2128"/>
                </a:cubicBezTo>
                <a:lnTo>
                  <a:pt x="449096" y="2128"/>
                </a:lnTo>
                <a:lnTo>
                  <a:pt x="382889" y="166814"/>
                </a:lnTo>
                <a:close/>
                <a:moveTo>
                  <a:pt x="644368" y="197523"/>
                </a:moveTo>
                <a:lnTo>
                  <a:pt x="620714" y="259554"/>
                </a:lnTo>
                <a:lnTo>
                  <a:pt x="628690" y="259554"/>
                </a:lnTo>
                <a:lnTo>
                  <a:pt x="635246" y="242806"/>
                </a:lnTo>
                <a:lnTo>
                  <a:pt x="662266" y="242806"/>
                </a:lnTo>
                <a:lnTo>
                  <a:pt x="668821" y="259554"/>
                </a:lnTo>
                <a:lnTo>
                  <a:pt x="677055" y="259554"/>
                </a:lnTo>
                <a:lnTo>
                  <a:pt x="653491" y="197523"/>
                </a:lnTo>
                <a:lnTo>
                  <a:pt x="644368" y="197523"/>
                </a:lnTo>
                <a:close/>
                <a:moveTo>
                  <a:pt x="637547" y="235808"/>
                </a:moveTo>
                <a:lnTo>
                  <a:pt x="648705" y="205943"/>
                </a:lnTo>
                <a:lnTo>
                  <a:pt x="659955" y="235808"/>
                </a:lnTo>
                <a:lnTo>
                  <a:pt x="637538" y="235808"/>
                </a:lnTo>
                <a:close/>
              </a:path>
            </a:pathLst>
          </a:custGeom>
          <a:solidFill>
            <a:schemeClr val="bg1"/>
          </a:solidFill>
          <a:ln w="1061" cap="flat">
            <a:noFill/>
            <a:prstDash val="solid"/>
            <a:miter/>
          </a:ln>
        </p:spPr>
        <p:txBody>
          <a:bodyPr rtlCol="0" anchor="ctr"/>
          <a:lstStyle/>
          <a:p>
            <a:endParaRPr lang="pt-BR" sz="849">
              <a:solidFill>
                <a:schemeClr val="bg1"/>
              </a:solidFill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1E210A61-F7AF-5C56-9539-494DD44ED880}"/>
              </a:ext>
            </a:extLst>
          </p:cNvPr>
          <p:cNvCxnSpPr/>
          <p:nvPr userDrawn="1"/>
        </p:nvCxnSpPr>
        <p:spPr>
          <a:xfrm>
            <a:off x="334964" y="185353"/>
            <a:ext cx="10415415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42233D2-9F78-8FB4-6848-6FABD836DEBB}"/>
              </a:ext>
            </a:extLst>
          </p:cNvPr>
          <p:cNvCxnSpPr>
            <a:cxnSpLocks/>
          </p:cNvCxnSpPr>
          <p:nvPr userDrawn="1"/>
        </p:nvCxnSpPr>
        <p:spPr>
          <a:xfrm>
            <a:off x="334963" y="6573705"/>
            <a:ext cx="11094148" cy="0"/>
          </a:xfrm>
          <a:prstGeom prst="line">
            <a:avLst/>
          </a:prstGeom>
          <a:noFill/>
          <a:ln w="9525" cap="flat" cmpd="sng" algn="ctr">
            <a:solidFill>
              <a:schemeClr val="tx1">
                <a:lumMod val="85000"/>
                <a:lumOff val="15000"/>
              </a:schemeClr>
            </a:solidFill>
            <a:prstDash val="solid"/>
          </a:ln>
          <a:effectLst/>
        </p:spPr>
      </p:cxnSp>
    </p:spTree>
    <p:extLst>
      <p:ext uri="{BB962C8B-B14F-4D97-AF65-F5344CB8AC3E}">
        <p14:creationId xmlns:p14="http://schemas.microsoft.com/office/powerpoint/2010/main" val="30920529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2319">
          <p15:clr>
            <a:srgbClr val="FBAE40"/>
          </p15:clr>
        </p15:guide>
        <p15:guide id="4" pos="189">
          <p15:clr>
            <a:srgbClr val="FBAE40"/>
          </p15:clr>
        </p15:guide>
        <p15:guide id="5" orient="horz" pos="6919">
          <p15:clr>
            <a:srgbClr val="FBAE40"/>
          </p15:clr>
        </p15:guide>
        <p15:guide id="6" orient="horz" pos="572">
          <p15:clr>
            <a:srgbClr val="FBAE40"/>
          </p15:clr>
        </p15:guide>
        <p15:guide id="7" orient="horz" pos="640">
          <p15:clr>
            <a:srgbClr val="FBAE40"/>
          </p15:clr>
        </p15:guide>
        <p15:guide id="8" orient="horz" pos="6714">
          <p15:clr>
            <a:srgbClr val="FBAE40"/>
          </p15:clr>
        </p15:guide>
        <p15:guide id="9" orient="horz" pos="504">
          <p15:clr>
            <a:srgbClr val="FBAE40"/>
          </p15:clr>
        </p15:guide>
        <p15:guide id="10" pos="7469">
          <p15:clr>
            <a:srgbClr val="FBAE40"/>
          </p15:clr>
        </p15:guide>
        <p15:guide id="11" orient="horz" pos="96">
          <p15:clr>
            <a:srgbClr val="FBAE40"/>
          </p15:clr>
        </p15:guide>
        <p15:guide id="12" orient="horz" pos="4201">
          <p15:clr>
            <a:srgbClr val="FBAE40"/>
          </p15:clr>
        </p15:guide>
        <p15:guide id="13" orient="horz" pos="4065">
          <p15:clr>
            <a:srgbClr val="FBAE40"/>
          </p15:clr>
        </p15:guide>
        <p15:guide id="14" orient="horz" pos="232">
          <p15:clr>
            <a:srgbClr val="FBAE40"/>
          </p15:clr>
        </p15:guide>
      </p15:sldGuideLst>
    </p:ext>
  </p:extLst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ítulo | 1 linha - Black">
    <p:bg>
      <p:bgPr>
        <a:gradFill>
          <a:gsLst>
            <a:gs pos="100000">
              <a:schemeClr val="tx1">
                <a:lumMod val="95000"/>
                <a:lumOff val="5000"/>
              </a:schemeClr>
            </a:gs>
            <a:gs pos="0">
              <a:schemeClr val="tx1">
                <a:lumMod val="85000"/>
                <a:lumOff val="15000"/>
              </a:schemeClr>
            </a:gs>
          </a:gsLst>
          <a:lin ang="7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2024912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469">
          <p15:clr>
            <a:srgbClr val="FBAE40"/>
          </p15:clr>
        </p15:guide>
        <p15:guide id="2" orient="horz" pos="3974">
          <p15:clr>
            <a:srgbClr val="FBAE40"/>
          </p15:clr>
        </p15:guide>
        <p15:guide id="3" orient="horz" pos="232">
          <p15:clr>
            <a:srgbClr val="FBAE40"/>
          </p15:clr>
        </p15:guide>
        <p15:guide id="4" pos="211">
          <p15:clr>
            <a:srgbClr val="FBAE40"/>
          </p15:clr>
        </p15:guide>
        <p15:guide id="5" orient="horz" pos="4065">
          <p15:clr>
            <a:srgbClr val="FBAE40"/>
          </p15:clr>
        </p15:guide>
        <p15:guide id="6" orient="horz" pos="799">
          <p15:clr>
            <a:srgbClr val="FBAE40"/>
          </p15:clr>
        </p15:guide>
        <p15:guide id="7" orient="horz" pos="935">
          <p15:clr>
            <a:srgbClr val="FBAE40"/>
          </p15:clr>
        </p15:guide>
      </p15:sldGuideLst>
    </p:ext>
  </p:extLst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ítulo | 1 linha - Black">
    <p:bg>
      <p:bgPr>
        <a:gradFill>
          <a:gsLst>
            <a:gs pos="100000">
              <a:schemeClr val="tx1">
                <a:lumMod val="95000"/>
                <a:lumOff val="5000"/>
              </a:schemeClr>
            </a:gs>
            <a:gs pos="0">
              <a:schemeClr val="tx1">
                <a:lumMod val="85000"/>
                <a:lumOff val="15000"/>
              </a:schemeClr>
            </a:gs>
          </a:gsLst>
          <a:lin ang="7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132BCE3-A04F-8602-64F7-7623C7EAF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61763" y="6482556"/>
            <a:ext cx="295275" cy="1692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 sz="1100">
                <a:solidFill>
                  <a:schemeClr val="bg1"/>
                </a:solidFill>
                <a:latin typeface="Versos" panose="020B0503020204030204" pitchFamily="34" charset="0"/>
                <a:cs typeface="Versos" panose="020B0503020204030204" pitchFamily="34" charset="0"/>
              </a:defRPr>
            </a:lvl1pPr>
          </a:lstStyle>
          <a:p>
            <a:fld id="{77667D73-C69A-4DAA-9003-24A825D36FE9}" type="slidenum">
              <a:rPr lang="pt-BR" smtClean="0"/>
              <a:pPr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2134198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469">
          <p15:clr>
            <a:srgbClr val="FBAE40"/>
          </p15:clr>
        </p15:guide>
        <p15:guide id="2" orient="horz" pos="3974">
          <p15:clr>
            <a:srgbClr val="FBAE40"/>
          </p15:clr>
        </p15:guide>
        <p15:guide id="3" orient="horz" pos="232">
          <p15:clr>
            <a:srgbClr val="FBAE40"/>
          </p15:clr>
        </p15:guide>
        <p15:guide id="4" pos="211">
          <p15:clr>
            <a:srgbClr val="FBAE40"/>
          </p15:clr>
        </p15:guide>
        <p15:guide id="5" orient="horz" pos="4065">
          <p15:clr>
            <a:srgbClr val="FBAE40"/>
          </p15:clr>
        </p15:guide>
        <p15:guide id="6" orient="horz" pos="799">
          <p15:clr>
            <a:srgbClr val="FBAE40"/>
          </p15:clr>
        </p15:guide>
        <p15:guide id="7" orient="horz" pos="935">
          <p15:clr>
            <a:srgbClr val="FBAE40"/>
          </p15:clr>
        </p15:guide>
      </p15:sldGuideLst>
    </p:ext>
  </p:extLst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ítulo | 1 linha - Black">
    <p:bg>
      <p:bgPr>
        <a:gradFill>
          <a:gsLst>
            <a:gs pos="100000">
              <a:schemeClr val="tx1">
                <a:lumMod val="95000"/>
                <a:lumOff val="5000"/>
              </a:schemeClr>
            </a:gs>
            <a:gs pos="0">
              <a:schemeClr val="tx1">
                <a:lumMod val="85000"/>
                <a:lumOff val="15000"/>
              </a:schemeClr>
            </a:gs>
          </a:gsLst>
          <a:lin ang="7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132BCE3-A04F-8602-64F7-7623C7EAF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61763" y="6482556"/>
            <a:ext cx="295275" cy="1692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 sz="1100">
                <a:solidFill>
                  <a:schemeClr val="bg1"/>
                </a:solidFill>
                <a:latin typeface="Versos" panose="020B0503020204030204" pitchFamily="34" charset="0"/>
                <a:cs typeface="Versos" panose="020B0503020204030204" pitchFamily="34" charset="0"/>
              </a:defRPr>
            </a:lvl1pPr>
          </a:lstStyle>
          <a:p>
            <a:fld id="{77667D73-C69A-4DAA-9003-24A825D36FE9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B13D7C-5A47-B0DF-B518-26E79F5D2DB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64" y="368301"/>
            <a:ext cx="10183813" cy="4308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err="1"/>
              <a:t>Título</a:t>
            </a:r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401465E-A8CD-A3BA-BE2A-9597492FDC6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4963" y="6482557"/>
            <a:ext cx="10980000" cy="138499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900">
                <a:latin typeface="Versos Light" panose="020B0403020204030204" pitchFamily="34" charset="0"/>
              </a:defRPr>
            </a:lvl2pPr>
            <a:lvl3pPr>
              <a:defRPr sz="900">
                <a:latin typeface="Versos Light" panose="020B0403020204030204" pitchFamily="34" charset="0"/>
              </a:defRPr>
            </a:lvl3pPr>
            <a:lvl4pPr>
              <a:defRPr sz="900">
                <a:latin typeface="Versos Light" panose="020B0403020204030204" pitchFamily="34" charset="0"/>
              </a:defRPr>
            </a:lvl4pPr>
            <a:lvl5pPr>
              <a:defRPr sz="900">
                <a:latin typeface="Versos Light" panose="020B0403020204030204" pitchFamily="34" charset="0"/>
              </a:defRPr>
            </a:lvl5pPr>
          </a:lstStyle>
          <a:p>
            <a:pPr lvl="0"/>
            <a:r>
              <a:rPr lang="en-US"/>
              <a:t>Fonte:</a:t>
            </a:r>
            <a:endParaRPr lang="pt-BR"/>
          </a:p>
        </p:txBody>
      </p:sp>
      <p:sp>
        <p:nvSpPr>
          <p:cNvPr id="12" name="Text Placeholder 8">
            <a:extLst>
              <a:ext uri="{FF2B5EF4-FFF2-40B4-BE49-F238E27FC236}">
                <a16:creationId xmlns:a16="http://schemas.microsoft.com/office/drawing/2014/main" id="{7A7A9582-3614-801A-785B-273FCD3E092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34964" y="1949414"/>
            <a:ext cx="11522075" cy="435931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7F86D482-580C-D22A-58CC-10B9C4F7EDD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34963" y="1518528"/>
            <a:ext cx="11522585" cy="21544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Picture 8">
            <a:extLst>
              <a:ext uri="{FF2B5EF4-FFF2-40B4-BE49-F238E27FC236}">
                <a16:creationId xmlns:a16="http://schemas.microsoft.com/office/drawing/2014/main" id="{57BCE67C-64C7-2D0C-0DC2-7A4B4CC314E0}"/>
              </a:ext>
            </a:extLst>
          </p:cNvPr>
          <p:cNvSpPr/>
          <p:nvPr userDrawn="1"/>
        </p:nvSpPr>
        <p:spPr>
          <a:xfrm>
            <a:off x="11091186" y="377179"/>
            <a:ext cx="765852" cy="260086"/>
          </a:xfrm>
          <a:custGeom>
            <a:avLst/>
            <a:gdLst>
              <a:gd name="connsiteX0" fmla="*/ 739575 w 765852"/>
              <a:gd name="connsiteY0" fmla="*/ 143884 h 260086"/>
              <a:gd name="connsiteX1" fmla="*/ 765852 w 765852"/>
              <a:gd name="connsiteY1" fmla="*/ 83403 h 260086"/>
              <a:gd name="connsiteX2" fmla="*/ 739575 w 765852"/>
              <a:gd name="connsiteY2" fmla="*/ 22921 h 260086"/>
              <a:gd name="connsiteX3" fmla="*/ 672177 w 765852"/>
              <a:gd name="connsiteY3" fmla="*/ 0 h 260086"/>
              <a:gd name="connsiteX4" fmla="*/ 604779 w 765852"/>
              <a:gd name="connsiteY4" fmla="*/ 22921 h 260086"/>
              <a:gd name="connsiteX5" fmla="*/ 578501 w 765852"/>
              <a:gd name="connsiteY5" fmla="*/ 83403 h 260086"/>
              <a:gd name="connsiteX6" fmla="*/ 604779 w 765852"/>
              <a:gd name="connsiteY6" fmla="*/ 143884 h 260086"/>
              <a:gd name="connsiteX7" fmla="*/ 672177 w 765852"/>
              <a:gd name="connsiteY7" fmla="*/ 166805 h 260086"/>
              <a:gd name="connsiteX8" fmla="*/ 739575 w 765852"/>
              <a:gd name="connsiteY8" fmla="*/ 143884 h 260086"/>
              <a:gd name="connsiteX9" fmla="*/ 604595 w 765852"/>
              <a:gd name="connsiteY9" fmla="*/ 83403 h 260086"/>
              <a:gd name="connsiteX10" fmla="*/ 622611 w 765852"/>
              <a:gd name="connsiteY10" fmla="*/ 41871 h 260086"/>
              <a:gd name="connsiteX11" fmla="*/ 672177 w 765852"/>
              <a:gd name="connsiteY11" fmla="*/ 25719 h 260086"/>
              <a:gd name="connsiteX12" fmla="*/ 721742 w 765852"/>
              <a:gd name="connsiteY12" fmla="*/ 41871 h 260086"/>
              <a:gd name="connsiteX13" fmla="*/ 739759 w 765852"/>
              <a:gd name="connsiteY13" fmla="*/ 83403 h 260086"/>
              <a:gd name="connsiteX14" fmla="*/ 721742 w 765852"/>
              <a:gd name="connsiteY14" fmla="*/ 124934 h 260086"/>
              <a:gd name="connsiteX15" fmla="*/ 672177 w 765852"/>
              <a:gd name="connsiteY15" fmla="*/ 141077 h 260086"/>
              <a:gd name="connsiteX16" fmla="*/ 622611 w 765852"/>
              <a:gd name="connsiteY16" fmla="*/ 124934 h 260086"/>
              <a:gd name="connsiteX17" fmla="*/ 604595 w 765852"/>
              <a:gd name="connsiteY17" fmla="*/ 83403 h 260086"/>
              <a:gd name="connsiteX18" fmla="*/ 238310 w 765852"/>
              <a:gd name="connsiteY18" fmla="*/ 207181 h 260086"/>
              <a:gd name="connsiteX19" fmla="*/ 249560 w 765852"/>
              <a:gd name="connsiteY19" fmla="*/ 204081 h 260086"/>
              <a:gd name="connsiteX20" fmla="*/ 261562 w 765852"/>
              <a:gd name="connsiteY20" fmla="*/ 207713 h 260086"/>
              <a:gd name="connsiteX21" fmla="*/ 268163 w 765852"/>
              <a:gd name="connsiteY21" fmla="*/ 217812 h 260086"/>
              <a:gd name="connsiteX22" fmla="*/ 275874 w 765852"/>
              <a:gd name="connsiteY22" fmla="*/ 217812 h 260086"/>
              <a:gd name="connsiteX23" fmla="*/ 267145 w 765852"/>
              <a:gd name="connsiteY23" fmla="*/ 202568 h 260086"/>
              <a:gd name="connsiteX24" fmla="*/ 249917 w 765852"/>
              <a:gd name="connsiteY24" fmla="*/ 196982 h 260086"/>
              <a:gd name="connsiteX25" fmla="*/ 234322 w 765852"/>
              <a:gd name="connsiteY25" fmla="*/ 200926 h 260086"/>
              <a:gd name="connsiteX26" fmla="*/ 223961 w 765852"/>
              <a:gd name="connsiteY26" fmla="*/ 212052 h 260086"/>
              <a:gd name="connsiteX27" fmla="*/ 220330 w 765852"/>
              <a:gd name="connsiteY27" fmla="*/ 228534 h 260086"/>
              <a:gd name="connsiteX28" fmla="*/ 223961 w 765852"/>
              <a:gd name="connsiteY28" fmla="*/ 245062 h 260086"/>
              <a:gd name="connsiteX29" fmla="*/ 234322 w 765852"/>
              <a:gd name="connsiteY29" fmla="*/ 256142 h 260086"/>
              <a:gd name="connsiteX30" fmla="*/ 249917 w 765852"/>
              <a:gd name="connsiteY30" fmla="*/ 260086 h 260086"/>
              <a:gd name="connsiteX31" fmla="*/ 267145 w 765852"/>
              <a:gd name="connsiteY31" fmla="*/ 254501 h 260086"/>
              <a:gd name="connsiteX32" fmla="*/ 275782 w 765852"/>
              <a:gd name="connsiteY32" fmla="*/ 239256 h 260086"/>
              <a:gd name="connsiteX33" fmla="*/ 268071 w 765852"/>
              <a:gd name="connsiteY33" fmla="*/ 239256 h 260086"/>
              <a:gd name="connsiteX34" fmla="*/ 261516 w 765852"/>
              <a:gd name="connsiteY34" fmla="*/ 249401 h 260086"/>
              <a:gd name="connsiteX35" fmla="*/ 249560 w 765852"/>
              <a:gd name="connsiteY35" fmla="*/ 252987 h 260086"/>
              <a:gd name="connsiteX36" fmla="*/ 238310 w 765852"/>
              <a:gd name="connsiteY36" fmla="*/ 249887 h 260086"/>
              <a:gd name="connsiteX37" fmla="*/ 230828 w 765852"/>
              <a:gd name="connsiteY37" fmla="*/ 241201 h 260086"/>
              <a:gd name="connsiteX38" fmla="*/ 228215 w 765852"/>
              <a:gd name="connsiteY38" fmla="*/ 228525 h 260086"/>
              <a:gd name="connsiteX39" fmla="*/ 230828 w 765852"/>
              <a:gd name="connsiteY39" fmla="*/ 215812 h 260086"/>
              <a:gd name="connsiteX40" fmla="*/ 238310 w 765852"/>
              <a:gd name="connsiteY40" fmla="*/ 207172 h 260086"/>
              <a:gd name="connsiteX41" fmla="*/ 335580 w 765852"/>
              <a:gd name="connsiteY41" fmla="*/ 197523 h 260086"/>
              <a:gd name="connsiteX42" fmla="*/ 311925 w 765852"/>
              <a:gd name="connsiteY42" fmla="*/ 259554 h 260086"/>
              <a:gd name="connsiteX43" fmla="*/ 319892 w 765852"/>
              <a:gd name="connsiteY43" fmla="*/ 259554 h 260086"/>
              <a:gd name="connsiteX44" fmla="*/ 326448 w 765852"/>
              <a:gd name="connsiteY44" fmla="*/ 242806 h 260086"/>
              <a:gd name="connsiteX45" fmla="*/ 353467 w 765852"/>
              <a:gd name="connsiteY45" fmla="*/ 242806 h 260086"/>
              <a:gd name="connsiteX46" fmla="*/ 360023 w 765852"/>
              <a:gd name="connsiteY46" fmla="*/ 259554 h 260086"/>
              <a:gd name="connsiteX47" fmla="*/ 368256 w 765852"/>
              <a:gd name="connsiteY47" fmla="*/ 259554 h 260086"/>
              <a:gd name="connsiteX48" fmla="*/ 344693 w 765852"/>
              <a:gd name="connsiteY48" fmla="*/ 197523 h 260086"/>
              <a:gd name="connsiteX49" fmla="*/ 335570 w 765852"/>
              <a:gd name="connsiteY49" fmla="*/ 197523 h 260086"/>
              <a:gd name="connsiteX50" fmla="*/ 328758 w 765852"/>
              <a:gd name="connsiteY50" fmla="*/ 235808 h 260086"/>
              <a:gd name="connsiteX51" fmla="*/ 339916 w 765852"/>
              <a:gd name="connsiteY51" fmla="*/ 205943 h 260086"/>
              <a:gd name="connsiteX52" fmla="*/ 351166 w 765852"/>
              <a:gd name="connsiteY52" fmla="*/ 235808 h 260086"/>
              <a:gd name="connsiteX53" fmla="*/ 328749 w 765852"/>
              <a:gd name="connsiteY53" fmla="*/ 235808 h 260086"/>
              <a:gd name="connsiteX54" fmla="*/ 725437 w 765852"/>
              <a:gd name="connsiteY54" fmla="*/ 197523 h 260086"/>
              <a:gd name="connsiteX55" fmla="*/ 717736 w 765852"/>
              <a:gd name="connsiteY55" fmla="*/ 197523 h 260086"/>
              <a:gd name="connsiteX56" fmla="*/ 717736 w 765852"/>
              <a:gd name="connsiteY56" fmla="*/ 259554 h 260086"/>
              <a:gd name="connsiteX57" fmla="*/ 753704 w 765852"/>
              <a:gd name="connsiteY57" fmla="*/ 259554 h 260086"/>
              <a:gd name="connsiteX58" fmla="*/ 753704 w 765852"/>
              <a:gd name="connsiteY58" fmla="*/ 252464 h 260086"/>
              <a:gd name="connsiteX59" fmla="*/ 725446 w 765852"/>
              <a:gd name="connsiteY59" fmla="*/ 252464 h 260086"/>
              <a:gd name="connsiteX60" fmla="*/ 725446 w 765852"/>
              <a:gd name="connsiteY60" fmla="*/ 197523 h 260086"/>
              <a:gd name="connsiteX61" fmla="*/ 250953 w 765852"/>
              <a:gd name="connsiteY61" fmla="*/ 2119 h 260086"/>
              <a:gd name="connsiteX62" fmla="*/ 225566 w 765852"/>
              <a:gd name="connsiteY62" fmla="*/ 2119 h 260086"/>
              <a:gd name="connsiteX63" fmla="*/ 225566 w 765852"/>
              <a:gd name="connsiteY63" fmla="*/ 164677 h 260086"/>
              <a:gd name="connsiteX64" fmla="*/ 250953 w 765852"/>
              <a:gd name="connsiteY64" fmla="*/ 164677 h 260086"/>
              <a:gd name="connsiteX65" fmla="*/ 250953 w 765852"/>
              <a:gd name="connsiteY65" fmla="*/ 2119 h 260086"/>
              <a:gd name="connsiteX66" fmla="*/ 80592 w 765852"/>
              <a:gd name="connsiteY66" fmla="*/ 62692 h 260086"/>
              <a:gd name="connsiteX67" fmla="*/ 80592 w 765852"/>
              <a:gd name="connsiteY67" fmla="*/ 164687 h 260086"/>
              <a:gd name="connsiteX68" fmla="*/ 106732 w 765852"/>
              <a:gd name="connsiteY68" fmla="*/ 164687 h 260086"/>
              <a:gd name="connsiteX69" fmla="*/ 106713 w 765852"/>
              <a:gd name="connsiteY69" fmla="*/ 62692 h 260086"/>
              <a:gd name="connsiteX70" fmla="*/ 95124 w 765852"/>
              <a:gd name="connsiteY70" fmla="*/ 28700 h 260086"/>
              <a:gd name="connsiteX71" fmla="*/ 93648 w 765852"/>
              <a:gd name="connsiteY71" fmla="*/ 26792 h 260086"/>
              <a:gd name="connsiteX72" fmla="*/ 92172 w 765852"/>
              <a:gd name="connsiteY72" fmla="*/ 28700 h 260086"/>
              <a:gd name="connsiteX73" fmla="*/ 80583 w 765852"/>
              <a:gd name="connsiteY73" fmla="*/ 62692 h 260086"/>
              <a:gd name="connsiteX74" fmla="*/ 47273 w 765852"/>
              <a:gd name="connsiteY74" fmla="*/ 2119 h 260086"/>
              <a:gd name="connsiteX75" fmla="*/ 0 w 765852"/>
              <a:gd name="connsiteY75" fmla="*/ 2119 h 260086"/>
              <a:gd name="connsiteX76" fmla="*/ 0 w 765852"/>
              <a:gd name="connsiteY76" fmla="*/ 26792 h 260086"/>
              <a:gd name="connsiteX77" fmla="*/ 93648 w 765852"/>
              <a:gd name="connsiteY77" fmla="*/ 26792 h 260086"/>
              <a:gd name="connsiteX78" fmla="*/ 91328 w 765852"/>
              <a:gd name="connsiteY78" fmla="*/ 23793 h 260086"/>
              <a:gd name="connsiteX79" fmla="*/ 47273 w 765852"/>
              <a:gd name="connsiteY79" fmla="*/ 2119 h 260086"/>
              <a:gd name="connsiteX80" fmla="*/ 95968 w 765852"/>
              <a:gd name="connsiteY80" fmla="*/ 23793 h 260086"/>
              <a:gd name="connsiteX81" fmla="*/ 93648 w 765852"/>
              <a:gd name="connsiteY81" fmla="*/ 26792 h 260086"/>
              <a:gd name="connsiteX82" fmla="*/ 187296 w 765852"/>
              <a:gd name="connsiteY82" fmla="*/ 26792 h 260086"/>
              <a:gd name="connsiteX83" fmla="*/ 187296 w 765852"/>
              <a:gd name="connsiteY83" fmla="*/ 2119 h 260086"/>
              <a:gd name="connsiteX84" fmla="*/ 140023 w 765852"/>
              <a:gd name="connsiteY84" fmla="*/ 2119 h 260086"/>
              <a:gd name="connsiteX85" fmla="*/ 95958 w 765852"/>
              <a:gd name="connsiteY85" fmla="*/ 23793 h 260086"/>
              <a:gd name="connsiteX86" fmla="*/ 514844 w 765852"/>
              <a:gd name="connsiteY86" fmla="*/ 164677 h 260086"/>
              <a:gd name="connsiteX87" fmla="*/ 540232 w 765852"/>
              <a:gd name="connsiteY87" fmla="*/ 164677 h 260086"/>
              <a:gd name="connsiteX88" fmla="*/ 540232 w 765852"/>
              <a:gd name="connsiteY88" fmla="*/ 2119 h 260086"/>
              <a:gd name="connsiteX89" fmla="*/ 514844 w 765852"/>
              <a:gd name="connsiteY89" fmla="*/ 2119 h 260086"/>
              <a:gd name="connsiteX90" fmla="*/ 514844 w 765852"/>
              <a:gd name="connsiteY90" fmla="*/ 164677 h 260086"/>
              <a:gd name="connsiteX91" fmla="*/ 495205 w 765852"/>
              <a:gd name="connsiteY91" fmla="*/ 259554 h 260086"/>
              <a:gd name="connsiteX92" fmla="*/ 502915 w 765852"/>
              <a:gd name="connsiteY92" fmla="*/ 259554 h 260086"/>
              <a:gd name="connsiteX93" fmla="*/ 502915 w 765852"/>
              <a:gd name="connsiteY93" fmla="*/ 197523 h 260086"/>
              <a:gd name="connsiteX94" fmla="*/ 495205 w 765852"/>
              <a:gd name="connsiteY94" fmla="*/ 197523 h 260086"/>
              <a:gd name="connsiteX95" fmla="*/ 495205 w 765852"/>
              <a:gd name="connsiteY95" fmla="*/ 259554 h 260086"/>
              <a:gd name="connsiteX96" fmla="*/ 544816 w 765852"/>
              <a:gd name="connsiteY96" fmla="*/ 204613 h 260086"/>
              <a:gd name="connsiteX97" fmla="*/ 564923 w 765852"/>
              <a:gd name="connsiteY97" fmla="*/ 204613 h 260086"/>
              <a:gd name="connsiteX98" fmla="*/ 564923 w 765852"/>
              <a:gd name="connsiteY98" fmla="*/ 259554 h 260086"/>
              <a:gd name="connsiteX99" fmla="*/ 572633 w 765852"/>
              <a:gd name="connsiteY99" fmla="*/ 259554 h 260086"/>
              <a:gd name="connsiteX100" fmla="*/ 572633 w 765852"/>
              <a:gd name="connsiteY100" fmla="*/ 204613 h 260086"/>
              <a:gd name="connsiteX101" fmla="*/ 592740 w 765852"/>
              <a:gd name="connsiteY101" fmla="*/ 204613 h 260086"/>
              <a:gd name="connsiteX102" fmla="*/ 592740 w 765852"/>
              <a:gd name="connsiteY102" fmla="*/ 197523 h 260086"/>
              <a:gd name="connsiteX103" fmla="*/ 544816 w 765852"/>
              <a:gd name="connsiteY103" fmla="*/ 197523 h 260086"/>
              <a:gd name="connsiteX104" fmla="*/ 544816 w 765852"/>
              <a:gd name="connsiteY104" fmla="*/ 204613 h 260086"/>
              <a:gd name="connsiteX105" fmla="*/ 287389 w 765852"/>
              <a:gd name="connsiteY105" fmla="*/ 2119 h 260086"/>
              <a:gd name="connsiteX106" fmla="*/ 345234 w 765852"/>
              <a:gd name="connsiteY106" fmla="*/ 140105 h 260086"/>
              <a:gd name="connsiteX107" fmla="*/ 381413 w 765852"/>
              <a:gd name="connsiteY107" fmla="*/ 166796 h 260086"/>
              <a:gd name="connsiteX108" fmla="*/ 382899 w 765852"/>
              <a:gd name="connsiteY108" fmla="*/ 166796 h 260086"/>
              <a:gd name="connsiteX109" fmla="*/ 316692 w 765852"/>
              <a:gd name="connsiteY109" fmla="*/ 2119 h 260086"/>
              <a:gd name="connsiteX110" fmla="*/ 287389 w 765852"/>
              <a:gd name="connsiteY110" fmla="*/ 2119 h 260086"/>
              <a:gd name="connsiteX111" fmla="*/ 443549 w 765852"/>
              <a:gd name="connsiteY111" fmla="*/ 199871 h 260086"/>
              <a:gd name="connsiteX112" fmla="*/ 432739 w 765852"/>
              <a:gd name="connsiteY112" fmla="*/ 197523 h 260086"/>
              <a:gd name="connsiteX113" fmla="*/ 408910 w 765852"/>
              <a:gd name="connsiteY113" fmla="*/ 197523 h 260086"/>
              <a:gd name="connsiteX114" fmla="*/ 408910 w 765852"/>
              <a:gd name="connsiteY114" fmla="*/ 259554 h 260086"/>
              <a:gd name="connsiteX115" fmla="*/ 416621 w 765852"/>
              <a:gd name="connsiteY115" fmla="*/ 259554 h 260086"/>
              <a:gd name="connsiteX116" fmla="*/ 416621 w 765852"/>
              <a:gd name="connsiteY116" fmla="*/ 235716 h 260086"/>
              <a:gd name="connsiteX117" fmla="*/ 432748 w 765852"/>
              <a:gd name="connsiteY117" fmla="*/ 235716 h 260086"/>
              <a:gd name="connsiteX118" fmla="*/ 443512 w 765852"/>
              <a:gd name="connsiteY118" fmla="*/ 233368 h 260086"/>
              <a:gd name="connsiteX119" fmla="*/ 450728 w 765852"/>
              <a:gd name="connsiteY119" fmla="*/ 226681 h 260086"/>
              <a:gd name="connsiteX120" fmla="*/ 453295 w 765852"/>
              <a:gd name="connsiteY120" fmla="*/ 216583 h 260086"/>
              <a:gd name="connsiteX121" fmla="*/ 450774 w 765852"/>
              <a:gd name="connsiteY121" fmla="*/ 206521 h 260086"/>
              <a:gd name="connsiteX122" fmla="*/ 443558 w 765852"/>
              <a:gd name="connsiteY122" fmla="*/ 199871 h 260086"/>
              <a:gd name="connsiteX123" fmla="*/ 441779 w 765852"/>
              <a:gd name="connsiteY123" fmla="*/ 225351 h 260086"/>
              <a:gd name="connsiteX124" fmla="*/ 432033 w 765852"/>
              <a:gd name="connsiteY124" fmla="*/ 228635 h 260086"/>
              <a:gd name="connsiteX125" fmla="*/ 416621 w 765852"/>
              <a:gd name="connsiteY125" fmla="*/ 228635 h 260086"/>
              <a:gd name="connsiteX126" fmla="*/ 416621 w 765852"/>
              <a:gd name="connsiteY126" fmla="*/ 204622 h 260086"/>
              <a:gd name="connsiteX127" fmla="*/ 432125 w 765852"/>
              <a:gd name="connsiteY127" fmla="*/ 204622 h 260086"/>
              <a:gd name="connsiteX128" fmla="*/ 441825 w 765852"/>
              <a:gd name="connsiteY128" fmla="*/ 207860 h 260086"/>
              <a:gd name="connsiteX129" fmla="*/ 445410 w 765852"/>
              <a:gd name="connsiteY129" fmla="*/ 216592 h 260086"/>
              <a:gd name="connsiteX130" fmla="*/ 441779 w 765852"/>
              <a:gd name="connsiteY130" fmla="*/ 225361 h 260086"/>
              <a:gd name="connsiteX131" fmla="*/ 382889 w 765852"/>
              <a:gd name="connsiteY131" fmla="*/ 166805 h 260086"/>
              <a:gd name="connsiteX132" fmla="*/ 384375 w 765852"/>
              <a:gd name="connsiteY132" fmla="*/ 166805 h 260086"/>
              <a:gd name="connsiteX133" fmla="*/ 420554 w 765852"/>
              <a:gd name="connsiteY133" fmla="*/ 140114 h 260086"/>
              <a:gd name="connsiteX134" fmla="*/ 478399 w 765852"/>
              <a:gd name="connsiteY134" fmla="*/ 2128 h 260086"/>
              <a:gd name="connsiteX135" fmla="*/ 449096 w 765852"/>
              <a:gd name="connsiteY135" fmla="*/ 2128 h 260086"/>
              <a:gd name="connsiteX136" fmla="*/ 382889 w 765852"/>
              <a:gd name="connsiteY136" fmla="*/ 166814 h 260086"/>
              <a:gd name="connsiteX137" fmla="*/ 644368 w 765852"/>
              <a:gd name="connsiteY137" fmla="*/ 197523 h 260086"/>
              <a:gd name="connsiteX138" fmla="*/ 620714 w 765852"/>
              <a:gd name="connsiteY138" fmla="*/ 259554 h 260086"/>
              <a:gd name="connsiteX139" fmla="*/ 628690 w 765852"/>
              <a:gd name="connsiteY139" fmla="*/ 259554 h 260086"/>
              <a:gd name="connsiteX140" fmla="*/ 635246 w 765852"/>
              <a:gd name="connsiteY140" fmla="*/ 242806 h 260086"/>
              <a:gd name="connsiteX141" fmla="*/ 662266 w 765852"/>
              <a:gd name="connsiteY141" fmla="*/ 242806 h 260086"/>
              <a:gd name="connsiteX142" fmla="*/ 668821 w 765852"/>
              <a:gd name="connsiteY142" fmla="*/ 259554 h 260086"/>
              <a:gd name="connsiteX143" fmla="*/ 677055 w 765852"/>
              <a:gd name="connsiteY143" fmla="*/ 259554 h 260086"/>
              <a:gd name="connsiteX144" fmla="*/ 653491 w 765852"/>
              <a:gd name="connsiteY144" fmla="*/ 197523 h 260086"/>
              <a:gd name="connsiteX145" fmla="*/ 644368 w 765852"/>
              <a:gd name="connsiteY145" fmla="*/ 197523 h 260086"/>
              <a:gd name="connsiteX146" fmla="*/ 637547 w 765852"/>
              <a:gd name="connsiteY146" fmla="*/ 235808 h 260086"/>
              <a:gd name="connsiteX147" fmla="*/ 648705 w 765852"/>
              <a:gd name="connsiteY147" fmla="*/ 205943 h 260086"/>
              <a:gd name="connsiteX148" fmla="*/ 659955 w 765852"/>
              <a:gd name="connsiteY148" fmla="*/ 235808 h 260086"/>
              <a:gd name="connsiteX149" fmla="*/ 637538 w 765852"/>
              <a:gd name="connsiteY149" fmla="*/ 235808 h 260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</a:cxnLst>
            <a:rect l="l" t="t" r="r" b="b"/>
            <a:pathLst>
              <a:path w="765852" h="260086">
                <a:moveTo>
                  <a:pt x="739575" y="143884"/>
                </a:moveTo>
                <a:cubicBezTo>
                  <a:pt x="756519" y="128906"/>
                  <a:pt x="765852" y="107425"/>
                  <a:pt x="765852" y="83403"/>
                </a:cubicBezTo>
                <a:cubicBezTo>
                  <a:pt x="765852" y="59381"/>
                  <a:pt x="756519" y="37899"/>
                  <a:pt x="739575" y="22921"/>
                </a:cubicBezTo>
                <a:cubicBezTo>
                  <a:pt x="722613" y="7925"/>
                  <a:pt x="699307" y="0"/>
                  <a:pt x="672177" y="0"/>
                </a:cubicBezTo>
                <a:cubicBezTo>
                  <a:pt x="645047" y="0"/>
                  <a:pt x="621740" y="7925"/>
                  <a:pt x="604779" y="22921"/>
                </a:cubicBezTo>
                <a:cubicBezTo>
                  <a:pt x="587835" y="37899"/>
                  <a:pt x="578501" y="59381"/>
                  <a:pt x="578501" y="83403"/>
                </a:cubicBezTo>
                <a:cubicBezTo>
                  <a:pt x="578501" y="107425"/>
                  <a:pt x="587835" y="128906"/>
                  <a:pt x="604779" y="143884"/>
                </a:cubicBezTo>
                <a:cubicBezTo>
                  <a:pt x="621740" y="158881"/>
                  <a:pt x="645047" y="166805"/>
                  <a:pt x="672177" y="166805"/>
                </a:cubicBezTo>
                <a:cubicBezTo>
                  <a:pt x="699307" y="166805"/>
                  <a:pt x="722613" y="158881"/>
                  <a:pt x="739575" y="143884"/>
                </a:cubicBezTo>
                <a:close/>
                <a:moveTo>
                  <a:pt x="604595" y="83403"/>
                </a:moveTo>
                <a:cubicBezTo>
                  <a:pt x="604595" y="66489"/>
                  <a:pt x="610821" y="52135"/>
                  <a:pt x="622611" y="41871"/>
                </a:cubicBezTo>
                <a:cubicBezTo>
                  <a:pt x="634751" y="31305"/>
                  <a:pt x="651887" y="25719"/>
                  <a:pt x="672177" y="25719"/>
                </a:cubicBezTo>
                <a:cubicBezTo>
                  <a:pt x="692467" y="25719"/>
                  <a:pt x="709603" y="31305"/>
                  <a:pt x="721742" y="41871"/>
                </a:cubicBezTo>
                <a:cubicBezTo>
                  <a:pt x="733524" y="52126"/>
                  <a:pt x="739759" y="66489"/>
                  <a:pt x="739759" y="83403"/>
                </a:cubicBezTo>
                <a:cubicBezTo>
                  <a:pt x="739759" y="100316"/>
                  <a:pt x="733533" y="114671"/>
                  <a:pt x="721742" y="124934"/>
                </a:cubicBezTo>
                <a:cubicBezTo>
                  <a:pt x="709603" y="135501"/>
                  <a:pt x="692467" y="141077"/>
                  <a:pt x="672177" y="141077"/>
                </a:cubicBezTo>
                <a:cubicBezTo>
                  <a:pt x="651887" y="141077"/>
                  <a:pt x="634741" y="135491"/>
                  <a:pt x="622611" y="124934"/>
                </a:cubicBezTo>
                <a:cubicBezTo>
                  <a:pt x="610830" y="114671"/>
                  <a:pt x="604595" y="100316"/>
                  <a:pt x="604595" y="83403"/>
                </a:cubicBezTo>
                <a:close/>
                <a:moveTo>
                  <a:pt x="238310" y="207181"/>
                </a:moveTo>
                <a:cubicBezTo>
                  <a:pt x="241556" y="205118"/>
                  <a:pt x="245306" y="204081"/>
                  <a:pt x="249560" y="204081"/>
                </a:cubicBezTo>
                <a:cubicBezTo>
                  <a:pt x="254282" y="204081"/>
                  <a:pt x="258288" y="205292"/>
                  <a:pt x="261562" y="207713"/>
                </a:cubicBezTo>
                <a:cubicBezTo>
                  <a:pt x="264835" y="210135"/>
                  <a:pt x="267035" y="213501"/>
                  <a:pt x="268163" y="217812"/>
                </a:cubicBezTo>
                <a:lnTo>
                  <a:pt x="275874" y="217812"/>
                </a:lnTo>
                <a:cubicBezTo>
                  <a:pt x="274691" y="211373"/>
                  <a:pt x="271784" y="206292"/>
                  <a:pt x="267145" y="202568"/>
                </a:cubicBezTo>
                <a:cubicBezTo>
                  <a:pt x="262506" y="198844"/>
                  <a:pt x="256766" y="196982"/>
                  <a:pt x="249917" y="196982"/>
                </a:cubicBezTo>
                <a:cubicBezTo>
                  <a:pt x="244013" y="196982"/>
                  <a:pt x="238814" y="198293"/>
                  <a:pt x="234322" y="200926"/>
                </a:cubicBezTo>
                <a:cubicBezTo>
                  <a:pt x="229838" y="203558"/>
                  <a:pt x="226382" y="207264"/>
                  <a:pt x="223961" y="212052"/>
                </a:cubicBezTo>
                <a:cubicBezTo>
                  <a:pt x="221541" y="216840"/>
                  <a:pt x="220330" y="222334"/>
                  <a:pt x="220330" y="228534"/>
                </a:cubicBezTo>
                <a:cubicBezTo>
                  <a:pt x="220330" y="234734"/>
                  <a:pt x="221541" y="240302"/>
                  <a:pt x="223961" y="245062"/>
                </a:cubicBezTo>
                <a:cubicBezTo>
                  <a:pt x="226382" y="249823"/>
                  <a:pt x="229838" y="253510"/>
                  <a:pt x="234322" y="256142"/>
                </a:cubicBezTo>
                <a:cubicBezTo>
                  <a:pt x="238805" y="258775"/>
                  <a:pt x="244004" y="260086"/>
                  <a:pt x="249917" y="260086"/>
                </a:cubicBezTo>
                <a:cubicBezTo>
                  <a:pt x="256831" y="260086"/>
                  <a:pt x="262570" y="258224"/>
                  <a:pt x="267145" y="254501"/>
                </a:cubicBezTo>
                <a:cubicBezTo>
                  <a:pt x="271720" y="250777"/>
                  <a:pt x="274599" y="245695"/>
                  <a:pt x="275782" y="239256"/>
                </a:cubicBezTo>
                <a:lnTo>
                  <a:pt x="268071" y="239256"/>
                </a:lnTo>
                <a:cubicBezTo>
                  <a:pt x="266888" y="243631"/>
                  <a:pt x="264706" y="247007"/>
                  <a:pt x="261516" y="249401"/>
                </a:cubicBezTo>
                <a:cubicBezTo>
                  <a:pt x="258325" y="251795"/>
                  <a:pt x="254337" y="252987"/>
                  <a:pt x="249560" y="252987"/>
                </a:cubicBezTo>
                <a:cubicBezTo>
                  <a:pt x="245306" y="252987"/>
                  <a:pt x="241556" y="251951"/>
                  <a:pt x="238310" y="249887"/>
                </a:cubicBezTo>
                <a:cubicBezTo>
                  <a:pt x="235064" y="247823"/>
                  <a:pt x="232561" y="244925"/>
                  <a:pt x="230828" y="241201"/>
                </a:cubicBezTo>
                <a:cubicBezTo>
                  <a:pt x="229086" y="237477"/>
                  <a:pt x="228215" y="233258"/>
                  <a:pt x="228215" y="228525"/>
                </a:cubicBezTo>
                <a:cubicBezTo>
                  <a:pt x="228215" y="223792"/>
                  <a:pt x="229086" y="219499"/>
                  <a:pt x="230828" y="215812"/>
                </a:cubicBezTo>
                <a:cubicBezTo>
                  <a:pt x="232570" y="212125"/>
                  <a:pt x="235064" y="209245"/>
                  <a:pt x="238310" y="207172"/>
                </a:cubicBezTo>
                <a:close/>
                <a:moveTo>
                  <a:pt x="335580" y="197523"/>
                </a:moveTo>
                <a:lnTo>
                  <a:pt x="311925" y="259554"/>
                </a:lnTo>
                <a:lnTo>
                  <a:pt x="319892" y="259554"/>
                </a:lnTo>
                <a:lnTo>
                  <a:pt x="326448" y="242806"/>
                </a:lnTo>
                <a:lnTo>
                  <a:pt x="353467" y="242806"/>
                </a:lnTo>
                <a:lnTo>
                  <a:pt x="360023" y="259554"/>
                </a:lnTo>
                <a:lnTo>
                  <a:pt x="368256" y="259554"/>
                </a:lnTo>
                <a:lnTo>
                  <a:pt x="344693" y="197523"/>
                </a:lnTo>
                <a:lnTo>
                  <a:pt x="335570" y="197523"/>
                </a:lnTo>
                <a:close/>
                <a:moveTo>
                  <a:pt x="328758" y="235808"/>
                </a:moveTo>
                <a:lnTo>
                  <a:pt x="339916" y="205943"/>
                </a:lnTo>
                <a:lnTo>
                  <a:pt x="351166" y="235808"/>
                </a:lnTo>
                <a:lnTo>
                  <a:pt x="328749" y="235808"/>
                </a:lnTo>
                <a:close/>
                <a:moveTo>
                  <a:pt x="725437" y="197523"/>
                </a:moveTo>
                <a:lnTo>
                  <a:pt x="717736" y="197523"/>
                </a:lnTo>
                <a:lnTo>
                  <a:pt x="717736" y="259554"/>
                </a:lnTo>
                <a:lnTo>
                  <a:pt x="753704" y="259554"/>
                </a:lnTo>
                <a:lnTo>
                  <a:pt x="753704" y="252464"/>
                </a:lnTo>
                <a:lnTo>
                  <a:pt x="725446" y="252464"/>
                </a:lnTo>
                <a:lnTo>
                  <a:pt x="725446" y="197523"/>
                </a:lnTo>
                <a:close/>
                <a:moveTo>
                  <a:pt x="250953" y="2119"/>
                </a:moveTo>
                <a:lnTo>
                  <a:pt x="225566" y="2119"/>
                </a:lnTo>
                <a:lnTo>
                  <a:pt x="225566" y="164677"/>
                </a:lnTo>
                <a:lnTo>
                  <a:pt x="250953" y="164677"/>
                </a:lnTo>
                <a:lnTo>
                  <a:pt x="250953" y="2119"/>
                </a:lnTo>
                <a:close/>
                <a:moveTo>
                  <a:pt x="80592" y="62692"/>
                </a:moveTo>
                <a:lnTo>
                  <a:pt x="80592" y="164687"/>
                </a:lnTo>
                <a:cubicBezTo>
                  <a:pt x="80592" y="164687"/>
                  <a:pt x="106732" y="164687"/>
                  <a:pt x="106732" y="164687"/>
                </a:cubicBezTo>
                <a:lnTo>
                  <a:pt x="106713" y="62692"/>
                </a:lnTo>
                <a:cubicBezTo>
                  <a:pt x="106713" y="50282"/>
                  <a:pt x="102707" y="38523"/>
                  <a:pt x="95124" y="28700"/>
                </a:cubicBezTo>
                <a:lnTo>
                  <a:pt x="93648" y="26792"/>
                </a:lnTo>
                <a:lnTo>
                  <a:pt x="92172" y="28700"/>
                </a:lnTo>
                <a:cubicBezTo>
                  <a:pt x="84589" y="38523"/>
                  <a:pt x="80583" y="50273"/>
                  <a:pt x="80583" y="62692"/>
                </a:cubicBezTo>
                <a:close/>
                <a:moveTo>
                  <a:pt x="47273" y="2119"/>
                </a:moveTo>
                <a:lnTo>
                  <a:pt x="0" y="2119"/>
                </a:lnTo>
                <a:lnTo>
                  <a:pt x="0" y="26792"/>
                </a:lnTo>
                <a:lnTo>
                  <a:pt x="93648" y="26792"/>
                </a:lnTo>
                <a:lnTo>
                  <a:pt x="91328" y="23793"/>
                </a:lnTo>
                <a:cubicBezTo>
                  <a:pt x="80693" y="10025"/>
                  <a:pt x="64629" y="2119"/>
                  <a:pt x="47273" y="2119"/>
                </a:cubicBezTo>
                <a:close/>
                <a:moveTo>
                  <a:pt x="95968" y="23793"/>
                </a:moveTo>
                <a:lnTo>
                  <a:pt x="93648" y="26792"/>
                </a:lnTo>
                <a:lnTo>
                  <a:pt x="187296" y="26792"/>
                </a:lnTo>
                <a:lnTo>
                  <a:pt x="187296" y="2119"/>
                </a:lnTo>
                <a:lnTo>
                  <a:pt x="140023" y="2119"/>
                </a:lnTo>
                <a:cubicBezTo>
                  <a:pt x="122657" y="2119"/>
                  <a:pt x="106603" y="10016"/>
                  <a:pt x="95958" y="23793"/>
                </a:cubicBezTo>
                <a:close/>
                <a:moveTo>
                  <a:pt x="514844" y="164677"/>
                </a:moveTo>
                <a:lnTo>
                  <a:pt x="540232" y="164677"/>
                </a:lnTo>
                <a:lnTo>
                  <a:pt x="540232" y="2119"/>
                </a:lnTo>
                <a:lnTo>
                  <a:pt x="514844" y="2119"/>
                </a:lnTo>
                <a:lnTo>
                  <a:pt x="514844" y="164677"/>
                </a:lnTo>
                <a:close/>
                <a:moveTo>
                  <a:pt x="495205" y="259554"/>
                </a:moveTo>
                <a:lnTo>
                  <a:pt x="502915" y="259554"/>
                </a:lnTo>
                <a:lnTo>
                  <a:pt x="502915" y="197523"/>
                </a:lnTo>
                <a:lnTo>
                  <a:pt x="495205" y="197523"/>
                </a:lnTo>
                <a:lnTo>
                  <a:pt x="495205" y="259554"/>
                </a:lnTo>
                <a:close/>
                <a:moveTo>
                  <a:pt x="544816" y="204613"/>
                </a:moveTo>
                <a:lnTo>
                  <a:pt x="564923" y="204613"/>
                </a:lnTo>
                <a:lnTo>
                  <a:pt x="564923" y="259554"/>
                </a:lnTo>
                <a:lnTo>
                  <a:pt x="572633" y="259554"/>
                </a:lnTo>
                <a:lnTo>
                  <a:pt x="572633" y="204613"/>
                </a:lnTo>
                <a:lnTo>
                  <a:pt x="592740" y="204613"/>
                </a:lnTo>
                <a:lnTo>
                  <a:pt x="592740" y="197523"/>
                </a:lnTo>
                <a:lnTo>
                  <a:pt x="544816" y="197523"/>
                </a:lnTo>
                <a:lnTo>
                  <a:pt x="544816" y="204613"/>
                </a:lnTo>
                <a:close/>
                <a:moveTo>
                  <a:pt x="287389" y="2119"/>
                </a:moveTo>
                <a:cubicBezTo>
                  <a:pt x="287389" y="2119"/>
                  <a:pt x="335680" y="117220"/>
                  <a:pt x="345234" y="140105"/>
                </a:cubicBezTo>
                <a:cubicBezTo>
                  <a:pt x="356374" y="166796"/>
                  <a:pt x="374464" y="166796"/>
                  <a:pt x="381413" y="166796"/>
                </a:cubicBezTo>
                <a:lnTo>
                  <a:pt x="382899" y="166796"/>
                </a:lnTo>
                <a:lnTo>
                  <a:pt x="316692" y="2119"/>
                </a:lnTo>
                <a:lnTo>
                  <a:pt x="287389" y="2119"/>
                </a:lnTo>
                <a:close/>
                <a:moveTo>
                  <a:pt x="443549" y="199871"/>
                </a:moveTo>
                <a:cubicBezTo>
                  <a:pt x="440413" y="198303"/>
                  <a:pt x="436819" y="197523"/>
                  <a:pt x="432739" y="197523"/>
                </a:cubicBezTo>
                <a:lnTo>
                  <a:pt x="408910" y="197523"/>
                </a:lnTo>
                <a:lnTo>
                  <a:pt x="408910" y="259554"/>
                </a:lnTo>
                <a:lnTo>
                  <a:pt x="416621" y="259554"/>
                </a:lnTo>
                <a:lnTo>
                  <a:pt x="416621" y="235716"/>
                </a:lnTo>
                <a:lnTo>
                  <a:pt x="432748" y="235716"/>
                </a:lnTo>
                <a:cubicBezTo>
                  <a:pt x="436819" y="235716"/>
                  <a:pt x="440413" y="234936"/>
                  <a:pt x="443512" y="233368"/>
                </a:cubicBezTo>
                <a:cubicBezTo>
                  <a:pt x="446611" y="231799"/>
                  <a:pt x="449013" y="229571"/>
                  <a:pt x="450728" y="226681"/>
                </a:cubicBezTo>
                <a:cubicBezTo>
                  <a:pt x="452442" y="223783"/>
                  <a:pt x="453295" y="220417"/>
                  <a:pt x="453295" y="216583"/>
                </a:cubicBezTo>
                <a:cubicBezTo>
                  <a:pt x="453295" y="212749"/>
                  <a:pt x="452452" y="209392"/>
                  <a:pt x="450774" y="206521"/>
                </a:cubicBezTo>
                <a:cubicBezTo>
                  <a:pt x="449087" y="203659"/>
                  <a:pt x="446685" y="201439"/>
                  <a:pt x="443558" y="199871"/>
                </a:cubicBezTo>
                <a:close/>
                <a:moveTo>
                  <a:pt x="441779" y="225351"/>
                </a:moveTo>
                <a:cubicBezTo>
                  <a:pt x="439359" y="227534"/>
                  <a:pt x="436113" y="228635"/>
                  <a:pt x="432033" y="228635"/>
                </a:cubicBezTo>
                <a:lnTo>
                  <a:pt x="416621" y="228635"/>
                </a:lnTo>
                <a:lnTo>
                  <a:pt x="416621" y="204622"/>
                </a:lnTo>
                <a:lnTo>
                  <a:pt x="432125" y="204622"/>
                </a:lnTo>
                <a:cubicBezTo>
                  <a:pt x="436196" y="204622"/>
                  <a:pt x="439432" y="205705"/>
                  <a:pt x="441825" y="207860"/>
                </a:cubicBezTo>
                <a:cubicBezTo>
                  <a:pt x="444218" y="210015"/>
                  <a:pt x="445410" y="212923"/>
                  <a:pt x="445410" y="216592"/>
                </a:cubicBezTo>
                <a:cubicBezTo>
                  <a:pt x="445410" y="220261"/>
                  <a:pt x="444200" y="223178"/>
                  <a:pt x="441779" y="225361"/>
                </a:cubicBezTo>
                <a:close/>
                <a:moveTo>
                  <a:pt x="382889" y="166805"/>
                </a:moveTo>
                <a:lnTo>
                  <a:pt x="384375" y="166805"/>
                </a:lnTo>
                <a:cubicBezTo>
                  <a:pt x="391334" y="166805"/>
                  <a:pt x="409423" y="166805"/>
                  <a:pt x="420554" y="140114"/>
                </a:cubicBezTo>
                <a:cubicBezTo>
                  <a:pt x="430099" y="117230"/>
                  <a:pt x="478399" y="2128"/>
                  <a:pt x="478399" y="2128"/>
                </a:cubicBezTo>
                <a:lnTo>
                  <a:pt x="449096" y="2128"/>
                </a:lnTo>
                <a:lnTo>
                  <a:pt x="382889" y="166814"/>
                </a:lnTo>
                <a:close/>
                <a:moveTo>
                  <a:pt x="644368" y="197523"/>
                </a:moveTo>
                <a:lnTo>
                  <a:pt x="620714" y="259554"/>
                </a:lnTo>
                <a:lnTo>
                  <a:pt x="628690" y="259554"/>
                </a:lnTo>
                <a:lnTo>
                  <a:pt x="635246" y="242806"/>
                </a:lnTo>
                <a:lnTo>
                  <a:pt x="662266" y="242806"/>
                </a:lnTo>
                <a:lnTo>
                  <a:pt x="668821" y="259554"/>
                </a:lnTo>
                <a:lnTo>
                  <a:pt x="677055" y="259554"/>
                </a:lnTo>
                <a:lnTo>
                  <a:pt x="653491" y="197523"/>
                </a:lnTo>
                <a:lnTo>
                  <a:pt x="644368" y="197523"/>
                </a:lnTo>
                <a:close/>
                <a:moveTo>
                  <a:pt x="637547" y="235808"/>
                </a:moveTo>
                <a:lnTo>
                  <a:pt x="648705" y="205943"/>
                </a:lnTo>
                <a:lnTo>
                  <a:pt x="659955" y="235808"/>
                </a:lnTo>
                <a:lnTo>
                  <a:pt x="637538" y="235808"/>
                </a:lnTo>
                <a:close/>
              </a:path>
            </a:pathLst>
          </a:custGeom>
          <a:solidFill>
            <a:schemeClr val="bg1"/>
          </a:solidFill>
          <a:ln w="1061" cap="flat">
            <a:noFill/>
            <a:prstDash val="solid"/>
            <a:miter/>
          </a:ln>
        </p:spPr>
        <p:txBody>
          <a:bodyPr rtlCol="0" anchor="ctr"/>
          <a:lstStyle/>
          <a:p>
            <a:endParaRPr lang="pt-BR" sz="849">
              <a:solidFill>
                <a:schemeClr val="bg1"/>
              </a:solidFill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1E210A61-F7AF-5C56-9539-494DD44ED880}"/>
              </a:ext>
            </a:extLst>
          </p:cNvPr>
          <p:cNvCxnSpPr/>
          <p:nvPr userDrawn="1"/>
        </p:nvCxnSpPr>
        <p:spPr>
          <a:xfrm>
            <a:off x="334964" y="185353"/>
            <a:ext cx="10415415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" name="Group 9">
            <a:extLst>
              <a:ext uri="{FF2B5EF4-FFF2-40B4-BE49-F238E27FC236}">
                <a16:creationId xmlns:a16="http://schemas.microsoft.com/office/drawing/2014/main" id="{5752AA87-E9EF-F9C3-D180-0D695337BC25}"/>
              </a:ext>
            </a:extLst>
          </p:cNvPr>
          <p:cNvGrpSpPr/>
          <p:nvPr userDrawn="1"/>
        </p:nvGrpSpPr>
        <p:grpSpPr>
          <a:xfrm flipV="1">
            <a:off x="12099285" y="0"/>
            <a:ext cx="91438" cy="1832748"/>
            <a:chOff x="120125" y="5025253"/>
            <a:chExt cx="91438" cy="1832748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7E05AB66-66BE-D764-AEA7-119CD2ED8298}"/>
                </a:ext>
              </a:extLst>
            </p:cNvPr>
            <p:cNvSpPr/>
            <p:nvPr userDrawn="1"/>
          </p:nvSpPr>
          <p:spPr>
            <a:xfrm rot="16200000" flipV="1">
              <a:off x="-773389" y="5918767"/>
              <a:ext cx="1832748" cy="45719"/>
            </a:xfrm>
            <a:prstGeom prst="rect">
              <a:avLst/>
            </a:prstGeom>
            <a:gradFill>
              <a:gsLst>
                <a:gs pos="0">
                  <a:schemeClr val="accent3">
                    <a:lumMod val="50000"/>
                  </a:schemeClr>
                </a:gs>
                <a:gs pos="50000">
                  <a:schemeClr val="accent3">
                    <a:lumMod val="60000"/>
                    <a:lumOff val="4000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27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849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25A8B063-3DCC-1280-CEC3-7512BA9DF746}"/>
                </a:ext>
              </a:extLst>
            </p:cNvPr>
            <p:cNvSpPr/>
            <p:nvPr userDrawn="1"/>
          </p:nvSpPr>
          <p:spPr>
            <a:xfrm rot="16200000" flipV="1">
              <a:off x="-727670" y="5918767"/>
              <a:ext cx="1832748" cy="45719"/>
            </a:xfrm>
            <a:prstGeom prst="rect">
              <a:avLst/>
            </a:prstGeom>
            <a:gradFill>
              <a:gsLst>
                <a:gs pos="0">
                  <a:schemeClr val="accent1"/>
                </a:gs>
                <a:gs pos="50000">
                  <a:schemeClr val="accent2"/>
                </a:gs>
                <a:gs pos="100000">
                  <a:schemeClr val="bg1">
                    <a:alpha val="0"/>
                  </a:schemeClr>
                </a:gs>
              </a:gsLst>
              <a:lin ang="27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849"/>
            </a:p>
          </p:txBody>
        </p:sp>
      </p:grpSp>
    </p:spTree>
    <p:extLst>
      <p:ext uri="{BB962C8B-B14F-4D97-AF65-F5344CB8AC3E}">
        <p14:creationId xmlns:p14="http://schemas.microsoft.com/office/powerpoint/2010/main" val="91952686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469">
          <p15:clr>
            <a:srgbClr val="FBAE40"/>
          </p15:clr>
        </p15:guide>
        <p15:guide id="2" orient="horz" pos="3974">
          <p15:clr>
            <a:srgbClr val="FBAE40"/>
          </p15:clr>
        </p15:guide>
        <p15:guide id="3" orient="horz" pos="232">
          <p15:clr>
            <a:srgbClr val="FBAE40"/>
          </p15:clr>
        </p15:guide>
        <p15:guide id="4" pos="211">
          <p15:clr>
            <a:srgbClr val="FBAE40"/>
          </p15:clr>
        </p15:guide>
        <p15:guide id="5" orient="horz" pos="4065">
          <p15:clr>
            <a:srgbClr val="FBAE40"/>
          </p15:clr>
        </p15:guide>
        <p15:guide id="6" orient="horz" pos="799">
          <p15:clr>
            <a:srgbClr val="FBAE40"/>
          </p15:clr>
        </p15:guide>
        <p15:guide id="7" orient="horz" pos="935">
          <p15:clr>
            <a:srgbClr val="FBAE40"/>
          </p15:clr>
        </p15:guide>
      </p15:sldGuideLst>
    </p:ext>
  </p:extLst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ítulo | 1 linha - High Yield">
    <p:bg>
      <p:bgPr>
        <a:gradFill>
          <a:gsLst>
            <a:gs pos="81000">
              <a:schemeClr val="tx1">
                <a:lumMod val="85000"/>
                <a:lumOff val="15000"/>
              </a:schemeClr>
            </a:gs>
            <a:gs pos="100000">
              <a:schemeClr val="tx1">
                <a:lumMod val="95000"/>
                <a:lumOff val="5000"/>
              </a:schemeClr>
            </a:gs>
            <a:gs pos="0">
              <a:schemeClr val="accent5"/>
            </a:gs>
          </a:gsLst>
          <a:lin ang="7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132BCE3-A04F-8602-64F7-7623C7EAF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61763" y="6482556"/>
            <a:ext cx="295275" cy="1692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 sz="1100">
                <a:solidFill>
                  <a:schemeClr val="bg1"/>
                </a:solidFill>
                <a:latin typeface="Versos" panose="020B0503020204030204" pitchFamily="34" charset="0"/>
                <a:cs typeface="Versos" panose="020B0503020204030204" pitchFamily="34" charset="0"/>
              </a:defRPr>
            </a:lvl1pPr>
          </a:lstStyle>
          <a:p>
            <a:fld id="{77667D73-C69A-4DAA-9003-24A825D36FE9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B13D7C-5A47-B0DF-B518-26E79F5D2DB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64" y="368301"/>
            <a:ext cx="10183813" cy="4308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err="1"/>
              <a:t>Título</a:t>
            </a:r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401465E-A8CD-A3BA-BE2A-9597492FDC6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4963" y="6482557"/>
            <a:ext cx="10980000" cy="138499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900">
                <a:latin typeface="Versos Light" panose="020B0403020204030204" pitchFamily="34" charset="0"/>
              </a:defRPr>
            </a:lvl2pPr>
            <a:lvl3pPr>
              <a:defRPr sz="900">
                <a:latin typeface="Versos Light" panose="020B0403020204030204" pitchFamily="34" charset="0"/>
              </a:defRPr>
            </a:lvl3pPr>
            <a:lvl4pPr>
              <a:defRPr sz="900">
                <a:latin typeface="Versos Light" panose="020B0403020204030204" pitchFamily="34" charset="0"/>
              </a:defRPr>
            </a:lvl4pPr>
            <a:lvl5pPr>
              <a:defRPr sz="900">
                <a:latin typeface="Versos Light" panose="020B0403020204030204" pitchFamily="34" charset="0"/>
              </a:defRPr>
            </a:lvl5pPr>
          </a:lstStyle>
          <a:p>
            <a:pPr lvl="0"/>
            <a:r>
              <a:rPr lang="en-US"/>
              <a:t>Fonte:</a:t>
            </a:r>
            <a:endParaRPr lang="pt-BR"/>
          </a:p>
        </p:txBody>
      </p:sp>
      <p:sp>
        <p:nvSpPr>
          <p:cNvPr id="12" name="Text Placeholder 8">
            <a:extLst>
              <a:ext uri="{FF2B5EF4-FFF2-40B4-BE49-F238E27FC236}">
                <a16:creationId xmlns:a16="http://schemas.microsoft.com/office/drawing/2014/main" id="{7A7A9582-3614-801A-785B-273FCD3E092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34964" y="1949414"/>
            <a:ext cx="11522075" cy="435931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7F86D482-580C-D22A-58CC-10B9C4F7EDD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34963" y="1518528"/>
            <a:ext cx="11522585" cy="21544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Picture 8">
            <a:extLst>
              <a:ext uri="{FF2B5EF4-FFF2-40B4-BE49-F238E27FC236}">
                <a16:creationId xmlns:a16="http://schemas.microsoft.com/office/drawing/2014/main" id="{57BCE67C-64C7-2D0C-0DC2-7A4B4CC314E0}"/>
              </a:ext>
            </a:extLst>
          </p:cNvPr>
          <p:cNvSpPr/>
          <p:nvPr userDrawn="1"/>
        </p:nvSpPr>
        <p:spPr>
          <a:xfrm>
            <a:off x="11091186" y="377179"/>
            <a:ext cx="765852" cy="260086"/>
          </a:xfrm>
          <a:custGeom>
            <a:avLst/>
            <a:gdLst>
              <a:gd name="connsiteX0" fmla="*/ 739575 w 765852"/>
              <a:gd name="connsiteY0" fmla="*/ 143884 h 260086"/>
              <a:gd name="connsiteX1" fmla="*/ 765852 w 765852"/>
              <a:gd name="connsiteY1" fmla="*/ 83403 h 260086"/>
              <a:gd name="connsiteX2" fmla="*/ 739575 w 765852"/>
              <a:gd name="connsiteY2" fmla="*/ 22921 h 260086"/>
              <a:gd name="connsiteX3" fmla="*/ 672177 w 765852"/>
              <a:gd name="connsiteY3" fmla="*/ 0 h 260086"/>
              <a:gd name="connsiteX4" fmla="*/ 604779 w 765852"/>
              <a:gd name="connsiteY4" fmla="*/ 22921 h 260086"/>
              <a:gd name="connsiteX5" fmla="*/ 578501 w 765852"/>
              <a:gd name="connsiteY5" fmla="*/ 83403 h 260086"/>
              <a:gd name="connsiteX6" fmla="*/ 604779 w 765852"/>
              <a:gd name="connsiteY6" fmla="*/ 143884 h 260086"/>
              <a:gd name="connsiteX7" fmla="*/ 672177 w 765852"/>
              <a:gd name="connsiteY7" fmla="*/ 166805 h 260086"/>
              <a:gd name="connsiteX8" fmla="*/ 739575 w 765852"/>
              <a:gd name="connsiteY8" fmla="*/ 143884 h 260086"/>
              <a:gd name="connsiteX9" fmla="*/ 604595 w 765852"/>
              <a:gd name="connsiteY9" fmla="*/ 83403 h 260086"/>
              <a:gd name="connsiteX10" fmla="*/ 622611 w 765852"/>
              <a:gd name="connsiteY10" fmla="*/ 41871 h 260086"/>
              <a:gd name="connsiteX11" fmla="*/ 672177 w 765852"/>
              <a:gd name="connsiteY11" fmla="*/ 25719 h 260086"/>
              <a:gd name="connsiteX12" fmla="*/ 721742 w 765852"/>
              <a:gd name="connsiteY12" fmla="*/ 41871 h 260086"/>
              <a:gd name="connsiteX13" fmla="*/ 739759 w 765852"/>
              <a:gd name="connsiteY13" fmla="*/ 83403 h 260086"/>
              <a:gd name="connsiteX14" fmla="*/ 721742 w 765852"/>
              <a:gd name="connsiteY14" fmla="*/ 124934 h 260086"/>
              <a:gd name="connsiteX15" fmla="*/ 672177 w 765852"/>
              <a:gd name="connsiteY15" fmla="*/ 141077 h 260086"/>
              <a:gd name="connsiteX16" fmla="*/ 622611 w 765852"/>
              <a:gd name="connsiteY16" fmla="*/ 124934 h 260086"/>
              <a:gd name="connsiteX17" fmla="*/ 604595 w 765852"/>
              <a:gd name="connsiteY17" fmla="*/ 83403 h 260086"/>
              <a:gd name="connsiteX18" fmla="*/ 238310 w 765852"/>
              <a:gd name="connsiteY18" fmla="*/ 207181 h 260086"/>
              <a:gd name="connsiteX19" fmla="*/ 249560 w 765852"/>
              <a:gd name="connsiteY19" fmla="*/ 204081 h 260086"/>
              <a:gd name="connsiteX20" fmla="*/ 261562 w 765852"/>
              <a:gd name="connsiteY20" fmla="*/ 207713 h 260086"/>
              <a:gd name="connsiteX21" fmla="*/ 268163 w 765852"/>
              <a:gd name="connsiteY21" fmla="*/ 217812 h 260086"/>
              <a:gd name="connsiteX22" fmla="*/ 275874 w 765852"/>
              <a:gd name="connsiteY22" fmla="*/ 217812 h 260086"/>
              <a:gd name="connsiteX23" fmla="*/ 267145 w 765852"/>
              <a:gd name="connsiteY23" fmla="*/ 202568 h 260086"/>
              <a:gd name="connsiteX24" fmla="*/ 249917 w 765852"/>
              <a:gd name="connsiteY24" fmla="*/ 196982 h 260086"/>
              <a:gd name="connsiteX25" fmla="*/ 234322 w 765852"/>
              <a:gd name="connsiteY25" fmla="*/ 200926 h 260086"/>
              <a:gd name="connsiteX26" fmla="*/ 223961 w 765852"/>
              <a:gd name="connsiteY26" fmla="*/ 212052 h 260086"/>
              <a:gd name="connsiteX27" fmla="*/ 220330 w 765852"/>
              <a:gd name="connsiteY27" fmla="*/ 228534 h 260086"/>
              <a:gd name="connsiteX28" fmla="*/ 223961 w 765852"/>
              <a:gd name="connsiteY28" fmla="*/ 245062 h 260086"/>
              <a:gd name="connsiteX29" fmla="*/ 234322 w 765852"/>
              <a:gd name="connsiteY29" fmla="*/ 256142 h 260086"/>
              <a:gd name="connsiteX30" fmla="*/ 249917 w 765852"/>
              <a:gd name="connsiteY30" fmla="*/ 260086 h 260086"/>
              <a:gd name="connsiteX31" fmla="*/ 267145 w 765852"/>
              <a:gd name="connsiteY31" fmla="*/ 254501 h 260086"/>
              <a:gd name="connsiteX32" fmla="*/ 275782 w 765852"/>
              <a:gd name="connsiteY32" fmla="*/ 239256 h 260086"/>
              <a:gd name="connsiteX33" fmla="*/ 268071 w 765852"/>
              <a:gd name="connsiteY33" fmla="*/ 239256 h 260086"/>
              <a:gd name="connsiteX34" fmla="*/ 261516 w 765852"/>
              <a:gd name="connsiteY34" fmla="*/ 249401 h 260086"/>
              <a:gd name="connsiteX35" fmla="*/ 249560 w 765852"/>
              <a:gd name="connsiteY35" fmla="*/ 252987 h 260086"/>
              <a:gd name="connsiteX36" fmla="*/ 238310 w 765852"/>
              <a:gd name="connsiteY36" fmla="*/ 249887 h 260086"/>
              <a:gd name="connsiteX37" fmla="*/ 230828 w 765852"/>
              <a:gd name="connsiteY37" fmla="*/ 241201 h 260086"/>
              <a:gd name="connsiteX38" fmla="*/ 228215 w 765852"/>
              <a:gd name="connsiteY38" fmla="*/ 228525 h 260086"/>
              <a:gd name="connsiteX39" fmla="*/ 230828 w 765852"/>
              <a:gd name="connsiteY39" fmla="*/ 215812 h 260086"/>
              <a:gd name="connsiteX40" fmla="*/ 238310 w 765852"/>
              <a:gd name="connsiteY40" fmla="*/ 207172 h 260086"/>
              <a:gd name="connsiteX41" fmla="*/ 335580 w 765852"/>
              <a:gd name="connsiteY41" fmla="*/ 197523 h 260086"/>
              <a:gd name="connsiteX42" fmla="*/ 311925 w 765852"/>
              <a:gd name="connsiteY42" fmla="*/ 259554 h 260086"/>
              <a:gd name="connsiteX43" fmla="*/ 319892 w 765852"/>
              <a:gd name="connsiteY43" fmla="*/ 259554 h 260086"/>
              <a:gd name="connsiteX44" fmla="*/ 326448 w 765852"/>
              <a:gd name="connsiteY44" fmla="*/ 242806 h 260086"/>
              <a:gd name="connsiteX45" fmla="*/ 353467 w 765852"/>
              <a:gd name="connsiteY45" fmla="*/ 242806 h 260086"/>
              <a:gd name="connsiteX46" fmla="*/ 360023 w 765852"/>
              <a:gd name="connsiteY46" fmla="*/ 259554 h 260086"/>
              <a:gd name="connsiteX47" fmla="*/ 368256 w 765852"/>
              <a:gd name="connsiteY47" fmla="*/ 259554 h 260086"/>
              <a:gd name="connsiteX48" fmla="*/ 344693 w 765852"/>
              <a:gd name="connsiteY48" fmla="*/ 197523 h 260086"/>
              <a:gd name="connsiteX49" fmla="*/ 335570 w 765852"/>
              <a:gd name="connsiteY49" fmla="*/ 197523 h 260086"/>
              <a:gd name="connsiteX50" fmla="*/ 328758 w 765852"/>
              <a:gd name="connsiteY50" fmla="*/ 235808 h 260086"/>
              <a:gd name="connsiteX51" fmla="*/ 339916 w 765852"/>
              <a:gd name="connsiteY51" fmla="*/ 205943 h 260086"/>
              <a:gd name="connsiteX52" fmla="*/ 351166 w 765852"/>
              <a:gd name="connsiteY52" fmla="*/ 235808 h 260086"/>
              <a:gd name="connsiteX53" fmla="*/ 328749 w 765852"/>
              <a:gd name="connsiteY53" fmla="*/ 235808 h 260086"/>
              <a:gd name="connsiteX54" fmla="*/ 725437 w 765852"/>
              <a:gd name="connsiteY54" fmla="*/ 197523 h 260086"/>
              <a:gd name="connsiteX55" fmla="*/ 717736 w 765852"/>
              <a:gd name="connsiteY55" fmla="*/ 197523 h 260086"/>
              <a:gd name="connsiteX56" fmla="*/ 717736 w 765852"/>
              <a:gd name="connsiteY56" fmla="*/ 259554 h 260086"/>
              <a:gd name="connsiteX57" fmla="*/ 753704 w 765852"/>
              <a:gd name="connsiteY57" fmla="*/ 259554 h 260086"/>
              <a:gd name="connsiteX58" fmla="*/ 753704 w 765852"/>
              <a:gd name="connsiteY58" fmla="*/ 252464 h 260086"/>
              <a:gd name="connsiteX59" fmla="*/ 725446 w 765852"/>
              <a:gd name="connsiteY59" fmla="*/ 252464 h 260086"/>
              <a:gd name="connsiteX60" fmla="*/ 725446 w 765852"/>
              <a:gd name="connsiteY60" fmla="*/ 197523 h 260086"/>
              <a:gd name="connsiteX61" fmla="*/ 250953 w 765852"/>
              <a:gd name="connsiteY61" fmla="*/ 2119 h 260086"/>
              <a:gd name="connsiteX62" fmla="*/ 225566 w 765852"/>
              <a:gd name="connsiteY62" fmla="*/ 2119 h 260086"/>
              <a:gd name="connsiteX63" fmla="*/ 225566 w 765852"/>
              <a:gd name="connsiteY63" fmla="*/ 164677 h 260086"/>
              <a:gd name="connsiteX64" fmla="*/ 250953 w 765852"/>
              <a:gd name="connsiteY64" fmla="*/ 164677 h 260086"/>
              <a:gd name="connsiteX65" fmla="*/ 250953 w 765852"/>
              <a:gd name="connsiteY65" fmla="*/ 2119 h 260086"/>
              <a:gd name="connsiteX66" fmla="*/ 80592 w 765852"/>
              <a:gd name="connsiteY66" fmla="*/ 62692 h 260086"/>
              <a:gd name="connsiteX67" fmla="*/ 80592 w 765852"/>
              <a:gd name="connsiteY67" fmla="*/ 164687 h 260086"/>
              <a:gd name="connsiteX68" fmla="*/ 106732 w 765852"/>
              <a:gd name="connsiteY68" fmla="*/ 164687 h 260086"/>
              <a:gd name="connsiteX69" fmla="*/ 106713 w 765852"/>
              <a:gd name="connsiteY69" fmla="*/ 62692 h 260086"/>
              <a:gd name="connsiteX70" fmla="*/ 95124 w 765852"/>
              <a:gd name="connsiteY70" fmla="*/ 28700 h 260086"/>
              <a:gd name="connsiteX71" fmla="*/ 93648 w 765852"/>
              <a:gd name="connsiteY71" fmla="*/ 26792 h 260086"/>
              <a:gd name="connsiteX72" fmla="*/ 92172 w 765852"/>
              <a:gd name="connsiteY72" fmla="*/ 28700 h 260086"/>
              <a:gd name="connsiteX73" fmla="*/ 80583 w 765852"/>
              <a:gd name="connsiteY73" fmla="*/ 62692 h 260086"/>
              <a:gd name="connsiteX74" fmla="*/ 47273 w 765852"/>
              <a:gd name="connsiteY74" fmla="*/ 2119 h 260086"/>
              <a:gd name="connsiteX75" fmla="*/ 0 w 765852"/>
              <a:gd name="connsiteY75" fmla="*/ 2119 h 260086"/>
              <a:gd name="connsiteX76" fmla="*/ 0 w 765852"/>
              <a:gd name="connsiteY76" fmla="*/ 26792 h 260086"/>
              <a:gd name="connsiteX77" fmla="*/ 93648 w 765852"/>
              <a:gd name="connsiteY77" fmla="*/ 26792 h 260086"/>
              <a:gd name="connsiteX78" fmla="*/ 91328 w 765852"/>
              <a:gd name="connsiteY78" fmla="*/ 23793 h 260086"/>
              <a:gd name="connsiteX79" fmla="*/ 47273 w 765852"/>
              <a:gd name="connsiteY79" fmla="*/ 2119 h 260086"/>
              <a:gd name="connsiteX80" fmla="*/ 95968 w 765852"/>
              <a:gd name="connsiteY80" fmla="*/ 23793 h 260086"/>
              <a:gd name="connsiteX81" fmla="*/ 93648 w 765852"/>
              <a:gd name="connsiteY81" fmla="*/ 26792 h 260086"/>
              <a:gd name="connsiteX82" fmla="*/ 187296 w 765852"/>
              <a:gd name="connsiteY82" fmla="*/ 26792 h 260086"/>
              <a:gd name="connsiteX83" fmla="*/ 187296 w 765852"/>
              <a:gd name="connsiteY83" fmla="*/ 2119 h 260086"/>
              <a:gd name="connsiteX84" fmla="*/ 140023 w 765852"/>
              <a:gd name="connsiteY84" fmla="*/ 2119 h 260086"/>
              <a:gd name="connsiteX85" fmla="*/ 95958 w 765852"/>
              <a:gd name="connsiteY85" fmla="*/ 23793 h 260086"/>
              <a:gd name="connsiteX86" fmla="*/ 514844 w 765852"/>
              <a:gd name="connsiteY86" fmla="*/ 164677 h 260086"/>
              <a:gd name="connsiteX87" fmla="*/ 540232 w 765852"/>
              <a:gd name="connsiteY87" fmla="*/ 164677 h 260086"/>
              <a:gd name="connsiteX88" fmla="*/ 540232 w 765852"/>
              <a:gd name="connsiteY88" fmla="*/ 2119 h 260086"/>
              <a:gd name="connsiteX89" fmla="*/ 514844 w 765852"/>
              <a:gd name="connsiteY89" fmla="*/ 2119 h 260086"/>
              <a:gd name="connsiteX90" fmla="*/ 514844 w 765852"/>
              <a:gd name="connsiteY90" fmla="*/ 164677 h 260086"/>
              <a:gd name="connsiteX91" fmla="*/ 495205 w 765852"/>
              <a:gd name="connsiteY91" fmla="*/ 259554 h 260086"/>
              <a:gd name="connsiteX92" fmla="*/ 502915 w 765852"/>
              <a:gd name="connsiteY92" fmla="*/ 259554 h 260086"/>
              <a:gd name="connsiteX93" fmla="*/ 502915 w 765852"/>
              <a:gd name="connsiteY93" fmla="*/ 197523 h 260086"/>
              <a:gd name="connsiteX94" fmla="*/ 495205 w 765852"/>
              <a:gd name="connsiteY94" fmla="*/ 197523 h 260086"/>
              <a:gd name="connsiteX95" fmla="*/ 495205 w 765852"/>
              <a:gd name="connsiteY95" fmla="*/ 259554 h 260086"/>
              <a:gd name="connsiteX96" fmla="*/ 544816 w 765852"/>
              <a:gd name="connsiteY96" fmla="*/ 204613 h 260086"/>
              <a:gd name="connsiteX97" fmla="*/ 564923 w 765852"/>
              <a:gd name="connsiteY97" fmla="*/ 204613 h 260086"/>
              <a:gd name="connsiteX98" fmla="*/ 564923 w 765852"/>
              <a:gd name="connsiteY98" fmla="*/ 259554 h 260086"/>
              <a:gd name="connsiteX99" fmla="*/ 572633 w 765852"/>
              <a:gd name="connsiteY99" fmla="*/ 259554 h 260086"/>
              <a:gd name="connsiteX100" fmla="*/ 572633 w 765852"/>
              <a:gd name="connsiteY100" fmla="*/ 204613 h 260086"/>
              <a:gd name="connsiteX101" fmla="*/ 592740 w 765852"/>
              <a:gd name="connsiteY101" fmla="*/ 204613 h 260086"/>
              <a:gd name="connsiteX102" fmla="*/ 592740 w 765852"/>
              <a:gd name="connsiteY102" fmla="*/ 197523 h 260086"/>
              <a:gd name="connsiteX103" fmla="*/ 544816 w 765852"/>
              <a:gd name="connsiteY103" fmla="*/ 197523 h 260086"/>
              <a:gd name="connsiteX104" fmla="*/ 544816 w 765852"/>
              <a:gd name="connsiteY104" fmla="*/ 204613 h 260086"/>
              <a:gd name="connsiteX105" fmla="*/ 287389 w 765852"/>
              <a:gd name="connsiteY105" fmla="*/ 2119 h 260086"/>
              <a:gd name="connsiteX106" fmla="*/ 345234 w 765852"/>
              <a:gd name="connsiteY106" fmla="*/ 140105 h 260086"/>
              <a:gd name="connsiteX107" fmla="*/ 381413 w 765852"/>
              <a:gd name="connsiteY107" fmla="*/ 166796 h 260086"/>
              <a:gd name="connsiteX108" fmla="*/ 382899 w 765852"/>
              <a:gd name="connsiteY108" fmla="*/ 166796 h 260086"/>
              <a:gd name="connsiteX109" fmla="*/ 316692 w 765852"/>
              <a:gd name="connsiteY109" fmla="*/ 2119 h 260086"/>
              <a:gd name="connsiteX110" fmla="*/ 287389 w 765852"/>
              <a:gd name="connsiteY110" fmla="*/ 2119 h 260086"/>
              <a:gd name="connsiteX111" fmla="*/ 443549 w 765852"/>
              <a:gd name="connsiteY111" fmla="*/ 199871 h 260086"/>
              <a:gd name="connsiteX112" fmla="*/ 432739 w 765852"/>
              <a:gd name="connsiteY112" fmla="*/ 197523 h 260086"/>
              <a:gd name="connsiteX113" fmla="*/ 408910 w 765852"/>
              <a:gd name="connsiteY113" fmla="*/ 197523 h 260086"/>
              <a:gd name="connsiteX114" fmla="*/ 408910 w 765852"/>
              <a:gd name="connsiteY114" fmla="*/ 259554 h 260086"/>
              <a:gd name="connsiteX115" fmla="*/ 416621 w 765852"/>
              <a:gd name="connsiteY115" fmla="*/ 259554 h 260086"/>
              <a:gd name="connsiteX116" fmla="*/ 416621 w 765852"/>
              <a:gd name="connsiteY116" fmla="*/ 235716 h 260086"/>
              <a:gd name="connsiteX117" fmla="*/ 432748 w 765852"/>
              <a:gd name="connsiteY117" fmla="*/ 235716 h 260086"/>
              <a:gd name="connsiteX118" fmla="*/ 443512 w 765852"/>
              <a:gd name="connsiteY118" fmla="*/ 233368 h 260086"/>
              <a:gd name="connsiteX119" fmla="*/ 450728 w 765852"/>
              <a:gd name="connsiteY119" fmla="*/ 226681 h 260086"/>
              <a:gd name="connsiteX120" fmla="*/ 453295 w 765852"/>
              <a:gd name="connsiteY120" fmla="*/ 216583 h 260086"/>
              <a:gd name="connsiteX121" fmla="*/ 450774 w 765852"/>
              <a:gd name="connsiteY121" fmla="*/ 206521 h 260086"/>
              <a:gd name="connsiteX122" fmla="*/ 443558 w 765852"/>
              <a:gd name="connsiteY122" fmla="*/ 199871 h 260086"/>
              <a:gd name="connsiteX123" fmla="*/ 441779 w 765852"/>
              <a:gd name="connsiteY123" fmla="*/ 225351 h 260086"/>
              <a:gd name="connsiteX124" fmla="*/ 432033 w 765852"/>
              <a:gd name="connsiteY124" fmla="*/ 228635 h 260086"/>
              <a:gd name="connsiteX125" fmla="*/ 416621 w 765852"/>
              <a:gd name="connsiteY125" fmla="*/ 228635 h 260086"/>
              <a:gd name="connsiteX126" fmla="*/ 416621 w 765852"/>
              <a:gd name="connsiteY126" fmla="*/ 204622 h 260086"/>
              <a:gd name="connsiteX127" fmla="*/ 432125 w 765852"/>
              <a:gd name="connsiteY127" fmla="*/ 204622 h 260086"/>
              <a:gd name="connsiteX128" fmla="*/ 441825 w 765852"/>
              <a:gd name="connsiteY128" fmla="*/ 207860 h 260086"/>
              <a:gd name="connsiteX129" fmla="*/ 445410 w 765852"/>
              <a:gd name="connsiteY129" fmla="*/ 216592 h 260086"/>
              <a:gd name="connsiteX130" fmla="*/ 441779 w 765852"/>
              <a:gd name="connsiteY130" fmla="*/ 225361 h 260086"/>
              <a:gd name="connsiteX131" fmla="*/ 382889 w 765852"/>
              <a:gd name="connsiteY131" fmla="*/ 166805 h 260086"/>
              <a:gd name="connsiteX132" fmla="*/ 384375 w 765852"/>
              <a:gd name="connsiteY132" fmla="*/ 166805 h 260086"/>
              <a:gd name="connsiteX133" fmla="*/ 420554 w 765852"/>
              <a:gd name="connsiteY133" fmla="*/ 140114 h 260086"/>
              <a:gd name="connsiteX134" fmla="*/ 478399 w 765852"/>
              <a:gd name="connsiteY134" fmla="*/ 2128 h 260086"/>
              <a:gd name="connsiteX135" fmla="*/ 449096 w 765852"/>
              <a:gd name="connsiteY135" fmla="*/ 2128 h 260086"/>
              <a:gd name="connsiteX136" fmla="*/ 382889 w 765852"/>
              <a:gd name="connsiteY136" fmla="*/ 166814 h 260086"/>
              <a:gd name="connsiteX137" fmla="*/ 644368 w 765852"/>
              <a:gd name="connsiteY137" fmla="*/ 197523 h 260086"/>
              <a:gd name="connsiteX138" fmla="*/ 620714 w 765852"/>
              <a:gd name="connsiteY138" fmla="*/ 259554 h 260086"/>
              <a:gd name="connsiteX139" fmla="*/ 628690 w 765852"/>
              <a:gd name="connsiteY139" fmla="*/ 259554 h 260086"/>
              <a:gd name="connsiteX140" fmla="*/ 635246 w 765852"/>
              <a:gd name="connsiteY140" fmla="*/ 242806 h 260086"/>
              <a:gd name="connsiteX141" fmla="*/ 662266 w 765852"/>
              <a:gd name="connsiteY141" fmla="*/ 242806 h 260086"/>
              <a:gd name="connsiteX142" fmla="*/ 668821 w 765852"/>
              <a:gd name="connsiteY142" fmla="*/ 259554 h 260086"/>
              <a:gd name="connsiteX143" fmla="*/ 677055 w 765852"/>
              <a:gd name="connsiteY143" fmla="*/ 259554 h 260086"/>
              <a:gd name="connsiteX144" fmla="*/ 653491 w 765852"/>
              <a:gd name="connsiteY144" fmla="*/ 197523 h 260086"/>
              <a:gd name="connsiteX145" fmla="*/ 644368 w 765852"/>
              <a:gd name="connsiteY145" fmla="*/ 197523 h 260086"/>
              <a:gd name="connsiteX146" fmla="*/ 637547 w 765852"/>
              <a:gd name="connsiteY146" fmla="*/ 235808 h 260086"/>
              <a:gd name="connsiteX147" fmla="*/ 648705 w 765852"/>
              <a:gd name="connsiteY147" fmla="*/ 205943 h 260086"/>
              <a:gd name="connsiteX148" fmla="*/ 659955 w 765852"/>
              <a:gd name="connsiteY148" fmla="*/ 235808 h 260086"/>
              <a:gd name="connsiteX149" fmla="*/ 637538 w 765852"/>
              <a:gd name="connsiteY149" fmla="*/ 235808 h 260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</a:cxnLst>
            <a:rect l="l" t="t" r="r" b="b"/>
            <a:pathLst>
              <a:path w="765852" h="260086">
                <a:moveTo>
                  <a:pt x="739575" y="143884"/>
                </a:moveTo>
                <a:cubicBezTo>
                  <a:pt x="756519" y="128906"/>
                  <a:pt x="765852" y="107425"/>
                  <a:pt x="765852" y="83403"/>
                </a:cubicBezTo>
                <a:cubicBezTo>
                  <a:pt x="765852" y="59381"/>
                  <a:pt x="756519" y="37899"/>
                  <a:pt x="739575" y="22921"/>
                </a:cubicBezTo>
                <a:cubicBezTo>
                  <a:pt x="722613" y="7925"/>
                  <a:pt x="699307" y="0"/>
                  <a:pt x="672177" y="0"/>
                </a:cubicBezTo>
                <a:cubicBezTo>
                  <a:pt x="645047" y="0"/>
                  <a:pt x="621740" y="7925"/>
                  <a:pt x="604779" y="22921"/>
                </a:cubicBezTo>
                <a:cubicBezTo>
                  <a:pt x="587835" y="37899"/>
                  <a:pt x="578501" y="59381"/>
                  <a:pt x="578501" y="83403"/>
                </a:cubicBezTo>
                <a:cubicBezTo>
                  <a:pt x="578501" y="107425"/>
                  <a:pt x="587835" y="128906"/>
                  <a:pt x="604779" y="143884"/>
                </a:cubicBezTo>
                <a:cubicBezTo>
                  <a:pt x="621740" y="158881"/>
                  <a:pt x="645047" y="166805"/>
                  <a:pt x="672177" y="166805"/>
                </a:cubicBezTo>
                <a:cubicBezTo>
                  <a:pt x="699307" y="166805"/>
                  <a:pt x="722613" y="158881"/>
                  <a:pt x="739575" y="143884"/>
                </a:cubicBezTo>
                <a:close/>
                <a:moveTo>
                  <a:pt x="604595" y="83403"/>
                </a:moveTo>
                <a:cubicBezTo>
                  <a:pt x="604595" y="66489"/>
                  <a:pt x="610821" y="52135"/>
                  <a:pt x="622611" y="41871"/>
                </a:cubicBezTo>
                <a:cubicBezTo>
                  <a:pt x="634751" y="31305"/>
                  <a:pt x="651887" y="25719"/>
                  <a:pt x="672177" y="25719"/>
                </a:cubicBezTo>
                <a:cubicBezTo>
                  <a:pt x="692467" y="25719"/>
                  <a:pt x="709603" y="31305"/>
                  <a:pt x="721742" y="41871"/>
                </a:cubicBezTo>
                <a:cubicBezTo>
                  <a:pt x="733524" y="52126"/>
                  <a:pt x="739759" y="66489"/>
                  <a:pt x="739759" y="83403"/>
                </a:cubicBezTo>
                <a:cubicBezTo>
                  <a:pt x="739759" y="100316"/>
                  <a:pt x="733533" y="114671"/>
                  <a:pt x="721742" y="124934"/>
                </a:cubicBezTo>
                <a:cubicBezTo>
                  <a:pt x="709603" y="135501"/>
                  <a:pt x="692467" y="141077"/>
                  <a:pt x="672177" y="141077"/>
                </a:cubicBezTo>
                <a:cubicBezTo>
                  <a:pt x="651887" y="141077"/>
                  <a:pt x="634741" y="135491"/>
                  <a:pt x="622611" y="124934"/>
                </a:cubicBezTo>
                <a:cubicBezTo>
                  <a:pt x="610830" y="114671"/>
                  <a:pt x="604595" y="100316"/>
                  <a:pt x="604595" y="83403"/>
                </a:cubicBezTo>
                <a:close/>
                <a:moveTo>
                  <a:pt x="238310" y="207181"/>
                </a:moveTo>
                <a:cubicBezTo>
                  <a:pt x="241556" y="205118"/>
                  <a:pt x="245306" y="204081"/>
                  <a:pt x="249560" y="204081"/>
                </a:cubicBezTo>
                <a:cubicBezTo>
                  <a:pt x="254282" y="204081"/>
                  <a:pt x="258288" y="205292"/>
                  <a:pt x="261562" y="207713"/>
                </a:cubicBezTo>
                <a:cubicBezTo>
                  <a:pt x="264835" y="210135"/>
                  <a:pt x="267035" y="213501"/>
                  <a:pt x="268163" y="217812"/>
                </a:cubicBezTo>
                <a:lnTo>
                  <a:pt x="275874" y="217812"/>
                </a:lnTo>
                <a:cubicBezTo>
                  <a:pt x="274691" y="211373"/>
                  <a:pt x="271784" y="206292"/>
                  <a:pt x="267145" y="202568"/>
                </a:cubicBezTo>
                <a:cubicBezTo>
                  <a:pt x="262506" y="198844"/>
                  <a:pt x="256766" y="196982"/>
                  <a:pt x="249917" y="196982"/>
                </a:cubicBezTo>
                <a:cubicBezTo>
                  <a:pt x="244013" y="196982"/>
                  <a:pt x="238814" y="198293"/>
                  <a:pt x="234322" y="200926"/>
                </a:cubicBezTo>
                <a:cubicBezTo>
                  <a:pt x="229838" y="203558"/>
                  <a:pt x="226382" y="207264"/>
                  <a:pt x="223961" y="212052"/>
                </a:cubicBezTo>
                <a:cubicBezTo>
                  <a:pt x="221541" y="216840"/>
                  <a:pt x="220330" y="222334"/>
                  <a:pt x="220330" y="228534"/>
                </a:cubicBezTo>
                <a:cubicBezTo>
                  <a:pt x="220330" y="234734"/>
                  <a:pt x="221541" y="240302"/>
                  <a:pt x="223961" y="245062"/>
                </a:cubicBezTo>
                <a:cubicBezTo>
                  <a:pt x="226382" y="249823"/>
                  <a:pt x="229838" y="253510"/>
                  <a:pt x="234322" y="256142"/>
                </a:cubicBezTo>
                <a:cubicBezTo>
                  <a:pt x="238805" y="258775"/>
                  <a:pt x="244004" y="260086"/>
                  <a:pt x="249917" y="260086"/>
                </a:cubicBezTo>
                <a:cubicBezTo>
                  <a:pt x="256831" y="260086"/>
                  <a:pt x="262570" y="258224"/>
                  <a:pt x="267145" y="254501"/>
                </a:cubicBezTo>
                <a:cubicBezTo>
                  <a:pt x="271720" y="250777"/>
                  <a:pt x="274599" y="245695"/>
                  <a:pt x="275782" y="239256"/>
                </a:cubicBezTo>
                <a:lnTo>
                  <a:pt x="268071" y="239256"/>
                </a:lnTo>
                <a:cubicBezTo>
                  <a:pt x="266888" y="243631"/>
                  <a:pt x="264706" y="247007"/>
                  <a:pt x="261516" y="249401"/>
                </a:cubicBezTo>
                <a:cubicBezTo>
                  <a:pt x="258325" y="251795"/>
                  <a:pt x="254337" y="252987"/>
                  <a:pt x="249560" y="252987"/>
                </a:cubicBezTo>
                <a:cubicBezTo>
                  <a:pt x="245306" y="252987"/>
                  <a:pt x="241556" y="251951"/>
                  <a:pt x="238310" y="249887"/>
                </a:cubicBezTo>
                <a:cubicBezTo>
                  <a:pt x="235064" y="247823"/>
                  <a:pt x="232561" y="244925"/>
                  <a:pt x="230828" y="241201"/>
                </a:cubicBezTo>
                <a:cubicBezTo>
                  <a:pt x="229086" y="237477"/>
                  <a:pt x="228215" y="233258"/>
                  <a:pt x="228215" y="228525"/>
                </a:cubicBezTo>
                <a:cubicBezTo>
                  <a:pt x="228215" y="223792"/>
                  <a:pt x="229086" y="219499"/>
                  <a:pt x="230828" y="215812"/>
                </a:cubicBezTo>
                <a:cubicBezTo>
                  <a:pt x="232570" y="212125"/>
                  <a:pt x="235064" y="209245"/>
                  <a:pt x="238310" y="207172"/>
                </a:cubicBezTo>
                <a:close/>
                <a:moveTo>
                  <a:pt x="335580" y="197523"/>
                </a:moveTo>
                <a:lnTo>
                  <a:pt x="311925" y="259554"/>
                </a:lnTo>
                <a:lnTo>
                  <a:pt x="319892" y="259554"/>
                </a:lnTo>
                <a:lnTo>
                  <a:pt x="326448" y="242806"/>
                </a:lnTo>
                <a:lnTo>
                  <a:pt x="353467" y="242806"/>
                </a:lnTo>
                <a:lnTo>
                  <a:pt x="360023" y="259554"/>
                </a:lnTo>
                <a:lnTo>
                  <a:pt x="368256" y="259554"/>
                </a:lnTo>
                <a:lnTo>
                  <a:pt x="344693" y="197523"/>
                </a:lnTo>
                <a:lnTo>
                  <a:pt x="335570" y="197523"/>
                </a:lnTo>
                <a:close/>
                <a:moveTo>
                  <a:pt x="328758" y="235808"/>
                </a:moveTo>
                <a:lnTo>
                  <a:pt x="339916" y="205943"/>
                </a:lnTo>
                <a:lnTo>
                  <a:pt x="351166" y="235808"/>
                </a:lnTo>
                <a:lnTo>
                  <a:pt x="328749" y="235808"/>
                </a:lnTo>
                <a:close/>
                <a:moveTo>
                  <a:pt x="725437" y="197523"/>
                </a:moveTo>
                <a:lnTo>
                  <a:pt x="717736" y="197523"/>
                </a:lnTo>
                <a:lnTo>
                  <a:pt x="717736" y="259554"/>
                </a:lnTo>
                <a:lnTo>
                  <a:pt x="753704" y="259554"/>
                </a:lnTo>
                <a:lnTo>
                  <a:pt x="753704" y="252464"/>
                </a:lnTo>
                <a:lnTo>
                  <a:pt x="725446" y="252464"/>
                </a:lnTo>
                <a:lnTo>
                  <a:pt x="725446" y="197523"/>
                </a:lnTo>
                <a:close/>
                <a:moveTo>
                  <a:pt x="250953" y="2119"/>
                </a:moveTo>
                <a:lnTo>
                  <a:pt x="225566" y="2119"/>
                </a:lnTo>
                <a:lnTo>
                  <a:pt x="225566" y="164677"/>
                </a:lnTo>
                <a:lnTo>
                  <a:pt x="250953" y="164677"/>
                </a:lnTo>
                <a:lnTo>
                  <a:pt x="250953" y="2119"/>
                </a:lnTo>
                <a:close/>
                <a:moveTo>
                  <a:pt x="80592" y="62692"/>
                </a:moveTo>
                <a:lnTo>
                  <a:pt x="80592" y="164687"/>
                </a:lnTo>
                <a:cubicBezTo>
                  <a:pt x="80592" y="164687"/>
                  <a:pt x="106732" y="164687"/>
                  <a:pt x="106732" y="164687"/>
                </a:cubicBezTo>
                <a:lnTo>
                  <a:pt x="106713" y="62692"/>
                </a:lnTo>
                <a:cubicBezTo>
                  <a:pt x="106713" y="50282"/>
                  <a:pt x="102707" y="38523"/>
                  <a:pt x="95124" y="28700"/>
                </a:cubicBezTo>
                <a:lnTo>
                  <a:pt x="93648" y="26792"/>
                </a:lnTo>
                <a:lnTo>
                  <a:pt x="92172" y="28700"/>
                </a:lnTo>
                <a:cubicBezTo>
                  <a:pt x="84589" y="38523"/>
                  <a:pt x="80583" y="50273"/>
                  <a:pt x="80583" y="62692"/>
                </a:cubicBezTo>
                <a:close/>
                <a:moveTo>
                  <a:pt x="47273" y="2119"/>
                </a:moveTo>
                <a:lnTo>
                  <a:pt x="0" y="2119"/>
                </a:lnTo>
                <a:lnTo>
                  <a:pt x="0" y="26792"/>
                </a:lnTo>
                <a:lnTo>
                  <a:pt x="93648" y="26792"/>
                </a:lnTo>
                <a:lnTo>
                  <a:pt x="91328" y="23793"/>
                </a:lnTo>
                <a:cubicBezTo>
                  <a:pt x="80693" y="10025"/>
                  <a:pt x="64629" y="2119"/>
                  <a:pt x="47273" y="2119"/>
                </a:cubicBezTo>
                <a:close/>
                <a:moveTo>
                  <a:pt x="95968" y="23793"/>
                </a:moveTo>
                <a:lnTo>
                  <a:pt x="93648" y="26792"/>
                </a:lnTo>
                <a:lnTo>
                  <a:pt x="187296" y="26792"/>
                </a:lnTo>
                <a:lnTo>
                  <a:pt x="187296" y="2119"/>
                </a:lnTo>
                <a:lnTo>
                  <a:pt x="140023" y="2119"/>
                </a:lnTo>
                <a:cubicBezTo>
                  <a:pt x="122657" y="2119"/>
                  <a:pt x="106603" y="10016"/>
                  <a:pt x="95958" y="23793"/>
                </a:cubicBezTo>
                <a:close/>
                <a:moveTo>
                  <a:pt x="514844" y="164677"/>
                </a:moveTo>
                <a:lnTo>
                  <a:pt x="540232" y="164677"/>
                </a:lnTo>
                <a:lnTo>
                  <a:pt x="540232" y="2119"/>
                </a:lnTo>
                <a:lnTo>
                  <a:pt x="514844" y="2119"/>
                </a:lnTo>
                <a:lnTo>
                  <a:pt x="514844" y="164677"/>
                </a:lnTo>
                <a:close/>
                <a:moveTo>
                  <a:pt x="495205" y="259554"/>
                </a:moveTo>
                <a:lnTo>
                  <a:pt x="502915" y="259554"/>
                </a:lnTo>
                <a:lnTo>
                  <a:pt x="502915" y="197523"/>
                </a:lnTo>
                <a:lnTo>
                  <a:pt x="495205" y="197523"/>
                </a:lnTo>
                <a:lnTo>
                  <a:pt x="495205" y="259554"/>
                </a:lnTo>
                <a:close/>
                <a:moveTo>
                  <a:pt x="544816" y="204613"/>
                </a:moveTo>
                <a:lnTo>
                  <a:pt x="564923" y="204613"/>
                </a:lnTo>
                <a:lnTo>
                  <a:pt x="564923" y="259554"/>
                </a:lnTo>
                <a:lnTo>
                  <a:pt x="572633" y="259554"/>
                </a:lnTo>
                <a:lnTo>
                  <a:pt x="572633" y="204613"/>
                </a:lnTo>
                <a:lnTo>
                  <a:pt x="592740" y="204613"/>
                </a:lnTo>
                <a:lnTo>
                  <a:pt x="592740" y="197523"/>
                </a:lnTo>
                <a:lnTo>
                  <a:pt x="544816" y="197523"/>
                </a:lnTo>
                <a:lnTo>
                  <a:pt x="544816" y="204613"/>
                </a:lnTo>
                <a:close/>
                <a:moveTo>
                  <a:pt x="287389" y="2119"/>
                </a:moveTo>
                <a:cubicBezTo>
                  <a:pt x="287389" y="2119"/>
                  <a:pt x="335680" y="117220"/>
                  <a:pt x="345234" y="140105"/>
                </a:cubicBezTo>
                <a:cubicBezTo>
                  <a:pt x="356374" y="166796"/>
                  <a:pt x="374464" y="166796"/>
                  <a:pt x="381413" y="166796"/>
                </a:cubicBezTo>
                <a:lnTo>
                  <a:pt x="382899" y="166796"/>
                </a:lnTo>
                <a:lnTo>
                  <a:pt x="316692" y="2119"/>
                </a:lnTo>
                <a:lnTo>
                  <a:pt x="287389" y="2119"/>
                </a:lnTo>
                <a:close/>
                <a:moveTo>
                  <a:pt x="443549" y="199871"/>
                </a:moveTo>
                <a:cubicBezTo>
                  <a:pt x="440413" y="198303"/>
                  <a:pt x="436819" y="197523"/>
                  <a:pt x="432739" y="197523"/>
                </a:cubicBezTo>
                <a:lnTo>
                  <a:pt x="408910" y="197523"/>
                </a:lnTo>
                <a:lnTo>
                  <a:pt x="408910" y="259554"/>
                </a:lnTo>
                <a:lnTo>
                  <a:pt x="416621" y="259554"/>
                </a:lnTo>
                <a:lnTo>
                  <a:pt x="416621" y="235716"/>
                </a:lnTo>
                <a:lnTo>
                  <a:pt x="432748" y="235716"/>
                </a:lnTo>
                <a:cubicBezTo>
                  <a:pt x="436819" y="235716"/>
                  <a:pt x="440413" y="234936"/>
                  <a:pt x="443512" y="233368"/>
                </a:cubicBezTo>
                <a:cubicBezTo>
                  <a:pt x="446611" y="231799"/>
                  <a:pt x="449013" y="229571"/>
                  <a:pt x="450728" y="226681"/>
                </a:cubicBezTo>
                <a:cubicBezTo>
                  <a:pt x="452442" y="223783"/>
                  <a:pt x="453295" y="220417"/>
                  <a:pt x="453295" y="216583"/>
                </a:cubicBezTo>
                <a:cubicBezTo>
                  <a:pt x="453295" y="212749"/>
                  <a:pt x="452452" y="209392"/>
                  <a:pt x="450774" y="206521"/>
                </a:cubicBezTo>
                <a:cubicBezTo>
                  <a:pt x="449087" y="203659"/>
                  <a:pt x="446685" y="201439"/>
                  <a:pt x="443558" y="199871"/>
                </a:cubicBezTo>
                <a:close/>
                <a:moveTo>
                  <a:pt x="441779" y="225351"/>
                </a:moveTo>
                <a:cubicBezTo>
                  <a:pt x="439359" y="227534"/>
                  <a:pt x="436113" y="228635"/>
                  <a:pt x="432033" y="228635"/>
                </a:cubicBezTo>
                <a:lnTo>
                  <a:pt x="416621" y="228635"/>
                </a:lnTo>
                <a:lnTo>
                  <a:pt x="416621" y="204622"/>
                </a:lnTo>
                <a:lnTo>
                  <a:pt x="432125" y="204622"/>
                </a:lnTo>
                <a:cubicBezTo>
                  <a:pt x="436196" y="204622"/>
                  <a:pt x="439432" y="205705"/>
                  <a:pt x="441825" y="207860"/>
                </a:cubicBezTo>
                <a:cubicBezTo>
                  <a:pt x="444218" y="210015"/>
                  <a:pt x="445410" y="212923"/>
                  <a:pt x="445410" y="216592"/>
                </a:cubicBezTo>
                <a:cubicBezTo>
                  <a:pt x="445410" y="220261"/>
                  <a:pt x="444200" y="223178"/>
                  <a:pt x="441779" y="225361"/>
                </a:cubicBezTo>
                <a:close/>
                <a:moveTo>
                  <a:pt x="382889" y="166805"/>
                </a:moveTo>
                <a:lnTo>
                  <a:pt x="384375" y="166805"/>
                </a:lnTo>
                <a:cubicBezTo>
                  <a:pt x="391334" y="166805"/>
                  <a:pt x="409423" y="166805"/>
                  <a:pt x="420554" y="140114"/>
                </a:cubicBezTo>
                <a:cubicBezTo>
                  <a:pt x="430099" y="117230"/>
                  <a:pt x="478399" y="2128"/>
                  <a:pt x="478399" y="2128"/>
                </a:cubicBezTo>
                <a:lnTo>
                  <a:pt x="449096" y="2128"/>
                </a:lnTo>
                <a:lnTo>
                  <a:pt x="382889" y="166814"/>
                </a:lnTo>
                <a:close/>
                <a:moveTo>
                  <a:pt x="644368" y="197523"/>
                </a:moveTo>
                <a:lnTo>
                  <a:pt x="620714" y="259554"/>
                </a:lnTo>
                <a:lnTo>
                  <a:pt x="628690" y="259554"/>
                </a:lnTo>
                <a:lnTo>
                  <a:pt x="635246" y="242806"/>
                </a:lnTo>
                <a:lnTo>
                  <a:pt x="662266" y="242806"/>
                </a:lnTo>
                <a:lnTo>
                  <a:pt x="668821" y="259554"/>
                </a:lnTo>
                <a:lnTo>
                  <a:pt x="677055" y="259554"/>
                </a:lnTo>
                <a:lnTo>
                  <a:pt x="653491" y="197523"/>
                </a:lnTo>
                <a:lnTo>
                  <a:pt x="644368" y="197523"/>
                </a:lnTo>
                <a:close/>
                <a:moveTo>
                  <a:pt x="637547" y="235808"/>
                </a:moveTo>
                <a:lnTo>
                  <a:pt x="648705" y="205943"/>
                </a:lnTo>
                <a:lnTo>
                  <a:pt x="659955" y="235808"/>
                </a:lnTo>
                <a:lnTo>
                  <a:pt x="637538" y="235808"/>
                </a:lnTo>
                <a:close/>
              </a:path>
            </a:pathLst>
          </a:custGeom>
          <a:solidFill>
            <a:schemeClr val="bg1"/>
          </a:solidFill>
          <a:ln w="1061" cap="flat">
            <a:noFill/>
            <a:prstDash val="solid"/>
            <a:miter/>
          </a:ln>
        </p:spPr>
        <p:txBody>
          <a:bodyPr rtlCol="0" anchor="ctr"/>
          <a:lstStyle/>
          <a:p>
            <a:endParaRPr lang="pt-BR" sz="849">
              <a:solidFill>
                <a:schemeClr val="bg1"/>
              </a:solidFill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1E210A61-F7AF-5C56-9539-494DD44ED880}"/>
              </a:ext>
            </a:extLst>
          </p:cNvPr>
          <p:cNvCxnSpPr/>
          <p:nvPr userDrawn="1"/>
        </p:nvCxnSpPr>
        <p:spPr>
          <a:xfrm>
            <a:off x="334964" y="185353"/>
            <a:ext cx="10415415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9403119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469">
          <p15:clr>
            <a:srgbClr val="FBAE40"/>
          </p15:clr>
        </p15:guide>
        <p15:guide id="2" orient="horz" pos="3974">
          <p15:clr>
            <a:srgbClr val="FBAE40"/>
          </p15:clr>
        </p15:guide>
        <p15:guide id="3" orient="horz" pos="232">
          <p15:clr>
            <a:srgbClr val="FBAE40"/>
          </p15:clr>
        </p15:guide>
        <p15:guide id="4" pos="211">
          <p15:clr>
            <a:srgbClr val="FBAE40"/>
          </p15:clr>
        </p15:guide>
        <p15:guide id="5" orient="horz" pos="4065">
          <p15:clr>
            <a:srgbClr val="FBAE40"/>
          </p15:clr>
        </p15:guide>
        <p15:guide id="6" orient="horz" pos="799">
          <p15:clr>
            <a:srgbClr val="FBAE40"/>
          </p15:clr>
        </p15:guide>
        <p15:guide id="7" orient="horz" pos="935">
          <p15:clr>
            <a:srgbClr val="FBAE40"/>
          </p15:clr>
        </p15:guide>
      </p15:sldGuideLst>
    </p:ext>
  </p:extLst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ítulo | 6 Boxes - High Yield">
    <p:bg>
      <p:bgPr>
        <a:gradFill>
          <a:gsLst>
            <a:gs pos="81000">
              <a:schemeClr val="tx1">
                <a:lumMod val="85000"/>
                <a:lumOff val="15000"/>
              </a:schemeClr>
            </a:gs>
            <a:gs pos="100000">
              <a:schemeClr val="tx1">
                <a:lumMod val="95000"/>
                <a:lumOff val="5000"/>
              </a:schemeClr>
            </a:gs>
            <a:gs pos="0">
              <a:schemeClr val="accent5"/>
            </a:gs>
          </a:gsLst>
          <a:lin ang="7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132BCE3-A04F-8602-64F7-7623C7EAF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61763" y="6482556"/>
            <a:ext cx="295275" cy="1692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 sz="1100">
                <a:solidFill>
                  <a:schemeClr val="bg1"/>
                </a:solidFill>
                <a:latin typeface="Versos" panose="020B0503020204030204" pitchFamily="34" charset="0"/>
                <a:cs typeface="Versos" panose="020B0503020204030204" pitchFamily="34" charset="0"/>
              </a:defRPr>
            </a:lvl1pPr>
          </a:lstStyle>
          <a:p>
            <a:fld id="{77667D73-C69A-4DAA-9003-24A825D36FE9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B13D7C-5A47-B0DF-B518-26E79F5D2DB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64" y="368301"/>
            <a:ext cx="10183813" cy="4308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err="1"/>
              <a:t>Título</a:t>
            </a:r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401465E-A8CD-A3BA-BE2A-9597492FDC6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4963" y="6482557"/>
            <a:ext cx="10980000" cy="138499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900">
                <a:latin typeface="Versos Light" panose="020B0403020204030204" pitchFamily="34" charset="0"/>
              </a:defRPr>
            </a:lvl2pPr>
            <a:lvl3pPr>
              <a:defRPr sz="900">
                <a:latin typeface="Versos Light" panose="020B0403020204030204" pitchFamily="34" charset="0"/>
              </a:defRPr>
            </a:lvl3pPr>
            <a:lvl4pPr>
              <a:defRPr sz="900">
                <a:latin typeface="Versos Light" panose="020B0403020204030204" pitchFamily="34" charset="0"/>
              </a:defRPr>
            </a:lvl4pPr>
            <a:lvl5pPr>
              <a:defRPr sz="900">
                <a:latin typeface="Versos Light" panose="020B0403020204030204" pitchFamily="34" charset="0"/>
              </a:defRPr>
            </a:lvl5pPr>
          </a:lstStyle>
          <a:p>
            <a:pPr lvl="0"/>
            <a:r>
              <a:rPr lang="en-US"/>
              <a:t>Fonte:</a:t>
            </a:r>
            <a:endParaRPr lang="pt-BR"/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7F86D482-580C-D22A-58CC-10B9C4F7EDD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34963" y="1518527"/>
            <a:ext cx="3741737" cy="2313464"/>
          </a:xfrm>
          <a:prstGeom prst="rect">
            <a:avLst/>
          </a:prstGeom>
          <a:ln>
            <a:solidFill>
              <a:schemeClr val="accent4"/>
            </a:solidFill>
          </a:ln>
        </p:spPr>
        <p:txBody>
          <a:bodyPr lIns="36000" tIns="36000" rIns="36000" bIns="36000"/>
          <a:lstStyle>
            <a:lvl1pPr marL="0" indent="0">
              <a:buNone/>
              <a:defRPr sz="120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Picture 8">
            <a:extLst>
              <a:ext uri="{FF2B5EF4-FFF2-40B4-BE49-F238E27FC236}">
                <a16:creationId xmlns:a16="http://schemas.microsoft.com/office/drawing/2014/main" id="{57BCE67C-64C7-2D0C-0DC2-7A4B4CC314E0}"/>
              </a:ext>
            </a:extLst>
          </p:cNvPr>
          <p:cNvSpPr/>
          <p:nvPr userDrawn="1"/>
        </p:nvSpPr>
        <p:spPr>
          <a:xfrm>
            <a:off x="11091186" y="377179"/>
            <a:ext cx="765852" cy="260086"/>
          </a:xfrm>
          <a:custGeom>
            <a:avLst/>
            <a:gdLst>
              <a:gd name="connsiteX0" fmla="*/ 739575 w 765852"/>
              <a:gd name="connsiteY0" fmla="*/ 143884 h 260086"/>
              <a:gd name="connsiteX1" fmla="*/ 765852 w 765852"/>
              <a:gd name="connsiteY1" fmla="*/ 83403 h 260086"/>
              <a:gd name="connsiteX2" fmla="*/ 739575 w 765852"/>
              <a:gd name="connsiteY2" fmla="*/ 22921 h 260086"/>
              <a:gd name="connsiteX3" fmla="*/ 672177 w 765852"/>
              <a:gd name="connsiteY3" fmla="*/ 0 h 260086"/>
              <a:gd name="connsiteX4" fmla="*/ 604779 w 765852"/>
              <a:gd name="connsiteY4" fmla="*/ 22921 h 260086"/>
              <a:gd name="connsiteX5" fmla="*/ 578501 w 765852"/>
              <a:gd name="connsiteY5" fmla="*/ 83403 h 260086"/>
              <a:gd name="connsiteX6" fmla="*/ 604779 w 765852"/>
              <a:gd name="connsiteY6" fmla="*/ 143884 h 260086"/>
              <a:gd name="connsiteX7" fmla="*/ 672177 w 765852"/>
              <a:gd name="connsiteY7" fmla="*/ 166805 h 260086"/>
              <a:gd name="connsiteX8" fmla="*/ 739575 w 765852"/>
              <a:gd name="connsiteY8" fmla="*/ 143884 h 260086"/>
              <a:gd name="connsiteX9" fmla="*/ 604595 w 765852"/>
              <a:gd name="connsiteY9" fmla="*/ 83403 h 260086"/>
              <a:gd name="connsiteX10" fmla="*/ 622611 w 765852"/>
              <a:gd name="connsiteY10" fmla="*/ 41871 h 260086"/>
              <a:gd name="connsiteX11" fmla="*/ 672177 w 765852"/>
              <a:gd name="connsiteY11" fmla="*/ 25719 h 260086"/>
              <a:gd name="connsiteX12" fmla="*/ 721742 w 765852"/>
              <a:gd name="connsiteY12" fmla="*/ 41871 h 260086"/>
              <a:gd name="connsiteX13" fmla="*/ 739759 w 765852"/>
              <a:gd name="connsiteY13" fmla="*/ 83403 h 260086"/>
              <a:gd name="connsiteX14" fmla="*/ 721742 w 765852"/>
              <a:gd name="connsiteY14" fmla="*/ 124934 h 260086"/>
              <a:gd name="connsiteX15" fmla="*/ 672177 w 765852"/>
              <a:gd name="connsiteY15" fmla="*/ 141077 h 260086"/>
              <a:gd name="connsiteX16" fmla="*/ 622611 w 765852"/>
              <a:gd name="connsiteY16" fmla="*/ 124934 h 260086"/>
              <a:gd name="connsiteX17" fmla="*/ 604595 w 765852"/>
              <a:gd name="connsiteY17" fmla="*/ 83403 h 260086"/>
              <a:gd name="connsiteX18" fmla="*/ 238310 w 765852"/>
              <a:gd name="connsiteY18" fmla="*/ 207181 h 260086"/>
              <a:gd name="connsiteX19" fmla="*/ 249560 w 765852"/>
              <a:gd name="connsiteY19" fmla="*/ 204081 h 260086"/>
              <a:gd name="connsiteX20" fmla="*/ 261562 w 765852"/>
              <a:gd name="connsiteY20" fmla="*/ 207713 h 260086"/>
              <a:gd name="connsiteX21" fmla="*/ 268163 w 765852"/>
              <a:gd name="connsiteY21" fmla="*/ 217812 h 260086"/>
              <a:gd name="connsiteX22" fmla="*/ 275874 w 765852"/>
              <a:gd name="connsiteY22" fmla="*/ 217812 h 260086"/>
              <a:gd name="connsiteX23" fmla="*/ 267145 w 765852"/>
              <a:gd name="connsiteY23" fmla="*/ 202568 h 260086"/>
              <a:gd name="connsiteX24" fmla="*/ 249917 w 765852"/>
              <a:gd name="connsiteY24" fmla="*/ 196982 h 260086"/>
              <a:gd name="connsiteX25" fmla="*/ 234322 w 765852"/>
              <a:gd name="connsiteY25" fmla="*/ 200926 h 260086"/>
              <a:gd name="connsiteX26" fmla="*/ 223961 w 765852"/>
              <a:gd name="connsiteY26" fmla="*/ 212052 h 260086"/>
              <a:gd name="connsiteX27" fmla="*/ 220330 w 765852"/>
              <a:gd name="connsiteY27" fmla="*/ 228534 h 260086"/>
              <a:gd name="connsiteX28" fmla="*/ 223961 w 765852"/>
              <a:gd name="connsiteY28" fmla="*/ 245062 h 260086"/>
              <a:gd name="connsiteX29" fmla="*/ 234322 w 765852"/>
              <a:gd name="connsiteY29" fmla="*/ 256142 h 260086"/>
              <a:gd name="connsiteX30" fmla="*/ 249917 w 765852"/>
              <a:gd name="connsiteY30" fmla="*/ 260086 h 260086"/>
              <a:gd name="connsiteX31" fmla="*/ 267145 w 765852"/>
              <a:gd name="connsiteY31" fmla="*/ 254501 h 260086"/>
              <a:gd name="connsiteX32" fmla="*/ 275782 w 765852"/>
              <a:gd name="connsiteY32" fmla="*/ 239256 h 260086"/>
              <a:gd name="connsiteX33" fmla="*/ 268071 w 765852"/>
              <a:gd name="connsiteY33" fmla="*/ 239256 h 260086"/>
              <a:gd name="connsiteX34" fmla="*/ 261516 w 765852"/>
              <a:gd name="connsiteY34" fmla="*/ 249401 h 260086"/>
              <a:gd name="connsiteX35" fmla="*/ 249560 w 765852"/>
              <a:gd name="connsiteY35" fmla="*/ 252987 h 260086"/>
              <a:gd name="connsiteX36" fmla="*/ 238310 w 765852"/>
              <a:gd name="connsiteY36" fmla="*/ 249887 h 260086"/>
              <a:gd name="connsiteX37" fmla="*/ 230828 w 765852"/>
              <a:gd name="connsiteY37" fmla="*/ 241201 h 260086"/>
              <a:gd name="connsiteX38" fmla="*/ 228215 w 765852"/>
              <a:gd name="connsiteY38" fmla="*/ 228525 h 260086"/>
              <a:gd name="connsiteX39" fmla="*/ 230828 w 765852"/>
              <a:gd name="connsiteY39" fmla="*/ 215812 h 260086"/>
              <a:gd name="connsiteX40" fmla="*/ 238310 w 765852"/>
              <a:gd name="connsiteY40" fmla="*/ 207172 h 260086"/>
              <a:gd name="connsiteX41" fmla="*/ 335580 w 765852"/>
              <a:gd name="connsiteY41" fmla="*/ 197523 h 260086"/>
              <a:gd name="connsiteX42" fmla="*/ 311925 w 765852"/>
              <a:gd name="connsiteY42" fmla="*/ 259554 h 260086"/>
              <a:gd name="connsiteX43" fmla="*/ 319892 w 765852"/>
              <a:gd name="connsiteY43" fmla="*/ 259554 h 260086"/>
              <a:gd name="connsiteX44" fmla="*/ 326448 w 765852"/>
              <a:gd name="connsiteY44" fmla="*/ 242806 h 260086"/>
              <a:gd name="connsiteX45" fmla="*/ 353467 w 765852"/>
              <a:gd name="connsiteY45" fmla="*/ 242806 h 260086"/>
              <a:gd name="connsiteX46" fmla="*/ 360023 w 765852"/>
              <a:gd name="connsiteY46" fmla="*/ 259554 h 260086"/>
              <a:gd name="connsiteX47" fmla="*/ 368256 w 765852"/>
              <a:gd name="connsiteY47" fmla="*/ 259554 h 260086"/>
              <a:gd name="connsiteX48" fmla="*/ 344693 w 765852"/>
              <a:gd name="connsiteY48" fmla="*/ 197523 h 260086"/>
              <a:gd name="connsiteX49" fmla="*/ 335570 w 765852"/>
              <a:gd name="connsiteY49" fmla="*/ 197523 h 260086"/>
              <a:gd name="connsiteX50" fmla="*/ 328758 w 765852"/>
              <a:gd name="connsiteY50" fmla="*/ 235808 h 260086"/>
              <a:gd name="connsiteX51" fmla="*/ 339916 w 765852"/>
              <a:gd name="connsiteY51" fmla="*/ 205943 h 260086"/>
              <a:gd name="connsiteX52" fmla="*/ 351166 w 765852"/>
              <a:gd name="connsiteY52" fmla="*/ 235808 h 260086"/>
              <a:gd name="connsiteX53" fmla="*/ 328749 w 765852"/>
              <a:gd name="connsiteY53" fmla="*/ 235808 h 260086"/>
              <a:gd name="connsiteX54" fmla="*/ 725437 w 765852"/>
              <a:gd name="connsiteY54" fmla="*/ 197523 h 260086"/>
              <a:gd name="connsiteX55" fmla="*/ 717736 w 765852"/>
              <a:gd name="connsiteY55" fmla="*/ 197523 h 260086"/>
              <a:gd name="connsiteX56" fmla="*/ 717736 w 765852"/>
              <a:gd name="connsiteY56" fmla="*/ 259554 h 260086"/>
              <a:gd name="connsiteX57" fmla="*/ 753704 w 765852"/>
              <a:gd name="connsiteY57" fmla="*/ 259554 h 260086"/>
              <a:gd name="connsiteX58" fmla="*/ 753704 w 765852"/>
              <a:gd name="connsiteY58" fmla="*/ 252464 h 260086"/>
              <a:gd name="connsiteX59" fmla="*/ 725446 w 765852"/>
              <a:gd name="connsiteY59" fmla="*/ 252464 h 260086"/>
              <a:gd name="connsiteX60" fmla="*/ 725446 w 765852"/>
              <a:gd name="connsiteY60" fmla="*/ 197523 h 260086"/>
              <a:gd name="connsiteX61" fmla="*/ 250953 w 765852"/>
              <a:gd name="connsiteY61" fmla="*/ 2119 h 260086"/>
              <a:gd name="connsiteX62" fmla="*/ 225566 w 765852"/>
              <a:gd name="connsiteY62" fmla="*/ 2119 h 260086"/>
              <a:gd name="connsiteX63" fmla="*/ 225566 w 765852"/>
              <a:gd name="connsiteY63" fmla="*/ 164677 h 260086"/>
              <a:gd name="connsiteX64" fmla="*/ 250953 w 765852"/>
              <a:gd name="connsiteY64" fmla="*/ 164677 h 260086"/>
              <a:gd name="connsiteX65" fmla="*/ 250953 w 765852"/>
              <a:gd name="connsiteY65" fmla="*/ 2119 h 260086"/>
              <a:gd name="connsiteX66" fmla="*/ 80592 w 765852"/>
              <a:gd name="connsiteY66" fmla="*/ 62692 h 260086"/>
              <a:gd name="connsiteX67" fmla="*/ 80592 w 765852"/>
              <a:gd name="connsiteY67" fmla="*/ 164687 h 260086"/>
              <a:gd name="connsiteX68" fmla="*/ 106732 w 765852"/>
              <a:gd name="connsiteY68" fmla="*/ 164687 h 260086"/>
              <a:gd name="connsiteX69" fmla="*/ 106713 w 765852"/>
              <a:gd name="connsiteY69" fmla="*/ 62692 h 260086"/>
              <a:gd name="connsiteX70" fmla="*/ 95124 w 765852"/>
              <a:gd name="connsiteY70" fmla="*/ 28700 h 260086"/>
              <a:gd name="connsiteX71" fmla="*/ 93648 w 765852"/>
              <a:gd name="connsiteY71" fmla="*/ 26792 h 260086"/>
              <a:gd name="connsiteX72" fmla="*/ 92172 w 765852"/>
              <a:gd name="connsiteY72" fmla="*/ 28700 h 260086"/>
              <a:gd name="connsiteX73" fmla="*/ 80583 w 765852"/>
              <a:gd name="connsiteY73" fmla="*/ 62692 h 260086"/>
              <a:gd name="connsiteX74" fmla="*/ 47273 w 765852"/>
              <a:gd name="connsiteY74" fmla="*/ 2119 h 260086"/>
              <a:gd name="connsiteX75" fmla="*/ 0 w 765852"/>
              <a:gd name="connsiteY75" fmla="*/ 2119 h 260086"/>
              <a:gd name="connsiteX76" fmla="*/ 0 w 765852"/>
              <a:gd name="connsiteY76" fmla="*/ 26792 h 260086"/>
              <a:gd name="connsiteX77" fmla="*/ 93648 w 765852"/>
              <a:gd name="connsiteY77" fmla="*/ 26792 h 260086"/>
              <a:gd name="connsiteX78" fmla="*/ 91328 w 765852"/>
              <a:gd name="connsiteY78" fmla="*/ 23793 h 260086"/>
              <a:gd name="connsiteX79" fmla="*/ 47273 w 765852"/>
              <a:gd name="connsiteY79" fmla="*/ 2119 h 260086"/>
              <a:gd name="connsiteX80" fmla="*/ 95968 w 765852"/>
              <a:gd name="connsiteY80" fmla="*/ 23793 h 260086"/>
              <a:gd name="connsiteX81" fmla="*/ 93648 w 765852"/>
              <a:gd name="connsiteY81" fmla="*/ 26792 h 260086"/>
              <a:gd name="connsiteX82" fmla="*/ 187296 w 765852"/>
              <a:gd name="connsiteY82" fmla="*/ 26792 h 260086"/>
              <a:gd name="connsiteX83" fmla="*/ 187296 w 765852"/>
              <a:gd name="connsiteY83" fmla="*/ 2119 h 260086"/>
              <a:gd name="connsiteX84" fmla="*/ 140023 w 765852"/>
              <a:gd name="connsiteY84" fmla="*/ 2119 h 260086"/>
              <a:gd name="connsiteX85" fmla="*/ 95958 w 765852"/>
              <a:gd name="connsiteY85" fmla="*/ 23793 h 260086"/>
              <a:gd name="connsiteX86" fmla="*/ 514844 w 765852"/>
              <a:gd name="connsiteY86" fmla="*/ 164677 h 260086"/>
              <a:gd name="connsiteX87" fmla="*/ 540232 w 765852"/>
              <a:gd name="connsiteY87" fmla="*/ 164677 h 260086"/>
              <a:gd name="connsiteX88" fmla="*/ 540232 w 765852"/>
              <a:gd name="connsiteY88" fmla="*/ 2119 h 260086"/>
              <a:gd name="connsiteX89" fmla="*/ 514844 w 765852"/>
              <a:gd name="connsiteY89" fmla="*/ 2119 h 260086"/>
              <a:gd name="connsiteX90" fmla="*/ 514844 w 765852"/>
              <a:gd name="connsiteY90" fmla="*/ 164677 h 260086"/>
              <a:gd name="connsiteX91" fmla="*/ 495205 w 765852"/>
              <a:gd name="connsiteY91" fmla="*/ 259554 h 260086"/>
              <a:gd name="connsiteX92" fmla="*/ 502915 w 765852"/>
              <a:gd name="connsiteY92" fmla="*/ 259554 h 260086"/>
              <a:gd name="connsiteX93" fmla="*/ 502915 w 765852"/>
              <a:gd name="connsiteY93" fmla="*/ 197523 h 260086"/>
              <a:gd name="connsiteX94" fmla="*/ 495205 w 765852"/>
              <a:gd name="connsiteY94" fmla="*/ 197523 h 260086"/>
              <a:gd name="connsiteX95" fmla="*/ 495205 w 765852"/>
              <a:gd name="connsiteY95" fmla="*/ 259554 h 260086"/>
              <a:gd name="connsiteX96" fmla="*/ 544816 w 765852"/>
              <a:gd name="connsiteY96" fmla="*/ 204613 h 260086"/>
              <a:gd name="connsiteX97" fmla="*/ 564923 w 765852"/>
              <a:gd name="connsiteY97" fmla="*/ 204613 h 260086"/>
              <a:gd name="connsiteX98" fmla="*/ 564923 w 765852"/>
              <a:gd name="connsiteY98" fmla="*/ 259554 h 260086"/>
              <a:gd name="connsiteX99" fmla="*/ 572633 w 765852"/>
              <a:gd name="connsiteY99" fmla="*/ 259554 h 260086"/>
              <a:gd name="connsiteX100" fmla="*/ 572633 w 765852"/>
              <a:gd name="connsiteY100" fmla="*/ 204613 h 260086"/>
              <a:gd name="connsiteX101" fmla="*/ 592740 w 765852"/>
              <a:gd name="connsiteY101" fmla="*/ 204613 h 260086"/>
              <a:gd name="connsiteX102" fmla="*/ 592740 w 765852"/>
              <a:gd name="connsiteY102" fmla="*/ 197523 h 260086"/>
              <a:gd name="connsiteX103" fmla="*/ 544816 w 765852"/>
              <a:gd name="connsiteY103" fmla="*/ 197523 h 260086"/>
              <a:gd name="connsiteX104" fmla="*/ 544816 w 765852"/>
              <a:gd name="connsiteY104" fmla="*/ 204613 h 260086"/>
              <a:gd name="connsiteX105" fmla="*/ 287389 w 765852"/>
              <a:gd name="connsiteY105" fmla="*/ 2119 h 260086"/>
              <a:gd name="connsiteX106" fmla="*/ 345234 w 765852"/>
              <a:gd name="connsiteY106" fmla="*/ 140105 h 260086"/>
              <a:gd name="connsiteX107" fmla="*/ 381413 w 765852"/>
              <a:gd name="connsiteY107" fmla="*/ 166796 h 260086"/>
              <a:gd name="connsiteX108" fmla="*/ 382899 w 765852"/>
              <a:gd name="connsiteY108" fmla="*/ 166796 h 260086"/>
              <a:gd name="connsiteX109" fmla="*/ 316692 w 765852"/>
              <a:gd name="connsiteY109" fmla="*/ 2119 h 260086"/>
              <a:gd name="connsiteX110" fmla="*/ 287389 w 765852"/>
              <a:gd name="connsiteY110" fmla="*/ 2119 h 260086"/>
              <a:gd name="connsiteX111" fmla="*/ 443549 w 765852"/>
              <a:gd name="connsiteY111" fmla="*/ 199871 h 260086"/>
              <a:gd name="connsiteX112" fmla="*/ 432739 w 765852"/>
              <a:gd name="connsiteY112" fmla="*/ 197523 h 260086"/>
              <a:gd name="connsiteX113" fmla="*/ 408910 w 765852"/>
              <a:gd name="connsiteY113" fmla="*/ 197523 h 260086"/>
              <a:gd name="connsiteX114" fmla="*/ 408910 w 765852"/>
              <a:gd name="connsiteY114" fmla="*/ 259554 h 260086"/>
              <a:gd name="connsiteX115" fmla="*/ 416621 w 765852"/>
              <a:gd name="connsiteY115" fmla="*/ 259554 h 260086"/>
              <a:gd name="connsiteX116" fmla="*/ 416621 w 765852"/>
              <a:gd name="connsiteY116" fmla="*/ 235716 h 260086"/>
              <a:gd name="connsiteX117" fmla="*/ 432748 w 765852"/>
              <a:gd name="connsiteY117" fmla="*/ 235716 h 260086"/>
              <a:gd name="connsiteX118" fmla="*/ 443512 w 765852"/>
              <a:gd name="connsiteY118" fmla="*/ 233368 h 260086"/>
              <a:gd name="connsiteX119" fmla="*/ 450728 w 765852"/>
              <a:gd name="connsiteY119" fmla="*/ 226681 h 260086"/>
              <a:gd name="connsiteX120" fmla="*/ 453295 w 765852"/>
              <a:gd name="connsiteY120" fmla="*/ 216583 h 260086"/>
              <a:gd name="connsiteX121" fmla="*/ 450774 w 765852"/>
              <a:gd name="connsiteY121" fmla="*/ 206521 h 260086"/>
              <a:gd name="connsiteX122" fmla="*/ 443558 w 765852"/>
              <a:gd name="connsiteY122" fmla="*/ 199871 h 260086"/>
              <a:gd name="connsiteX123" fmla="*/ 441779 w 765852"/>
              <a:gd name="connsiteY123" fmla="*/ 225351 h 260086"/>
              <a:gd name="connsiteX124" fmla="*/ 432033 w 765852"/>
              <a:gd name="connsiteY124" fmla="*/ 228635 h 260086"/>
              <a:gd name="connsiteX125" fmla="*/ 416621 w 765852"/>
              <a:gd name="connsiteY125" fmla="*/ 228635 h 260086"/>
              <a:gd name="connsiteX126" fmla="*/ 416621 w 765852"/>
              <a:gd name="connsiteY126" fmla="*/ 204622 h 260086"/>
              <a:gd name="connsiteX127" fmla="*/ 432125 w 765852"/>
              <a:gd name="connsiteY127" fmla="*/ 204622 h 260086"/>
              <a:gd name="connsiteX128" fmla="*/ 441825 w 765852"/>
              <a:gd name="connsiteY128" fmla="*/ 207860 h 260086"/>
              <a:gd name="connsiteX129" fmla="*/ 445410 w 765852"/>
              <a:gd name="connsiteY129" fmla="*/ 216592 h 260086"/>
              <a:gd name="connsiteX130" fmla="*/ 441779 w 765852"/>
              <a:gd name="connsiteY130" fmla="*/ 225361 h 260086"/>
              <a:gd name="connsiteX131" fmla="*/ 382889 w 765852"/>
              <a:gd name="connsiteY131" fmla="*/ 166805 h 260086"/>
              <a:gd name="connsiteX132" fmla="*/ 384375 w 765852"/>
              <a:gd name="connsiteY132" fmla="*/ 166805 h 260086"/>
              <a:gd name="connsiteX133" fmla="*/ 420554 w 765852"/>
              <a:gd name="connsiteY133" fmla="*/ 140114 h 260086"/>
              <a:gd name="connsiteX134" fmla="*/ 478399 w 765852"/>
              <a:gd name="connsiteY134" fmla="*/ 2128 h 260086"/>
              <a:gd name="connsiteX135" fmla="*/ 449096 w 765852"/>
              <a:gd name="connsiteY135" fmla="*/ 2128 h 260086"/>
              <a:gd name="connsiteX136" fmla="*/ 382889 w 765852"/>
              <a:gd name="connsiteY136" fmla="*/ 166814 h 260086"/>
              <a:gd name="connsiteX137" fmla="*/ 644368 w 765852"/>
              <a:gd name="connsiteY137" fmla="*/ 197523 h 260086"/>
              <a:gd name="connsiteX138" fmla="*/ 620714 w 765852"/>
              <a:gd name="connsiteY138" fmla="*/ 259554 h 260086"/>
              <a:gd name="connsiteX139" fmla="*/ 628690 w 765852"/>
              <a:gd name="connsiteY139" fmla="*/ 259554 h 260086"/>
              <a:gd name="connsiteX140" fmla="*/ 635246 w 765852"/>
              <a:gd name="connsiteY140" fmla="*/ 242806 h 260086"/>
              <a:gd name="connsiteX141" fmla="*/ 662266 w 765852"/>
              <a:gd name="connsiteY141" fmla="*/ 242806 h 260086"/>
              <a:gd name="connsiteX142" fmla="*/ 668821 w 765852"/>
              <a:gd name="connsiteY142" fmla="*/ 259554 h 260086"/>
              <a:gd name="connsiteX143" fmla="*/ 677055 w 765852"/>
              <a:gd name="connsiteY143" fmla="*/ 259554 h 260086"/>
              <a:gd name="connsiteX144" fmla="*/ 653491 w 765852"/>
              <a:gd name="connsiteY144" fmla="*/ 197523 h 260086"/>
              <a:gd name="connsiteX145" fmla="*/ 644368 w 765852"/>
              <a:gd name="connsiteY145" fmla="*/ 197523 h 260086"/>
              <a:gd name="connsiteX146" fmla="*/ 637547 w 765852"/>
              <a:gd name="connsiteY146" fmla="*/ 235808 h 260086"/>
              <a:gd name="connsiteX147" fmla="*/ 648705 w 765852"/>
              <a:gd name="connsiteY147" fmla="*/ 205943 h 260086"/>
              <a:gd name="connsiteX148" fmla="*/ 659955 w 765852"/>
              <a:gd name="connsiteY148" fmla="*/ 235808 h 260086"/>
              <a:gd name="connsiteX149" fmla="*/ 637538 w 765852"/>
              <a:gd name="connsiteY149" fmla="*/ 235808 h 260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</a:cxnLst>
            <a:rect l="l" t="t" r="r" b="b"/>
            <a:pathLst>
              <a:path w="765852" h="260086">
                <a:moveTo>
                  <a:pt x="739575" y="143884"/>
                </a:moveTo>
                <a:cubicBezTo>
                  <a:pt x="756519" y="128906"/>
                  <a:pt x="765852" y="107425"/>
                  <a:pt x="765852" y="83403"/>
                </a:cubicBezTo>
                <a:cubicBezTo>
                  <a:pt x="765852" y="59381"/>
                  <a:pt x="756519" y="37899"/>
                  <a:pt x="739575" y="22921"/>
                </a:cubicBezTo>
                <a:cubicBezTo>
                  <a:pt x="722613" y="7925"/>
                  <a:pt x="699307" y="0"/>
                  <a:pt x="672177" y="0"/>
                </a:cubicBezTo>
                <a:cubicBezTo>
                  <a:pt x="645047" y="0"/>
                  <a:pt x="621740" y="7925"/>
                  <a:pt x="604779" y="22921"/>
                </a:cubicBezTo>
                <a:cubicBezTo>
                  <a:pt x="587835" y="37899"/>
                  <a:pt x="578501" y="59381"/>
                  <a:pt x="578501" y="83403"/>
                </a:cubicBezTo>
                <a:cubicBezTo>
                  <a:pt x="578501" y="107425"/>
                  <a:pt x="587835" y="128906"/>
                  <a:pt x="604779" y="143884"/>
                </a:cubicBezTo>
                <a:cubicBezTo>
                  <a:pt x="621740" y="158881"/>
                  <a:pt x="645047" y="166805"/>
                  <a:pt x="672177" y="166805"/>
                </a:cubicBezTo>
                <a:cubicBezTo>
                  <a:pt x="699307" y="166805"/>
                  <a:pt x="722613" y="158881"/>
                  <a:pt x="739575" y="143884"/>
                </a:cubicBezTo>
                <a:close/>
                <a:moveTo>
                  <a:pt x="604595" y="83403"/>
                </a:moveTo>
                <a:cubicBezTo>
                  <a:pt x="604595" y="66489"/>
                  <a:pt x="610821" y="52135"/>
                  <a:pt x="622611" y="41871"/>
                </a:cubicBezTo>
                <a:cubicBezTo>
                  <a:pt x="634751" y="31305"/>
                  <a:pt x="651887" y="25719"/>
                  <a:pt x="672177" y="25719"/>
                </a:cubicBezTo>
                <a:cubicBezTo>
                  <a:pt x="692467" y="25719"/>
                  <a:pt x="709603" y="31305"/>
                  <a:pt x="721742" y="41871"/>
                </a:cubicBezTo>
                <a:cubicBezTo>
                  <a:pt x="733524" y="52126"/>
                  <a:pt x="739759" y="66489"/>
                  <a:pt x="739759" y="83403"/>
                </a:cubicBezTo>
                <a:cubicBezTo>
                  <a:pt x="739759" y="100316"/>
                  <a:pt x="733533" y="114671"/>
                  <a:pt x="721742" y="124934"/>
                </a:cubicBezTo>
                <a:cubicBezTo>
                  <a:pt x="709603" y="135501"/>
                  <a:pt x="692467" y="141077"/>
                  <a:pt x="672177" y="141077"/>
                </a:cubicBezTo>
                <a:cubicBezTo>
                  <a:pt x="651887" y="141077"/>
                  <a:pt x="634741" y="135491"/>
                  <a:pt x="622611" y="124934"/>
                </a:cubicBezTo>
                <a:cubicBezTo>
                  <a:pt x="610830" y="114671"/>
                  <a:pt x="604595" y="100316"/>
                  <a:pt x="604595" y="83403"/>
                </a:cubicBezTo>
                <a:close/>
                <a:moveTo>
                  <a:pt x="238310" y="207181"/>
                </a:moveTo>
                <a:cubicBezTo>
                  <a:pt x="241556" y="205118"/>
                  <a:pt x="245306" y="204081"/>
                  <a:pt x="249560" y="204081"/>
                </a:cubicBezTo>
                <a:cubicBezTo>
                  <a:pt x="254282" y="204081"/>
                  <a:pt x="258288" y="205292"/>
                  <a:pt x="261562" y="207713"/>
                </a:cubicBezTo>
                <a:cubicBezTo>
                  <a:pt x="264835" y="210135"/>
                  <a:pt x="267035" y="213501"/>
                  <a:pt x="268163" y="217812"/>
                </a:cubicBezTo>
                <a:lnTo>
                  <a:pt x="275874" y="217812"/>
                </a:lnTo>
                <a:cubicBezTo>
                  <a:pt x="274691" y="211373"/>
                  <a:pt x="271784" y="206292"/>
                  <a:pt x="267145" y="202568"/>
                </a:cubicBezTo>
                <a:cubicBezTo>
                  <a:pt x="262506" y="198844"/>
                  <a:pt x="256766" y="196982"/>
                  <a:pt x="249917" y="196982"/>
                </a:cubicBezTo>
                <a:cubicBezTo>
                  <a:pt x="244013" y="196982"/>
                  <a:pt x="238814" y="198293"/>
                  <a:pt x="234322" y="200926"/>
                </a:cubicBezTo>
                <a:cubicBezTo>
                  <a:pt x="229838" y="203558"/>
                  <a:pt x="226382" y="207264"/>
                  <a:pt x="223961" y="212052"/>
                </a:cubicBezTo>
                <a:cubicBezTo>
                  <a:pt x="221541" y="216840"/>
                  <a:pt x="220330" y="222334"/>
                  <a:pt x="220330" y="228534"/>
                </a:cubicBezTo>
                <a:cubicBezTo>
                  <a:pt x="220330" y="234734"/>
                  <a:pt x="221541" y="240302"/>
                  <a:pt x="223961" y="245062"/>
                </a:cubicBezTo>
                <a:cubicBezTo>
                  <a:pt x="226382" y="249823"/>
                  <a:pt x="229838" y="253510"/>
                  <a:pt x="234322" y="256142"/>
                </a:cubicBezTo>
                <a:cubicBezTo>
                  <a:pt x="238805" y="258775"/>
                  <a:pt x="244004" y="260086"/>
                  <a:pt x="249917" y="260086"/>
                </a:cubicBezTo>
                <a:cubicBezTo>
                  <a:pt x="256831" y="260086"/>
                  <a:pt x="262570" y="258224"/>
                  <a:pt x="267145" y="254501"/>
                </a:cubicBezTo>
                <a:cubicBezTo>
                  <a:pt x="271720" y="250777"/>
                  <a:pt x="274599" y="245695"/>
                  <a:pt x="275782" y="239256"/>
                </a:cubicBezTo>
                <a:lnTo>
                  <a:pt x="268071" y="239256"/>
                </a:lnTo>
                <a:cubicBezTo>
                  <a:pt x="266888" y="243631"/>
                  <a:pt x="264706" y="247007"/>
                  <a:pt x="261516" y="249401"/>
                </a:cubicBezTo>
                <a:cubicBezTo>
                  <a:pt x="258325" y="251795"/>
                  <a:pt x="254337" y="252987"/>
                  <a:pt x="249560" y="252987"/>
                </a:cubicBezTo>
                <a:cubicBezTo>
                  <a:pt x="245306" y="252987"/>
                  <a:pt x="241556" y="251951"/>
                  <a:pt x="238310" y="249887"/>
                </a:cubicBezTo>
                <a:cubicBezTo>
                  <a:pt x="235064" y="247823"/>
                  <a:pt x="232561" y="244925"/>
                  <a:pt x="230828" y="241201"/>
                </a:cubicBezTo>
                <a:cubicBezTo>
                  <a:pt x="229086" y="237477"/>
                  <a:pt x="228215" y="233258"/>
                  <a:pt x="228215" y="228525"/>
                </a:cubicBezTo>
                <a:cubicBezTo>
                  <a:pt x="228215" y="223792"/>
                  <a:pt x="229086" y="219499"/>
                  <a:pt x="230828" y="215812"/>
                </a:cubicBezTo>
                <a:cubicBezTo>
                  <a:pt x="232570" y="212125"/>
                  <a:pt x="235064" y="209245"/>
                  <a:pt x="238310" y="207172"/>
                </a:cubicBezTo>
                <a:close/>
                <a:moveTo>
                  <a:pt x="335580" y="197523"/>
                </a:moveTo>
                <a:lnTo>
                  <a:pt x="311925" y="259554"/>
                </a:lnTo>
                <a:lnTo>
                  <a:pt x="319892" y="259554"/>
                </a:lnTo>
                <a:lnTo>
                  <a:pt x="326448" y="242806"/>
                </a:lnTo>
                <a:lnTo>
                  <a:pt x="353467" y="242806"/>
                </a:lnTo>
                <a:lnTo>
                  <a:pt x="360023" y="259554"/>
                </a:lnTo>
                <a:lnTo>
                  <a:pt x="368256" y="259554"/>
                </a:lnTo>
                <a:lnTo>
                  <a:pt x="344693" y="197523"/>
                </a:lnTo>
                <a:lnTo>
                  <a:pt x="335570" y="197523"/>
                </a:lnTo>
                <a:close/>
                <a:moveTo>
                  <a:pt x="328758" y="235808"/>
                </a:moveTo>
                <a:lnTo>
                  <a:pt x="339916" y="205943"/>
                </a:lnTo>
                <a:lnTo>
                  <a:pt x="351166" y="235808"/>
                </a:lnTo>
                <a:lnTo>
                  <a:pt x="328749" y="235808"/>
                </a:lnTo>
                <a:close/>
                <a:moveTo>
                  <a:pt x="725437" y="197523"/>
                </a:moveTo>
                <a:lnTo>
                  <a:pt x="717736" y="197523"/>
                </a:lnTo>
                <a:lnTo>
                  <a:pt x="717736" y="259554"/>
                </a:lnTo>
                <a:lnTo>
                  <a:pt x="753704" y="259554"/>
                </a:lnTo>
                <a:lnTo>
                  <a:pt x="753704" y="252464"/>
                </a:lnTo>
                <a:lnTo>
                  <a:pt x="725446" y="252464"/>
                </a:lnTo>
                <a:lnTo>
                  <a:pt x="725446" y="197523"/>
                </a:lnTo>
                <a:close/>
                <a:moveTo>
                  <a:pt x="250953" y="2119"/>
                </a:moveTo>
                <a:lnTo>
                  <a:pt x="225566" y="2119"/>
                </a:lnTo>
                <a:lnTo>
                  <a:pt x="225566" y="164677"/>
                </a:lnTo>
                <a:lnTo>
                  <a:pt x="250953" y="164677"/>
                </a:lnTo>
                <a:lnTo>
                  <a:pt x="250953" y="2119"/>
                </a:lnTo>
                <a:close/>
                <a:moveTo>
                  <a:pt x="80592" y="62692"/>
                </a:moveTo>
                <a:lnTo>
                  <a:pt x="80592" y="164687"/>
                </a:lnTo>
                <a:cubicBezTo>
                  <a:pt x="80592" y="164687"/>
                  <a:pt x="106732" y="164687"/>
                  <a:pt x="106732" y="164687"/>
                </a:cubicBezTo>
                <a:lnTo>
                  <a:pt x="106713" y="62692"/>
                </a:lnTo>
                <a:cubicBezTo>
                  <a:pt x="106713" y="50282"/>
                  <a:pt x="102707" y="38523"/>
                  <a:pt x="95124" y="28700"/>
                </a:cubicBezTo>
                <a:lnTo>
                  <a:pt x="93648" y="26792"/>
                </a:lnTo>
                <a:lnTo>
                  <a:pt x="92172" y="28700"/>
                </a:lnTo>
                <a:cubicBezTo>
                  <a:pt x="84589" y="38523"/>
                  <a:pt x="80583" y="50273"/>
                  <a:pt x="80583" y="62692"/>
                </a:cubicBezTo>
                <a:close/>
                <a:moveTo>
                  <a:pt x="47273" y="2119"/>
                </a:moveTo>
                <a:lnTo>
                  <a:pt x="0" y="2119"/>
                </a:lnTo>
                <a:lnTo>
                  <a:pt x="0" y="26792"/>
                </a:lnTo>
                <a:lnTo>
                  <a:pt x="93648" y="26792"/>
                </a:lnTo>
                <a:lnTo>
                  <a:pt x="91328" y="23793"/>
                </a:lnTo>
                <a:cubicBezTo>
                  <a:pt x="80693" y="10025"/>
                  <a:pt x="64629" y="2119"/>
                  <a:pt x="47273" y="2119"/>
                </a:cubicBezTo>
                <a:close/>
                <a:moveTo>
                  <a:pt x="95968" y="23793"/>
                </a:moveTo>
                <a:lnTo>
                  <a:pt x="93648" y="26792"/>
                </a:lnTo>
                <a:lnTo>
                  <a:pt x="187296" y="26792"/>
                </a:lnTo>
                <a:lnTo>
                  <a:pt x="187296" y="2119"/>
                </a:lnTo>
                <a:lnTo>
                  <a:pt x="140023" y="2119"/>
                </a:lnTo>
                <a:cubicBezTo>
                  <a:pt x="122657" y="2119"/>
                  <a:pt x="106603" y="10016"/>
                  <a:pt x="95958" y="23793"/>
                </a:cubicBezTo>
                <a:close/>
                <a:moveTo>
                  <a:pt x="514844" y="164677"/>
                </a:moveTo>
                <a:lnTo>
                  <a:pt x="540232" y="164677"/>
                </a:lnTo>
                <a:lnTo>
                  <a:pt x="540232" y="2119"/>
                </a:lnTo>
                <a:lnTo>
                  <a:pt x="514844" y="2119"/>
                </a:lnTo>
                <a:lnTo>
                  <a:pt x="514844" y="164677"/>
                </a:lnTo>
                <a:close/>
                <a:moveTo>
                  <a:pt x="495205" y="259554"/>
                </a:moveTo>
                <a:lnTo>
                  <a:pt x="502915" y="259554"/>
                </a:lnTo>
                <a:lnTo>
                  <a:pt x="502915" y="197523"/>
                </a:lnTo>
                <a:lnTo>
                  <a:pt x="495205" y="197523"/>
                </a:lnTo>
                <a:lnTo>
                  <a:pt x="495205" y="259554"/>
                </a:lnTo>
                <a:close/>
                <a:moveTo>
                  <a:pt x="544816" y="204613"/>
                </a:moveTo>
                <a:lnTo>
                  <a:pt x="564923" y="204613"/>
                </a:lnTo>
                <a:lnTo>
                  <a:pt x="564923" y="259554"/>
                </a:lnTo>
                <a:lnTo>
                  <a:pt x="572633" y="259554"/>
                </a:lnTo>
                <a:lnTo>
                  <a:pt x="572633" y="204613"/>
                </a:lnTo>
                <a:lnTo>
                  <a:pt x="592740" y="204613"/>
                </a:lnTo>
                <a:lnTo>
                  <a:pt x="592740" y="197523"/>
                </a:lnTo>
                <a:lnTo>
                  <a:pt x="544816" y="197523"/>
                </a:lnTo>
                <a:lnTo>
                  <a:pt x="544816" y="204613"/>
                </a:lnTo>
                <a:close/>
                <a:moveTo>
                  <a:pt x="287389" y="2119"/>
                </a:moveTo>
                <a:cubicBezTo>
                  <a:pt x="287389" y="2119"/>
                  <a:pt x="335680" y="117220"/>
                  <a:pt x="345234" y="140105"/>
                </a:cubicBezTo>
                <a:cubicBezTo>
                  <a:pt x="356374" y="166796"/>
                  <a:pt x="374464" y="166796"/>
                  <a:pt x="381413" y="166796"/>
                </a:cubicBezTo>
                <a:lnTo>
                  <a:pt x="382899" y="166796"/>
                </a:lnTo>
                <a:lnTo>
                  <a:pt x="316692" y="2119"/>
                </a:lnTo>
                <a:lnTo>
                  <a:pt x="287389" y="2119"/>
                </a:lnTo>
                <a:close/>
                <a:moveTo>
                  <a:pt x="443549" y="199871"/>
                </a:moveTo>
                <a:cubicBezTo>
                  <a:pt x="440413" y="198303"/>
                  <a:pt x="436819" y="197523"/>
                  <a:pt x="432739" y="197523"/>
                </a:cubicBezTo>
                <a:lnTo>
                  <a:pt x="408910" y="197523"/>
                </a:lnTo>
                <a:lnTo>
                  <a:pt x="408910" y="259554"/>
                </a:lnTo>
                <a:lnTo>
                  <a:pt x="416621" y="259554"/>
                </a:lnTo>
                <a:lnTo>
                  <a:pt x="416621" y="235716"/>
                </a:lnTo>
                <a:lnTo>
                  <a:pt x="432748" y="235716"/>
                </a:lnTo>
                <a:cubicBezTo>
                  <a:pt x="436819" y="235716"/>
                  <a:pt x="440413" y="234936"/>
                  <a:pt x="443512" y="233368"/>
                </a:cubicBezTo>
                <a:cubicBezTo>
                  <a:pt x="446611" y="231799"/>
                  <a:pt x="449013" y="229571"/>
                  <a:pt x="450728" y="226681"/>
                </a:cubicBezTo>
                <a:cubicBezTo>
                  <a:pt x="452442" y="223783"/>
                  <a:pt x="453295" y="220417"/>
                  <a:pt x="453295" y="216583"/>
                </a:cubicBezTo>
                <a:cubicBezTo>
                  <a:pt x="453295" y="212749"/>
                  <a:pt x="452452" y="209392"/>
                  <a:pt x="450774" y="206521"/>
                </a:cubicBezTo>
                <a:cubicBezTo>
                  <a:pt x="449087" y="203659"/>
                  <a:pt x="446685" y="201439"/>
                  <a:pt x="443558" y="199871"/>
                </a:cubicBezTo>
                <a:close/>
                <a:moveTo>
                  <a:pt x="441779" y="225351"/>
                </a:moveTo>
                <a:cubicBezTo>
                  <a:pt x="439359" y="227534"/>
                  <a:pt x="436113" y="228635"/>
                  <a:pt x="432033" y="228635"/>
                </a:cubicBezTo>
                <a:lnTo>
                  <a:pt x="416621" y="228635"/>
                </a:lnTo>
                <a:lnTo>
                  <a:pt x="416621" y="204622"/>
                </a:lnTo>
                <a:lnTo>
                  <a:pt x="432125" y="204622"/>
                </a:lnTo>
                <a:cubicBezTo>
                  <a:pt x="436196" y="204622"/>
                  <a:pt x="439432" y="205705"/>
                  <a:pt x="441825" y="207860"/>
                </a:cubicBezTo>
                <a:cubicBezTo>
                  <a:pt x="444218" y="210015"/>
                  <a:pt x="445410" y="212923"/>
                  <a:pt x="445410" y="216592"/>
                </a:cubicBezTo>
                <a:cubicBezTo>
                  <a:pt x="445410" y="220261"/>
                  <a:pt x="444200" y="223178"/>
                  <a:pt x="441779" y="225361"/>
                </a:cubicBezTo>
                <a:close/>
                <a:moveTo>
                  <a:pt x="382889" y="166805"/>
                </a:moveTo>
                <a:lnTo>
                  <a:pt x="384375" y="166805"/>
                </a:lnTo>
                <a:cubicBezTo>
                  <a:pt x="391334" y="166805"/>
                  <a:pt x="409423" y="166805"/>
                  <a:pt x="420554" y="140114"/>
                </a:cubicBezTo>
                <a:cubicBezTo>
                  <a:pt x="430099" y="117230"/>
                  <a:pt x="478399" y="2128"/>
                  <a:pt x="478399" y="2128"/>
                </a:cubicBezTo>
                <a:lnTo>
                  <a:pt x="449096" y="2128"/>
                </a:lnTo>
                <a:lnTo>
                  <a:pt x="382889" y="166814"/>
                </a:lnTo>
                <a:close/>
                <a:moveTo>
                  <a:pt x="644368" y="197523"/>
                </a:moveTo>
                <a:lnTo>
                  <a:pt x="620714" y="259554"/>
                </a:lnTo>
                <a:lnTo>
                  <a:pt x="628690" y="259554"/>
                </a:lnTo>
                <a:lnTo>
                  <a:pt x="635246" y="242806"/>
                </a:lnTo>
                <a:lnTo>
                  <a:pt x="662266" y="242806"/>
                </a:lnTo>
                <a:lnTo>
                  <a:pt x="668821" y="259554"/>
                </a:lnTo>
                <a:lnTo>
                  <a:pt x="677055" y="259554"/>
                </a:lnTo>
                <a:lnTo>
                  <a:pt x="653491" y="197523"/>
                </a:lnTo>
                <a:lnTo>
                  <a:pt x="644368" y="197523"/>
                </a:lnTo>
                <a:close/>
                <a:moveTo>
                  <a:pt x="637547" y="235808"/>
                </a:moveTo>
                <a:lnTo>
                  <a:pt x="648705" y="205943"/>
                </a:lnTo>
                <a:lnTo>
                  <a:pt x="659955" y="235808"/>
                </a:lnTo>
                <a:lnTo>
                  <a:pt x="637538" y="235808"/>
                </a:lnTo>
                <a:close/>
              </a:path>
            </a:pathLst>
          </a:custGeom>
          <a:solidFill>
            <a:schemeClr val="bg1"/>
          </a:solidFill>
          <a:ln w="1061" cap="flat">
            <a:noFill/>
            <a:prstDash val="solid"/>
            <a:miter/>
          </a:ln>
        </p:spPr>
        <p:txBody>
          <a:bodyPr rtlCol="0" anchor="ctr"/>
          <a:lstStyle/>
          <a:p>
            <a:endParaRPr lang="pt-BR" sz="849">
              <a:solidFill>
                <a:schemeClr val="bg1"/>
              </a:solidFill>
            </a:endParaRPr>
          </a:p>
        </p:txBody>
      </p:sp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7858F1CA-0E09-F094-AD45-52092585CA1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225800" y="1518527"/>
            <a:ext cx="3740400" cy="2313464"/>
          </a:xfrm>
          <a:prstGeom prst="rect">
            <a:avLst/>
          </a:prstGeom>
          <a:ln>
            <a:solidFill>
              <a:schemeClr val="accent4"/>
            </a:solidFill>
          </a:ln>
        </p:spPr>
        <p:txBody>
          <a:bodyPr lIns="36000" tIns="36000" rIns="36000" bIns="36000"/>
          <a:lstStyle>
            <a:lvl1pPr marL="0" indent="0">
              <a:buNone/>
              <a:defRPr sz="120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4E170CD4-5C01-DD85-2A0A-98954D99CAC5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34962" y="3987408"/>
            <a:ext cx="3741737" cy="2313464"/>
          </a:xfrm>
          <a:prstGeom prst="rect">
            <a:avLst/>
          </a:prstGeom>
          <a:ln>
            <a:solidFill>
              <a:schemeClr val="accent4"/>
            </a:solidFill>
          </a:ln>
        </p:spPr>
        <p:txBody>
          <a:bodyPr lIns="36000" tIns="36000" rIns="36000" bIns="36000"/>
          <a:lstStyle>
            <a:lvl1pPr marL="0" indent="0">
              <a:buNone/>
              <a:defRPr sz="120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8">
            <a:extLst>
              <a:ext uri="{FF2B5EF4-FFF2-40B4-BE49-F238E27FC236}">
                <a16:creationId xmlns:a16="http://schemas.microsoft.com/office/drawing/2014/main" id="{10601806-BC35-9EEE-9C59-2DC0E49D5BA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4225799" y="3987408"/>
            <a:ext cx="3740400" cy="2313464"/>
          </a:xfrm>
          <a:prstGeom prst="rect">
            <a:avLst/>
          </a:prstGeom>
          <a:ln>
            <a:solidFill>
              <a:schemeClr val="accent4"/>
            </a:solidFill>
          </a:ln>
        </p:spPr>
        <p:txBody>
          <a:bodyPr lIns="36000" tIns="36000" rIns="36000" bIns="36000"/>
          <a:lstStyle>
            <a:lvl1pPr marL="0" indent="0">
              <a:buNone/>
              <a:defRPr sz="120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805EFAA-C04F-7113-90E8-A7D66AF3528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116638" y="1524793"/>
            <a:ext cx="3740400" cy="2313464"/>
          </a:xfrm>
          <a:prstGeom prst="rect">
            <a:avLst/>
          </a:prstGeom>
          <a:ln>
            <a:solidFill>
              <a:schemeClr val="accent4"/>
            </a:solidFill>
          </a:ln>
        </p:spPr>
        <p:txBody>
          <a:bodyPr lIns="36000" tIns="36000" rIns="36000" bIns="36000"/>
          <a:lstStyle>
            <a:lvl1pPr marL="0" indent="0">
              <a:buNone/>
              <a:defRPr sz="120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E9120CB5-4884-D14A-8682-CC106CAFBBE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116637" y="3993674"/>
            <a:ext cx="3740400" cy="2313464"/>
          </a:xfrm>
          <a:prstGeom prst="rect">
            <a:avLst/>
          </a:prstGeom>
          <a:ln>
            <a:solidFill>
              <a:schemeClr val="accent4"/>
            </a:solidFill>
          </a:ln>
        </p:spPr>
        <p:txBody>
          <a:bodyPr lIns="36000" tIns="36000" rIns="36000" bIns="36000"/>
          <a:lstStyle>
            <a:lvl1pPr marL="0" indent="0">
              <a:buNone/>
              <a:defRPr sz="120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CAC4E8C-2B3F-574D-C955-1EBD6FD7CDE9}"/>
              </a:ext>
            </a:extLst>
          </p:cNvPr>
          <p:cNvCxnSpPr/>
          <p:nvPr userDrawn="1"/>
        </p:nvCxnSpPr>
        <p:spPr>
          <a:xfrm>
            <a:off x="334964" y="185353"/>
            <a:ext cx="10415415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954637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469">
          <p15:clr>
            <a:srgbClr val="FBAE40"/>
          </p15:clr>
        </p15:guide>
        <p15:guide id="2" orient="horz" pos="3974">
          <p15:clr>
            <a:srgbClr val="FBAE40"/>
          </p15:clr>
        </p15:guide>
        <p15:guide id="3" orient="horz" pos="232">
          <p15:clr>
            <a:srgbClr val="FBAE40"/>
          </p15:clr>
        </p15:guide>
        <p15:guide id="4" pos="211">
          <p15:clr>
            <a:srgbClr val="FBAE40"/>
          </p15:clr>
        </p15:guide>
        <p15:guide id="5" orient="horz" pos="4065">
          <p15:clr>
            <a:srgbClr val="FBAE40"/>
          </p15:clr>
        </p15:guide>
        <p15:guide id="6" orient="horz" pos="799">
          <p15:clr>
            <a:srgbClr val="FBAE40"/>
          </p15:clr>
        </p15:guide>
        <p15:guide id="7" orient="horz" pos="935">
          <p15:clr>
            <a:srgbClr val="FBAE40"/>
          </p15:clr>
        </p15:guide>
      </p15:sldGuideLst>
    </p:ext>
  </p:extLst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ítulo | 5 Boxes - High Yield">
    <p:bg>
      <p:bgPr>
        <a:gradFill>
          <a:gsLst>
            <a:gs pos="81000">
              <a:schemeClr val="tx1">
                <a:lumMod val="85000"/>
                <a:lumOff val="15000"/>
              </a:schemeClr>
            </a:gs>
            <a:gs pos="100000">
              <a:schemeClr val="tx1">
                <a:lumMod val="95000"/>
                <a:lumOff val="5000"/>
              </a:schemeClr>
            </a:gs>
            <a:gs pos="0">
              <a:schemeClr val="accent5"/>
            </a:gs>
          </a:gsLst>
          <a:lin ang="7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132BCE3-A04F-8602-64F7-7623C7EAF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61763" y="6482556"/>
            <a:ext cx="295275" cy="1692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 sz="1100">
                <a:solidFill>
                  <a:schemeClr val="bg1"/>
                </a:solidFill>
                <a:latin typeface="Versos" panose="020B0503020204030204" pitchFamily="34" charset="0"/>
                <a:cs typeface="Versos" panose="020B0503020204030204" pitchFamily="34" charset="0"/>
              </a:defRPr>
            </a:lvl1pPr>
          </a:lstStyle>
          <a:p>
            <a:fld id="{77667D73-C69A-4DAA-9003-24A825D36FE9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B13D7C-5A47-B0DF-B518-26E79F5D2DB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64" y="368301"/>
            <a:ext cx="10183813" cy="4308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err="1"/>
              <a:t>Título</a:t>
            </a:r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401465E-A8CD-A3BA-BE2A-9597492FDC6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4963" y="6482557"/>
            <a:ext cx="10980000" cy="138499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900">
                <a:latin typeface="Versos Light" panose="020B0403020204030204" pitchFamily="34" charset="0"/>
              </a:defRPr>
            </a:lvl2pPr>
            <a:lvl3pPr>
              <a:defRPr sz="900">
                <a:latin typeface="Versos Light" panose="020B0403020204030204" pitchFamily="34" charset="0"/>
              </a:defRPr>
            </a:lvl3pPr>
            <a:lvl4pPr>
              <a:defRPr sz="900">
                <a:latin typeface="Versos Light" panose="020B0403020204030204" pitchFamily="34" charset="0"/>
              </a:defRPr>
            </a:lvl4pPr>
            <a:lvl5pPr>
              <a:defRPr sz="900">
                <a:latin typeface="Versos Light" panose="020B0403020204030204" pitchFamily="34" charset="0"/>
              </a:defRPr>
            </a:lvl5pPr>
          </a:lstStyle>
          <a:p>
            <a:pPr lvl="0"/>
            <a:r>
              <a:rPr lang="en-US"/>
              <a:t>Fonte:</a:t>
            </a:r>
            <a:endParaRPr lang="pt-BR"/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7F86D482-580C-D22A-58CC-10B9C4F7EDD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34963" y="1518527"/>
            <a:ext cx="3741737" cy="2313464"/>
          </a:xfrm>
          <a:prstGeom prst="rect">
            <a:avLst/>
          </a:prstGeom>
          <a:ln>
            <a:solidFill>
              <a:schemeClr val="accent4"/>
            </a:solidFill>
          </a:ln>
        </p:spPr>
        <p:txBody>
          <a:bodyPr lIns="36000" tIns="36000" rIns="36000" bIns="36000"/>
          <a:lstStyle>
            <a:lvl1pPr marL="0" indent="0">
              <a:buNone/>
              <a:defRPr sz="120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Picture 8">
            <a:extLst>
              <a:ext uri="{FF2B5EF4-FFF2-40B4-BE49-F238E27FC236}">
                <a16:creationId xmlns:a16="http://schemas.microsoft.com/office/drawing/2014/main" id="{57BCE67C-64C7-2D0C-0DC2-7A4B4CC314E0}"/>
              </a:ext>
            </a:extLst>
          </p:cNvPr>
          <p:cNvSpPr/>
          <p:nvPr userDrawn="1"/>
        </p:nvSpPr>
        <p:spPr>
          <a:xfrm>
            <a:off x="11091186" y="377179"/>
            <a:ext cx="765852" cy="260086"/>
          </a:xfrm>
          <a:custGeom>
            <a:avLst/>
            <a:gdLst>
              <a:gd name="connsiteX0" fmla="*/ 739575 w 765852"/>
              <a:gd name="connsiteY0" fmla="*/ 143884 h 260086"/>
              <a:gd name="connsiteX1" fmla="*/ 765852 w 765852"/>
              <a:gd name="connsiteY1" fmla="*/ 83403 h 260086"/>
              <a:gd name="connsiteX2" fmla="*/ 739575 w 765852"/>
              <a:gd name="connsiteY2" fmla="*/ 22921 h 260086"/>
              <a:gd name="connsiteX3" fmla="*/ 672177 w 765852"/>
              <a:gd name="connsiteY3" fmla="*/ 0 h 260086"/>
              <a:gd name="connsiteX4" fmla="*/ 604779 w 765852"/>
              <a:gd name="connsiteY4" fmla="*/ 22921 h 260086"/>
              <a:gd name="connsiteX5" fmla="*/ 578501 w 765852"/>
              <a:gd name="connsiteY5" fmla="*/ 83403 h 260086"/>
              <a:gd name="connsiteX6" fmla="*/ 604779 w 765852"/>
              <a:gd name="connsiteY6" fmla="*/ 143884 h 260086"/>
              <a:gd name="connsiteX7" fmla="*/ 672177 w 765852"/>
              <a:gd name="connsiteY7" fmla="*/ 166805 h 260086"/>
              <a:gd name="connsiteX8" fmla="*/ 739575 w 765852"/>
              <a:gd name="connsiteY8" fmla="*/ 143884 h 260086"/>
              <a:gd name="connsiteX9" fmla="*/ 604595 w 765852"/>
              <a:gd name="connsiteY9" fmla="*/ 83403 h 260086"/>
              <a:gd name="connsiteX10" fmla="*/ 622611 w 765852"/>
              <a:gd name="connsiteY10" fmla="*/ 41871 h 260086"/>
              <a:gd name="connsiteX11" fmla="*/ 672177 w 765852"/>
              <a:gd name="connsiteY11" fmla="*/ 25719 h 260086"/>
              <a:gd name="connsiteX12" fmla="*/ 721742 w 765852"/>
              <a:gd name="connsiteY12" fmla="*/ 41871 h 260086"/>
              <a:gd name="connsiteX13" fmla="*/ 739759 w 765852"/>
              <a:gd name="connsiteY13" fmla="*/ 83403 h 260086"/>
              <a:gd name="connsiteX14" fmla="*/ 721742 w 765852"/>
              <a:gd name="connsiteY14" fmla="*/ 124934 h 260086"/>
              <a:gd name="connsiteX15" fmla="*/ 672177 w 765852"/>
              <a:gd name="connsiteY15" fmla="*/ 141077 h 260086"/>
              <a:gd name="connsiteX16" fmla="*/ 622611 w 765852"/>
              <a:gd name="connsiteY16" fmla="*/ 124934 h 260086"/>
              <a:gd name="connsiteX17" fmla="*/ 604595 w 765852"/>
              <a:gd name="connsiteY17" fmla="*/ 83403 h 260086"/>
              <a:gd name="connsiteX18" fmla="*/ 238310 w 765852"/>
              <a:gd name="connsiteY18" fmla="*/ 207181 h 260086"/>
              <a:gd name="connsiteX19" fmla="*/ 249560 w 765852"/>
              <a:gd name="connsiteY19" fmla="*/ 204081 h 260086"/>
              <a:gd name="connsiteX20" fmla="*/ 261562 w 765852"/>
              <a:gd name="connsiteY20" fmla="*/ 207713 h 260086"/>
              <a:gd name="connsiteX21" fmla="*/ 268163 w 765852"/>
              <a:gd name="connsiteY21" fmla="*/ 217812 h 260086"/>
              <a:gd name="connsiteX22" fmla="*/ 275874 w 765852"/>
              <a:gd name="connsiteY22" fmla="*/ 217812 h 260086"/>
              <a:gd name="connsiteX23" fmla="*/ 267145 w 765852"/>
              <a:gd name="connsiteY23" fmla="*/ 202568 h 260086"/>
              <a:gd name="connsiteX24" fmla="*/ 249917 w 765852"/>
              <a:gd name="connsiteY24" fmla="*/ 196982 h 260086"/>
              <a:gd name="connsiteX25" fmla="*/ 234322 w 765852"/>
              <a:gd name="connsiteY25" fmla="*/ 200926 h 260086"/>
              <a:gd name="connsiteX26" fmla="*/ 223961 w 765852"/>
              <a:gd name="connsiteY26" fmla="*/ 212052 h 260086"/>
              <a:gd name="connsiteX27" fmla="*/ 220330 w 765852"/>
              <a:gd name="connsiteY27" fmla="*/ 228534 h 260086"/>
              <a:gd name="connsiteX28" fmla="*/ 223961 w 765852"/>
              <a:gd name="connsiteY28" fmla="*/ 245062 h 260086"/>
              <a:gd name="connsiteX29" fmla="*/ 234322 w 765852"/>
              <a:gd name="connsiteY29" fmla="*/ 256142 h 260086"/>
              <a:gd name="connsiteX30" fmla="*/ 249917 w 765852"/>
              <a:gd name="connsiteY30" fmla="*/ 260086 h 260086"/>
              <a:gd name="connsiteX31" fmla="*/ 267145 w 765852"/>
              <a:gd name="connsiteY31" fmla="*/ 254501 h 260086"/>
              <a:gd name="connsiteX32" fmla="*/ 275782 w 765852"/>
              <a:gd name="connsiteY32" fmla="*/ 239256 h 260086"/>
              <a:gd name="connsiteX33" fmla="*/ 268071 w 765852"/>
              <a:gd name="connsiteY33" fmla="*/ 239256 h 260086"/>
              <a:gd name="connsiteX34" fmla="*/ 261516 w 765852"/>
              <a:gd name="connsiteY34" fmla="*/ 249401 h 260086"/>
              <a:gd name="connsiteX35" fmla="*/ 249560 w 765852"/>
              <a:gd name="connsiteY35" fmla="*/ 252987 h 260086"/>
              <a:gd name="connsiteX36" fmla="*/ 238310 w 765852"/>
              <a:gd name="connsiteY36" fmla="*/ 249887 h 260086"/>
              <a:gd name="connsiteX37" fmla="*/ 230828 w 765852"/>
              <a:gd name="connsiteY37" fmla="*/ 241201 h 260086"/>
              <a:gd name="connsiteX38" fmla="*/ 228215 w 765852"/>
              <a:gd name="connsiteY38" fmla="*/ 228525 h 260086"/>
              <a:gd name="connsiteX39" fmla="*/ 230828 w 765852"/>
              <a:gd name="connsiteY39" fmla="*/ 215812 h 260086"/>
              <a:gd name="connsiteX40" fmla="*/ 238310 w 765852"/>
              <a:gd name="connsiteY40" fmla="*/ 207172 h 260086"/>
              <a:gd name="connsiteX41" fmla="*/ 335580 w 765852"/>
              <a:gd name="connsiteY41" fmla="*/ 197523 h 260086"/>
              <a:gd name="connsiteX42" fmla="*/ 311925 w 765852"/>
              <a:gd name="connsiteY42" fmla="*/ 259554 h 260086"/>
              <a:gd name="connsiteX43" fmla="*/ 319892 w 765852"/>
              <a:gd name="connsiteY43" fmla="*/ 259554 h 260086"/>
              <a:gd name="connsiteX44" fmla="*/ 326448 w 765852"/>
              <a:gd name="connsiteY44" fmla="*/ 242806 h 260086"/>
              <a:gd name="connsiteX45" fmla="*/ 353467 w 765852"/>
              <a:gd name="connsiteY45" fmla="*/ 242806 h 260086"/>
              <a:gd name="connsiteX46" fmla="*/ 360023 w 765852"/>
              <a:gd name="connsiteY46" fmla="*/ 259554 h 260086"/>
              <a:gd name="connsiteX47" fmla="*/ 368256 w 765852"/>
              <a:gd name="connsiteY47" fmla="*/ 259554 h 260086"/>
              <a:gd name="connsiteX48" fmla="*/ 344693 w 765852"/>
              <a:gd name="connsiteY48" fmla="*/ 197523 h 260086"/>
              <a:gd name="connsiteX49" fmla="*/ 335570 w 765852"/>
              <a:gd name="connsiteY49" fmla="*/ 197523 h 260086"/>
              <a:gd name="connsiteX50" fmla="*/ 328758 w 765852"/>
              <a:gd name="connsiteY50" fmla="*/ 235808 h 260086"/>
              <a:gd name="connsiteX51" fmla="*/ 339916 w 765852"/>
              <a:gd name="connsiteY51" fmla="*/ 205943 h 260086"/>
              <a:gd name="connsiteX52" fmla="*/ 351166 w 765852"/>
              <a:gd name="connsiteY52" fmla="*/ 235808 h 260086"/>
              <a:gd name="connsiteX53" fmla="*/ 328749 w 765852"/>
              <a:gd name="connsiteY53" fmla="*/ 235808 h 260086"/>
              <a:gd name="connsiteX54" fmla="*/ 725437 w 765852"/>
              <a:gd name="connsiteY54" fmla="*/ 197523 h 260086"/>
              <a:gd name="connsiteX55" fmla="*/ 717736 w 765852"/>
              <a:gd name="connsiteY55" fmla="*/ 197523 h 260086"/>
              <a:gd name="connsiteX56" fmla="*/ 717736 w 765852"/>
              <a:gd name="connsiteY56" fmla="*/ 259554 h 260086"/>
              <a:gd name="connsiteX57" fmla="*/ 753704 w 765852"/>
              <a:gd name="connsiteY57" fmla="*/ 259554 h 260086"/>
              <a:gd name="connsiteX58" fmla="*/ 753704 w 765852"/>
              <a:gd name="connsiteY58" fmla="*/ 252464 h 260086"/>
              <a:gd name="connsiteX59" fmla="*/ 725446 w 765852"/>
              <a:gd name="connsiteY59" fmla="*/ 252464 h 260086"/>
              <a:gd name="connsiteX60" fmla="*/ 725446 w 765852"/>
              <a:gd name="connsiteY60" fmla="*/ 197523 h 260086"/>
              <a:gd name="connsiteX61" fmla="*/ 250953 w 765852"/>
              <a:gd name="connsiteY61" fmla="*/ 2119 h 260086"/>
              <a:gd name="connsiteX62" fmla="*/ 225566 w 765852"/>
              <a:gd name="connsiteY62" fmla="*/ 2119 h 260086"/>
              <a:gd name="connsiteX63" fmla="*/ 225566 w 765852"/>
              <a:gd name="connsiteY63" fmla="*/ 164677 h 260086"/>
              <a:gd name="connsiteX64" fmla="*/ 250953 w 765852"/>
              <a:gd name="connsiteY64" fmla="*/ 164677 h 260086"/>
              <a:gd name="connsiteX65" fmla="*/ 250953 w 765852"/>
              <a:gd name="connsiteY65" fmla="*/ 2119 h 260086"/>
              <a:gd name="connsiteX66" fmla="*/ 80592 w 765852"/>
              <a:gd name="connsiteY66" fmla="*/ 62692 h 260086"/>
              <a:gd name="connsiteX67" fmla="*/ 80592 w 765852"/>
              <a:gd name="connsiteY67" fmla="*/ 164687 h 260086"/>
              <a:gd name="connsiteX68" fmla="*/ 106732 w 765852"/>
              <a:gd name="connsiteY68" fmla="*/ 164687 h 260086"/>
              <a:gd name="connsiteX69" fmla="*/ 106713 w 765852"/>
              <a:gd name="connsiteY69" fmla="*/ 62692 h 260086"/>
              <a:gd name="connsiteX70" fmla="*/ 95124 w 765852"/>
              <a:gd name="connsiteY70" fmla="*/ 28700 h 260086"/>
              <a:gd name="connsiteX71" fmla="*/ 93648 w 765852"/>
              <a:gd name="connsiteY71" fmla="*/ 26792 h 260086"/>
              <a:gd name="connsiteX72" fmla="*/ 92172 w 765852"/>
              <a:gd name="connsiteY72" fmla="*/ 28700 h 260086"/>
              <a:gd name="connsiteX73" fmla="*/ 80583 w 765852"/>
              <a:gd name="connsiteY73" fmla="*/ 62692 h 260086"/>
              <a:gd name="connsiteX74" fmla="*/ 47273 w 765852"/>
              <a:gd name="connsiteY74" fmla="*/ 2119 h 260086"/>
              <a:gd name="connsiteX75" fmla="*/ 0 w 765852"/>
              <a:gd name="connsiteY75" fmla="*/ 2119 h 260086"/>
              <a:gd name="connsiteX76" fmla="*/ 0 w 765852"/>
              <a:gd name="connsiteY76" fmla="*/ 26792 h 260086"/>
              <a:gd name="connsiteX77" fmla="*/ 93648 w 765852"/>
              <a:gd name="connsiteY77" fmla="*/ 26792 h 260086"/>
              <a:gd name="connsiteX78" fmla="*/ 91328 w 765852"/>
              <a:gd name="connsiteY78" fmla="*/ 23793 h 260086"/>
              <a:gd name="connsiteX79" fmla="*/ 47273 w 765852"/>
              <a:gd name="connsiteY79" fmla="*/ 2119 h 260086"/>
              <a:gd name="connsiteX80" fmla="*/ 95968 w 765852"/>
              <a:gd name="connsiteY80" fmla="*/ 23793 h 260086"/>
              <a:gd name="connsiteX81" fmla="*/ 93648 w 765852"/>
              <a:gd name="connsiteY81" fmla="*/ 26792 h 260086"/>
              <a:gd name="connsiteX82" fmla="*/ 187296 w 765852"/>
              <a:gd name="connsiteY82" fmla="*/ 26792 h 260086"/>
              <a:gd name="connsiteX83" fmla="*/ 187296 w 765852"/>
              <a:gd name="connsiteY83" fmla="*/ 2119 h 260086"/>
              <a:gd name="connsiteX84" fmla="*/ 140023 w 765852"/>
              <a:gd name="connsiteY84" fmla="*/ 2119 h 260086"/>
              <a:gd name="connsiteX85" fmla="*/ 95958 w 765852"/>
              <a:gd name="connsiteY85" fmla="*/ 23793 h 260086"/>
              <a:gd name="connsiteX86" fmla="*/ 514844 w 765852"/>
              <a:gd name="connsiteY86" fmla="*/ 164677 h 260086"/>
              <a:gd name="connsiteX87" fmla="*/ 540232 w 765852"/>
              <a:gd name="connsiteY87" fmla="*/ 164677 h 260086"/>
              <a:gd name="connsiteX88" fmla="*/ 540232 w 765852"/>
              <a:gd name="connsiteY88" fmla="*/ 2119 h 260086"/>
              <a:gd name="connsiteX89" fmla="*/ 514844 w 765852"/>
              <a:gd name="connsiteY89" fmla="*/ 2119 h 260086"/>
              <a:gd name="connsiteX90" fmla="*/ 514844 w 765852"/>
              <a:gd name="connsiteY90" fmla="*/ 164677 h 260086"/>
              <a:gd name="connsiteX91" fmla="*/ 495205 w 765852"/>
              <a:gd name="connsiteY91" fmla="*/ 259554 h 260086"/>
              <a:gd name="connsiteX92" fmla="*/ 502915 w 765852"/>
              <a:gd name="connsiteY92" fmla="*/ 259554 h 260086"/>
              <a:gd name="connsiteX93" fmla="*/ 502915 w 765852"/>
              <a:gd name="connsiteY93" fmla="*/ 197523 h 260086"/>
              <a:gd name="connsiteX94" fmla="*/ 495205 w 765852"/>
              <a:gd name="connsiteY94" fmla="*/ 197523 h 260086"/>
              <a:gd name="connsiteX95" fmla="*/ 495205 w 765852"/>
              <a:gd name="connsiteY95" fmla="*/ 259554 h 260086"/>
              <a:gd name="connsiteX96" fmla="*/ 544816 w 765852"/>
              <a:gd name="connsiteY96" fmla="*/ 204613 h 260086"/>
              <a:gd name="connsiteX97" fmla="*/ 564923 w 765852"/>
              <a:gd name="connsiteY97" fmla="*/ 204613 h 260086"/>
              <a:gd name="connsiteX98" fmla="*/ 564923 w 765852"/>
              <a:gd name="connsiteY98" fmla="*/ 259554 h 260086"/>
              <a:gd name="connsiteX99" fmla="*/ 572633 w 765852"/>
              <a:gd name="connsiteY99" fmla="*/ 259554 h 260086"/>
              <a:gd name="connsiteX100" fmla="*/ 572633 w 765852"/>
              <a:gd name="connsiteY100" fmla="*/ 204613 h 260086"/>
              <a:gd name="connsiteX101" fmla="*/ 592740 w 765852"/>
              <a:gd name="connsiteY101" fmla="*/ 204613 h 260086"/>
              <a:gd name="connsiteX102" fmla="*/ 592740 w 765852"/>
              <a:gd name="connsiteY102" fmla="*/ 197523 h 260086"/>
              <a:gd name="connsiteX103" fmla="*/ 544816 w 765852"/>
              <a:gd name="connsiteY103" fmla="*/ 197523 h 260086"/>
              <a:gd name="connsiteX104" fmla="*/ 544816 w 765852"/>
              <a:gd name="connsiteY104" fmla="*/ 204613 h 260086"/>
              <a:gd name="connsiteX105" fmla="*/ 287389 w 765852"/>
              <a:gd name="connsiteY105" fmla="*/ 2119 h 260086"/>
              <a:gd name="connsiteX106" fmla="*/ 345234 w 765852"/>
              <a:gd name="connsiteY106" fmla="*/ 140105 h 260086"/>
              <a:gd name="connsiteX107" fmla="*/ 381413 w 765852"/>
              <a:gd name="connsiteY107" fmla="*/ 166796 h 260086"/>
              <a:gd name="connsiteX108" fmla="*/ 382899 w 765852"/>
              <a:gd name="connsiteY108" fmla="*/ 166796 h 260086"/>
              <a:gd name="connsiteX109" fmla="*/ 316692 w 765852"/>
              <a:gd name="connsiteY109" fmla="*/ 2119 h 260086"/>
              <a:gd name="connsiteX110" fmla="*/ 287389 w 765852"/>
              <a:gd name="connsiteY110" fmla="*/ 2119 h 260086"/>
              <a:gd name="connsiteX111" fmla="*/ 443549 w 765852"/>
              <a:gd name="connsiteY111" fmla="*/ 199871 h 260086"/>
              <a:gd name="connsiteX112" fmla="*/ 432739 w 765852"/>
              <a:gd name="connsiteY112" fmla="*/ 197523 h 260086"/>
              <a:gd name="connsiteX113" fmla="*/ 408910 w 765852"/>
              <a:gd name="connsiteY113" fmla="*/ 197523 h 260086"/>
              <a:gd name="connsiteX114" fmla="*/ 408910 w 765852"/>
              <a:gd name="connsiteY114" fmla="*/ 259554 h 260086"/>
              <a:gd name="connsiteX115" fmla="*/ 416621 w 765852"/>
              <a:gd name="connsiteY115" fmla="*/ 259554 h 260086"/>
              <a:gd name="connsiteX116" fmla="*/ 416621 w 765852"/>
              <a:gd name="connsiteY116" fmla="*/ 235716 h 260086"/>
              <a:gd name="connsiteX117" fmla="*/ 432748 w 765852"/>
              <a:gd name="connsiteY117" fmla="*/ 235716 h 260086"/>
              <a:gd name="connsiteX118" fmla="*/ 443512 w 765852"/>
              <a:gd name="connsiteY118" fmla="*/ 233368 h 260086"/>
              <a:gd name="connsiteX119" fmla="*/ 450728 w 765852"/>
              <a:gd name="connsiteY119" fmla="*/ 226681 h 260086"/>
              <a:gd name="connsiteX120" fmla="*/ 453295 w 765852"/>
              <a:gd name="connsiteY120" fmla="*/ 216583 h 260086"/>
              <a:gd name="connsiteX121" fmla="*/ 450774 w 765852"/>
              <a:gd name="connsiteY121" fmla="*/ 206521 h 260086"/>
              <a:gd name="connsiteX122" fmla="*/ 443558 w 765852"/>
              <a:gd name="connsiteY122" fmla="*/ 199871 h 260086"/>
              <a:gd name="connsiteX123" fmla="*/ 441779 w 765852"/>
              <a:gd name="connsiteY123" fmla="*/ 225351 h 260086"/>
              <a:gd name="connsiteX124" fmla="*/ 432033 w 765852"/>
              <a:gd name="connsiteY124" fmla="*/ 228635 h 260086"/>
              <a:gd name="connsiteX125" fmla="*/ 416621 w 765852"/>
              <a:gd name="connsiteY125" fmla="*/ 228635 h 260086"/>
              <a:gd name="connsiteX126" fmla="*/ 416621 w 765852"/>
              <a:gd name="connsiteY126" fmla="*/ 204622 h 260086"/>
              <a:gd name="connsiteX127" fmla="*/ 432125 w 765852"/>
              <a:gd name="connsiteY127" fmla="*/ 204622 h 260086"/>
              <a:gd name="connsiteX128" fmla="*/ 441825 w 765852"/>
              <a:gd name="connsiteY128" fmla="*/ 207860 h 260086"/>
              <a:gd name="connsiteX129" fmla="*/ 445410 w 765852"/>
              <a:gd name="connsiteY129" fmla="*/ 216592 h 260086"/>
              <a:gd name="connsiteX130" fmla="*/ 441779 w 765852"/>
              <a:gd name="connsiteY130" fmla="*/ 225361 h 260086"/>
              <a:gd name="connsiteX131" fmla="*/ 382889 w 765852"/>
              <a:gd name="connsiteY131" fmla="*/ 166805 h 260086"/>
              <a:gd name="connsiteX132" fmla="*/ 384375 w 765852"/>
              <a:gd name="connsiteY132" fmla="*/ 166805 h 260086"/>
              <a:gd name="connsiteX133" fmla="*/ 420554 w 765852"/>
              <a:gd name="connsiteY133" fmla="*/ 140114 h 260086"/>
              <a:gd name="connsiteX134" fmla="*/ 478399 w 765852"/>
              <a:gd name="connsiteY134" fmla="*/ 2128 h 260086"/>
              <a:gd name="connsiteX135" fmla="*/ 449096 w 765852"/>
              <a:gd name="connsiteY135" fmla="*/ 2128 h 260086"/>
              <a:gd name="connsiteX136" fmla="*/ 382889 w 765852"/>
              <a:gd name="connsiteY136" fmla="*/ 166814 h 260086"/>
              <a:gd name="connsiteX137" fmla="*/ 644368 w 765852"/>
              <a:gd name="connsiteY137" fmla="*/ 197523 h 260086"/>
              <a:gd name="connsiteX138" fmla="*/ 620714 w 765852"/>
              <a:gd name="connsiteY138" fmla="*/ 259554 h 260086"/>
              <a:gd name="connsiteX139" fmla="*/ 628690 w 765852"/>
              <a:gd name="connsiteY139" fmla="*/ 259554 h 260086"/>
              <a:gd name="connsiteX140" fmla="*/ 635246 w 765852"/>
              <a:gd name="connsiteY140" fmla="*/ 242806 h 260086"/>
              <a:gd name="connsiteX141" fmla="*/ 662266 w 765852"/>
              <a:gd name="connsiteY141" fmla="*/ 242806 h 260086"/>
              <a:gd name="connsiteX142" fmla="*/ 668821 w 765852"/>
              <a:gd name="connsiteY142" fmla="*/ 259554 h 260086"/>
              <a:gd name="connsiteX143" fmla="*/ 677055 w 765852"/>
              <a:gd name="connsiteY143" fmla="*/ 259554 h 260086"/>
              <a:gd name="connsiteX144" fmla="*/ 653491 w 765852"/>
              <a:gd name="connsiteY144" fmla="*/ 197523 h 260086"/>
              <a:gd name="connsiteX145" fmla="*/ 644368 w 765852"/>
              <a:gd name="connsiteY145" fmla="*/ 197523 h 260086"/>
              <a:gd name="connsiteX146" fmla="*/ 637547 w 765852"/>
              <a:gd name="connsiteY146" fmla="*/ 235808 h 260086"/>
              <a:gd name="connsiteX147" fmla="*/ 648705 w 765852"/>
              <a:gd name="connsiteY147" fmla="*/ 205943 h 260086"/>
              <a:gd name="connsiteX148" fmla="*/ 659955 w 765852"/>
              <a:gd name="connsiteY148" fmla="*/ 235808 h 260086"/>
              <a:gd name="connsiteX149" fmla="*/ 637538 w 765852"/>
              <a:gd name="connsiteY149" fmla="*/ 235808 h 260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</a:cxnLst>
            <a:rect l="l" t="t" r="r" b="b"/>
            <a:pathLst>
              <a:path w="765852" h="260086">
                <a:moveTo>
                  <a:pt x="739575" y="143884"/>
                </a:moveTo>
                <a:cubicBezTo>
                  <a:pt x="756519" y="128906"/>
                  <a:pt x="765852" y="107425"/>
                  <a:pt x="765852" y="83403"/>
                </a:cubicBezTo>
                <a:cubicBezTo>
                  <a:pt x="765852" y="59381"/>
                  <a:pt x="756519" y="37899"/>
                  <a:pt x="739575" y="22921"/>
                </a:cubicBezTo>
                <a:cubicBezTo>
                  <a:pt x="722613" y="7925"/>
                  <a:pt x="699307" y="0"/>
                  <a:pt x="672177" y="0"/>
                </a:cubicBezTo>
                <a:cubicBezTo>
                  <a:pt x="645047" y="0"/>
                  <a:pt x="621740" y="7925"/>
                  <a:pt x="604779" y="22921"/>
                </a:cubicBezTo>
                <a:cubicBezTo>
                  <a:pt x="587835" y="37899"/>
                  <a:pt x="578501" y="59381"/>
                  <a:pt x="578501" y="83403"/>
                </a:cubicBezTo>
                <a:cubicBezTo>
                  <a:pt x="578501" y="107425"/>
                  <a:pt x="587835" y="128906"/>
                  <a:pt x="604779" y="143884"/>
                </a:cubicBezTo>
                <a:cubicBezTo>
                  <a:pt x="621740" y="158881"/>
                  <a:pt x="645047" y="166805"/>
                  <a:pt x="672177" y="166805"/>
                </a:cubicBezTo>
                <a:cubicBezTo>
                  <a:pt x="699307" y="166805"/>
                  <a:pt x="722613" y="158881"/>
                  <a:pt x="739575" y="143884"/>
                </a:cubicBezTo>
                <a:close/>
                <a:moveTo>
                  <a:pt x="604595" y="83403"/>
                </a:moveTo>
                <a:cubicBezTo>
                  <a:pt x="604595" y="66489"/>
                  <a:pt x="610821" y="52135"/>
                  <a:pt x="622611" y="41871"/>
                </a:cubicBezTo>
                <a:cubicBezTo>
                  <a:pt x="634751" y="31305"/>
                  <a:pt x="651887" y="25719"/>
                  <a:pt x="672177" y="25719"/>
                </a:cubicBezTo>
                <a:cubicBezTo>
                  <a:pt x="692467" y="25719"/>
                  <a:pt x="709603" y="31305"/>
                  <a:pt x="721742" y="41871"/>
                </a:cubicBezTo>
                <a:cubicBezTo>
                  <a:pt x="733524" y="52126"/>
                  <a:pt x="739759" y="66489"/>
                  <a:pt x="739759" y="83403"/>
                </a:cubicBezTo>
                <a:cubicBezTo>
                  <a:pt x="739759" y="100316"/>
                  <a:pt x="733533" y="114671"/>
                  <a:pt x="721742" y="124934"/>
                </a:cubicBezTo>
                <a:cubicBezTo>
                  <a:pt x="709603" y="135501"/>
                  <a:pt x="692467" y="141077"/>
                  <a:pt x="672177" y="141077"/>
                </a:cubicBezTo>
                <a:cubicBezTo>
                  <a:pt x="651887" y="141077"/>
                  <a:pt x="634741" y="135491"/>
                  <a:pt x="622611" y="124934"/>
                </a:cubicBezTo>
                <a:cubicBezTo>
                  <a:pt x="610830" y="114671"/>
                  <a:pt x="604595" y="100316"/>
                  <a:pt x="604595" y="83403"/>
                </a:cubicBezTo>
                <a:close/>
                <a:moveTo>
                  <a:pt x="238310" y="207181"/>
                </a:moveTo>
                <a:cubicBezTo>
                  <a:pt x="241556" y="205118"/>
                  <a:pt x="245306" y="204081"/>
                  <a:pt x="249560" y="204081"/>
                </a:cubicBezTo>
                <a:cubicBezTo>
                  <a:pt x="254282" y="204081"/>
                  <a:pt x="258288" y="205292"/>
                  <a:pt x="261562" y="207713"/>
                </a:cubicBezTo>
                <a:cubicBezTo>
                  <a:pt x="264835" y="210135"/>
                  <a:pt x="267035" y="213501"/>
                  <a:pt x="268163" y="217812"/>
                </a:cubicBezTo>
                <a:lnTo>
                  <a:pt x="275874" y="217812"/>
                </a:lnTo>
                <a:cubicBezTo>
                  <a:pt x="274691" y="211373"/>
                  <a:pt x="271784" y="206292"/>
                  <a:pt x="267145" y="202568"/>
                </a:cubicBezTo>
                <a:cubicBezTo>
                  <a:pt x="262506" y="198844"/>
                  <a:pt x="256766" y="196982"/>
                  <a:pt x="249917" y="196982"/>
                </a:cubicBezTo>
                <a:cubicBezTo>
                  <a:pt x="244013" y="196982"/>
                  <a:pt x="238814" y="198293"/>
                  <a:pt x="234322" y="200926"/>
                </a:cubicBezTo>
                <a:cubicBezTo>
                  <a:pt x="229838" y="203558"/>
                  <a:pt x="226382" y="207264"/>
                  <a:pt x="223961" y="212052"/>
                </a:cubicBezTo>
                <a:cubicBezTo>
                  <a:pt x="221541" y="216840"/>
                  <a:pt x="220330" y="222334"/>
                  <a:pt x="220330" y="228534"/>
                </a:cubicBezTo>
                <a:cubicBezTo>
                  <a:pt x="220330" y="234734"/>
                  <a:pt x="221541" y="240302"/>
                  <a:pt x="223961" y="245062"/>
                </a:cubicBezTo>
                <a:cubicBezTo>
                  <a:pt x="226382" y="249823"/>
                  <a:pt x="229838" y="253510"/>
                  <a:pt x="234322" y="256142"/>
                </a:cubicBezTo>
                <a:cubicBezTo>
                  <a:pt x="238805" y="258775"/>
                  <a:pt x="244004" y="260086"/>
                  <a:pt x="249917" y="260086"/>
                </a:cubicBezTo>
                <a:cubicBezTo>
                  <a:pt x="256831" y="260086"/>
                  <a:pt x="262570" y="258224"/>
                  <a:pt x="267145" y="254501"/>
                </a:cubicBezTo>
                <a:cubicBezTo>
                  <a:pt x="271720" y="250777"/>
                  <a:pt x="274599" y="245695"/>
                  <a:pt x="275782" y="239256"/>
                </a:cubicBezTo>
                <a:lnTo>
                  <a:pt x="268071" y="239256"/>
                </a:lnTo>
                <a:cubicBezTo>
                  <a:pt x="266888" y="243631"/>
                  <a:pt x="264706" y="247007"/>
                  <a:pt x="261516" y="249401"/>
                </a:cubicBezTo>
                <a:cubicBezTo>
                  <a:pt x="258325" y="251795"/>
                  <a:pt x="254337" y="252987"/>
                  <a:pt x="249560" y="252987"/>
                </a:cubicBezTo>
                <a:cubicBezTo>
                  <a:pt x="245306" y="252987"/>
                  <a:pt x="241556" y="251951"/>
                  <a:pt x="238310" y="249887"/>
                </a:cubicBezTo>
                <a:cubicBezTo>
                  <a:pt x="235064" y="247823"/>
                  <a:pt x="232561" y="244925"/>
                  <a:pt x="230828" y="241201"/>
                </a:cubicBezTo>
                <a:cubicBezTo>
                  <a:pt x="229086" y="237477"/>
                  <a:pt x="228215" y="233258"/>
                  <a:pt x="228215" y="228525"/>
                </a:cubicBezTo>
                <a:cubicBezTo>
                  <a:pt x="228215" y="223792"/>
                  <a:pt x="229086" y="219499"/>
                  <a:pt x="230828" y="215812"/>
                </a:cubicBezTo>
                <a:cubicBezTo>
                  <a:pt x="232570" y="212125"/>
                  <a:pt x="235064" y="209245"/>
                  <a:pt x="238310" y="207172"/>
                </a:cubicBezTo>
                <a:close/>
                <a:moveTo>
                  <a:pt x="335580" y="197523"/>
                </a:moveTo>
                <a:lnTo>
                  <a:pt x="311925" y="259554"/>
                </a:lnTo>
                <a:lnTo>
                  <a:pt x="319892" y="259554"/>
                </a:lnTo>
                <a:lnTo>
                  <a:pt x="326448" y="242806"/>
                </a:lnTo>
                <a:lnTo>
                  <a:pt x="353467" y="242806"/>
                </a:lnTo>
                <a:lnTo>
                  <a:pt x="360023" y="259554"/>
                </a:lnTo>
                <a:lnTo>
                  <a:pt x="368256" y="259554"/>
                </a:lnTo>
                <a:lnTo>
                  <a:pt x="344693" y="197523"/>
                </a:lnTo>
                <a:lnTo>
                  <a:pt x="335570" y="197523"/>
                </a:lnTo>
                <a:close/>
                <a:moveTo>
                  <a:pt x="328758" y="235808"/>
                </a:moveTo>
                <a:lnTo>
                  <a:pt x="339916" y="205943"/>
                </a:lnTo>
                <a:lnTo>
                  <a:pt x="351166" y="235808"/>
                </a:lnTo>
                <a:lnTo>
                  <a:pt x="328749" y="235808"/>
                </a:lnTo>
                <a:close/>
                <a:moveTo>
                  <a:pt x="725437" y="197523"/>
                </a:moveTo>
                <a:lnTo>
                  <a:pt x="717736" y="197523"/>
                </a:lnTo>
                <a:lnTo>
                  <a:pt x="717736" y="259554"/>
                </a:lnTo>
                <a:lnTo>
                  <a:pt x="753704" y="259554"/>
                </a:lnTo>
                <a:lnTo>
                  <a:pt x="753704" y="252464"/>
                </a:lnTo>
                <a:lnTo>
                  <a:pt x="725446" y="252464"/>
                </a:lnTo>
                <a:lnTo>
                  <a:pt x="725446" y="197523"/>
                </a:lnTo>
                <a:close/>
                <a:moveTo>
                  <a:pt x="250953" y="2119"/>
                </a:moveTo>
                <a:lnTo>
                  <a:pt x="225566" y="2119"/>
                </a:lnTo>
                <a:lnTo>
                  <a:pt x="225566" y="164677"/>
                </a:lnTo>
                <a:lnTo>
                  <a:pt x="250953" y="164677"/>
                </a:lnTo>
                <a:lnTo>
                  <a:pt x="250953" y="2119"/>
                </a:lnTo>
                <a:close/>
                <a:moveTo>
                  <a:pt x="80592" y="62692"/>
                </a:moveTo>
                <a:lnTo>
                  <a:pt x="80592" y="164687"/>
                </a:lnTo>
                <a:cubicBezTo>
                  <a:pt x="80592" y="164687"/>
                  <a:pt x="106732" y="164687"/>
                  <a:pt x="106732" y="164687"/>
                </a:cubicBezTo>
                <a:lnTo>
                  <a:pt x="106713" y="62692"/>
                </a:lnTo>
                <a:cubicBezTo>
                  <a:pt x="106713" y="50282"/>
                  <a:pt x="102707" y="38523"/>
                  <a:pt x="95124" y="28700"/>
                </a:cubicBezTo>
                <a:lnTo>
                  <a:pt x="93648" y="26792"/>
                </a:lnTo>
                <a:lnTo>
                  <a:pt x="92172" y="28700"/>
                </a:lnTo>
                <a:cubicBezTo>
                  <a:pt x="84589" y="38523"/>
                  <a:pt x="80583" y="50273"/>
                  <a:pt x="80583" y="62692"/>
                </a:cubicBezTo>
                <a:close/>
                <a:moveTo>
                  <a:pt x="47273" y="2119"/>
                </a:moveTo>
                <a:lnTo>
                  <a:pt x="0" y="2119"/>
                </a:lnTo>
                <a:lnTo>
                  <a:pt x="0" y="26792"/>
                </a:lnTo>
                <a:lnTo>
                  <a:pt x="93648" y="26792"/>
                </a:lnTo>
                <a:lnTo>
                  <a:pt x="91328" y="23793"/>
                </a:lnTo>
                <a:cubicBezTo>
                  <a:pt x="80693" y="10025"/>
                  <a:pt x="64629" y="2119"/>
                  <a:pt x="47273" y="2119"/>
                </a:cubicBezTo>
                <a:close/>
                <a:moveTo>
                  <a:pt x="95968" y="23793"/>
                </a:moveTo>
                <a:lnTo>
                  <a:pt x="93648" y="26792"/>
                </a:lnTo>
                <a:lnTo>
                  <a:pt x="187296" y="26792"/>
                </a:lnTo>
                <a:lnTo>
                  <a:pt x="187296" y="2119"/>
                </a:lnTo>
                <a:lnTo>
                  <a:pt x="140023" y="2119"/>
                </a:lnTo>
                <a:cubicBezTo>
                  <a:pt x="122657" y="2119"/>
                  <a:pt x="106603" y="10016"/>
                  <a:pt x="95958" y="23793"/>
                </a:cubicBezTo>
                <a:close/>
                <a:moveTo>
                  <a:pt x="514844" y="164677"/>
                </a:moveTo>
                <a:lnTo>
                  <a:pt x="540232" y="164677"/>
                </a:lnTo>
                <a:lnTo>
                  <a:pt x="540232" y="2119"/>
                </a:lnTo>
                <a:lnTo>
                  <a:pt x="514844" y="2119"/>
                </a:lnTo>
                <a:lnTo>
                  <a:pt x="514844" y="164677"/>
                </a:lnTo>
                <a:close/>
                <a:moveTo>
                  <a:pt x="495205" y="259554"/>
                </a:moveTo>
                <a:lnTo>
                  <a:pt x="502915" y="259554"/>
                </a:lnTo>
                <a:lnTo>
                  <a:pt x="502915" y="197523"/>
                </a:lnTo>
                <a:lnTo>
                  <a:pt x="495205" y="197523"/>
                </a:lnTo>
                <a:lnTo>
                  <a:pt x="495205" y="259554"/>
                </a:lnTo>
                <a:close/>
                <a:moveTo>
                  <a:pt x="544816" y="204613"/>
                </a:moveTo>
                <a:lnTo>
                  <a:pt x="564923" y="204613"/>
                </a:lnTo>
                <a:lnTo>
                  <a:pt x="564923" y="259554"/>
                </a:lnTo>
                <a:lnTo>
                  <a:pt x="572633" y="259554"/>
                </a:lnTo>
                <a:lnTo>
                  <a:pt x="572633" y="204613"/>
                </a:lnTo>
                <a:lnTo>
                  <a:pt x="592740" y="204613"/>
                </a:lnTo>
                <a:lnTo>
                  <a:pt x="592740" y="197523"/>
                </a:lnTo>
                <a:lnTo>
                  <a:pt x="544816" y="197523"/>
                </a:lnTo>
                <a:lnTo>
                  <a:pt x="544816" y="204613"/>
                </a:lnTo>
                <a:close/>
                <a:moveTo>
                  <a:pt x="287389" y="2119"/>
                </a:moveTo>
                <a:cubicBezTo>
                  <a:pt x="287389" y="2119"/>
                  <a:pt x="335680" y="117220"/>
                  <a:pt x="345234" y="140105"/>
                </a:cubicBezTo>
                <a:cubicBezTo>
                  <a:pt x="356374" y="166796"/>
                  <a:pt x="374464" y="166796"/>
                  <a:pt x="381413" y="166796"/>
                </a:cubicBezTo>
                <a:lnTo>
                  <a:pt x="382899" y="166796"/>
                </a:lnTo>
                <a:lnTo>
                  <a:pt x="316692" y="2119"/>
                </a:lnTo>
                <a:lnTo>
                  <a:pt x="287389" y="2119"/>
                </a:lnTo>
                <a:close/>
                <a:moveTo>
                  <a:pt x="443549" y="199871"/>
                </a:moveTo>
                <a:cubicBezTo>
                  <a:pt x="440413" y="198303"/>
                  <a:pt x="436819" y="197523"/>
                  <a:pt x="432739" y="197523"/>
                </a:cubicBezTo>
                <a:lnTo>
                  <a:pt x="408910" y="197523"/>
                </a:lnTo>
                <a:lnTo>
                  <a:pt x="408910" y="259554"/>
                </a:lnTo>
                <a:lnTo>
                  <a:pt x="416621" y="259554"/>
                </a:lnTo>
                <a:lnTo>
                  <a:pt x="416621" y="235716"/>
                </a:lnTo>
                <a:lnTo>
                  <a:pt x="432748" y="235716"/>
                </a:lnTo>
                <a:cubicBezTo>
                  <a:pt x="436819" y="235716"/>
                  <a:pt x="440413" y="234936"/>
                  <a:pt x="443512" y="233368"/>
                </a:cubicBezTo>
                <a:cubicBezTo>
                  <a:pt x="446611" y="231799"/>
                  <a:pt x="449013" y="229571"/>
                  <a:pt x="450728" y="226681"/>
                </a:cubicBezTo>
                <a:cubicBezTo>
                  <a:pt x="452442" y="223783"/>
                  <a:pt x="453295" y="220417"/>
                  <a:pt x="453295" y="216583"/>
                </a:cubicBezTo>
                <a:cubicBezTo>
                  <a:pt x="453295" y="212749"/>
                  <a:pt x="452452" y="209392"/>
                  <a:pt x="450774" y="206521"/>
                </a:cubicBezTo>
                <a:cubicBezTo>
                  <a:pt x="449087" y="203659"/>
                  <a:pt x="446685" y="201439"/>
                  <a:pt x="443558" y="199871"/>
                </a:cubicBezTo>
                <a:close/>
                <a:moveTo>
                  <a:pt x="441779" y="225351"/>
                </a:moveTo>
                <a:cubicBezTo>
                  <a:pt x="439359" y="227534"/>
                  <a:pt x="436113" y="228635"/>
                  <a:pt x="432033" y="228635"/>
                </a:cubicBezTo>
                <a:lnTo>
                  <a:pt x="416621" y="228635"/>
                </a:lnTo>
                <a:lnTo>
                  <a:pt x="416621" y="204622"/>
                </a:lnTo>
                <a:lnTo>
                  <a:pt x="432125" y="204622"/>
                </a:lnTo>
                <a:cubicBezTo>
                  <a:pt x="436196" y="204622"/>
                  <a:pt x="439432" y="205705"/>
                  <a:pt x="441825" y="207860"/>
                </a:cubicBezTo>
                <a:cubicBezTo>
                  <a:pt x="444218" y="210015"/>
                  <a:pt x="445410" y="212923"/>
                  <a:pt x="445410" y="216592"/>
                </a:cubicBezTo>
                <a:cubicBezTo>
                  <a:pt x="445410" y="220261"/>
                  <a:pt x="444200" y="223178"/>
                  <a:pt x="441779" y="225361"/>
                </a:cubicBezTo>
                <a:close/>
                <a:moveTo>
                  <a:pt x="382889" y="166805"/>
                </a:moveTo>
                <a:lnTo>
                  <a:pt x="384375" y="166805"/>
                </a:lnTo>
                <a:cubicBezTo>
                  <a:pt x="391334" y="166805"/>
                  <a:pt x="409423" y="166805"/>
                  <a:pt x="420554" y="140114"/>
                </a:cubicBezTo>
                <a:cubicBezTo>
                  <a:pt x="430099" y="117230"/>
                  <a:pt x="478399" y="2128"/>
                  <a:pt x="478399" y="2128"/>
                </a:cubicBezTo>
                <a:lnTo>
                  <a:pt x="449096" y="2128"/>
                </a:lnTo>
                <a:lnTo>
                  <a:pt x="382889" y="166814"/>
                </a:lnTo>
                <a:close/>
                <a:moveTo>
                  <a:pt x="644368" y="197523"/>
                </a:moveTo>
                <a:lnTo>
                  <a:pt x="620714" y="259554"/>
                </a:lnTo>
                <a:lnTo>
                  <a:pt x="628690" y="259554"/>
                </a:lnTo>
                <a:lnTo>
                  <a:pt x="635246" y="242806"/>
                </a:lnTo>
                <a:lnTo>
                  <a:pt x="662266" y="242806"/>
                </a:lnTo>
                <a:lnTo>
                  <a:pt x="668821" y="259554"/>
                </a:lnTo>
                <a:lnTo>
                  <a:pt x="677055" y="259554"/>
                </a:lnTo>
                <a:lnTo>
                  <a:pt x="653491" y="197523"/>
                </a:lnTo>
                <a:lnTo>
                  <a:pt x="644368" y="197523"/>
                </a:lnTo>
                <a:close/>
                <a:moveTo>
                  <a:pt x="637547" y="235808"/>
                </a:moveTo>
                <a:lnTo>
                  <a:pt x="648705" y="205943"/>
                </a:lnTo>
                <a:lnTo>
                  <a:pt x="659955" y="235808"/>
                </a:lnTo>
                <a:lnTo>
                  <a:pt x="637538" y="235808"/>
                </a:lnTo>
                <a:close/>
              </a:path>
            </a:pathLst>
          </a:custGeom>
          <a:solidFill>
            <a:schemeClr val="bg1"/>
          </a:solidFill>
          <a:ln w="1061" cap="flat">
            <a:noFill/>
            <a:prstDash val="solid"/>
            <a:miter/>
          </a:ln>
        </p:spPr>
        <p:txBody>
          <a:bodyPr rtlCol="0" anchor="ctr"/>
          <a:lstStyle/>
          <a:p>
            <a:endParaRPr lang="pt-BR" sz="849">
              <a:solidFill>
                <a:schemeClr val="bg1"/>
              </a:solidFill>
            </a:endParaRPr>
          </a:p>
        </p:txBody>
      </p:sp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7858F1CA-0E09-F094-AD45-52092585CA1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225800" y="1518527"/>
            <a:ext cx="3740400" cy="2313464"/>
          </a:xfrm>
          <a:prstGeom prst="rect">
            <a:avLst/>
          </a:prstGeom>
          <a:ln>
            <a:solidFill>
              <a:schemeClr val="accent4"/>
            </a:solidFill>
          </a:ln>
        </p:spPr>
        <p:txBody>
          <a:bodyPr lIns="36000" tIns="36000" rIns="36000" bIns="36000"/>
          <a:lstStyle>
            <a:lvl1pPr marL="0" indent="0">
              <a:buNone/>
              <a:defRPr sz="120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4E170CD4-5C01-DD85-2A0A-98954D99CAC5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34962" y="3987408"/>
            <a:ext cx="3741737" cy="2313464"/>
          </a:xfrm>
          <a:prstGeom prst="rect">
            <a:avLst/>
          </a:prstGeom>
          <a:ln>
            <a:solidFill>
              <a:schemeClr val="accent4"/>
            </a:solidFill>
          </a:ln>
        </p:spPr>
        <p:txBody>
          <a:bodyPr lIns="36000" tIns="36000" rIns="36000" bIns="36000"/>
          <a:lstStyle>
            <a:lvl1pPr marL="0" indent="0">
              <a:buNone/>
              <a:defRPr sz="120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8">
            <a:extLst>
              <a:ext uri="{FF2B5EF4-FFF2-40B4-BE49-F238E27FC236}">
                <a16:creationId xmlns:a16="http://schemas.microsoft.com/office/drawing/2014/main" id="{10601806-BC35-9EEE-9C59-2DC0E49D5BA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4225799" y="3987408"/>
            <a:ext cx="3740400" cy="2313464"/>
          </a:xfrm>
          <a:prstGeom prst="rect">
            <a:avLst/>
          </a:prstGeom>
          <a:ln>
            <a:solidFill>
              <a:schemeClr val="accent4"/>
            </a:solidFill>
          </a:ln>
        </p:spPr>
        <p:txBody>
          <a:bodyPr lIns="36000" tIns="36000" rIns="36000" bIns="36000"/>
          <a:lstStyle>
            <a:lvl1pPr marL="0" indent="0">
              <a:buNone/>
              <a:defRPr sz="120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805EFAA-C04F-7113-90E8-A7D66AF3528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116638" y="1524793"/>
            <a:ext cx="3740400" cy="4776079"/>
          </a:xfrm>
          <a:prstGeom prst="rect">
            <a:avLst/>
          </a:prstGeom>
          <a:ln>
            <a:solidFill>
              <a:schemeClr val="accent4"/>
            </a:solidFill>
          </a:ln>
        </p:spPr>
        <p:txBody>
          <a:bodyPr lIns="36000" tIns="36000" rIns="36000" bIns="36000"/>
          <a:lstStyle>
            <a:lvl1pPr marL="0" indent="0">
              <a:buNone/>
              <a:defRPr sz="120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3A3FCC3-EBF1-0B54-4092-43FDDED92531}"/>
              </a:ext>
            </a:extLst>
          </p:cNvPr>
          <p:cNvCxnSpPr/>
          <p:nvPr userDrawn="1"/>
        </p:nvCxnSpPr>
        <p:spPr>
          <a:xfrm>
            <a:off x="334964" y="185353"/>
            <a:ext cx="10415415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137480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469">
          <p15:clr>
            <a:srgbClr val="FBAE40"/>
          </p15:clr>
        </p15:guide>
        <p15:guide id="2" orient="horz" pos="3974">
          <p15:clr>
            <a:srgbClr val="FBAE40"/>
          </p15:clr>
        </p15:guide>
        <p15:guide id="3" orient="horz" pos="232">
          <p15:clr>
            <a:srgbClr val="FBAE40"/>
          </p15:clr>
        </p15:guide>
        <p15:guide id="4" pos="211">
          <p15:clr>
            <a:srgbClr val="FBAE40"/>
          </p15:clr>
        </p15:guide>
        <p15:guide id="5" orient="horz" pos="4065">
          <p15:clr>
            <a:srgbClr val="FBAE40"/>
          </p15:clr>
        </p15:guide>
        <p15:guide id="6" orient="horz" pos="799">
          <p15:clr>
            <a:srgbClr val="FBAE40"/>
          </p15:clr>
        </p15:guide>
        <p15:guide id="7" orient="horz" pos="935">
          <p15:clr>
            <a:srgbClr val="FBAE40"/>
          </p15:clr>
        </p15:guide>
      </p15:sldGuideLst>
    </p:ext>
  </p:extLst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ítulo | 4 Boxes - High Yield">
    <p:bg>
      <p:bgPr>
        <a:gradFill>
          <a:gsLst>
            <a:gs pos="81000">
              <a:schemeClr val="tx1">
                <a:lumMod val="85000"/>
                <a:lumOff val="15000"/>
              </a:schemeClr>
            </a:gs>
            <a:gs pos="100000">
              <a:schemeClr val="tx1">
                <a:lumMod val="95000"/>
                <a:lumOff val="5000"/>
              </a:schemeClr>
            </a:gs>
            <a:gs pos="0">
              <a:schemeClr val="accent5"/>
            </a:gs>
          </a:gsLst>
          <a:lin ang="7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132BCE3-A04F-8602-64F7-7623C7EAF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61763" y="6482556"/>
            <a:ext cx="295275" cy="1692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 sz="1100">
                <a:solidFill>
                  <a:schemeClr val="bg1"/>
                </a:solidFill>
                <a:latin typeface="Versos" panose="020B0503020204030204" pitchFamily="34" charset="0"/>
                <a:cs typeface="Versos" panose="020B0503020204030204" pitchFamily="34" charset="0"/>
              </a:defRPr>
            </a:lvl1pPr>
          </a:lstStyle>
          <a:p>
            <a:fld id="{77667D73-C69A-4DAA-9003-24A825D36FE9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B13D7C-5A47-B0DF-B518-26E79F5D2DB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64" y="368301"/>
            <a:ext cx="10183813" cy="4308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err="1"/>
              <a:t>Título</a:t>
            </a:r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401465E-A8CD-A3BA-BE2A-9597492FDC6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4963" y="6482557"/>
            <a:ext cx="10980000" cy="138499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900">
                <a:latin typeface="Versos Light" panose="020B0403020204030204" pitchFamily="34" charset="0"/>
              </a:defRPr>
            </a:lvl2pPr>
            <a:lvl3pPr>
              <a:defRPr sz="900">
                <a:latin typeface="Versos Light" panose="020B0403020204030204" pitchFamily="34" charset="0"/>
              </a:defRPr>
            </a:lvl3pPr>
            <a:lvl4pPr>
              <a:defRPr sz="900">
                <a:latin typeface="Versos Light" panose="020B0403020204030204" pitchFamily="34" charset="0"/>
              </a:defRPr>
            </a:lvl4pPr>
            <a:lvl5pPr>
              <a:defRPr sz="900">
                <a:latin typeface="Versos Light" panose="020B0403020204030204" pitchFamily="34" charset="0"/>
              </a:defRPr>
            </a:lvl5pPr>
          </a:lstStyle>
          <a:p>
            <a:pPr lvl="0"/>
            <a:r>
              <a:rPr lang="en-US"/>
              <a:t>Fonte:</a:t>
            </a:r>
            <a:endParaRPr lang="pt-BR"/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7F86D482-580C-D22A-58CC-10B9C4F7EDD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34963" y="1518527"/>
            <a:ext cx="3741737" cy="2313464"/>
          </a:xfrm>
          <a:prstGeom prst="rect">
            <a:avLst/>
          </a:prstGeom>
          <a:ln>
            <a:solidFill>
              <a:schemeClr val="accent4"/>
            </a:solidFill>
          </a:ln>
        </p:spPr>
        <p:txBody>
          <a:bodyPr lIns="36000" tIns="36000" rIns="36000" bIns="36000"/>
          <a:lstStyle>
            <a:lvl1pPr marL="0" indent="0">
              <a:buNone/>
              <a:defRPr sz="120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Picture 8">
            <a:extLst>
              <a:ext uri="{FF2B5EF4-FFF2-40B4-BE49-F238E27FC236}">
                <a16:creationId xmlns:a16="http://schemas.microsoft.com/office/drawing/2014/main" id="{57BCE67C-64C7-2D0C-0DC2-7A4B4CC314E0}"/>
              </a:ext>
            </a:extLst>
          </p:cNvPr>
          <p:cNvSpPr/>
          <p:nvPr userDrawn="1"/>
        </p:nvSpPr>
        <p:spPr>
          <a:xfrm>
            <a:off x="11091186" y="377179"/>
            <a:ext cx="765852" cy="260086"/>
          </a:xfrm>
          <a:custGeom>
            <a:avLst/>
            <a:gdLst>
              <a:gd name="connsiteX0" fmla="*/ 739575 w 765852"/>
              <a:gd name="connsiteY0" fmla="*/ 143884 h 260086"/>
              <a:gd name="connsiteX1" fmla="*/ 765852 w 765852"/>
              <a:gd name="connsiteY1" fmla="*/ 83403 h 260086"/>
              <a:gd name="connsiteX2" fmla="*/ 739575 w 765852"/>
              <a:gd name="connsiteY2" fmla="*/ 22921 h 260086"/>
              <a:gd name="connsiteX3" fmla="*/ 672177 w 765852"/>
              <a:gd name="connsiteY3" fmla="*/ 0 h 260086"/>
              <a:gd name="connsiteX4" fmla="*/ 604779 w 765852"/>
              <a:gd name="connsiteY4" fmla="*/ 22921 h 260086"/>
              <a:gd name="connsiteX5" fmla="*/ 578501 w 765852"/>
              <a:gd name="connsiteY5" fmla="*/ 83403 h 260086"/>
              <a:gd name="connsiteX6" fmla="*/ 604779 w 765852"/>
              <a:gd name="connsiteY6" fmla="*/ 143884 h 260086"/>
              <a:gd name="connsiteX7" fmla="*/ 672177 w 765852"/>
              <a:gd name="connsiteY7" fmla="*/ 166805 h 260086"/>
              <a:gd name="connsiteX8" fmla="*/ 739575 w 765852"/>
              <a:gd name="connsiteY8" fmla="*/ 143884 h 260086"/>
              <a:gd name="connsiteX9" fmla="*/ 604595 w 765852"/>
              <a:gd name="connsiteY9" fmla="*/ 83403 h 260086"/>
              <a:gd name="connsiteX10" fmla="*/ 622611 w 765852"/>
              <a:gd name="connsiteY10" fmla="*/ 41871 h 260086"/>
              <a:gd name="connsiteX11" fmla="*/ 672177 w 765852"/>
              <a:gd name="connsiteY11" fmla="*/ 25719 h 260086"/>
              <a:gd name="connsiteX12" fmla="*/ 721742 w 765852"/>
              <a:gd name="connsiteY12" fmla="*/ 41871 h 260086"/>
              <a:gd name="connsiteX13" fmla="*/ 739759 w 765852"/>
              <a:gd name="connsiteY13" fmla="*/ 83403 h 260086"/>
              <a:gd name="connsiteX14" fmla="*/ 721742 w 765852"/>
              <a:gd name="connsiteY14" fmla="*/ 124934 h 260086"/>
              <a:gd name="connsiteX15" fmla="*/ 672177 w 765852"/>
              <a:gd name="connsiteY15" fmla="*/ 141077 h 260086"/>
              <a:gd name="connsiteX16" fmla="*/ 622611 w 765852"/>
              <a:gd name="connsiteY16" fmla="*/ 124934 h 260086"/>
              <a:gd name="connsiteX17" fmla="*/ 604595 w 765852"/>
              <a:gd name="connsiteY17" fmla="*/ 83403 h 260086"/>
              <a:gd name="connsiteX18" fmla="*/ 238310 w 765852"/>
              <a:gd name="connsiteY18" fmla="*/ 207181 h 260086"/>
              <a:gd name="connsiteX19" fmla="*/ 249560 w 765852"/>
              <a:gd name="connsiteY19" fmla="*/ 204081 h 260086"/>
              <a:gd name="connsiteX20" fmla="*/ 261562 w 765852"/>
              <a:gd name="connsiteY20" fmla="*/ 207713 h 260086"/>
              <a:gd name="connsiteX21" fmla="*/ 268163 w 765852"/>
              <a:gd name="connsiteY21" fmla="*/ 217812 h 260086"/>
              <a:gd name="connsiteX22" fmla="*/ 275874 w 765852"/>
              <a:gd name="connsiteY22" fmla="*/ 217812 h 260086"/>
              <a:gd name="connsiteX23" fmla="*/ 267145 w 765852"/>
              <a:gd name="connsiteY23" fmla="*/ 202568 h 260086"/>
              <a:gd name="connsiteX24" fmla="*/ 249917 w 765852"/>
              <a:gd name="connsiteY24" fmla="*/ 196982 h 260086"/>
              <a:gd name="connsiteX25" fmla="*/ 234322 w 765852"/>
              <a:gd name="connsiteY25" fmla="*/ 200926 h 260086"/>
              <a:gd name="connsiteX26" fmla="*/ 223961 w 765852"/>
              <a:gd name="connsiteY26" fmla="*/ 212052 h 260086"/>
              <a:gd name="connsiteX27" fmla="*/ 220330 w 765852"/>
              <a:gd name="connsiteY27" fmla="*/ 228534 h 260086"/>
              <a:gd name="connsiteX28" fmla="*/ 223961 w 765852"/>
              <a:gd name="connsiteY28" fmla="*/ 245062 h 260086"/>
              <a:gd name="connsiteX29" fmla="*/ 234322 w 765852"/>
              <a:gd name="connsiteY29" fmla="*/ 256142 h 260086"/>
              <a:gd name="connsiteX30" fmla="*/ 249917 w 765852"/>
              <a:gd name="connsiteY30" fmla="*/ 260086 h 260086"/>
              <a:gd name="connsiteX31" fmla="*/ 267145 w 765852"/>
              <a:gd name="connsiteY31" fmla="*/ 254501 h 260086"/>
              <a:gd name="connsiteX32" fmla="*/ 275782 w 765852"/>
              <a:gd name="connsiteY32" fmla="*/ 239256 h 260086"/>
              <a:gd name="connsiteX33" fmla="*/ 268071 w 765852"/>
              <a:gd name="connsiteY33" fmla="*/ 239256 h 260086"/>
              <a:gd name="connsiteX34" fmla="*/ 261516 w 765852"/>
              <a:gd name="connsiteY34" fmla="*/ 249401 h 260086"/>
              <a:gd name="connsiteX35" fmla="*/ 249560 w 765852"/>
              <a:gd name="connsiteY35" fmla="*/ 252987 h 260086"/>
              <a:gd name="connsiteX36" fmla="*/ 238310 w 765852"/>
              <a:gd name="connsiteY36" fmla="*/ 249887 h 260086"/>
              <a:gd name="connsiteX37" fmla="*/ 230828 w 765852"/>
              <a:gd name="connsiteY37" fmla="*/ 241201 h 260086"/>
              <a:gd name="connsiteX38" fmla="*/ 228215 w 765852"/>
              <a:gd name="connsiteY38" fmla="*/ 228525 h 260086"/>
              <a:gd name="connsiteX39" fmla="*/ 230828 w 765852"/>
              <a:gd name="connsiteY39" fmla="*/ 215812 h 260086"/>
              <a:gd name="connsiteX40" fmla="*/ 238310 w 765852"/>
              <a:gd name="connsiteY40" fmla="*/ 207172 h 260086"/>
              <a:gd name="connsiteX41" fmla="*/ 335580 w 765852"/>
              <a:gd name="connsiteY41" fmla="*/ 197523 h 260086"/>
              <a:gd name="connsiteX42" fmla="*/ 311925 w 765852"/>
              <a:gd name="connsiteY42" fmla="*/ 259554 h 260086"/>
              <a:gd name="connsiteX43" fmla="*/ 319892 w 765852"/>
              <a:gd name="connsiteY43" fmla="*/ 259554 h 260086"/>
              <a:gd name="connsiteX44" fmla="*/ 326448 w 765852"/>
              <a:gd name="connsiteY44" fmla="*/ 242806 h 260086"/>
              <a:gd name="connsiteX45" fmla="*/ 353467 w 765852"/>
              <a:gd name="connsiteY45" fmla="*/ 242806 h 260086"/>
              <a:gd name="connsiteX46" fmla="*/ 360023 w 765852"/>
              <a:gd name="connsiteY46" fmla="*/ 259554 h 260086"/>
              <a:gd name="connsiteX47" fmla="*/ 368256 w 765852"/>
              <a:gd name="connsiteY47" fmla="*/ 259554 h 260086"/>
              <a:gd name="connsiteX48" fmla="*/ 344693 w 765852"/>
              <a:gd name="connsiteY48" fmla="*/ 197523 h 260086"/>
              <a:gd name="connsiteX49" fmla="*/ 335570 w 765852"/>
              <a:gd name="connsiteY49" fmla="*/ 197523 h 260086"/>
              <a:gd name="connsiteX50" fmla="*/ 328758 w 765852"/>
              <a:gd name="connsiteY50" fmla="*/ 235808 h 260086"/>
              <a:gd name="connsiteX51" fmla="*/ 339916 w 765852"/>
              <a:gd name="connsiteY51" fmla="*/ 205943 h 260086"/>
              <a:gd name="connsiteX52" fmla="*/ 351166 w 765852"/>
              <a:gd name="connsiteY52" fmla="*/ 235808 h 260086"/>
              <a:gd name="connsiteX53" fmla="*/ 328749 w 765852"/>
              <a:gd name="connsiteY53" fmla="*/ 235808 h 260086"/>
              <a:gd name="connsiteX54" fmla="*/ 725437 w 765852"/>
              <a:gd name="connsiteY54" fmla="*/ 197523 h 260086"/>
              <a:gd name="connsiteX55" fmla="*/ 717736 w 765852"/>
              <a:gd name="connsiteY55" fmla="*/ 197523 h 260086"/>
              <a:gd name="connsiteX56" fmla="*/ 717736 w 765852"/>
              <a:gd name="connsiteY56" fmla="*/ 259554 h 260086"/>
              <a:gd name="connsiteX57" fmla="*/ 753704 w 765852"/>
              <a:gd name="connsiteY57" fmla="*/ 259554 h 260086"/>
              <a:gd name="connsiteX58" fmla="*/ 753704 w 765852"/>
              <a:gd name="connsiteY58" fmla="*/ 252464 h 260086"/>
              <a:gd name="connsiteX59" fmla="*/ 725446 w 765852"/>
              <a:gd name="connsiteY59" fmla="*/ 252464 h 260086"/>
              <a:gd name="connsiteX60" fmla="*/ 725446 w 765852"/>
              <a:gd name="connsiteY60" fmla="*/ 197523 h 260086"/>
              <a:gd name="connsiteX61" fmla="*/ 250953 w 765852"/>
              <a:gd name="connsiteY61" fmla="*/ 2119 h 260086"/>
              <a:gd name="connsiteX62" fmla="*/ 225566 w 765852"/>
              <a:gd name="connsiteY62" fmla="*/ 2119 h 260086"/>
              <a:gd name="connsiteX63" fmla="*/ 225566 w 765852"/>
              <a:gd name="connsiteY63" fmla="*/ 164677 h 260086"/>
              <a:gd name="connsiteX64" fmla="*/ 250953 w 765852"/>
              <a:gd name="connsiteY64" fmla="*/ 164677 h 260086"/>
              <a:gd name="connsiteX65" fmla="*/ 250953 w 765852"/>
              <a:gd name="connsiteY65" fmla="*/ 2119 h 260086"/>
              <a:gd name="connsiteX66" fmla="*/ 80592 w 765852"/>
              <a:gd name="connsiteY66" fmla="*/ 62692 h 260086"/>
              <a:gd name="connsiteX67" fmla="*/ 80592 w 765852"/>
              <a:gd name="connsiteY67" fmla="*/ 164687 h 260086"/>
              <a:gd name="connsiteX68" fmla="*/ 106732 w 765852"/>
              <a:gd name="connsiteY68" fmla="*/ 164687 h 260086"/>
              <a:gd name="connsiteX69" fmla="*/ 106713 w 765852"/>
              <a:gd name="connsiteY69" fmla="*/ 62692 h 260086"/>
              <a:gd name="connsiteX70" fmla="*/ 95124 w 765852"/>
              <a:gd name="connsiteY70" fmla="*/ 28700 h 260086"/>
              <a:gd name="connsiteX71" fmla="*/ 93648 w 765852"/>
              <a:gd name="connsiteY71" fmla="*/ 26792 h 260086"/>
              <a:gd name="connsiteX72" fmla="*/ 92172 w 765852"/>
              <a:gd name="connsiteY72" fmla="*/ 28700 h 260086"/>
              <a:gd name="connsiteX73" fmla="*/ 80583 w 765852"/>
              <a:gd name="connsiteY73" fmla="*/ 62692 h 260086"/>
              <a:gd name="connsiteX74" fmla="*/ 47273 w 765852"/>
              <a:gd name="connsiteY74" fmla="*/ 2119 h 260086"/>
              <a:gd name="connsiteX75" fmla="*/ 0 w 765852"/>
              <a:gd name="connsiteY75" fmla="*/ 2119 h 260086"/>
              <a:gd name="connsiteX76" fmla="*/ 0 w 765852"/>
              <a:gd name="connsiteY76" fmla="*/ 26792 h 260086"/>
              <a:gd name="connsiteX77" fmla="*/ 93648 w 765852"/>
              <a:gd name="connsiteY77" fmla="*/ 26792 h 260086"/>
              <a:gd name="connsiteX78" fmla="*/ 91328 w 765852"/>
              <a:gd name="connsiteY78" fmla="*/ 23793 h 260086"/>
              <a:gd name="connsiteX79" fmla="*/ 47273 w 765852"/>
              <a:gd name="connsiteY79" fmla="*/ 2119 h 260086"/>
              <a:gd name="connsiteX80" fmla="*/ 95968 w 765852"/>
              <a:gd name="connsiteY80" fmla="*/ 23793 h 260086"/>
              <a:gd name="connsiteX81" fmla="*/ 93648 w 765852"/>
              <a:gd name="connsiteY81" fmla="*/ 26792 h 260086"/>
              <a:gd name="connsiteX82" fmla="*/ 187296 w 765852"/>
              <a:gd name="connsiteY82" fmla="*/ 26792 h 260086"/>
              <a:gd name="connsiteX83" fmla="*/ 187296 w 765852"/>
              <a:gd name="connsiteY83" fmla="*/ 2119 h 260086"/>
              <a:gd name="connsiteX84" fmla="*/ 140023 w 765852"/>
              <a:gd name="connsiteY84" fmla="*/ 2119 h 260086"/>
              <a:gd name="connsiteX85" fmla="*/ 95958 w 765852"/>
              <a:gd name="connsiteY85" fmla="*/ 23793 h 260086"/>
              <a:gd name="connsiteX86" fmla="*/ 514844 w 765852"/>
              <a:gd name="connsiteY86" fmla="*/ 164677 h 260086"/>
              <a:gd name="connsiteX87" fmla="*/ 540232 w 765852"/>
              <a:gd name="connsiteY87" fmla="*/ 164677 h 260086"/>
              <a:gd name="connsiteX88" fmla="*/ 540232 w 765852"/>
              <a:gd name="connsiteY88" fmla="*/ 2119 h 260086"/>
              <a:gd name="connsiteX89" fmla="*/ 514844 w 765852"/>
              <a:gd name="connsiteY89" fmla="*/ 2119 h 260086"/>
              <a:gd name="connsiteX90" fmla="*/ 514844 w 765852"/>
              <a:gd name="connsiteY90" fmla="*/ 164677 h 260086"/>
              <a:gd name="connsiteX91" fmla="*/ 495205 w 765852"/>
              <a:gd name="connsiteY91" fmla="*/ 259554 h 260086"/>
              <a:gd name="connsiteX92" fmla="*/ 502915 w 765852"/>
              <a:gd name="connsiteY92" fmla="*/ 259554 h 260086"/>
              <a:gd name="connsiteX93" fmla="*/ 502915 w 765852"/>
              <a:gd name="connsiteY93" fmla="*/ 197523 h 260086"/>
              <a:gd name="connsiteX94" fmla="*/ 495205 w 765852"/>
              <a:gd name="connsiteY94" fmla="*/ 197523 h 260086"/>
              <a:gd name="connsiteX95" fmla="*/ 495205 w 765852"/>
              <a:gd name="connsiteY95" fmla="*/ 259554 h 260086"/>
              <a:gd name="connsiteX96" fmla="*/ 544816 w 765852"/>
              <a:gd name="connsiteY96" fmla="*/ 204613 h 260086"/>
              <a:gd name="connsiteX97" fmla="*/ 564923 w 765852"/>
              <a:gd name="connsiteY97" fmla="*/ 204613 h 260086"/>
              <a:gd name="connsiteX98" fmla="*/ 564923 w 765852"/>
              <a:gd name="connsiteY98" fmla="*/ 259554 h 260086"/>
              <a:gd name="connsiteX99" fmla="*/ 572633 w 765852"/>
              <a:gd name="connsiteY99" fmla="*/ 259554 h 260086"/>
              <a:gd name="connsiteX100" fmla="*/ 572633 w 765852"/>
              <a:gd name="connsiteY100" fmla="*/ 204613 h 260086"/>
              <a:gd name="connsiteX101" fmla="*/ 592740 w 765852"/>
              <a:gd name="connsiteY101" fmla="*/ 204613 h 260086"/>
              <a:gd name="connsiteX102" fmla="*/ 592740 w 765852"/>
              <a:gd name="connsiteY102" fmla="*/ 197523 h 260086"/>
              <a:gd name="connsiteX103" fmla="*/ 544816 w 765852"/>
              <a:gd name="connsiteY103" fmla="*/ 197523 h 260086"/>
              <a:gd name="connsiteX104" fmla="*/ 544816 w 765852"/>
              <a:gd name="connsiteY104" fmla="*/ 204613 h 260086"/>
              <a:gd name="connsiteX105" fmla="*/ 287389 w 765852"/>
              <a:gd name="connsiteY105" fmla="*/ 2119 h 260086"/>
              <a:gd name="connsiteX106" fmla="*/ 345234 w 765852"/>
              <a:gd name="connsiteY106" fmla="*/ 140105 h 260086"/>
              <a:gd name="connsiteX107" fmla="*/ 381413 w 765852"/>
              <a:gd name="connsiteY107" fmla="*/ 166796 h 260086"/>
              <a:gd name="connsiteX108" fmla="*/ 382899 w 765852"/>
              <a:gd name="connsiteY108" fmla="*/ 166796 h 260086"/>
              <a:gd name="connsiteX109" fmla="*/ 316692 w 765852"/>
              <a:gd name="connsiteY109" fmla="*/ 2119 h 260086"/>
              <a:gd name="connsiteX110" fmla="*/ 287389 w 765852"/>
              <a:gd name="connsiteY110" fmla="*/ 2119 h 260086"/>
              <a:gd name="connsiteX111" fmla="*/ 443549 w 765852"/>
              <a:gd name="connsiteY111" fmla="*/ 199871 h 260086"/>
              <a:gd name="connsiteX112" fmla="*/ 432739 w 765852"/>
              <a:gd name="connsiteY112" fmla="*/ 197523 h 260086"/>
              <a:gd name="connsiteX113" fmla="*/ 408910 w 765852"/>
              <a:gd name="connsiteY113" fmla="*/ 197523 h 260086"/>
              <a:gd name="connsiteX114" fmla="*/ 408910 w 765852"/>
              <a:gd name="connsiteY114" fmla="*/ 259554 h 260086"/>
              <a:gd name="connsiteX115" fmla="*/ 416621 w 765852"/>
              <a:gd name="connsiteY115" fmla="*/ 259554 h 260086"/>
              <a:gd name="connsiteX116" fmla="*/ 416621 w 765852"/>
              <a:gd name="connsiteY116" fmla="*/ 235716 h 260086"/>
              <a:gd name="connsiteX117" fmla="*/ 432748 w 765852"/>
              <a:gd name="connsiteY117" fmla="*/ 235716 h 260086"/>
              <a:gd name="connsiteX118" fmla="*/ 443512 w 765852"/>
              <a:gd name="connsiteY118" fmla="*/ 233368 h 260086"/>
              <a:gd name="connsiteX119" fmla="*/ 450728 w 765852"/>
              <a:gd name="connsiteY119" fmla="*/ 226681 h 260086"/>
              <a:gd name="connsiteX120" fmla="*/ 453295 w 765852"/>
              <a:gd name="connsiteY120" fmla="*/ 216583 h 260086"/>
              <a:gd name="connsiteX121" fmla="*/ 450774 w 765852"/>
              <a:gd name="connsiteY121" fmla="*/ 206521 h 260086"/>
              <a:gd name="connsiteX122" fmla="*/ 443558 w 765852"/>
              <a:gd name="connsiteY122" fmla="*/ 199871 h 260086"/>
              <a:gd name="connsiteX123" fmla="*/ 441779 w 765852"/>
              <a:gd name="connsiteY123" fmla="*/ 225351 h 260086"/>
              <a:gd name="connsiteX124" fmla="*/ 432033 w 765852"/>
              <a:gd name="connsiteY124" fmla="*/ 228635 h 260086"/>
              <a:gd name="connsiteX125" fmla="*/ 416621 w 765852"/>
              <a:gd name="connsiteY125" fmla="*/ 228635 h 260086"/>
              <a:gd name="connsiteX126" fmla="*/ 416621 w 765852"/>
              <a:gd name="connsiteY126" fmla="*/ 204622 h 260086"/>
              <a:gd name="connsiteX127" fmla="*/ 432125 w 765852"/>
              <a:gd name="connsiteY127" fmla="*/ 204622 h 260086"/>
              <a:gd name="connsiteX128" fmla="*/ 441825 w 765852"/>
              <a:gd name="connsiteY128" fmla="*/ 207860 h 260086"/>
              <a:gd name="connsiteX129" fmla="*/ 445410 w 765852"/>
              <a:gd name="connsiteY129" fmla="*/ 216592 h 260086"/>
              <a:gd name="connsiteX130" fmla="*/ 441779 w 765852"/>
              <a:gd name="connsiteY130" fmla="*/ 225361 h 260086"/>
              <a:gd name="connsiteX131" fmla="*/ 382889 w 765852"/>
              <a:gd name="connsiteY131" fmla="*/ 166805 h 260086"/>
              <a:gd name="connsiteX132" fmla="*/ 384375 w 765852"/>
              <a:gd name="connsiteY132" fmla="*/ 166805 h 260086"/>
              <a:gd name="connsiteX133" fmla="*/ 420554 w 765852"/>
              <a:gd name="connsiteY133" fmla="*/ 140114 h 260086"/>
              <a:gd name="connsiteX134" fmla="*/ 478399 w 765852"/>
              <a:gd name="connsiteY134" fmla="*/ 2128 h 260086"/>
              <a:gd name="connsiteX135" fmla="*/ 449096 w 765852"/>
              <a:gd name="connsiteY135" fmla="*/ 2128 h 260086"/>
              <a:gd name="connsiteX136" fmla="*/ 382889 w 765852"/>
              <a:gd name="connsiteY136" fmla="*/ 166814 h 260086"/>
              <a:gd name="connsiteX137" fmla="*/ 644368 w 765852"/>
              <a:gd name="connsiteY137" fmla="*/ 197523 h 260086"/>
              <a:gd name="connsiteX138" fmla="*/ 620714 w 765852"/>
              <a:gd name="connsiteY138" fmla="*/ 259554 h 260086"/>
              <a:gd name="connsiteX139" fmla="*/ 628690 w 765852"/>
              <a:gd name="connsiteY139" fmla="*/ 259554 h 260086"/>
              <a:gd name="connsiteX140" fmla="*/ 635246 w 765852"/>
              <a:gd name="connsiteY140" fmla="*/ 242806 h 260086"/>
              <a:gd name="connsiteX141" fmla="*/ 662266 w 765852"/>
              <a:gd name="connsiteY141" fmla="*/ 242806 h 260086"/>
              <a:gd name="connsiteX142" fmla="*/ 668821 w 765852"/>
              <a:gd name="connsiteY142" fmla="*/ 259554 h 260086"/>
              <a:gd name="connsiteX143" fmla="*/ 677055 w 765852"/>
              <a:gd name="connsiteY143" fmla="*/ 259554 h 260086"/>
              <a:gd name="connsiteX144" fmla="*/ 653491 w 765852"/>
              <a:gd name="connsiteY144" fmla="*/ 197523 h 260086"/>
              <a:gd name="connsiteX145" fmla="*/ 644368 w 765852"/>
              <a:gd name="connsiteY145" fmla="*/ 197523 h 260086"/>
              <a:gd name="connsiteX146" fmla="*/ 637547 w 765852"/>
              <a:gd name="connsiteY146" fmla="*/ 235808 h 260086"/>
              <a:gd name="connsiteX147" fmla="*/ 648705 w 765852"/>
              <a:gd name="connsiteY147" fmla="*/ 205943 h 260086"/>
              <a:gd name="connsiteX148" fmla="*/ 659955 w 765852"/>
              <a:gd name="connsiteY148" fmla="*/ 235808 h 260086"/>
              <a:gd name="connsiteX149" fmla="*/ 637538 w 765852"/>
              <a:gd name="connsiteY149" fmla="*/ 235808 h 260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</a:cxnLst>
            <a:rect l="l" t="t" r="r" b="b"/>
            <a:pathLst>
              <a:path w="765852" h="260086">
                <a:moveTo>
                  <a:pt x="739575" y="143884"/>
                </a:moveTo>
                <a:cubicBezTo>
                  <a:pt x="756519" y="128906"/>
                  <a:pt x="765852" y="107425"/>
                  <a:pt x="765852" y="83403"/>
                </a:cubicBezTo>
                <a:cubicBezTo>
                  <a:pt x="765852" y="59381"/>
                  <a:pt x="756519" y="37899"/>
                  <a:pt x="739575" y="22921"/>
                </a:cubicBezTo>
                <a:cubicBezTo>
                  <a:pt x="722613" y="7925"/>
                  <a:pt x="699307" y="0"/>
                  <a:pt x="672177" y="0"/>
                </a:cubicBezTo>
                <a:cubicBezTo>
                  <a:pt x="645047" y="0"/>
                  <a:pt x="621740" y="7925"/>
                  <a:pt x="604779" y="22921"/>
                </a:cubicBezTo>
                <a:cubicBezTo>
                  <a:pt x="587835" y="37899"/>
                  <a:pt x="578501" y="59381"/>
                  <a:pt x="578501" y="83403"/>
                </a:cubicBezTo>
                <a:cubicBezTo>
                  <a:pt x="578501" y="107425"/>
                  <a:pt x="587835" y="128906"/>
                  <a:pt x="604779" y="143884"/>
                </a:cubicBezTo>
                <a:cubicBezTo>
                  <a:pt x="621740" y="158881"/>
                  <a:pt x="645047" y="166805"/>
                  <a:pt x="672177" y="166805"/>
                </a:cubicBezTo>
                <a:cubicBezTo>
                  <a:pt x="699307" y="166805"/>
                  <a:pt x="722613" y="158881"/>
                  <a:pt x="739575" y="143884"/>
                </a:cubicBezTo>
                <a:close/>
                <a:moveTo>
                  <a:pt x="604595" y="83403"/>
                </a:moveTo>
                <a:cubicBezTo>
                  <a:pt x="604595" y="66489"/>
                  <a:pt x="610821" y="52135"/>
                  <a:pt x="622611" y="41871"/>
                </a:cubicBezTo>
                <a:cubicBezTo>
                  <a:pt x="634751" y="31305"/>
                  <a:pt x="651887" y="25719"/>
                  <a:pt x="672177" y="25719"/>
                </a:cubicBezTo>
                <a:cubicBezTo>
                  <a:pt x="692467" y="25719"/>
                  <a:pt x="709603" y="31305"/>
                  <a:pt x="721742" y="41871"/>
                </a:cubicBezTo>
                <a:cubicBezTo>
                  <a:pt x="733524" y="52126"/>
                  <a:pt x="739759" y="66489"/>
                  <a:pt x="739759" y="83403"/>
                </a:cubicBezTo>
                <a:cubicBezTo>
                  <a:pt x="739759" y="100316"/>
                  <a:pt x="733533" y="114671"/>
                  <a:pt x="721742" y="124934"/>
                </a:cubicBezTo>
                <a:cubicBezTo>
                  <a:pt x="709603" y="135501"/>
                  <a:pt x="692467" y="141077"/>
                  <a:pt x="672177" y="141077"/>
                </a:cubicBezTo>
                <a:cubicBezTo>
                  <a:pt x="651887" y="141077"/>
                  <a:pt x="634741" y="135491"/>
                  <a:pt x="622611" y="124934"/>
                </a:cubicBezTo>
                <a:cubicBezTo>
                  <a:pt x="610830" y="114671"/>
                  <a:pt x="604595" y="100316"/>
                  <a:pt x="604595" y="83403"/>
                </a:cubicBezTo>
                <a:close/>
                <a:moveTo>
                  <a:pt x="238310" y="207181"/>
                </a:moveTo>
                <a:cubicBezTo>
                  <a:pt x="241556" y="205118"/>
                  <a:pt x="245306" y="204081"/>
                  <a:pt x="249560" y="204081"/>
                </a:cubicBezTo>
                <a:cubicBezTo>
                  <a:pt x="254282" y="204081"/>
                  <a:pt x="258288" y="205292"/>
                  <a:pt x="261562" y="207713"/>
                </a:cubicBezTo>
                <a:cubicBezTo>
                  <a:pt x="264835" y="210135"/>
                  <a:pt x="267035" y="213501"/>
                  <a:pt x="268163" y="217812"/>
                </a:cubicBezTo>
                <a:lnTo>
                  <a:pt x="275874" y="217812"/>
                </a:lnTo>
                <a:cubicBezTo>
                  <a:pt x="274691" y="211373"/>
                  <a:pt x="271784" y="206292"/>
                  <a:pt x="267145" y="202568"/>
                </a:cubicBezTo>
                <a:cubicBezTo>
                  <a:pt x="262506" y="198844"/>
                  <a:pt x="256766" y="196982"/>
                  <a:pt x="249917" y="196982"/>
                </a:cubicBezTo>
                <a:cubicBezTo>
                  <a:pt x="244013" y="196982"/>
                  <a:pt x="238814" y="198293"/>
                  <a:pt x="234322" y="200926"/>
                </a:cubicBezTo>
                <a:cubicBezTo>
                  <a:pt x="229838" y="203558"/>
                  <a:pt x="226382" y="207264"/>
                  <a:pt x="223961" y="212052"/>
                </a:cubicBezTo>
                <a:cubicBezTo>
                  <a:pt x="221541" y="216840"/>
                  <a:pt x="220330" y="222334"/>
                  <a:pt x="220330" y="228534"/>
                </a:cubicBezTo>
                <a:cubicBezTo>
                  <a:pt x="220330" y="234734"/>
                  <a:pt x="221541" y="240302"/>
                  <a:pt x="223961" y="245062"/>
                </a:cubicBezTo>
                <a:cubicBezTo>
                  <a:pt x="226382" y="249823"/>
                  <a:pt x="229838" y="253510"/>
                  <a:pt x="234322" y="256142"/>
                </a:cubicBezTo>
                <a:cubicBezTo>
                  <a:pt x="238805" y="258775"/>
                  <a:pt x="244004" y="260086"/>
                  <a:pt x="249917" y="260086"/>
                </a:cubicBezTo>
                <a:cubicBezTo>
                  <a:pt x="256831" y="260086"/>
                  <a:pt x="262570" y="258224"/>
                  <a:pt x="267145" y="254501"/>
                </a:cubicBezTo>
                <a:cubicBezTo>
                  <a:pt x="271720" y="250777"/>
                  <a:pt x="274599" y="245695"/>
                  <a:pt x="275782" y="239256"/>
                </a:cubicBezTo>
                <a:lnTo>
                  <a:pt x="268071" y="239256"/>
                </a:lnTo>
                <a:cubicBezTo>
                  <a:pt x="266888" y="243631"/>
                  <a:pt x="264706" y="247007"/>
                  <a:pt x="261516" y="249401"/>
                </a:cubicBezTo>
                <a:cubicBezTo>
                  <a:pt x="258325" y="251795"/>
                  <a:pt x="254337" y="252987"/>
                  <a:pt x="249560" y="252987"/>
                </a:cubicBezTo>
                <a:cubicBezTo>
                  <a:pt x="245306" y="252987"/>
                  <a:pt x="241556" y="251951"/>
                  <a:pt x="238310" y="249887"/>
                </a:cubicBezTo>
                <a:cubicBezTo>
                  <a:pt x="235064" y="247823"/>
                  <a:pt x="232561" y="244925"/>
                  <a:pt x="230828" y="241201"/>
                </a:cubicBezTo>
                <a:cubicBezTo>
                  <a:pt x="229086" y="237477"/>
                  <a:pt x="228215" y="233258"/>
                  <a:pt x="228215" y="228525"/>
                </a:cubicBezTo>
                <a:cubicBezTo>
                  <a:pt x="228215" y="223792"/>
                  <a:pt x="229086" y="219499"/>
                  <a:pt x="230828" y="215812"/>
                </a:cubicBezTo>
                <a:cubicBezTo>
                  <a:pt x="232570" y="212125"/>
                  <a:pt x="235064" y="209245"/>
                  <a:pt x="238310" y="207172"/>
                </a:cubicBezTo>
                <a:close/>
                <a:moveTo>
                  <a:pt x="335580" y="197523"/>
                </a:moveTo>
                <a:lnTo>
                  <a:pt x="311925" y="259554"/>
                </a:lnTo>
                <a:lnTo>
                  <a:pt x="319892" y="259554"/>
                </a:lnTo>
                <a:lnTo>
                  <a:pt x="326448" y="242806"/>
                </a:lnTo>
                <a:lnTo>
                  <a:pt x="353467" y="242806"/>
                </a:lnTo>
                <a:lnTo>
                  <a:pt x="360023" y="259554"/>
                </a:lnTo>
                <a:lnTo>
                  <a:pt x="368256" y="259554"/>
                </a:lnTo>
                <a:lnTo>
                  <a:pt x="344693" y="197523"/>
                </a:lnTo>
                <a:lnTo>
                  <a:pt x="335570" y="197523"/>
                </a:lnTo>
                <a:close/>
                <a:moveTo>
                  <a:pt x="328758" y="235808"/>
                </a:moveTo>
                <a:lnTo>
                  <a:pt x="339916" y="205943"/>
                </a:lnTo>
                <a:lnTo>
                  <a:pt x="351166" y="235808"/>
                </a:lnTo>
                <a:lnTo>
                  <a:pt x="328749" y="235808"/>
                </a:lnTo>
                <a:close/>
                <a:moveTo>
                  <a:pt x="725437" y="197523"/>
                </a:moveTo>
                <a:lnTo>
                  <a:pt x="717736" y="197523"/>
                </a:lnTo>
                <a:lnTo>
                  <a:pt x="717736" y="259554"/>
                </a:lnTo>
                <a:lnTo>
                  <a:pt x="753704" y="259554"/>
                </a:lnTo>
                <a:lnTo>
                  <a:pt x="753704" y="252464"/>
                </a:lnTo>
                <a:lnTo>
                  <a:pt x="725446" y="252464"/>
                </a:lnTo>
                <a:lnTo>
                  <a:pt x="725446" y="197523"/>
                </a:lnTo>
                <a:close/>
                <a:moveTo>
                  <a:pt x="250953" y="2119"/>
                </a:moveTo>
                <a:lnTo>
                  <a:pt x="225566" y="2119"/>
                </a:lnTo>
                <a:lnTo>
                  <a:pt x="225566" y="164677"/>
                </a:lnTo>
                <a:lnTo>
                  <a:pt x="250953" y="164677"/>
                </a:lnTo>
                <a:lnTo>
                  <a:pt x="250953" y="2119"/>
                </a:lnTo>
                <a:close/>
                <a:moveTo>
                  <a:pt x="80592" y="62692"/>
                </a:moveTo>
                <a:lnTo>
                  <a:pt x="80592" y="164687"/>
                </a:lnTo>
                <a:cubicBezTo>
                  <a:pt x="80592" y="164687"/>
                  <a:pt x="106732" y="164687"/>
                  <a:pt x="106732" y="164687"/>
                </a:cubicBezTo>
                <a:lnTo>
                  <a:pt x="106713" y="62692"/>
                </a:lnTo>
                <a:cubicBezTo>
                  <a:pt x="106713" y="50282"/>
                  <a:pt x="102707" y="38523"/>
                  <a:pt x="95124" y="28700"/>
                </a:cubicBezTo>
                <a:lnTo>
                  <a:pt x="93648" y="26792"/>
                </a:lnTo>
                <a:lnTo>
                  <a:pt x="92172" y="28700"/>
                </a:lnTo>
                <a:cubicBezTo>
                  <a:pt x="84589" y="38523"/>
                  <a:pt x="80583" y="50273"/>
                  <a:pt x="80583" y="62692"/>
                </a:cubicBezTo>
                <a:close/>
                <a:moveTo>
                  <a:pt x="47273" y="2119"/>
                </a:moveTo>
                <a:lnTo>
                  <a:pt x="0" y="2119"/>
                </a:lnTo>
                <a:lnTo>
                  <a:pt x="0" y="26792"/>
                </a:lnTo>
                <a:lnTo>
                  <a:pt x="93648" y="26792"/>
                </a:lnTo>
                <a:lnTo>
                  <a:pt x="91328" y="23793"/>
                </a:lnTo>
                <a:cubicBezTo>
                  <a:pt x="80693" y="10025"/>
                  <a:pt x="64629" y="2119"/>
                  <a:pt x="47273" y="2119"/>
                </a:cubicBezTo>
                <a:close/>
                <a:moveTo>
                  <a:pt x="95968" y="23793"/>
                </a:moveTo>
                <a:lnTo>
                  <a:pt x="93648" y="26792"/>
                </a:lnTo>
                <a:lnTo>
                  <a:pt x="187296" y="26792"/>
                </a:lnTo>
                <a:lnTo>
                  <a:pt x="187296" y="2119"/>
                </a:lnTo>
                <a:lnTo>
                  <a:pt x="140023" y="2119"/>
                </a:lnTo>
                <a:cubicBezTo>
                  <a:pt x="122657" y="2119"/>
                  <a:pt x="106603" y="10016"/>
                  <a:pt x="95958" y="23793"/>
                </a:cubicBezTo>
                <a:close/>
                <a:moveTo>
                  <a:pt x="514844" y="164677"/>
                </a:moveTo>
                <a:lnTo>
                  <a:pt x="540232" y="164677"/>
                </a:lnTo>
                <a:lnTo>
                  <a:pt x="540232" y="2119"/>
                </a:lnTo>
                <a:lnTo>
                  <a:pt x="514844" y="2119"/>
                </a:lnTo>
                <a:lnTo>
                  <a:pt x="514844" y="164677"/>
                </a:lnTo>
                <a:close/>
                <a:moveTo>
                  <a:pt x="495205" y="259554"/>
                </a:moveTo>
                <a:lnTo>
                  <a:pt x="502915" y="259554"/>
                </a:lnTo>
                <a:lnTo>
                  <a:pt x="502915" y="197523"/>
                </a:lnTo>
                <a:lnTo>
                  <a:pt x="495205" y="197523"/>
                </a:lnTo>
                <a:lnTo>
                  <a:pt x="495205" y="259554"/>
                </a:lnTo>
                <a:close/>
                <a:moveTo>
                  <a:pt x="544816" y="204613"/>
                </a:moveTo>
                <a:lnTo>
                  <a:pt x="564923" y="204613"/>
                </a:lnTo>
                <a:lnTo>
                  <a:pt x="564923" y="259554"/>
                </a:lnTo>
                <a:lnTo>
                  <a:pt x="572633" y="259554"/>
                </a:lnTo>
                <a:lnTo>
                  <a:pt x="572633" y="204613"/>
                </a:lnTo>
                <a:lnTo>
                  <a:pt x="592740" y="204613"/>
                </a:lnTo>
                <a:lnTo>
                  <a:pt x="592740" y="197523"/>
                </a:lnTo>
                <a:lnTo>
                  <a:pt x="544816" y="197523"/>
                </a:lnTo>
                <a:lnTo>
                  <a:pt x="544816" y="204613"/>
                </a:lnTo>
                <a:close/>
                <a:moveTo>
                  <a:pt x="287389" y="2119"/>
                </a:moveTo>
                <a:cubicBezTo>
                  <a:pt x="287389" y="2119"/>
                  <a:pt x="335680" y="117220"/>
                  <a:pt x="345234" y="140105"/>
                </a:cubicBezTo>
                <a:cubicBezTo>
                  <a:pt x="356374" y="166796"/>
                  <a:pt x="374464" y="166796"/>
                  <a:pt x="381413" y="166796"/>
                </a:cubicBezTo>
                <a:lnTo>
                  <a:pt x="382899" y="166796"/>
                </a:lnTo>
                <a:lnTo>
                  <a:pt x="316692" y="2119"/>
                </a:lnTo>
                <a:lnTo>
                  <a:pt x="287389" y="2119"/>
                </a:lnTo>
                <a:close/>
                <a:moveTo>
                  <a:pt x="443549" y="199871"/>
                </a:moveTo>
                <a:cubicBezTo>
                  <a:pt x="440413" y="198303"/>
                  <a:pt x="436819" y="197523"/>
                  <a:pt x="432739" y="197523"/>
                </a:cubicBezTo>
                <a:lnTo>
                  <a:pt x="408910" y="197523"/>
                </a:lnTo>
                <a:lnTo>
                  <a:pt x="408910" y="259554"/>
                </a:lnTo>
                <a:lnTo>
                  <a:pt x="416621" y="259554"/>
                </a:lnTo>
                <a:lnTo>
                  <a:pt x="416621" y="235716"/>
                </a:lnTo>
                <a:lnTo>
                  <a:pt x="432748" y="235716"/>
                </a:lnTo>
                <a:cubicBezTo>
                  <a:pt x="436819" y="235716"/>
                  <a:pt x="440413" y="234936"/>
                  <a:pt x="443512" y="233368"/>
                </a:cubicBezTo>
                <a:cubicBezTo>
                  <a:pt x="446611" y="231799"/>
                  <a:pt x="449013" y="229571"/>
                  <a:pt x="450728" y="226681"/>
                </a:cubicBezTo>
                <a:cubicBezTo>
                  <a:pt x="452442" y="223783"/>
                  <a:pt x="453295" y="220417"/>
                  <a:pt x="453295" y="216583"/>
                </a:cubicBezTo>
                <a:cubicBezTo>
                  <a:pt x="453295" y="212749"/>
                  <a:pt x="452452" y="209392"/>
                  <a:pt x="450774" y="206521"/>
                </a:cubicBezTo>
                <a:cubicBezTo>
                  <a:pt x="449087" y="203659"/>
                  <a:pt x="446685" y="201439"/>
                  <a:pt x="443558" y="199871"/>
                </a:cubicBezTo>
                <a:close/>
                <a:moveTo>
                  <a:pt x="441779" y="225351"/>
                </a:moveTo>
                <a:cubicBezTo>
                  <a:pt x="439359" y="227534"/>
                  <a:pt x="436113" y="228635"/>
                  <a:pt x="432033" y="228635"/>
                </a:cubicBezTo>
                <a:lnTo>
                  <a:pt x="416621" y="228635"/>
                </a:lnTo>
                <a:lnTo>
                  <a:pt x="416621" y="204622"/>
                </a:lnTo>
                <a:lnTo>
                  <a:pt x="432125" y="204622"/>
                </a:lnTo>
                <a:cubicBezTo>
                  <a:pt x="436196" y="204622"/>
                  <a:pt x="439432" y="205705"/>
                  <a:pt x="441825" y="207860"/>
                </a:cubicBezTo>
                <a:cubicBezTo>
                  <a:pt x="444218" y="210015"/>
                  <a:pt x="445410" y="212923"/>
                  <a:pt x="445410" y="216592"/>
                </a:cubicBezTo>
                <a:cubicBezTo>
                  <a:pt x="445410" y="220261"/>
                  <a:pt x="444200" y="223178"/>
                  <a:pt x="441779" y="225361"/>
                </a:cubicBezTo>
                <a:close/>
                <a:moveTo>
                  <a:pt x="382889" y="166805"/>
                </a:moveTo>
                <a:lnTo>
                  <a:pt x="384375" y="166805"/>
                </a:lnTo>
                <a:cubicBezTo>
                  <a:pt x="391334" y="166805"/>
                  <a:pt x="409423" y="166805"/>
                  <a:pt x="420554" y="140114"/>
                </a:cubicBezTo>
                <a:cubicBezTo>
                  <a:pt x="430099" y="117230"/>
                  <a:pt x="478399" y="2128"/>
                  <a:pt x="478399" y="2128"/>
                </a:cubicBezTo>
                <a:lnTo>
                  <a:pt x="449096" y="2128"/>
                </a:lnTo>
                <a:lnTo>
                  <a:pt x="382889" y="166814"/>
                </a:lnTo>
                <a:close/>
                <a:moveTo>
                  <a:pt x="644368" y="197523"/>
                </a:moveTo>
                <a:lnTo>
                  <a:pt x="620714" y="259554"/>
                </a:lnTo>
                <a:lnTo>
                  <a:pt x="628690" y="259554"/>
                </a:lnTo>
                <a:lnTo>
                  <a:pt x="635246" y="242806"/>
                </a:lnTo>
                <a:lnTo>
                  <a:pt x="662266" y="242806"/>
                </a:lnTo>
                <a:lnTo>
                  <a:pt x="668821" y="259554"/>
                </a:lnTo>
                <a:lnTo>
                  <a:pt x="677055" y="259554"/>
                </a:lnTo>
                <a:lnTo>
                  <a:pt x="653491" y="197523"/>
                </a:lnTo>
                <a:lnTo>
                  <a:pt x="644368" y="197523"/>
                </a:lnTo>
                <a:close/>
                <a:moveTo>
                  <a:pt x="637547" y="235808"/>
                </a:moveTo>
                <a:lnTo>
                  <a:pt x="648705" y="205943"/>
                </a:lnTo>
                <a:lnTo>
                  <a:pt x="659955" y="235808"/>
                </a:lnTo>
                <a:lnTo>
                  <a:pt x="637538" y="235808"/>
                </a:lnTo>
                <a:close/>
              </a:path>
            </a:pathLst>
          </a:custGeom>
          <a:solidFill>
            <a:schemeClr val="bg1"/>
          </a:solidFill>
          <a:ln w="1061" cap="flat">
            <a:noFill/>
            <a:prstDash val="solid"/>
            <a:miter/>
          </a:ln>
        </p:spPr>
        <p:txBody>
          <a:bodyPr rtlCol="0" anchor="ctr"/>
          <a:lstStyle/>
          <a:p>
            <a:endParaRPr lang="pt-BR" sz="849">
              <a:solidFill>
                <a:schemeClr val="bg1"/>
              </a:solidFill>
            </a:endParaRPr>
          </a:p>
        </p:txBody>
      </p:sp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7858F1CA-0E09-F094-AD45-52092585CA1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225800" y="1518527"/>
            <a:ext cx="3740400" cy="4776078"/>
          </a:xfrm>
          <a:prstGeom prst="rect">
            <a:avLst/>
          </a:prstGeom>
          <a:ln>
            <a:solidFill>
              <a:schemeClr val="accent4"/>
            </a:solidFill>
          </a:ln>
        </p:spPr>
        <p:txBody>
          <a:bodyPr lIns="36000" tIns="36000" rIns="36000" bIns="36000"/>
          <a:lstStyle>
            <a:lvl1pPr marL="0" indent="0">
              <a:buNone/>
              <a:defRPr sz="120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4E170CD4-5C01-DD85-2A0A-98954D99CAC5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34962" y="3987408"/>
            <a:ext cx="3741737" cy="2313464"/>
          </a:xfrm>
          <a:prstGeom prst="rect">
            <a:avLst/>
          </a:prstGeom>
          <a:ln>
            <a:solidFill>
              <a:schemeClr val="accent4"/>
            </a:solidFill>
          </a:ln>
        </p:spPr>
        <p:txBody>
          <a:bodyPr lIns="36000" tIns="36000" rIns="36000" bIns="36000"/>
          <a:lstStyle>
            <a:lvl1pPr marL="0" indent="0">
              <a:buNone/>
              <a:defRPr sz="120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805EFAA-C04F-7113-90E8-A7D66AF3528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116638" y="1524793"/>
            <a:ext cx="3740400" cy="4776079"/>
          </a:xfrm>
          <a:prstGeom prst="rect">
            <a:avLst/>
          </a:prstGeom>
          <a:ln>
            <a:solidFill>
              <a:schemeClr val="accent4"/>
            </a:solidFill>
          </a:ln>
        </p:spPr>
        <p:txBody>
          <a:bodyPr lIns="36000" tIns="36000" rIns="36000" bIns="36000"/>
          <a:lstStyle>
            <a:lvl1pPr marL="0" indent="0">
              <a:buNone/>
              <a:defRPr sz="120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176D65B-577B-DA97-A4AE-85E5C579A955}"/>
              </a:ext>
            </a:extLst>
          </p:cNvPr>
          <p:cNvCxnSpPr/>
          <p:nvPr userDrawn="1"/>
        </p:nvCxnSpPr>
        <p:spPr>
          <a:xfrm>
            <a:off x="334964" y="185353"/>
            <a:ext cx="10415415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432691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469">
          <p15:clr>
            <a:srgbClr val="FBAE40"/>
          </p15:clr>
        </p15:guide>
        <p15:guide id="2" orient="horz" pos="3974">
          <p15:clr>
            <a:srgbClr val="FBAE40"/>
          </p15:clr>
        </p15:guide>
        <p15:guide id="3" orient="horz" pos="232">
          <p15:clr>
            <a:srgbClr val="FBAE40"/>
          </p15:clr>
        </p15:guide>
        <p15:guide id="4" pos="211">
          <p15:clr>
            <a:srgbClr val="FBAE40"/>
          </p15:clr>
        </p15:guide>
        <p15:guide id="5" orient="horz" pos="4065">
          <p15:clr>
            <a:srgbClr val="FBAE40"/>
          </p15:clr>
        </p15:guide>
        <p15:guide id="6" orient="horz" pos="799">
          <p15:clr>
            <a:srgbClr val="FBAE40"/>
          </p15:clr>
        </p15:guide>
        <p15:guide id="7" orient="horz" pos="935">
          <p15:clr>
            <a:srgbClr val="FBAE40"/>
          </p15:clr>
        </p15:guide>
      </p15:sldGuideLst>
    </p:ext>
  </p:extLst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ítulo | 2 linhas - High Yield">
    <p:bg>
      <p:bgPr>
        <a:gradFill>
          <a:gsLst>
            <a:gs pos="81000">
              <a:schemeClr val="tx1">
                <a:lumMod val="85000"/>
                <a:lumOff val="15000"/>
              </a:schemeClr>
            </a:gs>
            <a:gs pos="100000">
              <a:schemeClr val="tx1">
                <a:lumMod val="95000"/>
                <a:lumOff val="5000"/>
              </a:schemeClr>
            </a:gs>
            <a:gs pos="0">
              <a:schemeClr val="accent5"/>
            </a:gs>
          </a:gsLst>
          <a:lin ang="7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B13D7C-5A47-B0DF-B518-26E79F5D2DB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64" y="368301"/>
            <a:ext cx="10183813" cy="4308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err="1"/>
              <a:t>Título</a:t>
            </a:r>
            <a:endParaRPr lang="en-US"/>
          </a:p>
        </p:txBody>
      </p:sp>
      <p:sp>
        <p:nvSpPr>
          <p:cNvPr id="2" name="Espaço Reservado para Número de Slide 5">
            <a:extLst>
              <a:ext uri="{FF2B5EF4-FFF2-40B4-BE49-F238E27FC236}">
                <a16:creationId xmlns:a16="http://schemas.microsoft.com/office/drawing/2014/main" id="{21758EB3-F057-8CDF-FF61-35E724EF59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61763" y="6482556"/>
            <a:ext cx="295275" cy="1692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 sz="1100">
                <a:solidFill>
                  <a:schemeClr val="bg1"/>
                </a:solidFill>
                <a:latin typeface="Versos" panose="020B0503020204030204" pitchFamily="34" charset="0"/>
                <a:cs typeface="Versos" panose="020B0503020204030204" pitchFamily="34" charset="0"/>
              </a:defRPr>
            </a:lvl1pPr>
          </a:lstStyle>
          <a:p>
            <a:fld id="{77667D73-C69A-4DAA-9003-24A825D36FE9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7" name="Text Placeholder 8">
            <a:extLst>
              <a:ext uri="{FF2B5EF4-FFF2-40B4-BE49-F238E27FC236}">
                <a16:creationId xmlns:a16="http://schemas.microsoft.com/office/drawing/2014/main" id="{5629EC08-34A0-4F4F-BF0C-DAE3D73CA1C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34964" y="1949414"/>
            <a:ext cx="5648397" cy="435931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F37A98A2-2A9D-056F-7CA4-B986B817076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4963" y="6482557"/>
            <a:ext cx="10980000" cy="138499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900">
                <a:latin typeface="Versos Light" panose="020B0403020204030204" pitchFamily="34" charset="0"/>
              </a:defRPr>
            </a:lvl2pPr>
            <a:lvl3pPr>
              <a:defRPr sz="900">
                <a:latin typeface="Versos Light" panose="020B0403020204030204" pitchFamily="34" charset="0"/>
              </a:defRPr>
            </a:lvl3pPr>
            <a:lvl4pPr>
              <a:defRPr sz="900">
                <a:latin typeface="Versos Light" panose="020B0403020204030204" pitchFamily="34" charset="0"/>
              </a:defRPr>
            </a:lvl4pPr>
            <a:lvl5pPr>
              <a:defRPr sz="900">
                <a:latin typeface="Versos Light" panose="020B0403020204030204" pitchFamily="34" charset="0"/>
              </a:defRPr>
            </a:lvl5pPr>
          </a:lstStyle>
          <a:p>
            <a:pPr lvl="0"/>
            <a:r>
              <a:rPr lang="en-US"/>
              <a:t>Fonte:</a:t>
            </a:r>
            <a:endParaRPr lang="pt-BR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ECBC137-580C-65EB-C713-E63CDBDB515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208641" y="1949414"/>
            <a:ext cx="5648397" cy="435931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D1CF13AF-F1F7-29D7-F0C3-C23BE528C9A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34964" y="1518528"/>
            <a:ext cx="5648397" cy="21544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47497781-FD6B-9B5D-3237-9AD784B8880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208641" y="1518528"/>
            <a:ext cx="5648397" cy="21544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Picture 8">
            <a:extLst>
              <a:ext uri="{FF2B5EF4-FFF2-40B4-BE49-F238E27FC236}">
                <a16:creationId xmlns:a16="http://schemas.microsoft.com/office/drawing/2014/main" id="{EB78A079-9AB0-B349-256E-BC9ED4CF0623}"/>
              </a:ext>
            </a:extLst>
          </p:cNvPr>
          <p:cNvSpPr/>
          <p:nvPr userDrawn="1"/>
        </p:nvSpPr>
        <p:spPr>
          <a:xfrm>
            <a:off x="11091186" y="377179"/>
            <a:ext cx="765852" cy="260086"/>
          </a:xfrm>
          <a:custGeom>
            <a:avLst/>
            <a:gdLst>
              <a:gd name="connsiteX0" fmla="*/ 739575 w 765852"/>
              <a:gd name="connsiteY0" fmla="*/ 143884 h 260086"/>
              <a:gd name="connsiteX1" fmla="*/ 765852 w 765852"/>
              <a:gd name="connsiteY1" fmla="*/ 83403 h 260086"/>
              <a:gd name="connsiteX2" fmla="*/ 739575 w 765852"/>
              <a:gd name="connsiteY2" fmla="*/ 22921 h 260086"/>
              <a:gd name="connsiteX3" fmla="*/ 672177 w 765852"/>
              <a:gd name="connsiteY3" fmla="*/ 0 h 260086"/>
              <a:gd name="connsiteX4" fmla="*/ 604779 w 765852"/>
              <a:gd name="connsiteY4" fmla="*/ 22921 h 260086"/>
              <a:gd name="connsiteX5" fmla="*/ 578501 w 765852"/>
              <a:gd name="connsiteY5" fmla="*/ 83403 h 260086"/>
              <a:gd name="connsiteX6" fmla="*/ 604779 w 765852"/>
              <a:gd name="connsiteY6" fmla="*/ 143884 h 260086"/>
              <a:gd name="connsiteX7" fmla="*/ 672177 w 765852"/>
              <a:gd name="connsiteY7" fmla="*/ 166805 h 260086"/>
              <a:gd name="connsiteX8" fmla="*/ 739575 w 765852"/>
              <a:gd name="connsiteY8" fmla="*/ 143884 h 260086"/>
              <a:gd name="connsiteX9" fmla="*/ 604595 w 765852"/>
              <a:gd name="connsiteY9" fmla="*/ 83403 h 260086"/>
              <a:gd name="connsiteX10" fmla="*/ 622611 w 765852"/>
              <a:gd name="connsiteY10" fmla="*/ 41871 h 260086"/>
              <a:gd name="connsiteX11" fmla="*/ 672177 w 765852"/>
              <a:gd name="connsiteY11" fmla="*/ 25719 h 260086"/>
              <a:gd name="connsiteX12" fmla="*/ 721742 w 765852"/>
              <a:gd name="connsiteY12" fmla="*/ 41871 h 260086"/>
              <a:gd name="connsiteX13" fmla="*/ 739759 w 765852"/>
              <a:gd name="connsiteY13" fmla="*/ 83403 h 260086"/>
              <a:gd name="connsiteX14" fmla="*/ 721742 w 765852"/>
              <a:gd name="connsiteY14" fmla="*/ 124934 h 260086"/>
              <a:gd name="connsiteX15" fmla="*/ 672177 w 765852"/>
              <a:gd name="connsiteY15" fmla="*/ 141077 h 260086"/>
              <a:gd name="connsiteX16" fmla="*/ 622611 w 765852"/>
              <a:gd name="connsiteY16" fmla="*/ 124934 h 260086"/>
              <a:gd name="connsiteX17" fmla="*/ 604595 w 765852"/>
              <a:gd name="connsiteY17" fmla="*/ 83403 h 260086"/>
              <a:gd name="connsiteX18" fmla="*/ 238310 w 765852"/>
              <a:gd name="connsiteY18" fmla="*/ 207181 h 260086"/>
              <a:gd name="connsiteX19" fmla="*/ 249560 w 765852"/>
              <a:gd name="connsiteY19" fmla="*/ 204081 h 260086"/>
              <a:gd name="connsiteX20" fmla="*/ 261562 w 765852"/>
              <a:gd name="connsiteY20" fmla="*/ 207713 h 260086"/>
              <a:gd name="connsiteX21" fmla="*/ 268163 w 765852"/>
              <a:gd name="connsiteY21" fmla="*/ 217812 h 260086"/>
              <a:gd name="connsiteX22" fmla="*/ 275874 w 765852"/>
              <a:gd name="connsiteY22" fmla="*/ 217812 h 260086"/>
              <a:gd name="connsiteX23" fmla="*/ 267145 w 765852"/>
              <a:gd name="connsiteY23" fmla="*/ 202568 h 260086"/>
              <a:gd name="connsiteX24" fmla="*/ 249917 w 765852"/>
              <a:gd name="connsiteY24" fmla="*/ 196982 h 260086"/>
              <a:gd name="connsiteX25" fmla="*/ 234322 w 765852"/>
              <a:gd name="connsiteY25" fmla="*/ 200926 h 260086"/>
              <a:gd name="connsiteX26" fmla="*/ 223961 w 765852"/>
              <a:gd name="connsiteY26" fmla="*/ 212052 h 260086"/>
              <a:gd name="connsiteX27" fmla="*/ 220330 w 765852"/>
              <a:gd name="connsiteY27" fmla="*/ 228534 h 260086"/>
              <a:gd name="connsiteX28" fmla="*/ 223961 w 765852"/>
              <a:gd name="connsiteY28" fmla="*/ 245062 h 260086"/>
              <a:gd name="connsiteX29" fmla="*/ 234322 w 765852"/>
              <a:gd name="connsiteY29" fmla="*/ 256142 h 260086"/>
              <a:gd name="connsiteX30" fmla="*/ 249917 w 765852"/>
              <a:gd name="connsiteY30" fmla="*/ 260086 h 260086"/>
              <a:gd name="connsiteX31" fmla="*/ 267145 w 765852"/>
              <a:gd name="connsiteY31" fmla="*/ 254501 h 260086"/>
              <a:gd name="connsiteX32" fmla="*/ 275782 w 765852"/>
              <a:gd name="connsiteY32" fmla="*/ 239256 h 260086"/>
              <a:gd name="connsiteX33" fmla="*/ 268071 w 765852"/>
              <a:gd name="connsiteY33" fmla="*/ 239256 h 260086"/>
              <a:gd name="connsiteX34" fmla="*/ 261516 w 765852"/>
              <a:gd name="connsiteY34" fmla="*/ 249401 h 260086"/>
              <a:gd name="connsiteX35" fmla="*/ 249560 w 765852"/>
              <a:gd name="connsiteY35" fmla="*/ 252987 h 260086"/>
              <a:gd name="connsiteX36" fmla="*/ 238310 w 765852"/>
              <a:gd name="connsiteY36" fmla="*/ 249887 h 260086"/>
              <a:gd name="connsiteX37" fmla="*/ 230828 w 765852"/>
              <a:gd name="connsiteY37" fmla="*/ 241201 h 260086"/>
              <a:gd name="connsiteX38" fmla="*/ 228215 w 765852"/>
              <a:gd name="connsiteY38" fmla="*/ 228525 h 260086"/>
              <a:gd name="connsiteX39" fmla="*/ 230828 w 765852"/>
              <a:gd name="connsiteY39" fmla="*/ 215812 h 260086"/>
              <a:gd name="connsiteX40" fmla="*/ 238310 w 765852"/>
              <a:gd name="connsiteY40" fmla="*/ 207172 h 260086"/>
              <a:gd name="connsiteX41" fmla="*/ 335580 w 765852"/>
              <a:gd name="connsiteY41" fmla="*/ 197523 h 260086"/>
              <a:gd name="connsiteX42" fmla="*/ 311925 w 765852"/>
              <a:gd name="connsiteY42" fmla="*/ 259554 h 260086"/>
              <a:gd name="connsiteX43" fmla="*/ 319892 w 765852"/>
              <a:gd name="connsiteY43" fmla="*/ 259554 h 260086"/>
              <a:gd name="connsiteX44" fmla="*/ 326448 w 765852"/>
              <a:gd name="connsiteY44" fmla="*/ 242806 h 260086"/>
              <a:gd name="connsiteX45" fmla="*/ 353467 w 765852"/>
              <a:gd name="connsiteY45" fmla="*/ 242806 h 260086"/>
              <a:gd name="connsiteX46" fmla="*/ 360023 w 765852"/>
              <a:gd name="connsiteY46" fmla="*/ 259554 h 260086"/>
              <a:gd name="connsiteX47" fmla="*/ 368256 w 765852"/>
              <a:gd name="connsiteY47" fmla="*/ 259554 h 260086"/>
              <a:gd name="connsiteX48" fmla="*/ 344693 w 765852"/>
              <a:gd name="connsiteY48" fmla="*/ 197523 h 260086"/>
              <a:gd name="connsiteX49" fmla="*/ 335570 w 765852"/>
              <a:gd name="connsiteY49" fmla="*/ 197523 h 260086"/>
              <a:gd name="connsiteX50" fmla="*/ 328758 w 765852"/>
              <a:gd name="connsiteY50" fmla="*/ 235808 h 260086"/>
              <a:gd name="connsiteX51" fmla="*/ 339916 w 765852"/>
              <a:gd name="connsiteY51" fmla="*/ 205943 h 260086"/>
              <a:gd name="connsiteX52" fmla="*/ 351166 w 765852"/>
              <a:gd name="connsiteY52" fmla="*/ 235808 h 260086"/>
              <a:gd name="connsiteX53" fmla="*/ 328749 w 765852"/>
              <a:gd name="connsiteY53" fmla="*/ 235808 h 260086"/>
              <a:gd name="connsiteX54" fmla="*/ 725437 w 765852"/>
              <a:gd name="connsiteY54" fmla="*/ 197523 h 260086"/>
              <a:gd name="connsiteX55" fmla="*/ 717736 w 765852"/>
              <a:gd name="connsiteY55" fmla="*/ 197523 h 260086"/>
              <a:gd name="connsiteX56" fmla="*/ 717736 w 765852"/>
              <a:gd name="connsiteY56" fmla="*/ 259554 h 260086"/>
              <a:gd name="connsiteX57" fmla="*/ 753704 w 765852"/>
              <a:gd name="connsiteY57" fmla="*/ 259554 h 260086"/>
              <a:gd name="connsiteX58" fmla="*/ 753704 w 765852"/>
              <a:gd name="connsiteY58" fmla="*/ 252464 h 260086"/>
              <a:gd name="connsiteX59" fmla="*/ 725446 w 765852"/>
              <a:gd name="connsiteY59" fmla="*/ 252464 h 260086"/>
              <a:gd name="connsiteX60" fmla="*/ 725446 w 765852"/>
              <a:gd name="connsiteY60" fmla="*/ 197523 h 260086"/>
              <a:gd name="connsiteX61" fmla="*/ 250953 w 765852"/>
              <a:gd name="connsiteY61" fmla="*/ 2119 h 260086"/>
              <a:gd name="connsiteX62" fmla="*/ 225566 w 765852"/>
              <a:gd name="connsiteY62" fmla="*/ 2119 h 260086"/>
              <a:gd name="connsiteX63" fmla="*/ 225566 w 765852"/>
              <a:gd name="connsiteY63" fmla="*/ 164677 h 260086"/>
              <a:gd name="connsiteX64" fmla="*/ 250953 w 765852"/>
              <a:gd name="connsiteY64" fmla="*/ 164677 h 260086"/>
              <a:gd name="connsiteX65" fmla="*/ 250953 w 765852"/>
              <a:gd name="connsiteY65" fmla="*/ 2119 h 260086"/>
              <a:gd name="connsiteX66" fmla="*/ 80592 w 765852"/>
              <a:gd name="connsiteY66" fmla="*/ 62692 h 260086"/>
              <a:gd name="connsiteX67" fmla="*/ 80592 w 765852"/>
              <a:gd name="connsiteY67" fmla="*/ 164687 h 260086"/>
              <a:gd name="connsiteX68" fmla="*/ 106732 w 765852"/>
              <a:gd name="connsiteY68" fmla="*/ 164687 h 260086"/>
              <a:gd name="connsiteX69" fmla="*/ 106713 w 765852"/>
              <a:gd name="connsiteY69" fmla="*/ 62692 h 260086"/>
              <a:gd name="connsiteX70" fmla="*/ 95124 w 765852"/>
              <a:gd name="connsiteY70" fmla="*/ 28700 h 260086"/>
              <a:gd name="connsiteX71" fmla="*/ 93648 w 765852"/>
              <a:gd name="connsiteY71" fmla="*/ 26792 h 260086"/>
              <a:gd name="connsiteX72" fmla="*/ 92172 w 765852"/>
              <a:gd name="connsiteY72" fmla="*/ 28700 h 260086"/>
              <a:gd name="connsiteX73" fmla="*/ 80583 w 765852"/>
              <a:gd name="connsiteY73" fmla="*/ 62692 h 260086"/>
              <a:gd name="connsiteX74" fmla="*/ 47273 w 765852"/>
              <a:gd name="connsiteY74" fmla="*/ 2119 h 260086"/>
              <a:gd name="connsiteX75" fmla="*/ 0 w 765852"/>
              <a:gd name="connsiteY75" fmla="*/ 2119 h 260086"/>
              <a:gd name="connsiteX76" fmla="*/ 0 w 765852"/>
              <a:gd name="connsiteY76" fmla="*/ 26792 h 260086"/>
              <a:gd name="connsiteX77" fmla="*/ 93648 w 765852"/>
              <a:gd name="connsiteY77" fmla="*/ 26792 h 260086"/>
              <a:gd name="connsiteX78" fmla="*/ 91328 w 765852"/>
              <a:gd name="connsiteY78" fmla="*/ 23793 h 260086"/>
              <a:gd name="connsiteX79" fmla="*/ 47273 w 765852"/>
              <a:gd name="connsiteY79" fmla="*/ 2119 h 260086"/>
              <a:gd name="connsiteX80" fmla="*/ 95968 w 765852"/>
              <a:gd name="connsiteY80" fmla="*/ 23793 h 260086"/>
              <a:gd name="connsiteX81" fmla="*/ 93648 w 765852"/>
              <a:gd name="connsiteY81" fmla="*/ 26792 h 260086"/>
              <a:gd name="connsiteX82" fmla="*/ 187296 w 765852"/>
              <a:gd name="connsiteY82" fmla="*/ 26792 h 260086"/>
              <a:gd name="connsiteX83" fmla="*/ 187296 w 765852"/>
              <a:gd name="connsiteY83" fmla="*/ 2119 h 260086"/>
              <a:gd name="connsiteX84" fmla="*/ 140023 w 765852"/>
              <a:gd name="connsiteY84" fmla="*/ 2119 h 260086"/>
              <a:gd name="connsiteX85" fmla="*/ 95958 w 765852"/>
              <a:gd name="connsiteY85" fmla="*/ 23793 h 260086"/>
              <a:gd name="connsiteX86" fmla="*/ 514844 w 765852"/>
              <a:gd name="connsiteY86" fmla="*/ 164677 h 260086"/>
              <a:gd name="connsiteX87" fmla="*/ 540232 w 765852"/>
              <a:gd name="connsiteY87" fmla="*/ 164677 h 260086"/>
              <a:gd name="connsiteX88" fmla="*/ 540232 w 765852"/>
              <a:gd name="connsiteY88" fmla="*/ 2119 h 260086"/>
              <a:gd name="connsiteX89" fmla="*/ 514844 w 765852"/>
              <a:gd name="connsiteY89" fmla="*/ 2119 h 260086"/>
              <a:gd name="connsiteX90" fmla="*/ 514844 w 765852"/>
              <a:gd name="connsiteY90" fmla="*/ 164677 h 260086"/>
              <a:gd name="connsiteX91" fmla="*/ 495205 w 765852"/>
              <a:gd name="connsiteY91" fmla="*/ 259554 h 260086"/>
              <a:gd name="connsiteX92" fmla="*/ 502915 w 765852"/>
              <a:gd name="connsiteY92" fmla="*/ 259554 h 260086"/>
              <a:gd name="connsiteX93" fmla="*/ 502915 w 765852"/>
              <a:gd name="connsiteY93" fmla="*/ 197523 h 260086"/>
              <a:gd name="connsiteX94" fmla="*/ 495205 w 765852"/>
              <a:gd name="connsiteY94" fmla="*/ 197523 h 260086"/>
              <a:gd name="connsiteX95" fmla="*/ 495205 w 765852"/>
              <a:gd name="connsiteY95" fmla="*/ 259554 h 260086"/>
              <a:gd name="connsiteX96" fmla="*/ 544816 w 765852"/>
              <a:gd name="connsiteY96" fmla="*/ 204613 h 260086"/>
              <a:gd name="connsiteX97" fmla="*/ 564923 w 765852"/>
              <a:gd name="connsiteY97" fmla="*/ 204613 h 260086"/>
              <a:gd name="connsiteX98" fmla="*/ 564923 w 765852"/>
              <a:gd name="connsiteY98" fmla="*/ 259554 h 260086"/>
              <a:gd name="connsiteX99" fmla="*/ 572633 w 765852"/>
              <a:gd name="connsiteY99" fmla="*/ 259554 h 260086"/>
              <a:gd name="connsiteX100" fmla="*/ 572633 w 765852"/>
              <a:gd name="connsiteY100" fmla="*/ 204613 h 260086"/>
              <a:gd name="connsiteX101" fmla="*/ 592740 w 765852"/>
              <a:gd name="connsiteY101" fmla="*/ 204613 h 260086"/>
              <a:gd name="connsiteX102" fmla="*/ 592740 w 765852"/>
              <a:gd name="connsiteY102" fmla="*/ 197523 h 260086"/>
              <a:gd name="connsiteX103" fmla="*/ 544816 w 765852"/>
              <a:gd name="connsiteY103" fmla="*/ 197523 h 260086"/>
              <a:gd name="connsiteX104" fmla="*/ 544816 w 765852"/>
              <a:gd name="connsiteY104" fmla="*/ 204613 h 260086"/>
              <a:gd name="connsiteX105" fmla="*/ 287389 w 765852"/>
              <a:gd name="connsiteY105" fmla="*/ 2119 h 260086"/>
              <a:gd name="connsiteX106" fmla="*/ 345234 w 765852"/>
              <a:gd name="connsiteY106" fmla="*/ 140105 h 260086"/>
              <a:gd name="connsiteX107" fmla="*/ 381413 w 765852"/>
              <a:gd name="connsiteY107" fmla="*/ 166796 h 260086"/>
              <a:gd name="connsiteX108" fmla="*/ 382899 w 765852"/>
              <a:gd name="connsiteY108" fmla="*/ 166796 h 260086"/>
              <a:gd name="connsiteX109" fmla="*/ 316692 w 765852"/>
              <a:gd name="connsiteY109" fmla="*/ 2119 h 260086"/>
              <a:gd name="connsiteX110" fmla="*/ 287389 w 765852"/>
              <a:gd name="connsiteY110" fmla="*/ 2119 h 260086"/>
              <a:gd name="connsiteX111" fmla="*/ 443549 w 765852"/>
              <a:gd name="connsiteY111" fmla="*/ 199871 h 260086"/>
              <a:gd name="connsiteX112" fmla="*/ 432739 w 765852"/>
              <a:gd name="connsiteY112" fmla="*/ 197523 h 260086"/>
              <a:gd name="connsiteX113" fmla="*/ 408910 w 765852"/>
              <a:gd name="connsiteY113" fmla="*/ 197523 h 260086"/>
              <a:gd name="connsiteX114" fmla="*/ 408910 w 765852"/>
              <a:gd name="connsiteY114" fmla="*/ 259554 h 260086"/>
              <a:gd name="connsiteX115" fmla="*/ 416621 w 765852"/>
              <a:gd name="connsiteY115" fmla="*/ 259554 h 260086"/>
              <a:gd name="connsiteX116" fmla="*/ 416621 w 765852"/>
              <a:gd name="connsiteY116" fmla="*/ 235716 h 260086"/>
              <a:gd name="connsiteX117" fmla="*/ 432748 w 765852"/>
              <a:gd name="connsiteY117" fmla="*/ 235716 h 260086"/>
              <a:gd name="connsiteX118" fmla="*/ 443512 w 765852"/>
              <a:gd name="connsiteY118" fmla="*/ 233368 h 260086"/>
              <a:gd name="connsiteX119" fmla="*/ 450728 w 765852"/>
              <a:gd name="connsiteY119" fmla="*/ 226681 h 260086"/>
              <a:gd name="connsiteX120" fmla="*/ 453295 w 765852"/>
              <a:gd name="connsiteY120" fmla="*/ 216583 h 260086"/>
              <a:gd name="connsiteX121" fmla="*/ 450774 w 765852"/>
              <a:gd name="connsiteY121" fmla="*/ 206521 h 260086"/>
              <a:gd name="connsiteX122" fmla="*/ 443558 w 765852"/>
              <a:gd name="connsiteY122" fmla="*/ 199871 h 260086"/>
              <a:gd name="connsiteX123" fmla="*/ 441779 w 765852"/>
              <a:gd name="connsiteY123" fmla="*/ 225351 h 260086"/>
              <a:gd name="connsiteX124" fmla="*/ 432033 w 765852"/>
              <a:gd name="connsiteY124" fmla="*/ 228635 h 260086"/>
              <a:gd name="connsiteX125" fmla="*/ 416621 w 765852"/>
              <a:gd name="connsiteY125" fmla="*/ 228635 h 260086"/>
              <a:gd name="connsiteX126" fmla="*/ 416621 w 765852"/>
              <a:gd name="connsiteY126" fmla="*/ 204622 h 260086"/>
              <a:gd name="connsiteX127" fmla="*/ 432125 w 765852"/>
              <a:gd name="connsiteY127" fmla="*/ 204622 h 260086"/>
              <a:gd name="connsiteX128" fmla="*/ 441825 w 765852"/>
              <a:gd name="connsiteY128" fmla="*/ 207860 h 260086"/>
              <a:gd name="connsiteX129" fmla="*/ 445410 w 765852"/>
              <a:gd name="connsiteY129" fmla="*/ 216592 h 260086"/>
              <a:gd name="connsiteX130" fmla="*/ 441779 w 765852"/>
              <a:gd name="connsiteY130" fmla="*/ 225361 h 260086"/>
              <a:gd name="connsiteX131" fmla="*/ 382889 w 765852"/>
              <a:gd name="connsiteY131" fmla="*/ 166805 h 260086"/>
              <a:gd name="connsiteX132" fmla="*/ 384375 w 765852"/>
              <a:gd name="connsiteY132" fmla="*/ 166805 h 260086"/>
              <a:gd name="connsiteX133" fmla="*/ 420554 w 765852"/>
              <a:gd name="connsiteY133" fmla="*/ 140114 h 260086"/>
              <a:gd name="connsiteX134" fmla="*/ 478399 w 765852"/>
              <a:gd name="connsiteY134" fmla="*/ 2128 h 260086"/>
              <a:gd name="connsiteX135" fmla="*/ 449096 w 765852"/>
              <a:gd name="connsiteY135" fmla="*/ 2128 h 260086"/>
              <a:gd name="connsiteX136" fmla="*/ 382889 w 765852"/>
              <a:gd name="connsiteY136" fmla="*/ 166814 h 260086"/>
              <a:gd name="connsiteX137" fmla="*/ 644368 w 765852"/>
              <a:gd name="connsiteY137" fmla="*/ 197523 h 260086"/>
              <a:gd name="connsiteX138" fmla="*/ 620714 w 765852"/>
              <a:gd name="connsiteY138" fmla="*/ 259554 h 260086"/>
              <a:gd name="connsiteX139" fmla="*/ 628690 w 765852"/>
              <a:gd name="connsiteY139" fmla="*/ 259554 h 260086"/>
              <a:gd name="connsiteX140" fmla="*/ 635246 w 765852"/>
              <a:gd name="connsiteY140" fmla="*/ 242806 h 260086"/>
              <a:gd name="connsiteX141" fmla="*/ 662266 w 765852"/>
              <a:gd name="connsiteY141" fmla="*/ 242806 h 260086"/>
              <a:gd name="connsiteX142" fmla="*/ 668821 w 765852"/>
              <a:gd name="connsiteY142" fmla="*/ 259554 h 260086"/>
              <a:gd name="connsiteX143" fmla="*/ 677055 w 765852"/>
              <a:gd name="connsiteY143" fmla="*/ 259554 h 260086"/>
              <a:gd name="connsiteX144" fmla="*/ 653491 w 765852"/>
              <a:gd name="connsiteY144" fmla="*/ 197523 h 260086"/>
              <a:gd name="connsiteX145" fmla="*/ 644368 w 765852"/>
              <a:gd name="connsiteY145" fmla="*/ 197523 h 260086"/>
              <a:gd name="connsiteX146" fmla="*/ 637547 w 765852"/>
              <a:gd name="connsiteY146" fmla="*/ 235808 h 260086"/>
              <a:gd name="connsiteX147" fmla="*/ 648705 w 765852"/>
              <a:gd name="connsiteY147" fmla="*/ 205943 h 260086"/>
              <a:gd name="connsiteX148" fmla="*/ 659955 w 765852"/>
              <a:gd name="connsiteY148" fmla="*/ 235808 h 260086"/>
              <a:gd name="connsiteX149" fmla="*/ 637538 w 765852"/>
              <a:gd name="connsiteY149" fmla="*/ 235808 h 260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</a:cxnLst>
            <a:rect l="l" t="t" r="r" b="b"/>
            <a:pathLst>
              <a:path w="765852" h="260086">
                <a:moveTo>
                  <a:pt x="739575" y="143884"/>
                </a:moveTo>
                <a:cubicBezTo>
                  <a:pt x="756519" y="128906"/>
                  <a:pt x="765852" y="107425"/>
                  <a:pt x="765852" y="83403"/>
                </a:cubicBezTo>
                <a:cubicBezTo>
                  <a:pt x="765852" y="59381"/>
                  <a:pt x="756519" y="37899"/>
                  <a:pt x="739575" y="22921"/>
                </a:cubicBezTo>
                <a:cubicBezTo>
                  <a:pt x="722613" y="7925"/>
                  <a:pt x="699307" y="0"/>
                  <a:pt x="672177" y="0"/>
                </a:cubicBezTo>
                <a:cubicBezTo>
                  <a:pt x="645047" y="0"/>
                  <a:pt x="621740" y="7925"/>
                  <a:pt x="604779" y="22921"/>
                </a:cubicBezTo>
                <a:cubicBezTo>
                  <a:pt x="587835" y="37899"/>
                  <a:pt x="578501" y="59381"/>
                  <a:pt x="578501" y="83403"/>
                </a:cubicBezTo>
                <a:cubicBezTo>
                  <a:pt x="578501" y="107425"/>
                  <a:pt x="587835" y="128906"/>
                  <a:pt x="604779" y="143884"/>
                </a:cubicBezTo>
                <a:cubicBezTo>
                  <a:pt x="621740" y="158881"/>
                  <a:pt x="645047" y="166805"/>
                  <a:pt x="672177" y="166805"/>
                </a:cubicBezTo>
                <a:cubicBezTo>
                  <a:pt x="699307" y="166805"/>
                  <a:pt x="722613" y="158881"/>
                  <a:pt x="739575" y="143884"/>
                </a:cubicBezTo>
                <a:close/>
                <a:moveTo>
                  <a:pt x="604595" y="83403"/>
                </a:moveTo>
                <a:cubicBezTo>
                  <a:pt x="604595" y="66489"/>
                  <a:pt x="610821" y="52135"/>
                  <a:pt x="622611" y="41871"/>
                </a:cubicBezTo>
                <a:cubicBezTo>
                  <a:pt x="634751" y="31305"/>
                  <a:pt x="651887" y="25719"/>
                  <a:pt x="672177" y="25719"/>
                </a:cubicBezTo>
                <a:cubicBezTo>
                  <a:pt x="692467" y="25719"/>
                  <a:pt x="709603" y="31305"/>
                  <a:pt x="721742" y="41871"/>
                </a:cubicBezTo>
                <a:cubicBezTo>
                  <a:pt x="733524" y="52126"/>
                  <a:pt x="739759" y="66489"/>
                  <a:pt x="739759" y="83403"/>
                </a:cubicBezTo>
                <a:cubicBezTo>
                  <a:pt x="739759" y="100316"/>
                  <a:pt x="733533" y="114671"/>
                  <a:pt x="721742" y="124934"/>
                </a:cubicBezTo>
                <a:cubicBezTo>
                  <a:pt x="709603" y="135501"/>
                  <a:pt x="692467" y="141077"/>
                  <a:pt x="672177" y="141077"/>
                </a:cubicBezTo>
                <a:cubicBezTo>
                  <a:pt x="651887" y="141077"/>
                  <a:pt x="634741" y="135491"/>
                  <a:pt x="622611" y="124934"/>
                </a:cubicBezTo>
                <a:cubicBezTo>
                  <a:pt x="610830" y="114671"/>
                  <a:pt x="604595" y="100316"/>
                  <a:pt x="604595" y="83403"/>
                </a:cubicBezTo>
                <a:close/>
                <a:moveTo>
                  <a:pt x="238310" y="207181"/>
                </a:moveTo>
                <a:cubicBezTo>
                  <a:pt x="241556" y="205118"/>
                  <a:pt x="245306" y="204081"/>
                  <a:pt x="249560" y="204081"/>
                </a:cubicBezTo>
                <a:cubicBezTo>
                  <a:pt x="254282" y="204081"/>
                  <a:pt x="258288" y="205292"/>
                  <a:pt x="261562" y="207713"/>
                </a:cubicBezTo>
                <a:cubicBezTo>
                  <a:pt x="264835" y="210135"/>
                  <a:pt x="267035" y="213501"/>
                  <a:pt x="268163" y="217812"/>
                </a:cubicBezTo>
                <a:lnTo>
                  <a:pt x="275874" y="217812"/>
                </a:lnTo>
                <a:cubicBezTo>
                  <a:pt x="274691" y="211373"/>
                  <a:pt x="271784" y="206292"/>
                  <a:pt x="267145" y="202568"/>
                </a:cubicBezTo>
                <a:cubicBezTo>
                  <a:pt x="262506" y="198844"/>
                  <a:pt x="256766" y="196982"/>
                  <a:pt x="249917" y="196982"/>
                </a:cubicBezTo>
                <a:cubicBezTo>
                  <a:pt x="244013" y="196982"/>
                  <a:pt x="238814" y="198293"/>
                  <a:pt x="234322" y="200926"/>
                </a:cubicBezTo>
                <a:cubicBezTo>
                  <a:pt x="229838" y="203558"/>
                  <a:pt x="226382" y="207264"/>
                  <a:pt x="223961" y="212052"/>
                </a:cubicBezTo>
                <a:cubicBezTo>
                  <a:pt x="221541" y="216840"/>
                  <a:pt x="220330" y="222334"/>
                  <a:pt x="220330" y="228534"/>
                </a:cubicBezTo>
                <a:cubicBezTo>
                  <a:pt x="220330" y="234734"/>
                  <a:pt x="221541" y="240302"/>
                  <a:pt x="223961" y="245062"/>
                </a:cubicBezTo>
                <a:cubicBezTo>
                  <a:pt x="226382" y="249823"/>
                  <a:pt x="229838" y="253510"/>
                  <a:pt x="234322" y="256142"/>
                </a:cubicBezTo>
                <a:cubicBezTo>
                  <a:pt x="238805" y="258775"/>
                  <a:pt x="244004" y="260086"/>
                  <a:pt x="249917" y="260086"/>
                </a:cubicBezTo>
                <a:cubicBezTo>
                  <a:pt x="256831" y="260086"/>
                  <a:pt x="262570" y="258224"/>
                  <a:pt x="267145" y="254501"/>
                </a:cubicBezTo>
                <a:cubicBezTo>
                  <a:pt x="271720" y="250777"/>
                  <a:pt x="274599" y="245695"/>
                  <a:pt x="275782" y="239256"/>
                </a:cubicBezTo>
                <a:lnTo>
                  <a:pt x="268071" y="239256"/>
                </a:lnTo>
                <a:cubicBezTo>
                  <a:pt x="266888" y="243631"/>
                  <a:pt x="264706" y="247007"/>
                  <a:pt x="261516" y="249401"/>
                </a:cubicBezTo>
                <a:cubicBezTo>
                  <a:pt x="258325" y="251795"/>
                  <a:pt x="254337" y="252987"/>
                  <a:pt x="249560" y="252987"/>
                </a:cubicBezTo>
                <a:cubicBezTo>
                  <a:pt x="245306" y="252987"/>
                  <a:pt x="241556" y="251951"/>
                  <a:pt x="238310" y="249887"/>
                </a:cubicBezTo>
                <a:cubicBezTo>
                  <a:pt x="235064" y="247823"/>
                  <a:pt x="232561" y="244925"/>
                  <a:pt x="230828" y="241201"/>
                </a:cubicBezTo>
                <a:cubicBezTo>
                  <a:pt x="229086" y="237477"/>
                  <a:pt x="228215" y="233258"/>
                  <a:pt x="228215" y="228525"/>
                </a:cubicBezTo>
                <a:cubicBezTo>
                  <a:pt x="228215" y="223792"/>
                  <a:pt x="229086" y="219499"/>
                  <a:pt x="230828" y="215812"/>
                </a:cubicBezTo>
                <a:cubicBezTo>
                  <a:pt x="232570" y="212125"/>
                  <a:pt x="235064" y="209245"/>
                  <a:pt x="238310" y="207172"/>
                </a:cubicBezTo>
                <a:close/>
                <a:moveTo>
                  <a:pt x="335580" y="197523"/>
                </a:moveTo>
                <a:lnTo>
                  <a:pt x="311925" y="259554"/>
                </a:lnTo>
                <a:lnTo>
                  <a:pt x="319892" y="259554"/>
                </a:lnTo>
                <a:lnTo>
                  <a:pt x="326448" y="242806"/>
                </a:lnTo>
                <a:lnTo>
                  <a:pt x="353467" y="242806"/>
                </a:lnTo>
                <a:lnTo>
                  <a:pt x="360023" y="259554"/>
                </a:lnTo>
                <a:lnTo>
                  <a:pt x="368256" y="259554"/>
                </a:lnTo>
                <a:lnTo>
                  <a:pt x="344693" y="197523"/>
                </a:lnTo>
                <a:lnTo>
                  <a:pt x="335570" y="197523"/>
                </a:lnTo>
                <a:close/>
                <a:moveTo>
                  <a:pt x="328758" y="235808"/>
                </a:moveTo>
                <a:lnTo>
                  <a:pt x="339916" y="205943"/>
                </a:lnTo>
                <a:lnTo>
                  <a:pt x="351166" y="235808"/>
                </a:lnTo>
                <a:lnTo>
                  <a:pt x="328749" y="235808"/>
                </a:lnTo>
                <a:close/>
                <a:moveTo>
                  <a:pt x="725437" y="197523"/>
                </a:moveTo>
                <a:lnTo>
                  <a:pt x="717736" y="197523"/>
                </a:lnTo>
                <a:lnTo>
                  <a:pt x="717736" y="259554"/>
                </a:lnTo>
                <a:lnTo>
                  <a:pt x="753704" y="259554"/>
                </a:lnTo>
                <a:lnTo>
                  <a:pt x="753704" y="252464"/>
                </a:lnTo>
                <a:lnTo>
                  <a:pt x="725446" y="252464"/>
                </a:lnTo>
                <a:lnTo>
                  <a:pt x="725446" y="197523"/>
                </a:lnTo>
                <a:close/>
                <a:moveTo>
                  <a:pt x="250953" y="2119"/>
                </a:moveTo>
                <a:lnTo>
                  <a:pt x="225566" y="2119"/>
                </a:lnTo>
                <a:lnTo>
                  <a:pt x="225566" y="164677"/>
                </a:lnTo>
                <a:lnTo>
                  <a:pt x="250953" y="164677"/>
                </a:lnTo>
                <a:lnTo>
                  <a:pt x="250953" y="2119"/>
                </a:lnTo>
                <a:close/>
                <a:moveTo>
                  <a:pt x="80592" y="62692"/>
                </a:moveTo>
                <a:lnTo>
                  <a:pt x="80592" y="164687"/>
                </a:lnTo>
                <a:cubicBezTo>
                  <a:pt x="80592" y="164687"/>
                  <a:pt x="106732" y="164687"/>
                  <a:pt x="106732" y="164687"/>
                </a:cubicBezTo>
                <a:lnTo>
                  <a:pt x="106713" y="62692"/>
                </a:lnTo>
                <a:cubicBezTo>
                  <a:pt x="106713" y="50282"/>
                  <a:pt x="102707" y="38523"/>
                  <a:pt x="95124" y="28700"/>
                </a:cubicBezTo>
                <a:lnTo>
                  <a:pt x="93648" y="26792"/>
                </a:lnTo>
                <a:lnTo>
                  <a:pt x="92172" y="28700"/>
                </a:lnTo>
                <a:cubicBezTo>
                  <a:pt x="84589" y="38523"/>
                  <a:pt x="80583" y="50273"/>
                  <a:pt x="80583" y="62692"/>
                </a:cubicBezTo>
                <a:close/>
                <a:moveTo>
                  <a:pt x="47273" y="2119"/>
                </a:moveTo>
                <a:lnTo>
                  <a:pt x="0" y="2119"/>
                </a:lnTo>
                <a:lnTo>
                  <a:pt x="0" y="26792"/>
                </a:lnTo>
                <a:lnTo>
                  <a:pt x="93648" y="26792"/>
                </a:lnTo>
                <a:lnTo>
                  <a:pt x="91328" y="23793"/>
                </a:lnTo>
                <a:cubicBezTo>
                  <a:pt x="80693" y="10025"/>
                  <a:pt x="64629" y="2119"/>
                  <a:pt x="47273" y="2119"/>
                </a:cubicBezTo>
                <a:close/>
                <a:moveTo>
                  <a:pt x="95968" y="23793"/>
                </a:moveTo>
                <a:lnTo>
                  <a:pt x="93648" y="26792"/>
                </a:lnTo>
                <a:lnTo>
                  <a:pt x="187296" y="26792"/>
                </a:lnTo>
                <a:lnTo>
                  <a:pt x="187296" y="2119"/>
                </a:lnTo>
                <a:lnTo>
                  <a:pt x="140023" y="2119"/>
                </a:lnTo>
                <a:cubicBezTo>
                  <a:pt x="122657" y="2119"/>
                  <a:pt x="106603" y="10016"/>
                  <a:pt x="95958" y="23793"/>
                </a:cubicBezTo>
                <a:close/>
                <a:moveTo>
                  <a:pt x="514844" y="164677"/>
                </a:moveTo>
                <a:lnTo>
                  <a:pt x="540232" y="164677"/>
                </a:lnTo>
                <a:lnTo>
                  <a:pt x="540232" y="2119"/>
                </a:lnTo>
                <a:lnTo>
                  <a:pt x="514844" y="2119"/>
                </a:lnTo>
                <a:lnTo>
                  <a:pt x="514844" y="164677"/>
                </a:lnTo>
                <a:close/>
                <a:moveTo>
                  <a:pt x="495205" y="259554"/>
                </a:moveTo>
                <a:lnTo>
                  <a:pt x="502915" y="259554"/>
                </a:lnTo>
                <a:lnTo>
                  <a:pt x="502915" y="197523"/>
                </a:lnTo>
                <a:lnTo>
                  <a:pt x="495205" y="197523"/>
                </a:lnTo>
                <a:lnTo>
                  <a:pt x="495205" y="259554"/>
                </a:lnTo>
                <a:close/>
                <a:moveTo>
                  <a:pt x="544816" y="204613"/>
                </a:moveTo>
                <a:lnTo>
                  <a:pt x="564923" y="204613"/>
                </a:lnTo>
                <a:lnTo>
                  <a:pt x="564923" y="259554"/>
                </a:lnTo>
                <a:lnTo>
                  <a:pt x="572633" y="259554"/>
                </a:lnTo>
                <a:lnTo>
                  <a:pt x="572633" y="204613"/>
                </a:lnTo>
                <a:lnTo>
                  <a:pt x="592740" y="204613"/>
                </a:lnTo>
                <a:lnTo>
                  <a:pt x="592740" y="197523"/>
                </a:lnTo>
                <a:lnTo>
                  <a:pt x="544816" y="197523"/>
                </a:lnTo>
                <a:lnTo>
                  <a:pt x="544816" y="204613"/>
                </a:lnTo>
                <a:close/>
                <a:moveTo>
                  <a:pt x="287389" y="2119"/>
                </a:moveTo>
                <a:cubicBezTo>
                  <a:pt x="287389" y="2119"/>
                  <a:pt x="335680" y="117220"/>
                  <a:pt x="345234" y="140105"/>
                </a:cubicBezTo>
                <a:cubicBezTo>
                  <a:pt x="356374" y="166796"/>
                  <a:pt x="374464" y="166796"/>
                  <a:pt x="381413" y="166796"/>
                </a:cubicBezTo>
                <a:lnTo>
                  <a:pt x="382899" y="166796"/>
                </a:lnTo>
                <a:lnTo>
                  <a:pt x="316692" y="2119"/>
                </a:lnTo>
                <a:lnTo>
                  <a:pt x="287389" y="2119"/>
                </a:lnTo>
                <a:close/>
                <a:moveTo>
                  <a:pt x="443549" y="199871"/>
                </a:moveTo>
                <a:cubicBezTo>
                  <a:pt x="440413" y="198303"/>
                  <a:pt x="436819" y="197523"/>
                  <a:pt x="432739" y="197523"/>
                </a:cubicBezTo>
                <a:lnTo>
                  <a:pt x="408910" y="197523"/>
                </a:lnTo>
                <a:lnTo>
                  <a:pt x="408910" y="259554"/>
                </a:lnTo>
                <a:lnTo>
                  <a:pt x="416621" y="259554"/>
                </a:lnTo>
                <a:lnTo>
                  <a:pt x="416621" y="235716"/>
                </a:lnTo>
                <a:lnTo>
                  <a:pt x="432748" y="235716"/>
                </a:lnTo>
                <a:cubicBezTo>
                  <a:pt x="436819" y="235716"/>
                  <a:pt x="440413" y="234936"/>
                  <a:pt x="443512" y="233368"/>
                </a:cubicBezTo>
                <a:cubicBezTo>
                  <a:pt x="446611" y="231799"/>
                  <a:pt x="449013" y="229571"/>
                  <a:pt x="450728" y="226681"/>
                </a:cubicBezTo>
                <a:cubicBezTo>
                  <a:pt x="452442" y="223783"/>
                  <a:pt x="453295" y="220417"/>
                  <a:pt x="453295" y="216583"/>
                </a:cubicBezTo>
                <a:cubicBezTo>
                  <a:pt x="453295" y="212749"/>
                  <a:pt x="452452" y="209392"/>
                  <a:pt x="450774" y="206521"/>
                </a:cubicBezTo>
                <a:cubicBezTo>
                  <a:pt x="449087" y="203659"/>
                  <a:pt x="446685" y="201439"/>
                  <a:pt x="443558" y="199871"/>
                </a:cubicBezTo>
                <a:close/>
                <a:moveTo>
                  <a:pt x="441779" y="225351"/>
                </a:moveTo>
                <a:cubicBezTo>
                  <a:pt x="439359" y="227534"/>
                  <a:pt x="436113" y="228635"/>
                  <a:pt x="432033" y="228635"/>
                </a:cubicBezTo>
                <a:lnTo>
                  <a:pt x="416621" y="228635"/>
                </a:lnTo>
                <a:lnTo>
                  <a:pt x="416621" y="204622"/>
                </a:lnTo>
                <a:lnTo>
                  <a:pt x="432125" y="204622"/>
                </a:lnTo>
                <a:cubicBezTo>
                  <a:pt x="436196" y="204622"/>
                  <a:pt x="439432" y="205705"/>
                  <a:pt x="441825" y="207860"/>
                </a:cubicBezTo>
                <a:cubicBezTo>
                  <a:pt x="444218" y="210015"/>
                  <a:pt x="445410" y="212923"/>
                  <a:pt x="445410" y="216592"/>
                </a:cubicBezTo>
                <a:cubicBezTo>
                  <a:pt x="445410" y="220261"/>
                  <a:pt x="444200" y="223178"/>
                  <a:pt x="441779" y="225361"/>
                </a:cubicBezTo>
                <a:close/>
                <a:moveTo>
                  <a:pt x="382889" y="166805"/>
                </a:moveTo>
                <a:lnTo>
                  <a:pt x="384375" y="166805"/>
                </a:lnTo>
                <a:cubicBezTo>
                  <a:pt x="391334" y="166805"/>
                  <a:pt x="409423" y="166805"/>
                  <a:pt x="420554" y="140114"/>
                </a:cubicBezTo>
                <a:cubicBezTo>
                  <a:pt x="430099" y="117230"/>
                  <a:pt x="478399" y="2128"/>
                  <a:pt x="478399" y="2128"/>
                </a:cubicBezTo>
                <a:lnTo>
                  <a:pt x="449096" y="2128"/>
                </a:lnTo>
                <a:lnTo>
                  <a:pt x="382889" y="166814"/>
                </a:lnTo>
                <a:close/>
                <a:moveTo>
                  <a:pt x="644368" y="197523"/>
                </a:moveTo>
                <a:lnTo>
                  <a:pt x="620714" y="259554"/>
                </a:lnTo>
                <a:lnTo>
                  <a:pt x="628690" y="259554"/>
                </a:lnTo>
                <a:lnTo>
                  <a:pt x="635246" y="242806"/>
                </a:lnTo>
                <a:lnTo>
                  <a:pt x="662266" y="242806"/>
                </a:lnTo>
                <a:lnTo>
                  <a:pt x="668821" y="259554"/>
                </a:lnTo>
                <a:lnTo>
                  <a:pt x="677055" y="259554"/>
                </a:lnTo>
                <a:lnTo>
                  <a:pt x="653491" y="197523"/>
                </a:lnTo>
                <a:lnTo>
                  <a:pt x="644368" y="197523"/>
                </a:lnTo>
                <a:close/>
                <a:moveTo>
                  <a:pt x="637547" y="235808"/>
                </a:moveTo>
                <a:lnTo>
                  <a:pt x="648705" y="205943"/>
                </a:lnTo>
                <a:lnTo>
                  <a:pt x="659955" y="235808"/>
                </a:lnTo>
                <a:lnTo>
                  <a:pt x="637538" y="235808"/>
                </a:lnTo>
                <a:close/>
              </a:path>
            </a:pathLst>
          </a:custGeom>
          <a:solidFill>
            <a:schemeClr val="bg1"/>
          </a:solidFill>
          <a:ln w="1061" cap="flat">
            <a:noFill/>
            <a:prstDash val="solid"/>
            <a:miter/>
          </a:ln>
        </p:spPr>
        <p:txBody>
          <a:bodyPr rtlCol="0" anchor="ctr"/>
          <a:lstStyle/>
          <a:p>
            <a:endParaRPr lang="pt-BR" sz="849">
              <a:solidFill>
                <a:schemeClr val="bg1"/>
              </a:solidFill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509A8969-4CCE-CE82-D2FB-901A726879C5}"/>
              </a:ext>
            </a:extLst>
          </p:cNvPr>
          <p:cNvCxnSpPr/>
          <p:nvPr userDrawn="1"/>
        </p:nvCxnSpPr>
        <p:spPr>
          <a:xfrm>
            <a:off x="334964" y="185353"/>
            <a:ext cx="10415415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550451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469">
          <p15:clr>
            <a:srgbClr val="FBAE40"/>
          </p15:clr>
        </p15:guide>
        <p15:guide id="2" orient="horz" pos="3974">
          <p15:clr>
            <a:srgbClr val="FBAE40"/>
          </p15:clr>
        </p15:guide>
        <p15:guide id="3" orient="horz" pos="232">
          <p15:clr>
            <a:srgbClr val="FBAE40"/>
          </p15:clr>
        </p15:guide>
        <p15:guide id="4" pos="211">
          <p15:clr>
            <a:srgbClr val="FBAE40"/>
          </p15:clr>
        </p15:guide>
        <p15:guide id="5" orient="horz" pos="4065">
          <p15:clr>
            <a:srgbClr val="FBAE40"/>
          </p15:clr>
        </p15:guide>
        <p15:guide id="6" orient="horz" pos="799">
          <p15:clr>
            <a:srgbClr val="FBAE40"/>
          </p15:clr>
        </p15:guide>
        <p15:guide id="7" orient="horz" pos="935">
          <p15:clr>
            <a:srgbClr val="FBAE40"/>
          </p15:clr>
        </p15:guide>
      </p15:sldGuideLst>
    </p:ext>
  </p:extLst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ítulo | Box superior - High Yield">
    <p:bg>
      <p:bgPr>
        <a:gradFill>
          <a:gsLst>
            <a:gs pos="81000">
              <a:schemeClr val="tx1">
                <a:lumMod val="85000"/>
                <a:lumOff val="15000"/>
              </a:schemeClr>
            </a:gs>
            <a:gs pos="100000">
              <a:schemeClr val="tx1">
                <a:lumMod val="95000"/>
                <a:lumOff val="5000"/>
              </a:schemeClr>
            </a:gs>
            <a:gs pos="0">
              <a:schemeClr val="accent5"/>
            </a:gs>
          </a:gsLst>
          <a:lin ang="7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132BCE3-A04F-8602-64F7-7623C7EAF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61763" y="6482556"/>
            <a:ext cx="295275" cy="1692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 sz="1100">
                <a:solidFill>
                  <a:schemeClr val="bg1"/>
                </a:solidFill>
                <a:latin typeface="Versos" panose="020B0503020204030204" pitchFamily="34" charset="0"/>
                <a:cs typeface="Versos" panose="020B0503020204030204" pitchFamily="34" charset="0"/>
              </a:defRPr>
            </a:lvl1pPr>
          </a:lstStyle>
          <a:p>
            <a:fld id="{77667D73-C69A-4DAA-9003-24A825D36FE9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B13D7C-5A47-B0DF-B518-26E79F5D2DB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64" y="368301"/>
            <a:ext cx="10183813" cy="4308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err="1"/>
              <a:t>Título</a:t>
            </a:r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401465E-A8CD-A3BA-BE2A-9597492FDC6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4963" y="6482556"/>
            <a:ext cx="10980000" cy="180000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900">
                <a:latin typeface="Versos Light" panose="020B0403020204030204" pitchFamily="34" charset="0"/>
              </a:defRPr>
            </a:lvl2pPr>
            <a:lvl3pPr>
              <a:defRPr sz="900">
                <a:latin typeface="Versos Light" panose="020B0403020204030204" pitchFamily="34" charset="0"/>
              </a:defRPr>
            </a:lvl3pPr>
            <a:lvl4pPr>
              <a:defRPr sz="900">
                <a:latin typeface="Versos Light" panose="020B0403020204030204" pitchFamily="34" charset="0"/>
              </a:defRPr>
            </a:lvl4pPr>
            <a:lvl5pPr>
              <a:defRPr sz="900">
                <a:latin typeface="Versos Light" panose="020B0403020204030204" pitchFamily="34" charset="0"/>
              </a:defRPr>
            </a:lvl5pPr>
          </a:lstStyle>
          <a:p>
            <a:pPr lvl="0"/>
            <a:r>
              <a:rPr lang="en-US"/>
              <a:t>Fonte:</a:t>
            </a:r>
            <a:endParaRPr lang="pt-BR"/>
          </a:p>
        </p:txBody>
      </p:sp>
      <p:sp>
        <p:nvSpPr>
          <p:cNvPr id="10" name="Retângulo 5">
            <a:extLst>
              <a:ext uri="{FF2B5EF4-FFF2-40B4-BE49-F238E27FC236}">
                <a16:creationId xmlns:a16="http://schemas.microsoft.com/office/drawing/2014/main" id="{7D36360D-ABDB-2B93-AA05-C90BA9D483DB}"/>
              </a:ext>
            </a:extLst>
          </p:cNvPr>
          <p:cNvSpPr/>
          <p:nvPr userDrawn="1"/>
        </p:nvSpPr>
        <p:spPr>
          <a:xfrm>
            <a:off x="0" y="807794"/>
            <a:ext cx="12192000" cy="209118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849">
              <a:latin typeface="Versos" panose="020B0503020204030204" pitchFamily="34" charset="0"/>
            </a:endParaRP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2BF5896-7E11-14FB-06A4-95B1CAD37BF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83428" y="1045525"/>
            <a:ext cx="5421301" cy="156104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>
                <a:solidFill>
                  <a:schemeClr val="tx1"/>
                </a:solidFill>
                <a:latin typeface="Versos Light" panose="020B04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2" name="Conector Reto 6">
            <a:extLst>
              <a:ext uri="{FF2B5EF4-FFF2-40B4-BE49-F238E27FC236}">
                <a16:creationId xmlns:a16="http://schemas.microsoft.com/office/drawing/2014/main" id="{93D24C85-FAB3-23B7-3282-C0255DE4BF50}"/>
              </a:ext>
            </a:extLst>
          </p:cNvPr>
          <p:cNvCxnSpPr/>
          <p:nvPr userDrawn="1"/>
        </p:nvCxnSpPr>
        <p:spPr>
          <a:xfrm>
            <a:off x="583096" y="1364974"/>
            <a:ext cx="0" cy="156211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Reto 7">
            <a:extLst>
              <a:ext uri="{FF2B5EF4-FFF2-40B4-BE49-F238E27FC236}">
                <a16:creationId xmlns:a16="http://schemas.microsoft.com/office/drawing/2014/main" id="{A040BC7F-4356-241E-DE98-A14572A424F9}"/>
              </a:ext>
            </a:extLst>
          </p:cNvPr>
          <p:cNvCxnSpPr>
            <a:cxnSpLocks/>
          </p:cNvCxnSpPr>
          <p:nvPr userDrawn="1"/>
        </p:nvCxnSpPr>
        <p:spPr>
          <a:xfrm>
            <a:off x="6336683" y="1364974"/>
            <a:ext cx="0" cy="156211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3D29ABC6-2275-8D02-5D8F-6C312831087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437015" y="1045525"/>
            <a:ext cx="5420023" cy="158838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>
                <a:solidFill>
                  <a:schemeClr val="tx1"/>
                </a:solidFill>
                <a:latin typeface="Versos Light" panose="020B04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8">
            <a:extLst>
              <a:ext uri="{FF2B5EF4-FFF2-40B4-BE49-F238E27FC236}">
                <a16:creationId xmlns:a16="http://schemas.microsoft.com/office/drawing/2014/main" id="{D0831873-076C-11EE-AA1E-02508B9C565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86448" y="3021652"/>
            <a:ext cx="5296913" cy="23011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8">
            <a:extLst>
              <a:ext uri="{FF2B5EF4-FFF2-40B4-BE49-F238E27FC236}">
                <a16:creationId xmlns:a16="http://schemas.microsoft.com/office/drawing/2014/main" id="{89936DB2-1144-3AFC-1BBA-E1BDEB5020C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435706" y="3021652"/>
            <a:ext cx="5421332" cy="23011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Picture 8">
            <a:extLst>
              <a:ext uri="{FF2B5EF4-FFF2-40B4-BE49-F238E27FC236}">
                <a16:creationId xmlns:a16="http://schemas.microsoft.com/office/drawing/2014/main" id="{C3DE3459-A0CC-6831-FC59-0F2863B6F3C9}"/>
              </a:ext>
            </a:extLst>
          </p:cNvPr>
          <p:cNvSpPr/>
          <p:nvPr userDrawn="1"/>
        </p:nvSpPr>
        <p:spPr>
          <a:xfrm>
            <a:off x="11091186" y="377179"/>
            <a:ext cx="765852" cy="260086"/>
          </a:xfrm>
          <a:custGeom>
            <a:avLst/>
            <a:gdLst>
              <a:gd name="connsiteX0" fmla="*/ 739575 w 765852"/>
              <a:gd name="connsiteY0" fmla="*/ 143884 h 260086"/>
              <a:gd name="connsiteX1" fmla="*/ 765852 w 765852"/>
              <a:gd name="connsiteY1" fmla="*/ 83403 h 260086"/>
              <a:gd name="connsiteX2" fmla="*/ 739575 w 765852"/>
              <a:gd name="connsiteY2" fmla="*/ 22921 h 260086"/>
              <a:gd name="connsiteX3" fmla="*/ 672177 w 765852"/>
              <a:gd name="connsiteY3" fmla="*/ 0 h 260086"/>
              <a:gd name="connsiteX4" fmla="*/ 604779 w 765852"/>
              <a:gd name="connsiteY4" fmla="*/ 22921 h 260086"/>
              <a:gd name="connsiteX5" fmla="*/ 578501 w 765852"/>
              <a:gd name="connsiteY5" fmla="*/ 83403 h 260086"/>
              <a:gd name="connsiteX6" fmla="*/ 604779 w 765852"/>
              <a:gd name="connsiteY6" fmla="*/ 143884 h 260086"/>
              <a:gd name="connsiteX7" fmla="*/ 672177 w 765852"/>
              <a:gd name="connsiteY7" fmla="*/ 166805 h 260086"/>
              <a:gd name="connsiteX8" fmla="*/ 739575 w 765852"/>
              <a:gd name="connsiteY8" fmla="*/ 143884 h 260086"/>
              <a:gd name="connsiteX9" fmla="*/ 604595 w 765852"/>
              <a:gd name="connsiteY9" fmla="*/ 83403 h 260086"/>
              <a:gd name="connsiteX10" fmla="*/ 622611 w 765852"/>
              <a:gd name="connsiteY10" fmla="*/ 41871 h 260086"/>
              <a:gd name="connsiteX11" fmla="*/ 672177 w 765852"/>
              <a:gd name="connsiteY11" fmla="*/ 25719 h 260086"/>
              <a:gd name="connsiteX12" fmla="*/ 721742 w 765852"/>
              <a:gd name="connsiteY12" fmla="*/ 41871 h 260086"/>
              <a:gd name="connsiteX13" fmla="*/ 739759 w 765852"/>
              <a:gd name="connsiteY13" fmla="*/ 83403 h 260086"/>
              <a:gd name="connsiteX14" fmla="*/ 721742 w 765852"/>
              <a:gd name="connsiteY14" fmla="*/ 124934 h 260086"/>
              <a:gd name="connsiteX15" fmla="*/ 672177 w 765852"/>
              <a:gd name="connsiteY15" fmla="*/ 141077 h 260086"/>
              <a:gd name="connsiteX16" fmla="*/ 622611 w 765852"/>
              <a:gd name="connsiteY16" fmla="*/ 124934 h 260086"/>
              <a:gd name="connsiteX17" fmla="*/ 604595 w 765852"/>
              <a:gd name="connsiteY17" fmla="*/ 83403 h 260086"/>
              <a:gd name="connsiteX18" fmla="*/ 238310 w 765852"/>
              <a:gd name="connsiteY18" fmla="*/ 207181 h 260086"/>
              <a:gd name="connsiteX19" fmla="*/ 249560 w 765852"/>
              <a:gd name="connsiteY19" fmla="*/ 204081 h 260086"/>
              <a:gd name="connsiteX20" fmla="*/ 261562 w 765852"/>
              <a:gd name="connsiteY20" fmla="*/ 207713 h 260086"/>
              <a:gd name="connsiteX21" fmla="*/ 268163 w 765852"/>
              <a:gd name="connsiteY21" fmla="*/ 217812 h 260086"/>
              <a:gd name="connsiteX22" fmla="*/ 275874 w 765852"/>
              <a:gd name="connsiteY22" fmla="*/ 217812 h 260086"/>
              <a:gd name="connsiteX23" fmla="*/ 267145 w 765852"/>
              <a:gd name="connsiteY23" fmla="*/ 202568 h 260086"/>
              <a:gd name="connsiteX24" fmla="*/ 249917 w 765852"/>
              <a:gd name="connsiteY24" fmla="*/ 196982 h 260086"/>
              <a:gd name="connsiteX25" fmla="*/ 234322 w 765852"/>
              <a:gd name="connsiteY25" fmla="*/ 200926 h 260086"/>
              <a:gd name="connsiteX26" fmla="*/ 223961 w 765852"/>
              <a:gd name="connsiteY26" fmla="*/ 212052 h 260086"/>
              <a:gd name="connsiteX27" fmla="*/ 220330 w 765852"/>
              <a:gd name="connsiteY27" fmla="*/ 228534 h 260086"/>
              <a:gd name="connsiteX28" fmla="*/ 223961 w 765852"/>
              <a:gd name="connsiteY28" fmla="*/ 245062 h 260086"/>
              <a:gd name="connsiteX29" fmla="*/ 234322 w 765852"/>
              <a:gd name="connsiteY29" fmla="*/ 256142 h 260086"/>
              <a:gd name="connsiteX30" fmla="*/ 249917 w 765852"/>
              <a:gd name="connsiteY30" fmla="*/ 260086 h 260086"/>
              <a:gd name="connsiteX31" fmla="*/ 267145 w 765852"/>
              <a:gd name="connsiteY31" fmla="*/ 254501 h 260086"/>
              <a:gd name="connsiteX32" fmla="*/ 275782 w 765852"/>
              <a:gd name="connsiteY32" fmla="*/ 239256 h 260086"/>
              <a:gd name="connsiteX33" fmla="*/ 268071 w 765852"/>
              <a:gd name="connsiteY33" fmla="*/ 239256 h 260086"/>
              <a:gd name="connsiteX34" fmla="*/ 261516 w 765852"/>
              <a:gd name="connsiteY34" fmla="*/ 249401 h 260086"/>
              <a:gd name="connsiteX35" fmla="*/ 249560 w 765852"/>
              <a:gd name="connsiteY35" fmla="*/ 252987 h 260086"/>
              <a:gd name="connsiteX36" fmla="*/ 238310 w 765852"/>
              <a:gd name="connsiteY36" fmla="*/ 249887 h 260086"/>
              <a:gd name="connsiteX37" fmla="*/ 230828 w 765852"/>
              <a:gd name="connsiteY37" fmla="*/ 241201 h 260086"/>
              <a:gd name="connsiteX38" fmla="*/ 228215 w 765852"/>
              <a:gd name="connsiteY38" fmla="*/ 228525 h 260086"/>
              <a:gd name="connsiteX39" fmla="*/ 230828 w 765852"/>
              <a:gd name="connsiteY39" fmla="*/ 215812 h 260086"/>
              <a:gd name="connsiteX40" fmla="*/ 238310 w 765852"/>
              <a:gd name="connsiteY40" fmla="*/ 207172 h 260086"/>
              <a:gd name="connsiteX41" fmla="*/ 335580 w 765852"/>
              <a:gd name="connsiteY41" fmla="*/ 197523 h 260086"/>
              <a:gd name="connsiteX42" fmla="*/ 311925 w 765852"/>
              <a:gd name="connsiteY42" fmla="*/ 259554 h 260086"/>
              <a:gd name="connsiteX43" fmla="*/ 319892 w 765852"/>
              <a:gd name="connsiteY43" fmla="*/ 259554 h 260086"/>
              <a:gd name="connsiteX44" fmla="*/ 326448 w 765852"/>
              <a:gd name="connsiteY44" fmla="*/ 242806 h 260086"/>
              <a:gd name="connsiteX45" fmla="*/ 353467 w 765852"/>
              <a:gd name="connsiteY45" fmla="*/ 242806 h 260086"/>
              <a:gd name="connsiteX46" fmla="*/ 360023 w 765852"/>
              <a:gd name="connsiteY46" fmla="*/ 259554 h 260086"/>
              <a:gd name="connsiteX47" fmla="*/ 368256 w 765852"/>
              <a:gd name="connsiteY47" fmla="*/ 259554 h 260086"/>
              <a:gd name="connsiteX48" fmla="*/ 344693 w 765852"/>
              <a:gd name="connsiteY48" fmla="*/ 197523 h 260086"/>
              <a:gd name="connsiteX49" fmla="*/ 335570 w 765852"/>
              <a:gd name="connsiteY49" fmla="*/ 197523 h 260086"/>
              <a:gd name="connsiteX50" fmla="*/ 328758 w 765852"/>
              <a:gd name="connsiteY50" fmla="*/ 235808 h 260086"/>
              <a:gd name="connsiteX51" fmla="*/ 339916 w 765852"/>
              <a:gd name="connsiteY51" fmla="*/ 205943 h 260086"/>
              <a:gd name="connsiteX52" fmla="*/ 351166 w 765852"/>
              <a:gd name="connsiteY52" fmla="*/ 235808 h 260086"/>
              <a:gd name="connsiteX53" fmla="*/ 328749 w 765852"/>
              <a:gd name="connsiteY53" fmla="*/ 235808 h 260086"/>
              <a:gd name="connsiteX54" fmla="*/ 725437 w 765852"/>
              <a:gd name="connsiteY54" fmla="*/ 197523 h 260086"/>
              <a:gd name="connsiteX55" fmla="*/ 717736 w 765852"/>
              <a:gd name="connsiteY55" fmla="*/ 197523 h 260086"/>
              <a:gd name="connsiteX56" fmla="*/ 717736 w 765852"/>
              <a:gd name="connsiteY56" fmla="*/ 259554 h 260086"/>
              <a:gd name="connsiteX57" fmla="*/ 753704 w 765852"/>
              <a:gd name="connsiteY57" fmla="*/ 259554 h 260086"/>
              <a:gd name="connsiteX58" fmla="*/ 753704 w 765852"/>
              <a:gd name="connsiteY58" fmla="*/ 252464 h 260086"/>
              <a:gd name="connsiteX59" fmla="*/ 725446 w 765852"/>
              <a:gd name="connsiteY59" fmla="*/ 252464 h 260086"/>
              <a:gd name="connsiteX60" fmla="*/ 725446 w 765852"/>
              <a:gd name="connsiteY60" fmla="*/ 197523 h 260086"/>
              <a:gd name="connsiteX61" fmla="*/ 250953 w 765852"/>
              <a:gd name="connsiteY61" fmla="*/ 2119 h 260086"/>
              <a:gd name="connsiteX62" fmla="*/ 225566 w 765852"/>
              <a:gd name="connsiteY62" fmla="*/ 2119 h 260086"/>
              <a:gd name="connsiteX63" fmla="*/ 225566 w 765852"/>
              <a:gd name="connsiteY63" fmla="*/ 164677 h 260086"/>
              <a:gd name="connsiteX64" fmla="*/ 250953 w 765852"/>
              <a:gd name="connsiteY64" fmla="*/ 164677 h 260086"/>
              <a:gd name="connsiteX65" fmla="*/ 250953 w 765852"/>
              <a:gd name="connsiteY65" fmla="*/ 2119 h 260086"/>
              <a:gd name="connsiteX66" fmla="*/ 80592 w 765852"/>
              <a:gd name="connsiteY66" fmla="*/ 62692 h 260086"/>
              <a:gd name="connsiteX67" fmla="*/ 80592 w 765852"/>
              <a:gd name="connsiteY67" fmla="*/ 164687 h 260086"/>
              <a:gd name="connsiteX68" fmla="*/ 106732 w 765852"/>
              <a:gd name="connsiteY68" fmla="*/ 164687 h 260086"/>
              <a:gd name="connsiteX69" fmla="*/ 106713 w 765852"/>
              <a:gd name="connsiteY69" fmla="*/ 62692 h 260086"/>
              <a:gd name="connsiteX70" fmla="*/ 95124 w 765852"/>
              <a:gd name="connsiteY70" fmla="*/ 28700 h 260086"/>
              <a:gd name="connsiteX71" fmla="*/ 93648 w 765852"/>
              <a:gd name="connsiteY71" fmla="*/ 26792 h 260086"/>
              <a:gd name="connsiteX72" fmla="*/ 92172 w 765852"/>
              <a:gd name="connsiteY72" fmla="*/ 28700 h 260086"/>
              <a:gd name="connsiteX73" fmla="*/ 80583 w 765852"/>
              <a:gd name="connsiteY73" fmla="*/ 62692 h 260086"/>
              <a:gd name="connsiteX74" fmla="*/ 47273 w 765852"/>
              <a:gd name="connsiteY74" fmla="*/ 2119 h 260086"/>
              <a:gd name="connsiteX75" fmla="*/ 0 w 765852"/>
              <a:gd name="connsiteY75" fmla="*/ 2119 h 260086"/>
              <a:gd name="connsiteX76" fmla="*/ 0 w 765852"/>
              <a:gd name="connsiteY76" fmla="*/ 26792 h 260086"/>
              <a:gd name="connsiteX77" fmla="*/ 93648 w 765852"/>
              <a:gd name="connsiteY77" fmla="*/ 26792 h 260086"/>
              <a:gd name="connsiteX78" fmla="*/ 91328 w 765852"/>
              <a:gd name="connsiteY78" fmla="*/ 23793 h 260086"/>
              <a:gd name="connsiteX79" fmla="*/ 47273 w 765852"/>
              <a:gd name="connsiteY79" fmla="*/ 2119 h 260086"/>
              <a:gd name="connsiteX80" fmla="*/ 95968 w 765852"/>
              <a:gd name="connsiteY80" fmla="*/ 23793 h 260086"/>
              <a:gd name="connsiteX81" fmla="*/ 93648 w 765852"/>
              <a:gd name="connsiteY81" fmla="*/ 26792 h 260086"/>
              <a:gd name="connsiteX82" fmla="*/ 187296 w 765852"/>
              <a:gd name="connsiteY82" fmla="*/ 26792 h 260086"/>
              <a:gd name="connsiteX83" fmla="*/ 187296 w 765852"/>
              <a:gd name="connsiteY83" fmla="*/ 2119 h 260086"/>
              <a:gd name="connsiteX84" fmla="*/ 140023 w 765852"/>
              <a:gd name="connsiteY84" fmla="*/ 2119 h 260086"/>
              <a:gd name="connsiteX85" fmla="*/ 95958 w 765852"/>
              <a:gd name="connsiteY85" fmla="*/ 23793 h 260086"/>
              <a:gd name="connsiteX86" fmla="*/ 514844 w 765852"/>
              <a:gd name="connsiteY86" fmla="*/ 164677 h 260086"/>
              <a:gd name="connsiteX87" fmla="*/ 540232 w 765852"/>
              <a:gd name="connsiteY87" fmla="*/ 164677 h 260086"/>
              <a:gd name="connsiteX88" fmla="*/ 540232 w 765852"/>
              <a:gd name="connsiteY88" fmla="*/ 2119 h 260086"/>
              <a:gd name="connsiteX89" fmla="*/ 514844 w 765852"/>
              <a:gd name="connsiteY89" fmla="*/ 2119 h 260086"/>
              <a:gd name="connsiteX90" fmla="*/ 514844 w 765852"/>
              <a:gd name="connsiteY90" fmla="*/ 164677 h 260086"/>
              <a:gd name="connsiteX91" fmla="*/ 495205 w 765852"/>
              <a:gd name="connsiteY91" fmla="*/ 259554 h 260086"/>
              <a:gd name="connsiteX92" fmla="*/ 502915 w 765852"/>
              <a:gd name="connsiteY92" fmla="*/ 259554 h 260086"/>
              <a:gd name="connsiteX93" fmla="*/ 502915 w 765852"/>
              <a:gd name="connsiteY93" fmla="*/ 197523 h 260086"/>
              <a:gd name="connsiteX94" fmla="*/ 495205 w 765852"/>
              <a:gd name="connsiteY94" fmla="*/ 197523 h 260086"/>
              <a:gd name="connsiteX95" fmla="*/ 495205 w 765852"/>
              <a:gd name="connsiteY95" fmla="*/ 259554 h 260086"/>
              <a:gd name="connsiteX96" fmla="*/ 544816 w 765852"/>
              <a:gd name="connsiteY96" fmla="*/ 204613 h 260086"/>
              <a:gd name="connsiteX97" fmla="*/ 564923 w 765852"/>
              <a:gd name="connsiteY97" fmla="*/ 204613 h 260086"/>
              <a:gd name="connsiteX98" fmla="*/ 564923 w 765852"/>
              <a:gd name="connsiteY98" fmla="*/ 259554 h 260086"/>
              <a:gd name="connsiteX99" fmla="*/ 572633 w 765852"/>
              <a:gd name="connsiteY99" fmla="*/ 259554 h 260086"/>
              <a:gd name="connsiteX100" fmla="*/ 572633 w 765852"/>
              <a:gd name="connsiteY100" fmla="*/ 204613 h 260086"/>
              <a:gd name="connsiteX101" fmla="*/ 592740 w 765852"/>
              <a:gd name="connsiteY101" fmla="*/ 204613 h 260086"/>
              <a:gd name="connsiteX102" fmla="*/ 592740 w 765852"/>
              <a:gd name="connsiteY102" fmla="*/ 197523 h 260086"/>
              <a:gd name="connsiteX103" fmla="*/ 544816 w 765852"/>
              <a:gd name="connsiteY103" fmla="*/ 197523 h 260086"/>
              <a:gd name="connsiteX104" fmla="*/ 544816 w 765852"/>
              <a:gd name="connsiteY104" fmla="*/ 204613 h 260086"/>
              <a:gd name="connsiteX105" fmla="*/ 287389 w 765852"/>
              <a:gd name="connsiteY105" fmla="*/ 2119 h 260086"/>
              <a:gd name="connsiteX106" fmla="*/ 345234 w 765852"/>
              <a:gd name="connsiteY106" fmla="*/ 140105 h 260086"/>
              <a:gd name="connsiteX107" fmla="*/ 381413 w 765852"/>
              <a:gd name="connsiteY107" fmla="*/ 166796 h 260086"/>
              <a:gd name="connsiteX108" fmla="*/ 382899 w 765852"/>
              <a:gd name="connsiteY108" fmla="*/ 166796 h 260086"/>
              <a:gd name="connsiteX109" fmla="*/ 316692 w 765852"/>
              <a:gd name="connsiteY109" fmla="*/ 2119 h 260086"/>
              <a:gd name="connsiteX110" fmla="*/ 287389 w 765852"/>
              <a:gd name="connsiteY110" fmla="*/ 2119 h 260086"/>
              <a:gd name="connsiteX111" fmla="*/ 443549 w 765852"/>
              <a:gd name="connsiteY111" fmla="*/ 199871 h 260086"/>
              <a:gd name="connsiteX112" fmla="*/ 432739 w 765852"/>
              <a:gd name="connsiteY112" fmla="*/ 197523 h 260086"/>
              <a:gd name="connsiteX113" fmla="*/ 408910 w 765852"/>
              <a:gd name="connsiteY113" fmla="*/ 197523 h 260086"/>
              <a:gd name="connsiteX114" fmla="*/ 408910 w 765852"/>
              <a:gd name="connsiteY114" fmla="*/ 259554 h 260086"/>
              <a:gd name="connsiteX115" fmla="*/ 416621 w 765852"/>
              <a:gd name="connsiteY115" fmla="*/ 259554 h 260086"/>
              <a:gd name="connsiteX116" fmla="*/ 416621 w 765852"/>
              <a:gd name="connsiteY116" fmla="*/ 235716 h 260086"/>
              <a:gd name="connsiteX117" fmla="*/ 432748 w 765852"/>
              <a:gd name="connsiteY117" fmla="*/ 235716 h 260086"/>
              <a:gd name="connsiteX118" fmla="*/ 443512 w 765852"/>
              <a:gd name="connsiteY118" fmla="*/ 233368 h 260086"/>
              <a:gd name="connsiteX119" fmla="*/ 450728 w 765852"/>
              <a:gd name="connsiteY119" fmla="*/ 226681 h 260086"/>
              <a:gd name="connsiteX120" fmla="*/ 453295 w 765852"/>
              <a:gd name="connsiteY120" fmla="*/ 216583 h 260086"/>
              <a:gd name="connsiteX121" fmla="*/ 450774 w 765852"/>
              <a:gd name="connsiteY121" fmla="*/ 206521 h 260086"/>
              <a:gd name="connsiteX122" fmla="*/ 443558 w 765852"/>
              <a:gd name="connsiteY122" fmla="*/ 199871 h 260086"/>
              <a:gd name="connsiteX123" fmla="*/ 441779 w 765852"/>
              <a:gd name="connsiteY123" fmla="*/ 225351 h 260086"/>
              <a:gd name="connsiteX124" fmla="*/ 432033 w 765852"/>
              <a:gd name="connsiteY124" fmla="*/ 228635 h 260086"/>
              <a:gd name="connsiteX125" fmla="*/ 416621 w 765852"/>
              <a:gd name="connsiteY125" fmla="*/ 228635 h 260086"/>
              <a:gd name="connsiteX126" fmla="*/ 416621 w 765852"/>
              <a:gd name="connsiteY126" fmla="*/ 204622 h 260086"/>
              <a:gd name="connsiteX127" fmla="*/ 432125 w 765852"/>
              <a:gd name="connsiteY127" fmla="*/ 204622 h 260086"/>
              <a:gd name="connsiteX128" fmla="*/ 441825 w 765852"/>
              <a:gd name="connsiteY128" fmla="*/ 207860 h 260086"/>
              <a:gd name="connsiteX129" fmla="*/ 445410 w 765852"/>
              <a:gd name="connsiteY129" fmla="*/ 216592 h 260086"/>
              <a:gd name="connsiteX130" fmla="*/ 441779 w 765852"/>
              <a:gd name="connsiteY130" fmla="*/ 225361 h 260086"/>
              <a:gd name="connsiteX131" fmla="*/ 382889 w 765852"/>
              <a:gd name="connsiteY131" fmla="*/ 166805 h 260086"/>
              <a:gd name="connsiteX132" fmla="*/ 384375 w 765852"/>
              <a:gd name="connsiteY132" fmla="*/ 166805 h 260086"/>
              <a:gd name="connsiteX133" fmla="*/ 420554 w 765852"/>
              <a:gd name="connsiteY133" fmla="*/ 140114 h 260086"/>
              <a:gd name="connsiteX134" fmla="*/ 478399 w 765852"/>
              <a:gd name="connsiteY134" fmla="*/ 2128 h 260086"/>
              <a:gd name="connsiteX135" fmla="*/ 449096 w 765852"/>
              <a:gd name="connsiteY135" fmla="*/ 2128 h 260086"/>
              <a:gd name="connsiteX136" fmla="*/ 382889 w 765852"/>
              <a:gd name="connsiteY136" fmla="*/ 166814 h 260086"/>
              <a:gd name="connsiteX137" fmla="*/ 644368 w 765852"/>
              <a:gd name="connsiteY137" fmla="*/ 197523 h 260086"/>
              <a:gd name="connsiteX138" fmla="*/ 620714 w 765852"/>
              <a:gd name="connsiteY138" fmla="*/ 259554 h 260086"/>
              <a:gd name="connsiteX139" fmla="*/ 628690 w 765852"/>
              <a:gd name="connsiteY139" fmla="*/ 259554 h 260086"/>
              <a:gd name="connsiteX140" fmla="*/ 635246 w 765852"/>
              <a:gd name="connsiteY140" fmla="*/ 242806 h 260086"/>
              <a:gd name="connsiteX141" fmla="*/ 662266 w 765852"/>
              <a:gd name="connsiteY141" fmla="*/ 242806 h 260086"/>
              <a:gd name="connsiteX142" fmla="*/ 668821 w 765852"/>
              <a:gd name="connsiteY142" fmla="*/ 259554 h 260086"/>
              <a:gd name="connsiteX143" fmla="*/ 677055 w 765852"/>
              <a:gd name="connsiteY143" fmla="*/ 259554 h 260086"/>
              <a:gd name="connsiteX144" fmla="*/ 653491 w 765852"/>
              <a:gd name="connsiteY144" fmla="*/ 197523 h 260086"/>
              <a:gd name="connsiteX145" fmla="*/ 644368 w 765852"/>
              <a:gd name="connsiteY145" fmla="*/ 197523 h 260086"/>
              <a:gd name="connsiteX146" fmla="*/ 637547 w 765852"/>
              <a:gd name="connsiteY146" fmla="*/ 235808 h 260086"/>
              <a:gd name="connsiteX147" fmla="*/ 648705 w 765852"/>
              <a:gd name="connsiteY147" fmla="*/ 205943 h 260086"/>
              <a:gd name="connsiteX148" fmla="*/ 659955 w 765852"/>
              <a:gd name="connsiteY148" fmla="*/ 235808 h 260086"/>
              <a:gd name="connsiteX149" fmla="*/ 637538 w 765852"/>
              <a:gd name="connsiteY149" fmla="*/ 235808 h 260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</a:cxnLst>
            <a:rect l="l" t="t" r="r" b="b"/>
            <a:pathLst>
              <a:path w="765852" h="260086">
                <a:moveTo>
                  <a:pt x="739575" y="143884"/>
                </a:moveTo>
                <a:cubicBezTo>
                  <a:pt x="756519" y="128906"/>
                  <a:pt x="765852" y="107425"/>
                  <a:pt x="765852" y="83403"/>
                </a:cubicBezTo>
                <a:cubicBezTo>
                  <a:pt x="765852" y="59381"/>
                  <a:pt x="756519" y="37899"/>
                  <a:pt x="739575" y="22921"/>
                </a:cubicBezTo>
                <a:cubicBezTo>
                  <a:pt x="722613" y="7925"/>
                  <a:pt x="699307" y="0"/>
                  <a:pt x="672177" y="0"/>
                </a:cubicBezTo>
                <a:cubicBezTo>
                  <a:pt x="645047" y="0"/>
                  <a:pt x="621740" y="7925"/>
                  <a:pt x="604779" y="22921"/>
                </a:cubicBezTo>
                <a:cubicBezTo>
                  <a:pt x="587835" y="37899"/>
                  <a:pt x="578501" y="59381"/>
                  <a:pt x="578501" y="83403"/>
                </a:cubicBezTo>
                <a:cubicBezTo>
                  <a:pt x="578501" y="107425"/>
                  <a:pt x="587835" y="128906"/>
                  <a:pt x="604779" y="143884"/>
                </a:cubicBezTo>
                <a:cubicBezTo>
                  <a:pt x="621740" y="158881"/>
                  <a:pt x="645047" y="166805"/>
                  <a:pt x="672177" y="166805"/>
                </a:cubicBezTo>
                <a:cubicBezTo>
                  <a:pt x="699307" y="166805"/>
                  <a:pt x="722613" y="158881"/>
                  <a:pt x="739575" y="143884"/>
                </a:cubicBezTo>
                <a:close/>
                <a:moveTo>
                  <a:pt x="604595" y="83403"/>
                </a:moveTo>
                <a:cubicBezTo>
                  <a:pt x="604595" y="66489"/>
                  <a:pt x="610821" y="52135"/>
                  <a:pt x="622611" y="41871"/>
                </a:cubicBezTo>
                <a:cubicBezTo>
                  <a:pt x="634751" y="31305"/>
                  <a:pt x="651887" y="25719"/>
                  <a:pt x="672177" y="25719"/>
                </a:cubicBezTo>
                <a:cubicBezTo>
                  <a:pt x="692467" y="25719"/>
                  <a:pt x="709603" y="31305"/>
                  <a:pt x="721742" y="41871"/>
                </a:cubicBezTo>
                <a:cubicBezTo>
                  <a:pt x="733524" y="52126"/>
                  <a:pt x="739759" y="66489"/>
                  <a:pt x="739759" y="83403"/>
                </a:cubicBezTo>
                <a:cubicBezTo>
                  <a:pt x="739759" y="100316"/>
                  <a:pt x="733533" y="114671"/>
                  <a:pt x="721742" y="124934"/>
                </a:cubicBezTo>
                <a:cubicBezTo>
                  <a:pt x="709603" y="135501"/>
                  <a:pt x="692467" y="141077"/>
                  <a:pt x="672177" y="141077"/>
                </a:cubicBezTo>
                <a:cubicBezTo>
                  <a:pt x="651887" y="141077"/>
                  <a:pt x="634741" y="135491"/>
                  <a:pt x="622611" y="124934"/>
                </a:cubicBezTo>
                <a:cubicBezTo>
                  <a:pt x="610830" y="114671"/>
                  <a:pt x="604595" y="100316"/>
                  <a:pt x="604595" y="83403"/>
                </a:cubicBezTo>
                <a:close/>
                <a:moveTo>
                  <a:pt x="238310" y="207181"/>
                </a:moveTo>
                <a:cubicBezTo>
                  <a:pt x="241556" y="205118"/>
                  <a:pt x="245306" y="204081"/>
                  <a:pt x="249560" y="204081"/>
                </a:cubicBezTo>
                <a:cubicBezTo>
                  <a:pt x="254282" y="204081"/>
                  <a:pt x="258288" y="205292"/>
                  <a:pt x="261562" y="207713"/>
                </a:cubicBezTo>
                <a:cubicBezTo>
                  <a:pt x="264835" y="210135"/>
                  <a:pt x="267035" y="213501"/>
                  <a:pt x="268163" y="217812"/>
                </a:cubicBezTo>
                <a:lnTo>
                  <a:pt x="275874" y="217812"/>
                </a:lnTo>
                <a:cubicBezTo>
                  <a:pt x="274691" y="211373"/>
                  <a:pt x="271784" y="206292"/>
                  <a:pt x="267145" y="202568"/>
                </a:cubicBezTo>
                <a:cubicBezTo>
                  <a:pt x="262506" y="198844"/>
                  <a:pt x="256766" y="196982"/>
                  <a:pt x="249917" y="196982"/>
                </a:cubicBezTo>
                <a:cubicBezTo>
                  <a:pt x="244013" y="196982"/>
                  <a:pt x="238814" y="198293"/>
                  <a:pt x="234322" y="200926"/>
                </a:cubicBezTo>
                <a:cubicBezTo>
                  <a:pt x="229838" y="203558"/>
                  <a:pt x="226382" y="207264"/>
                  <a:pt x="223961" y="212052"/>
                </a:cubicBezTo>
                <a:cubicBezTo>
                  <a:pt x="221541" y="216840"/>
                  <a:pt x="220330" y="222334"/>
                  <a:pt x="220330" y="228534"/>
                </a:cubicBezTo>
                <a:cubicBezTo>
                  <a:pt x="220330" y="234734"/>
                  <a:pt x="221541" y="240302"/>
                  <a:pt x="223961" y="245062"/>
                </a:cubicBezTo>
                <a:cubicBezTo>
                  <a:pt x="226382" y="249823"/>
                  <a:pt x="229838" y="253510"/>
                  <a:pt x="234322" y="256142"/>
                </a:cubicBezTo>
                <a:cubicBezTo>
                  <a:pt x="238805" y="258775"/>
                  <a:pt x="244004" y="260086"/>
                  <a:pt x="249917" y="260086"/>
                </a:cubicBezTo>
                <a:cubicBezTo>
                  <a:pt x="256831" y="260086"/>
                  <a:pt x="262570" y="258224"/>
                  <a:pt x="267145" y="254501"/>
                </a:cubicBezTo>
                <a:cubicBezTo>
                  <a:pt x="271720" y="250777"/>
                  <a:pt x="274599" y="245695"/>
                  <a:pt x="275782" y="239256"/>
                </a:cubicBezTo>
                <a:lnTo>
                  <a:pt x="268071" y="239256"/>
                </a:lnTo>
                <a:cubicBezTo>
                  <a:pt x="266888" y="243631"/>
                  <a:pt x="264706" y="247007"/>
                  <a:pt x="261516" y="249401"/>
                </a:cubicBezTo>
                <a:cubicBezTo>
                  <a:pt x="258325" y="251795"/>
                  <a:pt x="254337" y="252987"/>
                  <a:pt x="249560" y="252987"/>
                </a:cubicBezTo>
                <a:cubicBezTo>
                  <a:pt x="245306" y="252987"/>
                  <a:pt x="241556" y="251951"/>
                  <a:pt x="238310" y="249887"/>
                </a:cubicBezTo>
                <a:cubicBezTo>
                  <a:pt x="235064" y="247823"/>
                  <a:pt x="232561" y="244925"/>
                  <a:pt x="230828" y="241201"/>
                </a:cubicBezTo>
                <a:cubicBezTo>
                  <a:pt x="229086" y="237477"/>
                  <a:pt x="228215" y="233258"/>
                  <a:pt x="228215" y="228525"/>
                </a:cubicBezTo>
                <a:cubicBezTo>
                  <a:pt x="228215" y="223792"/>
                  <a:pt x="229086" y="219499"/>
                  <a:pt x="230828" y="215812"/>
                </a:cubicBezTo>
                <a:cubicBezTo>
                  <a:pt x="232570" y="212125"/>
                  <a:pt x="235064" y="209245"/>
                  <a:pt x="238310" y="207172"/>
                </a:cubicBezTo>
                <a:close/>
                <a:moveTo>
                  <a:pt x="335580" y="197523"/>
                </a:moveTo>
                <a:lnTo>
                  <a:pt x="311925" y="259554"/>
                </a:lnTo>
                <a:lnTo>
                  <a:pt x="319892" y="259554"/>
                </a:lnTo>
                <a:lnTo>
                  <a:pt x="326448" y="242806"/>
                </a:lnTo>
                <a:lnTo>
                  <a:pt x="353467" y="242806"/>
                </a:lnTo>
                <a:lnTo>
                  <a:pt x="360023" y="259554"/>
                </a:lnTo>
                <a:lnTo>
                  <a:pt x="368256" y="259554"/>
                </a:lnTo>
                <a:lnTo>
                  <a:pt x="344693" y="197523"/>
                </a:lnTo>
                <a:lnTo>
                  <a:pt x="335570" y="197523"/>
                </a:lnTo>
                <a:close/>
                <a:moveTo>
                  <a:pt x="328758" y="235808"/>
                </a:moveTo>
                <a:lnTo>
                  <a:pt x="339916" y="205943"/>
                </a:lnTo>
                <a:lnTo>
                  <a:pt x="351166" y="235808"/>
                </a:lnTo>
                <a:lnTo>
                  <a:pt x="328749" y="235808"/>
                </a:lnTo>
                <a:close/>
                <a:moveTo>
                  <a:pt x="725437" y="197523"/>
                </a:moveTo>
                <a:lnTo>
                  <a:pt x="717736" y="197523"/>
                </a:lnTo>
                <a:lnTo>
                  <a:pt x="717736" y="259554"/>
                </a:lnTo>
                <a:lnTo>
                  <a:pt x="753704" y="259554"/>
                </a:lnTo>
                <a:lnTo>
                  <a:pt x="753704" y="252464"/>
                </a:lnTo>
                <a:lnTo>
                  <a:pt x="725446" y="252464"/>
                </a:lnTo>
                <a:lnTo>
                  <a:pt x="725446" y="197523"/>
                </a:lnTo>
                <a:close/>
                <a:moveTo>
                  <a:pt x="250953" y="2119"/>
                </a:moveTo>
                <a:lnTo>
                  <a:pt x="225566" y="2119"/>
                </a:lnTo>
                <a:lnTo>
                  <a:pt x="225566" y="164677"/>
                </a:lnTo>
                <a:lnTo>
                  <a:pt x="250953" y="164677"/>
                </a:lnTo>
                <a:lnTo>
                  <a:pt x="250953" y="2119"/>
                </a:lnTo>
                <a:close/>
                <a:moveTo>
                  <a:pt x="80592" y="62692"/>
                </a:moveTo>
                <a:lnTo>
                  <a:pt x="80592" y="164687"/>
                </a:lnTo>
                <a:cubicBezTo>
                  <a:pt x="80592" y="164687"/>
                  <a:pt x="106732" y="164687"/>
                  <a:pt x="106732" y="164687"/>
                </a:cubicBezTo>
                <a:lnTo>
                  <a:pt x="106713" y="62692"/>
                </a:lnTo>
                <a:cubicBezTo>
                  <a:pt x="106713" y="50282"/>
                  <a:pt x="102707" y="38523"/>
                  <a:pt x="95124" y="28700"/>
                </a:cubicBezTo>
                <a:lnTo>
                  <a:pt x="93648" y="26792"/>
                </a:lnTo>
                <a:lnTo>
                  <a:pt x="92172" y="28700"/>
                </a:lnTo>
                <a:cubicBezTo>
                  <a:pt x="84589" y="38523"/>
                  <a:pt x="80583" y="50273"/>
                  <a:pt x="80583" y="62692"/>
                </a:cubicBezTo>
                <a:close/>
                <a:moveTo>
                  <a:pt x="47273" y="2119"/>
                </a:moveTo>
                <a:lnTo>
                  <a:pt x="0" y="2119"/>
                </a:lnTo>
                <a:lnTo>
                  <a:pt x="0" y="26792"/>
                </a:lnTo>
                <a:lnTo>
                  <a:pt x="93648" y="26792"/>
                </a:lnTo>
                <a:lnTo>
                  <a:pt x="91328" y="23793"/>
                </a:lnTo>
                <a:cubicBezTo>
                  <a:pt x="80693" y="10025"/>
                  <a:pt x="64629" y="2119"/>
                  <a:pt x="47273" y="2119"/>
                </a:cubicBezTo>
                <a:close/>
                <a:moveTo>
                  <a:pt x="95968" y="23793"/>
                </a:moveTo>
                <a:lnTo>
                  <a:pt x="93648" y="26792"/>
                </a:lnTo>
                <a:lnTo>
                  <a:pt x="187296" y="26792"/>
                </a:lnTo>
                <a:lnTo>
                  <a:pt x="187296" y="2119"/>
                </a:lnTo>
                <a:lnTo>
                  <a:pt x="140023" y="2119"/>
                </a:lnTo>
                <a:cubicBezTo>
                  <a:pt x="122657" y="2119"/>
                  <a:pt x="106603" y="10016"/>
                  <a:pt x="95958" y="23793"/>
                </a:cubicBezTo>
                <a:close/>
                <a:moveTo>
                  <a:pt x="514844" y="164677"/>
                </a:moveTo>
                <a:lnTo>
                  <a:pt x="540232" y="164677"/>
                </a:lnTo>
                <a:lnTo>
                  <a:pt x="540232" y="2119"/>
                </a:lnTo>
                <a:lnTo>
                  <a:pt x="514844" y="2119"/>
                </a:lnTo>
                <a:lnTo>
                  <a:pt x="514844" y="164677"/>
                </a:lnTo>
                <a:close/>
                <a:moveTo>
                  <a:pt x="495205" y="259554"/>
                </a:moveTo>
                <a:lnTo>
                  <a:pt x="502915" y="259554"/>
                </a:lnTo>
                <a:lnTo>
                  <a:pt x="502915" y="197523"/>
                </a:lnTo>
                <a:lnTo>
                  <a:pt x="495205" y="197523"/>
                </a:lnTo>
                <a:lnTo>
                  <a:pt x="495205" y="259554"/>
                </a:lnTo>
                <a:close/>
                <a:moveTo>
                  <a:pt x="544816" y="204613"/>
                </a:moveTo>
                <a:lnTo>
                  <a:pt x="564923" y="204613"/>
                </a:lnTo>
                <a:lnTo>
                  <a:pt x="564923" y="259554"/>
                </a:lnTo>
                <a:lnTo>
                  <a:pt x="572633" y="259554"/>
                </a:lnTo>
                <a:lnTo>
                  <a:pt x="572633" y="204613"/>
                </a:lnTo>
                <a:lnTo>
                  <a:pt x="592740" y="204613"/>
                </a:lnTo>
                <a:lnTo>
                  <a:pt x="592740" y="197523"/>
                </a:lnTo>
                <a:lnTo>
                  <a:pt x="544816" y="197523"/>
                </a:lnTo>
                <a:lnTo>
                  <a:pt x="544816" y="204613"/>
                </a:lnTo>
                <a:close/>
                <a:moveTo>
                  <a:pt x="287389" y="2119"/>
                </a:moveTo>
                <a:cubicBezTo>
                  <a:pt x="287389" y="2119"/>
                  <a:pt x="335680" y="117220"/>
                  <a:pt x="345234" y="140105"/>
                </a:cubicBezTo>
                <a:cubicBezTo>
                  <a:pt x="356374" y="166796"/>
                  <a:pt x="374464" y="166796"/>
                  <a:pt x="381413" y="166796"/>
                </a:cubicBezTo>
                <a:lnTo>
                  <a:pt x="382899" y="166796"/>
                </a:lnTo>
                <a:lnTo>
                  <a:pt x="316692" y="2119"/>
                </a:lnTo>
                <a:lnTo>
                  <a:pt x="287389" y="2119"/>
                </a:lnTo>
                <a:close/>
                <a:moveTo>
                  <a:pt x="443549" y="199871"/>
                </a:moveTo>
                <a:cubicBezTo>
                  <a:pt x="440413" y="198303"/>
                  <a:pt x="436819" y="197523"/>
                  <a:pt x="432739" y="197523"/>
                </a:cubicBezTo>
                <a:lnTo>
                  <a:pt x="408910" y="197523"/>
                </a:lnTo>
                <a:lnTo>
                  <a:pt x="408910" y="259554"/>
                </a:lnTo>
                <a:lnTo>
                  <a:pt x="416621" y="259554"/>
                </a:lnTo>
                <a:lnTo>
                  <a:pt x="416621" y="235716"/>
                </a:lnTo>
                <a:lnTo>
                  <a:pt x="432748" y="235716"/>
                </a:lnTo>
                <a:cubicBezTo>
                  <a:pt x="436819" y="235716"/>
                  <a:pt x="440413" y="234936"/>
                  <a:pt x="443512" y="233368"/>
                </a:cubicBezTo>
                <a:cubicBezTo>
                  <a:pt x="446611" y="231799"/>
                  <a:pt x="449013" y="229571"/>
                  <a:pt x="450728" y="226681"/>
                </a:cubicBezTo>
                <a:cubicBezTo>
                  <a:pt x="452442" y="223783"/>
                  <a:pt x="453295" y="220417"/>
                  <a:pt x="453295" y="216583"/>
                </a:cubicBezTo>
                <a:cubicBezTo>
                  <a:pt x="453295" y="212749"/>
                  <a:pt x="452452" y="209392"/>
                  <a:pt x="450774" y="206521"/>
                </a:cubicBezTo>
                <a:cubicBezTo>
                  <a:pt x="449087" y="203659"/>
                  <a:pt x="446685" y="201439"/>
                  <a:pt x="443558" y="199871"/>
                </a:cubicBezTo>
                <a:close/>
                <a:moveTo>
                  <a:pt x="441779" y="225351"/>
                </a:moveTo>
                <a:cubicBezTo>
                  <a:pt x="439359" y="227534"/>
                  <a:pt x="436113" y="228635"/>
                  <a:pt x="432033" y="228635"/>
                </a:cubicBezTo>
                <a:lnTo>
                  <a:pt x="416621" y="228635"/>
                </a:lnTo>
                <a:lnTo>
                  <a:pt x="416621" y="204622"/>
                </a:lnTo>
                <a:lnTo>
                  <a:pt x="432125" y="204622"/>
                </a:lnTo>
                <a:cubicBezTo>
                  <a:pt x="436196" y="204622"/>
                  <a:pt x="439432" y="205705"/>
                  <a:pt x="441825" y="207860"/>
                </a:cubicBezTo>
                <a:cubicBezTo>
                  <a:pt x="444218" y="210015"/>
                  <a:pt x="445410" y="212923"/>
                  <a:pt x="445410" y="216592"/>
                </a:cubicBezTo>
                <a:cubicBezTo>
                  <a:pt x="445410" y="220261"/>
                  <a:pt x="444200" y="223178"/>
                  <a:pt x="441779" y="225361"/>
                </a:cubicBezTo>
                <a:close/>
                <a:moveTo>
                  <a:pt x="382889" y="166805"/>
                </a:moveTo>
                <a:lnTo>
                  <a:pt x="384375" y="166805"/>
                </a:lnTo>
                <a:cubicBezTo>
                  <a:pt x="391334" y="166805"/>
                  <a:pt x="409423" y="166805"/>
                  <a:pt x="420554" y="140114"/>
                </a:cubicBezTo>
                <a:cubicBezTo>
                  <a:pt x="430099" y="117230"/>
                  <a:pt x="478399" y="2128"/>
                  <a:pt x="478399" y="2128"/>
                </a:cubicBezTo>
                <a:lnTo>
                  <a:pt x="449096" y="2128"/>
                </a:lnTo>
                <a:lnTo>
                  <a:pt x="382889" y="166814"/>
                </a:lnTo>
                <a:close/>
                <a:moveTo>
                  <a:pt x="644368" y="197523"/>
                </a:moveTo>
                <a:lnTo>
                  <a:pt x="620714" y="259554"/>
                </a:lnTo>
                <a:lnTo>
                  <a:pt x="628690" y="259554"/>
                </a:lnTo>
                <a:lnTo>
                  <a:pt x="635246" y="242806"/>
                </a:lnTo>
                <a:lnTo>
                  <a:pt x="662266" y="242806"/>
                </a:lnTo>
                <a:lnTo>
                  <a:pt x="668821" y="259554"/>
                </a:lnTo>
                <a:lnTo>
                  <a:pt x="677055" y="259554"/>
                </a:lnTo>
                <a:lnTo>
                  <a:pt x="653491" y="197523"/>
                </a:lnTo>
                <a:lnTo>
                  <a:pt x="644368" y="197523"/>
                </a:lnTo>
                <a:close/>
                <a:moveTo>
                  <a:pt x="637547" y="235808"/>
                </a:moveTo>
                <a:lnTo>
                  <a:pt x="648705" y="205943"/>
                </a:lnTo>
                <a:lnTo>
                  <a:pt x="659955" y="235808"/>
                </a:lnTo>
                <a:lnTo>
                  <a:pt x="637538" y="235808"/>
                </a:lnTo>
                <a:close/>
              </a:path>
            </a:pathLst>
          </a:custGeom>
          <a:solidFill>
            <a:schemeClr val="bg1"/>
          </a:solidFill>
          <a:ln w="1061" cap="flat">
            <a:noFill/>
            <a:prstDash val="solid"/>
            <a:miter/>
          </a:ln>
        </p:spPr>
        <p:txBody>
          <a:bodyPr rtlCol="0" anchor="ctr"/>
          <a:lstStyle/>
          <a:p>
            <a:endParaRPr lang="pt-BR" sz="849">
              <a:solidFill>
                <a:schemeClr val="bg1"/>
              </a:solidFill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1904FAD7-D1D8-06F3-6189-A8707EDC8E87}"/>
              </a:ext>
            </a:extLst>
          </p:cNvPr>
          <p:cNvCxnSpPr/>
          <p:nvPr userDrawn="1"/>
        </p:nvCxnSpPr>
        <p:spPr>
          <a:xfrm>
            <a:off x="334964" y="185353"/>
            <a:ext cx="10415415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469759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469">
          <p15:clr>
            <a:srgbClr val="FBAE40"/>
          </p15:clr>
        </p15:guide>
        <p15:guide id="2" orient="horz" pos="3974">
          <p15:clr>
            <a:srgbClr val="FBAE40"/>
          </p15:clr>
        </p15:guide>
        <p15:guide id="3" orient="horz" pos="232">
          <p15:clr>
            <a:srgbClr val="FBAE40"/>
          </p15:clr>
        </p15:guide>
        <p15:guide id="4" pos="211">
          <p15:clr>
            <a:srgbClr val="FBAE40"/>
          </p15:clr>
        </p15:guide>
        <p15:guide id="5" orient="horz" pos="4065">
          <p15:clr>
            <a:srgbClr val="FBAE40"/>
          </p15:clr>
        </p15:guide>
        <p15:guide id="6" orient="horz" pos="799">
          <p15:clr>
            <a:srgbClr val="FBAE40"/>
          </p15:clr>
        </p15:guide>
        <p15:guide id="7" orient="horz" pos="935">
          <p15:clr>
            <a:srgbClr val="FBAE40"/>
          </p15:clr>
        </p15:guide>
      </p15:sldGuideLst>
    </p:ext>
  </p:extLst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ítulo | Box lateral - High Yield">
    <p:bg>
      <p:bgPr>
        <a:gradFill>
          <a:gsLst>
            <a:gs pos="81000">
              <a:schemeClr val="tx1">
                <a:lumMod val="85000"/>
                <a:lumOff val="15000"/>
              </a:schemeClr>
            </a:gs>
            <a:gs pos="100000">
              <a:schemeClr val="tx1">
                <a:lumMod val="95000"/>
                <a:lumOff val="5000"/>
              </a:schemeClr>
            </a:gs>
            <a:gs pos="0">
              <a:schemeClr val="accent5"/>
            </a:gs>
          </a:gsLst>
          <a:lin ang="7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tângulo 1">
            <a:extLst>
              <a:ext uri="{FF2B5EF4-FFF2-40B4-BE49-F238E27FC236}">
                <a16:creationId xmlns:a16="http://schemas.microsoft.com/office/drawing/2014/main" id="{0B0E7351-5252-E626-42EB-CDCE7C083C49}"/>
              </a:ext>
            </a:extLst>
          </p:cNvPr>
          <p:cNvSpPr/>
          <p:nvPr userDrawn="1"/>
        </p:nvSpPr>
        <p:spPr>
          <a:xfrm>
            <a:off x="0" y="1"/>
            <a:ext cx="542002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849">
              <a:solidFill>
                <a:schemeClr val="tx1"/>
              </a:solidFill>
            </a:endParaRPr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132BCE3-A04F-8602-64F7-7623C7EAF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61763" y="6482556"/>
            <a:ext cx="295275" cy="1692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 sz="1100">
                <a:solidFill>
                  <a:schemeClr val="bg1"/>
                </a:solidFill>
                <a:latin typeface="Versos" panose="020B0503020204030204" pitchFamily="34" charset="0"/>
                <a:cs typeface="Versos" panose="020B0503020204030204" pitchFamily="34" charset="0"/>
              </a:defRPr>
            </a:lvl1pPr>
          </a:lstStyle>
          <a:p>
            <a:fld id="{77667D73-C69A-4DAA-9003-24A825D36FE9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B13D7C-5A47-B0DF-B518-26E79F5D2DB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64" y="368301"/>
            <a:ext cx="5085057" cy="4308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8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err="1"/>
              <a:t>Título</a:t>
            </a:r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401465E-A8CD-A3BA-BE2A-9597492FDC6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4963" y="6482556"/>
            <a:ext cx="10980000" cy="180000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chemeClr val="accent3"/>
                </a:solidFill>
                <a:latin typeface="Versos Light" panose="020B0403020204030204" pitchFamily="34" charset="0"/>
              </a:defRPr>
            </a:lvl1pPr>
            <a:lvl2pPr>
              <a:defRPr sz="900">
                <a:latin typeface="Versos Light" panose="020B0403020204030204" pitchFamily="34" charset="0"/>
              </a:defRPr>
            </a:lvl2pPr>
            <a:lvl3pPr>
              <a:defRPr sz="900">
                <a:latin typeface="Versos Light" panose="020B0403020204030204" pitchFamily="34" charset="0"/>
              </a:defRPr>
            </a:lvl3pPr>
            <a:lvl4pPr>
              <a:defRPr sz="900">
                <a:latin typeface="Versos Light" panose="020B0403020204030204" pitchFamily="34" charset="0"/>
              </a:defRPr>
            </a:lvl4pPr>
            <a:lvl5pPr>
              <a:defRPr sz="900">
                <a:latin typeface="Versos Light" panose="020B0403020204030204" pitchFamily="34" charset="0"/>
              </a:defRPr>
            </a:lvl5pPr>
          </a:lstStyle>
          <a:p>
            <a:pPr lvl="0"/>
            <a:r>
              <a:rPr lang="en-US"/>
              <a:t>Fonte:</a:t>
            </a:r>
            <a:endParaRPr lang="pt-BR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2BF5896-7E11-14FB-06A4-95B1CAD37BF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47027" y="1751285"/>
            <a:ext cx="4369353" cy="156104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>
                <a:solidFill>
                  <a:schemeClr val="tx1"/>
                </a:solidFill>
                <a:latin typeface="Versos Light" panose="020B04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3D29ABC6-2275-8D02-5D8F-6C312831087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33166" y="3849328"/>
            <a:ext cx="4383213" cy="158838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>
                <a:solidFill>
                  <a:schemeClr val="tx1"/>
                </a:solidFill>
                <a:latin typeface="Versos Light" panose="020B04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8">
            <a:extLst>
              <a:ext uri="{FF2B5EF4-FFF2-40B4-BE49-F238E27FC236}">
                <a16:creationId xmlns:a16="http://schemas.microsoft.com/office/drawing/2014/main" id="{89936DB2-1144-3AFC-1BBA-E1BDEB5020C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767047" y="1484313"/>
            <a:ext cx="6077927" cy="445872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2" name="Conector Reto 2">
            <a:extLst>
              <a:ext uri="{FF2B5EF4-FFF2-40B4-BE49-F238E27FC236}">
                <a16:creationId xmlns:a16="http://schemas.microsoft.com/office/drawing/2014/main" id="{D24BE17E-F6B3-8EAE-EC30-BB9C725FC11E}"/>
              </a:ext>
            </a:extLst>
          </p:cNvPr>
          <p:cNvCxnSpPr>
            <a:cxnSpLocks/>
          </p:cNvCxnSpPr>
          <p:nvPr userDrawn="1"/>
        </p:nvCxnSpPr>
        <p:spPr>
          <a:xfrm flipH="1">
            <a:off x="1" y="1482784"/>
            <a:ext cx="145773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Conector Reto 7">
            <a:extLst>
              <a:ext uri="{FF2B5EF4-FFF2-40B4-BE49-F238E27FC236}">
                <a16:creationId xmlns:a16="http://schemas.microsoft.com/office/drawing/2014/main" id="{0D6EA7A2-501E-AE25-217B-771E1489503C}"/>
              </a:ext>
            </a:extLst>
          </p:cNvPr>
          <p:cNvCxnSpPr>
            <a:cxnSpLocks/>
          </p:cNvCxnSpPr>
          <p:nvPr userDrawn="1"/>
        </p:nvCxnSpPr>
        <p:spPr>
          <a:xfrm flipH="1">
            <a:off x="1" y="3580828"/>
            <a:ext cx="145773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Picture 8">
            <a:extLst>
              <a:ext uri="{FF2B5EF4-FFF2-40B4-BE49-F238E27FC236}">
                <a16:creationId xmlns:a16="http://schemas.microsoft.com/office/drawing/2014/main" id="{620B58C1-6F30-634A-58EB-8F0407027A11}"/>
              </a:ext>
            </a:extLst>
          </p:cNvPr>
          <p:cNvSpPr/>
          <p:nvPr userDrawn="1"/>
        </p:nvSpPr>
        <p:spPr>
          <a:xfrm>
            <a:off x="11091186" y="377179"/>
            <a:ext cx="765852" cy="260086"/>
          </a:xfrm>
          <a:custGeom>
            <a:avLst/>
            <a:gdLst>
              <a:gd name="connsiteX0" fmla="*/ 739575 w 765852"/>
              <a:gd name="connsiteY0" fmla="*/ 143884 h 260086"/>
              <a:gd name="connsiteX1" fmla="*/ 765852 w 765852"/>
              <a:gd name="connsiteY1" fmla="*/ 83403 h 260086"/>
              <a:gd name="connsiteX2" fmla="*/ 739575 w 765852"/>
              <a:gd name="connsiteY2" fmla="*/ 22921 h 260086"/>
              <a:gd name="connsiteX3" fmla="*/ 672177 w 765852"/>
              <a:gd name="connsiteY3" fmla="*/ 0 h 260086"/>
              <a:gd name="connsiteX4" fmla="*/ 604779 w 765852"/>
              <a:gd name="connsiteY4" fmla="*/ 22921 h 260086"/>
              <a:gd name="connsiteX5" fmla="*/ 578501 w 765852"/>
              <a:gd name="connsiteY5" fmla="*/ 83403 h 260086"/>
              <a:gd name="connsiteX6" fmla="*/ 604779 w 765852"/>
              <a:gd name="connsiteY6" fmla="*/ 143884 h 260086"/>
              <a:gd name="connsiteX7" fmla="*/ 672177 w 765852"/>
              <a:gd name="connsiteY7" fmla="*/ 166805 h 260086"/>
              <a:gd name="connsiteX8" fmla="*/ 739575 w 765852"/>
              <a:gd name="connsiteY8" fmla="*/ 143884 h 260086"/>
              <a:gd name="connsiteX9" fmla="*/ 604595 w 765852"/>
              <a:gd name="connsiteY9" fmla="*/ 83403 h 260086"/>
              <a:gd name="connsiteX10" fmla="*/ 622611 w 765852"/>
              <a:gd name="connsiteY10" fmla="*/ 41871 h 260086"/>
              <a:gd name="connsiteX11" fmla="*/ 672177 w 765852"/>
              <a:gd name="connsiteY11" fmla="*/ 25719 h 260086"/>
              <a:gd name="connsiteX12" fmla="*/ 721742 w 765852"/>
              <a:gd name="connsiteY12" fmla="*/ 41871 h 260086"/>
              <a:gd name="connsiteX13" fmla="*/ 739759 w 765852"/>
              <a:gd name="connsiteY13" fmla="*/ 83403 h 260086"/>
              <a:gd name="connsiteX14" fmla="*/ 721742 w 765852"/>
              <a:gd name="connsiteY14" fmla="*/ 124934 h 260086"/>
              <a:gd name="connsiteX15" fmla="*/ 672177 w 765852"/>
              <a:gd name="connsiteY15" fmla="*/ 141077 h 260086"/>
              <a:gd name="connsiteX16" fmla="*/ 622611 w 765852"/>
              <a:gd name="connsiteY16" fmla="*/ 124934 h 260086"/>
              <a:gd name="connsiteX17" fmla="*/ 604595 w 765852"/>
              <a:gd name="connsiteY17" fmla="*/ 83403 h 260086"/>
              <a:gd name="connsiteX18" fmla="*/ 238310 w 765852"/>
              <a:gd name="connsiteY18" fmla="*/ 207181 h 260086"/>
              <a:gd name="connsiteX19" fmla="*/ 249560 w 765852"/>
              <a:gd name="connsiteY19" fmla="*/ 204081 h 260086"/>
              <a:gd name="connsiteX20" fmla="*/ 261562 w 765852"/>
              <a:gd name="connsiteY20" fmla="*/ 207713 h 260086"/>
              <a:gd name="connsiteX21" fmla="*/ 268163 w 765852"/>
              <a:gd name="connsiteY21" fmla="*/ 217812 h 260086"/>
              <a:gd name="connsiteX22" fmla="*/ 275874 w 765852"/>
              <a:gd name="connsiteY22" fmla="*/ 217812 h 260086"/>
              <a:gd name="connsiteX23" fmla="*/ 267145 w 765852"/>
              <a:gd name="connsiteY23" fmla="*/ 202568 h 260086"/>
              <a:gd name="connsiteX24" fmla="*/ 249917 w 765852"/>
              <a:gd name="connsiteY24" fmla="*/ 196982 h 260086"/>
              <a:gd name="connsiteX25" fmla="*/ 234322 w 765852"/>
              <a:gd name="connsiteY25" fmla="*/ 200926 h 260086"/>
              <a:gd name="connsiteX26" fmla="*/ 223961 w 765852"/>
              <a:gd name="connsiteY26" fmla="*/ 212052 h 260086"/>
              <a:gd name="connsiteX27" fmla="*/ 220330 w 765852"/>
              <a:gd name="connsiteY27" fmla="*/ 228534 h 260086"/>
              <a:gd name="connsiteX28" fmla="*/ 223961 w 765852"/>
              <a:gd name="connsiteY28" fmla="*/ 245062 h 260086"/>
              <a:gd name="connsiteX29" fmla="*/ 234322 w 765852"/>
              <a:gd name="connsiteY29" fmla="*/ 256142 h 260086"/>
              <a:gd name="connsiteX30" fmla="*/ 249917 w 765852"/>
              <a:gd name="connsiteY30" fmla="*/ 260086 h 260086"/>
              <a:gd name="connsiteX31" fmla="*/ 267145 w 765852"/>
              <a:gd name="connsiteY31" fmla="*/ 254501 h 260086"/>
              <a:gd name="connsiteX32" fmla="*/ 275782 w 765852"/>
              <a:gd name="connsiteY32" fmla="*/ 239256 h 260086"/>
              <a:gd name="connsiteX33" fmla="*/ 268071 w 765852"/>
              <a:gd name="connsiteY33" fmla="*/ 239256 h 260086"/>
              <a:gd name="connsiteX34" fmla="*/ 261516 w 765852"/>
              <a:gd name="connsiteY34" fmla="*/ 249401 h 260086"/>
              <a:gd name="connsiteX35" fmla="*/ 249560 w 765852"/>
              <a:gd name="connsiteY35" fmla="*/ 252987 h 260086"/>
              <a:gd name="connsiteX36" fmla="*/ 238310 w 765852"/>
              <a:gd name="connsiteY36" fmla="*/ 249887 h 260086"/>
              <a:gd name="connsiteX37" fmla="*/ 230828 w 765852"/>
              <a:gd name="connsiteY37" fmla="*/ 241201 h 260086"/>
              <a:gd name="connsiteX38" fmla="*/ 228215 w 765852"/>
              <a:gd name="connsiteY38" fmla="*/ 228525 h 260086"/>
              <a:gd name="connsiteX39" fmla="*/ 230828 w 765852"/>
              <a:gd name="connsiteY39" fmla="*/ 215812 h 260086"/>
              <a:gd name="connsiteX40" fmla="*/ 238310 w 765852"/>
              <a:gd name="connsiteY40" fmla="*/ 207172 h 260086"/>
              <a:gd name="connsiteX41" fmla="*/ 335580 w 765852"/>
              <a:gd name="connsiteY41" fmla="*/ 197523 h 260086"/>
              <a:gd name="connsiteX42" fmla="*/ 311925 w 765852"/>
              <a:gd name="connsiteY42" fmla="*/ 259554 h 260086"/>
              <a:gd name="connsiteX43" fmla="*/ 319892 w 765852"/>
              <a:gd name="connsiteY43" fmla="*/ 259554 h 260086"/>
              <a:gd name="connsiteX44" fmla="*/ 326448 w 765852"/>
              <a:gd name="connsiteY44" fmla="*/ 242806 h 260086"/>
              <a:gd name="connsiteX45" fmla="*/ 353467 w 765852"/>
              <a:gd name="connsiteY45" fmla="*/ 242806 h 260086"/>
              <a:gd name="connsiteX46" fmla="*/ 360023 w 765852"/>
              <a:gd name="connsiteY46" fmla="*/ 259554 h 260086"/>
              <a:gd name="connsiteX47" fmla="*/ 368256 w 765852"/>
              <a:gd name="connsiteY47" fmla="*/ 259554 h 260086"/>
              <a:gd name="connsiteX48" fmla="*/ 344693 w 765852"/>
              <a:gd name="connsiteY48" fmla="*/ 197523 h 260086"/>
              <a:gd name="connsiteX49" fmla="*/ 335570 w 765852"/>
              <a:gd name="connsiteY49" fmla="*/ 197523 h 260086"/>
              <a:gd name="connsiteX50" fmla="*/ 328758 w 765852"/>
              <a:gd name="connsiteY50" fmla="*/ 235808 h 260086"/>
              <a:gd name="connsiteX51" fmla="*/ 339916 w 765852"/>
              <a:gd name="connsiteY51" fmla="*/ 205943 h 260086"/>
              <a:gd name="connsiteX52" fmla="*/ 351166 w 765852"/>
              <a:gd name="connsiteY52" fmla="*/ 235808 h 260086"/>
              <a:gd name="connsiteX53" fmla="*/ 328749 w 765852"/>
              <a:gd name="connsiteY53" fmla="*/ 235808 h 260086"/>
              <a:gd name="connsiteX54" fmla="*/ 725437 w 765852"/>
              <a:gd name="connsiteY54" fmla="*/ 197523 h 260086"/>
              <a:gd name="connsiteX55" fmla="*/ 717736 w 765852"/>
              <a:gd name="connsiteY55" fmla="*/ 197523 h 260086"/>
              <a:gd name="connsiteX56" fmla="*/ 717736 w 765852"/>
              <a:gd name="connsiteY56" fmla="*/ 259554 h 260086"/>
              <a:gd name="connsiteX57" fmla="*/ 753704 w 765852"/>
              <a:gd name="connsiteY57" fmla="*/ 259554 h 260086"/>
              <a:gd name="connsiteX58" fmla="*/ 753704 w 765852"/>
              <a:gd name="connsiteY58" fmla="*/ 252464 h 260086"/>
              <a:gd name="connsiteX59" fmla="*/ 725446 w 765852"/>
              <a:gd name="connsiteY59" fmla="*/ 252464 h 260086"/>
              <a:gd name="connsiteX60" fmla="*/ 725446 w 765852"/>
              <a:gd name="connsiteY60" fmla="*/ 197523 h 260086"/>
              <a:gd name="connsiteX61" fmla="*/ 250953 w 765852"/>
              <a:gd name="connsiteY61" fmla="*/ 2119 h 260086"/>
              <a:gd name="connsiteX62" fmla="*/ 225566 w 765852"/>
              <a:gd name="connsiteY62" fmla="*/ 2119 h 260086"/>
              <a:gd name="connsiteX63" fmla="*/ 225566 w 765852"/>
              <a:gd name="connsiteY63" fmla="*/ 164677 h 260086"/>
              <a:gd name="connsiteX64" fmla="*/ 250953 w 765852"/>
              <a:gd name="connsiteY64" fmla="*/ 164677 h 260086"/>
              <a:gd name="connsiteX65" fmla="*/ 250953 w 765852"/>
              <a:gd name="connsiteY65" fmla="*/ 2119 h 260086"/>
              <a:gd name="connsiteX66" fmla="*/ 80592 w 765852"/>
              <a:gd name="connsiteY66" fmla="*/ 62692 h 260086"/>
              <a:gd name="connsiteX67" fmla="*/ 80592 w 765852"/>
              <a:gd name="connsiteY67" fmla="*/ 164687 h 260086"/>
              <a:gd name="connsiteX68" fmla="*/ 106732 w 765852"/>
              <a:gd name="connsiteY68" fmla="*/ 164687 h 260086"/>
              <a:gd name="connsiteX69" fmla="*/ 106713 w 765852"/>
              <a:gd name="connsiteY69" fmla="*/ 62692 h 260086"/>
              <a:gd name="connsiteX70" fmla="*/ 95124 w 765852"/>
              <a:gd name="connsiteY70" fmla="*/ 28700 h 260086"/>
              <a:gd name="connsiteX71" fmla="*/ 93648 w 765852"/>
              <a:gd name="connsiteY71" fmla="*/ 26792 h 260086"/>
              <a:gd name="connsiteX72" fmla="*/ 92172 w 765852"/>
              <a:gd name="connsiteY72" fmla="*/ 28700 h 260086"/>
              <a:gd name="connsiteX73" fmla="*/ 80583 w 765852"/>
              <a:gd name="connsiteY73" fmla="*/ 62692 h 260086"/>
              <a:gd name="connsiteX74" fmla="*/ 47273 w 765852"/>
              <a:gd name="connsiteY74" fmla="*/ 2119 h 260086"/>
              <a:gd name="connsiteX75" fmla="*/ 0 w 765852"/>
              <a:gd name="connsiteY75" fmla="*/ 2119 h 260086"/>
              <a:gd name="connsiteX76" fmla="*/ 0 w 765852"/>
              <a:gd name="connsiteY76" fmla="*/ 26792 h 260086"/>
              <a:gd name="connsiteX77" fmla="*/ 93648 w 765852"/>
              <a:gd name="connsiteY77" fmla="*/ 26792 h 260086"/>
              <a:gd name="connsiteX78" fmla="*/ 91328 w 765852"/>
              <a:gd name="connsiteY78" fmla="*/ 23793 h 260086"/>
              <a:gd name="connsiteX79" fmla="*/ 47273 w 765852"/>
              <a:gd name="connsiteY79" fmla="*/ 2119 h 260086"/>
              <a:gd name="connsiteX80" fmla="*/ 95968 w 765852"/>
              <a:gd name="connsiteY80" fmla="*/ 23793 h 260086"/>
              <a:gd name="connsiteX81" fmla="*/ 93648 w 765852"/>
              <a:gd name="connsiteY81" fmla="*/ 26792 h 260086"/>
              <a:gd name="connsiteX82" fmla="*/ 187296 w 765852"/>
              <a:gd name="connsiteY82" fmla="*/ 26792 h 260086"/>
              <a:gd name="connsiteX83" fmla="*/ 187296 w 765852"/>
              <a:gd name="connsiteY83" fmla="*/ 2119 h 260086"/>
              <a:gd name="connsiteX84" fmla="*/ 140023 w 765852"/>
              <a:gd name="connsiteY84" fmla="*/ 2119 h 260086"/>
              <a:gd name="connsiteX85" fmla="*/ 95958 w 765852"/>
              <a:gd name="connsiteY85" fmla="*/ 23793 h 260086"/>
              <a:gd name="connsiteX86" fmla="*/ 514844 w 765852"/>
              <a:gd name="connsiteY86" fmla="*/ 164677 h 260086"/>
              <a:gd name="connsiteX87" fmla="*/ 540232 w 765852"/>
              <a:gd name="connsiteY87" fmla="*/ 164677 h 260086"/>
              <a:gd name="connsiteX88" fmla="*/ 540232 w 765852"/>
              <a:gd name="connsiteY88" fmla="*/ 2119 h 260086"/>
              <a:gd name="connsiteX89" fmla="*/ 514844 w 765852"/>
              <a:gd name="connsiteY89" fmla="*/ 2119 h 260086"/>
              <a:gd name="connsiteX90" fmla="*/ 514844 w 765852"/>
              <a:gd name="connsiteY90" fmla="*/ 164677 h 260086"/>
              <a:gd name="connsiteX91" fmla="*/ 495205 w 765852"/>
              <a:gd name="connsiteY91" fmla="*/ 259554 h 260086"/>
              <a:gd name="connsiteX92" fmla="*/ 502915 w 765852"/>
              <a:gd name="connsiteY92" fmla="*/ 259554 h 260086"/>
              <a:gd name="connsiteX93" fmla="*/ 502915 w 765852"/>
              <a:gd name="connsiteY93" fmla="*/ 197523 h 260086"/>
              <a:gd name="connsiteX94" fmla="*/ 495205 w 765852"/>
              <a:gd name="connsiteY94" fmla="*/ 197523 h 260086"/>
              <a:gd name="connsiteX95" fmla="*/ 495205 w 765852"/>
              <a:gd name="connsiteY95" fmla="*/ 259554 h 260086"/>
              <a:gd name="connsiteX96" fmla="*/ 544816 w 765852"/>
              <a:gd name="connsiteY96" fmla="*/ 204613 h 260086"/>
              <a:gd name="connsiteX97" fmla="*/ 564923 w 765852"/>
              <a:gd name="connsiteY97" fmla="*/ 204613 h 260086"/>
              <a:gd name="connsiteX98" fmla="*/ 564923 w 765852"/>
              <a:gd name="connsiteY98" fmla="*/ 259554 h 260086"/>
              <a:gd name="connsiteX99" fmla="*/ 572633 w 765852"/>
              <a:gd name="connsiteY99" fmla="*/ 259554 h 260086"/>
              <a:gd name="connsiteX100" fmla="*/ 572633 w 765852"/>
              <a:gd name="connsiteY100" fmla="*/ 204613 h 260086"/>
              <a:gd name="connsiteX101" fmla="*/ 592740 w 765852"/>
              <a:gd name="connsiteY101" fmla="*/ 204613 h 260086"/>
              <a:gd name="connsiteX102" fmla="*/ 592740 w 765852"/>
              <a:gd name="connsiteY102" fmla="*/ 197523 h 260086"/>
              <a:gd name="connsiteX103" fmla="*/ 544816 w 765852"/>
              <a:gd name="connsiteY103" fmla="*/ 197523 h 260086"/>
              <a:gd name="connsiteX104" fmla="*/ 544816 w 765852"/>
              <a:gd name="connsiteY104" fmla="*/ 204613 h 260086"/>
              <a:gd name="connsiteX105" fmla="*/ 287389 w 765852"/>
              <a:gd name="connsiteY105" fmla="*/ 2119 h 260086"/>
              <a:gd name="connsiteX106" fmla="*/ 345234 w 765852"/>
              <a:gd name="connsiteY106" fmla="*/ 140105 h 260086"/>
              <a:gd name="connsiteX107" fmla="*/ 381413 w 765852"/>
              <a:gd name="connsiteY107" fmla="*/ 166796 h 260086"/>
              <a:gd name="connsiteX108" fmla="*/ 382899 w 765852"/>
              <a:gd name="connsiteY108" fmla="*/ 166796 h 260086"/>
              <a:gd name="connsiteX109" fmla="*/ 316692 w 765852"/>
              <a:gd name="connsiteY109" fmla="*/ 2119 h 260086"/>
              <a:gd name="connsiteX110" fmla="*/ 287389 w 765852"/>
              <a:gd name="connsiteY110" fmla="*/ 2119 h 260086"/>
              <a:gd name="connsiteX111" fmla="*/ 443549 w 765852"/>
              <a:gd name="connsiteY111" fmla="*/ 199871 h 260086"/>
              <a:gd name="connsiteX112" fmla="*/ 432739 w 765852"/>
              <a:gd name="connsiteY112" fmla="*/ 197523 h 260086"/>
              <a:gd name="connsiteX113" fmla="*/ 408910 w 765852"/>
              <a:gd name="connsiteY113" fmla="*/ 197523 h 260086"/>
              <a:gd name="connsiteX114" fmla="*/ 408910 w 765852"/>
              <a:gd name="connsiteY114" fmla="*/ 259554 h 260086"/>
              <a:gd name="connsiteX115" fmla="*/ 416621 w 765852"/>
              <a:gd name="connsiteY115" fmla="*/ 259554 h 260086"/>
              <a:gd name="connsiteX116" fmla="*/ 416621 w 765852"/>
              <a:gd name="connsiteY116" fmla="*/ 235716 h 260086"/>
              <a:gd name="connsiteX117" fmla="*/ 432748 w 765852"/>
              <a:gd name="connsiteY117" fmla="*/ 235716 h 260086"/>
              <a:gd name="connsiteX118" fmla="*/ 443512 w 765852"/>
              <a:gd name="connsiteY118" fmla="*/ 233368 h 260086"/>
              <a:gd name="connsiteX119" fmla="*/ 450728 w 765852"/>
              <a:gd name="connsiteY119" fmla="*/ 226681 h 260086"/>
              <a:gd name="connsiteX120" fmla="*/ 453295 w 765852"/>
              <a:gd name="connsiteY120" fmla="*/ 216583 h 260086"/>
              <a:gd name="connsiteX121" fmla="*/ 450774 w 765852"/>
              <a:gd name="connsiteY121" fmla="*/ 206521 h 260086"/>
              <a:gd name="connsiteX122" fmla="*/ 443558 w 765852"/>
              <a:gd name="connsiteY122" fmla="*/ 199871 h 260086"/>
              <a:gd name="connsiteX123" fmla="*/ 441779 w 765852"/>
              <a:gd name="connsiteY123" fmla="*/ 225351 h 260086"/>
              <a:gd name="connsiteX124" fmla="*/ 432033 w 765852"/>
              <a:gd name="connsiteY124" fmla="*/ 228635 h 260086"/>
              <a:gd name="connsiteX125" fmla="*/ 416621 w 765852"/>
              <a:gd name="connsiteY125" fmla="*/ 228635 h 260086"/>
              <a:gd name="connsiteX126" fmla="*/ 416621 w 765852"/>
              <a:gd name="connsiteY126" fmla="*/ 204622 h 260086"/>
              <a:gd name="connsiteX127" fmla="*/ 432125 w 765852"/>
              <a:gd name="connsiteY127" fmla="*/ 204622 h 260086"/>
              <a:gd name="connsiteX128" fmla="*/ 441825 w 765852"/>
              <a:gd name="connsiteY128" fmla="*/ 207860 h 260086"/>
              <a:gd name="connsiteX129" fmla="*/ 445410 w 765852"/>
              <a:gd name="connsiteY129" fmla="*/ 216592 h 260086"/>
              <a:gd name="connsiteX130" fmla="*/ 441779 w 765852"/>
              <a:gd name="connsiteY130" fmla="*/ 225361 h 260086"/>
              <a:gd name="connsiteX131" fmla="*/ 382889 w 765852"/>
              <a:gd name="connsiteY131" fmla="*/ 166805 h 260086"/>
              <a:gd name="connsiteX132" fmla="*/ 384375 w 765852"/>
              <a:gd name="connsiteY132" fmla="*/ 166805 h 260086"/>
              <a:gd name="connsiteX133" fmla="*/ 420554 w 765852"/>
              <a:gd name="connsiteY133" fmla="*/ 140114 h 260086"/>
              <a:gd name="connsiteX134" fmla="*/ 478399 w 765852"/>
              <a:gd name="connsiteY134" fmla="*/ 2128 h 260086"/>
              <a:gd name="connsiteX135" fmla="*/ 449096 w 765852"/>
              <a:gd name="connsiteY135" fmla="*/ 2128 h 260086"/>
              <a:gd name="connsiteX136" fmla="*/ 382889 w 765852"/>
              <a:gd name="connsiteY136" fmla="*/ 166814 h 260086"/>
              <a:gd name="connsiteX137" fmla="*/ 644368 w 765852"/>
              <a:gd name="connsiteY137" fmla="*/ 197523 h 260086"/>
              <a:gd name="connsiteX138" fmla="*/ 620714 w 765852"/>
              <a:gd name="connsiteY138" fmla="*/ 259554 h 260086"/>
              <a:gd name="connsiteX139" fmla="*/ 628690 w 765852"/>
              <a:gd name="connsiteY139" fmla="*/ 259554 h 260086"/>
              <a:gd name="connsiteX140" fmla="*/ 635246 w 765852"/>
              <a:gd name="connsiteY140" fmla="*/ 242806 h 260086"/>
              <a:gd name="connsiteX141" fmla="*/ 662266 w 765852"/>
              <a:gd name="connsiteY141" fmla="*/ 242806 h 260086"/>
              <a:gd name="connsiteX142" fmla="*/ 668821 w 765852"/>
              <a:gd name="connsiteY142" fmla="*/ 259554 h 260086"/>
              <a:gd name="connsiteX143" fmla="*/ 677055 w 765852"/>
              <a:gd name="connsiteY143" fmla="*/ 259554 h 260086"/>
              <a:gd name="connsiteX144" fmla="*/ 653491 w 765852"/>
              <a:gd name="connsiteY144" fmla="*/ 197523 h 260086"/>
              <a:gd name="connsiteX145" fmla="*/ 644368 w 765852"/>
              <a:gd name="connsiteY145" fmla="*/ 197523 h 260086"/>
              <a:gd name="connsiteX146" fmla="*/ 637547 w 765852"/>
              <a:gd name="connsiteY146" fmla="*/ 235808 h 260086"/>
              <a:gd name="connsiteX147" fmla="*/ 648705 w 765852"/>
              <a:gd name="connsiteY147" fmla="*/ 205943 h 260086"/>
              <a:gd name="connsiteX148" fmla="*/ 659955 w 765852"/>
              <a:gd name="connsiteY148" fmla="*/ 235808 h 260086"/>
              <a:gd name="connsiteX149" fmla="*/ 637538 w 765852"/>
              <a:gd name="connsiteY149" fmla="*/ 235808 h 260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</a:cxnLst>
            <a:rect l="l" t="t" r="r" b="b"/>
            <a:pathLst>
              <a:path w="765852" h="260086">
                <a:moveTo>
                  <a:pt x="739575" y="143884"/>
                </a:moveTo>
                <a:cubicBezTo>
                  <a:pt x="756519" y="128906"/>
                  <a:pt x="765852" y="107425"/>
                  <a:pt x="765852" y="83403"/>
                </a:cubicBezTo>
                <a:cubicBezTo>
                  <a:pt x="765852" y="59381"/>
                  <a:pt x="756519" y="37899"/>
                  <a:pt x="739575" y="22921"/>
                </a:cubicBezTo>
                <a:cubicBezTo>
                  <a:pt x="722613" y="7925"/>
                  <a:pt x="699307" y="0"/>
                  <a:pt x="672177" y="0"/>
                </a:cubicBezTo>
                <a:cubicBezTo>
                  <a:pt x="645047" y="0"/>
                  <a:pt x="621740" y="7925"/>
                  <a:pt x="604779" y="22921"/>
                </a:cubicBezTo>
                <a:cubicBezTo>
                  <a:pt x="587835" y="37899"/>
                  <a:pt x="578501" y="59381"/>
                  <a:pt x="578501" y="83403"/>
                </a:cubicBezTo>
                <a:cubicBezTo>
                  <a:pt x="578501" y="107425"/>
                  <a:pt x="587835" y="128906"/>
                  <a:pt x="604779" y="143884"/>
                </a:cubicBezTo>
                <a:cubicBezTo>
                  <a:pt x="621740" y="158881"/>
                  <a:pt x="645047" y="166805"/>
                  <a:pt x="672177" y="166805"/>
                </a:cubicBezTo>
                <a:cubicBezTo>
                  <a:pt x="699307" y="166805"/>
                  <a:pt x="722613" y="158881"/>
                  <a:pt x="739575" y="143884"/>
                </a:cubicBezTo>
                <a:close/>
                <a:moveTo>
                  <a:pt x="604595" y="83403"/>
                </a:moveTo>
                <a:cubicBezTo>
                  <a:pt x="604595" y="66489"/>
                  <a:pt x="610821" y="52135"/>
                  <a:pt x="622611" y="41871"/>
                </a:cubicBezTo>
                <a:cubicBezTo>
                  <a:pt x="634751" y="31305"/>
                  <a:pt x="651887" y="25719"/>
                  <a:pt x="672177" y="25719"/>
                </a:cubicBezTo>
                <a:cubicBezTo>
                  <a:pt x="692467" y="25719"/>
                  <a:pt x="709603" y="31305"/>
                  <a:pt x="721742" y="41871"/>
                </a:cubicBezTo>
                <a:cubicBezTo>
                  <a:pt x="733524" y="52126"/>
                  <a:pt x="739759" y="66489"/>
                  <a:pt x="739759" y="83403"/>
                </a:cubicBezTo>
                <a:cubicBezTo>
                  <a:pt x="739759" y="100316"/>
                  <a:pt x="733533" y="114671"/>
                  <a:pt x="721742" y="124934"/>
                </a:cubicBezTo>
                <a:cubicBezTo>
                  <a:pt x="709603" y="135501"/>
                  <a:pt x="692467" y="141077"/>
                  <a:pt x="672177" y="141077"/>
                </a:cubicBezTo>
                <a:cubicBezTo>
                  <a:pt x="651887" y="141077"/>
                  <a:pt x="634741" y="135491"/>
                  <a:pt x="622611" y="124934"/>
                </a:cubicBezTo>
                <a:cubicBezTo>
                  <a:pt x="610830" y="114671"/>
                  <a:pt x="604595" y="100316"/>
                  <a:pt x="604595" y="83403"/>
                </a:cubicBezTo>
                <a:close/>
                <a:moveTo>
                  <a:pt x="238310" y="207181"/>
                </a:moveTo>
                <a:cubicBezTo>
                  <a:pt x="241556" y="205118"/>
                  <a:pt x="245306" y="204081"/>
                  <a:pt x="249560" y="204081"/>
                </a:cubicBezTo>
                <a:cubicBezTo>
                  <a:pt x="254282" y="204081"/>
                  <a:pt x="258288" y="205292"/>
                  <a:pt x="261562" y="207713"/>
                </a:cubicBezTo>
                <a:cubicBezTo>
                  <a:pt x="264835" y="210135"/>
                  <a:pt x="267035" y="213501"/>
                  <a:pt x="268163" y="217812"/>
                </a:cubicBezTo>
                <a:lnTo>
                  <a:pt x="275874" y="217812"/>
                </a:lnTo>
                <a:cubicBezTo>
                  <a:pt x="274691" y="211373"/>
                  <a:pt x="271784" y="206292"/>
                  <a:pt x="267145" y="202568"/>
                </a:cubicBezTo>
                <a:cubicBezTo>
                  <a:pt x="262506" y="198844"/>
                  <a:pt x="256766" y="196982"/>
                  <a:pt x="249917" y="196982"/>
                </a:cubicBezTo>
                <a:cubicBezTo>
                  <a:pt x="244013" y="196982"/>
                  <a:pt x="238814" y="198293"/>
                  <a:pt x="234322" y="200926"/>
                </a:cubicBezTo>
                <a:cubicBezTo>
                  <a:pt x="229838" y="203558"/>
                  <a:pt x="226382" y="207264"/>
                  <a:pt x="223961" y="212052"/>
                </a:cubicBezTo>
                <a:cubicBezTo>
                  <a:pt x="221541" y="216840"/>
                  <a:pt x="220330" y="222334"/>
                  <a:pt x="220330" y="228534"/>
                </a:cubicBezTo>
                <a:cubicBezTo>
                  <a:pt x="220330" y="234734"/>
                  <a:pt x="221541" y="240302"/>
                  <a:pt x="223961" y="245062"/>
                </a:cubicBezTo>
                <a:cubicBezTo>
                  <a:pt x="226382" y="249823"/>
                  <a:pt x="229838" y="253510"/>
                  <a:pt x="234322" y="256142"/>
                </a:cubicBezTo>
                <a:cubicBezTo>
                  <a:pt x="238805" y="258775"/>
                  <a:pt x="244004" y="260086"/>
                  <a:pt x="249917" y="260086"/>
                </a:cubicBezTo>
                <a:cubicBezTo>
                  <a:pt x="256831" y="260086"/>
                  <a:pt x="262570" y="258224"/>
                  <a:pt x="267145" y="254501"/>
                </a:cubicBezTo>
                <a:cubicBezTo>
                  <a:pt x="271720" y="250777"/>
                  <a:pt x="274599" y="245695"/>
                  <a:pt x="275782" y="239256"/>
                </a:cubicBezTo>
                <a:lnTo>
                  <a:pt x="268071" y="239256"/>
                </a:lnTo>
                <a:cubicBezTo>
                  <a:pt x="266888" y="243631"/>
                  <a:pt x="264706" y="247007"/>
                  <a:pt x="261516" y="249401"/>
                </a:cubicBezTo>
                <a:cubicBezTo>
                  <a:pt x="258325" y="251795"/>
                  <a:pt x="254337" y="252987"/>
                  <a:pt x="249560" y="252987"/>
                </a:cubicBezTo>
                <a:cubicBezTo>
                  <a:pt x="245306" y="252987"/>
                  <a:pt x="241556" y="251951"/>
                  <a:pt x="238310" y="249887"/>
                </a:cubicBezTo>
                <a:cubicBezTo>
                  <a:pt x="235064" y="247823"/>
                  <a:pt x="232561" y="244925"/>
                  <a:pt x="230828" y="241201"/>
                </a:cubicBezTo>
                <a:cubicBezTo>
                  <a:pt x="229086" y="237477"/>
                  <a:pt x="228215" y="233258"/>
                  <a:pt x="228215" y="228525"/>
                </a:cubicBezTo>
                <a:cubicBezTo>
                  <a:pt x="228215" y="223792"/>
                  <a:pt x="229086" y="219499"/>
                  <a:pt x="230828" y="215812"/>
                </a:cubicBezTo>
                <a:cubicBezTo>
                  <a:pt x="232570" y="212125"/>
                  <a:pt x="235064" y="209245"/>
                  <a:pt x="238310" y="207172"/>
                </a:cubicBezTo>
                <a:close/>
                <a:moveTo>
                  <a:pt x="335580" y="197523"/>
                </a:moveTo>
                <a:lnTo>
                  <a:pt x="311925" y="259554"/>
                </a:lnTo>
                <a:lnTo>
                  <a:pt x="319892" y="259554"/>
                </a:lnTo>
                <a:lnTo>
                  <a:pt x="326448" y="242806"/>
                </a:lnTo>
                <a:lnTo>
                  <a:pt x="353467" y="242806"/>
                </a:lnTo>
                <a:lnTo>
                  <a:pt x="360023" y="259554"/>
                </a:lnTo>
                <a:lnTo>
                  <a:pt x="368256" y="259554"/>
                </a:lnTo>
                <a:lnTo>
                  <a:pt x="344693" y="197523"/>
                </a:lnTo>
                <a:lnTo>
                  <a:pt x="335570" y="197523"/>
                </a:lnTo>
                <a:close/>
                <a:moveTo>
                  <a:pt x="328758" y="235808"/>
                </a:moveTo>
                <a:lnTo>
                  <a:pt x="339916" y="205943"/>
                </a:lnTo>
                <a:lnTo>
                  <a:pt x="351166" y="235808"/>
                </a:lnTo>
                <a:lnTo>
                  <a:pt x="328749" y="235808"/>
                </a:lnTo>
                <a:close/>
                <a:moveTo>
                  <a:pt x="725437" y="197523"/>
                </a:moveTo>
                <a:lnTo>
                  <a:pt x="717736" y="197523"/>
                </a:lnTo>
                <a:lnTo>
                  <a:pt x="717736" y="259554"/>
                </a:lnTo>
                <a:lnTo>
                  <a:pt x="753704" y="259554"/>
                </a:lnTo>
                <a:lnTo>
                  <a:pt x="753704" y="252464"/>
                </a:lnTo>
                <a:lnTo>
                  <a:pt x="725446" y="252464"/>
                </a:lnTo>
                <a:lnTo>
                  <a:pt x="725446" y="197523"/>
                </a:lnTo>
                <a:close/>
                <a:moveTo>
                  <a:pt x="250953" y="2119"/>
                </a:moveTo>
                <a:lnTo>
                  <a:pt x="225566" y="2119"/>
                </a:lnTo>
                <a:lnTo>
                  <a:pt x="225566" y="164677"/>
                </a:lnTo>
                <a:lnTo>
                  <a:pt x="250953" y="164677"/>
                </a:lnTo>
                <a:lnTo>
                  <a:pt x="250953" y="2119"/>
                </a:lnTo>
                <a:close/>
                <a:moveTo>
                  <a:pt x="80592" y="62692"/>
                </a:moveTo>
                <a:lnTo>
                  <a:pt x="80592" y="164687"/>
                </a:lnTo>
                <a:cubicBezTo>
                  <a:pt x="80592" y="164687"/>
                  <a:pt x="106732" y="164687"/>
                  <a:pt x="106732" y="164687"/>
                </a:cubicBezTo>
                <a:lnTo>
                  <a:pt x="106713" y="62692"/>
                </a:lnTo>
                <a:cubicBezTo>
                  <a:pt x="106713" y="50282"/>
                  <a:pt x="102707" y="38523"/>
                  <a:pt x="95124" y="28700"/>
                </a:cubicBezTo>
                <a:lnTo>
                  <a:pt x="93648" y="26792"/>
                </a:lnTo>
                <a:lnTo>
                  <a:pt x="92172" y="28700"/>
                </a:lnTo>
                <a:cubicBezTo>
                  <a:pt x="84589" y="38523"/>
                  <a:pt x="80583" y="50273"/>
                  <a:pt x="80583" y="62692"/>
                </a:cubicBezTo>
                <a:close/>
                <a:moveTo>
                  <a:pt x="47273" y="2119"/>
                </a:moveTo>
                <a:lnTo>
                  <a:pt x="0" y="2119"/>
                </a:lnTo>
                <a:lnTo>
                  <a:pt x="0" y="26792"/>
                </a:lnTo>
                <a:lnTo>
                  <a:pt x="93648" y="26792"/>
                </a:lnTo>
                <a:lnTo>
                  <a:pt x="91328" y="23793"/>
                </a:lnTo>
                <a:cubicBezTo>
                  <a:pt x="80693" y="10025"/>
                  <a:pt x="64629" y="2119"/>
                  <a:pt x="47273" y="2119"/>
                </a:cubicBezTo>
                <a:close/>
                <a:moveTo>
                  <a:pt x="95968" y="23793"/>
                </a:moveTo>
                <a:lnTo>
                  <a:pt x="93648" y="26792"/>
                </a:lnTo>
                <a:lnTo>
                  <a:pt x="187296" y="26792"/>
                </a:lnTo>
                <a:lnTo>
                  <a:pt x="187296" y="2119"/>
                </a:lnTo>
                <a:lnTo>
                  <a:pt x="140023" y="2119"/>
                </a:lnTo>
                <a:cubicBezTo>
                  <a:pt x="122657" y="2119"/>
                  <a:pt x="106603" y="10016"/>
                  <a:pt x="95958" y="23793"/>
                </a:cubicBezTo>
                <a:close/>
                <a:moveTo>
                  <a:pt x="514844" y="164677"/>
                </a:moveTo>
                <a:lnTo>
                  <a:pt x="540232" y="164677"/>
                </a:lnTo>
                <a:lnTo>
                  <a:pt x="540232" y="2119"/>
                </a:lnTo>
                <a:lnTo>
                  <a:pt x="514844" y="2119"/>
                </a:lnTo>
                <a:lnTo>
                  <a:pt x="514844" y="164677"/>
                </a:lnTo>
                <a:close/>
                <a:moveTo>
                  <a:pt x="495205" y="259554"/>
                </a:moveTo>
                <a:lnTo>
                  <a:pt x="502915" y="259554"/>
                </a:lnTo>
                <a:lnTo>
                  <a:pt x="502915" y="197523"/>
                </a:lnTo>
                <a:lnTo>
                  <a:pt x="495205" y="197523"/>
                </a:lnTo>
                <a:lnTo>
                  <a:pt x="495205" y="259554"/>
                </a:lnTo>
                <a:close/>
                <a:moveTo>
                  <a:pt x="544816" y="204613"/>
                </a:moveTo>
                <a:lnTo>
                  <a:pt x="564923" y="204613"/>
                </a:lnTo>
                <a:lnTo>
                  <a:pt x="564923" y="259554"/>
                </a:lnTo>
                <a:lnTo>
                  <a:pt x="572633" y="259554"/>
                </a:lnTo>
                <a:lnTo>
                  <a:pt x="572633" y="204613"/>
                </a:lnTo>
                <a:lnTo>
                  <a:pt x="592740" y="204613"/>
                </a:lnTo>
                <a:lnTo>
                  <a:pt x="592740" y="197523"/>
                </a:lnTo>
                <a:lnTo>
                  <a:pt x="544816" y="197523"/>
                </a:lnTo>
                <a:lnTo>
                  <a:pt x="544816" y="204613"/>
                </a:lnTo>
                <a:close/>
                <a:moveTo>
                  <a:pt x="287389" y="2119"/>
                </a:moveTo>
                <a:cubicBezTo>
                  <a:pt x="287389" y="2119"/>
                  <a:pt x="335680" y="117220"/>
                  <a:pt x="345234" y="140105"/>
                </a:cubicBezTo>
                <a:cubicBezTo>
                  <a:pt x="356374" y="166796"/>
                  <a:pt x="374464" y="166796"/>
                  <a:pt x="381413" y="166796"/>
                </a:cubicBezTo>
                <a:lnTo>
                  <a:pt x="382899" y="166796"/>
                </a:lnTo>
                <a:lnTo>
                  <a:pt x="316692" y="2119"/>
                </a:lnTo>
                <a:lnTo>
                  <a:pt x="287389" y="2119"/>
                </a:lnTo>
                <a:close/>
                <a:moveTo>
                  <a:pt x="443549" y="199871"/>
                </a:moveTo>
                <a:cubicBezTo>
                  <a:pt x="440413" y="198303"/>
                  <a:pt x="436819" y="197523"/>
                  <a:pt x="432739" y="197523"/>
                </a:cubicBezTo>
                <a:lnTo>
                  <a:pt x="408910" y="197523"/>
                </a:lnTo>
                <a:lnTo>
                  <a:pt x="408910" y="259554"/>
                </a:lnTo>
                <a:lnTo>
                  <a:pt x="416621" y="259554"/>
                </a:lnTo>
                <a:lnTo>
                  <a:pt x="416621" y="235716"/>
                </a:lnTo>
                <a:lnTo>
                  <a:pt x="432748" y="235716"/>
                </a:lnTo>
                <a:cubicBezTo>
                  <a:pt x="436819" y="235716"/>
                  <a:pt x="440413" y="234936"/>
                  <a:pt x="443512" y="233368"/>
                </a:cubicBezTo>
                <a:cubicBezTo>
                  <a:pt x="446611" y="231799"/>
                  <a:pt x="449013" y="229571"/>
                  <a:pt x="450728" y="226681"/>
                </a:cubicBezTo>
                <a:cubicBezTo>
                  <a:pt x="452442" y="223783"/>
                  <a:pt x="453295" y="220417"/>
                  <a:pt x="453295" y="216583"/>
                </a:cubicBezTo>
                <a:cubicBezTo>
                  <a:pt x="453295" y="212749"/>
                  <a:pt x="452452" y="209392"/>
                  <a:pt x="450774" y="206521"/>
                </a:cubicBezTo>
                <a:cubicBezTo>
                  <a:pt x="449087" y="203659"/>
                  <a:pt x="446685" y="201439"/>
                  <a:pt x="443558" y="199871"/>
                </a:cubicBezTo>
                <a:close/>
                <a:moveTo>
                  <a:pt x="441779" y="225351"/>
                </a:moveTo>
                <a:cubicBezTo>
                  <a:pt x="439359" y="227534"/>
                  <a:pt x="436113" y="228635"/>
                  <a:pt x="432033" y="228635"/>
                </a:cubicBezTo>
                <a:lnTo>
                  <a:pt x="416621" y="228635"/>
                </a:lnTo>
                <a:lnTo>
                  <a:pt x="416621" y="204622"/>
                </a:lnTo>
                <a:lnTo>
                  <a:pt x="432125" y="204622"/>
                </a:lnTo>
                <a:cubicBezTo>
                  <a:pt x="436196" y="204622"/>
                  <a:pt x="439432" y="205705"/>
                  <a:pt x="441825" y="207860"/>
                </a:cubicBezTo>
                <a:cubicBezTo>
                  <a:pt x="444218" y="210015"/>
                  <a:pt x="445410" y="212923"/>
                  <a:pt x="445410" y="216592"/>
                </a:cubicBezTo>
                <a:cubicBezTo>
                  <a:pt x="445410" y="220261"/>
                  <a:pt x="444200" y="223178"/>
                  <a:pt x="441779" y="225361"/>
                </a:cubicBezTo>
                <a:close/>
                <a:moveTo>
                  <a:pt x="382889" y="166805"/>
                </a:moveTo>
                <a:lnTo>
                  <a:pt x="384375" y="166805"/>
                </a:lnTo>
                <a:cubicBezTo>
                  <a:pt x="391334" y="166805"/>
                  <a:pt x="409423" y="166805"/>
                  <a:pt x="420554" y="140114"/>
                </a:cubicBezTo>
                <a:cubicBezTo>
                  <a:pt x="430099" y="117230"/>
                  <a:pt x="478399" y="2128"/>
                  <a:pt x="478399" y="2128"/>
                </a:cubicBezTo>
                <a:lnTo>
                  <a:pt x="449096" y="2128"/>
                </a:lnTo>
                <a:lnTo>
                  <a:pt x="382889" y="166814"/>
                </a:lnTo>
                <a:close/>
                <a:moveTo>
                  <a:pt x="644368" y="197523"/>
                </a:moveTo>
                <a:lnTo>
                  <a:pt x="620714" y="259554"/>
                </a:lnTo>
                <a:lnTo>
                  <a:pt x="628690" y="259554"/>
                </a:lnTo>
                <a:lnTo>
                  <a:pt x="635246" y="242806"/>
                </a:lnTo>
                <a:lnTo>
                  <a:pt x="662266" y="242806"/>
                </a:lnTo>
                <a:lnTo>
                  <a:pt x="668821" y="259554"/>
                </a:lnTo>
                <a:lnTo>
                  <a:pt x="677055" y="259554"/>
                </a:lnTo>
                <a:lnTo>
                  <a:pt x="653491" y="197523"/>
                </a:lnTo>
                <a:lnTo>
                  <a:pt x="644368" y="197523"/>
                </a:lnTo>
                <a:close/>
                <a:moveTo>
                  <a:pt x="637547" y="235808"/>
                </a:moveTo>
                <a:lnTo>
                  <a:pt x="648705" y="205943"/>
                </a:lnTo>
                <a:lnTo>
                  <a:pt x="659955" y="235808"/>
                </a:lnTo>
                <a:lnTo>
                  <a:pt x="637538" y="235808"/>
                </a:lnTo>
                <a:close/>
              </a:path>
            </a:pathLst>
          </a:custGeom>
          <a:solidFill>
            <a:schemeClr val="bg1"/>
          </a:solidFill>
          <a:ln w="1061" cap="flat">
            <a:noFill/>
            <a:prstDash val="solid"/>
            <a:miter/>
          </a:ln>
        </p:spPr>
        <p:txBody>
          <a:bodyPr rtlCol="0" anchor="ctr"/>
          <a:lstStyle/>
          <a:p>
            <a:endParaRPr lang="pt-BR" sz="849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721935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469">
          <p15:clr>
            <a:srgbClr val="FBAE40"/>
          </p15:clr>
        </p15:guide>
        <p15:guide id="2" orient="horz" pos="3974">
          <p15:clr>
            <a:srgbClr val="FBAE40"/>
          </p15:clr>
        </p15:guide>
        <p15:guide id="3" orient="horz" pos="232">
          <p15:clr>
            <a:srgbClr val="FBAE40"/>
          </p15:clr>
        </p15:guide>
        <p15:guide id="4" pos="211">
          <p15:clr>
            <a:srgbClr val="FBAE40"/>
          </p15:clr>
        </p15:guide>
        <p15:guide id="5" orient="horz" pos="4065">
          <p15:clr>
            <a:srgbClr val="FBAE40"/>
          </p15:clr>
        </p15:guide>
        <p15:guide id="6" orient="horz" pos="799">
          <p15:clr>
            <a:srgbClr val="FBAE40"/>
          </p15:clr>
        </p15:guide>
        <p15:guide id="7" orient="horz" pos="935">
          <p15:clr>
            <a:srgbClr val="FBAE40"/>
          </p15:clr>
        </p15:guide>
      </p15:sldGuideLst>
    </p:ext>
  </p:extLst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ítulo | 1 linha - High Grade">
    <p:bg>
      <p:bgPr>
        <a:gradFill>
          <a:gsLst>
            <a:gs pos="81000">
              <a:schemeClr val="tx1">
                <a:lumMod val="85000"/>
                <a:lumOff val="15000"/>
              </a:schemeClr>
            </a:gs>
            <a:gs pos="100000">
              <a:schemeClr val="tx1">
                <a:lumMod val="95000"/>
                <a:lumOff val="5000"/>
              </a:schemeClr>
            </a:gs>
            <a:gs pos="0">
              <a:schemeClr val="accent1"/>
            </a:gs>
          </a:gsLst>
          <a:lin ang="7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132BCE3-A04F-8602-64F7-7623C7EAF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61763" y="6482556"/>
            <a:ext cx="295275" cy="1692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 sz="1100">
                <a:solidFill>
                  <a:schemeClr val="bg1"/>
                </a:solidFill>
                <a:latin typeface="Versos" panose="020B0503020204030204" pitchFamily="34" charset="0"/>
                <a:cs typeface="Versos" panose="020B0503020204030204" pitchFamily="34" charset="0"/>
              </a:defRPr>
            </a:lvl1pPr>
          </a:lstStyle>
          <a:p>
            <a:fld id="{77667D73-C69A-4DAA-9003-24A825D36FE9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B13D7C-5A47-B0DF-B518-26E79F5D2DB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64" y="368301"/>
            <a:ext cx="10183813" cy="4308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err="1"/>
              <a:t>Título</a:t>
            </a:r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401465E-A8CD-A3BA-BE2A-9597492FDC6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4963" y="6482557"/>
            <a:ext cx="10980000" cy="138499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900">
                <a:latin typeface="Versos Light" panose="020B0403020204030204" pitchFamily="34" charset="0"/>
              </a:defRPr>
            </a:lvl2pPr>
            <a:lvl3pPr>
              <a:defRPr sz="900">
                <a:latin typeface="Versos Light" panose="020B0403020204030204" pitchFamily="34" charset="0"/>
              </a:defRPr>
            </a:lvl3pPr>
            <a:lvl4pPr>
              <a:defRPr sz="900">
                <a:latin typeface="Versos Light" panose="020B0403020204030204" pitchFamily="34" charset="0"/>
              </a:defRPr>
            </a:lvl4pPr>
            <a:lvl5pPr>
              <a:defRPr sz="900">
                <a:latin typeface="Versos Light" panose="020B0403020204030204" pitchFamily="34" charset="0"/>
              </a:defRPr>
            </a:lvl5pPr>
          </a:lstStyle>
          <a:p>
            <a:pPr lvl="0"/>
            <a:r>
              <a:rPr lang="en-US"/>
              <a:t>Fonte:</a:t>
            </a:r>
            <a:endParaRPr lang="pt-BR"/>
          </a:p>
        </p:txBody>
      </p:sp>
      <p:sp>
        <p:nvSpPr>
          <p:cNvPr id="12" name="Text Placeholder 8">
            <a:extLst>
              <a:ext uri="{FF2B5EF4-FFF2-40B4-BE49-F238E27FC236}">
                <a16:creationId xmlns:a16="http://schemas.microsoft.com/office/drawing/2014/main" id="{7A7A9582-3614-801A-785B-273FCD3E092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34964" y="1949414"/>
            <a:ext cx="11522075" cy="435931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7F86D482-580C-D22A-58CC-10B9C4F7EDD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34963" y="1518528"/>
            <a:ext cx="11522585" cy="21544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Picture 8">
            <a:extLst>
              <a:ext uri="{FF2B5EF4-FFF2-40B4-BE49-F238E27FC236}">
                <a16:creationId xmlns:a16="http://schemas.microsoft.com/office/drawing/2014/main" id="{57BCE67C-64C7-2D0C-0DC2-7A4B4CC314E0}"/>
              </a:ext>
            </a:extLst>
          </p:cNvPr>
          <p:cNvSpPr/>
          <p:nvPr userDrawn="1"/>
        </p:nvSpPr>
        <p:spPr>
          <a:xfrm>
            <a:off x="11091186" y="377179"/>
            <a:ext cx="765852" cy="260086"/>
          </a:xfrm>
          <a:custGeom>
            <a:avLst/>
            <a:gdLst>
              <a:gd name="connsiteX0" fmla="*/ 739575 w 765852"/>
              <a:gd name="connsiteY0" fmla="*/ 143884 h 260086"/>
              <a:gd name="connsiteX1" fmla="*/ 765852 w 765852"/>
              <a:gd name="connsiteY1" fmla="*/ 83403 h 260086"/>
              <a:gd name="connsiteX2" fmla="*/ 739575 w 765852"/>
              <a:gd name="connsiteY2" fmla="*/ 22921 h 260086"/>
              <a:gd name="connsiteX3" fmla="*/ 672177 w 765852"/>
              <a:gd name="connsiteY3" fmla="*/ 0 h 260086"/>
              <a:gd name="connsiteX4" fmla="*/ 604779 w 765852"/>
              <a:gd name="connsiteY4" fmla="*/ 22921 h 260086"/>
              <a:gd name="connsiteX5" fmla="*/ 578501 w 765852"/>
              <a:gd name="connsiteY5" fmla="*/ 83403 h 260086"/>
              <a:gd name="connsiteX6" fmla="*/ 604779 w 765852"/>
              <a:gd name="connsiteY6" fmla="*/ 143884 h 260086"/>
              <a:gd name="connsiteX7" fmla="*/ 672177 w 765852"/>
              <a:gd name="connsiteY7" fmla="*/ 166805 h 260086"/>
              <a:gd name="connsiteX8" fmla="*/ 739575 w 765852"/>
              <a:gd name="connsiteY8" fmla="*/ 143884 h 260086"/>
              <a:gd name="connsiteX9" fmla="*/ 604595 w 765852"/>
              <a:gd name="connsiteY9" fmla="*/ 83403 h 260086"/>
              <a:gd name="connsiteX10" fmla="*/ 622611 w 765852"/>
              <a:gd name="connsiteY10" fmla="*/ 41871 h 260086"/>
              <a:gd name="connsiteX11" fmla="*/ 672177 w 765852"/>
              <a:gd name="connsiteY11" fmla="*/ 25719 h 260086"/>
              <a:gd name="connsiteX12" fmla="*/ 721742 w 765852"/>
              <a:gd name="connsiteY12" fmla="*/ 41871 h 260086"/>
              <a:gd name="connsiteX13" fmla="*/ 739759 w 765852"/>
              <a:gd name="connsiteY13" fmla="*/ 83403 h 260086"/>
              <a:gd name="connsiteX14" fmla="*/ 721742 w 765852"/>
              <a:gd name="connsiteY14" fmla="*/ 124934 h 260086"/>
              <a:gd name="connsiteX15" fmla="*/ 672177 w 765852"/>
              <a:gd name="connsiteY15" fmla="*/ 141077 h 260086"/>
              <a:gd name="connsiteX16" fmla="*/ 622611 w 765852"/>
              <a:gd name="connsiteY16" fmla="*/ 124934 h 260086"/>
              <a:gd name="connsiteX17" fmla="*/ 604595 w 765852"/>
              <a:gd name="connsiteY17" fmla="*/ 83403 h 260086"/>
              <a:gd name="connsiteX18" fmla="*/ 238310 w 765852"/>
              <a:gd name="connsiteY18" fmla="*/ 207181 h 260086"/>
              <a:gd name="connsiteX19" fmla="*/ 249560 w 765852"/>
              <a:gd name="connsiteY19" fmla="*/ 204081 h 260086"/>
              <a:gd name="connsiteX20" fmla="*/ 261562 w 765852"/>
              <a:gd name="connsiteY20" fmla="*/ 207713 h 260086"/>
              <a:gd name="connsiteX21" fmla="*/ 268163 w 765852"/>
              <a:gd name="connsiteY21" fmla="*/ 217812 h 260086"/>
              <a:gd name="connsiteX22" fmla="*/ 275874 w 765852"/>
              <a:gd name="connsiteY22" fmla="*/ 217812 h 260086"/>
              <a:gd name="connsiteX23" fmla="*/ 267145 w 765852"/>
              <a:gd name="connsiteY23" fmla="*/ 202568 h 260086"/>
              <a:gd name="connsiteX24" fmla="*/ 249917 w 765852"/>
              <a:gd name="connsiteY24" fmla="*/ 196982 h 260086"/>
              <a:gd name="connsiteX25" fmla="*/ 234322 w 765852"/>
              <a:gd name="connsiteY25" fmla="*/ 200926 h 260086"/>
              <a:gd name="connsiteX26" fmla="*/ 223961 w 765852"/>
              <a:gd name="connsiteY26" fmla="*/ 212052 h 260086"/>
              <a:gd name="connsiteX27" fmla="*/ 220330 w 765852"/>
              <a:gd name="connsiteY27" fmla="*/ 228534 h 260086"/>
              <a:gd name="connsiteX28" fmla="*/ 223961 w 765852"/>
              <a:gd name="connsiteY28" fmla="*/ 245062 h 260086"/>
              <a:gd name="connsiteX29" fmla="*/ 234322 w 765852"/>
              <a:gd name="connsiteY29" fmla="*/ 256142 h 260086"/>
              <a:gd name="connsiteX30" fmla="*/ 249917 w 765852"/>
              <a:gd name="connsiteY30" fmla="*/ 260086 h 260086"/>
              <a:gd name="connsiteX31" fmla="*/ 267145 w 765852"/>
              <a:gd name="connsiteY31" fmla="*/ 254501 h 260086"/>
              <a:gd name="connsiteX32" fmla="*/ 275782 w 765852"/>
              <a:gd name="connsiteY32" fmla="*/ 239256 h 260086"/>
              <a:gd name="connsiteX33" fmla="*/ 268071 w 765852"/>
              <a:gd name="connsiteY33" fmla="*/ 239256 h 260086"/>
              <a:gd name="connsiteX34" fmla="*/ 261516 w 765852"/>
              <a:gd name="connsiteY34" fmla="*/ 249401 h 260086"/>
              <a:gd name="connsiteX35" fmla="*/ 249560 w 765852"/>
              <a:gd name="connsiteY35" fmla="*/ 252987 h 260086"/>
              <a:gd name="connsiteX36" fmla="*/ 238310 w 765852"/>
              <a:gd name="connsiteY36" fmla="*/ 249887 h 260086"/>
              <a:gd name="connsiteX37" fmla="*/ 230828 w 765852"/>
              <a:gd name="connsiteY37" fmla="*/ 241201 h 260086"/>
              <a:gd name="connsiteX38" fmla="*/ 228215 w 765852"/>
              <a:gd name="connsiteY38" fmla="*/ 228525 h 260086"/>
              <a:gd name="connsiteX39" fmla="*/ 230828 w 765852"/>
              <a:gd name="connsiteY39" fmla="*/ 215812 h 260086"/>
              <a:gd name="connsiteX40" fmla="*/ 238310 w 765852"/>
              <a:gd name="connsiteY40" fmla="*/ 207172 h 260086"/>
              <a:gd name="connsiteX41" fmla="*/ 335580 w 765852"/>
              <a:gd name="connsiteY41" fmla="*/ 197523 h 260086"/>
              <a:gd name="connsiteX42" fmla="*/ 311925 w 765852"/>
              <a:gd name="connsiteY42" fmla="*/ 259554 h 260086"/>
              <a:gd name="connsiteX43" fmla="*/ 319892 w 765852"/>
              <a:gd name="connsiteY43" fmla="*/ 259554 h 260086"/>
              <a:gd name="connsiteX44" fmla="*/ 326448 w 765852"/>
              <a:gd name="connsiteY44" fmla="*/ 242806 h 260086"/>
              <a:gd name="connsiteX45" fmla="*/ 353467 w 765852"/>
              <a:gd name="connsiteY45" fmla="*/ 242806 h 260086"/>
              <a:gd name="connsiteX46" fmla="*/ 360023 w 765852"/>
              <a:gd name="connsiteY46" fmla="*/ 259554 h 260086"/>
              <a:gd name="connsiteX47" fmla="*/ 368256 w 765852"/>
              <a:gd name="connsiteY47" fmla="*/ 259554 h 260086"/>
              <a:gd name="connsiteX48" fmla="*/ 344693 w 765852"/>
              <a:gd name="connsiteY48" fmla="*/ 197523 h 260086"/>
              <a:gd name="connsiteX49" fmla="*/ 335570 w 765852"/>
              <a:gd name="connsiteY49" fmla="*/ 197523 h 260086"/>
              <a:gd name="connsiteX50" fmla="*/ 328758 w 765852"/>
              <a:gd name="connsiteY50" fmla="*/ 235808 h 260086"/>
              <a:gd name="connsiteX51" fmla="*/ 339916 w 765852"/>
              <a:gd name="connsiteY51" fmla="*/ 205943 h 260086"/>
              <a:gd name="connsiteX52" fmla="*/ 351166 w 765852"/>
              <a:gd name="connsiteY52" fmla="*/ 235808 h 260086"/>
              <a:gd name="connsiteX53" fmla="*/ 328749 w 765852"/>
              <a:gd name="connsiteY53" fmla="*/ 235808 h 260086"/>
              <a:gd name="connsiteX54" fmla="*/ 725437 w 765852"/>
              <a:gd name="connsiteY54" fmla="*/ 197523 h 260086"/>
              <a:gd name="connsiteX55" fmla="*/ 717736 w 765852"/>
              <a:gd name="connsiteY55" fmla="*/ 197523 h 260086"/>
              <a:gd name="connsiteX56" fmla="*/ 717736 w 765852"/>
              <a:gd name="connsiteY56" fmla="*/ 259554 h 260086"/>
              <a:gd name="connsiteX57" fmla="*/ 753704 w 765852"/>
              <a:gd name="connsiteY57" fmla="*/ 259554 h 260086"/>
              <a:gd name="connsiteX58" fmla="*/ 753704 w 765852"/>
              <a:gd name="connsiteY58" fmla="*/ 252464 h 260086"/>
              <a:gd name="connsiteX59" fmla="*/ 725446 w 765852"/>
              <a:gd name="connsiteY59" fmla="*/ 252464 h 260086"/>
              <a:gd name="connsiteX60" fmla="*/ 725446 w 765852"/>
              <a:gd name="connsiteY60" fmla="*/ 197523 h 260086"/>
              <a:gd name="connsiteX61" fmla="*/ 250953 w 765852"/>
              <a:gd name="connsiteY61" fmla="*/ 2119 h 260086"/>
              <a:gd name="connsiteX62" fmla="*/ 225566 w 765852"/>
              <a:gd name="connsiteY62" fmla="*/ 2119 h 260086"/>
              <a:gd name="connsiteX63" fmla="*/ 225566 w 765852"/>
              <a:gd name="connsiteY63" fmla="*/ 164677 h 260086"/>
              <a:gd name="connsiteX64" fmla="*/ 250953 w 765852"/>
              <a:gd name="connsiteY64" fmla="*/ 164677 h 260086"/>
              <a:gd name="connsiteX65" fmla="*/ 250953 w 765852"/>
              <a:gd name="connsiteY65" fmla="*/ 2119 h 260086"/>
              <a:gd name="connsiteX66" fmla="*/ 80592 w 765852"/>
              <a:gd name="connsiteY66" fmla="*/ 62692 h 260086"/>
              <a:gd name="connsiteX67" fmla="*/ 80592 w 765852"/>
              <a:gd name="connsiteY67" fmla="*/ 164687 h 260086"/>
              <a:gd name="connsiteX68" fmla="*/ 106732 w 765852"/>
              <a:gd name="connsiteY68" fmla="*/ 164687 h 260086"/>
              <a:gd name="connsiteX69" fmla="*/ 106713 w 765852"/>
              <a:gd name="connsiteY69" fmla="*/ 62692 h 260086"/>
              <a:gd name="connsiteX70" fmla="*/ 95124 w 765852"/>
              <a:gd name="connsiteY70" fmla="*/ 28700 h 260086"/>
              <a:gd name="connsiteX71" fmla="*/ 93648 w 765852"/>
              <a:gd name="connsiteY71" fmla="*/ 26792 h 260086"/>
              <a:gd name="connsiteX72" fmla="*/ 92172 w 765852"/>
              <a:gd name="connsiteY72" fmla="*/ 28700 h 260086"/>
              <a:gd name="connsiteX73" fmla="*/ 80583 w 765852"/>
              <a:gd name="connsiteY73" fmla="*/ 62692 h 260086"/>
              <a:gd name="connsiteX74" fmla="*/ 47273 w 765852"/>
              <a:gd name="connsiteY74" fmla="*/ 2119 h 260086"/>
              <a:gd name="connsiteX75" fmla="*/ 0 w 765852"/>
              <a:gd name="connsiteY75" fmla="*/ 2119 h 260086"/>
              <a:gd name="connsiteX76" fmla="*/ 0 w 765852"/>
              <a:gd name="connsiteY76" fmla="*/ 26792 h 260086"/>
              <a:gd name="connsiteX77" fmla="*/ 93648 w 765852"/>
              <a:gd name="connsiteY77" fmla="*/ 26792 h 260086"/>
              <a:gd name="connsiteX78" fmla="*/ 91328 w 765852"/>
              <a:gd name="connsiteY78" fmla="*/ 23793 h 260086"/>
              <a:gd name="connsiteX79" fmla="*/ 47273 w 765852"/>
              <a:gd name="connsiteY79" fmla="*/ 2119 h 260086"/>
              <a:gd name="connsiteX80" fmla="*/ 95968 w 765852"/>
              <a:gd name="connsiteY80" fmla="*/ 23793 h 260086"/>
              <a:gd name="connsiteX81" fmla="*/ 93648 w 765852"/>
              <a:gd name="connsiteY81" fmla="*/ 26792 h 260086"/>
              <a:gd name="connsiteX82" fmla="*/ 187296 w 765852"/>
              <a:gd name="connsiteY82" fmla="*/ 26792 h 260086"/>
              <a:gd name="connsiteX83" fmla="*/ 187296 w 765852"/>
              <a:gd name="connsiteY83" fmla="*/ 2119 h 260086"/>
              <a:gd name="connsiteX84" fmla="*/ 140023 w 765852"/>
              <a:gd name="connsiteY84" fmla="*/ 2119 h 260086"/>
              <a:gd name="connsiteX85" fmla="*/ 95958 w 765852"/>
              <a:gd name="connsiteY85" fmla="*/ 23793 h 260086"/>
              <a:gd name="connsiteX86" fmla="*/ 514844 w 765852"/>
              <a:gd name="connsiteY86" fmla="*/ 164677 h 260086"/>
              <a:gd name="connsiteX87" fmla="*/ 540232 w 765852"/>
              <a:gd name="connsiteY87" fmla="*/ 164677 h 260086"/>
              <a:gd name="connsiteX88" fmla="*/ 540232 w 765852"/>
              <a:gd name="connsiteY88" fmla="*/ 2119 h 260086"/>
              <a:gd name="connsiteX89" fmla="*/ 514844 w 765852"/>
              <a:gd name="connsiteY89" fmla="*/ 2119 h 260086"/>
              <a:gd name="connsiteX90" fmla="*/ 514844 w 765852"/>
              <a:gd name="connsiteY90" fmla="*/ 164677 h 260086"/>
              <a:gd name="connsiteX91" fmla="*/ 495205 w 765852"/>
              <a:gd name="connsiteY91" fmla="*/ 259554 h 260086"/>
              <a:gd name="connsiteX92" fmla="*/ 502915 w 765852"/>
              <a:gd name="connsiteY92" fmla="*/ 259554 h 260086"/>
              <a:gd name="connsiteX93" fmla="*/ 502915 w 765852"/>
              <a:gd name="connsiteY93" fmla="*/ 197523 h 260086"/>
              <a:gd name="connsiteX94" fmla="*/ 495205 w 765852"/>
              <a:gd name="connsiteY94" fmla="*/ 197523 h 260086"/>
              <a:gd name="connsiteX95" fmla="*/ 495205 w 765852"/>
              <a:gd name="connsiteY95" fmla="*/ 259554 h 260086"/>
              <a:gd name="connsiteX96" fmla="*/ 544816 w 765852"/>
              <a:gd name="connsiteY96" fmla="*/ 204613 h 260086"/>
              <a:gd name="connsiteX97" fmla="*/ 564923 w 765852"/>
              <a:gd name="connsiteY97" fmla="*/ 204613 h 260086"/>
              <a:gd name="connsiteX98" fmla="*/ 564923 w 765852"/>
              <a:gd name="connsiteY98" fmla="*/ 259554 h 260086"/>
              <a:gd name="connsiteX99" fmla="*/ 572633 w 765852"/>
              <a:gd name="connsiteY99" fmla="*/ 259554 h 260086"/>
              <a:gd name="connsiteX100" fmla="*/ 572633 w 765852"/>
              <a:gd name="connsiteY100" fmla="*/ 204613 h 260086"/>
              <a:gd name="connsiteX101" fmla="*/ 592740 w 765852"/>
              <a:gd name="connsiteY101" fmla="*/ 204613 h 260086"/>
              <a:gd name="connsiteX102" fmla="*/ 592740 w 765852"/>
              <a:gd name="connsiteY102" fmla="*/ 197523 h 260086"/>
              <a:gd name="connsiteX103" fmla="*/ 544816 w 765852"/>
              <a:gd name="connsiteY103" fmla="*/ 197523 h 260086"/>
              <a:gd name="connsiteX104" fmla="*/ 544816 w 765852"/>
              <a:gd name="connsiteY104" fmla="*/ 204613 h 260086"/>
              <a:gd name="connsiteX105" fmla="*/ 287389 w 765852"/>
              <a:gd name="connsiteY105" fmla="*/ 2119 h 260086"/>
              <a:gd name="connsiteX106" fmla="*/ 345234 w 765852"/>
              <a:gd name="connsiteY106" fmla="*/ 140105 h 260086"/>
              <a:gd name="connsiteX107" fmla="*/ 381413 w 765852"/>
              <a:gd name="connsiteY107" fmla="*/ 166796 h 260086"/>
              <a:gd name="connsiteX108" fmla="*/ 382899 w 765852"/>
              <a:gd name="connsiteY108" fmla="*/ 166796 h 260086"/>
              <a:gd name="connsiteX109" fmla="*/ 316692 w 765852"/>
              <a:gd name="connsiteY109" fmla="*/ 2119 h 260086"/>
              <a:gd name="connsiteX110" fmla="*/ 287389 w 765852"/>
              <a:gd name="connsiteY110" fmla="*/ 2119 h 260086"/>
              <a:gd name="connsiteX111" fmla="*/ 443549 w 765852"/>
              <a:gd name="connsiteY111" fmla="*/ 199871 h 260086"/>
              <a:gd name="connsiteX112" fmla="*/ 432739 w 765852"/>
              <a:gd name="connsiteY112" fmla="*/ 197523 h 260086"/>
              <a:gd name="connsiteX113" fmla="*/ 408910 w 765852"/>
              <a:gd name="connsiteY113" fmla="*/ 197523 h 260086"/>
              <a:gd name="connsiteX114" fmla="*/ 408910 w 765852"/>
              <a:gd name="connsiteY114" fmla="*/ 259554 h 260086"/>
              <a:gd name="connsiteX115" fmla="*/ 416621 w 765852"/>
              <a:gd name="connsiteY115" fmla="*/ 259554 h 260086"/>
              <a:gd name="connsiteX116" fmla="*/ 416621 w 765852"/>
              <a:gd name="connsiteY116" fmla="*/ 235716 h 260086"/>
              <a:gd name="connsiteX117" fmla="*/ 432748 w 765852"/>
              <a:gd name="connsiteY117" fmla="*/ 235716 h 260086"/>
              <a:gd name="connsiteX118" fmla="*/ 443512 w 765852"/>
              <a:gd name="connsiteY118" fmla="*/ 233368 h 260086"/>
              <a:gd name="connsiteX119" fmla="*/ 450728 w 765852"/>
              <a:gd name="connsiteY119" fmla="*/ 226681 h 260086"/>
              <a:gd name="connsiteX120" fmla="*/ 453295 w 765852"/>
              <a:gd name="connsiteY120" fmla="*/ 216583 h 260086"/>
              <a:gd name="connsiteX121" fmla="*/ 450774 w 765852"/>
              <a:gd name="connsiteY121" fmla="*/ 206521 h 260086"/>
              <a:gd name="connsiteX122" fmla="*/ 443558 w 765852"/>
              <a:gd name="connsiteY122" fmla="*/ 199871 h 260086"/>
              <a:gd name="connsiteX123" fmla="*/ 441779 w 765852"/>
              <a:gd name="connsiteY123" fmla="*/ 225351 h 260086"/>
              <a:gd name="connsiteX124" fmla="*/ 432033 w 765852"/>
              <a:gd name="connsiteY124" fmla="*/ 228635 h 260086"/>
              <a:gd name="connsiteX125" fmla="*/ 416621 w 765852"/>
              <a:gd name="connsiteY125" fmla="*/ 228635 h 260086"/>
              <a:gd name="connsiteX126" fmla="*/ 416621 w 765852"/>
              <a:gd name="connsiteY126" fmla="*/ 204622 h 260086"/>
              <a:gd name="connsiteX127" fmla="*/ 432125 w 765852"/>
              <a:gd name="connsiteY127" fmla="*/ 204622 h 260086"/>
              <a:gd name="connsiteX128" fmla="*/ 441825 w 765852"/>
              <a:gd name="connsiteY128" fmla="*/ 207860 h 260086"/>
              <a:gd name="connsiteX129" fmla="*/ 445410 w 765852"/>
              <a:gd name="connsiteY129" fmla="*/ 216592 h 260086"/>
              <a:gd name="connsiteX130" fmla="*/ 441779 w 765852"/>
              <a:gd name="connsiteY130" fmla="*/ 225361 h 260086"/>
              <a:gd name="connsiteX131" fmla="*/ 382889 w 765852"/>
              <a:gd name="connsiteY131" fmla="*/ 166805 h 260086"/>
              <a:gd name="connsiteX132" fmla="*/ 384375 w 765852"/>
              <a:gd name="connsiteY132" fmla="*/ 166805 h 260086"/>
              <a:gd name="connsiteX133" fmla="*/ 420554 w 765852"/>
              <a:gd name="connsiteY133" fmla="*/ 140114 h 260086"/>
              <a:gd name="connsiteX134" fmla="*/ 478399 w 765852"/>
              <a:gd name="connsiteY134" fmla="*/ 2128 h 260086"/>
              <a:gd name="connsiteX135" fmla="*/ 449096 w 765852"/>
              <a:gd name="connsiteY135" fmla="*/ 2128 h 260086"/>
              <a:gd name="connsiteX136" fmla="*/ 382889 w 765852"/>
              <a:gd name="connsiteY136" fmla="*/ 166814 h 260086"/>
              <a:gd name="connsiteX137" fmla="*/ 644368 w 765852"/>
              <a:gd name="connsiteY137" fmla="*/ 197523 h 260086"/>
              <a:gd name="connsiteX138" fmla="*/ 620714 w 765852"/>
              <a:gd name="connsiteY138" fmla="*/ 259554 h 260086"/>
              <a:gd name="connsiteX139" fmla="*/ 628690 w 765852"/>
              <a:gd name="connsiteY139" fmla="*/ 259554 h 260086"/>
              <a:gd name="connsiteX140" fmla="*/ 635246 w 765852"/>
              <a:gd name="connsiteY140" fmla="*/ 242806 h 260086"/>
              <a:gd name="connsiteX141" fmla="*/ 662266 w 765852"/>
              <a:gd name="connsiteY141" fmla="*/ 242806 h 260086"/>
              <a:gd name="connsiteX142" fmla="*/ 668821 w 765852"/>
              <a:gd name="connsiteY142" fmla="*/ 259554 h 260086"/>
              <a:gd name="connsiteX143" fmla="*/ 677055 w 765852"/>
              <a:gd name="connsiteY143" fmla="*/ 259554 h 260086"/>
              <a:gd name="connsiteX144" fmla="*/ 653491 w 765852"/>
              <a:gd name="connsiteY144" fmla="*/ 197523 h 260086"/>
              <a:gd name="connsiteX145" fmla="*/ 644368 w 765852"/>
              <a:gd name="connsiteY145" fmla="*/ 197523 h 260086"/>
              <a:gd name="connsiteX146" fmla="*/ 637547 w 765852"/>
              <a:gd name="connsiteY146" fmla="*/ 235808 h 260086"/>
              <a:gd name="connsiteX147" fmla="*/ 648705 w 765852"/>
              <a:gd name="connsiteY147" fmla="*/ 205943 h 260086"/>
              <a:gd name="connsiteX148" fmla="*/ 659955 w 765852"/>
              <a:gd name="connsiteY148" fmla="*/ 235808 h 260086"/>
              <a:gd name="connsiteX149" fmla="*/ 637538 w 765852"/>
              <a:gd name="connsiteY149" fmla="*/ 235808 h 260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</a:cxnLst>
            <a:rect l="l" t="t" r="r" b="b"/>
            <a:pathLst>
              <a:path w="765852" h="260086">
                <a:moveTo>
                  <a:pt x="739575" y="143884"/>
                </a:moveTo>
                <a:cubicBezTo>
                  <a:pt x="756519" y="128906"/>
                  <a:pt x="765852" y="107425"/>
                  <a:pt x="765852" y="83403"/>
                </a:cubicBezTo>
                <a:cubicBezTo>
                  <a:pt x="765852" y="59381"/>
                  <a:pt x="756519" y="37899"/>
                  <a:pt x="739575" y="22921"/>
                </a:cubicBezTo>
                <a:cubicBezTo>
                  <a:pt x="722613" y="7925"/>
                  <a:pt x="699307" y="0"/>
                  <a:pt x="672177" y="0"/>
                </a:cubicBezTo>
                <a:cubicBezTo>
                  <a:pt x="645047" y="0"/>
                  <a:pt x="621740" y="7925"/>
                  <a:pt x="604779" y="22921"/>
                </a:cubicBezTo>
                <a:cubicBezTo>
                  <a:pt x="587835" y="37899"/>
                  <a:pt x="578501" y="59381"/>
                  <a:pt x="578501" y="83403"/>
                </a:cubicBezTo>
                <a:cubicBezTo>
                  <a:pt x="578501" y="107425"/>
                  <a:pt x="587835" y="128906"/>
                  <a:pt x="604779" y="143884"/>
                </a:cubicBezTo>
                <a:cubicBezTo>
                  <a:pt x="621740" y="158881"/>
                  <a:pt x="645047" y="166805"/>
                  <a:pt x="672177" y="166805"/>
                </a:cubicBezTo>
                <a:cubicBezTo>
                  <a:pt x="699307" y="166805"/>
                  <a:pt x="722613" y="158881"/>
                  <a:pt x="739575" y="143884"/>
                </a:cubicBezTo>
                <a:close/>
                <a:moveTo>
                  <a:pt x="604595" y="83403"/>
                </a:moveTo>
                <a:cubicBezTo>
                  <a:pt x="604595" y="66489"/>
                  <a:pt x="610821" y="52135"/>
                  <a:pt x="622611" y="41871"/>
                </a:cubicBezTo>
                <a:cubicBezTo>
                  <a:pt x="634751" y="31305"/>
                  <a:pt x="651887" y="25719"/>
                  <a:pt x="672177" y="25719"/>
                </a:cubicBezTo>
                <a:cubicBezTo>
                  <a:pt x="692467" y="25719"/>
                  <a:pt x="709603" y="31305"/>
                  <a:pt x="721742" y="41871"/>
                </a:cubicBezTo>
                <a:cubicBezTo>
                  <a:pt x="733524" y="52126"/>
                  <a:pt x="739759" y="66489"/>
                  <a:pt x="739759" y="83403"/>
                </a:cubicBezTo>
                <a:cubicBezTo>
                  <a:pt x="739759" y="100316"/>
                  <a:pt x="733533" y="114671"/>
                  <a:pt x="721742" y="124934"/>
                </a:cubicBezTo>
                <a:cubicBezTo>
                  <a:pt x="709603" y="135501"/>
                  <a:pt x="692467" y="141077"/>
                  <a:pt x="672177" y="141077"/>
                </a:cubicBezTo>
                <a:cubicBezTo>
                  <a:pt x="651887" y="141077"/>
                  <a:pt x="634741" y="135491"/>
                  <a:pt x="622611" y="124934"/>
                </a:cubicBezTo>
                <a:cubicBezTo>
                  <a:pt x="610830" y="114671"/>
                  <a:pt x="604595" y="100316"/>
                  <a:pt x="604595" y="83403"/>
                </a:cubicBezTo>
                <a:close/>
                <a:moveTo>
                  <a:pt x="238310" y="207181"/>
                </a:moveTo>
                <a:cubicBezTo>
                  <a:pt x="241556" y="205118"/>
                  <a:pt x="245306" y="204081"/>
                  <a:pt x="249560" y="204081"/>
                </a:cubicBezTo>
                <a:cubicBezTo>
                  <a:pt x="254282" y="204081"/>
                  <a:pt x="258288" y="205292"/>
                  <a:pt x="261562" y="207713"/>
                </a:cubicBezTo>
                <a:cubicBezTo>
                  <a:pt x="264835" y="210135"/>
                  <a:pt x="267035" y="213501"/>
                  <a:pt x="268163" y="217812"/>
                </a:cubicBezTo>
                <a:lnTo>
                  <a:pt x="275874" y="217812"/>
                </a:lnTo>
                <a:cubicBezTo>
                  <a:pt x="274691" y="211373"/>
                  <a:pt x="271784" y="206292"/>
                  <a:pt x="267145" y="202568"/>
                </a:cubicBezTo>
                <a:cubicBezTo>
                  <a:pt x="262506" y="198844"/>
                  <a:pt x="256766" y="196982"/>
                  <a:pt x="249917" y="196982"/>
                </a:cubicBezTo>
                <a:cubicBezTo>
                  <a:pt x="244013" y="196982"/>
                  <a:pt x="238814" y="198293"/>
                  <a:pt x="234322" y="200926"/>
                </a:cubicBezTo>
                <a:cubicBezTo>
                  <a:pt x="229838" y="203558"/>
                  <a:pt x="226382" y="207264"/>
                  <a:pt x="223961" y="212052"/>
                </a:cubicBezTo>
                <a:cubicBezTo>
                  <a:pt x="221541" y="216840"/>
                  <a:pt x="220330" y="222334"/>
                  <a:pt x="220330" y="228534"/>
                </a:cubicBezTo>
                <a:cubicBezTo>
                  <a:pt x="220330" y="234734"/>
                  <a:pt x="221541" y="240302"/>
                  <a:pt x="223961" y="245062"/>
                </a:cubicBezTo>
                <a:cubicBezTo>
                  <a:pt x="226382" y="249823"/>
                  <a:pt x="229838" y="253510"/>
                  <a:pt x="234322" y="256142"/>
                </a:cubicBezTo>
                <a:cubicBezTo>
                  <a:pt x="238805" y="258775"/>
                  <a:pt x="244004" y="260086"/>
                  <a:pt x="249917" y="260086"/>
                </a:cubicBezTo>
                <a:cubicBezTo>
                  <a:pt x="256831" y="260086"/>
                  <a:pt x="262570" y="258224"/>
                  <a:pt x="267145" y="254501"/>
                </a:cubicBezTo>
                <a:cubicBezTo>
                  <a:pt x="271720" y="250777"/>
                  <a:pt x="274599" y="245695"/>
                  <a:pt x="275782" y="239256"/>
                </a:cubicBezTo>
                <a:lnTo>
                  <a:pt x="268071" y="239256"/>
                </a:lnTo>
                <a:cubicBezTo>
                  <a:pt x="266888" y="243631"/>
                  <a:pt x="264706" y="247007"/>
                  <a:pt x="261516" y="249401"/>
                </a:cubicBezTo>
                <a:cubicBezTo>
                  <a:pt x="258325" y="251795"/>
                  <a:pt x="254337" y="252987"/>
                  <a:pt x="249560" y="252987"/>
                </a:cubicBezTo>
                <a:cubicBezTo>
                  <a:pt x="245306" y="252987"/>
                  <a:pt x="241556" y="251951"/>
                  <a:pt x="238310" y="249887"/>
                </a:cubicBezTo>
                <a:cubicBezTo>
                  <a:pt x="235064" y="247823"/>
                  <a:pt x="232561" y="244925"/>
                  <a:pt x="230828" y="241201"/>
                </a:cubicBezTo>
                <a:cubicBezTo>
                  <a:pt x="229086" y="237477"/>
                  <a:pt x="228215" y="233258"/>
                  <a:pt x="228215" y="228525"/>
                </a:cubicBezTo>
                <a:cubicBezTo>
                  <a:pt x="228215" y="223792"/>
                  <a:pt x="229086" y="219499"/>
                  <a:pt x="230828" y="215812"/>
                </a:cubicBezTo>
                <a:cubicBezTo>
                  <a:pt x="232570" y="212125"/>
                  <a:pt x="235064" y="209245"/>
                  <a:pt x="238310" y="207172"/>
                </a:cubicBezTo>
                <a:close/>
                <a:moveTo>
                  <a:pt x="335580" y="197523"/>
                </a:moveTo>
                <a:lnTo>
                  <a:pt x="311925" y="259554"/>
                </a:lnTo>
                <a:lnTo>
                  <a:pt x="319892" y="259554"/>
                </a:lnTo>
                <a:lnTo>
                  <a:pt x="326448" y="242806"/>
                </a:lnTo>
                <a:lnTo>
                  <a:pt x="353467" y="242806"/>
                </a:lnTo>
                <a:lnTo>
                  <a:pt x="360023" y="259554"/>
                </a:lnTo>
                <a:lnTo>
                  <a:pt x="368256" y="259554"/>
                </a:lnTo>
                <a:lnTo>
                  <a:pt x="344693" y="197523"/>
                </a:lnTo>
                <a:lnTo>
                  <a:pt x="335570" y="197523"/>
                </a:lnTo>
                <a:close/>
                <a:moveTo>
                  <a:pt x="328758" y="235808"/>
                </a:moveTo>
                <a:lnTo>
                  <a:pt x="339916" y="205943"/>
                </a:lnTo>
                <a:lnTo>
                  <a:pt x="351166" y="235808"/>
                </a:lnTo>
                <a:lnTo>
                  <a:pt x="328749" y="235808"/>
                </a:lnTo>
                <a:close/>
                <a:moveTo>
                  <a:pt x="725437" y="197523"/>
                </a:moveTo>
                <a:lnTo>
                  <a:pt x="717736" y="197523"/>
                </a:lnTo>
                <a:lnTo>
                  <a:pt x="717736" y="259554"/>
                </a:lnTo>
                <a:lnTo>
                  <a:pt x="753704" y="259554"/>
                </a:lnTo>
                <a:lnTo>
                  <a:pt x="753704" y="252464"/>
                </a:lnTo>
                <a:lnTo>
                  <a:pt x="725446" y="252464"/>
                </a:lnTo>
                <a:lnTo>
                  <a:pt x="725446" y="197523"/>
                </a:lnTo>
                <a:close/>
                <a:moveTo>
                  <a:pt x="250953" y="2119"/>
                </a:moveTo>
                <a:lnTo>
                  <a:pt x="225566" y="2119"/>
                </a:lnTo>
                <a:lnTo>
                  <a:pt x="225566" y="164677"/>
                </a:lnTo>
                <a:lnTo>
                  <a:pt x="250953" y="164677"/>
                </a:lnTo>
                <a:lnTo>
                  <a:pt x="250953" y="2119"/>
                </a:lnTo>
                <a:close/>
                <a:moveTo>
                  <a:pt x="80592" y="62692"/>
                </a:moveTo>
                <a:lnTo>
                  <a:pt x="80592" y="164687"/>
                </a:lnTo>
                <a:cubicBezTo>
                  <a:pt x="80592" y="164687"/>
                  <a:pt x="106732" y="164687"/>
                  <a:pt x="106732" y="164687"/>
                </a:cubicBezTo>
                <a:lnTo>
                  <a:pt x="106713" y="62692"/>
                </a:lnTo>
                <a:cubicBezTo>
                  <a:pt x="106713" y="50282"/>
                  <a:pt x="102707" y="38523"/>
                  <a:pt x="95124" y="28700"/>
                </a:cubicBezTo>
                <a:lnTo>
                  <a:pt x="93648" y="26792"/>
                </a:lnTo>
                <a:lnTo>
                  <a:pt x="92172" y="28700"/>
                </a:lnTo>
                <a:cubicBezTo>
                  <a:pt x="84589" y="38523"/>
                  <a:pt x="80583" y="50273"/>
                  <a:pt x="80583" y="62692"/>
                </a:cubicBezTo>
                <a:close/>
                <a:moveTo>
                  <a:pt x="47273" y="2119"/>
                </a:moveTo>
                <a:lnTo>
                  <a:pt x="0" y="2119"/>
                </a:lnTo>
                <a:lnTo>
                  <a:pt x="0" y="26792"/>
                </a:lnTo>
                <a:lnTo>
                  <a:pt x="93648" y="26792"/>
                </a:lnTo>
                <a:lnTo>
                  <a:pt x="91328" y="23793"/>
                </a:lnTo>
                <a:cubicBezTo>
                  <a:pt x="80693" y="10025"/>
                  <a:pt x="64629" y="2119"/>
                  <a:pt x="47273" y="2119"/>
                </a:cubicBezTo>
                <a:close/>
                <a:moveTo>
                  <a:pt x="95968" y="23793"/>
                </a:moveTo>
                <a:lnTo>
                  <a:pt x="93648" y="26792"/>
                </a:lnTo>
                <a:lnTo>
                  <a:pt x="187296" y="26792"/>
                </a:lnTo>
                <a:lnTo>
                  <a:pt x="187296" y="2119"/>
                </a:lnTo>
                <a:lnTo>
                  <a:pt x="140023" y="2119"/>
                </a:lnTo>
                <a:cubicBezTo>
                  <a:pt x="122657" y="2119"/>
                  <a:pt x="106603" y="10016"/>
                  <a:pt x="95958" y="23793"/>
                </a:cubicBezTo>
                <a:close/>
                <a:moveTo>
                  <a:pt x="514844" y="164677"/>
                </a:moveTo>
                <a:lnTo>
                  <a:pt x="540232" y="164677"/>
                </a:lnTo>
                <a:lnTo>
                  <a:pt x="540232" y="2119"/>
                </a:lnTo>
                <a:lnTo>
                  <a:pt x="514844" y="2119"/>
                </a:lnTo>
                <a:lnTo>
                  <a:pt x="514844" y="164677"/>
                </a:lnTo>
                <a:close/>
                <a:moveTo>
                  <a:pt x="495205" y="259554"/>
                </a:moveTo>
                <a:lnTo>
                  <a:pt x="502915" y="259554"/>
                </a:lnTo>
                <a:lnTo>
                  <a:pt x="502915" y="197523"/>
                </a:lnTo>
                <a:lnTo>
                  <a:pt x="495205" y="197523"/>
                </a:lnTo>
                <a:lnTo>
                  <a:pt x="495205" y="259554"/>
                </a:lnTo>
                <a:close/>
                <a:moveTo>
                  <a:pt x="544816" y="204613"/>
                </a:moveTo>
                <a:lnTo>
                  <a:pt x="564923" y="204613"/>
                </a:lnTo>
                <a:lnTo>
                  <a:pt x="564923" y="259554"/>
                </a:lnTo>
                <a:lnTo>
                  <a:pt x="572633" y="259554"/>
                </a:lnTo>
                <a:lnTo>
                  <a:pt x="572633" y="204613"/>
                </a:lnTo>
                <a:lnTo>
                  <a:pt x="592740" y="204613"/>
                </a:lnTo>
                <a:lnTo>
                  <a:pt x="592740" y="197523"/>
                </a:lnTo>
                <a:lnTo>
                  <a:pt x="544816" y="197523"/>
                </a:lnTo>
                <a:lnTo>
                  <a:pt x="544816" y="204613"/>
                </a:lnTo>
                <a:close/>
                <a:moveTo>
                  <a:pt x="287389" y="2119"/>
                </a:moveTo>
                <a:cubicBezTo>
                  <a:pt x="287389" y="2119"/>
                  <a:pt x="335680" y="117220"/>
                  <a:pt x="345234" y="140105"/>
                </a:cubicBezTo>
                <a:cubicBezTo>
                  <a:pt x="356374" y="166796"/>
                  <a:pt x="374464" y="166796"/>
                  <a:pt x="381413" y="166796"/>
                </a:cubicBezTo>
                <a:lnTo>
                  <a:pt x="382899" y="166796"/>
                </a:lnTo>
                <a:lnTo>
                  <a:pt x="316692" y="2119"/>
                </a:lnTo>
                <a:lnTo>
                  <a:pt x="287389" y="2119"/>
                </a:lnTo>
                <a:close/>
                <a:moveTo>
                  <a:pt x="443549" y="199871"/>
                </a:moveTo>
                <a:cubicBezTo>
                  <a:pt x="440413" y="198303"/>
                  <a:pt x="436819" y="197523"/>
                  <a:pt x="432739" y="197523"/>
                </a:cubicBezTo>
                <a:lnTo>
                  <a:pt x="408910" y="197523"/>
                </a:lnTo>
                <a:lnTo>
                  <a:pt x="408910" y="259554"/>
                </a:lnTo>
                <a:lnTo>
                  <a:pt x="416621" y="259554"/>
                </a:lnTo>
                <a:lnTo>
                  <a:pt x="416621" y="235716"/>
                </a:lnTo>
                <a:lnTo>
                  <a:pt x="432748" y="235716"/>
                </a:lnTo>
                <a:cubicBezTo>
                  <a:pt x="436819" y="235716"/>
                  <a:pt x="440413" y="234936"/>
                  <a:pt x="443512" y="233368"/>
                </a:cubicBezTo>
                <a:cubicBezTo>
                  <a:pt x="446611" y="231799"/>
                  <a:pt x="449013" y="229571"/>
                  <a:pt x="450728" y="226681"/>
                </a:cubicBezTo>
                <a:cubicBezTo>
                  <a:pt x="452442" y="223783"/>
                  <a:pt x="453295" y="220417"/>
                  <a:pt x="453295" y="216583"/>
                </a:cubicBezTo>
                <a:cubicBezTo>
                  <a:pt x="453295" y="212749"/>
                  <a:pt x="452452" y="209392"/>
                  <a:pt x="450774" y="206521"/>
                </a:cubicBezTo>
                <a:cubicBezTo>
                  <a:pt x="449087" y="203659"/>
                  <a:pt x="446685" y="201439"/>
                  <a:pt x="443558" y="199871"/>
                </a:cubicBezTo>
                <a:close/>
                <a:moveTo>
                  <a:pt x="441779" y="225351"/>
                </a:moveTo>
                <a:cubicBezTo>
                  <a:pt x="439359" y="227534"/>
                  <a:pt x="436113" y="228635"/>
                  <a:pt x="432033" y="228635"/>
                </a:cubicBezTo>
                <a:lnTo>
                  <a:pt x="416621" y="228635"/>
                </a:lnTo>
                <a:lnTo>
                  <a:pt x="416621" y="204622"/>
                </a:lnTo>
                <a:lnTo>
                  <a:pt x="432125" y="204622"/>
                </a:lnTo>
                <a:cubicBezTo>
                  <a:pt x="436196" y="204622"/>
                  <a:pt x="439432" y="205705"/>
                  <a:pt x="441825" y="207860"/>
                </a:cubicBezTo>
                <a:cubicBezTo>
                  <a:pt x="444218" y="210015"/>
                  <a:pt x="445410" y="212923"/>
                  <a:pt x="445410" y="216592"/>
                </a:cubicBezTo>
                <a:cubicBezTo>
                  <a:pt x="445410" y="220261"/>
                  <a:pt x="444200" y="223178"/>
                  <a:pt x="441779" y="225361"/>
                </a:cubicBezTo>
                <a:close/>
                <a:moveTo>
                  <a:pt x="382889" y="166805"/>
                </a:moveTo>
                <a:lnTo>
                  <a:pt x="384375" y="166805"/>
                </a:lnTo>
                <a:cubicBezTo>
                  <a:pt x="391334" y="166805"/>
                  <a:pt x="409423" y="166805"/>
                  <a:pt x="420554" y="140114"/>
                </a:cubicBezTo>
                <a:cubicBezTo>
                  <a:pt x="430099" y="117230"/>
                  <a:pt x="478399" y="2128"/>
                  <a:pt x="478399" y="2128"/>
                </a:cubicBezTo>
                <a:lnTo>
                  <a:pt x="449096" y="2128"/>
                </a:lnTo>
                <a:lnTo>
                  <a:pt x="382889" y="166814"/>
                </a:lnTo>
                <a:close/>
                <a:moveTo>
                  <a:pt x="644368" y="197523"/>
                </a:moveTo>
                <a:lnTo>
                  <a:pt x="620714" y="259554"/>
                </a:lnTo>
                <a:lnTo>
                  <a:pt x="628690" y="259554"/>
                </a:lnTo>
                <a:lnTo>
                  <a:pt x="635246" y="242806"/>
                </a:lnTo>
                <a:lnTo>
                  <a:pt x="662266" y="242806"/>
                </a:lnTo>
                <a:lnTo>
                  <a:pt x="668821" y="259554"/>
                </a:lnTo>
                <a:lnTo>
                  <a:pt x="677055" y="259554"/>
                </a:lnTo>
                <a:lnTo>
                  <a:pt x="653491" y="197523"/>
                </a:lnTo>
                <a:lnTo>
                  <a:pt x="644368" y="197523"/>
                </a:lnTo>
                <a:close/>
                <a:moveTo>
                  <a:pt x="637547" y="235808"/>
                </a:moveTo>
                <a:lnTo>
                  <a:pt x="648705" y="205943"/>
                </a:lnTo>
                <a:lnTo>
                  <a:pt x="659955" y="235808"/>
                </a:lnTo>
                <a:lnTo>
                  <a:pt x="637538" y="235808"/>
                </a:lnTo>
                <a:close/>
              </a:path>
            </a:pathLst>
          </a:custGeom>
          <a:solidFill>
            <a:schemeClr val="bg1"/>
          </a:solidFill>
          <a:ln w="1061" cap="flat">
            <a:noFill/>
            <a:prstDash val="solid"/>
            <a:miter/>
          </a:ln>
        </p:spPr>
        <p:txBody>
          <a:bodyPr rtlCol="0" anchor="ctr"/>
          <a:lstStyle/>
          <a:p>
            <a:endParaRPr lang="pt-BR" sz="849">
              <a:solidFill>
                <a:schemeClr val="bg1"/>
              </a:solidFill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11FA1EDF-496D-FC00-C47D-BE89A3B7157A}"/>
              </a:ext>
            </a:extLst>
          </p:cNvPr>
          <p:cNvCxnSpPr/>
          <p:nvPr userDrawn="1"/>
        </p:nvCxnSpPr>
        <p:spPr>
          <a:xfrm>
            <a:off x="334964" y="185353"/>
            <a:ext cx="10415415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922406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469">
          <p15:clr>
            <a:srgbClr val="FBAE40"/>
          </p15:clr>
        </p15:guide>
        <p15:guide id="2" orient="horz" pos="3974">
          <p15:clr>
            <a:srgbClr val="FBAE40"/>
          </p15:clr>
        </p15:guide>
        <p15:guide id="3" orient="horz" pos="232">
          <p15:clr>
            <a:srgbClr val="FBAE40"/>
          </p15:clr>
        </p15:guide>
        <p15:guide id="4" pos="211">
          <p15:clr>
            <a:srgbClr val="FBAE40"/>
          </p15:clr>
        </p15:guide>
        <p15:guide id="5" orient="horz" pos="4065">
          <p15:clr>
            <a:srgbClr val="FBAE40"/>
          </p15:clr>
        </p15:guide>
        <p15:guide id="6" orient="horz" pos="799">
          <p15:clr>
            <a:srgbClr val="FBAE40"/>
          </p15:clr>
        </p15:guide>
        <p15:guide id="7" orient="horz" pos="935">
          <p15:clr>
            <a:srgbClr val="FBAE40"/>
          </p15:clr>
        </p15:guide>
      </p15:sldGuideLst>
    </p:ext>
  </p:extLst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ítulo | 6 Boxes - High Grade">
    <p:bg>
      <p:bgPr>
        <a:gradFill>
          <a:gsLst>
            <a:gs pos="81000">
              <a:schemeClr val="tx1">
                <a:lumMod val="85000"/>
                <a:lumOff val="15000"/>
              </a:schemeClr>
            </a:gs>
            <a:gs pos="100000">
              <a:schemeClr val="tx1">
                <a:lumMod val="95000"/>
                <a:lumOff val="5000"/>
              </a:schemeClr>
            </a:gs>
            <a:gs pos="0">
              <a:schemeClr val="accent1"/>
            </a:gs>
          </a:gsLst>
          <a:lin ang="7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132BCE3-A04F-8602-64F7-7623C7EAF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61763" y="6482556"/>
            <a:ext cx="295275" cy="1692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 sz="1100">
                <a:solidFill>
                  <a:schemeClr val="bg1"/>
                </a:solidFill>
                <a:latin typeface="Versos" panose="020B0503020204030204" pitchFamily="34" charset="0"/>
                <a:cs typeface="Versos" panose="020B0503020204030204" pitchFamily="34" charset="0"/>
              </a:defRPr>
            </a:lvl1pPr>
          </a:lstStyle>
          <a:p>
            <a:fld id="{77667D73-C69A-4DAA-9003-24A825D36FE9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B13D7C-5A47-B0DF-B518-26E79F5D2DB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64" y="368301"/>
            <a:ext cx="10183813" cy="4308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err="1"/>
              <a:t>Título</a:t>
            </a:r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401465E-A8CD-A3BA-BE2A-9597492FDC6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4963" y="6482557"/>
            <a:ext cx="10980000" cy="138499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900">
                <a:latin typeface="Versos Light" panose="020B0403020204030204" pitchFamily="34" charset="0"/>
              </a:defRPr>
            </a:lvl2pPr>
            <a:lvl3pPr>
              <a:defRPr sz="900">
                <a:latin typeface="Versos Light" panose="020B0403020204030204" pitchFamily="34" charset="0"/>
              </a:defRPr>
            </a:lvl3pPr>
            <a:lvl4pPr>
              <a:defRPr sz="900">
                <a:latin typeface="Versos Light" panose="020B0403020204030204" pitchFamily="34" charset="0"/>
              </a:defRPr>
            </a:lvl4pPr>
            <a:lvl5pPr>
              <a:defRPr sz="900">
                <a:latin typeface="Versos Light" panose="020B0403020204030204" pitchFamily="34" charset="0"/>
              </a:defRPr>
            </a:lvl5pPr>
          </a:lstStyle>
          <a:p>
            <a:pPr lvl="0"/>
            <a:r>
              <a:rPr lang="en-US"/>
              <a:t>Fonte:</a:t>
            </a:r>
            <a:endParaRPr lang="pt-BR"/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7F86D482-580C-D22A-58CC-10B9C4F7EDD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34963" y="1518527"/>
            <a:ext cx="3741737" cy="2313464"/>
          </a:xfrm>
          <a:prstGeom prst="rect">
            <a:avLst/>
          </a:prstGeom>
          <a:ln>
            <a:solidFill>
              <a:schemeClr val="bg1"/>
            </a:solidFill>
          </a:ln>
        </p:spPr>
        <p:txBody>
          <a:bodyPr lIns="36000" tIns="36000" rIns="36000" bIns="36000"/>
          <a:lstStyle>
            <a:lvl1pPr marL="0" indent="0">
              <a:buNone/>
              <a:defRPr sz="120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Picture 8">
            <a:extLst>
              <a:ext uri="{FF2B5EF4-FFF2-40B4-BE49-F238E27FC236}">
                <a16:creationId xmlns:a16="http://schemas.microsoft.com/office/drawing/2014/main" id="{57BCE67C-64C7-2D0C-0DC2-7A4B4CC314E0}"/>
              </a:ext>
            </a:extLst>
          </p:cNvPr>
          <p:cNvSpPr/>
          <p:nvPr userDrawn="1"/>
        </p:nvSpPr>
        <p:spPr>
          <a:xfrm>
            <a:off x="11091186" y="377179"/>
            <a:ext cx="765852" cy="260086"/>
          </a:xfrm>
          <a:custGeom>
            <a:avLst/>
            <a:gdLst>
              <a:gd name="connsiteX0" fmla="*/ 739575 w 765852"/>
              <a:gd name="connsiteY0" fmla="*/ 143884 h 260086"/>
              <a:gd name="connsiteX1" fmla="*/ 765852 w 765852"/>
              <a:gd name="connsiteY1" fmla="*/ 83403 h 260086"/>
              <a:gd name="connsiteX2" fmla="*/ 739575 w 765852"/>
              <a:gd name="connsiteY2" fmla="*/ 22921 h 260086"/>
              <a:gd name="connsiteX3" fmla="*/ 672177 w 765852"/>
              <a:gd name="connsiteY3" fmla="*/ 0 h 260086"/>
              <a:gd name="connsiteX4" fmla="*/ 604779 w 765852"/>
              <a:gd name="connsiteY4" fmla="*/ 22921 h 260086"/>
              <a:gd name="connsiteX5" fmla="*/ 578501 w 765852"/>
              <a:gd name="connsiteY5" fmla="*/ 83403 h 260086"/>
              <a:gd name="connsiteX6" fmla="*/ 604779 w 765852"/>
              <a:gd name="connsiteY6" fmla="*/ 143884 h 260086"/>
              <a:gd name="connsiteX7" fmla="*/ 672177 w 765852"/>
              <a:gd name="connsiteY7" fmla="*/ 166805 h 260086"/>
              <a:gd name="connsiteX8" fmla="*/ 739575 w 765852"/>
              <a:gd name="connsiteY8" fmla="*/ 143884 h 260086"/>
              <a:gd name="connsiteX9" fmla="*/ 604595 w 765852"/>
              <a:gd name="connsiteY9" fmla="*/ 83403 h 260086"/>
              <a:gd name="connsiteX10" fmla="*/ 622611 w 765852"/>
              <a:gd name="connsiteY10" fmla="*/ 41871 h 260086"/>
              <a:gd name="connsiteX11" fmla="*/ 672177 w 765852"/>
              <a:gd name="connsiteY11" fmla="*/ 25719 h 260086"/>
              <a:gd name="connsiteX12" fmla="*/ 721742 w 765852"/>
              <a:gd name="connsiteY12" fmla="*/ 41871 h 260086"/>
              <a:gd name="connsiteX13" fmla="*/ 739759 w 765852"/>
              <a:gd name="connsiteY13" fmla="*/ 83403 h 260086"/>
              <a:gd name="connsiteX14" fmla="*/ 721742 w 765852"/>
              <a:gd name="connsiteY14" fmla="*/ 124934 h 260086"/>
              <a:gd name="connsiteX15" fmla="*/ 672177 w 765852"/>
              <a:gd name="connsiteY15" fmla="*/ 141077 h 260086"/>
              <a:gd name="connsiteX16" fmla="*/ 622611 w 765852"/>
              <a:gd name="connsiteY16" fmla="*/ 124934 h 260086"/>
              <a:gd name="connsiteX17" fmla="*/ 604595 w 765852"/>
              <a:gd name="connsiteY17" fmla="*/ 83403 h 260086"/>
              <a:gd name="connsiteX18" fmla="*/ 238310 w 765852"/>
              <a:gd name="connsiteY18" fmla="*/ 207181 h 260086"/>
              <a:gd name="connsiteX19" fmla="*/ 249560 w 765852"/>
              <a:gd name="connsiteY19" fmla="*/ 204081 h 260086"/>
              <a:gd name="connsiteX20" fmla="*/ 261562 w 765852"/>
              <a:gd name="connsiteY20" fmla="*/ 207713 h 260086"/>
              <a:gd name="connsiteX21" fmla="*/ 268163 w 765852"/>
              <a:gd name="connsiteY21" fmla="*/ 217812 h 260086"/>
              <a:gd name="connsiteX22" fmla="*/ 275874 w 765852"/>
              <a:gd name="connsiteY22" fmla="*/ 217812 h 260086"/>
              <a:gd name="connsiteX23" fmla="*/ 267145 w 765852"/>
              <a:gd name="connsiteY23" fmla="*/ 202568 h 260086"/>
              <a:gd name="connsiteX24" fmla="*/ 249917 w 765852"/>
              <a:gd name="connsiteY24" fmla="*/ 196982 h 260086"/>
              <a:gd name="connsiteX25" fmla="*/ 234322 w 765852"/>
              <a:gd name="connsiteY25" fmla="*/ 200926 h 260086"/>
              <a:gd name="connsiteX26" fmla="*/ 223961 w 765852"/>
              <a:gd name="connsiteY26" fmla="*/ 212052 h 260086"/>
              <a:gd name="connsiteX27" fmla="*/ 220330 w 765852"/>
              <a:gd name="connsiteY27" fmla="*/ 228534 h 260086"/>
              <a:gd name="connsiteX28" fmla="*/ 223961 w 765852"/>
              <a:gd name="connsiteY28" fmla="*/ 245062 h 260086"/>
              <a:gd name="connsiteX29" fmla="*/ 234322 w 765852"/>
              <a:gd name="connsiteY29" fmla="*/ 256142 h 260086"/>
              <a:gd name="connsiteX30" fmla="*/ 249917 w 765852"/>
              <a:gd name="connsiteY30" fmla="*/ 260086 h 260086"/>
              <a:gd name="connsiteX31" fmla="*/ 267145 w 765852"/>
              <a:gd name="connsiteY31" fmla="*/ 254501 h 260086"/>
              <a:gd name="connsiteX32" fmla="*/ 275782 w 765852"/>
              <a:gd name="connsiteY32" fmla="*/ 239256 h 260086"/>
              <a:gd name="connsiteX33" fmla="*/ 268071 w 765852"/>
              <a:gd name="connsiteY33" fmla="*/ 239256 h 260086"/>
              <a:gd name="connsiteX34" fmla="*/ 261516 w 765852"/>
              <a:gd name="connsiteY34" fmla="*/ 249401 h 260086"/>
              <a:gd name="connsiteX35" fmla="*/ 249560 w 765852"/>
              <a:gd name="connsiteY35" fmla="*/ 252987 h 260086"/>
              <a:gd name="connsiteX36" fmla="*/ 238310 w 765852"/>
              <a:gd name="connsiteY36" fmla="*/ 249887 h 260086"/>
              <a:gd name="connsiteX37" fmla="*/ 230828 w 765852"/>
              <a:gd name="connsiteY37" fmla="*/ 241201 h 260086"/>
              <a:gd name="connsiteX38" fmla="*/ 228215 w 765852"/>
              <a:gd name="connsiteY38" fmla="*/ 228525 h 260086"/>
              <a:gd name="connsiteX39" fmla="*/ 230828 w 765852"/>
              <a:gd name="connsiteY39" fmla="*/ 215812 h 260086"/>
              <a:gd name="connsiteX40" fmla="*/ 238310 w 765852"/>
              <a:gd name="connsiteY40" fmla="*/ 207172 h 260086"/>
              <a:gd name="connsiteX41" fmla="*/ 335580 w 765852"/>
              <a:gd name="connsiteY41" fmla="*/ 197523 h 260086"/>
              <a:gd name="connsiteX42" fmla="*/ 311925 w 765852"/>
              <a:gd name="connsiteY42" fmla="*/ 259554 h 260086"/>
              <a:gd name="connsiteX43" fmla="*/ 319892 w 765852"/>
              <a:gd name="connsiteY43" fmla="*/ 259554 h 260086"/>
              <a:gd name="connsiteX44" fmla="*/ 326448 w 765852"/>
              <a:gd name="connsiteY44" fmla="*/ 242806 h 260086"/>
              <a:gd name="connsiteX45" fmla="*/ 353467 w 765852"/>
              <a:gd name="connsiteY45" fmla="*/ 242806 h 260086"/>
              <a:gd name="connsiteX46" fmla="*/ 360023 w 765852"/>
              <a:gd name="connsiteY46" fmla="*/ 259554 h 260086"/>
              <a:gd name="connsiteX47" fmla="*/ 368256 w 765852"/>
              <a:gd name="connsiteY47" fmla="*/ 259554 h 260086"/>
              <a:gd name="connsiteX48" fmla="*/ 344693 w 765852"/>
              <a:gd name="connsiteY48" fmla="*/ 197523 h 260086"/>
              <a:gd name="connsiteX49" fmla="*/ 335570 w 765852"/>
              <a:gd name="connsiteY49" fmla="*/ 197523 h 260086"/>
              <a:gd name="connsiteX50" fmla="*/ 328758 w 765852"/>
              <a:gd name="connsiteY50" fmla="*/ 235808 h 260086"/>
              <a:gd name="connsiteX51" fmla="*/ 339916 w 765852"/>
              <a:gd name="connsiteY51" fmla="*/ 205943 h 260086"/>
              <a:gd name="connsiteX52" fmla="*/ 351166 w 765852"/>
              <a:gd name="connsiteY52" fmla="*/ 235808 h 260086"/>
              <a:gd name="connsiteX53" fmla="*/ 328749 w 765852"/>
              <a:gd name="connsiteY53" fmla="*/ 235808 h 260086"/>
              <a:gd name="connsiteX54" fmla="*/ 725437 w 765852"/>
              <a:gd name="connsiteY54" fmla="*/ 197523 h 260086"/>
              <a:gd name="connsiteX55" fmla="*/ 717736 w 765852"/>
              <a:gd name="connsiteY55" fmla="*/ 197523 h 260086"/>
              <a:gd name="connsiteX56" fmla="*/ 717736 w 765852"/>
              <a:gd name="connsiteY56" fmla="*/ 259554 h 260086"/>
              <a:gd name="connsiteX57" fmla="*/ 753704 w 765852"/>
              <a:gd name="connsiteY57" fmla="*/ 259554 h 260086"/>
              <a:gd name="connsiteX58" fmla="*/ 753704 w 765852"/>
              <a:gd name="connsiteY58" fmla="*/ 252464 h 260086"/>
              <a:gd name="connsiteX59" fmla="*/ 725446 w 765852"/>
              <a:gd name="connsiteY59" fmla="*/ 252464 h 260086"/>
              <a:gd name="connsiteX60" fmla="*/ 725446 w 765852"/>
              <a:gd name="connsiteY60" fmla="*/ 197523 h 260086"/>
              <a:gd name="connsiteX61" fmla="*/ 250953 w 765852"/>
              <a:gd name="connsiteY61" fmla="*/ 2119 h 260086"/>
              <a:gd name="connsiteX62" fmla="*/ 225566 w 765852"/>
              <a:gd name="connsiteY62" fmla="*/ 2119 h 260086"/>
              <a:gd name="connsiteX63" fmla="*/ 225566 w 765852"/>
              <a:gd name="connsiteY63" fmla="*/ 164677 h 260086"/>
              <a:gd name="connsiteX64" fmla="*/ 250953 w 765852"/>
              <a:gd name="connsiteY64" fmla="*/ 164677 h 260086"/>
              <a:gd name="connsiteX65" fmla="*/ 250953 w 765852"/>
              <a:gd name="connsiteY65" fmla="*/ 2119 h 260086"/>
              <a:gd name="connsiteX66" fmla="*/ 80592 w 765852"/>
              <a:gd name="connsiteY66" fmla="*/ 62692 h 260086"/>
              <a:gd name="connsiteX67" fmla="*/ 80592 w 765852"/>
              <a:gd name="connsiteY67" fmla="*/ 164687 h 260086"/>
              <a:gd name="connsiteX68" fmla="*/ 106732 w 765852"/>
              <a:gd name="connsiteY68" fmla="*/ 164687 h 260086"/>
              <a:gd name="connsiteX69" fmla="*/ 106713 w 765852"/>
              <a:gd name="connsiteY69" fmla="*/ 62692 h 260086"/>
              <a:gd name="connsiteX70" fmla="*/ 95124 w 765852"/>
              <a:gd name="connsiteY70" fmla="*/ 28700 h 260086"/>
              <a:gd name="connsiteX71" fmla="*/ 93648 w 765852"/>
              <a:gd name="connsiteY71" fmla="*/ 26792 h 260086"/>
              <a:gd name="connsiteX72" fmla="*/ 92172 w 765852"/>
              <a:gd name="connsiteY72" fmla="*/ 28700 h 260086"/>
              <a:gd name="connsiteX73" fmla="*/ 80583 w 765852"/>
              <a:gd name="connsiteY73" fmla="*/ 62692 h 260086"/>
              <a:gd name="connsiteX74" fmla="*/ 47273 w 765852"/>
              <a:gd name="connsiteY74" fmla="*/ 2119 h 260086"/>
              <a:gd name="connsiteX75" fmla="*/ 0 w 765852"/>
              <a:gd name="connsiteY75" fmla="*/ 2119 h 260086"/>
              <a:gd name="connsiteX76" fmla="*/ 0 w 765852"/>
              <a:gd name="connsiteY76" fmla="*/ 26792 h 260086"/>
              <a:gd name="connsiteX77" fmla="*/ 93648 w 765852"/>
              <a:gd name="connsiteY77" fmla="*/ 26792 h 260086"/>
              <a:gd name="connsiteX78" fmla="*/ 91328 w 765852"/>
              <a:gd name="connsiteY78" fmla="*/ 23793 h 260086"/>
              <a:gd name="connsiteX79" fmla="*/ 47273 w 765852"/>
              <a:gd name="connsiteY79" fmla="*/ 2119 h 260086"/>
              <a:gd name="connsiteX80" fmla="*/ 95968 w 765852"/>
              <a:gd name="connsiteY80" fmla="*/ 23793 h 260086"/>
              <a:gd name="connsiteX81" fmla="*/ 93648 w 765852"/>
              <a:gd name="connsiteY81" fmla="*/ 26792 h 260086"/>
              <a:gd name="connsiteX82" fmla="*/ 187296 w 765852"/>
              <a:gd name="connsiteY82" fmla="*/ 26792 h 260086"/>
              <a:gd name="connsiteX83" fmla="*/ 187296 w 765852"/>
              <a:gd name="connsiteY83" fmla="*/ 2119 h 260086"/>
              <a:gd name="connsiteX84" fmla="*/ 140023 w 765852"/>
              <a:gd name="connsiteY84" fmla="*/ 2119 h 260086"/>
              <a:gd name="connsiteX85" fmla="*/ 95958 w 765852"/>
              <a:gd name="connsiteY85" fmla="*/ 23793 h 260086"/>
              <a:gd name="connsiteX86" fmla="*/ 514844 w 765852"/>
              <a:gd name="connsiteY86" fmla="*/ 164677 h 260086"/>
              <a:gd name="connsiteX87" fmla="*/ 540232 w 765852"/>
              <a:gd name="connsiteY87" fmla="*/ 164677 h 260086"/>
              <a:gd name="connsiteX88" fmla="*/ 540232 w 765852"/>
              <a:gd name="connsiteY88" fmla="*/ 2119 h 260086"/>
              <a:gd name="connsiteX89" fmla="*/ 514844 w 765852"/>
              <a:gd name="connsiteY89" fmla="*/ 2119 h 260086"/>
              <a:gd name="connsiteX90" fmla="*/ 514844 w 765852"/>
              <a:gd name="connsiteY90" fmla="*/ 164677 h 260086"/>
              <a:gd name="connsiteX91" fmla="*/ 495205 w 765852"/>
              <a:gd name="connsiteY91" fmla="*/ 259554 h 260086"/>
              <a:gd name="connsiteX92" fmla="*/ 502915 w 765852"/>
              <a:gd name="connsiteY92" fmla="*/ 259554 h 260086"/>
              <a:gd name="connsiteX93" fmla="*/ 502915 w 765852"/>
              <a:gd name="connsiteY93" fmla="*/ 197523 h 260086"/>
              <a:gd name="connsiteX94" fmla="*/ 495205 w 765852"/>
              <a:gd name="connsiteY94" fmla="*/ 197523 h 260086"/>
              <a:gd name="connsiteX95" fmla="*/ 495205 w 765852"/>
              <a:gd name="connsiteY95" fmla="*/ 259554 h 260086"/>
              <a:gd name="connsiteX96" fmla="*/ 544816 w 765852"/>
              <a:gd name="connsiteY96" fmla="*/ 204613 h 260086"/>
              <a:gd name="connsiteX97" fmla="*/ 564923 w 765852"/>
              <a:gd name="connsiteY97" fmla="*/ 204613 h 260086"/>
              <a:gd name="connsiteX98" fmla="*/ 564923 w 765852"/>
              <a:gd name="connsiteY98" fmla="*/ 259554 h 260086"/>
              <a:gd name="connsiteX99" fmla="*/ 572633 w 765852"/>
              <a:gd name="connsiteY99" fmla="*/ 259554 h 260086"/>
              <a:gd name="connsiteX100" fmla="*/ 572633 w 765852"/>
              <a:gd name="connsiteY100" fmla="*/ 204613 h 260086"/>
              <a:gd name="connsiteX101" fmla="*/ 592740 w 765852"/>
              <a:gd name="connsiteY101" fmla="*/ 204613 h 260086"/>
              <a:gd name="connsiteX102" fmla="*/ 592740 w 765852"/>
              <a:gd name="connsiteY102" fmla="*/ 197523 h 260086"/>
              <a:gd name="connsiteX103" fmla="*/ 544816 w 765852"/>
              <a:gd name="connsiteY103" fmla="*/ 197523 h 260086"/>
              <a:gd name="connsiteX104" fmla="*/ 544816 w 765852"/>
              <a:gd name="connsiteY104" fmla="*/ 204613 h 260086"/>
              <a:gd name="connsiteX105" fmla="*/ 287389 w 765852"/>
              <a:gd name="connsiteY105" fmla="*/ 2119 h 260086"/>
              <a:gd name="connsiteX106" fmla="*/ 345234 w 765852"/>
              <a:gd name="connsiteY106" fmla="*/ 140105 h 260086"/>
              <a:gd name="connsiteX107" fmla="*/ 381413 w 765852"/>
              <a:gd name="connsiteY107" fmla="*/ 166796 h 260086"/>
              <a:gd name="connsiteX108" fmla="*/ 382899 w 765852"/>
              <a:gd name="connsiteY108" fmla="*/ 166796 h 260086"/>
              <a:gd name="connsiteX109" fmla="*/ 316692 w 765852"/>
              <a:gd name="connsiteY109" fmla="*/ 2119 h 260086"/>
              <a:gd name="connsiteX110" fmla="*/ 287389 w 765852"/>
              <a:gd name="connsiteY110" fmla="*/ 2119 h 260086"/>
              <a:gd name="connsiteX111" fmla="*/ 443549 w 765852"/>
              <a:gd name="connsiteY111" fmla="*/ 199871 h 260086"/>
              <a:gd name="connsiteX112" fmla="*/ 432739 w 765852"/>
              <a:gd name="connsiteY112" fmla="*/ 197523 h 260086"/>
              <a:gd name="connsiteX113" fmla="*/ 408910 w 765852"/>
              <a:gd name="connsiteY113" fmla="*/ 197523 h 260086"/>
              <a:gd name="connsiteX114" fmla="*/ 408910 w 765852"/>
              <a:gd name="connsiteY114" fmla="*/ 259554 h 260086"/>
              <a:gd name="connsiteX115" fmla="*/ 416621 w 765852"/>
              <a:gd name="connsiteY115" fmla="*/ 259554 h 260086"/>
              <a:gd name="connsiteX116" fmla="*/ 416621 w 765852"/>
              <a:gd name="connsiteY116" fmla="*/ 235716 h 260086"/>
              <a:gd name="connsiteX117" fmla="*/ 432748 w 765852"/>
              <a:gd name="connsiteY117" fmla="*/ 235716 h 260086"/>
              <a:gd name="connsiteX118" fmla="*/ 443512 w 765852"/>
              <a:gd name="connsiteY118" fmla="*/ 233368 h 260086"/>
              <a:gd name="connsiteX119" fmla="*/ 450728 w 765852"/>
              <a:gd name="connsiteY119" fmla="*/ 226681 h 260086"/>
              <a:gd name="connsiteX120" fmla="*/ 453295 w 765852"/>
              <a:gd name="connsiteY120" fmla="*/ 216583 h 260086"/>
              <a:gd name="connsiteX121" fmla="*/ 450774 w 765852"/>
              <a:gd name="connsiteY121" fmla="*/ 206521 h 260086"/>
              <a:gd name="connsiteX122" fmla="*/ 443558 w 765852"/>
              <a:gd name="connsiteY122" fmla="*/ 199871 h 260086"/>
              <a:gd name="connsiteX123" fmla="*/ 441779 w 765852"/>
              <a:gd name="connsiteY123" fmla="*/ 225351 h 260086"/>
              <a:gd name="connsiteX124" fmla="*/ 432033 w 765852"/>
              <a:gd name="connsiteY124" fmla="*/ 228635 h 260086"/>
              <a:gd name="connsiteX125" fmla="*/ 416621 w 765852"/>
              <a:gd name="connsiteY125" fmla="*/ 228635 h 260086"/>
              <a:gd name="connsiteX126" fmla="*/ 416621 w 765852"/>
              <a:gd name="connsiteY126" fmla="*/ 204622 h 260086"/>
              <a:gd name="connsiteX127" fmla="*/ 432125 w 765852"/>
              <a:gd name="connsiteY127" fmla="*/ 204622 h 260086"/>
              <a:gd name="connsiteX128" fmla="*/ 441825 w 765852"/>
              <a:gd name="connsiteY128" fmla="*/ 207860 h 260086"/>
              <a:gd name="connsiteX129" fmla="*/ 445410 w 765852"/>
              <a:gd name="connsiteY129" fmla="*/ 216592 h 260086"/>
              <a:gd name="connsiteX130" fmla="*/ 441779 w 765852"/>
              <a:gd name="connsiteY130" fmla="*/ 225361 h 260086"/>
              <a:gd name="connsiteX131" fmla="*/ 382889 w 765852"/>
              <a:gd name="connsiteY131" fmla="*/ 166805 h 260086"/>
              <a:gd name="connsiteX132" fmla="*/ 384375 w 765852"/>
              <a:gd name="connsiteY132" fmla="*/ 166805 h 260086"/>
              <a:gd name="connsiteX133" fmla="*/ 420554 w 765852"/>
              <a:gd name="connsiteY133" fmla="*/ 140114 h 260086"/>
              <a:gd name="connsiteX134" fmla="*/ 478399 w 765852"/>
              <a:gd name="connsiteY134" fmla="*/ 2128 h 260086"/>
              <a:gd name="connsiteX135" fmla="*/ 449096 w 765852"/>
              <a:gd name="connsiteY135" fmla="*/ 2128 h 260086"/>
              <a:gd name="connsiteX136" fmla="*/ 382889 w 765852"/>
              <a:gd name="connsiteY136" fmla="*/ 166814 h 260086"/>
              <a:gd name="connsiteX137" fmla="*/ 644368 w 765852"/>
              <a:gd name="connsiteY137" fmla="*/ 197523 h 260086"/>
              <a:gd name="connsiteX138" fmla="*/ 620714 w 765852"/>
              <a:gd name="connsiteY138" fmla="*/ 259554 h 260086"/>
              <a:gd name="connsiteX139" fmla="*/ 628690 w 765852"/>
              <a:gd name="connsiteY139" fmla="*/ 259554 h 260086"/>
              <a:gd name="connsiteX140" fmla="*/ 635246 w 765852"/>
              <a:gd name="connsiteY140" fmla="*/ 242806 h 260086"/>
              <a:gd name="connsiteX141" fmla="*/ 662266 w 765852"/>
              <a:gd name="connsiteY141" fmla="*/ 242806 h 260086"/>
              <a:gd name="connsiteX142" fmla="*/ 668821 w 765852"/>
              <a:gd name="connsiteY142" fmla="*/ 259554 h 260086"/>
              <a:gd name="connsiteX143" fmla="*/ 677055 w 765852"/>
              <a:gd name="connsiteY143" fmla="*/ 259554 h 260086"/>
              <a:gd name="connsiteX144" fmla="*/ 653491 w 765852"/>
              <a:gd name="connsiteY144" fmla="*/ 197523 h 260086"/>
              <a:gd name="connsiteX145" fmla="*/ 644368 w 765852"/>
              <a:gd name="connsiteY145" fmla="*/ 197523 h 260086"/>
              <a:gd name="connsiteX146" fmla="*/ 637547 w 765852"/>
              <a:gd name="connsiteY146" fmla="*/ 235808 h 260086"/>
              <a:gd name="connsiteX147" fmla="*/ 648705 w 765852"/>
              <a:gd name="connsiteY147" fmla="*/ 205943 h 260086"/>
              <a:gd name="connsiteX148" fmla="*/ 659955 w 765852"/>
              <a:gd name="connsiteY148" fmla="*/ 235808 h 260086"/>
              <a:gd name="connsiteX149" fmla="*/ 637538 w 765852"/>
              <a:gd name="connsiteY149" fmla="*/ 235808 h 260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</a:cxnLst>
            <a:rect l="l" t="t" r="r" b="b"/>
            <a:pathLst>
              <a:path w="765852" h="260086">
                <a:moveTo>
                  <a:pt x="739575" y="143884"/>
                </a:moveTo>
                <a:cubicBezTo>
                  <a:pt x="756519" y="128906"/>
                  <a:pt x="765852" y="107425"/>
                  <a:pt x="765852" y="83403"/>
                </a:cubicBezTo>
                <a:cubicBezTo>
                  <a:pt x="765852" y="59381"/>
                  <a:pt x="756519" y="37899"/>
                  <a:pt x="739575" y="22921"/>
                </a:cubicBezTo>
                <a:cubicBezTo>
                  <a:pt x="722613" y="7925"/>
                  <a:pt x="699307" y="0"/>
                  <a:pt x="672177" y="0"/>
                </a:cubicBezTo>
                <a:cubicBezTo>
                  <a:pt x="645047" y="0"/>
                  <a:pt x="621740" y="7925"/>
                  <a:pt x="604779" y="22921"/>
                </a:cubicBezTo>
                <a:cubicBezTo>
                  <a:pt x="587835" y="37899"/>
                  <a:pt x="578501" y="59381"/>
                  <a:pt x="578501" y="83403"/>
                </a:cubicBezTo>
                <a:cubicBezTo>
                  <a:pt x="578501" y="107425"/>
                  <a:pt x="587835" y="128906"/>
                  <a:pt x="604779" y="143884"/>
                </a:cubicBezTo>
                <a:cubicBezTo>
                  <a:pt x="621740" y="158881"/>
                  <a:pt x="645047" y="166805"/>
                  <a:pt x="672177" y="166805"/>
                </a:cubicBezTo>
                <a:cubicBezTo>
                  <a:pt x="699307" y="166805"/>
                  <a:pt x="722613" y="158881"/>
                  <a:pt x="739575" y="143884"/>
                </a:cubicBezTo>
                <a:close/>
                <a:moveTo>
                  <a:pt x="604595" y="83403"/>
                </a:moveTo>
                <a:cubicBezTo>
                  <a:pt x="604595" y="66489"/>
                  <a:pt x="610821" y="52135"/>
                  <a:pt x="622611" y="41871"/>
                </a:cubicBezTo>
                <a:cubicBezTo>
                  <a:pt x="634751" y="31305"/>
                  <a:pt x="651887" y="25719"/>
                  <a:pt x="672177" y="25719"/>
                </a:cubicBezTo>
                <a:cubicBezTo>
                  <a:pt x="692467" y="25719"/>
                  <a:pt x="709603" y="31305"/>
                  <a:pt x="721742" y="41871"/>
                </a:cubicBezTo>
                <a:cubicBezTo>
                  <a:pt x="733524" y="52126"/>
                  <a:pt x="739759" y="66489"/>
                  <a:pt x="739759" y="83403"/>
                </a:cubicBezTo>
                <a:cubicBezTo>
                  <a:pt x="739759" y="100316"/>
                  <a:pt x="733533" y="114671"/>
                  <a:pt x="721742" y="124934"/>
                </a:cubicBezTo>
                <a:cubicBezTo>
                  <a:pt x="709603" y="135501"/>
                  <a:pt x="692467" y="141077"/>
                  <a:pt x="672177" y="141077"/>
                </a:cubicBezTo>
                <a:cubicBezTo>
                  <a:pt x="651887" y="141077"/>
                  <a:pt x="634741" y="135491"/>
                  <a:pt x="622611" y="124934"/>
                </a:cubicBezTo>
                <a:cubicBezTo>
                  <a:pt x="610830" y="114671"/>
                  <a:pt x="604595" y="100316"/>
                  <a:pt x="604595" y="83403"/>
                </a:cubicBezTo>
                <a:close/>
                <a:moveTo>
                  <a:pt x="238310" y="207181"/>
                </a:moveTo>
                <a:cubicBezTo>
                  <a:pt x="241556" y="205118"/>
                  <a:pt x="245306" y="204081"/>
                  <a:pt x="249560" y="204081"/>
                </a:cubicBezTo>
                <a:cubicBezTo>
                  <a:pt x="254282" y="204081"/>
                  <a:pt x="258288" y="205292"/>
                  <a:pt x="261562" y="207713"/>
                </a:cubicBezTo>
                <a:cubicBezTo>
                  <a:pt x="264835" y="210135"/>
                  <a:pt x="267035" y="213501"/>
                  <a:pt x="268163" y="217812"/>
                </a:cubicBezTo>
                <a:lnTo>
                  <a:pt x="275874" y="217812"/>
                </a:lnTo>
                <a:cubicBezTo>
                  <a:pt x="274691" y="211373"/>
                  <a:pt x="271784" y="206292"/>
                  <a:pt x="267145" y="202568"/>
                </a:cubicBezTo>
                <a:cubicBezTo>
                  <a:pt x="262506" y="198844"/>
                  <a:pt x="256766" y="196982"/>
                  <a:pt x="249917" y="196982"/>
                </a:cubicBezTo>
                <a:cubicBezTo>
                  <a:pt x="244013" y="196982"/>
                  <a:pt x="238814" y="198293"/>
                  <a:pt x="234322" y="200926"/>
                </a:cubicBezTo>
                <a:cubicBezTo>
                  <a:pt x="229838" y="203558"/>
                  <a:pt x="226382" y="207264"/>
                  <a:pt x="223961" y="212052"/>
                </a:cubicBezTo>
                <a:cubicBezTo>
                  <a:pt x="221541" y="216840"/>
                  <a:pt x="220330" y="222334"/>
                  <a:pt x="220330" y="228534"/>
                </a:cubicBezTo>
                <a:cubicBezTo>
                  <a:pt x="220330" y="234734"/>
                  <a:pt x="221541" y="240302"/>
                  <a:pt x="223961" y="245062"/>
                </a:cubicBezTo>
                <a:cubicBezTo>
                  <a:pt x="226382" y="249823"/>
                  <a:pt x="229838" y="253510"/>
                  <a:pt x="234322" y="256142"/>
                </a:cubicBezTo>
                <a:cubicBezTo>
                  <a:pt x="238805" y="258775"/>
                  <a:pt x="244004" y="260086"/>
                  <a:pt x="249917" y="260086"/>
                </a:cubicBezTo>
                <a:cubicBezTo>
                  <a:pt x="256831" y="260086"/>
                  <a:pt x="262570" y="258224"/>
                  <a:pt x="267145" y="254501"/>
                </a:cubicBezTo>
                <a:cubicBezTo>
                  <a:pt x="271720" y="250777"/>
                  <a:pt x="274599" y="245695"/>
                  <a:pt x="275782" y="239256"/>
                </a:cubicBezTo>
                <a:lnTo>
                  <a:pt x="268071" y="239256"/>
                </a:lnTo>
                <a:cubicBezTo>
                  <a:pt x="266888" y="243631"/>
                  <a:pt x="264706" y="247007"/>
                  <a:pt x="261516" y="249401"/>
                </a:cubicBezTo>
                <a:cubicBezTo>
                  <a:pt x="258325" y="251795"/>
                  <a:pt x="254337" y="252987"/>
                  <a:pt x="249560" y="252987"/>
                </a:cubicBezTo>
                <a:cubicBezTo>
                  <a:pt x="245306" y="252987"/>
                  <a:pt x="241556" y="251951"/>
                  <a:pt x="238310" y="249887"/>
                </a:cubicBezTo>
                <a:cubicBezTo>
                  <a:pt x="235064" y="247823"/>
                  <a:pt x="232561" y="244925"/>
                  <a:pt x="230828" y="241201"/>
                </a:cubicBezTo>
                <a:cubicBezTo>
                  <a:pt x="229086" y="237477"/>
                  <a:pt x="228215" y="233258"/>
                  <a:pt x="228215" y="228525"/>
                </a:cubicBezTo>
                <a:cubicBezTo>
                  <a:pt x="228215" y="223792"/>
                  <a:pt x="229086" y="219499"/>
                  <a:pt x="230828" y="215812"/>
                </a:cubicBezTo>
                <a:cubicBezTo>
                  <a:pt x="232570" y="212125"/>
                  <a:pt x="235064" y="209245"/>
                  <a:pt x="238310" y="207172"/>
                </a:cubicBezTo>
                <a:close/>
                <a:moveTo>
                  <a:pt x="335580" y="197523"/>
                </a:moveTo>
                <a:lnTo>
                  <a:pt x="311925" y="259554"/>
                </a:lnTo>
                <a:lnTo>
                  <a:pt x="319892" y="259554"/>
                </a:lnTo>
                <a:lnTo>
                  <a:pt x="326448" y="242806"/>
                </a:lnTo>
                <a:lnTo>
                  <a:pt x="353467" y="242806"/>
                </a:lnTo>
                <a:lnTo>
                  <a:pt x="360023" y="259554"/>
                </a:lnTo>
                <a:lnTo>
                  <a:pt x="368256" y="259554"/>
                </a:lnTo>
                <a:lnTo>
                  <a:pt x="344693" y="197523"/>
                </a:lnTo>
                <a:lnTo>
                  <a:pt x="335570" y="197523"/>
                </a:lnTo>
                <a:close/>
                <a:moveTo>
                  <a:pt x="328758" y="235808"/>
                </a:moveTo>
                <a:lnTo>
                  <a:pt x="339916" y="205943"/>
                </a:lnTo>
                <a:lnTo>
                  <a:pt x="351166" y="235808"/>
                </a:lnTo>
                <a:lnTo>
                  <a:pt x="328749" y="235808"/>
                </a:lnTo>
                <a:close/>
                <a:moveTo>
                  <a:pt x="725437" y="197523"/>
                </a:moveTo>
                <a:lnTo>
                  <a:pt x="717736" y="197523"/>
                </a:lnTo>
                <a:lnTo>
                  <a:pt x="717736" y="259554"/>
                </a:lnTo>
                <a:lnTo>
                  <a:pt x="753704" y="259554"/>
                </a:lnTo>
                <a:lnTo>
                  <a:pt x="753704" y="252464"/>
                </a:lnTo>
                <a:lnTo>
                  <a:pt x="725446" y="252464"/>
                </a:lnTo>
                <a:lnTo>
                  <a:pt x="725446" y="197523"/>
                </a:lnTo>
                <a:close/>
                <a:moveTo>
                  <a:pt x="250953" y="2119"/>
                </a:moveTo>
                <a:lnTo>
                  <a:pt x="225566" y="2119"/>
                </a:lnTo>
                <a:lnTo>
                  <a:pt x="225566" y="164677"/>
                </a:lnTo>
                <a:lnTo>
                  <a:pt x="250953" y="164677"/>
                </a:lnTo>
                <a:lnTo>
                  <a:pt x="250953" y="2119"/>
                </a:lnTo>
                <a:close/>
                <a:moveTo>
                  <a:pt x="80592" y="62692"/>
                </a:moveTo>
                <a:lnTo>
                  <a:pt x="80592" y="164687"/>
                </a:lnTo>
                <a:cubicBezTo>
                  <a:pt x="80592" y="164687"/>
                  <a:pt x="106732" y="164687"/>
                  <a:pt x="106732" y="164687"/>
                </a:cubicBezTo>
                <a:lnTo>
                  <a:pt x="106713" y="62692"/>
                </a:lnTo>
                <a:cubicBezTo>
                  <a:pt x="106713" y="50282"/>
                  <a:pt x="102707" y="38523"/>
                  <a:pt x="95124" y="28700"/>
                </a:cubicBezTo>
                <a:lnTo>
                  <a:pt x="93648" y="26792"/>
                </a:lnTo>
                <a:lnTo>
                  <a:pt x="92172" y="28700"/>
                </a:lnTo>
                <a:cubicBezTo>
                  <a:pt x="84589" y="38523"/>
                  <a:pt x="80583" y="50273"/>
                  <a:pt x="80583" y="62692"/>
                </a:cubicBezTo>
                <a:close/>
                <a:moveTo>
                  <a:pt x="47273" y="2119"/>
                </a:moveTo>
                <a:lnTo>
                  <a:pt x="0" y="2119"/>
                </a:lnTo>
                <a:lnTo>
                  <a:pt x="0" y="26792"/>
                </a:lnTo>
                <a:lnTo>
                  <a:pt x="93648" y="26792"/>
                </a:lnTo>
                <a:lnTo>
                  <a:pt x="91328" y="23793"/>
                </a:lnTo>
                <a:cubicBezTo>
                  <a:pt x="80693" y="10025"/>
                  <a:pt x="64629" y="2119"/>
                  <a:pt x="47273" y="2119"/>
                </a:cubicBezTo>
                <a:close/>
                <a:moveTo>
                  <a:pt x="95968" y="23793"/>
                </a:moveTo>
                <a:lnTo>
                  <a:pt x="93648" y="26792"/>
                </a:lnTo>
                <a:lnTo>
                  <a:pt x="187296" y="26792"/>
                </a:lnTo>
                <a:lnTo>
                  <a:pt x="187296" y="2119"/>
                </a:lnTo>
                <a:lnTo>
                  <a:pt x="140023" y="2119"/>
                </a:lnTo>
                <a:cubicBezTo>
                  <a:pt x="122657" y="2119"/>
                  <a:pt x="106603" y="10016"/>
                  <a:pt x="95958" y="23793"/>
                </a:cubicBezTo>
                <a:close/>
                <a:moveTo>
                  <a:pt x="514844" y="164677"/>
                </a:moveTo>
                <a:lnTo>
                  <a:pt x="540232" y="164677"/>
                </a:lnTo>
                <a:lnTo>
                  <a:pt x="540232" y="2119"/>
                </a:lnTo>
                <a:lnTo>
                  <a:pt x="514844" y="2119"/>
                </a:lnTo>
                <a:lnTo>
                  <a:pt x="514844" y="164677"/>
                </a:lnTo>
                <a:close/>
                <a:moveTo>
                  <a:pt x="495205" y="259554"/>
                </a:moveTo>
                <a:lnTo>
                  <a:pt x="502915" y="259554"/>
                </a:lnTo>
                <a:lnTo>
                  <a:pt x="502915" y="197523"/>
                </a:lnTo>
                <a:lnTo>
                  <a:pt x="495205" y="197523"/>
                </a:lnTo>
                <a:lnTo>
                  <a:pt x="495205" y="259554"/>
                </a:lnTo>
                <a:close/>
                <a:moveTo>
                  <a:pt x="544816" y="204613"/>
                </a:moveTo>
                <a:lnTo>
                  <a:pt x="564923" y="204613"/>
                </a:lnTo>
                <a:lnTo>
                  <a:pt x="564923" y="259554"/>
                </a:lnTo>
                <a:lnTo>
                  <a:pt x="572633" y="259554"/>
                </a:lnTo>
                <a:lnTo>
                  <a:pt x="572633" y="204613"/>
                </a:lnTo>
                <a:lnTo>
                  <a:pt x="592740" y="204613"/>
                </a:lnTo>
                <a:lnTo>
                  <a:pt x="592740" y="197523"/>
                </a:lnTo>
                <a:lnTo>
                  <a:pt x="544816" y="197523"/>
                </a:lnTo>
                <a:lnTo>
                  <a:pt x="544816" y="204613"/>
                </a:lnTo>
                <a:close/>
                <a:moveTo>
                  <a:pt x="287389" y="2119"/>
                </a:moveTo>
                <a:cubicBezTo>
                  <a:pt x="287389" y="2119"/>
                  <a:pt x="335680" y="117220"/>
                  <a:pt x="345234" y="140105"/>
                </a:cubicBezTo>
                <a:cubicBezTo>
                  <a:pt x="356374" y="166796"/>
                  <a:pt x="374464" y="166796"/>
                  <a:pt x="381413" y="166796"/>
                </a:cubicBezTo>
                <a:lnTo>
                  <a:pt x="382899" y="166796"/>
                </a:lnTo>
                <a:lnTo>
                  <a:pt x="316692" y="2119"/>
                </a:lnTo>
                <a:lnTo>
                  <a:pt x="287389" y="2119"/>
                </a:lnTo>
                <a:close/>
                <a:moveTo>
                  <a:pt x="443549" y="199871"/>
                </a:moveTo>
                <a:cubicBezTo>
                  <a:pt x="440413" y="198303"/>
                  <a:pt x="436819" y="197523"/>
                  <a:pt x="432739" y="197523"/>
                </a:cubicBezTo>
                <a:lnTo>
                  <a:pt x="408910" y="197523"/>
                </a:lnTo>
                <a:lnTo>
                  <a:pt x="408910" y="259554"/>
                </a:lnTo>
                <a:lnTo>
                  <a:pt x="416621" y="259554"/>
                </a:lnTo>
                <a:lnTo>
                  <a:pt x="416621" y="235716"/>
                </a:lnTo>
                <a:lnTo>
                  <a:pt x="432748" y="235716"/>
                </a:lnTo>
                <a:cubicBezTo>
                  <a:pt x="436819" y="235716"/>
                  <a:pt x="440413" y="234936"/>
                  <a:pt x="443512" y="233368"/>
                </a:cubicBezTo>
                <a:cubicBezTo>
                  <a:pt x="446611" y="231799"/>
                  <a:pt x="449013" y="229571"/>
                  <a:pt x="450728" y="226681"/>
                </a:cubicBezTo>
                <a:cubicBezTo>
                  <a:pt x="452442" y="223783"/>
                  <a:pt x="453295" y="220417"/>
                  <a:pt x="453295" y="216583"/>
                </a:cubicBezTo>
                <a:cubicBezTo>
                  <a:pt x="453295" y="212749"/>
                  <a:pt x="452452" y="209392"/>
                  <a:pt x="450774" y="206521"/>
                </a:cubicBezTo>
                <a:cubicBezTo>
                  <a:pt x="449087" y="203659"/>
                  <a:pt x="446685" y="201439"/>
                  <a:pt x="443558" y="199871"/>
                </a:cubicBezTo>
                <a:close/>
                <a:moveTo>
                  <a:pt x="441779" y="225351"/>
                </a:moveTo>
                <a:cubicBezTo>
                  <a:pt x="439359" y="227534"/>
                  <a:pt x="436113" y="228635"/>
                  <a:pt x="432033" y="228635"/>
                </a:cubicBezTo>
                <a:lnTo>
                  <a:pt x="416621" y="228635"/>
                </a:lnTo>
                <a:lnTo>
                  <a:pt x="416621" y="204622"/>
                </a:lnTo>
                <a:lnTo>
                  <a:pt x="432125" y="204622"/>
                </a:lnTo>
                <a:cubicBezTo>
                  <a:pt x="436196" y="204622"/>
                  <a:pt x="439432" y="205705"/>
                  <a:pt x="441825" y="207860"/>
                </a:cubicBezTo>
                <a:cubicBezTo>
                  <a:pt x="444218" y="210015"/>
                  <a:pt x="445410" y="212923"/>
                  <a:pt x="445410" y="216592"/>
                </a:cubicBezTo>
                <a:cubicBezTo>
                  <a:pt x="445410" y="220261"/>
                  <a:pt x="444200" y="223178"/>
                  <a:pt x="441779" y="225361"/>
                </a:cubicBezTo>
                <a:close/>
                <a:moveTo>
                  <a:pt x="382889" y="166805"/>
                </a:moveTo>
                <a:lnTo>
                  <a:pt x="384375" y="166805"/>
                </a:lnTo>
                <a:cubicBezTo>
                  <a:pt x="391334" y="166805"/>
                  <a:pt x="409423" y="166805"/>
                  <a:pt x="420554" y="140114"/>
                </a:cubicBezTo>
                <a:cubicBezTo>
                  <a:pt x="430099" y="117230"/>
                  <a:pt x="478399" y="2128"/>
                  <a:pt x="478399" y="2128"/>
                </a:cubicBezTo>
                <a:lnTo>
                  <a:pt x="449096" y="2128"/>
                </a:lnTo>
                <a:lnTo>
                  <a:pt x="382889" y="166814"/>
                </a:lnTo>
                <a:close/>
                <a:moveTo>
                  <a:pt x="644368" y="197523"/>
                </a:moveTo>
                <a:lnTo>
                  <a:pt x="620714" y="259554"/>
                </a:lnTo>
                <a:lnTo>
                  <a:pt x="628690" y="259554"/>
                </a:lnTo>
                <a:lnTo>
                  <a:pt x="635246" y="242806"/>
                </a:lnTo>
                <a:lnTo>
                  <a:pt x="662266" y="242806"/>
                </a:lnTo>
                <a:lnTo>
                  <a:pt x="668821" y="259554"/>
                </a:lnTo>
                <a:lnTo>
                  <a:pt x="677055" y="259554"/>
                </a:lnTo>
                <a:lnTo>
                  <a:pt x="653491" y="197523"/>
                </a:lnTo>
                <a:lnTo>
                  <a:pt x="644368" y="197523"/>
                </a:lnTo>
                <a:close/>
                <a:moveTo>
                  <a:pt x="637547" y="235808"/>
                </a:moveTo>
                <a:lnTo>
                  <a:pt x="648705" y="205943"/>
                </a:lnTo>
                <a:lnTo>
                  <a:pt x="659955" y="235808"/>
                </a:lnTo>
                <a:lnTo>
                  <a:pt x="637538" y="235808"/>
                </a:lnTo>
                <a:close/>
              </a:path>
            </a:pathLst>
          </a:custGeom>
          <a:solidFill>
            <a:schemeClr val="bg1"/>
          </a:solidFill>
          <a:ln w="1061" cap="flat">
            <a:noFill/>
            <a:prstDash val="solid"/>
            <a:miter/>
          </a:ln>
        </p:spPr>
        <p:txBody>
          <a:bodyPr rtlCol="0" anchor="ctr"/>
          <a:lstStyle/>
          <a:p>
            <a:endParaRPr lang="pt-BR" sz="849">
              <a:solidFill>
                <a:schemeClr val="bg1"/>
              </a:solidFill>
            </a:endParaRPr>
          </a:p>
        </p:txBody>
      </p:sp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7858F1CA-0E09-F094-AD45-52092585CA1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225800" y="1518527"/>
            <a:ext cx="3740400" cy="2313464"/>
          </a:xfrm>
          <a:prstGeom prst="rect">
            <a:avLst/>
          </a:prstGeom>
          <a:ln>
            <a:solidFill>
              <a:schemeClr val="bg1"/>
            </a:solidFill>
          </a:ln>
        </p:spPr>
        <p:txBody>
          <a:bodyPr lIns="36000" tIns="36000" rIns="36000" bIns="36000"/>
          <a:lstStyle>
            <a:lvl1pPr marL="0" indent="0">
              <a:buNone/>
              <a:defRPr sz="120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4E170CD4-5C01-DD85-2A0A-98954D99CAC5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34962" y="3987408"/>
            <a:ext cx="3741737" cy="2313464"/>
          </a:xfrm>
          <a:prstGeom prst="rect">
            <a:avLst/>
          </a:prstGeom>
          <a:ln>
            <a:solidFill>
              <a:schemeClr val="bg1"/>
            </a:solidFill>
          </a:ln>
        </p:spPr>
        <p:txBody>
          <a:bodyPr lIns="36000" tIns="36000" rIns="36000" bIns="36000"/>
          <a:lstStyle>
            <a:lvl1pPr marL="0" indent="0">
              <a:buNone/>
              <a:defRPr sz="120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8">
            <a:extLst>
              <a:ext uri="{FF2B5EF4-FFF2-40B4-BE49-F238E27FC236}">
                <a16:creationId xmlns:a16="http://schemas.microsoft.com/office/drawing/2014/main" id="{10601806-BC35-9EEE-9C59-2DC0E49D5BA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4225799" y="3987408"/>
            <a:ext cx="3740400" cy="2313464"/>
          </a:xfrm>
          <a:prstGeom prst="rect">
            <a:avLst/>
          </a:prstGeom>
          <a:ln>
            <a:solidFill>
              <a:schemeClr val="bg1"/>
            </a:solidFill>
          </a:ln>
        </p:spPr>
        <p:txBody>
          <a:bodyPr lIns="36000" tIns="36000" rIns="36000" bIns="36000"/>
          <a:lstStyle>
            <a:lvl1pPr marL="0" indent="0">
              <a:buNone/>
              <a:defRPr sz="120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805EFAA-C04F-7113-90E8-A7D66AF3528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116638" y="1524793"/>
            <a:ext cx="3740400" cy="2313464"/>
          </a:xfrm>
          <a:prstGeom prst="rect">
            <a:avLst/>
          </a:prstGeom>
          <a:ln>
            <a:solidFill>
              <a:schemeClr val="bg1"/>
            </a:solidFill>
          </a:ln>
        </p:spPr>
        <p:txBody>
          <a:bodyPr lIns="36000" tIns="36000" rIns="36000" bIns="36000"/>
          <a:lstStyle>
            <a:lvl1pPr marL="0" indent="0">
              <a:buNone/>
              <a:defRPr sz="120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E9120CB5-4884-D14A-8682-CC106CAFBBE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116637" y="3993674"/>
            <a:ext cx="3740400" cy="2313464"/>
          </a:xfrm>
          <a:prstGeom prst="rect">
            <a:avLst/>
          </a:prstGeom>
          <a:ln>
            <a:solidFill>
              <a:schemeClr val="bg1"/>
            </a:solidFill>
          </a:ln>
        </p:spPr>
        <p:txBody>
          <a:bodyPr lIns="36000" tIns="36000" rIns="36000" bIns="36000"/>
          <a:lstStyle>
            <a:lvl1pPr marL="0" indent="0">
              <a:buNone/>
              <a:defRPr sz="120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8F86B63-CC31-1EAA-F721-707EF550B32A}"/>
              </a:ext>
            </a:extLst>
          </p:cNvPr>
          <p:cNvCxnSpPr/>
          <p:nvPr userDrawn="1"/>
        </p:nvCxnSpPr>
        <p:spPr>
          <a:xfrm>
            <a:off x="334964" y="185353"/>
            <a:ext cx="10415415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777167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469">
          <p15:clr>
            <a:srgbClr val="FBAE40"/>
          </p15:clr>
        </p15:guide>
        <p15:guide id="2" orient="horz" pos="3974">
          <p15:clr>
            <a:srgbClr val="FBAE40"/>
          </p15:clr>
        </p15:guide>
        <p15:guide id="3" orient="horz" pos="232">
          <p15:clr>
            <a:srgbClr val="FBAE40"/>
          </p15:clr>
        </p15:guide>
        <p15:guide id="4" pos="211">
          <p15:clr>
            <a:srgbClr val="FBAE40"/>
          </p15:clr>
        </p15:guide>
        <p15:guide id="5" orient="horz" pos="4065">
          <p15:clr>
            <a:srgbClr val="FBAE40"/>
          </p15:clr>
        </p15:guide>
        <p15:guide id="6" orient="horz" pos="799">
          <p15:clr>
            <a:srgbClr val="FBAE40"/>
          </p15:clr>
        </p15:guide>
        <p15:guide id="7" orient="horz" pos="935">
          <p15:clr>
            <a:srgbClr val="FBAE40"/>
          </p15:clr>
        </p15:guide>
      </p15:sldGuideLst>
    </p:ext>
  </p:extLst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ítulo | 5 Boxes - High Grade">
    <p:bg>
      <p:bgPr>
        <a:gradFill>
          <a:gsLst>
            <a:gs pos="81000">
              <a:schemeClr val="tx1">
                <a:lumMod val="85000"/>
                <a:lumOff val="15000"/>
              </a:schemeClr>
            </a:gs>
            <a:gs pos="100000">
              <a:schemeClr val="tx1">
                <a:lumMod val="95000"/>
                <a:lumOff val="5000"/>
              </a:schemeClr>
            </a:gs>
            <a:gs pos="0">
              <a:schemeClr val="accent1"/>
            </a:gs>
          </a:gsLst>
          <a:lin ang="7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132BCE3-A04F-8602-64F7-7623C7EAF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61763" y="6482556"/>
            <a:ext cx="295275" cy="1692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 sz="1100">
                <a:solidFill>
                  <a:schemeClr val="bg1"/>
                </a:solidFill>
                <a:latin typeface="Versos" panose="020B0503020204030204" pitchFamily="34" charset="0"/>
                <a:cs typeface="Versos" panose="020B0503020204030204" pitchFamily="34" charset="0"/>
              </a:defRPr>
            </a:lvl1pPr>
          </a:lstStyle>
          <a:p>
            <a:fld id="{77667D73-C69A-4DAA-9003-24A825D36FE9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B13D7C-5A47-B0DF-B518-26E79F5D2DB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64" y="368301"/>
            <a:ext cx="10183813" cy="4308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err="1"/>
              <a:t>Título</a:t>
            </a:r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401465E-A8CD-A3BA-BE2A-9597492FDC6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4963" y="6482557"/>
            <a:ext cx="10980000" cy="138499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900">
                <a:latin typeface="Versos Light" panose="020B0403020204030204" pitchFamily="34" charset="0"/>
              </a:defRPr>
            </a:lvl2pPr>
            <a:lvl3pPr>
              <a:defRPr sz="900">
                <a:latin typeface="Versos Light" panose="020B0403020204030204" pitchFamily="34" charset="0"/>
              </a:defRPr>
            </a:lvl3pPr>
            <a:lvl4pPr>
              <a:defRPr sz="900">
                <a:latin typeface="Versos Light" panose="020B0403020204030204" pitchFamily="34" charset="0"/>
              </a:defRPr>
            </a:lvl4pPr>
            <a:lvl5pPr>
              <a:defRPr sz="900">
                <a:latin typeface="Versos Light" panose="020B0403020204030204" pitchFamily="34" charset="0"/>
              </a:defRPr>
            </a:lvl5pPr>
          </a:lstStyle>
          <a:p>
            <a:pPr lvl="0"/>
            <a:r>
              <a:rPr lang="en-US"/>
              <a:t>Fonte:</a:t>
            </a:r>
            <a:endParaRPr lang="pt-BR"/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7F86D482-580C-D22A-58CC-10B9C4F7EDD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34963" y="1518527"/>
            <a:ext cx="3741737" cy="2313464"/>
          </a:xfrm>
          <a:prstGeom prst="rect">
            <a:avLst/>
          </a:prstGeom>
          <a:ln>
            <a:solidFill>
              <a:schemeClr val="bg1"/>
            </a:solidFill>
          </a:ln>
        </p:spPr>
        <p:txBody>
          <a:bodyPr lIns="36000" tIns="36000" rIns="36000" bIns="36000"/>
          <a:lstStyle>
            <a:lvl1pPr marL="0" indent="0">
              <a:buNone/>
              <a:defRPr sz="120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Picture 8">
            <a:extLst>
              <a:ext uri="{FF2B5EF4-FFF2-40B4-BE49-F238E27FC236}">
                <a16:creationId xmlns:a16="http://schemas.microsoft.com/office/drawing/2014/main" id="{57BCE67C-64C7-2D0C-0DC2-7A4B4CC314E0}"/>
              </a:ext>
            </a:extLst>
          </p:cNvPr>
          <p:cNvSpPr/>
          <p:nvPr userDrawn="1"/>
        </p:nvSpPr>
        <p:spPr>
          <a:xfrm>
            <a:off x="11091186" y="377179"/>
            <a:ext cx="765852" cy="260086"/>
          </a:xfrm>
          <a:custGeom>
            <a:avLst/>
            <a:gdLst>
              <a:gd name="connsiteX0" fmla="*/ 739575 w 765852"/>
              <a:gd name="connsiteY0" fmla="*/ 143884 h 260086"/>
              <a:gd name="connsiteX1" fmla="*/ 765852 w 765852"/>
              <a:gd name="connsiteY1" fmla="*/ 83403 h 260086"/>
              <a:gd name="connsiteX2" fmla="*/ 739575 w 765852"/>
              <a:gd name="connsiteY2" fmla="*/ 22921 h 260086"/>
              <a:gd name="connsiteX3" fmla="*/ 672177 w 765852"/>
              <a:gd name="connsiteY3" fmla="*/ 0 h 260086"/>
              <a:gd name="connsiteX4" fmla="*/ 604779 w 765852"/>
              <a:gd name="connsiteY4" fmla="*/ 22921 h 260086"/>
              <a:gd name="connsiteX5" fmla="*/ 578501 w 765852"/>
              <a:gd name="connsiteY5" fmla="*/ 83403 h 260086"/>
              <a:gd name="connsiteX6" fmla="*/ 604779 w 765852"/>
              <a:gd name="connsiteY6" fmla="*/ 143884 h 260086"/>
              <a:gd name="connsiteX7" fmla="*/ 672177 w 765852"/>
              <a:gd name="connsiteY7" fmla="*/ 166805 h 260086"/>
              <a:gd name="connsiteX8" fmla="*/ 739575 w 765852"/>
              <a:gd name="connsiteY8" fmla="*/ 143884 h 260086"/>
              <a:gd name="connsiteX9" fmla="*/ 604595 w 765852"/>
              <a:gd name="connsiteY9" fmla="*/ 83403 h 260086"/>
              <a:gd name="connsiteX10" fmla="*/ 622611 w 765852"/>
              <a:gd name="connsiteY10" fmla="*/ 41871 h 260086"/>
              <a:gd name="connsiteX11" fmla="*/ 672177 w 765852"/>
              <a:gd name="connsiteY11" fmla="*/ 25719 h 260086"/>
              <a:gd name="connsiteX12" fmla="*/ 721742 w 765852"/>
              <a:gd name="connsiteY12" fmla="*/ 41871 h 260086"/>
              <a:gd name="connsiteX13" fmla="*/ 739759 w 765852"/>
              <a:gd name="connsiteY13" fmla="*/ 83403 h 260086"/>
              <a:gd name="connsiteX14" fmla="*/ 721742 w 765852"/>
              <a:gd name="connsiteY14" fmla="*/ 124934 h 260086"/>
              <a:gd name="connsiteX15" fmla="*/ 672177 w 765852"/>
              <a:gd name="connsiteY15" fmla="*/ 141077 h 260086"/>
              <a:gd name="connsiteX16" fmla="*/ 622611 w 765852"/>
              <a:gd name="connsiteY16" fmla="*/ 124934 h 260086"/>
              <a:gd name="connsiteX17" fmla="*/ 604595 w 765852"/>
              <a:gd name="connsiteY17" fmla="*/ 83403 h 260086"/>
              <a:gd name="connsiteX18" fmla="*/ 238310 w 765852"/>
              <a:gd name="connsiteY18" fmla="*/ 207181 h 260086"/>
              <a:gd name="connsiteX19" fmla="*/ 249560 w 765852"/>
              <a:gd name="connsiteY19" fmla="*/ 204081 h 260086"/>
              <a:gd name="connsiteX20" fmla="*/ 261562 w 765852"/>
              <a:gd name="connsiteY20" fmla="*/ 207713 h 260086"/>
              <a:gd name="connsiteX21" fmla="*/ 268163 w 765852"/>
              <a:gd name="connsiteY21" fmla="*/ 217812 h 260086"/>
              <a:gd name="connsiteX22" fmla="*/ 275874 w 765852"/>
              <a:gd name="connsiteY22" fmla="*/ 217812 h 260086"/>
              <a:gd name="connsiteX23" fmla="*/ 267145 w 765852"/>
              <a:gd name="connsiteY23" fmla="*/ 202568 h 260086"/>
              <a:gd name="connsiteX24" fmla="*/ 249917 w 765852"/>
              <a:gd name="connsiteY24" fmla="*/ 196982 h 260086"/>
              <a:gd name="connsiteX25" fmla="*/ 234322 w 765852"/>
              <a:gd name="connsiteY25" fmla="*/ 200926 h 260086"/>
              <a:gd name="connsiteX26" fmla="*/ 223961 w 765852"/>
              <a:gd name="connsiteY26" fmla="*/ 212052 h 260086"/>
              <a:gd name="connsiteX27" fmla="*/ 220330 w 765852"/>
              <a:gd name="connsiteY27" fmla="*/ 228534 h 260086"/>
              <a:gd name="connsiteX28" fmla="*/ 223961 w 765852"/>
              <a:gd name="connsiteY28" fmla="*/ 245062 h 260086"/>
              <a:gd name="connsiteX29" fmla="*/ 234322 w 765852"/>
              <a:gd name="connsiteY29" fmla="*/ 256142 h 260086"/>
              <a:gd name="connsiteX30" fmla="*/ 249917 w 765852"/>
              <a:gd name="connsiteY30" fmla="*/ 260086 h 260086"/>
              <a:gd name="connsiteX31" fmla="*/ 267145 w 765852"/>
              <a:gd name="connsiteY31" fmla="*/ 254501 h 260086"/>
              <a:gd name="connsiteX32" fmla="*/ 275782 w 765852"/>
              <a:gd name="connsiteY32" fmla="*/ 239256 h 260086"/>
              <a:gd name="connsiteX33" fmla="*/ 268071 w 765852"/>
              <a:gd name="connsiteY33" fmla="*/ 239256 h 260086"/>
              <a:gd name="connsiteX34" fmla="*/ 261516 w 765852"/>
              <a:gd name="connsiteY34" fmla="*/ 249401 h 260086"/>
              <a:gd name="connsiteX35" fmla="*/ 249560 w 765852"/>
              <a:gd name="connsiteY35" fmla="*/ 252987 h 260086"/>
              <a:gd name="connsiteX36" fmla="*/ 238310 w 765852"/>
              <a:gd name="connsiteY36" fmla="*/ 249887 h 260086"/>
              <a:gd name="connsiteX37" fmla="*/ 230828 w 765852"/>
              <a:gd name="connsiteY37" fmla="*/ 241201 h 260086"/>
              <a:gd name="connsiteX38" fmla="*/ 228215 w 765852"/>
              <a:gd name="connsiteY38" fmla="*/ 228525 h 260086"/>
              <a:gd name="connsiteX39" fmla="*/ 230828 w 765852"/>
              <a:gd name="connsiteY39" fmla="*/ 215812 h 260086"/>
              <a:gd name="connsiteX40" fmla="*/ 238310 w 765852"/>
              <a:gd name="connsiteY40" fmla="*/ 207172 h 260086"/>
              <a:gd name="connsiteX41" fmla="*/ 335580 w 765852"/>
              <a:gd name="connsiteY41" fmla="*/ 197523 h 260086"/>
              <a:gd name="connsiteX42" fmla="*/ 311925 w 765852"/>
              <a:gd name="connsiteY42" fmla="*/ 259554 h 260086"/>
              <a:gd name="connsiteX43" fmla="*/ 319892 w 765852"/>
              <a:gd name="connsiteY43" fmla="*/ 259554 h 260086"/>
              <a:gd name="connsiteX44" fmla="*/ 326448 w 765852"/>
              <a:gd name="connsiteY44" fmla="*/ 242806 h 260086"/>
              <a:gd name="connsiteX45" fmla="*/ 353467 w 765852"/>
              <a:gd name="connsiteY45" fmla="*/ 242806 h 260086"/>
              <a:gd name="connsiteX46" fmla="*/ 360023 w 765852"/>
              <a:gd name="connsiteY46" fmla="*/ 259554 h 260086"/>
              <a:gd name="connsiteX47" fmla="*/ 368256 w 765852"/>
              <a:gd name="connsiteY47" fmla="*/ 259554 h 260086"/>
              <a:gd name="connsiteX48" fmla="*/ 344693 w 765852"/>
              <a:gd name="connsiteY48" fmla="*/ 197523 h 260086"/>
              <a:gd name="connsiteX49" fmla="*/ 335570 w 765852"/>
              <a:gd name="connsiteY49" fmla="*/ 197523 h 260086"/>
              <a:gd name="connsiteX50" fmla="*/ 328758 w 765852"/>
              <a:gd name="connsiteY50" fmla="*/ 235808 h 260086"/>
              <a:gd name="connsiteX51" fmla="*/ 339916 w 765852"/>
              <a:gd name="connsiteY51" fmla="*/ 205943 h 260086"/>
              <a:gd name="connsiteX52" fmla="*/ 351166 w 765852"/>
              <a:gd name="connsiteY52" fmla="*/ 235808 h 260086"/>
              <a:gd name="connsiteX53" fmla="*/ 328749 w 765852"/>
              <a:gd name="connsiteY53" fmla="*/ 235808 h 260086"/>
              <a:gd name="connsiteX54" fmla="*/ 725437 w 765852"/>
              <a:gd name="connsiteY54" fmla="*/ 197523 h 260086"/>
              <a:gd name="connsiteX55" fmla="*/ 717736 w 765852"/>
              <a:gd name="connsiteY55" fmla="*/ 197523 h 260086"/>
              <a:gd name="connsiteX56" fmla="*/ 717736 w 765852"/>
              <a:gd name="connsiteY56" fmla="*/ 259554 h 260086"/>
              <a:gd name="connsiteX57" fmla="*/ 753704 w 765852"/>
              <a:gd name="connsiteY57" fmla="*/ 259554 h 260086"/>
              <a:gd name="connsiteX58" fmla="*/ 753704 w 765852"/>
              <a:gd name="connsiteY58" fmla="*/ 252464 h 260086"/>
              <a:gd name="connsiteX59" fmla="*/ 725446 w 765852"/>
              <a:gd name="connsiteY59" fmla="*/ 252464 h 260086"/>
              <a:gd name="connsiteX60" fmla="*/ 725446 w 765852"/>
              <a:gd name="connsiteY60" fmla="*/ 197523 h 260086"/>
              <a:gd name="connsiteX61" fmla="*/ 250953 w 765852"/>
              <a:gd name="connsiteY61" fmla="*/ 2119 h 260086"/>
              <a:gd name="connsiteX62" fmla="*/ 225566 w 765852"/>
              <a:gd name="connsiteY62" fmla="*/ 2119 h 260086"/>
              <a:gd name="connsiteX63" fmla="*/ 225566 w 765852"/>
              <a:gd name="connsiteY63" fmla="*/ 164677 h 260086"/>
              <a:gd name="connsiteX64" fmla="*/ 250953 w 765852"/>
              <a:gd name="connsiteY64" fmla="*/ 164677 h 260086"/>
              <a:gd name="connsiteX65" fmla="*/ 250953 w 765852"/>
              <a:gd name="connsiteY65" fmla="*/ 2119 h 260086"/>
              <a:gd name="connsiteX66" fmla="*/ 80592 w 765852"/>
              <a:gd name="connsiteY66" fmla="*/ 62692 h 260086"/>
              <a:gd name="connsiteX67" fmla="*/ 80592 w 765852"/>
              <a:gd name="connsiteY67" fmla="*/ 164687 h 260086"/>
              <a:gd name="connsiteX68" fmla="*/ 106732 w 765852"/>
              <a:gd name="connsiteY68" fmla="*/ 164687 h 260086"/>
              <a:gd name="connsiteX69" fmla="*/ 106713 w 765852"/>
              <a:gd name="connsiteY69" fmla="*/ 62692 h 260086"/>
              <a:gd name="connsiteX70" fmla="*/ 95124 w 765852"/>
              <a:gd name="connsiteY70" fmla="*/ 28700 h 260086"/>
              <a:gd name="connsiteX71" fmla="*/ 93648 w 765852"/>
              <a:gd name="connsiteY71" fmla="*/ 26792 h 260086"/>
              <a:gd name="connsiteX72" fmla="*/ 92172 w 765852"/>
              <a:gd name="connsiteY72" fmla="*/ 28700 h 260086"/>
              <a:gd name="connsiteX73" fmla="*/ 80583 w 765852"/>
              <a:gd name="connsiteY73" fmla="*/ 62692 h 260086"/>
              <a:gd name="connsiteX74" fmla="*/ 47273 w 765852"/>
              <a:gd name="connsiteY74" fmla="*/ 2119 h 260086"/>
              <a:gd name="connsiteX75" fmla="*/ 0 w 765852"/>
              <a:gd name="connsiteY75" fmla="*/ 2119 h 260086"/>
              <a:gd name="connsiteX76" fmla="*/ 0 w 765852"/>
              <a:gd name="connsiteY76" fmla="*/ 26792 h 260086"/>
              <a:gd name="connsiteX77" fmla="*/ 93648 w 765852"/>
              <a:gd name="connsiteY77" fmla="*/ 26792 h 260086"/>
              <a:gd name="connsiteX78" fmla="*/ 91328 w 765852"/>
              <a:gd name="connsiteY78" fmla="*/ 23793 h 260086"/>
              <a:gd name="connsiteX79" fmla="*/ 47273 w 765852"/>
              <a:gd name="connsiteY79" fmla="*/ 2119 h 260086"/>
              <a:gd name="connsiteX80" fmla="*/ 95968 w 765852"/>
              <a:gd name="connsiteY80" fmla="*/ 23793 h 260086"/>
              <a:gd name="connsiteX81" fmla="*/ 93648 w 765852"/>
              <a:gd name="connsiteY81" fmla="*/ 26792 h 260086"/>
              <a:gd name="connsiteX82" fmla="*/ 187296 w 765852"/>
              <a:gd name="connsiteY82" fmla="*/ 26792 h 260086"/>
              <a:gd name="connsiteX83" fmla="*/ 187296 w 765852"/>
              <a:gd name="connsiteY83" fmla="*/ 2119 h 260086"/>
              <a:gd name="connsiteX84" fmla="*/ 140023 w 765852"/>
              <a:gd name="connsiteY84" fmla="*/ 2119 h 260086"/>
              <a:gd name="connsiteX85" fmla="*/ 95958 w 765852"/>
              <a:gd name="connsiteY85" fmla="*/ 23793 h 260086"/>
              <a:gd name="connsiteX86" fmla="*/ 514844 w 765852"/>
              <a:gd name="connsiteY86" fmla="*/ 164677 h 260086"/>
              <a:gd name="connsiteX87" fmla="*/ 540232 w 765852"/>
              <a:gd name="connsiteY87" fmla="*/ 164677 h 260086"/>
              <a:gd name="connsiteX88" fmla="*/ 540232 w 765852"/>
              <a:gd name="connsiteY88" fmla="*/ 2119 h 260086"/>
              <a:gd name="connsiteX89" fmla="*/ 514844 w 765852"/>
              <a:gd name="connsiteY89" fmla="*/ 2119 h 260086"/>
              <a:gd name="connsiteX90" fmla="*/ 514844 w 765852"/>
              <a:gd name="connsiteY90" fmla="*/ 164677 h 260086"/>
              <a:gd name="connsiteX91" fmla="*/ 495205 w 765852"/>
              <a:gd name="connsiteY91" fmla="*/ 259554 h 260086"/>
              <a:gd name="connsiteX92" fmla="*/ 502915 w 765852"/>
              <a:gd name="connsiteY92" fmla="*/ 259554 h 260086"/>
              <a:gd name="connsiteX93" fmla="*/ 502915 w 765852"/>
              <a:gd name="connsiteY93" fmla="*/ 197523 h 260086"/>
              <a:gd name="connsiteX94" fmla="*/ 495205 w 765852"/>
              <a:gd name="connsiteY94" fmla="*/ 197523 h 260086"/>
              <a:gd name="connsiteX95" fmla="*/ 495205 w 765852"/>
              <a:gd name="connsiteY95" fmla="*/ 259554 h 260086"/>
              <a:gd name="connsiteX96" fmla="*/ 544816 w 765852"/>
              <a:gd name="connsiteY96" fmla="*/ 204613 h 260086"/>
              <a:gd name="connsiteX97" fmla="*/ 564923 w 765852"/>
              <a:gd name="connsiteY97" fmla="*/ 204613 h 260086"/>
              <a:gd name="connsiteX98" fmla="*/ 564923 w 765852"/>
              <a:gd name="connsiteY98" fmla="*/ 259554 h 260086"/>
              <a:gd name="connsiteX99" fmla="*/ 572633 w 765852"/>
              <a:gd name="connsiteY99" fmla="*/ 259554 h 260086"/>
              <a:gd name="connsiteX100" fmla="*/ 572633 w 765852"/>
              <a:gd name="connsiteY100" fmla="*/ 204613 h 260086"/>
              <a:gd name="connsiteX101" fmla="*/ 592740 w 765852"/>
              <a:gd name="connsiteY101" fmla="*/ 204613 h 260086"/>
              <a:gd name="connsiteX102" fmla="*/ 592740 w 765852"/>
              <a:gd name="connsiteY102" fmla="*/ 197523 h 260086"/>
              <a:gd name="connsiteX103" fmla="*/ 544816 w 765852"/>
              <a:gd name="connsiteY103" fmla="*/ 197523 h 260086"/>
              <a:gd name="connsiteX104" fmla="*/ 544816 w 765852"/>
              <a:gd name="connsiteY104" fmla="*/ 204613 h 260086"/>
              <a:gd name="connsiteX105" fmla="*/ 287389 w 765852"/>
              <a:gd name="connsiteY105" fmla="*/ 2119 h 260086"/>
              <a:gd name="connsiteX106" fmla="*/ 345234 w 765852"/>
              <a:gd name="connsiteY106" fmla="*/ 140105 h 260086"/>
              <a:gd name="connsiteX107" fmla="*/ 381413 w 765852"/>
              <a:gd name="connsiteY107" fmla="*/ 166796 h 260086"/>
              <a:gd name="connsiteX108" fmla="*/ 382899 w 765852"/>
              <a:gd name="connsiteY108" fmla="*/ 166796 h 260086"/>
              <a:gd name="connsiteX109" fmla="*/ 316692 w 765852"/>
              <a:gd name="connsiteY109" fmla="*/ 2119 h 260086"/>
              <a:gd name="connsiteX110" fmla="*/ 287389 w 765852"/>
              <a:gd name="connsiteY110" fmla="*/ 2119 h 260086"/>
              <a:gd name="connsiteX111" fmla="*/ 443549 w 765852"/>
              <a:gd name="connsiteY111" fmla="*/ 199871 h 260086"/>
              <a:gd name="connsiteX112" fmla="*/ 432739 w 765852"/>
              <a:gd name="connsiteY112" fmla="*/ 197523 h 260086"/>
              <a:gd name="connsiteX113" fmla="*/ 408910 w 765852"/>
              <a:gd name="connsiteY113" fmla="*/ 197523 h 260086"/>
              <a:gd name="connsiteX114" fmla="*/ 408910 w 765852"/>
              <a:gd name="connsiteY114" fmla="*/ 259554 h 260086"/>
              <a:gd name="connsiteX115" fmla="*/ 416621 w 765852"/>
              <a:gd name="connsiteY115" fmla="*/ 259554 h 260086"/>
              <a:gd name="connsiteX116" fmla="*/ 416621 w 765852"/>
              <a:gd name="connsiteY116" fmla="*/ 235716 h 260086"/>
              <a:gd name="connsiteX117" fmla="*/ 432748 w 765852"/>
              <a:gd name="connsiteY117" fmla="*/ 235716 h 260086"/>
              <a:gd name="connsiteX118" fmla="*/ 443512 w 765852"/>
              <a:gd name="connsiteY118" fmla="*/ 233368 h 260086"/>
              <a:gd name="connsiteX119" fmla="*/ 450728 w 765852"/>
              <a:gd name="connsiteY119" fmla="*/ 226681 h 260086"/>
              <a:gd name="connsiteX120" fmla="*/ 453295 w 765852"/>
              <a:gd name="connsiteY120" fmla="*/ 216583 h 260086"/>
              <a:gd name="connsiteX121" fmla="*/ 450774 w 765852"/>
              <a:gd name="connsiteY121" fmla="*/ 206521 h 260086"/>
              <a:gd name="connsiteX122" fmla="*/ 443558 w 765852"/>
              <a:gd name="connsiteY122" fmla="*/ 199871 h 260086"/>
              <a:gd name="connsiteX123" fmla="*/ 441779 w 765852"/>
              <a:gd name="connsiteY123" fmla="*/ 225351 h 260086"/>
              <a:gd name="connsiteX124" fmla="*/ 432033 w 765852"/>
              <a:gd name="connsiteY124" fmla="*/ 228635 h 260086"/>
              <a:gd name="connsiteX125" fmla="*/ 416621 w 765852"/>
              <a:gd name="connsiteY125" fmla="*/ 228635 h 260086"/>
              <a:gd name="connsiteX126" fmla="*/ 416621 w 765852"/>
              <a:gd name="connsiteY126" fmla="*/ 204622 h 260086"/>
              <a:gd name="connsiteX127" fmla="*/ 432125 w 765852"/>
              <a:gd name="connsiteY127" fmla="*/ 204622 h 260086"/>
              <a:gd name="connsiteX128" fmla="*/ 441825 w 765852"/>
              <a:gd name="connsiteY128" fmla="*/ 207860 h 260086"/>
              <a:gd name="connsiteX129" fmla="*/ 445410 w 765852"/>
              <a:gd name="connsiteY129" fmla="*/ 216592 h 260086"/>
              <a:gd name="connsiteX130" fmla="*/ 441779 w 765852"/>
              <a:gd name="connsiteY130" fmla="*/ 225361 h 260086"/>
              <a:gd name="connsiteX131" fmla="*/ 382889 w 765852"/>
              <a:gd name="connsiteY131" fmla="*/ 166805 h 260086"/>
              <a:gd name="connsiteX132" fmla="*/ 384375 w 765852"/>
              <a:gd name="connsiteY132" fmla="*/ 166805 h 260086"/>
              <a:gd name="connsiteX133" fmla="*/ 420554 w 765852"/>
              <a:gd name="connsiteY133" fmla="*/ 140114 h 260086"/>
              <a:gd name="connsiteX134" fmla="*/ 478399 w 765852"/>
              <a:gd name="connsiteY134" fmla="*/ 2128 h 260086"/>
              <a:gd name="connsiteX135" fmla="*/ 449096 w 765852"/>
              <a:gd name="connsiteY135" fmla="*/ 2128 h 260086"/>
              <a:gd name="connsiteX136" fmla="*/ 382889 w 765852"/>
              <a:gd name="connsiteY136" fmla="*/ 166814 h 260086"/>
              <a:gd name="connsiteX137" fmla="*/ 644368 w 765852"/>
              <a:gd name="connsiteY137" fmla="*/ 197523 h 260086"/>
              <a:gd name="connsiteX138" fmla="*/ 620714 w 765852"/>
              <a:gd name="connsiteY138" fmla="*/ 259554 h 260086"/>
              <a:gd name="connsiteX139" fmla="*/ 628690 w 765852"/>
              <a:gd name="connsiteY139" fmla="*/ 259554 h 260086"/>
              <a:gd name="connsiteX140" fmla="*/ 635246 w 765852"/>
              <a:gd name="connsiteY140" fmla="*/ 242806 h 260086"/>
              <a:gd name="connsiteX141" fmla="*/ 662266 w 765852"/>
              <a:gd name="connsiteY141" fmla="*/ 242806 h 260086"/>
              <a:gd name="connsiteX142" fmla="*/ 668821 w 765852"/>
              <a:gd name="connsiteY142" fmla="*/ 259554 h 260086"/>
              <a:gd name="connsiteX143" fmla="*/ 677055 w 765852"/>
              <a:gd name="connsiteY143" fmla="*/ 259554 h 260086"/>
              <a:gd name="connsiteX144" fmla="*/ 653491 w 765852"/>
              <a:gd name="connsiteY144" fmla="*/ 197523 h 260086"/>
              <a:gd name="connsiteX145" fmla="*/ 644368 w 765852"/>
              <a:gd name="connsiteY145" fmla="*/ 197523 h 260086"/>
              <a:gd name="connsiteX146" fmla="*/ 637547 w 765852"/>
              <a:gd name="connsiteY146" fmla="*/ 235808 h 260086"/>
              <a:gd name="connsiteX147" fmla="*/ 648705 w 765852"/>
              <a:gd name="connsiteY147" fmla="*/ 205943 h 260086"/>
              <a:gd name="connsiteX148" fmla="*/ 659955 w 765852"/>
              <a:gd name="connsiteY148" fmla="*/ 235808 h 260086"/>
              <a:gd name="connsiteX149" fmla="*/ 637538 w 765852"/>
              <a:gd name="connsiteY149" fmla="*/ 235808 h 260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</a:cxnLst>
            <a:rect l="l" t="t" r="r" b="b"/>
            <a:pathLst>
              <a:path w="765852" h="260086">
                <a:moveTo>
                  <a:pt x="739575" y="143884"/>
                </a:moveTo>
                <a:cubicBezTo>
                  <a:pt x="756519" y="128906"/>
                  <a:pt x="765852" y="107425"/>
                  <a:pt x="765852" y="83403"/>
                </a:cubicBezTo>
                <a:cubicBezTo>
                  <a:pt x="765852" y="59381"/>
                  <a:pt x="756519" y="37899"/>
                  <a:pt x="739575" y="22921"/>
                </a:cubicBezTo>
                <a:cubicBezTo>
                  <a:pt x="722613" y="7925"/>
                  <a:pt x="699307" y="0"/>
                  <a:pt x="672177" y="0"/>
                </a:cubicBezTo>
                <a:cubicBezTo>
                  <a:pt x="645047" y="0"/>
                  <a:pt x="621740" y="7925"/>
                  <a:pt x="604779" y="22921"/>
                </a:cubicBezTo>
                <a:cubicBezTo>
                  <a:pt x="587835" y="37899"/>
                  <a:pt x="578501" y="59381"/>
                  <a:pt x="578501" y="83403"/>
                </a:cubicBezTo>
                <a:cubicBezTo>
                  <a:pt x="578501" y="107425"/>
                  <a:pt x="587835" y="128906"/>
                  <a:pt x="604779" y="143884"/>
                </a:cubicBezTo>
                <a:cubicBezTo>
                  <a:pt x="621740" y="158881"/>
                  <a:pt x="645047" y="166805"/>
                  <a:pt x="672177" y="166805"/>
                </a:cubicBezTo>
                <a:cubicBezTo>
                  <a:pt x="699307" y="166805"/>
                  <a:pt x="722613" y="158881"/>
                  <a:pt x="739575" y="143884"/>
                </a:cubicBezTo>
                <a:close/>
                <a:moveTo>
                  <a:pt x="604595" y="83403"/>
                </a:moveTo>
                <a:cubicBezTo>
                  <a:pt x="604595" y="66489"/>
                  <a:pt x="610821" y="52135"/>
                  <a:pt x="622611" y="41871"/>
                </a:cubicBezTo>
                <a:cubicBezTo>
                  <a:pt x="634751" y="31305"/>
                  <a:pt x="651887" y="25719"/>
                  <a:pt x="672177" y="25719"/>
                </a:cubicBezTo>
                <a:cubicBezTo>
                  <a:pt x="692467" y="25719"/>
                  <a:pt x="709603" y="31305"/>
                  <a:pt x="721742" y="41871"/>
                </a:cubicBezTo>
                <a:cubicBezTo>
                  <a:pt x="733524" y="52126"/>
                  <a:pt x="739759" y="66489"/>
                  <a:pt x="739759" y="83403"/>
                </a:cubicBezTo>
                <a:cubicBezTo>
                  <a:pt x="739759" y="100316"/>
                  <a:pt x="733533" y="114671"/>
                  <a:pt x="721742" y="124934"/>
                </a:cubicBezTo>
                <a:cubicBezTo>
                  <a:pt x="709603" y="135501"/>
                  <a:pt x="692467" y="141077"/>
                  <a:pt x="672177" y="141077"/>
                </a:cubicBezTo>
                <a:cubicBezTo>
                  <a:pt x="651887" y="141077"/>
                  <a:pt x="634741" y="135491"/>
                  <a:pt x="622611" y="124934"/>
                </a:cubicBezTo>
                <a:cubicBezTo>
                  <a:pt x="610830" y="114671"/>
                  <a:pt x="604595" y="100316"/>
                  <a:pt x="604595" y="83403"/>
                </a:cubicBezTo>
                <a:close/>
                <a:moveTo>
                  <a:pt x="238310" y="207181"/>
                </a:moveTo>
                <a:cubicBezTo>
                  <a:pt x="241556" y="205118"/>
                  <a:pt x="245306" y="204081"/>
                  <a:pt x="249560" y="204081"/>
                </a:cubicBezTo>
                <a:cubicBezTo>
                  <a:pt x="254282" y="204081"/>
                  <a:pt x="258288" y="205292"/>
                  <a:pt x="261562" y="207713"/>
                </a:cubicBezTo>
                <a:cubicBezTo>
                  <a:pt x="264835" y="210135"/>
                  <a:pt x="267035" y="213501"/>
                  <a:pt x="268163" y="217812"/>
                </a:cubicBezTo>
                <a:lnTo>
                  <a:pt x="275874" y="217812"/>
                </a:lnTo>
                <a:cubicBezTo>
                  <a:pt x="274691" y="211373"/>
                  <a:pt x="271784" y="206292"/>
                  <a:pt x="267145" y="202568"/>
                </a:cubicBezTo>
                <a:cubicBezTo>
                  <a:pt x="262506" y="198844"/>
                  <a:pt x="256766" y="196982"/>
                  <a:pt x="249917" y="196982"/>
                </a:cubicBezTo>
                <a:cubicBezTo>
                  <a:pt x="244013" y="196982"/>
                  <a:pt x="238814" y="198293"/>
                  <a:pt x="234322" y="200926"/>
                </a:cubicBezTo>
                <a:cubicBezTo>
                  <a:pt x="229838" y="203558"/>
                  <a:pt x="226382" y="207264"/>
                  <a:pt x="223961" y="212052"/>
                </a:cubicBezTo>
                <a:cubicBezTo>
                  <a:pt x="221541" y="216840"/>
                  <a:pt x="220330" y="222334"/>
                  <a:pt x="220330" y="228534"/>
                </a:cubicBezTo>
                <a:cubicBezTo>
                  <a:pt x="220330" y="234734"/>
                  <a:pt x="221541" y="240302"/>
                  <a:pt x="223961" y="245062"/>
                </a:cubicBezTo>
                <a:cubicBezTo>
                  <a:pt x="226382" y="249823"/>
                  <a:pt x="229838" y="253510"/>
                  <a:pt x="234322" y="256142"/>
                </a:cubicBezTo>
                <a:cubicBezTo>
                  <a:pt x="238805" y="258775"/>
                  <a:pt x="244004" y="260086"/>
                  <a:pt x="249917" y="260086"/>
                </a:cubicBezTo>
                <a:cubicBezTo>
                  <a:pt x="256831" y="260086"/>
                  <a:pt x="262570" y="258224"/>
                  <a:pt x="267145" y="254501"/>
                </a:cubicBezTo>
                <a:cubicBezTo>
                  <a:pt x="271720" y="250777"/>
                  <a:pt x="274599" y="245695"/>
                  <a:pt x="275782" y="239256"/>
                </a:cubicBezTo>
                <a:lnTo>
                  <a:pt x="268071" y="239256"/>
                </a:lnTo>
                <a:cubicBezTo>
                  <a:pt x="266888" y="243631"/>
                  <a:pt x="264706" y="247007"/>
                  <a:pt x="261516" y="249401"/>
                </a:cubicBezTo>
                <a:cubicBezTo>
                  <a:pt x="258325" y="251795"/>
                  <a:pt x="254337" y="252987"/>
                  <a:pt x="249560" y="252987"/>
                </a:cubicBezTo>
                <a:cubicBezTo>
                  <a:pt x="245306" y="252987"/>
                  <a:pt x="241556" y="251951"/>
                  <a:pt x="238310" y="249887"/>
                </a:cubicBezTo>
                <a:cubicBezTo>
                  <a:pt x="235064" y="247823"/>
                  <a:pt x="232561" y="244925"/>
                  <a:pt x="230828" y="241201"/>
                </a:cubicBezTo>
                <a:cubicBezTo>
                  <a:pt x="229086" y="237477"/>
                  <a:pt x="228215" y="233258"/>
                  <a:pt x="228215" y="228525"/>
                </a:cubicBezTo>
                <a:cubicBezTo>
                  <a:pt x="228215" y="223792"/>
                  <a:pt x="229086" y="219499"/>
                  <a:pt x="230828" y="215812"/>
                </a:cubicBezTo>
                <a:cubicBezTo>
                  <a:pt x="232570" y="212125"/>
                  <a:pt x="235064" y="209245"/>
                  <a:pt x="238310" y="207172"/>
                </a:cubicBezTo>
                <a:close/>
                <a:moveTo>
                  <a:pt x="335580" y="197523"/>
                </a:moveTo>
                <a:lnTo>
                  <a:pt x="311925" y="259554"/>
                </a:lnTo>
                <a:lnTo>
                  <a:pt x="319892" y="259554"/>
                </a:lnTo>
                <a:lnTo>
                  <a:pt x="326448" y="242806"/>
                </a:lnTo>
                <a:lnTo>
                  <a:pt x="353467" y="242806"/>
                </a:lnTo>
                <a:lnTo>
                  <a:pt x="360023" y="259554"/>
                </a:lnTo>
                <a:lnTo>
                  <a:pt x="368256" y="259554"/>
                </a:lnTo>
                <a:lnTo>
                  <a:pt x="344693" y="197523"/>
                </a:lnTo>
                <a:lnTo>
                  <a:pt x="335570" y="197523"/>
                </a:lnTo>
                <a:close/>
                <a:moveTo>
                  <a:pt x="328758" y="235808"/>
                </a:moveTo>
                <a:lnTo>
                  <a:pt x="339916" y="205943"/>
                </a:lnTo>
                <a:lnTo>
                  <a:pt x="351166" y="235808"/>
                </a:lnTo>
                <a:lnTo>
                  <a:pt x="328749" y="235808"/>
                </a:lnTo>
                <a:close/>
                <a:moveTo>
                  <a:pt x="725437" y="197523"/>
                </a:moveTo>
                <a:lnTo>
                  <a:pt x="717736" y="197523"/>
                </a:lnTo>
                <a:lnTo>
                  <a:pt x="717736" y="259554"/>
                </a:lnTo>
                <a:lnTo>
                  <a:pt x="753704" y="259554"/>
                </a:lnTo>
                <a:lnTo>
                  <a:pt x="753704" y="252464"/>
                </a:lnTo>
                <a:lnTo>
                  <a:pt x="725446" y="252464"/>
                </a:lnTo>
                <a:lnTo>
                  <a:pt x="725446" y="197523"/>
                </a:lnTo>
                <a:close/>
                <a:moveTo>
                  <a:pt x="250953" y="2119"/>
                </a:moveTo>
                <a:lnTo>
                  <a:pt x="225566" y="2119"/>
                </a:lnTo>
                <a:lnTo>
                  <a:pt x="225566" y="164677"/>
                </a:lnTo>
                <a:lnTo>
                  <a:pt x="250953" y="164677"/>
                </a:lnTo>
                <a:lnTo>
                  <a:pt x="250953" y="2119"/>
                </a:lnTo>
                <a:close/>
                <a:moveTo>
                  <a:pt x="80592" y="62692"/>
                </a:moveTo>
                <a:lnTo>
                  <a:pt x="80592" y="164687"/>
                </a:lnTo>
                <a:cubicBezTo>
                  <a:pt x="80592" y="164687"/>
                  <a:pt x="106732" y="164687"/>
                  <a:pt x="106732" y="164687"/>
                </a:cubicBezTo>
                <a:lnTo>
                  <a:pt x="106713" y="62692"/>
                </a:lnTo>
                <a:cubicBezTo>
                  <a:pt x="106713" y="50282"/>
                  <a:pt x="102707" y="38523"/>
                  <a:pt x="95124" y="28700"/>
                </a:cubicBezTo>
                <a:lnTo>
                  <a:pt x="93648" y="26792"/>
                </a:lnTo>
                <a:lnTo>
                  <a:pt x="92172" y="28700"/>
                </a:lnTo>
                <a:cubicBezTo>
                  <a:pt x="84589" y="38523"/>
                  <a:pt x="80583" y="50273"/>
                  <a:pt x="80583" y="62692"/>
                </a:cubicBezTo>
                <a:close/>
                <a:moveTo>
                  <a:pt x="47273" y="2119"/>
                </a:moveTo>
                <a:lnTo>
                  <a:pt x="0" y="2119"/>
                </a:lnTo>
                <a:lnTo>
                  <a:pt x="0" y="26792"/>
                </a:lnTo>
                <a:lnTo>
                  <a:pt x="93648" y="26792"/>
                </a:lnTo>
                <a:lnTo>
                  <a:pt x="91328" y="23793"/>
                </a:lnTo>
                <a:cubicBezTo>
                  <a:pt x="80693" y="10025"/>
                  <a:pt x="64629" y="2119"/>
                  <a:pt x="47273" y="2119"/>
                </a:cubicBezTo>
                <a:close/>
                <a:moveTo>
                  <a:pt x="95968" y="23793"/>
                </a:moveTo>
                <a:lnTo>
                  <a:pt x="93648" y="26792"/>
                </a:lnTo>
                <a:lnTo>
                  <a:pt x="187296" y="26792"/>
                </a:lnTo>
                <a:lnTo>
                  <a:pt x="187296" y="2119"/>
                </a:lnTo>
                <a:lnTo>
                  <a:pt x="140023" y="2119"/>
                </a:lnTo>
                <a:cubicBezTo>
                  <a:pt x="122657" y="2119"/>
                  <a:pt x="106603" y="10016"/>
                  <a:pt x="95958" y="23793"/>
                </a:cubicBezTo>
                <a:close/>
                <a:moveTo>
                  <a:pt x="514844" y="164677"/>
                </a:moveTo>
                <a:lnTo>
                  <a:pt x="540232" y="164677"/>
                </a:lnTo>
                <a:lnTo>
                  <a:pt x="540232" y="2119"/>
                </a:lnTo>
                <a:lnTo>
                  <a:pt x="514844" y="2119"/>
                </a:lnTo>
                <a:lnTo>
                  <a:pt x="514844" y="164677"/>
                </a:lnTo>
                <a:close/>
                <a:moveTo>
                  <a:pt x="495205" y="259554"/>
                </a:moveTo>
                <a:lnTo>
                  <a:pt x="502915" y="259554"/>
                </a:lnTo>
                <a:lnTo>
                  <a:pt x="502915" y="197523"/>
                </a:lnTo>
                <a:lnTo>
                  <a:pt x="495205" y="197523"/>
                </a:lnTo>
                <a:lnTo>
                  <a:pt x="495205" y="259554"/>
                </a:lnTo>
                <a:close/>
                <a:moveTo>
                  <a:pt x="544816" y="204613"/>
                </a:moveTo>
                <a:lnTo>
                  <a:pt x="564923" y="204613"/>
                </a:lnTo>
                <a:lnTo>
                  <a:pt x="564923" y="259554"/>
                </a:lnTo>
                <a:lnTo>
                  <a:pt x="572633" y="259554"/>
                </a:lnTo>
                <a:lnTo>
                  <a:pt x="572633" y="204613"/>
                </a:lnTo>
                <a:lnTo>
                  <a:pt x="592740" y="204613"/>
                </a:lnTo>
                <a:lnTo>
                  <a:pt x="592740" y="197523"/>
                </a:lnTo>
                <a:lnTo>
                  <a:pt x="544816" y="197523"/>
                </a:lnTo>
                <a:lnTo>
                  <a:pt x="544816" y="204613"/>
                </a:lnTo>
                <a:close/>
                <a:moveTo>
                  <a:pt x="287389" y="2119"/>
                </a:moveTo>
                <a:cubicBezTo>
                  <a:pt x="287389" y="2119"/>
                  <a:pt x="335680" y="117220"/>
                  <a:pt x="345234" y="140105"/>
                </a:cubicBezTo>
                <a:cubicBezTo>
                  <a:pt x="356374" y="166796"/>
                  <a:pt x="374464" y="166796"/>
                  <a:pt x="381413" y="166796"/>
                </a:cubicBezTo>
                <a:lnTo>
                  <a:pt x="382899" y="166796"/>
                </a:lnTo>
                <a:lnTo>
                  <a:pt x="316692" y="2119"/>
                </a:lnTo>
                <a:lnTo>
                  <a:pt x="287389" y="2119"/>
                </a:lnTo>
                <a:close/>
                <a:moveTo>
                  <a:pt x="443549" y="199871"/>
                </a:moveTo>
                <a:cubicBezTo>
                  <a:pt x="440413" y="198303"/>
                  <a:pt x="436819" y="197523"/>
                  <a:pt x="432739" y="197523"/>
                </a:cubicBezTo>
                <a:lnTo>
                  <a:pt x="408910" y="197523"/>
                </a:lnTo>
                <a:lnTo>
                  <a:pt x="408910" y="259554"/>
                </a:lnTo>
                <a:lnTo>
                  <a:pt x="416621" y="259554"/>
                </a:lnTo>
                <a:lnTo>
                  <a:pt x="416621" y="235716"/>
                </a:lnTo>
                <a:lnTo>
                  <a:pt x="432748" y="235716"/>
                </a:lnTo>
                <a:cubicBezTo>
                  <a:pt x="436819" y="235716"/>
                  <a:pt x="440413" y="234936"/>
                  <a:pt x="443512" y="233368"/>
                </a:cubicBezTo>
                <a:cubicBezTo>
                  <a:pt x="446611" y="231799"/>
                  <a:pt x="449013" y="229571"/>
                  <a:pt x="450728" y="226681"/>
                </a:cubicBezTo>
                <a:cubicBezTo>
                  <a:pt x="452442" y="223783"/>
                  <a:pt x="453295" y="220417"/>
                  <a:pt x="453295" y="216583"/>
                </a:cubicBezTo>
                <a:cubicBezTo>
                  <a:pt x="453295" y="212749"/>
                  <a:pt x="452452" y="209392"/>
                  <a:pt x="450774" y="206521"/>
                </a:cubicBezTo>
                <a:cubicBezTo>
                  <a:pt x="449087" y="203659"/>
                  <a:pt x="446685" y="201439"/>
                  <a:pt x="443558" y="199871"/>
                </a:cubicBezTo>
                <a:close/>
                <a:moveTo>
                  <a:pt x="441779" y="225351"/>
                </a:moveTo>
                <a:cubicBezTo>
                  <a:pt x="439359" y="227534"/>
                  <a:pt x="436113" y="228635"/>
                  <a:pt x="432033" y="228635"/>
                </a:cubicBezTo>
                <a:lnTo>
                  <a:pt x="416621" y="228635"/>
                </a:lnTo>
                <a:lnTo>
                  <a:pt x="416621" y="204622"/>
                </a:lnTo>
                <a:lnTo>
                  <a:pt x="432125" y="204622"/>
                </a:lnTo>
                <a:cubicBezTo>
                  <a:pt x="436196" y="204622"/>
                  <a:pt x="439432" y="205705"/>
                  <a:pt x="441825" y="207860"/>
                </a:cubicBezTo>
                <a:cubicBezTo>
                  <a:pt x="444218" y="210015"/>
                  <a:pt x="445410" y="212923"/>
                  <a:pt x="445410" y="216592"/>
                </a:cubicBezTo>
                <a:cubicBezTo>
                  <a:pt x="445410" y="220261"/>
                  <a:pt x="444200" y="223178"/>
                  <a:pt x="441779" y="225361"/>
                </a:cubicBezTo>
                <a:close/>
                <a:moveTo>
                  <a:pt x="382889" y="166805"/>
                </a:moveTo>
                <a:lnTo>
                  <a:pt x="384375" y="166805"/>
                </a:lnTo>
                <a:cubicBezTo>
                  <a:pt x="391334" y="166805"/>
                  <a:pt x="409423" y="166805"/>
                  <a:pt x="420554" y="140114"/>
                </a:cubicBezTo>
                <a:cubicBezTo>
                  <a:pt x="430099" y="117230"/>
                  <a:pt x="478399" y="2128"/>
                  <a:pt x="478399" y="2128"/>
                </a:cubicBezTo>
                <a:lnTo>
                  <a:pt x="449096" y="2128"/>
                </a:lnTo>
                <a:lnTo>
                  <a:pt x="382889" y="166814"/>
                </a:lnTo>
                <a:close/>
                <a:moveTo>
                  <a:pt x="644368" y="197523"/>
                </a:moveTo>
                <a:lnTo>
                  <a:pt x="620714" y="259554"/>
                </a:lnTo>
                <a:lnTo>
                  <a:pt x="628690" y="259554"/>
                </a:lnTo>
                <a:lnTo>
                  <a:pt x="635246" y="242806"/>
                </a:lnTo>
                <a:lnTo>
                  <a:pt x="662266" y="242806"/>
                </a:lnTo>
                <a:lnTo>
                  <a:pt x="668821" y="259554"/>
                </a:lnTo>
                <a:lnTo>
                  <a:pt x="677055" y="259554"/>
                </a:lnTo>
                <a:lnTo>
                  <a:pt x="653491" y="197523"/>
                </a:lnTo>
                <a:lnTo>
                  <a:pt x="644368" y="197523"/>
                </a:lnTo>
                <a:close/>
                <a:moveTo>
                  <a:pt x="637547" y="235808"/>
                </a:moveTo>
                <a:lnTo>
                  <a:pt x="648705" y="205943"/>
                </a:lnTo>
                <a:lnTo>
                  <a:pt x="659955" y="235808"/>
                </a:lnTo>
                <a:lnTo>
                  <a:pt x="637538" y="235808"/>
                </a:lnTo>
                <a:close/>
              </a:path>
            </a:pathLst>
          </a:custGeom>
          <a:solidFill>
            <a:schemeClr val="bg1"/>
          </a:solidFill>
          <a:ln w="1061" cap="flat">
            <a:noFill/>
            <a:prstDash val="solid"/>
            <a:miter/>
          </a:ln>
        </p:spPr>
        <p:txBody>
          <a:bodyPr rtlCol="0" anchor="ctr"/>
          <a:lstStyle/>
          <a:p>
            <a:endParaRPr lang="pt-BR" sz="849">
              <a:solidFill>
                <a:schemeClr val="bg1"/>
              </a:solidFill>
            </a:endParaRPr>
          </a:p>
        </p:txBody>
      </p:sp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7858F1CA-0E09-F094-AD45-52092585CA1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225800" y="1518527"/>
            <a:ext cx="3740400" cy="2313464"/>
          </a:xfrm>
          <a:prstGeom prst="rect">
            <a:avLst/>
          </a:prstGeom>
          <a:ln>
            <a:solidFill>
              <a:schemeClr val="bg1"/>
            </a:solidFill>
          </a:ln>
        </p:spPr>
        <p:txBody>
          <a:bodyPr lIns="36000" tIns="36000" rIns="36000" bIns="36000"/>
          <a:lstStyle>
            <a:lvl1pPr marL="0" indent="0">
              <a:buNone/>
              <a:defRPr sz="120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4E170CD4-5C01-DD85-2A0A-98954D99CAC5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34962" y="3987408"/>
            <a:ext cx="3741737" cy="2313464"/>
          </a:xfrm>
          <a:prstGeom prst="rect">
            <a:avLst/>
          </a:prstGeom>
          <a:ln>
            <a:solidFill>
              <a:schemeClr val="bg1"/>
            </a:solidFill>
          </a:ln>
        </p:spPr>
        <p:txBody>
          <a:bodyPr lIns="36000" tIns="36000" rIns="36000" bIns="36000"/>
          <a:lstStyle>
            <a:lvl1pPr marL="0" indent="0">
              <a:buNone/>
              <a:defRPr sz="120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8">
            <a:extLst>
              <a:ext uri="{FF2B5EF4-FFF2-40B4-BE49-F238E27FC236}">
                <a16:creationId xmlns:a16="http://schemas.microsoft.com/office/drawing/2014/main" id="{10601806-BC35-9EEE-9C59-2DC0E49D5BA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4225799" y="3987408"/>
            <a:ext cx="3740400" cy="2313464"/>
          </a:xfrm>
          <a:prstGeom prst="rect">
            <a:avLst/>
          </a:prstGeom>
          <a:ln>
            <a:solidFill>
              <a:schemeClr val="bg1"/>
            </a:solidFill>
          </a:ln>
        </p:spPr>
        <p:txBody>
          <a:bodyPr lIns="36000" tIns="36000" rIns="36000" bIns="36000"/>
          <a:lstStyle>
            <a:lvl1pPr marL="0" indent="0">
              <a:buNone/>
              <a:defRPr sz="120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805EFAA-C04F-7113-90E8-A7D66AF3528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116638" y="1524793"/>
            <a:ext cx="3740400" cy="4776079"/>
          </a:xfrm>
          <a:prstGeom prst="rect">
            <a:avLst/>
          </a:prstGeom>
          <a:ln>
            <a:solidFill>
              <a:schemeClr val="bg1"/>
            </a:solidFill>
          </a:ln>
        </p:spPr>
        <p:txBody>
          <a:bodyPr lIns="36000" tIns="36000" rIns="36000" bIns="36000"/>
          <a:lstStyle>
            <a:lvl1pPr marL="0" indent="0">
              <a:buNone/>
              <a:defRPr sz="120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1984F0D-6B5E-38C9-C788-1C5ADE9D6048}"/>
              </a:ext>
            </a:extLst>
          </p:cNvPr>
          <p:cNvCxnSpPr/>
          <p:nvPr userDrawn="1"/>
        </p:nvCxnSpPr>
        <p:spPr>
          <a:xfrm>
            <a:off x="334964" y="185353"/>
            <a:ext cx="10415415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2198054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469">
          <p15:clr>
            <a:srgbClr val="FBAE40"/>
          </p15:clr>
        </p15:guide>
        <p15:guide id="2" orient="horz" pos="3974">
          <p15:clr>
            <a:srgbClr val="FBAE40"/>
          </p15:clr>
        </p15:guide>
        <p15:guide id="3" orient="horz" pos="232">
          <p15:clr>
            <a:srgbClr val="FBAE40"/>
          </p15:clr>
        </p15:guide>
        <p15:guide id="4" pos="211">
          <p15:clr>
            <a:srgbClr val="FBAE40"/>
          </p15:clr>
        </p15:guide>
        <p15:guide id="5" orient="horz" pos="4065">
          <p15:clr>
            <a:srgbClr val="FBAE40"/>
          </p15:clr>
        </p15:guide>
        <p15:guide id="6" orient="horz" pos="799">
          <p15:clr>
            <a:srgbClr val="FBAE40"/>
          </p15:clr>
        </p15:guide>
        <p15:guide id="7" orient="horz" pos="935">
          <p15:clr>
            <a:srgbClr val="FBAE40"/>
          </p15:clr>
        </p15:guide>
      </p15:sldGuideLst>
    </p:ext>
  </p:extLst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ítulo | 4 Boxes - High Grade">
    <p:bg>
      <p:bgPr>
        <a:gradFill>
          <a:gsLst>
            <a:gs pos="81000">
              <a:schemeClr val="tx1">
                <a:lumMod val="85000"/>
                <a:lumOff val="15000"/>
              </a:schemeClr>
            </a:gs>
            <a:gs pos="100000">
              <a:schemeClr val="tx1">
                <a:lumMod val="95000"/>
                <a:lumOff val="5000"/>
              </a:schemeClr>
            </a:gs>
            <a:gs pos="0">
              <a:schemeClr val="accent1"/>
            </a:gs>
          </a:gsLst>
          <a:lin ang="7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132BCE3-A04F-8602-64F7-7623C7EAF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61763" y="6482556"/>
            <a:ext cx="295275" cy="1692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 sz="1100">
                <a:solidFill>
                  <a:schemeClr val="bg1"/>
                </a:solidFill>
                <a:latin typeface="Versos" panose="020B0503020204030204" pitchFamily="34" charset="0"/>
                <a:cs typeface="Versos" panose="020B0503020204030204" pitchFamily="34" charset="0"/>
              </a:defRPr>
            </a:lvl1pPr>
          </a:lstStyle>
          <a:p>
            <a:fld id="{77667D73-C69A-4DAA-9003-24A825D36FE9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B13D7C-5A47-B0DF-B518-26E79F5D2DB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64" y="368301"/>
            <a:ext cx="10183813" cy="4308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err="1"/>
              <a:t>Título</a:t>
            </a:r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401465E-A8CD-A3BA-BE2A-9597492FDC6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4963" y="6482557"/>
            <a:ext cx="10980000" cy="138499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900">
                <a:latin typeface="Versos Light" panose="020B0403020204030204" pitchFamily="34" charset="0"/>
              </a:defRPr>
            </a:lvl2pPr>
            <a:lvl3pPr>
              <a:defRPr sz="900">
                <a:latin typeface="Versos Light" panose="020B0403020204030204" pitchFamily="34" charset="0"/>
              </a:defRPr>
            </a:lvl3pPr>
            <a:lvl4pPr>
              <a:defRPr sz="900">
                <a:latin typeface="Versos Light" panose="020B0403020204030204" pitchFamily="34" charset="0"/>
              </a:defRPr>
            </a:lvl4pPr>
            <a:lvl5pPr>
              <a:defRPr sz="900">
                <a:latin typeface="Versos Light" panose="020B0403020204030204" pitchFamily="34" charset="0"/>
              </a:defRPr>
            </a:lvl5pPr>
          </a:lstStyle>
          <a:p>
            <a:pPr lvl="0"/>
            <a:r>
              <a:rPr lang="en-US"/>
              <a:t>Fonte:</a:t>
            </a:r>
            <a:endParaRPr lang="pt-BR"/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7F86D482-580C-D22A-58CC-10B9C4F7EDD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34963" y="1518527"/>
            <a:ext cx="3741737" cy="2313464"/>
          </a:xfrm>
          <a:prstGeom prst="rect">
            <a:avLst/>
          </a:prstGeom>
          <a:ln>
            <a:solidFill>
              <a:schemeClr val="bg1"/>
            </a:solidFill>
          </a:ln>
        </p:spPr>
        <p:txBody>
          <a:bodyPr lIns="36000" tIns="36000" rIns="36000" bIns="36000"/>
          <a:lstStyle>
            <a:lvl1pPr marL="0" indent="0">
              <a:buNone/>
              <a:defRPr sz="120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Picture 8">
            <a:extLst>
              <a:ext uri="{FF2B5EF4-FFF2-40B4-BE49-F238E27FC236}">
                <a16:creationId xmlns:a16="http://schemas.microsoft.com/office/drawing/2014/main" id="{57BCE67C-64C7-2D0C-0DC2-7A4B4CC314E0}"/>
              </a:ext>
            </a:extLst>
          </p:cNvPr>
          <p:cNvSpPr/>
          <p:nvPr userDrawn="1"/>
        </p:nvSpPr>
        <p:spPr>
          <a:xfrm>
            <a:off x="11091186" y="377179"/>
            <a:ext cx="765852" cy="260086"/>
          </a:xfrm>
          <a:custGeom>
            <a:avLst/>
            <a:gdLst>
              <a:gd name="connsiteX0" fmla="*/ 739575 w 765852"/>
              <a:gd name="connsiteY0" fmla="*/ 143884 h 260086"/>
              <a:gd name="connsiteX1" fmla="*/ 765852 w 765852"/>
              <a:gd name="connsiteY1" fmla="*/ 83403 h 260086"/>
              <a:gd name="connsiteX2" fmla="*/ 739575 w 765852"/>
              <a:gd name="connsiteY2" fmla="*/ 22921 h 260086"/>
              <a:gd name="connsiteX3" fmla="*/ 672177 w 765852"/>
              <a:gd name="connsiteY3" fmla="*/ 0 h 260086"/>
              <a:gd name="connsiteX4" fmla="*/ 604779 w 765852"/>
              <a:gd name="connsiteY4" fmla="*/ 22921 h 260086"/>
              <a:gd name="connsiteX5" fmla="*/ 578501 w 765852"/>
              <a:gd name="connsiteY5" fmla="*/ 83403 h 260086"/>
              <a:gd name="connsiteX6" fmla="*/ 604779 w 765852"/>
              <a:gd name="connsiteY6" fmla="*/ 143884 h 260086"/>
              <a:gd name="connsiteX7" fmla="*/ 672177 w 765852"/>
              <a:gd name="connsiteY7" fmla="*/ 166805 h 260086"/>
              <a:gd name="connsiteX8" fmla="*/ 739575 w 765852"/>
              <a:gd name="connsiteY8" fmla="*/ 143884 h 260086"/>
              <a:gd name="connsiteX9" fmla="*/ 604595 w 765852"/>
              <a:gd name="connsiteY9" fmla="*/ 83403 h 260086"/>
              <a:gd name="connsiteX10" fmla="*/ 622611 w 765852"/>
              <a:gd name="connsiteY10" fmla="*/ 41871 h 260086"/>
              <a:gd name="connsiteX11" fmla="*/ 672177 w 765852"/>
              <a:gd name="connsiteY11" fmla="*/ 25719 h 260086"/>
              <a:gd name="connsiteX12" fmla="*/ 721742 w 765852"/>
              <a:gd name="connsiteY12" fmla="*/ 41871 h 260086"/>
              <a:gd name="connsiteX13" fmla="*/ 739759 w 765852"/>
              <a:gd name="connsiteY13" fmla="*/ 83403 h 260086"/>
              <a:gd name="connsiteX14" fmla="*/ 721742 w 765852"/>
              <a:gd name="connsiteY14" fmla="*/ 124934 h 260086"/>
              <a:gd name="connsiteX15" fmla="*/ 672177 w 765852"/>
              <a:gd name="connsiteY15" fmla="*/ 141077 h 260086"/>
              <a:gd name="connsiteX16" fmla="*/ 622611 w 765852"/>
              <a:gd name="connsiteY16" fmla="*/ 124934 h 260086"/>
              <a:gd name="connsiteX17" fmla="*/ 604595 w 765852"/>
              <a:gd name="connsiteY17" fmla="*/ 83403 h 260086"/>
              <a:gd name="connsiteX18" fmla="*/ 238310 w 765852"/>
              <a:gd name="connsiteY18" fmla="*/ 207181 h 260086"/>
              <a:gd name="connsiteX19" fmla="*/ 249560 w 765852"/>
              <a:gd name="connsiteY19" fmla="*/ 204081 h 260086"/>
              <a:gd name="connsiteX20" fmla="*/ 261562 w 765852"/>
              <a:gd name="connsiteY20" fmla="*/ 207713 h 260086"/>
              <a:gd name="connsiteX21" fmla="*/ 268163 w 765852"/>
              <a:gd name="connsiteY21" fmla="*/ 217812 h 260086"/>
              <a:gd name="connsiteX22" fmla="*/ 275874 w 765852"/>
              <a:gd name="connsiteY22" fmla="*/ 217812 h 260086"/>
              <a:gd name="connsiteX23" fmla="*/ 267145 w 765852"/>
              <a:gd name="connsiteY23" fmla="*/ 202568 h 260086"/>
              <a:gd name="connsiteX24" fmla="*/ 249917 w 765852"/>
              <a:gd name="connsiteY24" fmla="*/ 196982 h 260086"/>
              <a:gd name="connsiteX25" fmla="*/ 234322 w 765852"/>
              <a:gd name="connsiteY25" fmla="*/ 200926 h 260086"/>
              <a:gd name="connsiteX26" fmla="*/ 223961 w 765852"/>
              <a:gd name="connsiteY26" fmla="*/ 212052 h 260086"/>
              <a:gd name="connsiteX27" fmla="*/ 220330 w 765852"/>
              <a:gd name="connsiteY27" fmla="*/ 228534 h 260086"/>
              <a:gd name="connsiteX28" fmla="*/ 223961 w 765852"/>
              <a:gd name="connsiteY28" fmla="*/ 245062 h 260086"/>
              <a:gd name="connsiteX29" fmla="*/ 234322 w 765852"/>
              <a:gd name="connsiteY29" fmla="*/ 256142 h 260086"/>
              <a:gd name="connsiteX30" fmla="*/ 249917 w 765852"/>
              <a:gd name="connsiteY30" fmla="*/ 260086 h 260086"/>
              <a:gd name="connsiteX31" fmla="*/ 267145 w 765852"/>
              <a:gd name="connsiteY31" fmla="*/ 254501 h 260086"/>
              <a:gd name="connsiteX32" fmla="*/ 275782 w 765852"/>
              <a:gd name="connsiteY32" fmla="*/ 239256 h 260086"/>
              <a:gd name="connsiteX33" fmla="*/ 268071 w 765852"/>
              <a:gd name="connsiteY33" fmla="*/ 239256 h 260086"/>
              <a:gd name="connsiteX34" fmla="*/ 261516 w 765852"/>
              <a:gd name="connsiteY34" fmla="*/ 249401 h 260086"/>
              <a:gd name="connsiteX35" fmla="*/ 249560 w 765852"/>
              <a:gd name="connsiteY35" fmla="*/ 252987 h 260086"/>
              <a:gd name="connsiteX36" fmla="*/ 238310 w 765852"/>
              <a:gd name="connsiteY36" fmla="*/ 249887 h 260086"/>
              <a:gd name="connsiteX37" fmla="*/ 230828 w 765852"/>
              <a:gd name="connsiteY37" fmla="*/ 241201 h 260086"/>
              <a:gd name="connsiteX38" fmla="*/ 228215 w 765852"/>
              <a:gd name="connsiteY38" fmla="*/ 228525 h 260086"/>
              <a:gd name="connsiteX39" fmla="*/ 230828 w 765852"/>
              <a:gd name="connsiteY39" fmla="*/ 215812 h 260086"/>
              <a:gd name="connsiteX40" fmla="*/ 238310 w 765852"/>
              <a:gd name="connsiteY40" fmla="*/ 207172 h 260086"/>
              <a:gd name="connsiteX41" fmla="*/ 335580 w 765852"/>
              <a:gd name="connsiteY41" fmla="*/ 197523 h 260086"/>
              <a:gd name="connsiteX42" fmla="*/ 311925 w 765852"/>
              <a:gd name="connsiteY42" fmla="*/ 259554 h 260086"/>
              <a:gd name="connsiteX43" fmla="*/ 319892 w 765852"/>
              <a:gd name="connsiteY43" fmla="*/ 259554 h 260086"/>
              <a:gd name="connsiteX44" fmla="*/ 326448 w 765852"/>
              <a:gd name="connsiteY44" fmla="*/ 242806 h 260086"/>
              <a:gd name="connsiteX45" fmla="*/ 353467 w 765852"/>
              <a:gd name="connsiteY45" fmla="*/ 242806 h 260086"/>
              <a:gd name="connsiteX46" fmla="*/ 360023 w 765852"/>
              <a:gd name="connsiteY46" fmla="*/ 259554 h 260086"/>
              <a:gd name="connsiteX47" fmla="*/ 368256 w 765852"/>
              <a:gd name="connsiteY47" fmla="*/ 259554 h 260086"/>
              <a:gd name="connsiteX48" fmla="*/ 344693 w 765852"/>
              <a:gd name="connsiteY48" fmla="*/ 197523 h 260086"/>
              <a:gd name="connsiteX49" fmla="*/ 335570 w 765852"/>
              <a:gd name="connsiteY49" fmla="*/ 197523 h 260086"/>
              <a:gd name="connsiteX50" fmla="*/ 328758 w 765852"/>
              <a:gd name="connsiteY50" fmla="*/ 235808 h 260086"/>
              <a:gd name="connsiteX51" fmla="*/ 339916 w 765852"/>
              <a:gd name="connsiteY51" fmla="*/ 205943 h 260086"/>
              <a:gd name="connsiteX52" fmla="*/ 351166 w 765852"/>
              <a:gd name="connsiteY52" fmla="*/ 235808 h 260086"/>
              <a:gd name="connsiteX53" fmla="*/ 328749 w 765852"/>
              <a:gd name="connsiteY53" fmla="*/ 235808 h 260086"/>
              <a:gd name="connsiteX54" fmla="*/ 725437 w 765852"/>
              <a:gd name="connsiteY54" fmla="*/ 197523 h 260086"/>
              <a:gd name="connsiteX55" fmla="*/ 717736 w 765852"/>
              <a:gd name="connsiteY55" fmla="*/ 197523 h 260086"/>
              <a:gd name="connsiteX56" fmla="*/ 717736 w 765852"/>
              <a:gd name="connsiteY56" fmla="*/ 259554 h 260086"/>
              <a:gd name="connsiteX57" fmla="*/ 753704 w 765852"/>
              <a:gd name="connsiteY57" fmla="*/ 259554 h 260086"/>
              <a:gd name="connsiteX58" fmla="*/ 753704 w 765852"/>
              <a:gd name="connsiteY58" fmla="*/ 252464 h 260086"/>
              <a:gd name="connsiteX59" fmla="*/ 725446 w 765852"/>
              <a:gd name="connsiteY59" fmla="*/ 252464 h 260086"/>
              <a:gd name="connsiteX60" fmla="*/ 725446 w 765852"/>
              <a:gd name="connsiteY60" fmla="*/ 197523 h 260086"/>
              <a:gd name="connsiteX61" fmla="*/ 250953 w 765852"/>
              <a:gd name="connsiteY61" fmla="*/ 2119 h 260086"/>
              <a:gd name="connsiteX62" fmla="*/ 225566 w 765852"/>
              <a:gd name="connsiteY62" fmla="*/ 2119 h 260086"/>
              <a:gd name="connsiteX63" fmla="*/ 225566 w 765852"/>
              <a:gd name="connsiteY63" fmla="*/ 164677 h 260086"/>
              <a:gd name="connsiteX64" fmla="*/ 250953 w 765852"/>
              <a:gd name="connsiteY64" fmla="*/ 164677 h 260086"/>
              <a:gd name="connsiteX65" fmla="*/ 250953 w 765852"/>
              <a:gd name="connsiteY65" fmla="*/ 2119 h 260086"/>
              <a:gd name="connsiteX66" fmla="*/ 80592 w 765852"/>
              <a:gd name="connsiteY66" fmla="*/ 62692 h 260086"/>
              <a:gd name="connsiteX67" fmla="*/ 80592 w 765852"/>
              <a:gd name="connsiteY67" fmla="*/ 164687 h 260086"/>
              <a:gd name="connsiteX68" fmla="*/ 106732 w 765852"/>
              <a:gd name="connsiteY68" fmla="*/ 164687 h 260086"/>
              <a:gd name="connsiteX69" fmla="*/ 106713 w 765852"/>
              <a:gd name="connsiteY69" fmla="*/ 62692 h 260086"/>
              <a:gd name="connsiteX70" fmla="*/ 95124 w 765852"/>
              <a:gd name="connsiteY70" fmla="*/ 28700 h 260086"/>
              <a:gd name="connsiteX71" fmla="*/ 93648 w 765852"/>
              <a:gd name="connsiteY71" fmla="*/ 26792 h 260086"/>
              <a:gd name="connsiteX72" fmla="*/ 92172 w 765852"/>
              <a:gd name="connsiteY72" fmla="*/ 28700 h 260086"/>
              <a:gd name="connsiteX73" fmla="*/ 80583 w 765852"/>
              <a:gd name="connsiteY73" fmla="*/ 62692 h 260086"/>
              <a:gd name="connsiteX74" fmla="*/ 47273 w 765852"/>
              <a:gd name="connsiteY74" fmla="*/ 2119 h 260086"/>
              <a:gd name="connsiteX75" fmla="*/ 0 w 765852"/>
              <a:gd name="connsiteY75" fmla="*/ 2119 h 260086"/>
              <a:gd name="connsiteX76" fmla="*/ 0 w 765852"/>
              <a:gd name="connsiteY76" fmla="*/ 26792 h 260086"/>
              <a:gd name="connsiteX77" fmla="*/ 93648 w 765852"/>
              <a:gd name="connsiteY77" fmla="*/ 26792 h 260086"/>
              <a:gd name="connsiteX78" fmla="*/ 91328 w 765852"/>
              <a:gd name="connsiteY78" fmla="*/ 23793 h 260086"/>
              <a:gd name="connsiteX79" fmla="*/ 47273 w 765852"/>
              <a:gd name="connsiteY79" fmla="*/ 2119 h 260086"/>
              <a:gd name="connsiteX80" fmla="*/ 95968 w 765852"/>
              <a:gd name="connsiteY80" fmla="*/ 23793 h 260086"/>
              <a:gd name="connsiteX81" fmla="*/ 93648 w 765852"/>
              <a:gd name="connsiteY81" fmla="*/ 26792 h 260086"/>
              <a:gd name="connsiteX82" fmla="*/ 187296 w 765852"/>
              <a:gd name="connsiteY82" fmla="*/ 26792 h 260086"/>
              <a:gd name="connsiteX83" fmla="*/ 187296 w 765852"/>
              <a:gd name="connsiteY83" fmla="*/ 2119 h 260086"/>
              <a:gd name="connsiteX84" fmla="*/ 140023 w 765852"/>
              <a:gd name="connsiteY84" fmla="*/ 2119 h 260086"/>
              <a:gd name="connsiteX85" fmla="*/ 95958 w 765852"/>
              <a:gd name="connsiteY85" fmla="*/ 23793 h 260086"/>
              <a:gd name="connsiteX86" fmla="*/ 514844 w 765852"/>
              <a:gd name="connsiteY86" fmla="*/ 164677 h 260086"/>
              <a:gd name="connsiteX87" fmla="*/ 540232 w 765852"/>
              <a:gd name="connsiteY87" fmla="*/ 164677 h 260086"/>
              <a:gd name="connsiteX88" fmla="*/ 540232 w 765852"/>
              <a:gd name="connsiteY88" fmla="*/ 2119 h 260086"/>
              <a:gd name="connsiteX89" fmla="*/ 514844 w 765852"/>
              <a:gd name="connsiteY89" fmla="*/ 2119 h 260086"/>
              <a:gd name="connsiteX90" fmla="*/ 514844 w 765852"/>
              <a:gd name="connsiteY90" fmla="*/ 164677 h 260086"/>
              <a:gd name="connsiteX91" fmla="*/ 495205 w 765852"/>
              <a:gd name="connsiteY91" fmla="*/ 259554 h 260086"/>
              <a:gd name="connsiteX92" fmla="*/ 502915 w 765852"/>
              <a:gd name="connsiteY92" fmla="*/ 259554 h 260086"/>
              <a:gd name="connsiteX93" fmla="*/ 502915 w 765852"/>
              <a:gd name="connsiteY93" fmla="*/ 197523 h 260086"/>
              <a:gd name="connsiteX94" fmla="*/ 495205 w 765852"/>
              <a:gd name="connsiteY94" fmla="*/ 197523 h 260086"/>
              <a:gd name="connsiteX95" fmla="*/ 495205 w 765852"/>
              <a:gd name="connsiteY95" fmla="*/ 259554 h 260086"/>
              <a:gd name="connsiteX96" fmla="*/ 544816 w 765852"/>
              <a:gd name="connsiteY96" fmla="*/ 204613 h 260086"/>
              <a:gd name="connsiteX97" fmla="*/ 564923 w 765852"/>
              <a:gd name="connsiteY97" fmla="*/ 204613 h 260086"/>
              <a:gd name="connsiteX98" fmla="*/ 564923 w 765852"/>
              <a:gd name="connsiteY98" fmla="*/ 259554 h 260086"/>
              <a:gd name="connsiteX99" fmla="*/ 572633 w 765852"/>
              <a:gd name="connsiteY99" fmla="*/ 259554 h 260086"/>
              <a:gd name="connsiteX100" fmla="*/ 572633 w 765852"/>
              <a:gd name="connsiteY100" fmla="*/ 204613 h 260086"/>
              <a:gd name="connsiteX101" fmla="*/ 592740 w 765852"/>
              <a:gd name="connsiteY101" fmla="*/ 204613 h 260086"/>
              <a:gd name="connsiteX102" fmla="*/ 592740 w 765852"/>
              <a:gd name="connsiteY102" fmla="*/ 197523 h 260086"/>
              <a:gd name="connsiteX103" fmla="*/ 544816 w 765852"/>
              <a:gd name="connsiteY103" fmla="*/ 197523 h 260086"/>
              <a:gd name="connsiteX104" fmla="*/ 544816 w 765852"/>
              <a:gd name="connsiteY104" fmla="*/ 204613 h 260086"/>
              <a:gd name="connsiteX105" fmla="*/ 287389 w 765852"/>
              <a:gd name="connsiteY105" fmla="*/ 2119 h 260086"/>
              <a:gd name="connsiteX106" fmla="*/ 345234 w 765852"/>
              <a:gd name="connsiteY106" fmla="*/ 140105 h 260086"/>
              <a:gd name="connsiteX107" fmla="*/ 381413 w 765852"/>
              <a:gd name="connsiteY107" fmla="*/ 166796 h 260086"/>
              <a:gd name="connsiteX108" fmla="*/ 382899 w 765852"/>
              <a:gd name="connsiteY108" fmla="*/ 166796 h 260086"/>
              <a:gd name="connsiteX109" fmla="*/ 316692 w 765852"/>
              <a:gd name="connsiteY109" fmla="*/ 2119 h 260086"/>
              <a:gd name="connsiteX110" fmla="*/ 287389 w 765852"/>
              <a:gd name="connsiteY110" fmla="*/ 2119 h 260086"/>
              <a:gd name="connsiteX111" fmla="*/ 443549 w 765852"/>
              <a:gd name="connsiteY111" fmla="*/ 199871 h 260086"/>
              <a:gd name="connsiteX112" fmla="*/ 432739 w 765852"/>
              <a:gd name="connsiteY112" fmla="*/ 197523 h 260086"/>
              <a:gd name="connsiteX113" fmla="*/ 408910 w 765852"/>
              <a:gd name="connsiteY113" fmla="*/ 197523 h 260086"/>
              <a:gd name="connsiteX114" fmla="*/ 408910 w 765852"/>
              <a:gd name="connsiteY114" fmla="*/ 259554 h 260086"/>
              <a:gd name="connsiteX115" fmla="*/ 416621 w 765852"/>
              <a:gd name="connsiteY115" fmla="*/ 259554 h 260086"/>
              <a:gd name="connsiteX116" fmla="*/ 416621 w 765852"/>
              <a:gd name="connsiteY116" fmla="*/ 235716 h 260086"/>
              <a:gd name="connsiteX117" fmla="*/ 432748 w 765852"/>
              <a:gd name="connsiteY117" fmla="*/ 235716 h 260086"/>
              <a:gd name="connsiteX118" fmla="*/ 443512 w 765852"/>
              <a:gd name="connsiteY118" fmla="*/ 233368 h 260086"/>
              <a:gd name="connsiteX119" fmla="*/ 450728 w 765852"/>
              <a:gd name="connsiteY119" fmla="*/ 226681 h 260086"/>
              <a:gd name="connsiteX120" fmla="*/ 453295 w 765852"/>
              <a:gd name="connsiteY120" fmla="*/ 216583 h 260086"/>
              <a:gd name="connsiteX121" fmla="*/ 450774 w 765852"/>
              <a:gd name="connsiteY121" fmla="*/ 206521 h 260086"/>
              <a:gd name="connsiteX122" fmla="*/ 443558 w 765852"/>
              <a:gd name="connsiteY122" fmla="*/ 199871 h 260086"/>
              <a:gd name="connsiteX123" fmla="*/ 441779 w 765852"/>
              <a:gd name="connsiteY123" fmla="*/ 225351 h 260086"/>
              <a:gd name="connsiteX124" fmla="*/ 432033 w 765852"/>
              <a:gd name="connsiteY124" fmla="*/ 228635 h 260086"/>
              <a:gd name="connsiteX125" fmla="*/ 416621 w 765852"/>
              <a:gd name="connsiteY125" fmla="*/ 228635 h 260086"/>
              <a:gd name="connsiteX126" fmla="*/ 416621 w 765852"/>
              <a:gd name="connsiteY126" fmla="*/ 204622 h 260086"/>
              <a:gd name="connsiteX127" fmla="*/ 432125 w 765852"/>
              <a:gd name="connsiteY127" fmla="*/ 204622 h 260086"/>
              <a:gd name="connsiteX128" fmla="*/ 441825 w 765852"/>
              <a:gd name="connsiteY128" fmla="*/ 207860 h 260086"/>
              <a:gd name="connsiteX129" fmla="*/ 445410 w 765852"/>
              <a:gd name="connsiteY129" fmla="*/ 216592 h 260086"/>
              <a:gd name="connsiteX130" fmla="*/ 441779 w 765852"/>
              <a:gd name="connsiteY130" fmla="*/ 225361 h 260086"/>
              <a:gd name="connsiteX131" fmla="*/ 382889 w 765852"/>
              <a:gd name="connsiteY131" fmla="*/ 166805 h 260086"/>
              <a:gd name="connsiteX132" fmla="*/ 384375 w 765852"/>
              <a:gd name="connsiteY132" fmla="*/ 166805 h 260086"/>
              <a:gd name="connsiteX133" fmla="*/ 420554 w 765852"/>
              <a:gd name="connsiteY133" fmla="*/ 140114 h 260086"/>
              <a:gd name="connsiteX134" fmla="*/ 478399 w 765852"/>
              <a:gd name="connsiteY134" fmla="*/ 2128 h 260086"/>
              <a:gd name="connsiteX135" fmla="*/ 449096 w 765852"/>
              <a:gd name="connsiteY135" fmla="*/ 2128 h 260086"/>
              <a:gd name="connsiteX136" fmla="*/ 382889 w 765852"/>
              <a:gd name="connsiteY136" fmla="*/ 166814 h 260086"/>
              <a:gd name="connsiteX137" fmla="*/ 644368 w 765852"/>
              <a:gd name="connsiteY137" fmla="*/ 197523 h 260086"/>
              <a:gd name="connsiteX138" fmla="*/ 620714 w 765852"/>
              <a:gd name="connsiteY138" fmla="*/ 259554 h 260086"/>
              <a:gd name="connsiteX139" fmla="*/ 628690 w 765852"/>
              <a:gd name="connsiteY139" fmla="*/ 259554 h 260086"/>
              <a:gd name="connsiteX140" fmla="*/ 635246 w 765852"/>
              <a:gd name="connsiteY140" fmla="*/ 242806 h 260086"/>
              <a:gd name="connsiteX141" fmla="*/ 662266 w 765852"/>
              <a:gd name="connsiteY141" fmla="*/ 242806 h 260086"/>
              <a:gd name="connsiteX142" fmla="*/ 668821 w 765852"/>
              <a:gd name="connsiteY142" fmla="*/ 259554 h 260086"/>
              <a:gd name="connsiteX143" fmla="*/ 677055 w 765852"/>
              <a:gd name="connsiteY143" fmla="*/ 259554 h 260086"/>
              <a:gd name="connsiteX144" fmla="*/ 653491 w 765852"/>
              <a:gd name="connsiteY144" fmla="*/ 197523 h 260086"/>
              <a:gd name="connsiteX145" fmla="*/ 644368 w 765852"/>
              <a:gd name="connsiteY145" fmla="*/ 197523 h 260086"/>
              <a:gd name="connsiteX146" fmla="*/ 637547 w 765852"/>
              <a:gd name="connsiteY146" fmla="*/ 235808 h 260086"/>
              <a:gd name="connsiteX147" fmla="*/ 648705 w 765852"/>
              <a:gd name="connsiteY147" fmla="*/ 205943 h 260086"/>
              <a:gd name="connsiteX148" fmla="*/ 659955 w 765852"/>
              <a:gd name="connsiteY148" fmla="*/ 235808 h 260086"/>
              <a:gd name="connsiteX149" fmla="*/ 637538 w 765852"/>
              <a:gd name="connsiteY149" fmla="*/ 235808 h 260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</a:cxnLst>
            <a:rect l="l" t="t" r="r" b="b"/>
            <a:pathLst>
              <a:path w="765852" h="260086">
                <a:moveTo>
                  <a:pt x="739575" y="143884"/>
                </a:moveTo>
                <a:cubicBezTo>
                  <a:pt x="756519" y="128906"/>
                  <a:pt x="765852" y="107425"/>
                  <a:pt x="765852" y="83403"/>
                </a:cubicBezTo>
                <a:cubicBezTo>
                  <a:pt x="765852" y="59381"/>
                  <a:pt x="756519" y="37899"/>
                  <a:pt x="739575" y="22921"/>
                </a:cubicBezTo>
                <a:cubicBezTo>
                  <a:pt x="722613" y="7925"/>
                  <a:pt x="699307" y="0"/>
                  <a:pt x="672177" y="0"/>
                </a:cubicBezTo>
                <a:cubicBezTo>
                  <a:pt x="645047" y="0"/>
                  <a:pt x="621740" y="7925"/>
                  <a:pt x="604779" y="22921"/>
                </a:cubicBezTo>
                <a:cubicBezTo>
                  <a:pt x="587835" y="37899"/>
                  <a:pt x="578501" y="59381"/>
                  <a:pt x="578501" y="83403"/>
                </a:cubicBezTo>
                <a:cubicBezTo>
                  <a:pt x="578501" y="107425"/>
                  <a:pt x="587835" y="128906"/>
                  <a:pt x="604779" y="143884"/>
                </a:cubicBezTo>
                <a:cubicBezTo>
                  <a:pt x="621740" y="158881"/>
                  <a:pt x="645047" y="166805"/>
                  <a:pt x="672177" y="166805"/>
                </a:cubicBezTo>
                <a:cubicBezTo>
                  <a:pt x="699307" y="166805"/>
                  <a:pt x="722613" y="158881"/>
                  <a:pt x="739575" y="143884"/>
                </a:cubicBezTo>
                <a:close/>
                <a:moveTo>
                  <a:pt x="604595" y="83403"/>
                </a:moveTo>
                <a:cubicBezTo>
                  <a:pt x="604595" y="66489"/>
                  <a:pt x="610821" y="52135"/>
                  <a:pt x="622611" y="41871"/>
                </a:cubicBezTo>
                <a:cubicBezTo>
                  <a:pt x="634751" y="31305"/>
                  <a:pt x="651887" y="25719"/>
                  <a:pt x="672177" y="25719"/>
                </a:cubicBezTo>
                <a:cubicBezTo>
                  <a:pt x="692467" y="25719"/>
                  <a:pt x="709603" y="31305"/>
                  <a:pt x="721742" y="41871"/>
                </a:cubicBezTo>
                <a:cubicBezTo>
                  <a:pt x="733524" y="52126"/>
                  <a:pt x="739759" y="66489"/>
                  <a:pt x="739759" y="83403"/>
                </a:cubicBezTo>
                <a:cubicBezTo>
                  <a:pt x="739759" y="100316"/>
                  <a:pt x="733533" y="114671"/>
                  <a:pt x="721742" y="124934"/>
                </a:cubicBezTo>
                <a:cubicBezTo>
                  <a:pt x="709603" y="135501"/>
                  <a:pt x="692467" y="141077"/>
                  <a:pt x="672177" y="141077"/>
                </a:cubicBezTo>
                <a:cubicBezTo>
                  <a:pt x="651887" y="141077"/>
                  <a:pt x="634741" y="135491"/>
                  <a:pt x="622611" y="124934"/>
                </a:cubicBezTo>
                <a:cubicBezTo>
                  <a:pt x="610830" y="114671"/>
                  <a:pt x="604595" y="100316"/>
                  <a:pt x="604595" y="83403"/>
                </a:cubicBezTo>
                <a:close/>
                <a:moveTo>
                  <a:pt x="238310" y="207181"/>
                </a:moveTo>
                <a:cubicBezTo>
                  <a:pt x="241556" y="205118"/>
                  <a:pt x="245306" y="204081"/>
                  <a:pt x="249560" y="204081"/>
                </a:cubicBezTo>
                <a:cubicBezTo>
                  <a:pt x="254282" y="204081"/>
                  <a:pt x="258288" y="205292"/>
                  <a:pt x="261562" y="207713"/>
                </a:cubicBezTo>
                <a:cubicBezTo>
                  <a:pt x="264835" y="210135"/>
                  <a:pt x="267035" y="213501"/>
                  <a:pt x="268163" y="217812"/>
                </a:cubicBezTo>
                <a:lnTo>
                  <a:pt x="275874" y="217812"/>
                </a:lnTo>
                <a:cubicBezTo>
                  <a:pt x="274691" y="211373"/>
                  <a:pt x="271784" y="206292"/>
                  <a:pt x="267145" y="202568"/>
                </a:cubicBezTo>
                <a:cubicBezTo>
                  <a:pt x="262506" y="198844"/>
                  <a:pt x="256766" y="196982"/>
                  <a:pt x="249917" y="196982"/>
                </a:cubicBezTo>
                <a:cubicBezTo>
                  <a:pt x="244013" y="196982"/>
                  <a:pt x="238814" y="198293"/>
                  <a:pt x="234322" y="200926"/>
                </a:cubicBezTo>
                <a:cubicBezTo>
                  <a:pt x="229838" y="203558"/>
                  <a:pt x="226382" y="207264"/>
                  <a:pt x="223961" y="212052"/>
                </a:cubicBezTo>
                <a:cubicBezTo>
                  <a:pt x="221541" y="216840"/>
                  <a:pt x="220330" y="222334"/>
                  <a:pt x="220330" y="228534"/>
                </a:cubicBezTo>
                <a:cubicBezTo>
                  <a:pt x="220330" y="234734"/>
                  <a:pt x="221541" y="240302"/>
                  <a:pt x="223961" y="245062"/>
                </a:cubicBezTo>
                <a:cubicBezTo>
                  <a:pt x="226382" y="249823"/>
                  <a:pt x="229838" y="253510"/>
                  <a:pt x="234322" y="256142"/>
                </a:cubicBezTo>
                <a:cubicBezTo>
                  <a:pt x="238805" y="258775"/>
                  <a:pt x="244004" y="260086"/>
                  <a:pt x="249917" y="260086"/>
                </a:cubicBezTo>
                <a:cubicBezTo>
                  <a:pt x="256831" y="260086"/>
                  <a:pt x="262570" y="258224"/>
                  <a:pt x="267145" y="254501"/>
                </a:cubicBezTo>
                <a:cubicBezTo>
                  <a:pt x="271720" y="250777"/>
                  <a:pt x="274599" y="245695"/>
                  <a:pt x="275782" y="239256"/>
                </a:cubicBezTo>
                <a:lnTo>
                  <a:pt x="268071" y="239256"/>
                </a:lnTo>
                <a:cubicBezTo>
                  <a:pt x="266888" y="243631"/>
                  <a:pt x="264706" y="247007"/>
                  <a:pt x="261516" y="249401"/>
                </a:cubicBezTo>
                <a:cubicBezTo>
                  <a:pt x="258325" y="251795"/>
                  <a:pt x="254337" y="252987"/>
                  <a:pt x="249560" y="252987"/>
                </a:cubicBezTo>
                <a:cubicBezTo>
                  <a:pt x="245306" y="252987"/>
                  <a:pt x="241556" y="251951"/>
                  <a:pt x="238310" y="249887"/>
                </a:cubicBezTo>
                <a:cubicBezTo>
                  <a:pt x="235064" y="247823"/>
                  <a:pt x="232561" y="244925"/>
                  <a:pt x="230828" y="241201"/>
                </a:cubicBezTo>
                <a:cubicBezTo>
                  <a:pt x="229086" y="237477"/>
                  <a:pt x="228215" y="233258"/>
                  <a:pt x="228215" y="228525"/>
                </a:cubicBezTo>
                <a:cubicBezTo>
                  <a:pt x="228215" y="223792"/>
                  <a:pt x="229086" y="219499"/>
                  <a:pt x="230828" y="215812"/>
                </a:cubicBezTo>
                <a:cubicBezTo>
                  <a:pt x="232570" y="212125"/>
                  <a:pt x="235064" y="209245"/>
                  <a:pt x="238310" y="207172"/>
                </a:cubicBezTo>
                <a:close/>
                <a:moveTo>
                  <a:pt x="335580" y="197523"/>
                </a:moveTo>
                <a:lnTo>
                  <a:pt x="311925" y="259554"/>
                </a:lnTo>
                <a:lnTo>
                  <a:pt x="319892" y="259554"/>
                </a:lnTo>
                <a:lnTo>
                  <a:pt x="326448" y="242806"/>
                </a:lnTo>
                <a:lnTo>
                  <a:pt x="353467" y="242806"/>
                </a:lnTo>
                <a:lnTo>
                  <a:pt x="360023" y="259554"/>
                </a:lnTo>
                <a:lnTo>
                  <a:pt x="368256" y="259554"/>
                </a:lnTo>
                <a:lnTo>
                  <a:pt x="344693" y="197523"/>
                </a:lnTo>
                <a:lnTo>
                  <a:pt x="335570" y="197523"/>
                </a:lnTo>
                <a:close/>
                <a:moveTo>
                  <a:pt x="328758" y="235808"/>
                </a:moveTo>
                <a:lnTo>
                  <a:pt x="339916" y="205943"/>
                </a:lnTo>
                <a:lnTo>
                  <a:pt x="351166" y="235808"/>
                </a:lnTo>
                <a:lnTo>
                  <a:pt x="328749" y="235808"/>
                </a:lnTo>
                <a:close/>
                <a:moveTo>
                  <a:pt x="725437" y="197523"/>
                </a:moveTo>
                <a:lnTo>
                  <a:pt x="717736" y="197523"/>
                </a:lnTo>
                <a:lnTo>
                  <a:pt x="717736" y="259554"/>
                </a:lnTo>
                <a:lnTo>
                  <a:pt x="753704" y="259554"/>
                </a:lnTo>
                <a:lnTo>
                  <a:pt x="753704" y="252464"/>
                </a:lnTo>
                <a:lnTo>
                  <a:pt x="725446" y="252464"/>
                </a:lnTo>
                <a:lnTo>
                  <a:pt x="725446" y="197523"/>
                </a:lnTo>
                <a:close/>
                <a:moveTo>
                  <a:pt x="250953" y="2119"/>
                </a:moveTo>
                <a:lnTo>
                  <a:pt x="225566" y="2119"/>
                </a:lnTo>
                <a:lnTo>
                  <a:pt x="225566" y="164677"/>
                </a:lnTo>
                <a:lnTo>
                  <a:pt x="250953" y="164677"/>
                </a:lnTo>
                <a:lnTo>
                  <a:pt x="250953" y="2119"/>
                </a:lnTo>
                <a:close/>
                <a:moveTo>
                  <a:pt x="80592" y="62692"/>
                </a:moveTo>
                <a:lnTo>
                  <a:pt x="80592" y="164687"/>
                </a:lnTo>
                <a:cubicBezTo>
                  <a:pt x="80592" y="164687"/>
                  <a:pt x="106732" y="164687"/>
                  <a:pt x="106732" y="164687"/>
                </a:cubicBezTo>
                <a:lnTo>
                  <a:pt x="106713" y="62692"/>
                </a:lnTo>
                <a:cubicBezTo>
                  <a:pt x="106713" y="50282"/>
                  <a:pt x="102707" y="38523"/>
                  <a:pt x="95124" y="28700"/>
                </a:cubicBezTo>
                <a:lnTo>
                  <a:pt x="93648" y="26792"/>
                </a:lnTo>
                <a:lnTo>
                  <a:pt x="92172" y="28700"/>
                </a:lnTo>
                <a:cubicBezTo>
                  <a:pt x="84589" y="38523"/>
                  <a:pt x="80583" y="50273"/>
                  <a:pt x="80583" y="62692"/>
                </a:cubicBezTo>
                <a:close/>
                <a:moveTo>
                  <a:pt x="47273" y="2119"/>
                </a:moveTo>
                <a:lnTo>
                  <a:pt x="0" y="2119"/>
                </a:lnTo>
                <a:lnTo>
                  <a:pt x="0" y="26792"/>
                </a:lnTo>
                <a:lnTo>
                  <a:pt x="93648" y="26792"/>
                </a:lnTo>
                <a:lnTo>
                  <a:pt x="91328" y="23793"/>
                </a:lnTo>
                <a:cubicBezTo>
                  <a:pt x="80693" y="10025"/>
                  <a:pt x="64629" y="2119"/>
                  <a:pt x="47273" y="2119"/>
                </a:cubicBezTo>
                <a:close/>
                <a:moveTo>
                  <a:pt x="95968" y="23793"/>
                </a:moveTo>
                <a:lnTo>
                  <a:pt x="93648" y="26792"/>
                </a:lnTo>
                <a:lnTo>
                  <a:pt x="187296" y="26792"/>
                </a:lnTo>
                <a:lnTo>
                  <a:pt x="187296" y="2119"/>
                </a:lnTo>
                <a:lnTo>
                  <a:pt x="140023" y="2119"/>
                </a:lnTo>
                <a:cubicBezTo>
                  <a:pt x="122657" y="2119"/>
                  <a:pt x="106603" y="10016"/>
                  <a:pt x="95958" y="23793"/>
                </a:cubicBezTo>
                <a:close/>
                <a:moveTo>
                  <a:pt x="514844" y="164677"/>
                </a:moveTo>
                <a:lnTo>
                  <a:pt x="540232" y="164677"/>
                </a:lnTo>
                <a:lnTo>
                  <a:pt x="540232" y="2119"/>
                </a:lnTo>
                <a:lnTo>
                  <a:pt x="514844" y="2119"/>
                </a:lnTo>
                <a:lnTo>
                  <a:pt x="514844" y="164677"/>
                </a:lnTo>
                <a:close/>
                <a:moveTo>
                  <a:pt x="495205" y="259554"/>
                </a:moveTo>
                <a:lnTo>
                  <a:pt x="502915" y="259554"/>
                </a:lnTo>
                <a:lnTo>
                  <a:pt x="502915" y="197523"/>
                </a:lnTo>
                <a:lnTo>
                  <a:pt x="495205" y="197523"/>
                </a:lnTo>
                <a:lnTo>
                  <a:pt x="495205" y="259554"/>
                </a:lnTo>
                <a:close/>
                <a:moveTo>
                  <a:pt x="544816" y="204613"/>
                </a:moveTo>
                <a:lnTo>
                  <a:pt x="564923" y="204613"/>
                </a:lnTo>
                <a:lnTo>
                  <a:pt x="564923" y="259554"/>
                </a:lnTo>
                <a:lnTo>
                  <a:pt x="572633" y="259554"/>
                </a:lnTo>
                <a:lnTo>
                  <a:pt x="572633" y="204613"/>
                </a:lnTo>
                <a:lnTo>
                  <a:pt x="592740" y="204613"/>
                </a:lnTo>
                <a:lnTo>
                  <a:pt x="592740" y="197523"/>
                </a:lnTo>
                <a:lnTo>
                  <a:pt x="544816" y="197523"/>
                </a:lnTo>
                <a:lnTo>
                  <a:pt x="544816" y="204613"/>
                </a:lnTo>
                <a:close/>
                <a:moveTo>
                  <a:pt x="287389" y="2119"/>
                </a:moveTo>
                <a:cubicBezTo>
                  <a:pt x="287389" y="2119"/>
                  <a:pt x="335680" y="117220"/>
                  <a:pt x="345234" y="140105"/>
                </a:cubicBezTo>
                <a:cubicBezTo>
                  <a:pt x="356374" y="166796"/>
                  <a:pt x="374464" y="166796"/>
                  <a:pt x="381413" y="166796"/>
                </a:cubicBezTo>
                <a:lnTo>
                  <a:pt x="382899" y="166796"/>
                </a:lnTo>
                <a:lnTo>
                  <a:pt x="316692" y="2119"/>
                </a:lnTo>
                <a:lnTo>
                  <a:pt x="287389" y="2119"/>
                </a:lnTo>
                <a:close/>
                <a:moveTo>
                  <a:pt x="443549" y="199871"/>
                </a:moveTo>
                <a:cubicBezTo>
                  <a:pt x="440413" y="198303"/>
                  <a:pt x="436819" y="197523"/>
                  <a:pt x="432739" y="197523"/>
                </a:cubicBezTo>
                <a:lnTo>
                  <a:pt x="408910" y="197523"/>
                </a:lnTo>
                <a:lnTo>
                  <a:pt x="408910" y="259554"/>
                </a:lnTo>
                <a:lnTo>
                  <a:pt x="416621" y="259554"/>
                </a:lnTo>
                <a:lnTo>
                  <a:pt x="416621" y="235716"/>
                </a:lnTo>
                <a:lnTo>
                  <a:pt x="432748" y="235716"/>
                </a:lnTo>
                <a:cubicBezTo>
                  <a:pt x="436819" y="235716"/>
                  <a:pt x="440413" y="234936"/>
                  <a:pt x="443512" y="233368"/>
                </a:cubicBezTo>
                <a:cubicBezTo>
                  <a:pt x="446611" y="231799"/>
                  <a:pt x="449013" y="229571"/>
                  <a:pt x="450728" y="226681"/>
                </a:cubicBezTo>
                <a:cubicBezTo>
                  <a:pt x="452442" y="223783"/>
                  <a:pt x="453295" y="220417"/>
                  <a:pt x="453295" y="216583"/>
                </a:cubicBezTo>
                <a:cubicBezTo>
                  <a:pt x="453295" y="212749"/>
                  <a:pt x="452452" y="209392"/>
                  <a:pt x="450774" y="206521"/>
                </a:cubicBezTo>
                <a:cubicBezTo>
                  <a:pt x="449087" y="203659"/>
                  <a:pt x="446685" y="201439"/>
                  <a:pt x="443558" y="199871"/>
                </a:cubicBezTo>
                <a:close/>
                <a:moveTo>
                  <a:pt x="441779" y="225351"/>
                </a:moveTo>
                <a:cubicBezTo>
                  <a:pt x="439359" y="227534"/>
                  <a:pt x="436113" y="228635"/>
                  <a:pt x="432033" y="228635"/>
                </a:cubicBezTo>
                <a:lnTo>
                  <a:pt x="416621" y="228635"/>
                </a:lnTo>
                <a:lnTo>
                  <a:pt x="416621" y="204622"/>
                </a:lnTo>
                <a:lnTo>
                  <a:pt x="432125" y="204622"/>
                </a:lnTo>
                <a:cubicBezTo>
                  <a:pt x="436196" y="204622"/>
                  <a:pt x="439432" y="205705"/>
                  <a:pt x="441825" y="207860"/>
                </a:cubicBezTo>
                <a:cubicBezTo>
                  <a:pt x="444218" y="210015"/>
                  <a:pt x="445410" y="212923"/>
                  <a:pt x="445410" y="216592"/>
                </a:cubicBezTo>
                <a:cubicBezTo>
                  <a:pt x="445410" y="220261"/>
                  <a:pt x="444200" y="223178"/>
                  <a:pt x="441779" y="225361"/>
                </a:cubicBezTo>
                <a:close/>
                <a:moveTo>
                  <a:pt x="382889" y="166805"/>
                </a:moveTo>
                <a:lnTo>
                  <a:pt x="384375" y="166805"/>
                </a:lnTo>
                <a:cubicBezTo>
                  <a:pt x="391334" y="166805"/>
                  <a:pt x="409423" y="166805"/>
                  <a:pt x="420554" y="140114"/>
                </a:cubicBezTo>
                <a:cubicBezTo>
                  <a:pt x="430099" y="117230"/>
                  <a:pt x="478399" y="2128"/>
                  <a:pt x="478399" y="2128"/>
                </a:cubicBezTo>
                <a:lnTo>
                  <a:pt x="449096" y="2128"/>
                </a:lnTo>
                <a:lnTo>
                  <a:pt x="382889" y="166814"/>
                </a:lnTo>
                <a:close/>
                <a:moveTo>
                  <a:pt x="644368" y="197523"/>
                </a:moveTo>
                <a:lnTo>
                  <a:pt x="620714" y="259554"/>
                </a:lnTo>
                <a:lnTo>
                  <a:pt x="628690" y="259554"/>
                </a:lnTo>
                <a:lnTo>
                  <a:pt x="635246" y="242806"/>
                </a:lnTo>
                <a:lnTo>
                  <a:pt x="662266" y="242806"/>
                </a:lnTo>
                <a:lnTo>
                  <a:pt x="668821" y="259554"/>
                </a:lnTo>
                <a:lnTo>
                  <a:pt x="677055" y="259554"/>
                </a:lnTo>
                <a:lnTo>
                  <a:pt x="653491" y="197523"/>
                </a:lnTo>
                <a:lnTo>
                  <a:pt x="644368" y="197523"/>
                </a:lnTo>
                <a:close/>
                <a:moveTo>
                  <a:pt x="637547" y="235808"/>
                </a:moveTo>
                <a:lnTo>
                  <a:pt x="648705" y="205943"/>
                </a:lnTo>
                <a:lnTo>
                  <a:pt x="659955" y="235808"/>
                </a:lnTo>
                <a:lnTo>
                  <a:pt x="637538" y="235808"/>
                </a:lnTo>
                <a:close/>
              </a:path>
            </a:pathLst>
          </a:custGeom>
          <a:solidFill>
            <a:schemeClr val="bg1"/>
          </a:solidFill>
          <a:ln w="1061" cap="flat">
            <a:noFill/>
            <a:prstDash val="solid"/>
            <a:miter/>
          </a:ln>
        </p:spPr>
        <p:txBody>
          <a:bodyPr rtlCol="0" anchor="ctr"/>
          <a:lstStyle/>
          <a:p>
            <a:endParaRPr lang="pt-BR" sz="849">
              <a:solidFill>
                <a:schemeClr val="bg1"/>
              </a:solidFill>
            </a:endParaRPr>
          </a:p>
        </p:txBody>
      </p:sp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7858F1CA-0E09-F094-AD45-52092585CA1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225800" y="1518527"/>
            <a:ext cx="3740400" cy="4776078"/>
          </a:xfrm>
          <a:prstGeom prst="rect">
            <a:avLst/>
          </a:prstGeom>
          <a:ln>
            <a:solidFill>
              <a:schemeClr val="bg1"/>
            </a:solidFill>
          </a:ln>
        </p:spPr>
        <p:txBody>
          <a:bodyPr lIns="36000" tIns="36000" rIns="36000" bIns="36000"/>
          <a:lstStyle>
            <a:lvl1pPr marL="0" indent="0">
              <a:buNone/>
              <a:defRPr sz="120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4E170CD4-5C01-DD85-2A0A-98954D99CAC5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34962" y="3987408"/>
            <a:ext cx="3741737" cy="2313464"/>
          </a:xfrm>
          <a:prstGeom prst="rect">
            <a:avLst/>
          </a:prstGeom>
          <a:ln>
            <a:solidFill>
              <a:schemeClr val="bg1"/>
            </a:solidFill>
          </a:ln>
        </p:spPr>
        <p:txBody>
          <a:bodyPr lIns="36000" tIns="36000" rIns="36000" bIns="36000"/>
          <a:lstStyle>
            <a:lvl1pPr marL="0" indent="0">
              <a:buNone/>
              <a:defRPr sz="120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805EFAA-C04F-7113-90E8-A7D66AF3528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116638" y="1524793"/>
            <a:ext cx="3740400" cy="4776079"/>
          </a:xfrm>
          <a:prstGeom prst="rect">
            <a:avLst/>
          </a:prstGeom>
          <a:ln>
            <a:solidFill>
              <a:schemeClr val="bg1"/>
            </a:solidFill>
          </a:ln>
        </p:spPr>
        <p:txBody>
          <a:bodyPr lIns="36000" tIns="36000" rIns="36000" bIns="36000"/>
          <a:lstStyle>
            <a:lvl1pPr marL="0" indent="0">
              <a:buNone/>
              <a:defRPr sz="120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5ABCE8D-7E28-9176-5F42-ED60E4527C5E}"/>
              </a:ext>
            </a:extLst>
          </p:cNvPr>
          <p:cNvCxnSpPr/>
          <p:nvPr userDrawn="1"/>
        </p:nvCxnSpPr>
        <p:spPr>
          <a:xfrm>
            <a:off x="334964" y="185353"/>
            <a:ext cx="10415415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968721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469">
          <p15:clr>
            <a:srgbClr val="FBAE40"/>
          </p15:clr>
        </p15:guide>
        <p15:guide id="2" orient="horz" pos="3974">
          <p15:clr>
            <a:srgbClr val="FBAE40"/>
          </p15:clr>
        </p15:guide>
        <p15:guide id="3" orient="horz" pos="232">
          <p15:clr>
            <a:srgbClr val="FBAE40"/>
          </p15:clr>
        </p15:guide>
        <p15:guide id="4" pos="211">
          <p15:clr>
            <a:srgbClr val="FBAE40"/>
          </p15:clr>
        </p15:guide>
        <p15:guide id="5" orient="horz" pos="4065">
          <p15:clr>
            <a:srgbClr val="FBAE40"/>
          </p15:clr>
        </p15:guide>
        <p15:guide id="6" orient="horz" pos="799">
          <p15:clr>
            <a:srgbClr val="FBAE40"/>
          </p15:clr>
        </p15:guide>
        <p15:guide id="7" orient="horz" pos="935">
          <p15:clr>
            <a:srgbClr val="FBAE40"/>
          </p15:clr>
        </p15:guide>
      </p15:sldGuideLst>
    </p:ext>
  </p:extLst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ítulo | 2 linhas - High Grade">
    <p:bg>
      <p:bgPr>
        <a:gradFill>
          <a:gsLst>
            <a:gs pos="81000">
              <a:schemeClr val="tx1">
                <a:lumMod val="85000"/>
                <a:lumOff val="15000"/>
              </a:schemeClr>
            </a:gs>
            <a:gs pos="100000">
              <a:schemeClr val="tx1">
                <a:lumMod val="95000"/>
                <a:lumOff val="5000"/>
              </a:schemeClr>
            </a:gs>
            <a:gs pos="0">
              <a:schemeClr val="accent1"/>
            </a:gs>
          </a:gsLst>
          <a:lin ang="7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B13D7C-5A47-B0DF-B518-26E79F5D2DB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64" y="368301"/>
            <a:ext cx="10183813" cy="4308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err="1"/>
              <a:t>Título</a:t>
            </a:r>
            <a:endParaRPr lang="en-US"/>
          </a:p>
        </p:txBody>
      </p:sp>
      <p:sp>
        <p:nvSpPr>
          <p:cNvPr id="2" name="Espaço Reservado para Número de Slide 5">
            <a:extLst>
              <a:ext uri="{FF2B5EF4-FFF2-40B4-BE49-F238E27FC236}">
                <a16:creationId xmlns:a16="http://schemas.microsoft.com/office/drawing/2014/main" id="{21758EB3-F057-8CDF-FF61-35E724EF59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61763" y="6482556"/>
            <a:ext cx="295275" cy="1692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 sz="1100">
                <a:solidFill>
                  <a:schemeClr val="bg1"/>
                </a:solidFill>
                <a:latin typeface="Versos" panose="020B0503020204030204" pitchFamily="34" charset="0"/>
                <a:cs typeface="Versos" panose="020B0503020204030204" pitchFamily="34" charset="0"/>
              </a:defRPr>
            </a:lvl1pPr>
          </a:lstStyle>
          <a:p>
            <a:fld id="{77667D73-C69A-4DAA-9003-24A825D36FE9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7" name="Text Placeholder 8">
            <a:extLst>
              <a:ext uri="{FF2B5EF4-FFF2-40B4-BE49-F238E27FC236}">
                <a16:creationId xmlns:a16="http://schemas.microsoft.com/office/drawing/2014/main" id="{5629EC08-34A0-4F4F-BF0C-DAE3D73CA1C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34964" y="1949414"/>
            <a:ext cx="5648397" cy="435931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F37A98A2-2A9D-056F-7CA4-B986B817076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4963" y="6482557"/>
            <a:ext cx="10980000" cy="138499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900">
                <a:latin typeface="Versos Light" panose="020B0403020204030204" pitchFamily="34" charset="0"/>
              </a:defRPr>
            </a:lvl2pPr>
            <a:lvl3pPr>
              <a:defRPr sz="900">
                <a:latin typeface="Versos Light" panose="020B0403020204030204" pitchFamily="34" charset="0"/>
              </a:defRPr>
            </a:lvl3pPr>
            <a:lvl4pPr>
              <a:defRPr sz="900">
                <a:latin typeface="Versos Light" panose="020B0403020204030204" pitchFamily="34" charset="0"/>
              </a:defRPr>
            </a:lvl4pPr>
            <a:lvl5pPr>
              <a:defRPr sz="900">
                <a:latin typeface="Versos Light" panose="020B0403020204030204" pitchFamily="34" charset="0"/>
              </a:defRPr>
            </a:lvl5pPr>
          </a:lstStyle>
          <a:p>
            <a:pPr lvl="0"/>
            <a:r>
              <a:rPr lang="en-US"/>
              <a:t>Fonte:</a:t>
            </a:r>
            <a:endParaRPr lang="pt-BR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ECBC137-580C-65EB-C713-E63CDBDB515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208641" y="1949414"/>
            <a:ext cx="5648397" cy="435931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D1CF13AF-F1F7-29D7-F0C3-C23BE528C9A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34964" y="1518528"/>
            <a:ext cx="5648397" cy="21544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47497781-FD6B-9B5D-3237-9AD784B8880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208641" y="1518528"/>
            <a:ext cx="5648397" cy="21544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Picture 8">
            <a:extLst>
              <a:ext uri="{FF2B5EF4-FFF2-40B4-BE49-F238E27FC236}">
                <a16:creationId xmlns:a16="http://schemas.microsoft.com/office/drawing/2014/main" id="{EB78A079-9AB0-B349-256E-BC9ED4CF0623}"/>
              </a:ext>
            </a:extLst>
          </p:cNvPr>
          <p:cNvSpPr/>
          <p:nvPr userDrawn="1"/>
        </p:nvSpPr>
        <p:spPr>
          <a:xfrm>
            <a:off x="11091186" y="377179"/>
            <a:ext cx="765852" cy="260086"/>
          </a:xfrm>
          <a:custGeom>
            <a:avLst/>
            <a:gdLst>
              <a:gd name="connsiteX0" fmla="*/ 739575 w 765852"/>
              <a:gd name="connsiteY0" fmla="*/ 143884 h 260086"/>
              <a:gd name="connsiteX1" fmla="*/ 765852 w 765852"/>
              <a:gd name="connsiteY1" fmla="*/ 83403 h 260086"/>
              <a:gd name="connsiteX2" fmla="*/ 739575 w 765852"/>
              <a:gd name="connsiteY2" fmla="*/ 22921 h 260086"/>
              <a:gd name="connsiteX3" fmla="*/ 672177 w 765852"/>
              <a:gd name="connsiteY3" fmla="*/ 0 h 260086"/>
              <a:gd name="connsiteX4" fmla="*/ 604779 w 765852"/>
              <a:gd name="connsiteY4" fmla="*/ 22921 h 260086"/>
              <a:gd name="connsiteX5" fmla="*/ 578501 w 765852"/>
              <a:gd name="connsiteY5" fmla="*/ 83403 h 260086"/>
              <a:gd name="connsiteX6" fmla="*/ 604779 w 765852"/>
              <a:gd name="connsiteY6" fmla="*/ 143884 h 260086"/>
              <a:gd name="connsiteX7" fmla="*/ 672177 w 765852"/>
              <a:gd name="connsiteY7" fmla="*/ 166805 h 260086"/>
              <a:gd name="connsiteX8" fmla="*/ 739575 w 765852"/>
              <a:gd name="connsiteY8" fmla="*/ 143884 h 260086"/>
              <a:gd name="connsiteX9" fmla="*/ 604595 w 765852"/>
              <a:gd name="connsiteY9" fmla="*/ 83403 h 260086"/>
              <a:gd name="connsiteX10" fmla="*/ 622611 w 765852"/>
              <a:gd name="connsiteY10" fmla="*/ 41871 h 260086"/>
              <a:gd name="connsiteX11" fmla="*/ 672177 w 765852"/>
              <a:gd name="connsiteY11" fmla="*/ 25719 h 260086"/>
              <a:gd name="connsiteX12" fmla="*/ 721742 w 765852"/>
              <a:gd name="connsiteY12" fmla="*/ 41871 h 260086"/>
              <a:gd name="connsiteX13" fmla="*/ 739759 w 765852"/>
              <a:gd name="connsiteY13" fmla="*/ 83403 h 260086"/>
              <a:gd name="connsiteX14" fmla="*/ 721742 w 765852"/>
              <a:gd name="connsiteY14" fmla="*/ 124934 h 260086"/>
              <a:gd name="connsiteX15" fmla="*/ 672177 w 765852"/>
              <a:gd name="connsiteY15" fmla="*/ 141077 h 260086"/>
              <a:gd name="connsiteX16" fmla="*/ 622611 w 765852"/>
              <a:gd name="connsiteY16" fmla="*/ 124934 h 260086"/>
              <a:gd name="connsiteX17" fmla="*/ 604595 w 765852"/>
              <a:gd name="connsiteY17" fmla="*/ 83403 h 260086"/>
              <a:gd name="connsiteX18" fmla="*/ 238310 w 765852"/>
              <a:gd name="connsiteY18" fmla="*/ 207181 h 260086"/>
              <a:gd name="connsiteX19" fmla="*/ 249560 w 765852"/>
              <a:gd name="connsiteY19" fmla="*/ 204081 h 260086"/>
              <a:gd name="connsiteX20" fmla="*/ 261562 w 765852"/>
              <a:gd name="connsiteY20" fmla="*/ 207713 h 260086"/>
              <a:gd name="connsiteX21" fmla="*/ 268163 w 765852"/>
              <a:gd name="connsiteY21" fmla="*/ 217812 h 260086"/>
              <a:gd name="connsiteX22" fmla="*/ 275874 w 765852"/>
              <a:gd name="connsiteY22" fmla="*/ 217812 h 260086"/>
              <a:gd name="connsiteX23" fmla="*/ 267145 w 765852"/>
              <a:gd name="connsiteY23" fmla="*/ 202568 h 260086"/>
              <a:gd name="connsiteX24" fmla="*/ 249917 w 765852"/>
              <a:gd name="connsiteY24" fmla="*/ 196982 h 260086"/>
              <a:gd name="connsiteX25" fmla="*/ 234322 w 765852"/>
              <a:gd name="connsiteY25" fmla="*/ 200926 h 260086"/>
              <a:gd name="connsiteX26" fmla="*/ 223961 w 765852"/>
              <a:gd name="connsiteY26" fmla="*/ 212052 h 260086"/>
              <a:gd name="connsiteX27" fmla="*/ 220330 w 765852"/>
              <a:gd name="connsiteY27" fmla="*/ 228534 h 260086"/>
              <a:gd name="connsiteX28" fmla="*/ 223961 w 765852"/>
              <a:gd name="connsiteY28" fmla="*/ 245062 h 260086"/>
              <a:gd name="connsiteX29" fmla="*/ 234322 w 765852"/>
              <a:gd name="connsiteY29" fmla="*/ 256142 h 260086"/>
              <a:gd name="connsiteX30" fmla="*/ 249917 w 765852"/>
              <a:gd name="connsiteY30" fmla="*/ 260086 h 260086"/>
              <a:gd name="connsiteX31" fmla="*/ 267145 w 765852"/>
              <a:gd name="connsiteY31" fmla="*/ 254501 h 260086"/>
              <a:gd name="connsiteX32" fmla="*/ 275782 w 765852"/>
              <a:gd name="connsiteY32" fmla="*/ 239256 h 260086"/>
              <a:gd name="connsiteX33" fmla="*/ 268071 w 765852"/>
              <a:gd name="connsiteY33" fmla="*/ 239256 h 260086"/>
              <a:gd name="connsiteX34" fmla="*/ 261516 w 765852"/>
              <a:gd name="connsiteY34" fmla="*/ 249401 h 260086"/>
              <a:gd name="connsiteX35" fmla="*/ 249560 w 765852"/>
              <a:gd name="connsiteY35" fmla="*/ 252987 h 260086"/>
              <a:gd name="connsiteX36" fmla="*/ 238310 w 765852"/>
              <a:gd name="connsiteY36" fmla="*/ 249887 h 260086"/>
              <a:gd name="connsiteX37" fmla="*/ 230828 w 765852"/>
              <a:gd name="connsiteY37" fmla="*/ 241201 h 260086"/>
              <a:gd name="connsiteX38" fmla="*/ 228215 w 765852"/>
              <a:gd name="connsiteY38" fmla="*/ 228525 h 260086"/>
              <a:gd name="connsiteX39" fmla="*/ 230828 w 765852"/>
              <a:gd name="connsiteY39" fmla="*/ 215812 h 260086"/>
              <a:gd name="connsiteX40" fmla="*/ 238310 w 765852"/>
              <a:gd name="connsiteY40" fmla="*/ 207172 h 260086"/>
              <a:gd name="connsiteX41" fmla="*/ 335580 w 765852"/>
              <a:gd name="connsiteY41" fmla="*/ 197523 h 260086"/>
              <a:gd name="connsiteX42" fmla="*/ 311925 w 765852"/>
              <a:gd name="connsiteY42" fmla="*/ 259554 h 260086"/>
              <a:gd name="connsiteX43" fmla="*/ 319892 w 765852"/>
              <a:gd name="connsiteY43" fmla="*/ 259554 h 260086"/>
              <a:gd name="connsiteX44" fmla="*/ 326448 w 765852"/>
              <a:gd name="connsiteY44" fmla="*/ 242806 h 260086"/>
              <a:gd name="connsiteX45" fmla="*/ 353467 w 765852"/>
              <a:gd name="connsiteY45" fmla="*/ 242806 h 260086"/>
              <a:gd name="connsiteX46" fmla="*/ 360023 w 765852"/>
              <a:gd name="connsiteY46" fmla="*/ 259554 h 260086"/>
              <a:gd name="connsiteX47" fmla="*/ 368256 w 765852"/>
              <a:gd name="connsiteY47" fmla="*/ 259554 h 260086"/>
              <a:gd name="connsiteX48" fmla="*/ 344693 w 765852"/>
              <a:gd name="connsiteY48" fmla="*/ 197523 h 260086"/>
              <a:gd name="connsiteX49" fmla="*/ 335570 w 765852"/>
              <a:gd name="connsiteY49" fmla="*/ 197523 h 260086"/>
              <a:gd name="connsiteX50" fmla="*/ 328758 w 765852"/>
              <a:gd name="connsiteY50" fmla="*/ 235808 h 260086"/>
              <a:gd name="connsiteX51" fmla="*/ 339916 w 765852"/>
              <a:gd name="connsiteY51" fmla="*/ 205943 h 260086"/>
              <a:gd name="connsiteX52" fmla="*/ 351166 w 765852"/>
              <a:gd name="connsiteY52" fmla="*/ 235808 h 260086"/>
              <a:gd name="connsiteX53" fmla="*/ 328749 w 765852"/>
              <a:gd name="connsiteY53" fmla="*/ 235808 h 260086"/>
              <a:gd name="connsiteX54" fmla="*/ 725437 w 765852"/>
              <a:gd name="connsiteY54" fmla="*/ 197523 h 260086"/>
              <a:gd name="connsiteX55" fmla="*/ 717736 w 765852"/>
              <a:gd name="connsiteY55" fmla="*/ 197523 h 260086"/>
              <a:gd name="connsiteX56" fmla="*/ 717736 w 765852"/>
              <a:gd name="connsiteY56" fmla="*/ 259554 h 260086"/>
              <a:gd name="connsiteX57" fmla="*/ 753704 w 765852"/>
              <a:gd name="connsiteY57" fmla="*/ 259554 h 260086"/>
              <a:gd name="connsiteX58" fmla="*/ 753704 w 765852"/>
              <a:gd name="connsiteY58" fmla="*/ 252464 h 260086"/>
              <a:gd name="connsiteX59" fmla="*/ 725446 w 765852"/>
              <a:gd name="connsiteY59" fmla="*/ 252464 h 260086"/>
              <a:gd name="connsiteX60" fmla="*/ 725446 w 765852"/>
              <a:gd name="connsiteY60" fmla="*/ 197523 h 260086"/>
              <a:gd name="connsiteX61" fmla="*/ 250953 w 765852"/>
              <a:gd name="connsiteY61" fmla="*/ 2119 h 260086"/>
              <a:gd name="connsiteX62" fmla="*/ 225566 w 765852"/>
              <a:gd name="connsiteY62" fmla="*/ 2119 h 260086"/>
              <a:gd name="connsiteX63" fmla="*/ 225566 w 765852"/>
              <a:gd name="connsiteY63" fmla="*/ 164677 h 260086"/>
              <a:gd name="connsiteX64" fmla="*/ 250953 w 765852"/>
              <a:gd name="connsiteY64" fmla="*/ 164677 h 260086"/>
              <a:gd name="connsiteX65" fmla="*/ 250953 w 765852"/>
              <a:gd name="connsiteY65" fmla="*/ 2119 h 260086"/>
              <a:gd name="connsiteX66" fmla="*/ 80592 w 765852"/>
              <a:gd name="connsiteY66" fmla="*/ 62692 h 260086"/>
              <a:gd name="connsiteX67" fmla="*/ 80592 w 765852"/>
              <a:gd name="connsiteY67" fmla="*/ 164687 h 260086"/>
              <a:gd name="connsiteX68" fmla="*/ 106732 w 765852"/>
              <a:gd name="connsiteY68" fmla="*/ 164687 h 260086"/>
              <a:gd name="connsiteX69" fmla="*/ 106713 w 765852"/>
              <a:gd name="connsiteY69" fmla="*/ 62692 h 260086"/>
              <a:gd name="connsiteX70" fmla="*/ 95124 w 765852"/>
              <a:gd name="connsiteY70" fmla="*/ 28700 h 260086"/>
              <a:gd name="connsiteX71" fmla="*/ 93648 w 765852"/>
              <a:gd name="connsiteY71" fmla="*/ 26792 h 260086"/>
              <a:gd name="connsiteX72" fmla="*/ 92172 w 765852"/>
              <a:gd name="connsiteY72" fmla="*/ 28700 h 260086"/>
              <a:gd name="connsiteX73" fmla="*/ 80583 w 765852"/>
              <a:gd name="connsiteY73" fmla="*/ 62692 h 260086"/>
              <a:gd name="connsiteX74" fmla="*/ 47273 w 765852"/>
              <a:gd name="connsiteY74" fmla="*/ 2119 h 260086"/>
              <a:gd name="connsiteX75" fmla="*/ 0 w 765852"/>
              <a:gd name="connsiteY75" fmla="*/ 2119 h 260086"/>
              <a:gd name="connsiteX76" fmla="*/ 0 w 765852"/>
              <a:gd name="connsiteY76" fmla="*/ 26792 h 260086"/>
              <a:gd name="connsiteX77" fmla="*/ 93648 w 765852"/>
              <a:gd name="connsiteY77" fmla="*/ 26792 h 260086"/>
              <a:gd name="connsiteX78" fmla="*/ 91328 w 765852"/>
              <a:gd name="connsiteY78" fmla="*/ 23793 h 260086"/>
              <a:gd name="connsiteX79" fmla="*/ 47273 w 765852"/>
              <a:gd name="connsiteY79" fmla="*/ 2119 h 260086"/>
              <a:gd name="connsiteX80" fmla="*/ 95968 w 765852"/>
              <a:gd name="connsiteY80" fmla="*/ 23793 h 260086"/>
              <a:gd name="connsiteX81" fmla="*/ 93648 w 765852"/>
              <a:gd name="connsiteY81" fmla="*/ 26792 h 260086"/>
              <a:gd name="connsiteX82" fmla="*/ 187296 w 765852"/>
              <a:gd name="connsiteY82" fmla="*/ 26792 h 260086"/>
              <a:gd name="connsiteX83" fmla="*/ 187296 w 765852"/>
              <a:gd name="connsiteY83" fmla="*/ 2119 h 260086"/>
              <a:gd name="connsiteX84" fmla="*/ 140023 w 765852"/>
              <a:gd name="connsiteY84" fmla="*/ 2119 h 260086"/>
              <a:gd name="connsiteX85" fmla="*/ 95958 w 765852"/>
              <a:gd name="connsiteY85" fmla="*/ 23793 h 260086"/>
              <a:gd name="connsiteX86" fmla="*/ 514844 w 765852"/>
              <a:gd name="connsiteY86" fmla="*/ 164677 h 260086"/>
              <a:gd name="connsiteX87" fmla="*/ 540232 w 765852"/>
              <a:gd name="connsiteY87" fmla="*/ 164677 h 260086"/>
              <a:gd name="connsiteX88" fmla="*/ 540232 w 765852"/>
              <a:gd name="connsiteY88" fmla="*/ 2119 h 260086"/>
              <a:gd name="connsiteX89" fmla="*/ 514844 w 765852"/>
              <a:gd name="connsiteY89" fmla="*/ 2119 h 260086"/>
              <a:gd name="connsiteX90" fmla="*/ 514844 w 765852"/>
              <a:gd name="connsiteY90" fmla="*/ 164677 h 260086"/>
              <a:gd name="connsiteX91" fmla="*/ 495205 w 765852"/>
              <a:gd name="connsiteY91" fmla="*/ 259554 h 260086"/>
              <a:gd name="connsiteX92" fmla="*/ 502915 w 765852"/>
              <a:gd name="connsiteY92" fmla="*/ 259554 h 260086"/>
              <a:gd name="connsiteX93" fmla="*/ 502915 w 765852"/>
              <a:gd name="connsiteY93" fmla="*/ 197523 h 260086"/>
              <a:gd name="connsiteX94" fmla="*/ 495205 w 765852"/>
              <a:gd name="connsiteY94" fmla="*/ 197523 h 260086"/>
              <a:gd name="connsiteX95" fmla="*/ 495205 w 765852"/>
              <a:gd name="connsiteY95" fmla="*/ 259554 h 260086"/>
              <a:gd name="connsiteX96" fmla="*/ 544816 w 765852"/>
              <a:gd name="connsiteY96" fmla="*/ 204613 h 260086"/>
              <a:gd name="connsiteX97" fmla="*/ 564923 w 765852"/>
              <a:gd name="connsiteY97" fmla="*/ 204613 h 260086"/>
              <a:gd name="connsiteX98" fmla="*/ 564923 w 765852"/>
              <a:gd name="connsiteY98" fmla="*/ 259554 h 260086"/>
              <a:gd name="connsiteX99" fmla="*/ 572633 w 765852"/>
              <a:gd name="connsiteY99" fmla="*/ 259554 h 260086"/>
              <a:gd name="connsiteX100" fmla="*/ 572633 w 765852"/>
              <a:gd name="connsiteY100" fmla="*/ 204613 h 260086"/>
              <a:gd name="connsiteX101" fmla="*/ 592740 w 765852"/>
              <a:gd name="connsiteY101" fmla="*/ 204613 h 260086"/>
              <a:gd name="connsiteX102" fmla="*/ 592740 w 765852"/>
              <a:gd name="connsiteY102" fmla="*/ 197523 h 260086"/>
              <a:gd name="connsiteX103" fmla="*/ 544816 w 765852"/>
              <a:gd name="connsiteY103" fmla="*/ 197523 h 260086"/>
              <a:gd name="connsiteX104" fmla="*/ 544816 w 765852"/>
              <a:gd name="connsiteY104" fmla="*/ 204613 h 260086"/>
              <a:gd name="connsiteX105" fmla="*/ 287389 w 765852"/>
              <a:gd name="connsiteY105" fmla="*/ 2119 h 260086"/>
              <a:gd name="connsiteX106" fmla="*/ 345234 w 765852"/>
              <a:gd name="connsiteY106" fmla="*/ 140105 h 260086"/>
              <a:gd name="connsiteX107" fmla="*/ 381413 w 765852"/>
              <a:gd name="connsiteY107" fmla="*/ 166796 h 260086"/>
              <a:gd name="connsiteX108" fmla="*/ 382899 w 765852"/>
              <a:gd name="connsiteY108" fmla="*/ 166796 h 260086"/>
              <a:gd name="connsiteX109" fmla="*/ 316692 w 765852"/>
              <a:gd name="connsiteY109" fmla="*/ 2119 h 260086"/>
              <a:gd name="connsiteX110" fmla="*/ 287389 w 765852"/>
              <a:gd name="connsiteY110" fmla="*/ 2119 h 260086"/>
              <a:gd name="connsiteX111" fmla="*/ 443549 w 765852"/>
              <a:gd name="connsiteY111" fmla="*/ 199871 h 260086"/>
              <a:gd name="connsiteX112" fmla="*/ 432739 w 765852"/>
              <a:gd name="connsiteY112" fmla="*/ 197523 h 260086"/>
              <a:gd name="connsiteX113" fmla="*/ 408910 w 765852"/>
              <a:gd name="connsiteY113" fmla="*/ 197523 h 260086"/>
              <a:gd name="connsiteX114" fmla="*/ 408910 w 765852"/>
              <a:gd name="connsiteY114" fmla="*/ 259554 h 260086"/>
              <a:gd name="connsiteX115" fmla="*/ 416621 w 765852"/>
              <a:gd name="connsiteY115" fmla="*/ 259554 h 260086"/>
              <a:gd name="connsiteX116" fmla="*/ 416621 w 765852"/>
              <a:gd name="connsiteY116" fmla="*/ 235716 h 260086"/>
              <a:gd name="connsiteX117" fmla="*/ 432748 w 765852"/>
              <a:gd name="connsiteY117" fmla="*/ 235716 h 260086"/>
              <a:gd name="connsiteX118" fmla="*/ 443512 w 765852"/>
              <a:gd name="connsiteY118" fmla="*/ 233368 h 260086"/>
              <a:gd name="connsiteX119" fmla="*/ 450728 w 765852"/>
              <a:gd name="connsiteY119" fmla="*/ 226681 h 260086"/>
              <a:gd name="connsiteX120" fmla="*/ 453295 w 765852"/>
              <a:gd name="connsiteY120" fmla="*/ 216583 h 260086"/>
              <a:gd name="connsiteX121" fmla="*/ 450774 w 765852"/>
              <a:gd name="connsiteY121" fmla="*/ 206521 h 260086"/>
              <a:gd name="connsiteX122" fmla="*/ 443558 w 765852"/>
              <a:gd name="connsiteY122" fmla="*/ 199871 h 260086"/>
              <a:gd name="connsiteX123" fmla="*/ 441779 w 765852"/>
              <a:gd name="connsiteY123" fmla="*/ 225351 h 260086"/>
              <a:gd name="connsiteX124" fmla="*/ 432033 w 765852"/>
              <a:gd name="connsiteY124" fmla="*/ 228635 h 260086"/>
              <a:gd name="connsiteX125" fmla="*/ 416621 w 765852"/>
              <a:gd name="connsiteY125" fmla="*/ 228635 h 260086"/>
              <a:gd name="connsiteX126" fmla="*/ 416621 w 765852"/>
              <a:gd name="connsiteY126" fmla="*/ 204622 h 260086"/>
              <a:gd name="connsiteX127" fmla="*/ 432125 w 765852"/>
              <a:gd name="connsiteY127" fmla="*/ 204622 h 260086"/>
              <a:gd name="connsiteX128" fmla="*/ 441825 w 765852"/>
              <a:gd name="connsiteY128" fmla="*/ 207860 h 260086"/>
              <a:gd name="connsiteX129" fmla="*/ 445410 w 765852"/>
              <a:gd name="connsiteY129" fmla="*/ 216592 h 260086"/>
              <a:gd name="connsiteX130" fmla="*/ 441779 w 765852"/>
              <a:gd name="connsiteY130" fmla="*/ 225361 h 260086"/>
              <a:gd name="connsiteX131" fmla="*/ 382889 w 765852"/>
              <a:gd name="connsiteY131" fmla="*/ 166805 h 260086"/>
              <a:gd name="connsiteX132" fmla="*/ 384375 w 765852"/>
              <a:gd name="connsiteY132" fmla="*/ 166805 h 260086"/>
              <a:gd name="connsiteX133" fmla="*/ 420554 w 765852"/>
              <a:gd name="connsiteY133" fmla="*/ 140114 h 260086"/>
              <a:gd name="connsiteX134" fmla="*/ 478399 w 765852"/>
              <a:gd name="connsiteY134" fmla="*/ 2128 h 260086"/>
              <a:gd name="connsiteX135" fmla="*/ 449096 w 765852"/>
              <a:gd name="connsiteY135" fmla="*/ 2128 h 260086"/>
              <a:gd name="connsiteX136" fmla="*/ 382889 w 765852"/>
              <a:gd name="connsiteY136" fmla="*/ 166814 h 260086"/>
              <a:gd name="connsiteX137" fmla="*/ 644368 w 765852"/>
              <a:gd name="connsiteY137" fmla="*/ 197523 h 260086"/>
              <a:gd name="connsiteX138" fmla="*/ 620714 w 765852"/>
              <a:gd name="connsiteY138" fmla="*/ 259554 h 260086"/>
              <a:gd name="connsiteX139" fmla="*/ 628690 w 765852"/>
              <a:gd name="connsiteY139" fmla="*/ 259554 h 260086"/>
              <a:gd name="connsiteX140" fmla="*/ 635246 w 765852"/>
              <a:gd name="connsiteY140" fmla="*/ 242806 h 260086"/>
              <a:gd name="connsiteX141" fmla="*/ 662266 w 765852"/>
              <a:gd name="connsiteY141" fmla="*/ 242806 h 260086"/>
              <a:gd name="connsiteX142" fmla="*/ 668821 w 765852"/>
              <a:gd name="connsiteY142" fmla="*/ 259554 h 260086"/>
              <a:gd name="connsiteX143" fmla="*/ 677055 w 765852"/>
              <a:gd name="connsiteY143" fmla="*/ 259554 h 260086"/>
              <a:gd name="connsiteX144" fmla="*/ 653491 w 765852"/>
              <a:gd name="connsiteY144" fmla="*/ 197523 h 260086"/>
              <a:gd name="connsiteX145" fmla="*/ 644368 w 765852"/>
              <a:gd name="connsiteY145" fmla="*/ 197523 h 260086"/>
              <a:gd name="connsiteX146" fmla="*/ 637547 w 765852"/>
              <a:gd name="connsiteY146" fmla="*/ 235808 h 260086"/>
              <a:gd name="connsiteX147" fmla="*/ 648705 w 765852"/>
              <a:gd name="connsiteY147" fmla="*/ 205943 h 260086"/>
              <a:gd name="connsiteX148" fmla="*/ 659955 w 765852"/>
              <a:gd name="connsiteY148" fmla="*/ 235808 h 260086"/>
              <a:gd name="connsiteX149" fmla="*/ 637538 w 765852"/>
              <a:gd name="connsiteY149" fmla="*/ 235808 h 260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</a:cxnLst>
            <a:rect l="l" t="t" r="r" b="b"/>
            <a:pathLst>
              <a:path w="765852" h="260086">
                <a:moveTo>
                  <a:pt x="739575" y="143884"/>
                </a:moveTo>
                <a:cubicBezTo>
                  <a:pt x="756519" y="128906"/>
                  <a:pt x="765852" y="107425"/>
                  <a:pt x="765852" y="83403"/>
                </a:cubicBezTo>
                <a:cubicBezTo>
                  <a:pt x="765852" y="59381"/>
                  <a:pt x="756519" y="37899"/>
                  <a:pt x="739575" y="22921"/>
                </a:cubicBezTo>
                <a:cubicBezTo>
                  <a:pt x="722613" y="7925"/>
                  <a:pt x="699307" y="0"/>
                  <a:pt x="672177" y="0"/>
                </a:cubicBezTo>
                <a:cubicBezTo>
                  <a:pt x="645047" y="0"/>
                  <a:pt x="621740" y="7925"/>
                  <a:pt x="604779" y="22921"/>
                </a:cubicBezTo>
                <a:cubicBezTo>
                  <a:pt x="587835" y="37899"/>
                  <a:pt x="578501" y="59381"/>
                  <a:pt x="578501" y="83403"/>
                </a:cubicBezTo>
                <a:cubicBezTo>
                  <a:pt x="578501" y="107425"/>
                  <a:pt x="587835" y="128906"/>
                  <a:pt x="604779" y="143884"/>
                </a:cubicBezTo>
                <a:cubicBezTo>
                  <a:pt x="621740" y="158881"/>
                  <a:pt x="645047" y="166805"/>
                  <a:pt x="672177" y="166805"/>
                </a:cubicBezTo>
                <a:cubicBezTo>
                  <a:pt x="699307" y="166805"/>
                  <a:pt x="722613" y="158881"/>
                  <a:pt x="739575" y="143884"/>
                </a:cubicBezTo>
                <a:close/>
                <a:moveTo>
                  <a:pt x="604595" y="83403"/>
                </a:moveTo>
                <a:cubicBezTo>
                  <a:pt x="604595" y="66489"/>
                  <a:pt x="610821" y="52135"/>
                  <a:pt x="622611" y="41871"/>
                </a:cubicBezTo>
                <a:cubicBezTo>
                  <a:pt x="634751" y="31305"/>
                  <a:pt x="651887" y="25719"/>
                  <a:pt x="672177" y="25719"/>
                </a:cubicBezTo>
                <a:cubicBezTo>
                  <a:pt x="692467" y="25719"/>
                  <a:pt x="709603" y="31305"/>
                  <a:pt x="721742" y="41871"/>
                </a:cubicBezTo>
                <a:cubicBezTo>
                  <a:pt x="733524" y="52126"/>
                  <a:pt x="739759" y="66489"/>
                  <a:pt x="739759" y="83403"/>
                </a:cubicBezTo>
                <a:cubicBezTo>
                  <a:pt x="739759" y="100316"/>
                  <a:pt x="733533" y="114671"/>
                  <a:pt x="721742" y="124934"/>
                </a:cubicBezTo>
                <a:cubicBezTo>
                  <a:pt x="709603" y="135501"/>
                  <a:pt x="692467" y="141077"/>
                  <a:pt x="672177" y="141077"/>
                </a:cubicBezTo>
                <a:cubicBezTo>
                  <a:pt x="651887" y="141077"/>
                  <a:pt x="634741" y="135491"/>
                  <a:pt x="622611" y="124934"/>
                </a:cubicBezTo>
                <a:cubicBezTo>
                  <a:pt x="610830" y="114671"/>
                  <a:pt x="604595" y="100316"/>
                  <a:pt x="604595" y="83403"/>
                </a:cubicBezTo>
                <a:close/>
                <a:moveTo>
                  <a:pt x="238310" y="207181"/>
                </a:moveTo>
                <a:cubicBezTo>
                  <a:pt x="241556" y="205118"/>
                  <a:pt x="245306" y="204081"/>
                  <a:pt x="249560" y="204081"/>
                </a:cubicBezTo>
                <a:cubicBezTo>
                  <a:pt x="254282" y="204081"/>
                  <a:pt x="258288" y="205292"/>
                  <a:pt x="261562" y="207713"/>
                </a:cubicBezTo>
                <a:cubicBezTo>
                  <a:pt x="264835" y="210135"/>
                  <a:pt x="267035" y="213501"/>
                  <a:pt x="268163" y="217812"/>
                </a:cubicBezTo>
                <a:lnTo>
                  <a:pt x="275874" y="217812"/>
                </a:lnTo>
                <a:cubicBezTo>
                  <a:pt x="274691" y="211373"/>
                  <a:pt x="271784" y="206292"/>
                  <a:pt x="267145" y="202568"/>
                </a:cubicBezTo>
                <a:cubicBezTo>
                  <a:pt x="262506" y="198844"/>
                  <a:pt x="256766" y="196982"/>
                  <a:pt x="249917" y="196982"/>
                </a:cubicBezTo>
                <a:cubicBezTo>
                  <a:pt x="244013" y="196982"/>
                  <a:pt x="238814" y="198293"/>
                  <a:pt x="234322" y="200926"/>
                </a:cubicBezTo>
                <a:cubicBezTo>
                  <a:pt x="229838" y="203558"/>
                  <a:pt x="226382" y="207264"/>
                  <a:pt x="223961" y="212052"/>
                </a:cubicBezTo>
                <a:cubicBezTo>
                  <a:pt x="221541" y="216840"/>
                  <a:pt x="220330" y="222334"/>
                  <a:pt x="220330" y="228534"/>
                </a:cubicBezTo>
                <a:cubicBezTo>
                  <a:pt x="220330" y="234734"/>
                  <a:pt x="221541" y="240302"/>
                  <a:pt x="223961" y="245062"/>
                </a:cubicBezTo>
                <a:cubicBezTo>
                  <a:pt x="226382" y="249823"/>
                  <a:pt x="229838" y="253510"/>
                  <a:pt x="234322" y="256142"/>
                </a:cubicBezTo>
                <a:cubicBezTo>
                  <a:pt x="238805" y="258775"/>
                  <a:pt x="244004" y="260086"/>
                  <a:pt x="249917" y="260086"/>
                </a:cubicBezTo>
                <a:cubicBezTo>
                  <a:pt x="256831" y="260086"/>
                  <a:pt x="262570" y="258224"/>
                  <a:pt x="267145" y="254501"/>
                </a:cubicBezTo>
                <a:cubicBezTo>
                  <a:pt x="271720" y="250777"/>
                  <a:pt x="274599" y="245695"/>
                  <a:pt x="275782" y="239256"/>
                </a:cubicBezTo>
                <a:lnTo>
                  <a:pt x="268071" y="239256"/>
                </a:lnTo>
                <a:cubicBezTo>
                  <a:pt x="266888" y="243631"/>
                  <a:pt x="264706" y="247007"/>
                  <a:pt x="261516" y="249401"/>
                </a:cubicBezTo>
                <a:cubicBezTo>
                  <a:pt x="258325" y="251795"/>
                  <a:pt x="254337" y="252987"/>
                  <a:pt x="249560" y="252987"/>
                </a:cubicBezTo>
                <a:cubicBezTo>
                  <a:pt x="245306" y="252987"/>
                  <a:pt x="241556" y="251951"/>
                  <a:pt x="238310" y="249887"/>
                </a:cubicBezTo>
                <a:cubicBezTo>
                  <a:pt x="235064" y="247823"/>
                  <a:pt x="232561" y="244925"/>
                  <a:pt x="230828" y="241201"/>
                </a:cubicBezTo>
                <a:cubicBezTo>
                  <a:pt x="229086" y="237477"/>
                  <a:pt x="228215" y="233258"/>
                  <a:pt x="228215" y="228525"/>
                </a:cubicBezTo>
                <a:cubicBezTo>
                  <a:pt x="228215" y="223792"/>
                  <a:pt x="229086" y="219499"/>
                  <a:pt x="230828" y="215812"/>
                </a:cubicBezTo>
                <a:cubicBezTo>
                  <a:pt x="232570" y="212125"/>
                  <a:pt x="235064" y="209245"/>
                  <a:pt x="238310" y="207172"/>
                </a:cubicBezTo>
                <a:close/>
                <a:moveTo>
                  <a:pt x="335580" y="197523"/>
                </a:moveTo>
                <a:lnTo>
                  <a:pt x="311925" y="259554"/>
                </a:lnTo>
                <a:lnTo>
                  <a:pt x="319892" y="259554"/>
                </a:lnTo>
                <a:lnTo>
                  <a:pt x="326448" y="242806"/>
                </a:lnTo>
                <a:lnTo>
                  <a:pt x="353467" y="242806"/>
                </a:lnTo>
                <a:lnTo>
                  <a:pt x="360023" y="259554"/>
                </a:lnTo>
                <a:lnTo>
                  <a:pt x="368256" y="259554"/>
                </a:lnTo>
                <a:lnTo>
                  <a:pt x="344693" y="197523"/>
                </a:lnTo>
                <a:lnTo>
                  <a:pt x="335570" y="197523"/>
                </a:lnTo>
                <a:close/>
                <a:moveTo>
                  <a:pt x="328758" y="235808"/>
                </a:moveTo>
                <a:lnTo>
                  <a:pt x="339916" y="205943"/>
                </a:lnTo>
                <a:lnTo>
                  <a:pt x="351166" y="235808"/>
                </a:lnTo>
                <a:lnTo>
                  <a:pt x="328749" y="235808"/>
                </a:lnTo>
                <a:close/>
                <a:moveTo>
                  <a:pt x="725437" y="197523"/>
                </a:moveTo>
                <a:lnTo>
                  <a:pt x="717736" y="197523"/>
                </a:lnTo>
                <a:lnTo>
                  <a:pt x="717736" y="259554"/>
                </a:lnTo>
                <a:lnTo>
                  <a:pt x="753704" y="259554"/>
                </a:lnTo>
                <a:lnTo>
                  <a:pt x="753704" y="252464"/>
                </a:lnTo>
                <a:lnTo>
                  <a:pt x="725446" y="252464"/>
                </a:lnTo>
                <a:lnTo>
                  <a:pt x="725446" y="197523"/>
                </a:lnTo>
                <a:close/>
                <a:moveTo>
                  <a:pt x="250953" y="2119"/>
                </a:moveTo>
                <a:lnTo>
                  <a:pt x="225566" y="2119"/>
                </a:lnTo>
                <a:lnTo>
                  <a:pt x="225566" y="164677"/>
                </a:lnTo>
                <a:lnTo>
                  <a:pt x="250953" y="164677"/>
                </a:lnTo>
                <a:lnTo>
                  <a:pt x="250953" y="2119"/>
                </a:lnTo>
                <a:close/>
                <a:moveTo>
                  <a:pt x="80592" y="62692"/>
                </a:moveTo>
                <a:lnTo>
                  <a:pt x="80592" y="164687"/>
                </a:lnTo>
                <a:cubicBezTo>
                  <a:pt x="80592" y="164687"/>
                  <a:pt x="106732" y="164687"/>
                  <a:pt x="106732" y="164687"/>
                </a:cubicBezTo>
                <a:lnTo>
                  <a:pt x="106713" y="62692"/>
                </a:lnTo>
                <a:cubicBezTo>
                  <a:pt x="106713" y="50282"/>
                  <a:pt x="102707" y="38523"/>
                  <a:pt x="95124" y="28700"/>
                </a:cubicBezTo>
                <a:lnTo>
                  <a:pt x="93648" y="26792"/>
                </a:lnTo>
                <a:lnTo>
                  <a:pt x="92172" y="28700"/>
                </a:lnTo>
                <a:cubicBezTo>
                  <a:pt x="84589" y="38523"/>
                  <a:pt x="80583" y="50273"/>
                  <a:pt x="80583" y="62692"/>
                </a:cubicBezTo>
                <a:close/>
                <a:moveTo>
                  <a:pt x="47273" y="2119"/>
                </a:moveTo>
                <a:lnTo>
                  <a:pt x="0" y="2119"/>
                </a:lnTo>
                <a:lnTo>
                  <a:pt x="0" y="26792"/>
                </a:lnTo>
                <a:lnTo>
                  <a:pt x="93648" y="26792"/>
                </a:lnTo>
                <a:lnTo>
                  <a:pt x="91328" y="23793"/>
                </a:lnTo>
                <a:cubicBezTo>
                  <a:pt x="80693" y="10025"/>
                  <a:pt x="64629" y="2119"/>
                  <a:pt x="47273" y="2119"/>
                </a:cubicBezTo>
                <a:close/>
                <a:moveTo>
                  <a:pt x="95968" y="23793"/>
                </a:moveTo>
                <a:lnTo>
                  <a:pt x="93648" y="26792"/>
                </a:lnTo>
                <a:lnTo>
                  <a:pt x="187296" y="26792"/>
                </a:lnTo>
                <a:lnTo>
                  <a:pt x="187296" y="2119"/>
                </a:lnTo>
                <a:lnTo>
                  <a:pt x="140023" y="2119"/>
                </a:lnTo>
                <a:cubicBezTo>
                  <a:pt x="122657" y="2119"/>
                  <a:pt x="106603" y="10016"/>
                  <a:pt x="95958" y="23793"/>
                </a:cubicBezTo>
                <a:close/>
                <a:moveTo>
                  <a:pt x="514844" y="164677"/>
                </a:moveTo>
                <a:lnTo>
                  <a:pt x="540232" y="164677"/>
                </a:lnTo>
                <a:lnTo>
                  <a:pt x="540232" y="2119"/>
                </a:lnTo>
                <a:lnTo>
                  <a:pt x="514844" y="2119"/>
                </a:lnTo>
                <a:lnTo>
                  <a:pt x="514844" y="164677"/>
                </a:lnTo>
                <a:close/>
                <a:moveTo>
                  <a:pt x="495205" y="259554"/>
                </a:moveTo>
                <a:lnTo>
                  <a:pt x="502915" y="259554"/>
                </a:lnTo>
                <a:lnTo>
                  <a:pt x="502915" y="197523"/>
                </a:lnTo>
                <a:lnTo>
                  <a:pt x="495205" y="197523"/>
                </a:lnTo>
                <a:lnTo>
                  <a:pt x="495205" y="259554"/>
                </a:lnTo>
                <a:close/>
                <a:moveTo>
                  <a:pt x="544816" y="204613"/>
                </a:moveTo>
                <a:lnTo>
                  <a:pt x="564923" y="204613"/>
                </a:lnTo>
                <a:lnTo>
                  <a:pt x="564923" y="259554"/>
                </a:lnTo>
                <a:lnTo>
                  <a:pt x="572633" y="259554"/>
                </a:lnTo>
                <a:lnTo>
                  <a:pt x="572633" y="204613"/>
                </a:lnTo>
                <a:lnTo>
                  <a:pt x="592740" y="204613"/>
                </a:lnTo>
                <a:lnTo>
                  <a:pt x="592740" y="197523"/>
                </a:lnTo>
                <a:lnTo>
                  <a:pt x="544816" y="197523"/>
                </a:lnTo>
                <a:lnTo>
                  <a:pt x="544816" y="204613"/>
                </a:lnTo>
                <a:close/>
                <a:moveTo>
                  <a:pt x="287389" y="2119"/>
                </a:moveTo>
                <a:cubicBezTo>
                  <a:pt x="287389" y="2119"/>
                  <a:pt x="335680" y="117220"/>
                  <a:pt x="345234" y="140105"/>
                </a:cubicBezTo>
                <a:cubicBezTo>
                  <a:pt x="356374" y="166796"/>
                  <a:pt x="374464" y="166796"/>
                  <a:pt x="381413" y="166796"/>
                </a:cubicBezTo>
                <a:lnTo>
                  <a:pt x="382899" y="166796"/>
                </a:lnTo>
                <a:lnTo>
                  <a:pt x="316692" y="2119"/>
                </a:lnTo>
                <a:lnTo>
                  <a:pt x="287389" y="2119"/>
                </a:lnTo>
                <a:close/>
                <a:moveTo>
                  <a:pt x="443549" y="199871"/>
                </a:moveTo>
                <a:cubicBezTo>
                  <a:pt x="440413" y="198303"/>
                  <a:pt x="436819" y="197523"/>
                  <a:pt x="432739" y="197523"/>
                </a:cubicBezTo>
                <a:lnTo>
                  <a:pt x="408910" y="197523"/>
                </a:lnTo>
                <a:lnTo>
                  <a:pt x="408910" y="259554"/>
                </a:lnTo>
                <a:lnTo>
                  <a:pt x="416621" y="259554"/>
                </a:lnTo>
                <a:lnTo>
                  <a:pt x="416621" y="235716"/>
                </a:lnTo>
                <a:lnTo>
                  <a:pt x="432748" y="235716"/>
                </a:lnTo>
                <a:cubicBezTo>
                  <a:pt x="436819" y="235716"/>
                  <a:pt x="440413" y="234936"/>
                  <a:pt x="443512" y="233368"/>
                </a:cubicBezTo>
                <a:cubicBezTo>
                  <a:pt x="446611" y="231799"/>
                  <a:pt x="449013" y="229571"/>
                  <a:pt x="450728" y="226681"/>
                </a:cubicBezTo>
                <a:cubicBezTo>
                  <a:pt x="452442" y="223783"/>
                  <a:pt x="453295" y="220417"/>
                  <a:pt x="453295" y="216583"/>
                </a:cubicBezTo>
                <a:cubicBezTo>
                  <a:pt x="453295" y="212749"/>
                  <a:pt x="452452" y="209392"/>
                  <a:pt x="450774" y="206521"/>
                </a:cubicBezTo>
                <a:cubicBezTo>
                  <a:pt x="449087" y="203659"/>
                  <a:pt x="446685" y="201439"/>
                  <a:pt x="443558" y="199871"/>
                </a:cubicBezTo>
                <a:close/>
                <a:moveTo>
                  <a:pt x="441779" y="225351"/>
                </a:moveTo>
                <a:cubicBezTo>
                  <a:pt x="439359" y="227534"/>
                  <a:pt x="436113" y="228635"/>
                  <a:pt x="432033" y="228635"/>
                </a:cubicBezTo>
                <a:lnTo>
                  <a:pt x="416621" y="228635"/>
                </a:lnTo>
                <a:lnTo>
                  <a:pt x="416621" y="204622"/>
                </a:lnTo>
                <a:lnTo>
                  <a:pt x="432125" y="204622"/>
                </a:lnTo>
                <a:cubicBezTo>
                  <a:pt x="436196" y="204622"/>
                  <a:pt x="439432" y="205705"/>
                  <a:pt x="441825" y="207860"/>
                </a:cubicBezTo>
                <a:cubicBezTo>
                  <a:pt x="444218" y="210015"/>
                  <a:pt x="445410" y="212923"/>
                  <a:pt x="445410" y="216592"/>
                </a:cubicBezTo>
                <a:cubicBezTo>
                  <a:pt x="445410" y="220261"/>
                  <a:pt x="444200" y="223178"/>
                  <a:pt x="441779" y="225361"/>
                </a:cubicBezTo>
                <a:close/>
                <a:moveTo>
                  <a:pt x="382889" y="166805"/>
                </a:moveTo>
                <a:lnTo>
                  <a:pt x="384375" y="166805"/>
                </a:lnTo>
                <a:cubicBezTo>
                  <a:pt x="391334" y="166805"/>
                  <a:pt x="409423" y="166805"/>
                  <a:pt x="420554" y="140114"/>
                </a:cubicBezTo>
                <a:cubicBezTo>
                  <a:pt x="430099" y="117230"/>
                  <a:pt x="478399" y="2128"/>
                  <a:pt x="478399" y="2128"/>
                </a:cubicBezTo>
                <a:lnTo>
                  <a:pt x="449096" y="2128"/>
                </a:lnTo>
                <a:lnTo>
                  <a:pt x="382889" y="166814"/>
                </a:lnTo>
                <a:close/>
                <a:moveTo>
                  <a:pt x="644368" y="197523"/>
                </a:moveTo>
                <a:lnTo>
                  <a:pt x="620714" y="259554"/>
                </a:lnTo>
                <a:lnTo>
                  <a:pt x="628690" y="259554"/>
                </a:lnTo>
                <a:lnTo>
                  <a:pt x="635246" y="242806"/>
                </a:lnTo>
                <a:lnTo>
                  <a:pt x="662266" y="242806"/>
                </a:lnTo>
                <a:lnTo>
                  <a:pt x="668821" y="259554"/>
                </a:lnTo>
                <a:lnTo>
                  <a:pt x="677055" y="259554"/>
                </a:lnTo>
                <a:lnTo>
                  <a:pt x="653491" y="197523"/>
                </a:lnTo>
                <a:lnTo>
                  <a:pt x="644368" y="197523"/>
                </a:lnTo>
                <a:close/>
                <a:moveTo>
                  <a:pt x="637547" y="235808"/>
                </a:moveTo>
                <a:lnTo>
                  <a:pt x="648705" y="205943"/>
                </a:lnTo>
                <a:lnTo>
                  <a:pt x="659955" y="235808"/>
                </a:lnTo>
                <a:lnTo>
                  <a:pt x="637538" y="235808"/>
                </a:lnTo>
                <a:close/>
              </a:path>
            </a:pathLst>
          </a:custGeom>
          <a:solidFill>
            <a:schemeClr val="bg1"/>
          </a:solidFill>
          <a:ln w="1061" cap="flat">
            <a:noFill/>
            <a:prstDash val="solid"/>
            <a:miter/>
          </a:ln>
        </p:spPr>
        <p:txBody>
          <a:bodyPr rtlCol="0" anchor="ctr"/>
          <a:lstStyle/>
          <a:p>
            <a:endParaRPr lang="pt-BR" sz="849">
              <a:solidFill>
                <a:schemeClr val="bg1"/>
              </a:solidFill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B199F5B5-BC6B-B426-BC59-B48B46CF1637}"/>
              </a:ext>
            </a:extLst>
          </p:cNvPr>
          <p:cNvCxnSpPr/>
          <p:nvPr userDrawn="1"/>
        </p:nvCxnSpPr>
        <p:spPr>
          <a:xfrm>
            <a:off x="334964" y="185353"/>
            <a:ext cx="10415415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787991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469">
          <p15:clr>
            <a:srgbClr val="FBAE40"/>
          </p15:clr>
        </p15:guide>
        <p15:guide id="2" orient="horz" pos="3974">
          <p15:clr>
            <a:srgbClr val="FBAE40"/>
          </p15:clr>
        </p15:guide>
        <p15:guide id="3" orient="horz" pos="232">
          <p15:clr>
            <a:srgbClr val="FBAE40"/>
          </p15:clr>
        </p15:guide>
        <p15:guide id="4" pos="211">
          <p15:clr>
            <a:srgbClr val="FBAE40"/>
          </p15:clr>
        </p15:guide>
        <p15:guide id="5" orient="horz" pos="4065">
          <p15:clr>
            <a:srgbClr val="FBAE40"/>
          </p15:clr>
        </p15:guide>
        <p15:guide id="6" orient="horz" pos="799">
          <p15:clr>
            <a:srgbClr val="FBAE40"/>
          </p15:clr>
        </p15:guide>
        <p15:guide id="7" orient="horz" pos="935">
          <p15:clr>
            <a:srgbClr val="FBAE40"/>
          </p15:clr>
        </p15:guide>
      </p15:sldGuideLst>
    </p:ext>
  </p:extLst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ítulo | Box superior - High Grade">
    <p:bg>
      <p:bgPr>
        <a:gradFill>
          <a:gsLst>
            <a:gs pos="81000">
              <a:schemeClr val="tx1">
                <a:lumMod val="85000"/>
                <a:lumOff val="15000"/>
              </a:schemeClr>
            </a:gs>
            <a:gs pos="100000">
              <a:schemeClr val="tx1">
                <a:lumMod val="95000"/>
                <a:lumOff val="5000"/>
              </a:schemeClr>
            </a:gs>
            <a:gs pos="0">
              <a:schemeClr val="accent1"/>
            </a:gs>
          </a:gsLst>
          <a:lin ang="7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132BCE3-A04F-8602-64F7-7623C7EAF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61763" y="6482556"/>
            <a:ext cx="295275" cy="1692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 sz="1100">
                <a:solidFill>
                  <a:schemeClr val="bg1"/>
                </a:solidFill>
                <a:latin typeface="Versos" panose="020B0503020204030204" pitchFamily="34" charset="0"/>
                <a:cs typeface="Versos" panose="020B0503020204030204" pitchFamily="34" charset="0"/>
              </a:defRPr>
            </a:lvl1pPr>
          </a:lstStyle>
          <a:p>
            <a:fld id="{77667D73-C69A-4DAA-9003-24A825D36FE9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B13D7C-5A47-B0DF-B518-26E79F5D2DB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64" y="368301"/>
            <a:ext cx="10183813" cy="4308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err="1"/>
              <a:t>Título</a:t>
            </a:r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401465E-A8CD-A3BA-BE2A-9597492FDC6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4963" y="6482556"/>
            <a:ext cx="10980000" cy="180000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900">
                <a:latin typeface="Versos Light" panose="020B0403020204030204" pitchFamily="34" charset="0"/>
              </a:defRPr>
            </a:lvl2pPr>
            <a:lvl3pPr>
              <a:defRPr sz="900">
                <a:latin typeface="Versos Light" panose="020B0403020204030204" pitchFamily="34" charset="0"/>
              </a:defRPr>
            </a:lvl3pPr>
            <a:lvl4pPr>
              <a:defRPr sz="900">
                <a:latin typeface="Versos Light" panose="020B0403020204030204" pitchFamily="34" charset="0"/>
              </a:defRPr>
            </a:lvl4pPr>
            <a:lvl5pPr>
              <a:defRPr sz="900">
                <a:latin typeface="Versos Light" panose="020B0403020204030204" pitchFamily="34" charset="0"/>
              </a:defRPr>
            </a:lvl5pPr>
          </a:lstStyle>
          <a:p>
            <a:pPr lvl="0"/>
            <a:r>
              <a:rPr lang="en-US"/>
              <a:t>Fonte:</a:t>
            </a:r>
            <a:endParaRPr lang="pt-BR"/>
          </a:p>
        </p:txBody>
      </p:sp>
      <p:sp>
        <p:nvSpPr>
          <p:cNvPr id="10" name="Retângulo 5">
            <a:extLst>
              <a:ext uri="{FF2B5EF4-FFF2-40B4-BE49-F238E27FC236}">
                <a16:creationId xmlns:a16="http://schemas.microsoft.com/office/drawing/2014/main" id="{7D36360D-ABDB-2B93-AA05-C90BA9D483DB}"/>
              </a:ext>
            </a:extLst>
          </p:cNvPr>
          <p:cNvSpPr/>
          <p:nvPr userDrawn="1"/>
        </p:nvSpPr>
        <p:spPr>
          <a:xfrm>
            <a:off x="0" y="807794"/>
            <a:ext cx="12192000" cy="209118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849">
              <a:latin typeface="Versos" panose="020B0503020204030204" pitchFamily="34" charset="0"/>
            </a:endParaRP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2BF5896-7E11-14FB-06A4-95B1CAD37BF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83428" y="1045525"/>
            <a:ext cx="5421301" cy="156104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>
                <a:solidFill>
                  <a:schemeClr val="tx1"/>
                </a:solidFill>
                <a:latin typeface="Versos Light" panose="020B04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2" name="Conector Reto 6">
            <a:extLst>
              <a:ext uri="{FF2B5EF4-FFF2-40B4-BE49-F238E27FC236}">
                <a16:creationId xmlns:a16="http://schemas.microsoft.com/office/drawing/2014/main" id="{93D24C85-FAB3-23B7-3282-C0255DE4BF50}"/>
              </a:ext>
            </a:extLst>
          </p:cNvPr>
          <p:cNvCxnSpPr/>
          <p:nvPr userDrawn="1"/>
        </p:nvCxnSpPr>
        <p:spPr>
          <a:xfrm>
            <a:off x="583096" y="1364974"/>
            <a:ext cx="0" cy="156211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Reto 7">
            <a:extLst>
              <a:ext uri="{FF2B5EF4-FFF2-40B4-BE49-F238E27FC236}">
                <a16:creationId xmlns:a16="http://schemas.microsoft.com/office/drawing/2014/main" id="{A040BC7F-4356-241E-DE98-A14572A424F9}"/>
              </a:ext>
            </a:extLst>
          </p:cNvPr>
          <p:cNvCxnSpPr>
            <a:cxnSpLocks/>
          </p:cNvCxnSpPr>
          <p:nvPr userDrawn="1"/>
        </p:nvCxnSpPr>
        <p:spPr>
          <a:xfrm>
            <a:off x="6336683" y="1364974"/>
            <a:ext cx="0" cy="156211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3D29ABC6-2275-8D02-5D8F-6C312831087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437015" y="1045525"/>
            <a:ext cx="5420023" cy="158838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>
                <a:solidFill>
                  <a:schemeClr val="tx1"/>
                </a:solidFill>
                <a:latin typeface="Versos Light" panose="020B04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8">
            <a:extLst>
              <a:ext uri="{FF2B5EF4-FFF2-40B4-BE49-F238E27FC236}">
                <a16:creationId xmlns:a16="http://schemas.microsoft.com/office/drawing/2014/main" id="{D0831873-076C-11EE-AA1E-02508B9C565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86448" y="3021652"/>
            <a:ext cx="5296913" cy="23011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8">
            <a:extLst>
              <a:ext uri="{FF2B5EF4-FFF2-40B4-BE49-F238E27FC236}">
                <a16:creationId xmlns:a16="http://schemas.microsoft.com/office/drawing/2014/main" id="{89936DB2-1144-3AFC-1BBA-E1BDEB5020C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435706" y="3021652"/>
            <a:ext cx="5421332" cy="23011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Picture 8">
            <a:extLst>
              <a:ext uri="{FF2B5EF4-FFF2-40B4-BE49-F238E27FC236}">
                <a16:creationId xmlns:a16="http://schemas.microsoft.com/office/drawing/2014/main" id="{C3DE3459-A0CC-6831-FC59-0F2863B6F3C9}"/>
              </a:ext>
            </a:extLst>
          </p:cNvPr>
          <p:cNvSpPr/>
          <p:nvPr userDrawn="1"/>
        </p:nvSpPr>
        <p:spPr>
          <a:xfrm>
            <a:off x="11091186" y="377179"/>
            <a:ext cx="765852" cy="260086"/>
          </a:xfrm>
          <a:custGeom>
            <a:avLst/>
            <a:gdLst>
              <a:gd name="connsiteX0" fmla="*/ 739575 w 765852"/>
              <a:gd name="connsiteY0" fmla="*/ 143884 h 260086"/>
              <a:gd name="connsiteX1" fmla="*/ 765852 w 765852"/>
              <a:gd name="connsiteY1" fmla="*/ 83403 h 260086"/>
              <a:gd name="connsiteX2" fmla="*/ 739575 w 765852"/>
              <a:gd name="connsiteY2" fmla="*/ 22921 h 260086"/>
              <a:gd name="connsiteX3" fmla="*/ 672177 w 765852"/>
              <a:gd name="connsiteY3" fmla="*/ 0 h 260086"/>
              <a:gd name="connsiteX4" fmla="*/ 604779 w 765852"/>
              <a:gd name="connsiteY4" fmla="*/ 22921 h 260086"/>
              <a:gd name="connsiteX5" fmla="*/ 578501 w 765852"/>
              <a:gd name="connsiteY5" fmla="*/ 83403 h 260086"/>
              <a:gd name="connsiteX6" fmla="*/ 604779 w 765852"/>
              <a:gd name="connsiteY6" fmla="*/ 143884 h 260086"/>
              <a:gd name="connsiteX7" fmla="*/ 672177 w 765852"/>
              <a:gd name="connsiteY7" fmla="*/ 166805 h 260086"/>
              <a:gd name="connsiteX8" fmla="*/ 739575 w 765852"/>
              <a:gd name="connsiteY8" fmla="*/ 143884 h 260086"/>
              <a:gd name="connsiteX9" fmla="*/ 604595 w 765852"/>
              <a:gd name="connsiteY9" fmla="*/ 83403 h 260086"/>
              <a:gd name="connsiteX10" fmla="*/ 622611 w 765852"/>
              <a:gd name="connsiteY10" fmla="*/ 41871 h 260086"/>
              <a:gd name="connsiteX11" fmla="*/ 672177 w 765852"/>
              <a:gd name="connsiteY11" fmla="*/ 25719 h 260086"/>
              <a:gd name="connsiteX12" fmla="*/ 721742 w 765852"/>
              <a:gd name="connsiteY12" fmla="*/ 41871 h 260086"/>
              <a:gd name="connsiteX13" fmla="*/ 739759 w 765852"/>
              <a:gd name="connsiteY13" fmla="*/ 83403 h 260086"/>
              <a:gd name="connsiteX14" fmla="*/ 721742 w 765852"/>
              <a:gd name="connsiteY14" fmla="*/ 124934 h 260086"/>
              <a:gd name="connsiteX15" fmla="*/ 672177 w 765852"/>
              <a:gd name="connsiteY15" fmla="*/ 141077 h 260086"/>
              <a:gd name="connsiteX16" fmla="*/ 622611 w 765852"/>
              <a:gd name="connsiteY16" fmla="*/ 124934 h 260086"/>
              <a:gd name="connsiteX17" fmla="*/ 604595 w 765852"/>
              <a:gd name="connsiteY17" fmla="*/ 83403 h 260086"/>
              <a:gd name="connsiteX18" fmla="*/ 238310 w 765852"/>
              <a:gd name="connsiteY18" fmla="*/ 207181 h 260086"/>
              <a:gd name="connsiteX19" fmla="*/ 249560 w 765852"/>
              <a:gd name="connsiteY19" fmla="*/ 204081 h 260086"/>
              <a:gd name="connsiteX20" fmla="*/ 261562 w 765852"/>
              <a:gd name="connsiteY20" fmla="*/ 207713 h 260086"/>
              <a:gd name="connsiteX21" fmla="*/ 268163 w 765852"/>
              <a:gd name="connsiteY21" fmla="*/ 217812 h 260086"/>
              <a:gd name="connsiteX22" fmla="*/ 275874 w 765852"/>
              <a:gd name="connsiteY22" fmla="*/ 217812 h 260086"/>
              <a:gd name="connsiteX23" fmla="*/ 267145 w 765852"/>
              <a:gd name="connsiteY23" fmla="*/ 202568 h 260086"/>
              <a:gd name="connsiteX24" fmla="*/ 249917 w 765852"/>
              <a:gd name="connsiteY24" fmla="*/ 196982 h 260086"/>
              <a:gd name="connsiteX25" fmla="*/ 234322 w 765852"/>
              <a:gd name="connsiteY25" fmla="*/ 200926 h 260086"/>
              <a:gd name="connsiteX26" fmla="*/ 223961 w 765852"/>
              <a:gd name="connsiteY26" fmla="*/ 212052 h 260086"/>
              <a:gd name="connsiteX27" fmla="*/ 220330 w 765852"/>
              <a:gd name="connsiteY27" fmla="*/ 228534 h 260086"/>
              <a:gd name="connsiteX28" fmla="*/ 223961 w 765852"/>
              <a:gd name="connsiteY28" fmla="*/ 245062 h 260086"/>
              <a:gd name="connsiteX29" fmla="*/ 234322 w 765852"/>
              <a:gd name="connsiteY29" fmla="*/ 256142 h 260086"/>
              <a:gd name="connsiteX30" fmla="*/ 249917 w 765852"/>
              <a:gd name="connsiteY30" fmla="*/ 260086 h 260086"/>
              <a:gd name="connsiteX31" fmla="*/ 267145 w 765852"/>
              <a:gd name="connsiteY31" fmla="*/ 254501 h 260086"/>
              <a:gd name="connsiteX32" fmla="*/ 275782 w 765852"/>
              <a:gd name="connsiteY32" fmla="*/ 239256 h 260086"/>
              <a:gd name="connsiteX33" fmla="*/ 268071 w 765852"/>
              <a:gd name="connsiteY33" fmla="*/ 239256 h 260086"/>
              <a:gd name="connsiteX34" fmla="*/ 261516 w 765852"/>
              <a:gd name="connsiteY34" fmla="*/ 249401 h 260086"/>
              <a:gd name="connsiteX35" fmla="*/ 249560 w 765852"/>
              <a:gd name="connsiteY35" fmla="*/ 252987 h 260086"/>
              <a:gd name="connsiteX36" fmla="*/ 238310 w 765852"/>
              <a:gd name="connsiteY36" fmla="*/ 249887 h 260086"/>
              <a:gd name="connsiteX37" fmla="*/ 230828 w 765852"/>
              <a:gd name="connsiteY37" fmla="*/ 241201 h 260086"/>
              <a:gd name="connsiteX38" fmla="*/ 228215 w 765852"/>
              <a:gd name="connsiteY38" fmla="*/ 228525 h 260086"/>
              <a:gd name="connsiteX39" fmla="*/ 230828 w 765852"/>
              <a:gd name="connsiteY39" fmla="*/ 215812 h 260086"/>
              <a:gd name="connsiteX40" fmla="*/ 238310 w 765852"/>
              <a:gd name="connsiteY40" fmla="*/ 207172 h 260086"/>
              <a:gd name="connsiteX41" fmla="*/ 335580 w 765852"/>
              <a:gd name="connsiteY41" fmla="*/ 197523 h 260086"/>
              <a:gd name="connsiteX42" fmla="*/ 311925 w 765852"/>
              <a:gd name="connsiteY42" fmla="*/ 259554 h 260086"/>
              <a:gd name="connsiteX43" fmla="*/ 319892 w 765852"/>
              <a:gd name="connsiteY43" fmla="*/ 259554 h 260086"/>
              <a:gd name="connsiteX44" fmla="*/ 326448 w 765852"/>
              <a:gd name="connsiteY44" fmla="*/ 242806 h 260086"/>
              <a:gd name="connsiteX45" fmla="*/ 353467 w 765852"/>
              <a:gd name="connsiteY45" fmla="*/ 242806 h 260086"/>
              <a:gd name="connsiteX46" fmla="*/ 360023 w 765852"/>
              <a:gd name="connsiteY46" fmla="*/ 259554 h 260086"/>
              <a:gd name="connsiteX47" fmla="*/ 368256 w 765852"/>
              <a:gd name="connsiteY47" fmla="*/ 259554 h 260086"/>
              <a:gd name="connsiteX48" fmla="*/ 344693 w 765852"/>
              <a:gd name="connsiteY48" fmla="*/ 197523 h 260086"/>
              <a:gd name="connsiteX49" fmla="*/ 335570 w 765852"/>
              <a:gd name="connsiteY49" fmla="*/ 197523 h 260086"/>
              <a:gd name="connsiteX50" fmla="*/ 328758 w 765852"/>
              <a:gd name="connsiteY50" fmla="*/ 235808 h 260086"/>
              <a:gd name="connsiteX51" fmla="*/ 339916 w 765852"/>
              <a:gd name="connsiteY51" fmla="*/ 205943 h 260086"/>
              <a:gd name="connsiteX52" fmla="*/ 351166 w 765852"/>
              <a:gd name="connsiteY52" fmla="*/ 235808 h 260086"/>
              <a:gd name="connsiteX53" fmla="*/ 328749 w 765852"/>
              <a:gd name="connsiteY53" fmla="*/ 235808 h 260086"/>
              <a:gd name="connsiteX54" fmla="*/ 725437 w 765852"/>
              <a:gd name="connsiteY54" fmla="*/ 197523 h 260086"/>
              <a:gd name="connsiteX55" fmla="*/ 717736 w 765852"/>
              <a:gd name="connsiteY55" fmla="*/ 197523 h 260086"/>
              <a:gd name="connsiteX56" fmla="*/ 717736 w 765852"/>
              <a:gd name="connsiteY56" fmla="*/ 259554 h 260086"/>
              <a:gd name="connsiteX57" fmla="*/ 753704 w 765852"/>
              <a:gd name="connsiteY57" fmla="*/ 259554 h 260086"/>
              <a:gd name="connsiteX58" fmla="*/ 753704 w 765852"/>
              <a:gd name="connsiteY58" fmla="*/ 252464 h 260086"/>
              <a:gd name="connsiteX59" fmla="*/ 725446 w 765852"/>
              <a:gd name="connsiteY59" fmla="*/ 252464 h 260086"/>
              <a:gd name="connsiteX60" fmla="*/ 725446 w 765852"/>
              <a:gd name="connsiteY60" fmla="*/ 197523 h 260086"/>
              <a:gd name="connsiteX61" fmla="*/ 250953 w 765852"/>
              <a:gd name="connsiteY61" fmla="*/ 2119 h 260086"/>
              <a:gd name="connsiteX62" fmla="*/ 225566 w 765852"/>
              <a:gd name="connsiteY62" fmla="*/ 2119 h 260086"/>
              <a:gd name="connsiteX63" fmla="*/ 225566 w 765852"/>
              <a:gd name="connsiteY63" fmla="*/ 164677 h 260086"/>
              <a:gd name="connsiteX64" fmla="*/ 250953 w 765852"/>
              <a:gd name="connsiteY64" fmla="*/ 164677 h 260086"/>
              <a:gd name="connsiteX65" fmla="*/ 250953 w 765852"/>
              <a:gd name="connsiteY65" fmla="*/ 2119 h 260086"/>
              <a:gd name="connsiteX66" fmla="*/ 80592 w 765852"/>
              <a:gd name="connsiteY66" fmla="*/ 62692 h 260086"/>
              <a:gd name="connsiteX67" fmla="*/ 80592 w 765852"/>
              <a:gd name="connsiteY67" fmla="*/ 164687 h 260086"/>
              <a:gd name="connsiteX68" fmla="*/ 106732 w 765852"/>
              <a:gd name="connsiteY68" fmla="*/ 164687 h 260086"/>
              <a:gd name="connsiteX69" fmla="*/ 106713 w 765852"/>
              <a:gd name="connsiteY69" fmla="*/ 62692 h 260086"/>
              <a:gd name="connsiteX70" fmla="*/ 95124 w 765852"/>
              <a:gd name="connsiteY70" fmla="*/ 28700 h 260086"/>
              <a:gd name="connsiteX71" fmla="*/ 93648 w 765852"/>
              <a:gd name="connsiteY71" fmla="*/ 26792 h 260086"/>
              <a:gd name="connsiteX72" fmla="*/ 92172 w 765852"/>
              <a:gd name="connsiteY72" fmla="*/ 28700 h 260086"/>
              <a:gd name="connsiteX73" fmla="*/ 80583 w 765852"/>
              <a:gd name="connsiteY73" fmla="*/ 62692 h 260086"/>
              <a:gd name="connsiteX74" fmla="*/ 47273 w 765852"/>
              <a:gd name="connsiteY74" fmla="*/ 2119 h 260086"/>
              <a:gd name="connsiteX75" fmla="*/ 0 w 765852"/>
              <a:gd name="connsiteY75" fmla="*/ 2119 h 260086"/>
              <a:gd name="connsiteX76" fmla="*/ 0 w 765852"/>
              <a:gd name="connsiteY76" fmla="*/ 26792 h 260086"/>
              <a:gd name="connsiteX77" fmla="*/ 93648 w 765852"/>
              <a:gd name="connsiteY77" fmla="*/ 26792 h 260086"/>
              <a:gd name="connsiteX78" fmla="*/ 91328 w 765852"/>
              <a:gd name="connsiteY78" fmla="*/ 23793 h 260086"/>
              <a:gd name="connsiteX79" fmla="*/ 47273 w 765852"/>
              <a:gd name="connsiteY79" fmla="*/ 2119 h 260086"/>
              <a:gd name="connsiteX80" fmla="*/ 95968 w 765852"/>
              <a:gd name="connsiteY80" fmla="*/ 23793 h 260086"/>
              <a:gd name="connsiteX81" fmla="*/ 93648 w 765852"/>
              <a:gd name="connsiteY81" fmla="*/ 26792 h 260086"/>
              <a:gd name="connsiteX82" fmla="*/ 187296 w 765852"/>
              <a:gd name="connsiteY82" fmla="*/ 26792 h 260086"/>
              <a:gd name="connsiteX83" fmla="*/ 187296 w 765852"/>
              <a:gd name="connsiteY83" fmla="*/ 2119 h 260086"/>
              <a:gd name="connsiteX84" fmla="*/ 140023 w 765852"/>
              <a:gd name="connsiteY84" fmla="*/ 2119 h 260086"/>
              <a:gd name="connsiteX85" fmla="*/ 95958 w 765852"/>
              <a:gd name="connsiteY85" fmla="*/ 23793 h 260086"/>
              <a:gd name="connsiteX86" fmla="*/ 514844 w 765852"/>
              <a:gd name="connsiteY86" fmla="*/ 164677 h 260086"/>
              <a:gd name="connsiteX87" fmla="*/ 540232 w 765852"/>
              <a:gd name="connsiteY87" fmla="*/ 164677 h 260086"/>
              <a:gd name="connsiteX88" fmla="*/ 540232 w 765852"/>
              <a:gd name="connsiteY88" fmla="*/ 2119 h 260086"/>
              <a:gd name="connsiteX89" fmla="*/ 514844 w 765852"/>
              <a:gd name="connsiteY89" fmla="*/ 2119 h 260086"/>
              <a:gd name="connsiteX90" fmla="*/ 514844 w 765852"/>
              <a:gd name="connsiteY90" fmla="*/ 164677 h 260086"/>
              <a:gd name="connsiteX91" fmla="*/ 495205 w 765852"/>
              <a:gd name="connsiteY91" fmla="*/ 259554 h 260086"/>
              <a:gd name="connsiteX92" fmla="*/ 502915 w 765852"/>
              <a:gd name="connsiteY92" fmla="*/ 259554 h 260086"/>
              <a:gd name="connsiteX93" fmla="*/ 502915 w 765852"/>
              <a:gd name="connsiteY93" fmla="*/ 197523 h 260086"/>
              <a:gd name="connsiteX94" fmla="*/ 495205 w 765852"/>
              <a:gd name="connsiteY94" fmla="*/ 197523 h 260086"/>
              <a:gd name="connsiteX95" fmla="*/ 495205 w 765852"/>
              <a:gd name="connsiteY95" fmla="*/ 259554 h 260086"/>
              <a:gd name="connsiteX96" fmla="*/ 544816 w 765852"/>
              <a:gd name="connsiteY96" fmla="*/ 204613 h 260086"/>
              <a:gd name="connsiteX97" fmla="*/ 564923 w 765852"/>
              <a:gd name="connsiteY97" fmla="*/ 204613 h 260086"/>
              <a:gd name="connsiteX98" fmla="*/ 564923 w 765852"/>
              <a:gd name="connsiteY98" fmla="*/ 259554 h 260086"/>
              <a:gd name="connsiteX99" fmla="*/ 572633 w 765852"/>
              <a:gd name="connsiteY99" fmla="*/ 259554 h 260086"/>
              <a:gd name="connsiteX100" fmla="*/ 572633 w 765852"/>
              <a:gd name="connsiteY100" fmla="*/ 204613 h 260086"/>
              <a:gd name="connsiteX101" fmla="*/ 592740 w 765852"/>
              <a:gd name="connsiteY101" fmla="*/ 204613 h 260086"/>
              <a:gd name="connsiteX102" fmla="*/ 592740 w 765852"/>
              <a:gd name="connsiteY102" fmla="*/ 197523 h 260086"/>
              <a:gd name="connsiteX103" fmla="*/ 544816 w 765852"/>
              <a:gd name="connsiteY103" fmla="*/ 197523 h 260086"/>
              <a:gd name="connsiteX104" fmla="*/ 544816 w 765852"/>
              <a:gd name="connsiteY104" fmla="*/ 204613 h 260086"/>
              <a:gd name="connsiteX105" fmla="*/ 287389 w 765852"/>
              <a:gd name="connsiteY105" fmla="*/ 2119 h 260086"/>
              <a:gd name="connsiteX106" fmla="*/ 345234 w 765852"/>
              <a:gd name="connsiteY106" fmla="*/ 140105 h 260086"/>
              <a:gd name="connsiteX107" fmla="*/ 381413 w 765852"/>
              <a:gd name="connsiteY107" fmla="*/ 166796 h 260086"/>
              <a:gd name="connsiteX108" fmla="*/ 382899 w 765852"/>
              <a:gd name="connsiteY108" fmla="*/ 166796 h 260086"/>
              <a:gd name="connsiteX109" fmla="*/ 316692 w 765852"/>
              <a:gd name="connsiteY109" fmla="*/ 2119 h 260086"/>
              <a:gd name="connsiteX110" fmla="*/ 287389 w 765852"/>
              <a:gd name="connsiteY110" fmla="*/ 2119 h 260086"/>
              <a:gd name="connsiteX111" fmla="*/ 443549 w 765852"/>
              <a:gd name="connsiteY111" fmla="*/ 199871 h 260086"/>
              <a:gd name="connsiteX112" fmla="*/ 432739 w 765852"/>
              <a:gd name="connsiteY112" fmla="*/ 197523 h 260086"/>
              <a:gd name="connsiteX113" fmla="*/ 408910 w 765852"/>
              <a:gd name="connsiteY113" fmla="*/ 197523 h 260086"/>
              <a:gd name="connsiteX114" fmla="*/ 408910 w 765852"/>
              <a:gd name="connsiteY114" fmla="*/ 259554 h 260086"/>
              <a:gd name="connsiteX115" fmla="*/ 416621 w 765852"/>
              <a:gd name="connsiteY115" fmla="*/ 259554 h 260086"/>
              <a:gd name="connsiteX116" fmla="*/ 416621 w 765852"/>
              <a:gd name="connsiteY116" fmla="*/ 235716 h 260086"/>
              <a:gd name="connsiteX117" fmla="*/ 432748 w 765852"/>
              <a:gd name="connsiteY117" fmla="*/ 235716 h 260086"/>
              <a:gd name="connsiteX118" fmla="*/ 443512 w 765852"/>
              <a:gd name="connsiteY118" fmla="*/ 233368 h 260086"/>
              <a:gd name="connsiteX119" fmla="*/ 450728 w 765852"/>
              <a:gd name="connsiteY119" fmla="*/ 226681 h 260086"/>
              <a:gd name="connsiteX120" fmla="*/ 453295 w 765852"/>
              <a:gd name="connsiteY120" fmla="*/ 216583 h 260086"/>
              <a:gd name="connsiteX121" fmla="*/ 450774 w 765852"/>
              <a:gd name="connsiteY121" fmla="*/ 206521 h 260086"/>
              <a:gd name="connsiteX122" fmla="*/ 443558 w 765852"/>
              <a:gd name="connsiteY122" fmla="*/ 199871 h 260086"/>
              <a:gd name="connsiteX123" fmla="*/ 441779 w 765852"/>
              <a:gd name="connsiteY123" fmla="*/ 225351 h 260086"/>
              <a:gd name="connsiteX124" fmla="*/ 432033 w 765852"/>
              <a:gd name="connsiteY124" fmla="*/ 228635 h 260086"/>
              <a:gd name="connsiteX125" fmla="*/ 416621 w 765852"/>
              <a:gd name="connsiteY125" fmla="*/ 228635 h 260086"/>
              <a:gd name="connsiteX126" fmla="*/ 416621 w 765852"/>
              <a:gd name="connsiteY126" fmla="*/ 204622 h 260086"/>
              <a:gd name="connsiteX127" fmla="*/ 432125 w 765852"/>
              <a:gd name="connsiteY127" fmla="*/ 204622 h 260086"/>
              <a:gd name="connsiteX128" fmla="*/ 441825 w 765852"/>
              <a:gd name="connsiteY128" fmla="*/ 207860 h 260086"/>
              <a:gd name="connsiteX129" fmla="*/ 445410 w 765852"/>
              <a:gd name="connsiteY129" fmla="*/ 216592 h 260086"/>
              <a:gd name="connsiteX130" fmla="*/ 441779 w 765852"/>
              <a:gd name="connsiteY130" fmla="*/ 225361 h 260086"/>
              <a:gd name="connsiteX131" fmla="*/ 382889 w 765852"/>
              <a:gd name="connsiteY131" fmla="*/ 166805 h 260086"/>
              <a:gd name="connsiteX132" fmla="*/ 384375 w 765852"/>
              <a:gd name="connsiteY132" fmla="*/ 166805 h 260086"/>
              <a:gd name="connsiteX133" fmla="*/ 420554 w 765852"/>
              <a:gd name="connsiteY133" fmla="*/ 140114 h 260086"/>
              <a:gd name="connsiteX134" fmla="*/ 478399 w 765852"/>
              <a:gd name="connsiteY134" fmla="*/ 2128 h 260086"/>
              <a:gd name="connsiteX135" fmla="*/ 449096 w 765852"/>
              <a:gd name="connsiteY135" fmla="*/ 2128 h 260086"/>
              <a:gd name="connsiteX136" fmla="*/ 382889 w 765852"/>
              <a:gd name="connsiteY136" fmla="*/ 166814 h 260086"/>
              <a:gd name="connsiteX137" fmla="*/ 644368 w 765852"/>
              <a:gd name="connsiteY137" fmla="*/ 197523 h 260086"/>
              <a:gd name="connsiteX138" fmla="*/ 620714 w 765852"/>
              <a:gd name="connsiteY138" fmla="*/ 259554 h 260086"/>
              <a:gd name="connsiteX139" fmla="*/ 628690 w 765852"/>
              <a:gd name="connsiteY139" fmla="*/ 259554 h 260086"/>
              <a:gd name="connsiteX140" fmla="*/ 635246 w 765852"/>
              <a:gd name="connsiteY140" fmla="*/ 242806 h 260086"/>
              <a:gd name="connsiteX141" fmla="*/ 662266 w 765852"/>
              <a:gd name="connsiteY141" fmla="*/ 242806 h 260086"/>
              <a:gd name="connsiteX142" fmla="*/ 668821 w 765852"/>
              <a:gd name="connsiteY142" fmla="*/ 259554 h 260086"/>
              <a:gd name="connsiteX143" fmla="*/ 677055 w 765852"/>
              <a:gd name="connsiteY143" fmla="*/ 259554 h 260086"/>
              <a:gd name="connsiteX144" fmla="*/ 653491 w 765852"/>
              <a:gd name="connsiteY144" fmla="*/ 197523 h 260086"/>
              <a:gd name="connsiteX145" fmla="*/ 644368 w 765852"/>
              <a:gd name="connsiteY145" fmla="*/ 197523 h 260086"/>
              <a:gd name="connsiteX146" fmla="*/ 637547 w 765852"/>
              <a:gd name="connsiteY146" fmla="*/ 235808 h 260086"/>
              <a:gd name="connsiteX147" fmla="*/ 648705 w 765852"/>
              <a:gd name="connsiteY147" fmla="*/ 205943 h 260086"/>
              <a:gd name="connsiteX148" fmla="*/ 659955 w 765852"/>
              <a:gd name="connsiteY148" fmla="*/ 235808 h 260086"/>
              <a:gd name="connsiteX149" fmla="*/ 637538 w 765852"/>
              <a:gd name="connsiteY149" fmla="*/ 235808 h 260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</a:cxnLst>
            <a:rect l="l" t="t" r="r" b="b"/>
            <a:pathLst>
              <a:path w="765852" h="260086">
                <a:moveTo>
                  <a:pt x="739575" y="143884"/>
                </a:moveTo>
                <a:cubicBezTo>
                  <a:pt x="756519" y="128906"/>
                  <a:pt x="765852" y="107425"/>
                  <a:pt x="765852" y="83403"/>
                </a:cubicBezTo>
                <a:cubicBezTo>
                  <a:pt x="765852" y="59381"/>
                  <a:pt x="756519" y="37899"/>
                  <a:pt x="739575" y="22921"/>
                </a:cubicBezTo>
                <a:cubicBezTo>
                  <a:pt x="722613" y="7925"/>
                  <a:pt x="699307" y="0"/>
                  <a:pt x="672177" y="0"/>
                </a:cubicBezTo>
                <a:cubicBezTo>
                  <a:pt x="645047" y="0"/>
                  <a:pt x="621740" y="7925"/>
                  <a:pt x="604779" y="22921"/>
                </a:cubicBezTo>
                <a:cubicBezTo>
                  <a:pt x="587835" y="37899"/>
                  <a:pt x="578501" y="59381"/>
                  <a:pt x="578501" y="83403"/>
                </a:cubicBezTo>
                <a:cubicBezTo>
                  <a:pt x="578501" y="107425"/>
                  <a:pt x="587835" y="128906"/>
                  <a:pt x="604779" y="143884"/>
                </a:cubicBezTo>
                <a:cubicBezTo>
                  <a:pt x="621740" y="158881"/>
                  <a:pt x="645047" y="166805"/>
                  <a:pt x="672177" y="166805"/>
                </a:cubicBezTo>
                <a:cubicBezTo>
                  <a:pt x="699307" y="166805"/>
                  <a:pt x="722613" y="158881"/>
                  <a:pt x="739575" y="143884"/>
                </a:cubicBezTo>
                <a:close/>
                <a:moveTo>
                  <a:pt x="604595" y="83403"/>
                </a:moveTo>
                <a:cubicBezTo>
                  <a:pt x="604595" y="66489"/>
                  <a:pt x="610821" y="52135"/>
                  <a:pt x="622611" y="41871"/>
                </a:cubicBezTo>
                <a:cubicBezTo>
                  <a:pt x="634751" y="31305"/>
                  <a:pt x="651887" y="25719"/>
                  <a:pt x="672177" y="25719"/>
                </a:cubicBezTo>
                <a:cubicBezTo>
                  <a:pt x="692467" y="25719"/>
                  <a:pt x="709603" y="31305"/>
                  <a:pt x="721742" y="41871"/>
                </a:cubicBezTo>
                <a:cubicBezTo>
                  <a:pt x="733524" y="52126"/>
                  <a:pt x="739759" y="66489"/>
                  <a:pt x="739759" y="83403"/>
                </a:cubicBezTo>
                <a:cubicBezTo>
                  <a:pt x="739759" y="100316"/>
                  <a:pt x="733533" y="114671"/>
                  <a:pt x="721742" y="124934"/>
                </a:cubicBezTo>
                <a:cubicBezTo>
                  <a:pt x="709603" y="135501"/>
                  <a:pt x="692467" y="141077"/>
                  <a:pt x="672177" y="141077"/>
                </a:cubicBezTo>
                <a:cubicBezTo>
                  <a:pt x="651887" y="141077"/>
                  <a:pt x="634741" y="135491"/>
                  <a:pt x="622611" y="124934"/>
                </a:cubicBezTo>
                <a:cubicBezTo>
                  <a:pt x="610830" y="114671"/>
                  <a:pt x="604595" y="100316"/>
                  <a:pt x="604595" y="83403"/>
                </a:cubicBezTo>
                <a:close/>
                <a:moveTo>
                  <a:pt x="238310" y="207181"/>
                </a:moveTo>
                <a:cubicBezTo>
                  <a:pt x="241556" y="205118"/>
                  <a:pt x="245306" y="204081"/>
                  <a:pt x="249560" y="204081"/>
                </a:cubicBezTo>
                <a:cubicBezTo>
                  <a:pt x="254282" y="204081"/>
                  <a:pt x="258288" y="205292"/>
                  <a:pt x="261562" y="207713"/>
                </a:cubicBezTo>
                <a:cubicBezTo>
                  <a:pt x="264835" y="210135"/>
                  <a:pt x="267035" y="213501"/>
                  <a:pt x="268163" y="217812"/>
                </a:cubicBezTo>
                <a:lnTo>
                  <a:pt x="275874" y="217812"/>
                </a:lnTo>
                <a:cubicBezTo>
                  <a:pt x="274691" y="211373"/>
                  <a:pt x="271784" y="206292"/>
                  <a:pt x="267145" y="202568"/>
                </a:cubicBezTo>
                <a:cubicBezTo>
                  <a:pt x="262506" y="198844"/>
                  <a:pt x="256766" y="196982"/>
                  <a:pt x="249917" y="196982"/>
                </a:cubicBezTo>
                <a:cubicBezTo>
                  <a:pt x="244013" y="196982"/>
                  <a:pt x="238814" y="198293"/>
                  <a:pt x="234322" y="200926"/>
                </a:cubicBezTo>
                <a:cubicBezTo>
                  <a:pt x="229838" y="203558"/>
                  <a:pt x="226382" y="207264"/>
                  <a:pt x="223961" y="212052"/>
                </a:cubicBezTo>
                <a:cubicBezTo>
                  <a:pt x="221541" y="216840"/>
                  <a:pt x="220330" y="222334"/>
                  <a:pt x="220330" y="228534"/>
                </a:cubicBezTo>
                <a:cubicBezTo>
                  <a:pt x="220330" y="234734"/>
                  <a:pt x="221541" y="240302"/>
                  <a:pt x="223961" y="245062"/>
                </a:cubicBezTo>
                <a:cubicBezTo>
                  <a:pt x="226382" y="249823"/>
                  <a:pt x="229838" y="253510"/>
                  <a:pt x="234322" y="256142"/>
                </a:cubicBezTo>
                <a:cubicBezTo>
                  <a:pt x="238805" y="258775"/>
                  <a:pt x="244004" y="260086"/>
                  <a:pt x="249917" y="260086"/>
                </a:cubicBezTo>
                <a:cubicBezTo>
                  <a:pt x="256831" y="260086"/>
                  <a:pt x="262570" y="258224"/>
                  <a:pt x="267145" y="254501"/>
                </a:cubicBezTo>
                <a:cubicBezTo>
                  <a:pt x="271720" y="250777"/>
                  <a:pt x="274599" y="245695"/>
                  <a:pt x="275782" y="239256"/>
                </a:cubicBezTo>
                <a:lnTo>
                  <a:pt x="268071" y="239256"/>
                </a:lnTo>
                <a:cubicBezTo>
                  <a:pt x="266888" y="243631"/>
                  <a:pt x="264706" y="247007"/>
                  <a:pt x="261516" y="249401"/>
                </a:cubicBezTo>
                <a:cubicBezTo>
                  <a:pt x="258325" y="251795"/>
                  <a:pt x="254337" y="252987"/>
                  <a:pt x="249560" y="252987"/>
                </a:cubicBezTo>
                <a:cubicBezTo>
                  <a:pt x="245306" y="252987"/>
                  <a:pt x="241556" y="251951"/>
                  <a:pt x="238310" y="249887"/>
                </a:cubicBezTo>
                <a:cubicBezTo>
                  <a:pt x="235064" y="247823"/>
                  <a:pt x="232561" y="244925"/>
                  <a:pt x="230828" y="241201"/>
                </a:cubicBezTo>
                <a:cubicBezTo>
                  <a:pt x="229086" y="237477"/>
                  <a:pt x="228215" y="233258"/>
                  <a:pt x="228215" y="228525"/>
                </a:cubicBezTo>
                <a:cubicBezTo>
                  <a:pt x="228215" y="223792"/>
                  <a:pt x="229086" y="219499"/>
                  <a:pt x="230828" y="215812"/>
                </a:cubicBezTo>
                <a:cubicBezTo>
                  <a:pt x="232570" y="212125"/>
                  <a:pt x="235064" y="209245"/>
                  <a:pt x="238310" y="207172"/>
                </a:cubicBezTo>
                <a:close/>
                <a:moveTo>
                  <a:pt x="335580" y="197523"/>
                </a:moveTo>
                <a:lnTo>
                  <a:pt x="311925" y="259554"/>
                </a:lnTo>
                <a:lnTo>
                  <a:pt x="319892" y="259554"/>
                </a:lnTo>
                <a:lnTo>
                  <a:pt x="326448" y="242806"/>
                </a:lnTo>
                <a:lnTo>
                  <a:pt x="353467" y="242806"/>
                </a:lnTo>
                <a:lnTo>
                  <a:pt x="360023" y="259554"/>
                </a:lnTo>
                <a:lnTo>
                  <a:pt x="368256" y="259554"/>
                </a:lnTo>
                <a:lnTo>
                  <a:pt x="344693" y="197523"/>
                </a:lnTo>
                <a:lnTo>
                  <a:pt x="335570" y="197523"/>
                </a:lnTo>
                <a:close/>
                <a:moveTo>
                  <a:pt x="328758" y="235808"/>
                </a:moveTo>
                <a:lnTo>
                  <a:pt x="339916" y="205943"/>
                </a:lnTo>
                <a:lnTo>
                  <a:pt x="351166" y="235808"/>
                </a:lnTo>
                <a:lnTo>
                  <a:pt x="328749" y="235808"/>
                </a:lnTo>
                <a:close/>
                <a:moveTo>
                  <a:pt x="725437" y="197523"/>
                </a:moveTo>
                <a:lnTo>
                  <a:pt x="717736" y="197523"/>
                </a:lnTo>
                <a:lnTo>
                  <a:pt x="717736" y="259554"/>
                </a:lnTo>
                <a:lnTo>
                  <a:pt x="753704" y="259554"/>
                </a:lnTo>
                <a:lnTo>
                  <a:pt x="753704" y="252464"/>
                </a:lnTo>
                <a:lnTo>
                  <a:pt x="725446" y="252464"/>
                </a:lnTo>
                <a:lnTo>
                  <a:pt x="725446" y="197523"/>
                </a:lnTo>
                <a:close/>
                <a:moveTo>
                  <a:pt x="250953" y="2119"/>
                </a:moveTo>
                <a:lnTo>
                  <a:pt x="225566" y="2119"/>
                </a:lnTo>
                <a:lnTo>
                  <a:pt x="225566" y="164677"/>
                </a:lnTo>
                <a:lnTo>
                  <a:pt x="250953" y="164677"/>
                </a:lnTo>
                <a:lnTo>
                  <a:pt x="250953" y="2119"/>
                </a:lnTo>
                <a:close/>
                <a:moveTo>
                  <a:pt x="80592" y="62692"/>
                </a:moveTo>
                <a:lnTo>
                  <a:pt x="80592" y="164687"/>
                </a:lnTo>
                <a:cubicBezTo>
                  <a:pt x="80592" y="164687"/>
                  <a:pt x="106732" y="164687"/>
                  <a:pt x="106732" y="164687"/>
                </a:cubicBezTo>
                <a:lnTo>
                  <a:pt x="106713" y="62692"/>
                </a:lnTo>
                <a:cubicBezTo>
                  <a:pt x="106713" y="50282"/>
                  <a:pt x="102707" y="38523"/>
                  <a:pt x="95124" y="28700"/>
                </a:cubicBezTo>
                <a:lnTo>
                  <a:pt x="93648" y="26792"/>
                </a:lnTo>
                <a:lnTo>
                  <a:pt x="92172" y="28700"/>
                </a:lnTo>
                <a:cubicBezTo>
                  <a:pt x="84589" y="38523"/>
                  <a:pt x="80583" y="50273"/>
                  <a:pt x="80583" y="62692"/>
                </a:cubicBezTo>
                <a:close/>
                <a:moveTo>
                  <a:pt x="47273" y="2119"/>
                </a:moveTo>
                <a:lnTo>
                  <a:pt x="0" y="2119"/>
                </a:lnTo>
                <a:lnTo>
                  <a:pt x="0" y="26792"/>
                </a:lnTo>
                <a:lnTo>
                  <a:pt x="93648" y="26792"/>
                </a:lnTo>
                <a:lnTo>
                  <a:pt x="91328" y="23793"/>
                </a:lnTo>
                <a:cubicBezTo>
                  <a:pt x="80693" y="10025"/>
                  <a:pt x="64629" y="2119"/>
                  <a:pt x="47273" y="2119"/>
                </a:cubicBezTo>
                <a:close/>
                <a:moveTo>
                  <a:pt x="95968" y="23793"/>
                </a:moveTo>
                <a:lnTo>
                  <a:pt x="93648" y="26792"/>
                </a:lnTo>
                <a:lnTo>
                  <a:pt x="187296" y="26792"/>
                </a:lnTo>
                <a:lnTo>
                  <a:pt x="187296" y="2119"/>
                </a:lnTo>
                <a:lnTo>
                  <a:pt x="140023" y="2119"/>
                </a:lnTo>
                <a:cubicBezTo>
                  <a:pt x="122657" y="2119"/>
                  <a:pt x="106603" y="10016"/>
                  <a:pt x="95958" y="23793"/>
                </a:cubicBezTo>
                <a:close/>
                <a:moveTo>
                  <a:pt x="514844" y="164677"/>
                </a:moveTo>
                <a:lnTo>
                  <a:pt x="540232" y="164677"/>
                </a:lnTo>
                <a:lnTo>
                  <a:pt x="540232" y="2119"/>
                </a:lnTo>
                <a:lnTo>
                  <a:pt x="514844" y="2119"/>
                </a:lnTo>
                <a:lnTo>
                  <a:pt x="514844" y="164677"/>
                </a:lnTo>
                <a:close/>
                <a:moveTo>
                  <a:pt x="495205" y="259554"/>
                </a:moveTo>
                <a:lnTo>
                  <a:pt x="502915" y="259554"/>
                </a:lnTo>
                <a:lnTo>
                  <a:pt x="502915" y="197523"/>
                </a:lnTo>
                <a:lnTo>
                  <a:pt x="495205" y="197523"/>
                </a:lnTo>
                <a:lnTo>
                  <a:pt x="495205" y="259554"/>
                </a:lnTo>
                <a:close/>
                <a:moveTo>
                  <a:pt x="544816" y="204613"/>
                </a:moveTo>
                <a:lnTo>
                  <a:pt x="564923" y="204613"/>
                </a:lnTo>
                <a:lnTo>
                  <a:pt x="564923" y="259554"/>
                </a:lnTo>
                <a:lnTo>
                  <a:pt x="572633" y="259554"/>
                </a:lnTo>
                <a:lnTo>
                  <a:pt x="572633" y="204613"/>
                </a:lnTo>
                <a:lnTo>
                  <a:pt x="592740" y="204613"/>
                </a:lnTo>
                <a:lnTo>
                  <a:pt x="592740" y="197523"/>
                </a:lnTo>
                <a:lnTo>
                  <a:pt x="544816" y="197523"/>
                </a:lnTo>
                <a:lnTo>
                  <a:pt x="544816" y="204613"/>
                </a:lnTo>
                <a:close/>
                <a:moveTo>
                  <a:pt x="287389" y="2119"/>
                </a:moveTo>
                <a:cubicBezTo>
                  <a:pt x="287389" y="2119"/>
                  <a:pt x="335680" y="117220"/>
                  <a:pt x="345234" y="140105"/>
                </a:cubicBezTo>
                <a:cubicBezTo>
                  <a:pt x="356374" y="166796"/>
                  <a:pt x="374464" y="166796"/>
                  <a:pt x="381413" y="166796"/>
                </a:cubicBezTo>
                <a:lnTo>
                  <a:pt x="382899" y="166796"/>
                </a:lnTo>
                <a:lnTo>
                  <a:pt x="316692" y="2119"/>
                </a:lnTo>
                <a:lnTo>
                  <a:pt x="287389" y="2119"/>
                </a:lnTo>
                <a:close/>
                <a:moveTo>
                  <a:pt x="443549" y="199871"/>
                </a:moveTo>
                <a:cubicBezTo>
                  <a:pt x="440413" y="198303"/>
                  <a:pt x="436819" y="197523"/>
                  <a:pt x="432739" y="197523"/>
                </a:cubicBezTo>
                <a:lnTo>
                  <a:pt x="408910" y="197523"/>
                </a:lnTo>
                <a:lnTo>
                  <a:pt x="408910" y="259554"/>
                </a:lnTo>
                <a:lnTo>
                  <a:pt x="416621" y="259554"/>
                </a:lnTo>
                <a:lnTo>
                  <a:pt x="416621" y="235716"/>
                </a:lnTo>
                <a:lnTo>
                  <a:pt x="432748" y="235716"/>
                </a:lnTo>
                <a:cubicBezTo>
                  <a:pt x="436819" y="235716"/>
                  <a:pt x="440413" y="234936"/>
                  <a:pt x="443512" y="233368"/>
                </a:cubicBezTo>
                <a:cubicBezTo>
                  <a:pt x="446611" y="231799"/>
                  <a:pt x="449013" y="229571"/>
                  <a:pt x="450728" y="226681"/>
                </a:cubicBezTo>
                <a:cubicBezTo>
                  <a:pt x="452442" y="223783"/>
                  <a:pt x="453295" y="220417"/>
                  <a:pt x="453295" y="216583"/>
                </a:cubicBezTo>
                <a:cubicBezTo>
                  <a:pt x="453295" y="212749"/>
                  <a:pt x="452452" y="209392"/>
                  <a:pt x="450774" y="206521"/>
                </a:cubicBezTo>
                <a:cubicBezTo>
                  <a:pt x="449087" y="203659"/>
                  <a:pt x="446685" y="201439"/>
                  <a:pt x="443558" y="199871"/>
                </a:cubicBezTo>
                <a:close/>
                <a:moveTo>
                  <a:pt x="441779" y="225351"/>
                </a:moveTo>
                <a:cubicBezTo>
                  <a:pt x="439359" y="227534"/>
                  <a:pt x="436113" y="228635"/>
                  <a:pt x="432033" y="228635"/>
                </a:cubicBezTo>
                <a:lnTo>
                  <a:pt x="416621" y="228635"/>
                </a:lnTo>
                <a:lnTo>
                  <a:pt x="416621" y="204622"/>
                </a:lnTo>
                <a:lnTo>
                  <a:pt x="432125" y="204622"/>
                </a:lnTo>
                <a:cubicBezTo>
                  <a:pt x="436196" y="204622"/>
                  <a:pt x="439432" y="205705"/>
                  <a:pt x="441825" y="207860"/>
                </a:cubicBezTo>
                <a:cubicBezTo>
                  <a:pt x="444218" y="210015"/>
                  <a:pt x="445410" y="212923"/>
                  <a:pt x="445410" y="216592"/>
                </a:cubicBezTo>
                <a:cubicBezTo>
                  <a:pt x="445410" y="220261"/>
                  <a:pt x="444200" y="223178"/>
                  <a:pt x="441779" y="225361"/>
                </a:cubicBezTo>
                <a:close/>
                <a:moveTo>
                  <a:pt x="382889" y="166805"/>
                </a:moveTo>
                <a:lnTo>
                  <a:pt x="384375" y="166805"/>
                </a:lnTo>
                <a:cubicBezTo>
                  <a:pt x="391334" y="166805"/>
                  <a:pt x="409423" y="166805"/>
                  <a:pt x="420554" y="140114"/>
                </a:cubicBezTo>
                <a:cubicBezTo>
                  <a:pt x="430099" y="117230"/>
                  <a:pt x="478399" y="2128"/>
                  <a:pt x="478399" y="2128"/>
                </a:cubicBezTo>
                <a:lnTo>
                  <a:pt x="449096" y="2128"/>
                </a:lnTo>
                <a:lnTo>
                  <a:pt x="382889" y="166814"/>
                </a:lnTo>
                <a:close/>
                <a:moveTo>
                  <a:pt x="644368" y="197523"/>
                </a:moveTo>
                <a:lnTo>
                  <a:pt x="620714" y="259554"/>
                </a:lnTo>
                <a:lnTo>
                  <a:pt x="628690" y="259554"/>
                </a:lnTo>
                <a:lnTo>
                  <a:pt x="635246" y="242806"/>
                </a:lnTo>
                <a:lnTo>
                  <a:pt x="662266" y="242806"/>
                </a:lnTo>
                <a:lnTo>
                  <a:pt x="668821" y="259554"/>
                </a:lnTo>
                <a:lnTo>
                  <a:pt x="677055" y="259554"/>
                </a:lnTo>
                <a:lnTo>
                  <a:pt x="653491" y="197523"/>
                </a:lnTo>
                <a:lnTo>
                  <a:pt x="644368" y="197523"/>
                </a:lnTo>
                <a:close/>
                <a:moveTo>
                  <a:pt x="637547" y="235808"/>
                </a:moveTo>
                <a:lnTo>
                  <a:pt x="648705" y="205943"/>
                </a:lnTo>
                <a:lnTo>
                  <a:pt x="659955" y="235808"/>
                </a:lnTo>
                <a:lnTo>
                  <a:pt x="637538" y="235808"/>
                </a:lnTo>
                <a:close/>
              </a:path>
            </a:pathLst>
          </a:custGeom>
          <a:solidFill>
            <a:schemeClr val="bg1"/>
          </a:solidFill>
          <a:ln w="1061" cap="flat">
            <a:noFill/>
            <a:prstDash val="solid"/>
            <a:miter/>
          </a:ln>
        </p:spPr>
        <p:txBody>
          <a:bodyPr rtlCol="0" anchor="ctr"/>
          <a:lstStyle/>
          <a:p>
            <a:endParaRPr lang="pt-BR" sz="849">
              <a:solidFill>
                <a:schemeClr val="bg1"/>
              </a:solidFill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E9E5CEC1-15EA-7E91-EAE8-795FFF71F653}"/>
              </a:ext>
            </a:extLst>
          </p:cNvPr>
          <p:cNvCxnSpPr/>
          <p:nvPr userDrawn="1"/>
        </p:nvCxnSpPr>
        <p:spPr>
          <a:xfrm>
            <a:off x="334964" y="185353"/>
            <a:ext cx="10415415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506510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469">
          <p15:clr>
            <a:srgbClr val="FBAE40"/>
          </p15:clr>
        </p15:guide>
        <p15:guide id="2" orient="horz" pos="3974">
          <p15:clr>
            <a:srgbClr val="FBAE40"/>
          </p15:clr>
        </p15:guide>
        <p15:guide id="3" orient="horz" pos="232">
          <p15:clr>
            <a:srgbClr val="FBAE40"/>
          </p15:clr>
        </p15:guide>
        <p15:guide id="4" pos="211">
          <p15:clr>
            <a:srgbClr val="FBAE40"/>
          </p15:clr>
        </p15:guide>
        <p15:guide id="5" orient="horz" pos="4065">
          <p15:clr>
            <a:srgbClr val="FBAE40"/>
          </p15:clr>
        </p15:guide>
        <p15:guide id="6" orient="horz" pos="799">
          <p15:clr>
            <a:srgbClr val="FBAE40"/>
          </p15:clr>
        </p15:guide>
        <p15:guide id="7" orient="horz" pos="935">
          <p15:clr>
            <a:srgbClr val="FBAE40"/>
          </p15:clr>
        </p15:guide>
      </p15:sldGuideLst>
    </p:ext>
  </p:extLst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ítulo | Box lateral - High Grade">
    <p:bg>
      <p:bgPr>
        <a:gradFill>
          <a:gsLst>
            <a:gs pos="81000">
              <a:schemeClr val="tx1">
                <a:lumMod val="85000"/>
                <a:lumOff val="15000"/>
              </a:schemeClr>
            </a:gs>
            <a:gs pos="100000">
              <a:schemeClr val="tx1">
                <a:lumMod val="95000"/>
                <a:lumOff val="5000"/>
              </a:schemeClr>
            </a:gs>
            <a:gs pos="0">
              <a:schemeClr val="accent1"/>
            </a:gs>
          </a:gsLst>
          <a:lin ang="7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tângulo 1">
            <a:extLst>
              <a:ext uri="{FF2B5EF4-FFF2-40B4-BE49-F238E27FC236}">
                <a16:creationId xmlns:a16="http://schemas.microsoft.com/office/drawing/2014/main" id="{0B0E7351-5252-E626-42EB-CDCE7C083C49}"/>
              </a:ext>
            </a:extLst>
          </p:cNvPr>
          <p:cNvSpPr/>
          <p:nvPr userDrawn="1"/>
        </p:nvSpPr>
        <p:spPr>
          <a:xfrm>
            <a:off x="0" y="1"/>
            <a:ext cx="542002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849">
              <a:solidFill>
                <a:schemeClr val="tx1"/>
              </a:solidFill>
            </a:endParaRPr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132BCE3-A04F-8602-64F7-7623C7EAF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61763" y="6482556"/>
            <a:ext cx="295275" cy="1692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 sz="1100">
                <a:solidFill>
                  <a:schemeClr val="bg1"/>
                </a:solidFill>
                <a:latin typeface="Versos" panose="020B0503020204030204" pitchFamily="34" charset="0"/>
                <a:cs typeface="Versos" panose="020B0503020204030204" pitchFamily="34" charset="0"/>
              </a:defRPr>
            </a:lvl1pPr>
          </a:lstStyle>
          <a:p>
            <a:fld id="{77667D73-C69A-4DAA-9003-24A825D36FE9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B13D7C-5A47-B0DF-B518-26E79F5D2DB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64" y="368301"/>
            <a:ext cx="5085057" cy="4308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8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err="1"/>
              <a:t>Título</a:t>
            </a:r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401465E-A8CD-A3BA-BE2A-9597492FDC6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4963" y="6482556"/>
            <a:ext cx="10980000" cy="180000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chemeClr val="accent3"/>
                </a:solidFill>
                <a:latin typeface="Versos Light" panose="020B0403020204030204" pitchFamily="34" charset="0"/>
              </a:defRPr>
            </a:lvl1pPr>
            <a:lvl2pPr>
              <a:defRPr sz="900">
                <a:latin typeface="Versos Light" panose="020B0403020204030204" pitchFamily="34" charset="0"/>
              </a:defRPr>
            </a:lvl2pPr>
            <a:lvl3pPr>
              <a:defRPr sz="900">
                <a:latin typeface="Versos Light" panose="020B0403020204030204" pitchFamily="34" charset="0"/>
              </a:defRPr>
            </a:lvl3pPr>
            <a:lvl4pPr>
              <a:defRPr sz="900">
                <a:latin typeface="Versos Light" panose="020B0403020204030204" pitchFamily="34" charset="0"/>
              </a:defRPr>
            </a:lvl4pPr>
            <a:lvl5pPr>
              <a:defRPr sz="900">
                <a:latin typeface="Versos Light" panose="020B0403020204030204" pitchFamily="34" charset="0"/>
              </a:defRPr>
            </a:lvl5pPr>
          </a:lstStyle>
          <a:p>
            <a:pPr lvl="0"/>
            <a:r>
              <a:rPr lang="en-US"/>
              <a:t>Fonte:</a:t>
            </a:r>
            <a:endParaRPr lang="pt-BR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2BF5896-7E11-14FB-06A4-95B1CAD37BF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47027" y="1751285"/>
            <a:ext cx="4369353" cy="156104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>
                <a:solidFill>
                  <a:schemeClr val="tx1"/>
                </a:solidFill>
                <a:latin typeface="Versos Light" panose="020B04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3D29ABC6-2275-8D02-5D8F-6C312831087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33166" y="3849328"/>
            <a:ext cx="4383213" cy="158838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>
                <a:solidFill>
                  <a:schemeClr val="tx1"/>
                </a:solidFill>
                <a:latin typeface="Versos Light" panose="020B04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8">
            <a:extLst>
              <a:ext uri="{FF2B5EF4-FFF2-40B4-BE49-F238E27FC236}">
                <a16:creationId xmlns:a16="http://schemas.microsoft.com/office/drawing/2014/main" id="{89936DB2-1144-3AFC-1BBA-E1BDEB5020C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767047" y="1484313"/>
            <a:ext cx="6077927" cy="445872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2" name="Conector Reto 2">
            <a:extLst>
              <a:ext uri="{FF2B5EF4-FFF2-40B4-BE49-F238E27FC236}">
                <a16:creationId xmlns:a16="http://schemas.microsoft.com/office/drawing/2014/main" id="{D24BE17E-F6B3-8EAE-EC30-BB9C725FC11E}"/>
              </a:ext>
            </a:extLst>
          </p:cNvPr>
          <p:cNvCxnSpPr>
            <a:cxnSpLocks/>
          </p:cNvCxnSpPr>
          <p:nvPr userDrawn="1"/>
        </p:nvCxnSpPr>
        <p:spPr>
          <a:xfrm flipH="1">
            <a:off x="1" y="1482784"/>
            <a:ext cx="145773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Conector Reto 7">
            <a:extLst>
              <a:ext uri="{FF2B5EF4-FFF2-40B4-BE49-F238E27FC236}">
                <a16:creationId xmlns:a16="http://schemas.microsoft.com/office/drawing/2014/main" id="{0D6EA7A2-501E-AE25-217B-771E1489503C}"/>
              </a:ext>
            </a:extLst>
          </p:cNvPr>
          <p:cNvCxnSpPr>
            <a:cxnSpLocks/>
          </p:cNvCxnSpPr>
          <p:nvPr userDrawn="1"/>
        </p:nvCxnSpPr>
        <p:spPr>
          <a:xfrm flipH="1">
            <a:off x="1" y="3580828"/>
            <a:ext cx="145773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Picture 8">
            <a:extLst>
              <a:ext uri="{FF2B5EF4-FFF2-40B4-BE49-F238E27FC236}">
                <a16:creationId xmlns:a16="http://schemas.microsoft.com/office/drawing/2014/main" id="{620B58C1-6F30-634A-58EB-8F0407027A11}"/>
              </a:ext>
            </a:extLst>
          </p:cNvPr>
          <p:cNvSpPr/>
          <p:nvPr userDrawn="1"/>
        </p:nvSpPr>
        <p:spPr>
          <a:xfrm>
            <a:off x="11091186" y="377179"/>
            <a:ext cx="765852" cy="260086"/>
          </a:xfrm>
          <a:custGeom>
            <a:avLst/>
            <a:gdLst>
              <a:gd name="connsiteX0" fmla="*/ 739575 w 765852"/>
              <a:gd name="connsiteY0" fmla="*/ 143884 h 260086"/>
              <a:gd name="connsiteX1" fmla="*/ 765852 w 765852"/>
              <a:gd name="connsiteY1" fmla="*/ 83403 h 260086"/>
              <a:gd name="connsiteX2" fmla="*/ 739575 w 765852"/>
              <a:gd name="connsiteY2" fmla="*/ 22921 h 260086"/>
              <a:gd name="connsiteX3" fmla="*/ 672177 w 765852"/>
              <a:gd name="connsiteY3" fmla="*/ 0 h 260086"/>
              <a:gd name="connsiteX4" fmla="*/ 604779 w 765852"/>
              <a:gd name="connsiteY4" fmla="*/ 22921 h 260086"/>
              <a:gd name="connsiteX5" fmla="*/ 578501 w 765852"/>
              <a:gd name="connsiteY5" fmla="*/ 83403 h 260086"/>
              <a:gd name="connsiteX6" fmla="*/ 604779 w 765852"/>
              <a:gd name="connsiteY6" fmla="*/ 143884 h 260086"/>
              <a:gd name="connsiteX7" fmla="*/ 672177 w 765852"/>
              <a:gd name="connsiteY7" fmla="*/ 166805 h 260086"/>
              <a:gd name="connsiteX8" fmla="*/ 739575 w 765852"/>
              <a:gd name="connsiteY8" fmla="*/ 143884 h 260086"/>
              <a:gd name="connsiteX9" fmla="*/ 604595 w 765852"/>
              <a:gd name="connsiteY9" fmla="*/ 83403 h 260086"/>
              <a:gd name="connsiteX10" fmla="*/ 622611 w 765852"/>
              <a:gd name="connsiteY10" fmla="*/ 41871 h 260086"/>
              <a:gd name="connsiteX11" fmla="*/ 672177 w 765852"/>
              <a:gd name="connsiteY11" fmla="*/ 25719 h 260086"/>
              <a:gd name="connsiteX12" fmla="*/ 721742 w 765852"/>
              <a:gd name="connsiteY12" fmla="*/ 41871 h 260086"/>
              <a:gd name="connsiteX13" fmla="*/ 739759 w 765852"/>
              <a:gd name="connsiteY13" fmla="*/ 83403 h 260086"/>
              <a:gd name="connsiteX14" fmla="*/ 721742 w 765852"/>
              <a:gd name="connsiteY14" fmla="*/ 124934 h 260086"/>
              <a:gd name="connsiteX15" fmla="*/ 672177 w 765852"/>
              <a:gd name="connsiteY15" fmla="*/ 141077 h 260086"/>
              <a:gd name="connsiteX16" fmla="*/ 622611 w 765852"/>
              <a:gd name="connsiteY16" fmla="*/ 124934 h 260086"/>
              <a:gd name="connsiteX17" fmla="*/ 604595 w 765852"/>
              <a:gd name="connsiteY17" fmla="*/ 83403 h 260086"/>
              <a:gd name="connsiteX18" fmla="*/ 238310 w 765852"/>
              <a:gd name="connsiteY18" fmla="*/ 207181 h 260086"/>
              <a:gd name="connsiteX19" fmla="*/ 249560 w 765852"/>
              <a:gd name="connsiteY19" fmla="*/ 204081 h 260086"/>
              <a:gd name="connsiteX20" fmla="*/ 261562 w 765852"/>
              <a:gd name="connsiteY20" fmla="*/ 207713 h 260086"/>
              <a:gd name="connsiteX21" fmla="*/ 268163 w 765852"/>
              <a:gd name="connsiteY21" fmla="*/ 217812 h 260086"/>
              <a:gd name="connsiteX22" fmla="*/ 275874 w 765852"/>
              <a:gd name="connsiteY22" fmla="*/ 217812 h 260086"/>
              <a:gd name="connsiteX23" fmla="*/ 267145 w 765852"/>
              <a:gd name="connsiteY23" fmla="*/ 202568 h 260086"/>
              <a:gd name="connsiteX24" fmla="*/ 249917 w 765852"/>
              <a:gd name="connsiteY24" fmla="*/ 196982 h 260086"/>
              <a:gd name="connsiteX25" fmla="*/ 234322 w 765852"/>
              <a:gd name="connsiteY25" fmla="*/ 200926 h 260086"/>
              <a:gd name="connsiteX26" fmla="*/ 223961 w 765852"/>
              <a:gd name="connsiteY26" fmla="*/ 212052 h 260086"/>
              <a:gd name="connsiteX27" fmla="*/ 220330 w 765852"/>
              <a:gd name="connsiteY27" fmla="*/ 228534 h 260086"/>
              <a:gd name="connsiteX28" fmla="*/ 223961 w 765852"/>
              <a:gd name="connsiteY28" fmla="*/ 245062 h 260086"/>
              <a:gd name="connsiteX29" fmla="*/ 234322 w 765852"/>
              <a:gd name="connsiteY29" fmla="*/ 256142 h 260086"/>
              <a:gd name="connsiteX30" fmla="*/ 249917 w 765852"/>
              <a:gd name="connsiteY30" fmla="*/ 260086 h 260086"/>
              <a:gd name="connsiteX31" fmla="*/ 267145 w 765852"/>
              <a:gd name="connsiteY31" fmla="*/ 254501 h 260086"/>
              <a:gd name="connsiteX32" fmla="*/ 275782 w 765852"/>
              <a:gd name="connsiteY32" fmla="*/ 239256 h 260086"/>
              <a:gd name="connsiteX33" fmla="*/ 268071 w 765852"/>
              <a:gd name="connsiteY33" fmla="*/ 239256 h 260086"/>
              <a:gd name="connsiteX34" fmla="*/ 261516 w 765852"/>
              <a:gd name="connsiteY34" fmla="*/ 249401 h 260086"/>
              <a:gd name="connsiteX35" fmla="*/ 249560 w 765852"/>
              <a:gd name="connsiteY35" fmla="*/ 252987 h 260086"/>
              <a:gd name="connsiteX36" fmla="*/ 238310 w 765852"/>
              <a:gd name="connsiteY36" fmla="*/ 249887 h 260086"/>
              <a:gd name="connsiteX37" fmla="*/ 230828 w 765852"/>
              <a:gd name="connsiteY37" fmla="*/ 241201 h 260086"/>
              <a:gd name="connsiteX38" fmla="*/ 228215 w 765852"/>
              <a:gd name="connsiteY38" fmla="*/ 228525 h 260086"/>
              <a:gd name="connsiteX39" fmla="*/ 230828 w 765852"/>
              <a:gd name="connsiteY39" fmla="*/ 215812 h 260086"/>
              <a:gd name="connsiteX40" fmla="*/ 238310 w 765852"/>
              <a:gd name="connsiteY40" fmla="*/ 207172 h 260086"/>
              <a:gd name="connsiteX41" fmla="*/ 335580 w 765852"/>
              <a:gd name="connsiteY41" fmla="*/ 197523 h 260086"/>
              <a:gd name="connsiteX42" fmla="*/ 311925 w 765852"/>
              <a:gd name="connsiteY42" fmla="*/ 259554 h 260086"/>
              <a:gd name="connsiteX43" fmla="*/ 319892 w 765852"/>
              <a:gd name="connsiteY43" fmla="*/ 259554 h 260086"/>
              <a:gd name="connsiteX44" fmla="*/ 326448 w 765852"/>
              <a:gd name="connsiteY44" fmla="*/ 242806 h 260086"/>
              <a:gd name="connsiteX45" fmla="*/ 353467 w 765852"/>
              <a:gd name="connsiteY45" fmla="*/ 242806 h 260086"/>
              <a:gd name="connsiteX46" fmla="*/ 360023 w 765852"/>
              <a:gd name="connsiteY46" fmla="*/ 259554 h 260086"/>
              <a:gd name="connsiteX47" fmla="*/ 368256 w 765852"/>
              <a:gd name="connsiteY47" fmla="*/ 259554 h 260086"/>
              <a:gd name="connsiteX48" fmla="*/ 344693 w 765852"/>
              <a:gd name="connsiteY48" fmla="*/ 197523 h 260086"/>
              <a:gd name="connsiteX49" fmla="*/ 335570 w 765852"/>
              <a:gd name="connsiteY49" fmla="*/ 197523 h 260086"/>
              <a:gd name="connsiteX50" fmla="*/ 328758 w 765852"/>
              <a:gd name="connsiteY50" fmla="*/ 235808 h 260086"/>
              <a:gd name="connsiteX51" fmla="*/ 339916 w 765852"/>
              <a:gd name="connsiteY51" fmla="*/ 205943 h 260086"/>
              <a:gd name="connsiteX52" fmla="*/ 351166 w 765852"/>
              <a:gd name="connsiteY52" fmla="*/ 235808 h 260086"/>
              <a:gd name="connsiteX53" fmla="*/ 328749 w 765852"/>
              <a:gd name="connsiteY53" fmla="*/ 235808 h 260086"/>
              <a:gd name="connsiteX54" fmla="*/ 725437 w 765852"/>
              <a:gd name="connsiteY54" fmla="*/ 197523 h 260086"/>
              <a:gd name="connsiteX55" fmla="*/ 717736 w 765852"/>
              <a:gd name="connsiteY55" fmla="*/ 197523 h 260086"/>
              <a:gd name="connsiteX56" fmla="*/ 717736 w 765852"/>
              <a:gd name="connsiteY56" fmla="*/ 259554 h 260086"/>
              <a:gd name="connsiteX57" fmla="*/ 753704 w 765852"/>
              <a:gd name="connsiteY57" fmla="*/ 259554 h 260086"/>
              <a:gd name="connsiteX58" fmla="*/ 753704 w 765852"/>
              <a:gd name="connsiteY58" fmla="*/ 252464 h 260086"/>
              <a:gd name="connsiteX59" fmla="*/ 725446 w 765852"/>
              <a:gd name="connsiteY59" fmla="*/ 252464 h 260086"/>
              <a:gd name="connsiteX60" fmla="*/ 725446 w 765852"/>
              <a:gd name="connsiteY60" fmla="*/ 197523 h 260086"/>
              <a:gd name="connsiteX61" fmla="*/ 250953 w 765852"/>
              <a:gd name="connsiteY61" fmla="*/ 2119 h 260086"/>
              <a:gd name="connsiteX62" fmla="*/ 225566 w 765852"/>
              <a:gd name="connsiteY62" fmla="*/ 2119 h 260086"/>
              <a:gd name="connsiteX63" fmla="*/ 225566 w 765852"/>
              <a:gd name="connsiteY63" fmla="*/ 164677 h 260086"/>
              <a:gd name="connsiteX64" fmla="*/ 250953 w 765852"/>
              <a:gd name="connsiteY64" fmla="*/ 164677 h 260086"/>
              <a:gd name="connsiteX65" fmla="*/ 250953 w 765852"/>
              <a:gd name="connsiteY65" fmla="*/ 2119 h 260086"/>
              <a:gd name="connsiteX66" fmla="*/ 80592 w 765852"/>
              <a:gd name="connsiteY66" fmla="*/ 62692 h 260086"/>
              <a:gd name="connsiteX67" fmla="*/ 80592 w 765852"/>
              <a:gd name="connsiteY67" fmla="*/ 164687 h 260086"/>
              <a:gd name="connsiteX68" fmla="*/ 106732 w 765852"/>
              <a:gd name="connsiteY68" fmla="*/ 164687 h 260086"/>
              <a:gd name="connsiteX69" fmla="*/ 106713 w 765852"/>
              <a:gd name="connsiteY69" fmla="*/ 62692 h 260086"/>
              <a:gd name="connsiteX70" fmla="*/ 95124 w 765852"/>
              <a:gd name="connsiteY70" fmla="*/ 28700 h 260086"/>
              <a:gd name="connsiteX71" fmla="*/ 93648 w 765852"/>
              <a:gd name="connsiteY71" fmla="*/ 26792 h 260086"/>
              <a:gd name="connsiteX72" fmla="*/ 92172 w 765852"/>
              <a:gd name="connsiteY72" fmla="*/ 28700 h 260086"/>
              <a:gd name="connsiteX73" fmla="*/ 80583 w 765852"/>
              <a:gd name="connsiteY73" fmla="*/ 62692 h 260086"/>
              <a:gd name="connsiteX74" fmla="*/ 47273 w 765852"/>
              <a:gd name="connsiteY74" fmla="*/ 2119 h 260086"/>
              <a:gd name="connsiteX75" fmla="*/ 0 w 765852"/>
              <a:gd name="connsiteY75" fmla="*/ 2119 h 260086"/>
              <a:gd name="connsiteX76" fmla="*/ 0 w 765852"/>
              <a:gd name="connsiteY76" fmla="*/ 26792 h 260086"/>
              <a:gd name="connsiteX77" fmla="*/ 93648 w 765852"/>
              <a:gd name="connsiteY77" fmla="*/ 26792 h 260086"/>
              <a:gd name="connsiteX78" fmla="*/ 91328 w 765852"/>
              <a:gd name="connsiteY78" fmla="*/ 23793 h 260086"/>
              <a:gd name="connsiteX79" fmla="*/ 47273 w 765852"/>
              <a:gd name="connsiteY79" fmla="*/ 2119 h 260086"/>
              <a:gd name="connsiteX80" fmla="*/ 95968 w 765852"/>
              <a:gd name="connsiteY80" fmla="*/ 23793 h 260086"/>
              <a:gd name="connsiteX81" fmla="*/ 93648 w 765852"/>
              <a:gd name="connsiteY81" fmla="*/ 26792 h 260086"/>
              <a:gd name="connsiteX82" fmla="*/ 187296 w 765852"/>
              <a:gd name="connsiteY82" fmla="*/ 26792 h 260086"/>
              <a:gd name="connsiteX83" fmla="*/ 187296 w 765852"/>
              <a:gd name="connsiteY83" fmla="*/ 2119 h 260086"/>
              <a:gd name="connsiteX84" fmla="*/ 140023 w 765852"/>
              <a:gd name="connsiteY84" fmla="*/ 2119 h 260086"/>
              <a:gd name="connsiteX85" fmla="*/ 95958 w 765852"/>
              <a:gd name="connsiteY85" fmla="*/ 23793 h 260086"/>
              <a:gd name="connsiteX86" fmla="*/ 514844 w 765852"/>
              <a:gd name="connsiteY86" fmla="*/ 164677 h 260086"/>
              <a:gd name="connsiteX87" fmla="*/ 540232 w 765852"/>
              <a:gd name="connsiteY87" fmla="*/ 164677 h 260086"/>
              <a:gd name="connsiteX88" fmla="*/ 540232 w 765852"/>
              <a:gd name="connsiteY88" fmla="*/ 2119 h 260086"/>
              <a:gd name="connsiteX89" fmla="*/ 514844 w 765852"/>
              <a:gd name="connsiteY89" fmla="*/ 2119 h 260086"/>
              <a:gd name="connsiteX90" fmla="*/ 514844 w 765852"/>
              <a:gd name="connsiteY90" fmla="*/ 164677 h 260086"/>
              <a:gd name="connsiteX91" fmla="*/ 495205 w 765852"/>
              <a:gd name="connsiteY91" fmla="*/ 259554 h 260086"/>
              <a:gd name="connsiteX92" fmla="*/ 502915 w 765852"/>
              <a:gd name="connsiteY92" fmla="*/ 259554 h 260086"/>
              <a:gd name="connsiteX93" fmla="*/ 502915 w 765852"/>
              <a:gd name="connsiteY93" fmla="*/ 197523 h 260086"/>
              <a:gd name="connsiteX94" fmla="*/ 495205 w 765852"/>
              <a:gd name="connsiteY94" fmla="*/ 197523 h 260086"/>
              <a:gd name="connsiteX95" fmla="*/ 495205 w 765852"/>
              <a:gd name="connsiteY95" fmla="*/ 259554 h 260086"/>
              <a:gd name="connsiteX96" fmla="*/ 544816 w 765852"/>
              <a:gd name="connsiteY96" fmla="*/ 204613 h 260086"/>
              <a:gd name="connsiteX97" fmla="*/ 564923 w 765852"/>
              <a:gd name="connsiteY97" fmla="*/ 204613 h 260086"/>
              <a:gd name="connsiteX98" fmla="*/ 564923 w 765852"/>
              <a:gd name="connsiteY98" fmla="*/ 259554 h 260086"/>
              <a:gd name="connsiteX99" fmla="*/ 572633 w 765852"/>
              <a:gd name="connsiteY99" fmla="*/ 259554 h 260086"/>
              <a:gd name="connsiteX100" fmla="*/ 572633 w 765852"/>
              <a:gd name="connsiteY100" fmla="*/ 204613 h 260086"/>
              <a:gd name="connsiteX101" fmla="*/ 592740 w 765852"/>
              <a:gd name="connsiteY101" fmla="*/ 204613 h 260086"/>
              <a:gd name="connsiteX102" fmla="*/ 592740 w 765852"/>
              <a:gd name="connsiteY102" fmla="*/ 197523 h 260086"/>
              <a:gd name="connsiteX103" fmla="*/ 544816 w 765852"/>
              <a:gd name="connsiteY103" fmla="*/ 197523 h 260086"/>
              <a:gd name="connsiteX104" fmla="*/ 544816 w 765852"/>
              <a:gd name="connsiteY104" fmla="*/ 204613 h 260086"/>
              <a:gd name="connsiteX105" fmla="*/ 287389 w 765852"/>
              <a:gd name="connsiteY105" fmla="*/ 2119 h 260086"/>
              <a:gd name="connsiteX106" fmla="*/ 345234 w 765852"/>
              <a:gd name="connsiteY106" fmla="*/ 140105 h 260086"/>
              <a:gd name="connsiteX107" fmla="*/ 381413 w 765852"/>
              <a:gd name="connsiteY107" fmla="*/ 166796 h 260086"/>
              <a:gd name="connsiteX108" fmla="*/ 382899 w 765852"/>
              <a:gd name="connsiteY108" fmla="*/ 166796 h 260086"/>
              <a:gd name="connsiteX109" fmla="*/ 316692 w 765852"/>
              <a:gd name="connsiteY109" fmla="*/ 2119 h 260086"/>
              <a:gd name="connsiteX110" fmla="*/ 287389 w 765852"/>
              <a:gd name="connsiteY110" fmla="*/ 2119 h 260086"/>
              <a:gd name="connsiteX111" fmla="*/ 443549 w 765852"/>
              <a:gd name="connsiteY111" fmla="*/ 199871 h 260086"/>
              <a:gd name="connsiteX112" fmla="*/ 432739 w 765852"/>
              <a:gd name="connsiteY112" fmla="*/ 197523 h 260086"/>
              <a:gd name="connsiteX113" fmla="*/ 408910 w 765852"/>
              <a:gd name="connsiteY113" fmla="*/ 197523 h 260086"/>
              <a:gd name="connsiteX114" fmla="*/ 408910 w 765852"/>
              <a:gd name="connsiteY114" fmla="*/ 259554 h 260086"/>
              <a:gd name="connsiteX115" fmla="*/ 416621 w 765852"/>
              <a:gd name="connsiteY115" fmla="*/ 259554 h 260086"/>
              <a:gd name="connsiteX116" fmla="*/ 416621 w 765852"/>
              <a:gd name="connsiteY116" fmla="*/ 235716 h 260086"/>
              <a:gd name="connsiteX117" fmla="*/ 432748 w 765852"/>
              <a:gd name="connsiteY117" fmla="*/ 235716 h 260086"/>
              <a:gd name="connsiteX118" fmla="*/ 443512 w 765852"/>
              <a:gd name="connsiteY118" fmla="*/ 233368 h 260086"/>
              <a:gd name="connsiteX119" fmla="*/ 450728 w 765852"/>
              <a:gd name="connsiteY119" fmla="*/ 226681 h 260086"/>
              <a:gd name="connsiteX120" fmla="*/ 453295 w 765852"/>
              <a:gd name="connsiteY120" fmla="*/ 216583 h 260086"/>
              <a:gd name="connsiteX121" fmla="*/ 450774 w 765852"/>
              <a:gd name="connsiteY121" fmla="*/ 206521 h 260086"/>
              <a:gd name="connsiteX122" fmla="*/ 443558 w 765852"/>
              <a:gd name="connsiteY122" fmla="*/ 199871 h 260086"/>
              <a:gd name="connsiteX123" fmla="*/ 441779 w 765852"/>
              <a:gd name="connsiteY123" fmla="*/ 225351 h 260086"/>
              <a:gd name="connsiteX124" fmla="*/ 432033 w 765852"/>
              <a:gd name="connsiteY124" fmla="*/ 228635 h 260086"/>
              <a:gd name="connsiteX125" fmla="*/ 416621 w 765852"/>
              <a:gd name="connsiteY125" fmla="*/ 228635 h 260086"/>
              <a:gd name="connsiteX126" fmla="*/ 416621 w 765852"/>
              <a:gd name="connsiteY126" fmla="*/ 204622 h 260086"/>
              <a:gd name="connsiteX127" fmla="*/ 432125 w 765852"/>
              <a:gd name="connsiteY127" fmla="*/ 204622 h 260086"/>
              <a:gd name="connsiteX128" fmla="*/ 441825 w 765852"/>
              <a:gd name="connsiteY128" fmla="*/ 207860 h 260086"/>
              <a:gd name="connsiteX129" fmla="*/ 445410 w 765852"/>
              <a:gd name="connsiteY129" fmla="*/ 216592 h 260086"/>
              <a:gd name="connsiteX130" fmla="*/ 441779 w 765852"/>
              <a:gd name="connsiteY130" fmla="*/ 225361 h 260086"/>
              <a:gd name="connsiteX131" fmla="*/ 382889 w 765852"/>
              <a:gd name="connsiteY131" fmla="*/ 166805 h 260086"/>
              <a:gd name="connsiteX132" fmla="*/ 384375 w 765852"/>
              <a:gd name="connsiteY132" fmla="*/ 166805 h 260086"/>
              <a:gd name="connsiteX133" fmla="*/ 420554 w 765852"/>
              <a:gd name="connsiteY133" fmla="*/ 140114 h 260086"/>
              <a:gd name="connsiteX134" fmla="*/ 478399 w 765852"/>
              <a:gd name="connsiteY134" fmla="*/ 2128 h 260086"/>
              <a:gd name="connsiteX135" fmla="*/ 449096 w 765852"/>
              <a:gd name="connsiteY135" fmla="*/ 2128 h 260086"/>
              <a:gd name="connsiteX136" fmla="*/ 382889 w 765852"/>
              <a:gd name="connsiteY136" fmla="*/ 166814 h 260086"/>
              <a:gd name="connsiteX137" fmla="*/ 644368 w 765852"/>
              <a:gd name="connsiteY137" fmla="*/ 197523 h 260086"/>
              <a:gd name="connsiteX138" fmla="*/ 620714 w 765852"/>
              <a:gd name="connsiteY138" fmla="*/ 259554 h 260086"/>
              <a:gd name="connsiteX139" fmla="*/ 628690 w 765852"/>
              <a:gd name="connsiteY139" fmla="*/ 259554 h 260086"/>
              <a:gd name="connsiteX140" fmla="*/ 635246 w 765852"/>
              <a:gd name="connsiteY140" fmla="*/ 242806 h 260086"/>
              <a:gd name="connsiteX141" fmla="*/ 662266 w 765852"/>
              <a:gd name="connsiteY141" fmla="*/ 242806 h 260086"/>
              <a:gd name="connsiteX142" fmla="*/ 668821 w 765852"/>
              <a:gd name="connsiteY142" fmla="*/ 259554 h 260086"/>
              <a:gd name="connsiteX143" fmla="*/ 677055 w 765852"/>
              <a:gd name="connsiteY143" fmla="*/ 259554 h 260086"/>
              <a:gd name="connsiteX144" fmla="*/ 653491 w 765852"/>
              <a:gd name="connsiteY144" fmla="*/ 197523 h 260086"/>
              <a:gd name="connsiteX145" fmla="*/ 644368 w 765852"/>
              <a:gd name="connsiteY145" fmla="*/ 197523 h 260086"/>
              <a:gd name="connsiteX146" fmla="*/ 637547 w 765852"/>
              <a:gd name="connsiteY146" fmla="*/ 235808 h 260086"/>
              <a:gd name="connsiteX147" fmla="*/ 648705 w 765852"/>
              <a:gd name="connsiteY147" fmla="*/ 205943 h 260086"/>
              <a:gd name="connsiteX148" fmla="*/ 659955 w 765852"/>
              <a:gd name="connsiteY148" fmla="*/ 235808 h 260086"/>
              <a:gd name="connsiteX149" fmla="*/ 637538 w 765852"/>
              <a:gd name="connsiteY149" fmla="*/ 235808 h 260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</a:cxnLst>
            <a:rect l="l" t="t" r="r" b="b"/>
            <a:pathLst>
              <a:path w="765852" h="260086">
                <a:moveTo>
                  <a:pt x="739575" y="143884"/>
                </a:moveTo>
                <a:cubicBezTo>
                  <a:pt x="756519" y="128906"/>
                  <a:pt x="765852" y="107425"/>
                  <a:pt x="765852" y="83403"/>
                </a:cubicBezTo>
                <a:cubicBezTo>
                  <a:pt x="765852" y="59381"/>
                  <a:pt x="756519" y="37899"/>
                  <a:pt x="739575" y="22921"/>
                </a:cubicBezTo>
                <a:cubicBezTo>
                  <a:pt x="722613" y="7925"/>
                  <a:pt x="699307" y="0"/>
                  <a:pt x="672177" y="0"/>
                </a:cubicBezTo>
                <a:cubicBezTo>
                  <a:pt x="645047" y="0"/>
                  <a:pt x="621740" y="7925"/>
                  <a:pt x="604779" y="22921"/>
                </a:cubicBezTo>
                <a:cubicBezTo>
                  <a:pt x="587835" y="37899"/>
                  <a:pt x="578501" y="59381"/>
                  <a:pt x="578501" y="83403"/>
                </a:cubicBezTo>
                <a:cubicBezTo>
                  <a:pt x="578501" y="107425"/>
                  <a:pt x="587835" y="128906"/>
                  <a:pt x="604779" y="143884"/>
                </a:cubicBezTo>
                <a:cubicBezTo>
                  <a:pt x="621740" y="158881"/>
                  <a:pt x="645047" y="166805"/>
                  <a:pt x="672177" y="166805"/>
                </a:cubicBezTo>
                <a:cubicBezTo>
                  <a:pt x="699307" y="166805"/>
                  <a:pt x="722613" y="158881"/>
                  <a:pt x="739575" y="143884"/>
                </a:cubicBezTo>
                <a:close/>
                <a:moveTo>
                  <a:pt x="604595" y="83403"/>
                </a:moveTo>
                <a:cubicBezTo>
                  <a:pt x="604595" y="66489"/>
                  <a:pt x="610821" y="52135"/>
                  <a:pt x="622611" y="41871"/>
                </a:cubicBezTo>
                <a:cubicBezTo>
                  <a:pt x="634751" y="31305"/>
                  <a:pt x="651887" y="25719"/>
                  <a:pt x="672177" y="25719"/>
                </a:cubicBezTo>
                <a:cubicBezTo>
                  <a:pt x="692467" y="25719"/>
                  <a:pt x="709603" y="31305"/>
                  <a:pt x="721742" y="41871"/>
                </a:cubicBezTo>
                <a:cubicBezTo>
                  <a:pt x="733524" y="52126"/>
                  <a:pt x="739759" y="66489"/>
                  <a:pt x="739759" y="83403"/>
                </a:cubicBezTo>
                <a:cubicBezTo>
                  <a:pt x="739759" y="100316"/>
                  <a:pt x="733533" y="114671"/>
                  <a:pt x="721742" y="124934"/>
                </a:cubicBezTo>
                <a:cubicBezTo>
                  <a:pt x="709603" y="135501"/>
                  <a:pt x="692467" y="141077"/>
                  <a:pt x="672177" y="141077"/>
                </a:cubicBezTo>
                <a:cubicBezTo>
                  <a:pt x="651887" y="141077"/>
                  <a:pt x="634741" y="135491"/>
                  <a:pt x="622611" y="124934"/>
                </a:cubicBezTo>
                <a:cubicBezTo>
                  <a:pt x="610830" y="114671"/>
                  <a:pt x="604595" y="100316"/>
                  <a:pt x="604595" y="83403"/>
                </a:cubicBezTo>
                <a:close/>
                <a:moveTo>
                  <a:pt x="238310" y="207181"/>
                </a:moveTo>
                <a:cubicBezTo>
                  <a:pt x="241556" y="205118"/>
                  <a:pt x="245306" y="204081"/>
                  <a:pt x="249560" y="204081"/>
                </a:cubicBezTo>
                <a:cubicBezTo>
                  <a:pt x="254282" y="204081"/>
                  <a:pt x="258288" y="205292"/>
                  <a:pt x="261562" y="207713"/>
                </a:cubicBezTo>
                <a:cubicBezTo>
                  <a:pt x="264835" y="210135"/>
                  <a:pt x="267035" y="213501"/>
                  <a:pt x="268163" y="217812"/>
                </a:cubicBezTo>
                <a:lnTo>
                  <a:pt x="275874" y="217812"/>
                </a:lnTo>
                <a:cubicBezTo>
                  <a:pt x="274691" y="211373"/>
                  <a:pt x="271784" y="206292"/>
                  <a:pt x="267145" y="202568"/>
                </a:cubicBezTo>
                <a:cubicBezTo>
                  <a:pt x="262506" y="198844"/>
                  <a:pt x="256766" y="196982"/>
                  <a:pt x="249917" y="196982"/>
                </a:cubicBezTo>
                <a:cubicBezTo>
                  <a:pt x="244013" y="196982"/>
                  <a:pt x="238814" y="198293"/>
                  <a:pt x="234322" y="200926"/>
                </a:cubicBezTo>
                <a:cubicBezTo>
                  <a:pt x="229838" y="203558"/>
                  <a:pt x="226382" y="207264"/>
                  <a:pt x="223961" y="212052"/>
                </a:cubicBezTo>
                <a:cubicBezTo>
                  <a:pt x="221541" y="216840"/>
                  <a:pt x="220330" y="222334"/>
                  <a:pt x="220330" y="228534"/>
                </a:cubicBezTo>
                <a:cubicBezTo>
                  <a:pt x="220330" y="234734"/>
                  <a:pt x="221541" y="240302"/>
                  <a:pt x="223961" y="245062"/>
                </a:cubicBezTo>
                <a:cubicBezTo>
                  <a:pt x="226382" y="249823"/>
                  <a:pt x="229838" y="253510"/>
                  <a:pt x="234322" y="256142"/>
                </a:cubicBezTo>
                <a:cubicBezTo>
                  <a:pt x="238805" y="258775"/>
                  <a:pt x="244004" y="260086"/>
                  <a:pt x="249917" y="260086"/>
                </a:cubicBezTo>
                <a:cubicBezTo>
                  <a:pt x="256831" y="260086"/>
                  <a:pt x="262570" y="258224"/>
                  <a:pt x="267145" y="254501"/>
                </a:cubicBezTo>
                <a:cubicBezTo>
                  <a:pt x="271720" y="250777"/>
                  <a:pt x="274599" y="245695"/>
                  <a:pt x="275782" y="239256"/>
                </a:cubicBezTo>
                <a:lnTo>
                  <a:pt x="268071" y="239256"/>
                </a:lnTo>
                <a:cubicBezTo>
                  <a:pt x="266888" y="243631"/>
                  <a:pt x="264706" y="247007"/>
                  <a:pt x="261516" y="249401"/>
                </a:cubicBezTo>
                <a:cubicBezTo>
                  <a:pt x="258325" y="251795"/>
                  <a:pt x="254337" y="252987"/>
                  <a:pt x="249560" y="252987"/>
                </a:cubicBezTo>
                <a:cubicBezTo>
                  <a:pt x="245306" y="252987"/>
                  <a:pt x="241556" y="251951"/>
                  <a:pt x="238310" y="249887"/>
                </a:cubicBezTo>
                <a:cubicBezTo>
                  <a:pt x="235064" y="247823"/>
                  <a:pt x="232561" y="244925"/>
                  <a:pt x="230828" y="241201"/>
                </a:cubicBezTo>
                <a:cubicBezTo>
                  <a:pt x="229086" y="237477"/>
                  <a:pt x="228215" y="233258"/>
                  <a:pt x="228215" y="228525"/>
                </a:cubicBezTo>
                <a:cubicBezTo>
                  <a:pt x="228215" y="223792"/>
                  <a:pt x="229086" y="219499"/>
                  <a:pt x="230828" y="215812"/>
                </a:cubicBezTo>
                <a:cubicBezTo>
                  <a:pt x="232570" y="212125"/>
                  <a:pt x="235064" y="209245"/>
                  <a:pt x="238310" y="207172"/>
                </a:cubicBezTo>
                <a:close/>
                <a:moveTo>
                  <a:pt x="335580" y="197523"/>
                </a:moveTo>
                <a:lnTo>
                  <a:pt x="311925" y="259554"/>
                </a:lnTo>
                <a:lnTo>
                  <a:pt x="319892" y="259554"/>
                </a:lnTo>
                <a:lnTo>
                  <a:pt x="326448" y="242806"/>
                </a:lnTo>
                <a:lnTo>
                  <a:pt x="353467" y="242806"/>
                </a:lnTo>
                <a:lnTo>
                  <a:pt x="360023" y="259554"/>
                </a:lnTo>
                <a:lnTo>
                  <a:pt x="368256" y="259554"/>
                </a:lnTo>
                <a:lnTo>
                  <a:pt x="344693" y="197523"/>
                </a:lnTo>
                <a:lnTo>
                  <a:pt x="335570" y="197523"/>
                </a:lnTo>
                <a:close/>
                <a:moveTo>
                  <a:pt x="328758" y="235808"/>
                </a:moveTo>
                <a:lnTo>
                  <a:pt x="339916" y="205943"/>
                </a:lnTo>
                <a:lnTo>
                  <a:pt x="351166" y="235808"/>
                </a:lnTo>
                <a:lnTo>
                  <a:pt x="328749" y="235808"/>
                </a:lnTo>
                <a:close/>
                <a:moveTo>
                  <a:pt x="725437" y="197523"/>
                </a:moveTo>
                <a:lnTo>
                  <a:pt x="717736" y="197523"/>
                </a:lnTo>
                <a:lnTo>
                  <a:pt x="717736" y="259554"/>
                </a:lnTo>
                <a:lnTo>
                  <a:pt x="753704" y="259554"/>
                </a:lnTo>
                <a:lnTo>
                  <a:pt x="753704" y="252464"/>
                </a:lnTo>
                <a:lnTo>
                  <a:pt x="725446" y="252464"/>
                </a:lnTo>
                <a:lnTo>
                  <a:pt x="725446" y="197523"/>
                </a:lnTo>
                <a:close/>
                <a:moveTo>
                  <a:pt x="250953" y="2119"/>
                </a:moveTo>
                <a:lnTo>
                  <a:pt x="225566" y="2119"/>
                </a:lnTo>
                <a:lnTo>
                  <a:pt x="225566" y="164677"/>
                </a:lnTo>
                <a:lnTo>
                  <a:pt x="250953" y="164677"/>
                </a:lnTo>
                <a:lnTo>
                  <a:pt x="250953" y="2119"/>
                </a:lnTo>
                <a:close/>
                <a:moveTo>
                  <a:pt x="80592" y="62692"/>
                </a:moveTo>
                <a:lnTo>
                  <a:pt x="80592" y="164687"/>
                </a:lnTo>
                <a:cubicBezTo>
                  <a:pt x="80592" y="164687"/>
                  <a:pt x="106732" y="164687"/>
                  <a:pt x="106732" y="164687"/>
                </a:cubicBezTo>
                <a:lnTo>
                  <a:pt x="106713" y="62692"/>
                </a:lnTo>
                <a:cubicBezTo>
                  <a:pt x="106713" y="50282"/>
                  <a:pt x="102707" y="38523"/>
                  <a:pt x="95124" y="28700"/>
                </a:cubicBezTo>
                <a:lnTo>
                  <a:pt x="93648" y="26792"/>
                </a:lnTo>
                <a:lnTo>
                  <a:pt x="92172" y="28700"/>
                </a:lnTo>
                <a:cubicBezTo>
                  <a:pt x="84589" y="38523"/>
                  <a:pt x="80583" y="50273"/>
                  <a:pt x="80583" y="62692"/>
                </a:cubicBezTo>
                <a:close/>
                <a:moveTo>
                  <a:pt x="47273" y="2119"/>
                </a:moveTo>
                <a:lnTo>
                  <a:pt x="0" y="2119"/>
                </a:lnTo>
                <a:lnTo>
                  <a:pt x="0" y="26792"/>
                </a:lnTo>
                <a:lnTo>
                  <a:pt x="93648" y="26792"/>
                </a:lnTo>
                <a:lnTo>
                  <a:pt x="91328" y="23793"/>
                </a:lnTo>
                <a:cubicBezTo>
                  <a:pt x="80693" y="10025"/>
                  <a:pt x="64629" y="2119"/>
                  <a:pt x="47273" y="2119"/>
                </a:cubicBezTo>
                <a:close/>
                <a:moveTo>
                  <a:pt x="95968" y="23793"/>
                </a:moveTo>
                <a:lnTo>
                  <a:pt x="93648" y="26792"/>
                </a:lnTo>
                <a:lnTo>
                  <a:pt x="187296" y="26792"/>
                </a:lnTo>
                <a:lnTo>
                  <a:pt x="187296" y="2119"/>
                </a:lnTo>
                <a:lnTo>
                  <a:pt x="140023" y="2119"/>
                </a:lnTo>
                <a:cubicBezTo>
                  <a:pt x="122657" y="2119"/>
                  <a:pt x="106603" y="10016"/>
                  <a:pt x="95958" y="23793"/>
                </a:cubicBezTo>
                <a:close/>
                <a:moveTo>
                  <a:pt x="514844" y="164677"/>
                </a:moveTo>
                <a:lnTo>
                  <a:pt x="540232" y="164677"/>
                </a:lnTo>
                <a:lnTo>
                  <a:pt x="540232" y="2119"/>
                </a:lnTo>
                <a:lnTo>
                  <a:pt x="514844" y="2119"/>
                </a:lnTo>
                <a:lnTo>
                  <a:pt x="514844" y="164677"/>
                </a:lnTo>
                <a:close/>
                <a:moveTo>
                  <a:pt x="495205" y="259554"/>
                </a:moveTo>
                <a:lnTo>
                  <a:pt x="502915" y="259554"/>
                </a:lnTo>
                <a:lnTo>
                  <a:pt x="502915" y="197523"/>
                </a:lnTo>
                <a:lnTo>
                  <a:pt x="495205" y="197523"/>
                </a:lnTo>
                <a:lnTo>
                  <a:pt x="495205" y="259554"/>
                </a:lnTo>
                <a:close/>
                <a:moveTo>
                  <a:pt x="544816" y="204613"/>
                </a:moveTo>
                <a:lnTo>
                  <a:pt x="564923" y="204613"/>
                </a:lnTo>
                <a:lnTo>
                  <a:pt x="564923" y="259554"/>
                </a:lnTo>
                <a:lnTo>
                  <a:pt x="572633" y="259554"/>
                </a:lnTo>
                <a:lnTo>
                  <a:pt x="572633" y="204613"/>
                </a:lnTo>
                <a:lnTo>
                  <a:pt x="592740" y="204613"/>
                </a:lnTo>
                <a:lnTo>
                  <a:pt x="592740" y="197523"/>
                </a:lnTo>
                <a:lnTo>
                  <a:pt x="544816" y="197523"/>
                </a:lnTo>
                <a:lnTo>
                  <a:pt x="544816" y="204613"/>
                </a:lnTo>
                <a:close/>
                <a:moveTo>
                  <a:pt x="287389" y="2119"/>
                </a:moveTo>
                <a:cubicBezTo>
                  <a:pt x="287389" y="2119"/>
                  <a:pt x="335680" y="117220"/>
                  <a:pt x="345234" y="140105"/>
                </a:cubicBezTo>
                <a:cubicBezTo>
                  <a:pt x="356374" y="166796"/>
                  <a:pt x="374464" y="166796"/>
                  <a:pt x="381413" y="166796"/>
                </a:cubicBezTo>
                <a:lnTo>
                  <a:pt x="382899" y="166796"/>
                </a:lnTo>
                <a:lnTo>
                  <a:pt x="316692" y="2119"/>
                </a:lnTo>
                <a:lnTo>
                  <a:pt x="287389" y="2119"/>
                </a:lnTo>
                <a:close/>
                <a:moveTo>
                  <a:pt x="443549" y="199871"/>
                </a:moveTo>
                <a:cubicBezTo>
                  <a:pt x="440413" y="198303"/>
                  <a:pt x="436819" y="197523"/>
                  <a:pt x="432739" y="197523"/>
                </a:cubicBezTo>
                <a:lnTo>
                  <a:pt x="408910" y="197523"/>
                </a:lnTo>
                <a:lnTo>
                  <a:pt x="408910" y="259554"/>
                </a:lnTo>
                <a:lnTo>
                  <a:pt x="416621" y="259554"/>
                </a:lnTo>
                <a:lnTo>
                  <a:pt x="416621" y="235716"/>
                </a:lnTo>
                <a:lnTo>
                  <a:pt x="432748" y="235716"/>
                </a:lnTo>
                <a:cubicBezTo>
                  <a:pt x="436819" y="235716"/>
                  <a:pt x="440413" y="234936"/>
                  <a:pt x="443512" y="233368"/>
                </a:cubicBezTo>
                <a:cubicBezTo>
                  <a:pt x="446611" y="231799"/>
                  <a:pt x="449013" y="229571"/>
                  <a:pt x="450728" y="226681"/>
                </a:cubicBezTo>
                <a:cubicBezTo>
                  <a:pt x="452442" y="223783"/>
                  <a:pt x="453295" y="220417"/>
                  <a:pt x="453295" y="216583"/>
                </a:cubicBezTo>
                <a:cubicBezTo>
                  <a:pt x="453295" y="212749"/>
                  <a:pt x="452452" y="209392"/>
                  <a:pt x="450774" y="206521"/>
                </a:cubicBezTo>
                <a:cubicBezTo>
                  <a:pt x="449087" y="203659"/>
                  <a:pt x="446685" y="201439"/>
                  <a:pt x="443558" y="199871"/>
                </a:cubicBezTo>
                <a:close/>
                <a:moveTo>
                  <a:pt x="441779" y="225351"/>
                </a:moveTo>
                <a:cubicBezTo>
                  <a:pt x="439359" y="227534"/>
                  <a:pt x="436113" y="228635"/>
                  <a:pt x="432033" y="228635"/>
                </a:cubicBezTo>
                <a:lnTo>
                  <a:pt x="416621" y="228635"/>
                </a:lnTo>
                <a:lnTo>
                  <a:pt x="416621" y="204622"/>
                </a:lnTo>
                <a:lnTo>
                  <a:pt x="432125" y="204622"/>
                </a:lnTo>
                <a:cubicBezTo>
                  <a:pt x="436196" y="204622"/>
                  <a:pt x="439432" y="205705"/>
                  <a:pt x="441825" y="207860"/>
                </a:cubicBezTo>
                <a:cubicBezTo>
                  <a:pt x="444218" y="210015"/>
                  <a:pt x="445410" y="212923"/>
                  <a:pt x="445410" y="216592"/>
                </a:cubicBezTo>
                <a:cubicBezTo>
                  <a:pt x="445410" y="220261"/>
                  <a:pt x="444200" y="223178"/>
                  <a:pt x="441779" y="225361"/>
                </a:cubicBezTo>
                <a:close/>
                <a:moveTo>
                  <a:pt x="382889" y="166805"/>
                </a:moveTo>
                <a:lnTo>
                  <a:pt x="384375" y="166805"/>
                </a:lnTo>
                <a:cubicBezTo>
                  <a:pt x="391334" y="166805"/>
                  <a:pt x="409423" y="166805"/>
                  <a:pt x="420554" y="140114"/>
                </a:cubicBezTo>
                <a:cubicBezTo>
                  <a:pt x="430099" y="117230"/>
                  <a:pt x="478399" y="2128"/>
                  <a:pt x="478399" y="2128"/>
                </a:cubicBezTo>
                <a:lnTo>
                  <a:pt x="449096" y="2128"/>
                </a:lnTo>
                <a:lnTo>
                  <a:pt x="382889" y="166814"/>
                </a:lnTo>
                <a:close/>
                <a:moveTo>
                  <a:pt x="644368" y="197523"/>
                </a:moveTo>
                <a:lnTo>
                  <a:pt x="620714" y="259554"/>
                </a:lnTo>
                <a:lnTo>
                  <a:pt x="628690" y="259554"/>
                </a:lnTo>
                <a:lnTo>
                  <a:pt x="635246" y="242806"/>
                </a:lnTo>
                <a:lnTo>
                  <a:pt x="662266" y="242806"/>
                </a:lnTo>
                <a:lnTo>
                  <a:pt x="668821" y="259554"/>
                </a:lnTo>
                <a:lnTo>
                  <a:pt x="677055" y="259554"/>
                </a:lnTo>
                <a:lnTo>
                  <a:pt x="653491" y="197523"/>
                </a:lnTo>
                <a:lnTo>
                  <a:pt x="644368" y="197523"/>
                </a:lnTo>
                <a:close/>
                <a:moveTo>
                  <a:pt x="637547" y="235808"/>
                </a:moveTo>
                <a:lnTo>
                  <a:pt x="648705" y="205943"/>
                </a:lnTo>
                <a:lnTo>
                  <a:pt x="659955" y="235808"/>
                </a:lnTo>
                <a:lnTo>
                  <a:pt x="637538" y="235808"/>
                </a:lnTo>
                <a:close/>
              </a:path>
            </a:pathLst>
          </a:custGeom>
          <a:solidFill>
            <a:schemeClr val="bg1"/>
          </a:solidFill>
          <a:ln w="1061" cap="flat">
            <a:noFill/>
            <a:prstDash val="solid"/>
            <a:miter/>
          </a:ln>
        </p:spPr>
        <p:txBody>
          <a:bodyPr rtlCol="0" anchor="ctr"/>
          <a:lstStyle/>
          <a:p>
            <a:endParaRPr lang="pt-BR" sz="849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619460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469">
          <p15:clr>
            <a:srgbClr val="FBAE40"/>
          </p15:clr>
        </p15:guide>
        <p15:guide id="2" orient="horz" pos="3974">
          <p15:clr>
            <a:srgbClr val="FBAE40"/>
          </p15:clr>
        </p15:guide>
        <p15:guide id="3" orient="horz" pos="232">
          <p15:clr>
            <a:srgbClr val="FBAE40"/>
          </p15:clr>
        </p15:guide>
        <p15:guide id="4" pos="211">
          <p15:clr>
            <a:srgbClr val="FBAE40"/>
          </p15:clr>
        </p15:guide>
        <p15:guide id="5" orient="horz" pos="4065">
          <p15:clr>
            <a:srgbClr val="FBAE40"/>
          </p15:clr>
        </p15:guide>
        <p15:guide id="6" orient="horz" pos="799">
          <p15:clr>
            <a:srgbClr val="FBAE40"/>
          </p15:clr>
        </p15:guide>
        <p15:guide id="7" orient="horz" pos="935">
          <p15:clr>
            <a:srgbClr val="FBAE40"/>
          </p15:clr>
        </p15:guide>
      </p15:sldGuideLst>
    </p:ext>
  </p:extLst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56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394" b="0" i="0">
                <a:solidFill>
                  <a:srgbClr val="F9F9F9"/>
                </a:solidFill>
                <a:latin typeface="Arial"/>
                <a:cs typeface="Arial"/>
              </a:defRPr>
            </a:lvl1pPr>
          </a:lstStyle>
          <a:p>
            <a:pPr marL="20022">
              <a:spcBef>
                <a:spcPts val="45"/>
              </a:spcBef>
            </a:pPr>
            <a:fld id="{81D60167-4931-47E6-BA6A-407CBD079E47}" type="slidenum">
              <a:rPr lang="pt-BR" spc="-15" smtClean="0"/>
              <a:pPr marL="20022">
                <a:spcBef>
                  <a:spcPts val="45"/>
                </a:spcBef>
              </a:pPr>
              <a:t>‹#›</a:t>
            </a:fld>
            <a:endParaRPr lang="pt-BR" spc="-15"/>
          </a:p>
        </p:txBody>
      </p:sp>
    </p:spTree>
    <p:extLst>
      <p:ext uri="{BB962C8B-B14F-4D97-AF65-F5344CB8AC3E}">
        <p14:creationId xmlns:p14="http://schemas.microsoft.com/office/powerpoint/2010/main" val="1056682875"/>
      </p:ext>
    </p:extLst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ítulo | 1 linha - Escuro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132BCE3-A04F-8602-64F7-7623C7EAF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61763" y="6482556"/>
            <a:ext cx="295275" cy="1692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 sz="1100">
                <a:solidFill>
                  <a:schemeClr val="bg1"/>
                </a:solidFill>
                <a:latin typeface="Versos" panose="020B0503020204030204" pitchFamily="34" charset="0"/>
                <a:cs typeface="Versos" panose="020B0503020204030204" pitchFamily="34" charset="0"/>
              </a:defRPr>
            </a:lvl1pPr>
          </a:lstStyle>
          <a:p>
            <a:fld id="{77667D73-C69A-4DAA-9003-24A825D36FE9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B13D7C-5A47-B0DF-B518-26E79F5D2DB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64" y="368301"/>
            <a:ext cx="10183813" cy="4308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8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err="1"/>
              <a:t>Título</a:t>
            </a:r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401465E-A8CD-A3BA-BE2A-9597492FDC6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4963" y="6482557"/>
            <a:ext cx="10980000" cy="138499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900">
                <a:latin typeface="Versos Light" panose="020B0403020204030204" pitchFamily="34" charset="0"/>
              </a:defRPr>
            </a:lvl2pPr>
            <a:lvl3pPr>
              <a:defRPr sz="900">
                <a:latin typeface="Versos Light" panose="020B0403020204030204" pitchFamily="34" charset="0"/>
              </a:defRPr>
            </a:lvl3pPr>
            <a:lvl4pPr>
              <a:defRPr sz="900">
                <a:latin typeface="Versos Light" panose="020B0403020204030204" pitchFamily="34" charset="0"/>
              </a:defRPr>
            </a:lvl4pPr>
            <a:lvl5pPr>
              <a:defRPr sz="900">
                <a:latin typeface="Versos Light" panose="020B0403020204030204" pitchFamily="34" charset="0"/>
              </a:defRPr>
            </a:lvl5pPr>
          </a:lstStyle>
          <a:p>
            <a:pPr lvl="0"/>
            <a:r>
              <a:rPr lang="en-US"/>
              <a:t>Fonte:</a:t>
            </a:r>
            <a:endParaRPr lang="pt-BR"/>
          </a:p>
        </p:txBody>
      </p:sp>
      <p:sp>
        <p:nvSpPr>
          <p:cNvPr id="12" name="Text Placeholder 8">
            <a:extLst>
              <a:ext uri="{FF2B5EF4-FFF2-40B4-BE49-F238E27FC236}">
                <a16:creationId xmlns:a16="http://schemas.microsoft.com/office/drawing/2014/main" id="{7A7A9582-3614-801A-785B-273FCD3E092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34964" y="1949414"/>
            <a:ext cx="11522075" cy="435931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7F86D482-580C-D22A-58CC-10B9C4F7EDD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34963" y="1518528"/>
            <a:ext cx="11522585" cy="21544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Picture 8">
            <a:extLst>
              <a:ext uri="{FF2B5EF4-FFF2-40B4-BE49-F238E27FC236}">
                <a16:creationId xmlns:a16="http://schemas.microsoft.com/office/drawing/2014/main" id="{57BCE67C-64C7-2D0C-0DC2-7A4B4CC314E0}"/>
              </a:ext>
            </a:extLst>
          </p:cNvPr>
          <p:cNvSpPr/>
          <p:nvPr userDrawn="1"/>
        </p:nvSpPr>
        <p:spPr>
          <a:xfrm>
            <a:off x="11091186" y="377179"/>
            <a:ext cx="765852" cy="260086"/>
          </a:xfrm>
          <a:custGeom>
            <a:avLst/>
            <a:gdLst>
              <a:gd name="connsiteX0" fmla="*/ 739575 w 765852"/>
              <a:gd name="connsiteY0" fmla="*/ 143884 h 260086"/>
              <a:gd name="connsiteX1" fmla="*/ 765852 w 765852"/>
              <a:gd name="connsiteY1" fmla="*/ 83403 h 260086"/>
              <a:gd name="connsiteX2" fmla="*/ 739575 w 765852"/>
              <a:gd name="connsiteY2" fmla="*/ 22921 h 260086"/>
              <a:gd name="connsiteX3" fmla="*/ 672177 w 765852"/>
              <a:gd name="connsiteY3" fmla="*/ 0 h 260086"/>
              <a:gd name="connsiteX4" fmla="*/ 604779 w 765852"/>
              <a:gd name="connsiteY4" fmla="*/ 22921 h 260086"/>
              <a:gd name="connsiteX5" fmla="*/ 578501 w 765852"/>
              <a:gd name="connsiteY5" fmla="*/ 83403 h 260086"/>
              <a:gd name="connsiteX6" fmla="*/ 604779 w 765852"/>
              <a:gd name="connsiteY6" fmla="*/ 143884 h 260086"/>
              <a:gd name="connsiteX7" fmla="*/ 672177 w 765852"/>
              <a:gd name="connsiteY7" fmla="*/ 166805 h 260086"/>
              <a:gd name="connsiteX8" fmla="*/ 739575 w 765852"/>
              <a:gd name="connsiteY8" fmla="*/ 143884 h 260086"/>
              <a:gd name="connsiteX9" fmla="*/ 604595 w 765852"/>
              <a:gd name="connsiteY9" fmla="*/ 83403 h 260086"/>
              <a:gd name="connsiteX10" fmla="*/ 622611 w 765852"/>
              <a:gd name="connsiteY10" fmla="*/ 41871 h 260086"/>
              <a:gd name="connsiteX11" fmla="*/ 672177 w 765852"/>
              <a:gd name="connsiteY11" fmla="*/ 25719 h 260086"/>
              <a:gd name="connsiteX12" fmla="*/ 721742 w 765852"/>
              <a:gd name="connsiteY12" fmla="*/ 41871 h 260086"/>
              <a:gd name="connsiteX13" fmla="*/ 739759 w 765852"/>
              <a:gd name="connsiteY13" fmla="*/ 83403 h 260086"/>
              <a:gd name="connsiteX14" fmla="*/ 721742 w 765852"/>
              <a:gd name="connsiteY14" fmla="*/ 124934 h 260086"/>
              <a:gd name="connsiteX15" fmla="*/ 672177 w 765852"/>
              <a:gd name="connsiteY15" fmla="*/ 141077 h 260086"/>
              <a:gd name="connsiteX16" fmla="*/ 622611 w 765852"/>
              <a:gd name="connsiteY16" fmla="*/ 124934 h 260086"/>
              <a:gd name="connsiteX17" fmla="*/ 604595 w 765852"/>
              <a:gd name="connsiteY17" fmla="*/ 83403 h 260086"/>
              <a:gd name="connsiteX18" fmla="*/ 238310 w 765852"/>
              <a:gd name="connsiteY18" fmla="*/ 207181 h 260086"/>
              <a:gd name="connsiteX19" fmla="*/ 249560 w 765852"/>
              <a:gd name="connsiteY19" fmla="*/ 204081 h 260086"/>
              <a:gd name="connsiteX20" fmla="*/ 261562 w 765852"/>
              <a:gd name="connsiteY20" fmla="*/ 207713 h 260086"/>
              <a:gd name="connsiteX21" fmla="*/ 268163 w 765852"/>
              <a:gd name="connsiteY21" fmla="*/ 217812 h 260086"/>
              <a:gd name="connsiteX22" fmla="*/ 275874 w 765852"/>
              <a:gd name="connsiteY22" fmla="*/ 217812 h 260086"/>
              <a:gd name="connsiteX23" fmla="*/ 267145 w 765852"/>
              <a:gd name="connsiteY23" fmla="*/ 202568 h 260086"/>
              <a:gd name="connsiteX24" fmla="*/ 249917 w 765852"/>
              <a:gd name="connsiteY24" fmla="*/ 196982 h 260086"/>
              <a:gd name="connsiteX25" fmla="*/ 234322 w 765852"/>
              <a:gd name="connsiteY25" fmla="*/ 200926 h 260086"/>
              <a:gd name="connsiteX26" fmla="*/ 223961 w 765852"/>
              <a:gd name="connsiteY26" fmla="*/ 212052 h 260086"/>
              <a:gd name="connsiteX27" fmla="*/ 220330 w 765852"/>
              <a:gd name="connsiteY27" fmla="*/ 228534 h 260086"/>
              <a:gd name="connsiteX28" fmla="*/ 223961 w 765852"/>
              <a:gd name="connsiteY28" fmla="*/ 245062 h 260086"/>
              <a:gd name="connsiteX29" fmla="*/ 234322 w 765852"/>
              <a:gd name="connsiteY29" fmla="*/ 256142 h 260086"/>
              <a:gd name="connsiteX30" fmla="*/ 249917 w 765852"/>
              <a:gd name="connsiteY30" fmla="*/ 260086 h 260086"/>
              <a:gd name="connsiteX31" fmla="*/ 267145 w 765852"/>
              <a:gd name="connsiteY31" fmla="*/ 254501 h 260086"/>
              <a:gd name="connsiteX32" fmla="*/ 275782 w 765852"/>
              <a:gd name="connsiteY32" fmla="*/ 239256 h 260086"/>
              <a:gd name="connsiteX33" fmla="*/ 268071 w 765852"/>
              <a:gd name="connsiteY33" fmla="*/ 239256 h 260086"/>
              <a:gd name="connsiteX34" fmla="*/ 261516 w 765852"/>
              <a:gd name="connsiteY34" fmla="*/ 249401 h 260086"/>
              <a:gd name="connsiteX35" fmla="*/ 249560 w 765852"/>
              <a:gd name="connsiteY35" fmla="*/ 252987 h 260086"/>
              <a:gd name="connsiteX36" fmla="*/ 238310 w 765852"/>
              <a:gd name="connsiteY36" fmla="*/ 249887 h 260086"/>
              <a:gd name="connsiteX37" fmla="*/ 230828 w 765852"/>
              <a:gd name="connsiteY37" fmla="*/ 241201 h 260086"/>
              <a:gd name="connsiteX38" fmla="*/ 228215 w 765852"/>
              <a:gd name="connsiteY38" fmla="*/ 228525 h 260086"/>
              <a:gd name="connsiteX39" fmla="*/ 230828 w 765852"/>
              <a:gd name="connsiteY39" fmla="*/ 215812 h 260086"/>
              <a:gd name="connsiteX40" fmla="*/ 238310 w 765852"/>
              <a:gd name="connsiteY40" fmla="*/ 207172 h 260086"/>
              <a:gd name="connsiteX41" fmla="*/ 335580 w 765852"/>
              <a:gd name="connsiteY41" fmla="*/ 197523 h 260086"/>
              <a:gd name="connsiteX42" fmla="*/ 311925 w 765852"/>
              <a:gd name="connsiteY42" fmla="*/ 259554 h 260086"/>
              <a:gd name="connsiteX43" fmla="*/ 319892 w 765852"/>
              <a:gd name="connsiteY43" fmla="*/ 259554 h 260086"/>
              <a:gd name="connsiteX44" fmla="*/ 326448 w 765852"/>
              <a:gd name="connsiteY44" fmla="*/ 242806 h 260086"/>
              <a:gd name="connsiteX45" fmla="*/ 353467 w 765852"/>
              <a:gd name="connsiteY45" fmla="*/ 242806 h 260086"/>
              <a:gd name="connsiteX46" fmla="*/ 360023 w 765852"/>
              <a:gd name="connsiteY46" fmla="*/ 259554 h 260086"/>
              <a:gd name="connsiteX47" fmla="*/ 368256 w 765852"/>
              <a:gd name="connsiteY47" fmla="*/ 259554 h 260086"/>
              <a:gd name="connsiteX48" fmla="*/ 344693 w 765852"/>
              <a:gd name="connsiteY48" fmla="*/ 197523 h 260086"/>
              <a:gd name="connsiteX49" fmla="*/ 335570 w 765852"/>
              <a:gd name="connsiteY49" fmla="*/ 197523 h 260086"/>
              <a:gd name="connsiteX50" fmla="*/ 328758 w 765852"/>
              <a:gd name="connsiteY50" fmla="*/ 235808 h 260086"/>
              <a:gd name="connsiteX51" fmla="*/ 339916 w 765852"/>
              <a:gd name="connsiteY51" fmla="*/ 205943 h 260086"/>
              <a:gd name="connsiteX52" fmla="*/ 351166 w 765852"/>
              <a:gd name="connsiteY52" fmla="*/ 235808 h 260086"/>
              <a:gd name="connsiteX53" fmla="*/ 328749 w 765852"/>
              <a:gd name="connsiteY53" fmla="*/ 235808 h 260086"/>
              <a:gd name="connsiteX54" fmla="*/ 725437 w 765852"/>
              <a:gd name="connsiteY54" fmla="*/ 197523 h 260086"/>
              <a:gd name="connsiteX55" fmla="*/ 717736 w 765852"/>
              <a:gd name="connsiteY55" fmla="*/ 197523 h 260086"/>
              <a:gd name="connsiteX56" fmla="*/ 717736 w 765852"/>
              <a:gd name="connsiteY56" fmla="*/ 259554 h 260086"/>
              <a:gd name="connsiteX57" fmla="*/ 753704 w 765852"/>
              <a:gd name="connsiteY57" fmla="*/ 259554 h 260086"/>
              <a:gd name="connsiteX58" fmla="*/ 753704 w 765852"/>
              <a:gd name="connsiteY58" fmla="*/ 252464 h 260086"/>
              <a:gd name="connsiteX59" fmla="*/ 725446 w 765852"/>
              <a:gd name="connsiteY59" fmla="*/ 252464 h 260086"/>
              <a:gd name="connsiteX60" fmla="*/ 725446 w 765852"/>
              <a:gd name="connsiteY60" fmla="*/ 197523 h 260086"/>
              <a:gd name="connsiteX61" fmla="*/ 250953 w 765852"/>
              <a:gd name="connsiteY61" fmla="*/ 2119 h 260086"/>
              <a:gd name="connsiteX62" fmla="*/ 225566 w 765852"/>
              <a:gd name="connsiteY62" fmla="*/ 2119 h 260086"/>
              <a:gd name="connsiteX63" fmla="*/ 225566 w 765852"/>
              <a:gd name="connsiteY63" fmla="*/ 164677 h 260086"/>
              <a:gd name="connsiteX64" fmla="*/ 250953 w 765852"/>
              <a:gd name="connsiteY64" fmla="*/ 164677 h 260086"/>
              <a:gd name="connsiteX65" fmla="*/ 250953 w 765852"/>
              <a:gd name="connsiteY65" fmla="*/ 2119 h 260086"/>
              <a:gd name="connsiteX66" fmla="*/ 80592 w 765852"/>
              <a:gd name="connsiteY66" fmla="*/ 62692 h 260086"/>
              <a:gd name="connsiteX67" fmla="*/ 80592 w 765852"/>
              <a:gd name="connsiteY67" fmla="*/ 164687 h 260086"/>
              <a:gd name="connsiteX68" fmla="*/ 106732 w 765852"/>
              <a:gd name="connsiteY68" fmla="*/ 164687 h 260086"/>
              <a:gd name="connsiteX69" fmla="*/ 106713 w 765852"/>
              <a:gd name="connsiteY69" fmla="*/ 62692 h 260086"/>
              <a:gd name="connsiteX70" fmla="*/ 95124 w 765852"/>
              <a:gd name="connsiteY70" fmla="*/ 28700 h 260086"/>
              <a:gd name="connsiteX71" fmla="*/ 93648 w 765852"/>
              <a:gd name="connsiteY71" fmla="*/ 26792 h 260086"/>
              <a:gd name="connsiteX72" fmla="*/ 92172 w 765852"/>
              <a:gd name="connsiteY72" fmla="*/ 28700 h 260086"/>
              <a:gd name="connsiteX73" fmla="*/ 80583 w 765852"/>
              <a:gd name="connsiteY73" fmla="*/ 62692 h 260086"/>
              <a:gd name="connsiteX74" fmla="*/ 47273 w 765852"/>
              <a:gd name="connsiteY74" fmla="*/ 2119 h 260086"/>
              <a:gd name="connsiteX75" fmla="*/ 0 w 765852"/>
              <a:gd name="connsiteY75" fmla="*/ 2119 h 260086"/>
              <a:gd name="connsiteX76" fmla="*/ 0 w 765852"/>
              <a:gd name="connsiteY76" fmla="*/ 26792 h 260086"/>
              <a:gd name="connsiteX77" fmla="*/ 93648 w 765852"/>
              <a:gd name="connsiteY77" fmla="*/ 26792 h 260086"/>
              <a:gd name="connsiteX78" fmla="*/ 91328 w 765852"/>
              <a:gd name="connsiteY78" fmla="*/ 23793 h 260086"/>
              <a:gd name="connsiteX79" fmla="*/ 47273 w 765852"/>
              <a:gd name="connsiteY79" fmla="*/ 2119 h 260086"/>
              <a:gd name="connsiteX80" fmla="*/ 95968 w 765852"/>
              <a:gd name="connsiteY80" fmla="*/ 23793 h 260086"/>
              <a:gd name="connsiteX81" fmla="*/ 93648 w 765852"/>
              <a:gd name="connsiteY81" fmla="*/ 26792 h 260086"/>
              <a:gd name="connsiteX82" fmla="*/ 187296 w 765852"/>
              <a:gd name="connsiteY82" fmla="*/ 26792 h 260086"/>
              <a:gd name="connsiteX83" fmla="*/ 187296 w 765852"/>
              <a:gd name="connsiteY83" fmla="*/ 2119 h 260086"/>
              <a:gd name="connsiteX84" fmla="*/ 140023 w 765852"/>
              <a:gd name="connsiteY84" fmla="*/ 2119 h 260086"/>
              <a:gd name="connsiteX85" fmla="*/ 95958 w 765852"/>
              <a:gd name="connsiteY85" fmla="*/ 23793 h 260086"/>
              <a:gd name="connsiteX86" fmla="*/ 514844 w 765852"/>
              <a:gd name="connsiteY86" fmla="*/ 164677 h 260086"/>
              <a:gd name="connsiteX87" fmla="*/ 540232 w 765852"/>
              <a:gd name="connsiteY87" fmla="*/ 164677 h 260086"/>
              <a:gd name="connsiteX88" fmla="*/ 540232 w 765852"/>
              <a:gd name="connsiteY88" fmla="*/ 2119 h 260086"/>
              <a:gd name="connsiteX89" fmla="*/ 514844 w 765852"/>
              <a:gd name="connsiteY89" fmla="*/ 2119 h 260086"/>
              <a:gd name="connsiteX90" fmla="*/ 514844 w 765852"/>
              <a:gd name="connsiteY90" fmla="*/ 164677 h 260086"/>
              <a:gd name="connsiteX91" fmla="*/ 495205 w 765852"/>
              <a:gd name="connsiteY91" fmla="*/ 259554 h 260086"/>
              <a:gd name="connsiteX92" fmla="*/ 502915 w 765852"/>
              <a:gd name="connsiteY92" fmla="*/ 259554 h 260086"/>
              <a:gd name="connsiteX93" fmla="*/ 502915 w 765852"/>
              <a:gd name="connsiteY93" fmla="*/ 197523 h 260086"/>
              <a:gd name="connsiteX94" fmla="*/ 495205 w 765852"/>
              <a:gd name="connsiteY94" fmla="*/ 197523 h 260086"/>
              <a:gd name="connsiteX95" fmla="*/ 495205 w 765852"/>
              <a:gd name="connsiteY95" fmla="*/ 259554 h 260086"/>
              <a:gd name="connsiteX96" fmla="*/ 544816 w 765852"/>
              <a:gd name="connsiteY96" fmla="*/ 204613 h 260086"/>
              <a:gd name="connsiteX97" fmla="*/ 564923 w 765852"/>
              <a:gd name="connsiteY97" fmla="*/ 204613 h 260086"/>
              <a:gd name="connsiteX98" fmla="*/ 564923 w 765852"/>
              <a:gd name="connsiteY98" fmla="*/ 259554 h 260086"/>
              <a:gd name="connsiteX99" fmla="*/ 572633 w 765852"/>
              <a:gd name="connsiteY99" fmla="*/ 259554 h 260086"/>
              <a:gd name="connsiteX100" fmla="*/ 572633 w 765852"/>
              <a:gd name="connsiteY100" fmla="*/ 204613 h 260086"/>
              <a:gd name="connsiteX101" fmla="*/ 592740 w 765852"/>
              <a:gd name="connsiteY101" fmla="*/ 204613 h 260086"/>
              <a:gd name="connsiteX102" fmla="*/ 592740 w 765852"/>
              <a:gd name="connsiteY102" fmla="*/ 197523 h 260086"/>
              <a:gd name="connsiteX103" fmla="*/ 544816 w 765852"/>
              <a:gd name="connsiteY103" fmla="*/ 197523 h 260086"/>
              <a:gd name="connsiteX104" fmla="*/ 544816 w 765852"/>
              <a:gd name="connsiteY104" fmla="*/ 204613 h 260086"/>
              <a:gd name="connsiteX105" fmla="*/ 287389 w 765852"/>
              <a:gd name="connsiteY105" fmla="*/ 2119 h 260086"/>
              <a:gd name="connsiteX106" fmla="*/ 345234 w 765852"/>
              <a:gd name="connsiteY106" fmla="*/ 140105 h 260086"/>
              <a:gd name="connsiteX107" fmla="*/ 381413 w 765852"/>
              <a:gd name="connsiteY107" fmla="*/ 166796 h 260086"/>
              <a:gd name="connsiteX108" fmla="*/ 382899 w 765852"/>
              <a:gd name="connsiteY108" fmla="*/ 166796 h 260086"/>
              <a:gd name="connsiteX109" fmla="*/ 316692 w 765852"/>
              <a:gd name="connsiteY109" fmla="*/ 2119 h 260086"/>
              <a:gd name="connsiteX110" fmla="*/ 287389 w 765852"/>
              <a:gd name="connsiteY110" fmla="*/ 2119 h 260086"/>
              <a:gd name="connsiteX111" fmla="*/ 443549 w 765852"/>
              <a:gd name="connsiteY111" fmla="*/ 199871 h 260086"/>
              <a:gd name="connsiteX112" fmla="*/ 432739 w 765852"/>
              <a:gd name="connsiteY112" fmla="*/ 197523 h 260086"/>
              <a:gd name="connsiteX113" fmla="*/ 408910 w 765852"/>
              <a:gd name="connsiteY113" fmla="*/ 197523 h 260086"/>
              <a:gd name="connsiteX114" fmla="*/ 408910 w 765852"/>
              <a:gd name="connsiteY114" fmla="*/ 259554 h 260086"/>
              <a:gd name="connsiteX115" fmla="*/ 416621 w 765852"/>
              <a:gd name="connsiteY115" fmla="*/ 259554 h 260086"/>
              <a:gd name="connsiteX116" fmla="*/ 416621 w 765852"/>
              <a:gd name="connsiteY116" fmla="*/ 235716 h 260086"/>
              <a:gd name="connsiteX117" fmla="*/ 432748 w 765852"/>
              <a:gd name="connsiteY117" fmla="*/ 235716 h 260086"/>
              <a:gd name="connsiteX118" fmla="*/ 443512 w 765852"/>
              <a:gd name="connsiteY118" fmla="*/ 233368 h 260086"/>
              <a:gd name="connsiteX119" fmla="*/ 450728 w 765852"/>
              <a:gd name="connsiteY119" fmla="*/ 226681 h 260086"/>
              <a:gd name="connsiteX120" fmla="*/ 453295 w 765852"/>
              <a:gd name="connsiteY120" fmla="*/ 216583 h 260086"/>
              <a:gd name="connsiteX121" fmla="*/ 450774 w 765852"/>
              <a:gd name="connsiteY121" fmla="*/ 206521 h 260086"/>
              <a:gd name="connsiteX122" fmla="*/ 443558 w 765852"/>
              <a:gd name="connsiteY122" fmla="*/ 199871 h 260086"/>
              <a:gd name="connsiteX123" fmla="*/ 441779 w 765852"/>
              <a:gd name="connsiteY123" fmla="*/ 225351 h 260086"/>
              <a:gd name="connsiteX124" fmla="*/ 432033 w 765852"/>
              <a:gd name="connsiteY124" fmla="*/ 228635 h 260086"/>
              <a:gd name="connsiteX125" fmla="*/ 416621 w 765852"/>
              <a:gd name="connsiteY125" fmla="*/ 228635 h 260086"/>
              <a:gd name="connsiteX126" fmla="*/ 416621 w 765852"/>
              <a:gd name="connsiteY126" fmla="*/ 204622 h 260086"/>
              <a:gd name="connsiteX127" fmla="*/ 432125 w 765852"/>
              <a:gd name="connsiteY127" fmla="*/ 204622 h 260086"/>
              <a:gd name="connsiteX128" fmla="*/ 441825 w 765852"/>
              <a:gd name="connsiteY128" fmla="*/ 207860 h 260086"/>
              <a:gd name="connsiteX129" fmla="*/ 445410 w 765852"/>
              <a:gd name="connsiteY129" fmla="*/ 216592 h 260086"/>
              <a:gd name="connsiteX130" fmla="*/ 441779 w 765852"/>
              <a:gd name="connsiteY130" fmla="*/ 225361 h 260086"/>
              <a:gd name="connsiteX131" fmla="*/ 382889 w 765852"/>
              <a:gd name="connsiteY131" fmla="*/ 166805 h 260086"/>
              <a:gd name="connsiteX132" fmla="*/ 384375 w 765852"/>
              <a:gd name="connsiteY132" fmla="*/ 166805 h 260086"/>
              <a:gd name="connsiteX133" fmla="*/ 420554 w 765852"/>
              <a:gd name="connsiteY133" fmla="*/ 140114 h 260086"/>
              <a:gd name="connsiteX134" fmla="*/ 478399 w 765852"/>
              <a:gd name="connsiteY134" fmla="*/ 2128 h 260086"/>
              <a:gd name="connsiteX135" fmla="*/ 449096 w 765852"/>
              <a:gd name="connsiteY135" fmla="*/ 2128 h 260086"/>
              <a:gd name="connsiteX136" fmla="*/ 382889 w 765852"/>
              <a:gd name="connsiteY136" fmla="*/ 166814 h 260086"/>
              <a:gd name="connsiteX137" fmla="*/ 644368 w 765852"/>
              <a:gd name="connsiteY137" fmla="*/ 197523 h 260086"/>
              <a:gd name="connsiteX138" fmla="*/ 620714 w 765852"/>
              <a:gd name="connsiteY138" fmla="*/ 259554 h 260086"/>
              <a:gd name="connsiteX139" fmla="*/ 628690 w 765852"/>
              <a:gd name="connsiteY139" fmla="*/ 259554 h 260086"/>
              <a:gd name="connsiteX140" fmla="*/ 635246 w 765852"/>
              <a:gd name="connsiteY140" fmla="*/ 242806 h 260086"/>
              <a:gd name="connsiteX141" fmla="*/ 662266 w 765852"/>
              <a:gd name="connsiteY141" fmla="*/ 242806 h 260086"/>
              <a:gd name="connsiteX142" fmla="*/ 668821 w 765852"/>
              <a:gd name="connsiteY142" fmla="*/ 259554 h 260086"/>
              <a:gd name="connsiteX143" fmla="*/ 677055 w 765852"/>
              <a:gd name="connsiteY143" fmla="*/ 259554 h 260086"/>
              <a:gd name="connsiteX144" fmla="*/ 653491 w 765852"/>
              <a:gd name="connsiteY144" fmla="*/ 197523 h 260086"/>
              <a:gd name="connsiteX145" fmla="*/ 644368 w 765852"/>
              <a:gd name="connsiteY145" fmla="*/ 197523 h 260086"/>
              <a:gd name="connsiteX146" fmla="*/ 637547 w 765852"/>
              <a:gd name="connsiteY146" fmla="*/ 235808 h 260086"/>
              <a:gd name="connsiteX147" fmla="*/ 648705 w 765852"/>
              <a:gd name="connsiteY147" fmla="*/ 205943 h 260086"/>
              <a:gd name="connsiteX148" fmla="*/ 659955 w 765852"/>
              <a:gd name="connsiteY148" fmla="*/ 235808 h 260086"/>
              <a:gd name="connsiteX149" fmla="*/ 637538 w 765852"/>
              <a:gd name="connsiteY149" fmla="*/ 235808 h 260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</a:cxnLst>
            <a:rect l="l" t="t" r="r" b="b"/>
            <a:pathLst>
              <a:path w="765852" h="260086">
                <a:moveTo>
                  <a:pt x="739575" y="143884"/>
                </a:moveTo>
                <a:cubicBezTo>
                  <a:pt x="756519" y="128906"/>
                  <a:pt x="765852" y="107425"/>
                  <a:pt x="765852" y="83403"/>
                </a:cubicBezTo>
                <a:cubicBezTo>
                  <a:pt x="765852" y="59381"/>
                  <a:pt x="756519" y="37899"/>
                  <a:pt x="739575" y="22921"/>
                </a:cubicBezTo>
                <a:cubicBezTo>
                  <a:pt x="722613" y="7925"/>
                  <a:pt x="699307" y="0"/>
                  <a:pt x="672177" y="0"/>
                </a:cubicBezTo>
                <a:cubicBezTo>
                  <a:pt x="645047" y="0"/>
                  <a:pt x="621740" y="7925"/>
                  <a:pt x="604779" y="22921"/>
                </a:cubicBezTo>
                <a:cubicBezTo>
                  <a:pt x="587835" y="37899"/>
                  <a:pt x="578501" y="59381"/>
                  <a:pt x="578501" y="83403"/>
                </a:cubicBezTo>
                <a:cubicBezTo>
                  <a:pt x="578501" y="107425"/>
                  <a:pt x="587835" y="128906"/>
                  <a:pt x="604779" y="143884"/>
                </a:cubicBezTo>
                <a:cubicBezTo>
                  <a:pt x="621740" y="158881"/>
                  <a:pt x="645047" y="166805"/>
                  <a:pt x="672177" y="166805"/>
                </a:cubicBezTo>
                <a:cubicBezTo>
                  <a:pt x="699307" y="166805"/>
                  <a:pt x="722613" y="158881"/>
                  <a:pt x="739575" y="143884"/>
                </a:cubicBezTo>
                <a:close/>
                <a:moveTo>
                  <a:pt x="604595" y="83403"/>
                </a:moveTo>
                <a:cubicBezTo>
                  <a:pt x="604595" y="66489"/>
                  <a:pt x="610821" y="52135"/>
                  <a:pt x="622611" y="41871"/>
                </a:cubicBezTo>
                <a:cubicBezTo>
                  <a:pt x="634751" y="31305"/>
                  <a:pt x="651887" y="25719"/>
                  <a:pt x="672177" y="25719"/>
                </a:cubicBezTo>
                <a:cubicBezTo>
                  <a:pt x="692467" y="25719"/>
                  <a:pt x="709603" y="31305"/>
                  <a:pt x="721742" y="41871"/>
                </a:cubicBezTo>
                <a:cubicBezTo>
                  <a:pt x="733524" y="52126"/>
                  <a:pt x="739759" y="66489"/>
                  <a:pt x="739759" y="83403"/>
                </a:cubicBezTo>
                <a:cubicBezTo>
                  <a:pt x="739759" y="100316"/>
                  <a:pt x="733533" y="114671"/>
                  <a:pt x="721742" y="124934"/>
                </a:cubicBezTo>
                <a:cubicBezTo>
                  <a:pt x="709603" y="135501"/>
                  <a:pt x="692467" y="141077"/>
                  <a:pt x="672177" y="141077"/>
                </a:cubicBezTo>
                <a:cubicBezTo>
                  <a:pt x="651887" y="141077"/>
                  <a:pt x="634741" y="135491"/>
                  <a:pt x="622611" y="124934"/>
                </a:cubicBezTo>
                <a:cubicBezTo>
                  <a:pt x="610830" y="114671"/>
                  <a:pt x="604595" y="100316"/>
                  <a:pt x="604595" y="83403"/>
                </a:cubicBezTo>
                <a:close/>
                <a:moveTo>
                  <a:pt x="238310" y="207181"/>
                </a:moveTo>
                <a:cubicBezTo>
                  <a:pt x="241556" y="205118"/>
                  <a:pt x="245306" y="204081"/>
                  <a:pt x="249560" y="204081"/>
                </a:cubicBezTo>
                <a:cubicBezTo>
                  <a:pt x="254282" y="204081"/>
                  <a:pt x="258288" y="205292"/>
                  <a:pt x="261562" y="207713"/>
                </a:cubicBezTo>
                <a:cubicBezTo>
                  <a:pt x="264835" y="210135"/>
                  <a:pt x="267035" y="213501"/>
                  <a:pt x="268163" y="217812"/>
                </a:cubicBezTo>
                <a:lnTo>
                  <a:pt x="275874" y="217812"/>
                </a:lnTo>
                <a:cubicBezTo>
                  <a:pt x="274691" y="211373"/>
                  <a:pt x="271784" y="206292"/>
                  <a:pt x="267145" y="202568"/>
                </a:cubicBezTo>
                <a:cubicBezTo>
                  <a:pt x="262506" y="198844"/>
                  <a:pt x="256766" y="196982"/>
                  <a:pt x="249917" y="196982"/>
                </a:cubicBezTo>
                <a:cubicBezTo>
                  <a:pt x="244013" y="196982"/>
                  <a:pt x="238814" y="198293"/>
                  <a:pt x="234322" y="200926"/>
                </a:cubicBezTo>
                <a:cubicBezTo>
                  <a:pt x="229838" y="203558"/>
                  <a:pt x="226382" y="207264"/>
                  <a:pt x="223961" y="212052"/>
                </a:cubicBezTo>
                <a:cubicBezTo>
                  <a:pt x="221541" y="216840"/>
                  <a:pt x="220330" y="222334"/>
                  <a:pt x="220330" y="228534"/>
                </a:cubicBezTo>
                <a:cubicBezTo>
                  <a:pt x="220330" y="234734"/>
                  <a:pt x="221541" y="240302"/>
                  <a:pt x="223961" y="245062"/>
                </a:cubicBezTo>
                <a:cubicBezTo>
                  <a:pt x="226382" y="249823"/>
                  <a:pt x="229838" y="253510"/>
                  <a:pt x="234322" y="256142"/>
                </a:cubicBezTo>
                <a:cubicBezTo>
                  <a:pt x="238805" y="258775"/>
                  <a:pt x="244004" y="260086"/>
                  <a:pt x="249917" y="260086"/>
                </a:cubicBezTo>
                <a:cubicBezTo>
                  <a:pt x="256831" y="260086"/>
                  <a:pt x="262570" y="258224"/>
                  <a:pt x="267145" y="254501"/>
                </a:cubicBezTo>
                <a:cubicBezTo>
                  <a:pt x="271720" y="250777"/>
                  <a:pt x="274599" y="245695"/>
                  <a:pt x="275782" y="239256"/>
                </a:cubicBezTo>
                <a:lnTo>
                  <a:pt x="268071" y="239256"/>
                </a:lnTo>
                <a:cubicBezTo>
                  <a:pt x="266888" y="243631"/>
                  <a:pt x="264706" y="247007"/>
                  <a:pt x="261516" y="249401"/>
                </a:cubicBezTo>
                <a:cubicBezTo>
                  <a:pt x="258325" y="251795"/>
                  <a:pt x="254337" y="252987"/>
                  <a:pt x="249560" y="252987"/>
                </a:cubicBezTo>
                <a:cubicBezTo>
                  <a:pt x="245306" y="252987"/>
                  <a:pt x="241556" y="251951"/>
                  <a:pt x="238310" y="249887"/>
                </a:cubicBezTo>
                <a:cubicBezTo>
                  <a:pt x="235064" y="247823"/>
                  <a:pt x="232561" y="244925"/>
                  <a:pt x="230828" y="241201"/>
                </a:cubicBezTo>
                <a:cubicBezTo>
                  <a:pt x="229086" y="237477"/>
                  <a:pt x="228215" y="233258"/>
                  <a:pt x="228215" y="228525"/>
                </a:cubicBezTo>
                <a:cubicBezTo>
                  <a:pt x="228215" y="223792"/>
                  <a:pt x="229086" y="219499"/>
                  <a:pt x="230828" y="215812"/>
                </a:cubicBezTo>
                <a:cubicBezTo>
                  <a:pt x="232570" y="212125"/>
                  <a:pt x="235064" y="209245"/>
                  <a:pt x="238310" y="207172"/>
                </a:cubicBezTo>
                <a:close/>
                <a:moveTo>
                  <a:pt x="335580" y="197523"/>
                </a:moveTo>
                <a:lnTo>
                  <a:pt x="311925" y="259554"/>
                </a:lnTo>
                <a:lnTo>
                  <a:pt x="319892" y="259554"/>
                </a:lnTo>
                <a:lnTo>
                  <a:pt x="326448" y="242806"/>
                </a:lnTo>
                <a:lnTo>
                  <a:pt x="353467" y="242806"/>
                </a:lnTo>
                <a:lnTo>
                  <a:pt x="360023" y="259554"/>
                </a:lnTo>
                <a:lnTo>
                  <a:pt x="368256" y="259554"/>
                </a:lnTo>
                <a:lnTo>
                  <a:pt x="344693" y="197523"/>
                </a:lnTo>
                <a:lnTo>
                  <a:pt x="335570" y="197523"/>
                </a:lnTo>
                <a:close/>
                <a:moveTo>
                  <a:pt x="328758" y="235808"/>
                </a:moveTo>
                <a:lnTo>
                  <a:pt x="339916" y="205943"/>
                </a:lnTo>
                <a:lnTo>
                  <a:pt x="351166" y="235808"/>
                </a:lnTo>
                <a:lnTo>
                  <a:pt x="328749" y="235808"/>
                </a:lnTo>
                <a:close/>
                <a:moveTo>
                  <a:pt x="725437" y="197523"/>
                </a:moveTo>
                <a:lnTo>
                  <a:pt x="717736" y="197523"/>
                </a:lnTo>
                <a:lnTo>
                  <a:pt x="717736" y="259554"/>
                </a:lnTo>
                <a:lnTo>
                  <a:pt x="753704" y="259554"/>
                </a:lnTo>
                <a:lnTo>
                  <a:pt x="753704" y="252464"/>
                </a:lnTo>
                <a:lnTo>
                  <a:pt x="725446" y="252464"/>
                </a:lnTo>
                <a:lnTo>
                  <a:pt x="725446" y="197523"/>
                </a:lnTo>
                <a:close/>
                <a:moveTo>
                  <a:pt x="250953" y="2119"/>
                </a:moveTo>
                <a:lnTo>
                  <a:pt x="225566" y="2119"/>
                </a:lnTo>
                <a:lnTo>
                  <a:pt x="225566" y="164677"/>
                </a:lnTo>
                <a:lnTo>
                  <a:pt x="250953" y="164677"/>
                </a:lnTo>
                <a:lnTo>
                  <a:pt x="250953" y="2119"/>
                </a:lnTo>
                <a:close/>
                <a:moveTo>
                  <a:pt x="80592" y="62692"/>
                </a:moveTo>
                <a:lnTo>
                  <a:pt x="80592" y="164687"/>
                </a:lnTo>
                <a:cubicBezTo>
                  <a:pt x="80592" y="164687"/>
                  <a:pt x="106732" y="164687"/>
                  <a:pt x="106732" y="164687"/>
                </a:cubicBezTo>
                <a:lnTo>
                  <a:pt x="106713" y="62692"/>
                </a:lnTo>
                <a:cubicBezTo>
                  <a:pt x="106713" y="50282"/>
                  <a:pt x="102707" y="38523"/>
                  <a:pt x="95124" y="28700"/>
                </a:cubicBezTo>
                <a:lnTo>
                  <a:pt x="93648" y="26792"/>
                </a:lnTo>
                <a:lnTo>
                  <a:pt x="92172" y="28700"/>
                </a:lnTo>
                <a:cubicBezTo>
                  <a:pt x="84589" y="38523"/>
                  <a:pt x="80583" y="50273"/>
                  <a:pt x="80583" y="62692"/>
                </a:cubicBezTo>
                <a:close/>
                <a:moveTo>
                  <a:pt x="47273" y="2119"/>
                </a:moveTo>
                <a:lnTo>
                  <a:pt x="0" y="2119"/>
                </a:lnTo>
                <a:lnTo>
                  <a:pt x="0" y="26792"/>
                </a:lnTo>
                <a:lnTo>
                  <a:pt x="93648" y="26792"/>
                </a:lnTo>
                <a:lnTo>
                  <a:pt x="91328" y="23793"/>
                </a:lnTo>
                <a:cubicBezTo>
                  <a:pt x="80693" y="10025"/>
                  <a:pt x="64629" y="2119"/>
                  <a:pt x="47273" y="2119"/>
                </a:cubicBezTo>
                <a:close/>
                <a:moveTo>
                  <a:pt x="95968" y="23793"/>
                </a:moveTo>
                <a:lnTo>
                  <a:pt x="93648" y="26792"/>
                </a:lnTo>
                <a:lnTo>
                  <a:pt x="187296" y="26792"/>
                </a:lnTo>
                <a:lnTo>
                  <a:pt x="187296" y="2119"/>
                </a:lnTo>
                <a:lnTo>
                  <a:pt x="140023" y="2119"/>
                </a:lnTo>
                <a:cubicBezTo>
                  <a:pt x="122657" y="2119"/>
                  <a:pt x="106603" y="10016"/>
                  <a:pt x="95958" y="23793"/>
                </a:cubicBezTo>
                <a:close/>
                <a:moveTo>
                  <a:pt x="514844" y="164677"/>
                </a:moveTo>
                <a:lnTo>
                  <a:pt x="540232" y="164677"/>
                </a:lnTo>
                <a:lnTo>
                  <a:pt x="540232" y="2119"/>
                </a:lnTo>
                <a:lnTo>
                  <a:pt x="514844" y="2119"/>
                </a:lnTo>
                <a:lnTo>
                  <a:pt x="514844" y="164677"/>
                </a:lnTo>
                <a:close/>
                <a:moveTo>
                  <a:pt x="495205" y="259554"/>
                </a:moveTo>
                <a:lnTo>
                  <a:pt x="502915" y="259554"/>
                </a:lnTo>
                <a:lnTo>
                  <a:pt x="502915" y="197523"/>
                </a:lnTo>
                <a:lnTo>
                  <a:pt x="495205" y="197523"/>
                </a:lnTo>
                <a:lnTo>
                  <a:pt x="495205" y="259554"/>
                </a:lnTo>
                <a:close/>
                <a:moveTo>
                  <a:pt x="544816" y="204613"/>
                </a:moveTo>
                <a:lnTo>
                  <a:pt x="564923" y="204613"/>
                </a:lnTo>
                <a:lnTo>
                  <a:pt x="564923" y="259554"/>
                </a:lnTo>
                <a:lnTo>
                  <a:pt x="572633" y="259554"/>
                </a:lnTo>
                <a:lnTo>
                  <a:pt x="572633" y="204613"/>
                </a:lnTo>
                <a:lnTo>
                  <a:pt x="592740" y="204613"/>
                </a:lnTo>
                <a:lnTo>
                  <a:pt x="592740" y="197523"/>
                </a:lnTo>
                <a:lnTo>
                  <a:pt x="544816" y="197523"/>
                </a:lnTo>
                <a:lnTo>
                  <a:pt x="544816" y="204613"/>
                </a:lnTo>
                <a:close/>
                <a:moveTo>
                  <a:pt x="287389" y="2119"/>
                </a:moveTo>
                <a:cubicBezTo>
                  <a:pt x="287389" y="2119"/>
                  <a:pt x="335680" y="117220"/>
                  <a:pt x="345234" y="140105"/>
                </a:cubicBezTo>
                <a:cubicBezTo>
                  <a:pt x="356374" y="166796"/>
                  <a:pt x="374464" y="166796"/>
                  <a:pt x="381413" y="166796"/>
                </a:cubicBezTo>
                <a:lnTo>
                  <a:pt x="382899" y="166796"/>
                </a:lnTo>
                <a:lnTo>
                  <a:pt x="316692" y="2119"/>
                </a:lnTo>
                <a:lnTo>
                  <a:pt x="287389" y="2119"/>
                </a:lnTo>
                <a:close/>
                <a:moveTo>
                  <a:pt x="443549" y="199871"/>
                </a:moveTo>
                <a:cubicBezTo>
                  <a:pt x="440413" y="198303"/>
                  <a:pt x="436819" y="197523"/>
                  <a:pt x="432739" y="197523"/>
                </a:cubicBezTo>
                <a:lnTo>
                  <a:pt x="408910" y="197523"/>
                </a:lnTo>
                <a:lnTo>
                  <a:pt x="408910" y="259554"/>
                </a:lnTo>
                <a:lnTo>
                  <a:pt x="416621" y="259554"/>
                </a:lnTo>
                <a:lnTo>
                  <a:pt x="416621" y="235716"/>
                </a:lnTo>
                <a:lnTo>
                  <a:pt x="432748" y="235716"/>
                </a:lnTo>
                <a:cubicBezTo>
                  <a:pt x="436819" y="235716"/>
                  <a:pt x="440413" y="234936"/>
                  <a:pt x="443512" y="233368"/>
                </a:cubicBezTo>
                <a:cubicBezTo>
                  <a:pt x="446611" y="231799"/>
                  <a:pt x="449013" y="229571"/>
                  <a:pt x="450728" y="226681"/>
                </a:cubicBezTo>
                <a:cubicBezTo>
                  <a:pt x="452442" y="223783"/>
                  <a:pt x="453295" y="220417"/>
                  <a:pt x="453295" y="216583"/>
                </a:cubicBezTo>
                <a:cubicBezTo>
                  <a:pt x="453295" y="212749"/>
                  <a:pt x="452452" y="209392"/>
                  <a:pt x="450774" y="206521"/>
                </a:cubicBezTo>
                <a:cubicBezTo>
                  <a:pt x="449087" y="203659"/>
                  <a:pt x="446685" y="201439"/>
                  <a:pt x="443558" y="199871"/>
                </a:cubicBezTo>
                <a:close/>
                <a:moveTo>
                  <a:pt x="441779" y="225351"/>
                </a:moveTo>
                <a:cubicBezTo>
                  <a:pt x="439359" y="227534"/>
                  <a:pt x="436113" y="228635"/>
                  <a:pt x="432033" y="228635"/>
                </a:cubicBezTo>
                <a:lnTo>
                  <a:pt x="416621" y="228635"/>
                </a:lnTo>
                <a:lnTo>
                  <a:pt x="416621" y="204622"/>
                </a:lnTo>
                <a:lnTo>
                  <a:pt x="432125" y="204622"/>
                </a:lnTo>
                <a:cubicBezTo>
                  <a:pt x="436196" y="204622"/>
                  <a:pt x="439432" y="205705"/>
                  <a:pt x="441825" y="207860"/>
                </a:cubicBezTo>
                <a:cubicBezTo>
                  <a:pt x="444218" y="210015"/>
                  <a:pt x="445410" y="212923"/>
                  <a:pt x="445410" y="216592"/>
                </a:cubicBezTo>
                <a:cubicBezTo>
                  <a:pt x="445410" y="220261"/>
                  <a:pt x="444200" y="223178"/>
                  <a:pt x="441779" y="225361"/>
                </a:cubicBezTo>
                <a:close/>
                <a:moveTo>
                  <a:pt x="382889" y="166805"/>
                </a:moveTo>
                <a:lnTo>
                  <a:pt x="384375" y="166805"/>
                </a:lnTo>
                <a:cubicBezTo>
                  <a:pt x="391334" y="166805"/>
                  <a:pt x="409423" y="166805"/>
                  <a:pt x="420554" y="140114"/>
                </a:cubicBezTo>
                <a:cubicBezTo>
                  <a:pt x="430099" y="117230"/>
                  <a:pt x="478399" y="2128"/>
                  <a:pt x="478399" y="2128"/>
                </a:cubicBezTo>
                <a:lnTo>
                  <a:pt x="449096" y="2128"/>
                </a:lnTo>
                <a:lnTo>
                  <a:pt x="382889" y="166814"/>
                </a:lnTo>
                <a:close/>
                <a:moveTo>
                  <a:pt x="644368" y="197523"/>
                </a:moveTo>
                <a:lnTo>
                  <a:pt x="620714" y="259554"/>
                </a:lnTo>
                <a:lnTo>
                  <a:pt x="628690" y="259554"/>
                </a:lnTo>
                <a:lnTo>
                  <a:pt x="635246" y="242806"/>
                </a:lnTo>
                <a:lnTo>
                  <a:pt x="662266" y="242806"/>
                </a:lnTo>
                <a:lnTo>
                  <a:pt x="668821" y="259554"/>
                </a:lnTo>
                <a:lnTo>
                  <a:pt x="677055" y="259554"/>
                </a:lnTo>
                <a:lnTo>
                  <a:pt x="653491" y="197523"/>
                </a:lnTo>
                <a:lnTo>
                  <a:pt x="644368" y="197523"/>
                </a:lnTo>
                <a:close/>
                <a:moveTo>
                  <a:pt x="637547" y="235808"/>
                </a:moveTo>
                <a:lnTo>
                  <a:pt x="648705" y="205943"/>
                </a:lnTo>
                <a:lnTo>
                  <a:pt x="659955" y="235808"/>
                </a:lnTo>
                <a:lnTo>
                  <a:pt x="637538" y="235808"/>
                </a:lnTo>
                <a:close/>
              </a:path>
            </a:pathLst>
          </a:custGeom>
          <a:solidFill>
            <a:schemeClr val="bg1"/>
          </a:solidFill>
          <a:ln w="1061" cap="flat">
            <a:noFill/>
            <a:prstDash val="solid"/>
            <a:miter/>
          </a:ln>
        </p:spPr>
        <p:txBody>
          <a:bodyPr rtlCol="0" anchor="ctr"/>
          <a:lstStyle/>
          <a:p>
            <a:endParaRPr lang="pt-BR" sz="849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614716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469">
          <p15:clr>
            <a:srgbClr val="FBAE40"/>
          </p15:clr>
        </p15:guide>
        <p15:guide id="2" orient="horz" pos="3974">
          <p15:clr>
            <a:srgbClr val="FBAE40"/>
          </p15:clr>
        </p15:guide>
        <p15:guide id="3" orient="horz" pos="232">
          <p15:clr>
            <a:srgbClr val="FBAE40"/>
          </p15:clr>
        </p15:guide>
        <p15:guide id="4" pos="211">
          <p15:clr>
            <a:srgbClr val="FBAE40"/>
          </p15:clr>
        </p15:guide>
        <p15:guide id="5" orient="horz" pos="4065">
          <p15:clr>
            <a:srgbClr val="FBAE40"/>
          </p15:clr>
        </p15:guide>
        <p15:guide id="6" orient="horz" pos="799">
          <p15:clr>
            <a:srgbClr val="FBAE40"/>
          </p15:clr>
        </p15:guide>
        <p15:guide id="7" orient="horz" pos="935">
          <p15:clr>
            <a:srgbClr val="FBAE40"/>
          </p15:clr>
        </p15:guide>
      </p15:sldGuideLst>
    </p:ext>
  </p:extLst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ítulo | 1 linha - Black">
    <p:bg>
      <p:bgPr>
        <a:gradFill>
          <a:gsLst>
            <a:gs pos="100000">
              <a:schemeClr val="tx1">
                <a:lumMod val="95000"/>
                <a:lumOff val="5000"/>
              </a:schemeClr>
            </a:gs>
            <a:gs pos="0">
              <a:schemeClr val="tx1">
                <a:lumMod val="85000"/>
                <a:lumOff val="15000"/>
              </a:schemeClr>
            </a:gs>
          </a:gsLst>
          <a:lin ang="7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132BCE3-A04F-8602-64F7-7623C7EAF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61763" y="6482556"/>
            <a:ext cx="295275" cy="1692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 sz="1100">
                <a:solidFill>
                  <a:schemeClr val="bg1"/>
                </a:solidFill>
                <a:latin typeface="Versos" panose="020B0503020204030204" pitchFamily="34" charset="0"/>
                <a:cs typeface="Versos" panose="020B0503020204030204" pitchFamily="34" charset="0"/>
              </a:defRPr>
            </a:lvl1pPr>
          </a:lstStyle>
          <a:p>
            <a:fld id="{77667D73-C69A-4DAA-9003-24A825D36FE9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B13D7C-5A47-B0DF-B518-26E79F5D2DB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64" y="368301"/>
            <a:ext cx="10183813" cy="4308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err="1"/>
              <a:t>Título</a:t>
            </a:r>
            <a:endParaRPr lang="en-US"/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7F86D482-580C-D22A-58CC-10B9C4F7EDD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34963" y="1518528"/>
            <a:ext cx="11522585" cy="21544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Picture 8">
            <a:extLst>
              <a:ext uri="{FF2B5EF4-FFF2-40B4-BE49-F238E27FC236}">
                <a16:creationId xmlns:a16="http://schemas.microsoft.com/office/drawing/2014/main" id="{57BCE67C-64C7-2D0C-0DC2-7A4B4CC314E0}"/>
              </a:ext>
            </a:extLst>
          </p:cNvPr>
          <p:cNvSpPr/>
          <p:nvPr userDrawn="1"/>
        </p:nvSpPr>
        <p:spPr>
          <a:xfrm>
            <a:off x="11091186" y="377179"/>
            <a:ext cx="765852" cy="260086"/>
          </a:xfrm>
          <a:custGeom>
            <a:avLst/>
            <a:gdLst>
              <a:gd name="connsiteX0" fmla="*/ 739575 w 765852"/>
              <a:gd name="connsiteY0" fmla="*/ 143884 h 260086"/>
              <a:gd name="connsiteX1" fmla="*/ 765852 w 765852"/>
              <a:gd name="connsiteY1" fmla="*/ 83403 h 260086"/>
              <a:gd name="connsiteX2" fmla="*/ 739575 w 765852"/>
              <a:gd name="connsiteY2" fmla="*/ 22921 h 260086"/>
              <a:gd name="connsiteX3" fmla="*/ 672177 w 765852"/>
              <a:gd name="connsiteY3" fmla="*/ 0 h 260086"/>
              <a:gd name="connsiteX4" fmla="*/ 604779 w 765852"/>
              <a:gd name="connsiteY4" fmla="*/ 22921 h 260086"/>
              <a:gd name="connsiteX5" fmla="*/ 578501 w 765852"/>
              <a:gd name="connsiteY5" fmla="*/ 83403 h 260086"/>
              <a:gd name="connsiteX6" fmla="*/ 604779 w 765852"/>
              <a:gd name="connsiteY6" fmla="*/ 143884 h 260086"/>
              <a:gd name="connsiteX7" fmla="*/ 672177 w 765852"/>
              <a:gd name="connsiteY7" fmla="*/ 166805 h 260086"/>
              <a:gd name="connsiteX8" fmla="*/ 739575 w 765852"/>
              <a:gd name="connsiteY8" fmla="*/ 143884 h 260086"/>
              <a:gd name="connsiteX9" fmla="*/ 604595 w 765852"/>
              <a:gd name="connsiteY9" fmla="*/ 83403 h 260086"/>
              <a:gd name="connsiteX10" fmla="*/ 622611 w 765852"/>
              <a:gd name="connsiteY10" fmla="*/ 41871 h 260086"/>
              <a:gd name="connsiteX11" fmla="*/ 672177 w 765852"/>
              <a:gd name="connsiteY11" fmla="*/ 25719 h 260086"/>
              <a:gd name="connsiteX12" fmla="*/ 721742 w 765852"/>
              <a:gd name="connsiteY12" fmla="*/ 41871 h 260086"/>
              <a:gd name="connsiteX13" fmla="*/ 739759 w 765852"/>
              <a:gd name="connsiteY13" fmla="*/ 83403 h 260086"/>
              <a:gd name="connsiteX14" fmla="*/ 721742 w 765852"/>
              <a:gd name="connsiteY14" fmla="*/ 124934 h 260086"/>
              <a:gd name="connsiteX15" fmla="*/ 672177 w 765852"/>
              <a:gd name="connsiteY15" fmla="*/ 141077 h 260086"/>
              <a:gd name="connsiteX16" fmla="*/ 622611 w 765852"/>
              <a:gd name="connsiteY16" fmla="*/ 124934 h 260086"/>
              <a:gd name="connsiteX17" fmla="*/ 604595 w 765852"/>
              <a:gd name="connsiteY17" fmla="*/ 83403 h 260086"/>
              <a:gd name="connsiteX18" fmla="*/ 238310 w 765852"/>
              <a:gd name="connsiteY18" fmla="*/ 207181 h 260086"/>
              <a:gd name="connsiteX19" fmla="*/ 249560 w 765852"/>
              <a:gd name="connsiteY19" fmla="*/ 204081 h 260086"/>
              <a:gd name="connsiteX20" fmla="*/ 261562 w 765852"/>
              <a:gd name="connsiteY20" fmla="*/ 207713 h 260086"/>
              <a:gd name="connsiteX21" fmla="*/ 268163 w 765852"/>
              <a:gd name="connsiteY21" fmla="*/ 217812 h 260086"/>
              <a:gd name="connsiteX22" fmla="*/ 275874 w 765852"/>
              <a:gd name="connsiteY22" fmla="*/ 217812 h 260086"/>
              <a:gd name="connsiteX23" fmla="*/ 267145 w 765852"/>
              <a:gd name="connsiteY23" fmla="*/ 202568 h 260086"/>
              <a:gd name="connsiteX24" fmla="*/ 249917 w 765852"/>
              <a:gd name="connsiteY24" fmla="*/ 196982 h 260086"/>
              <a:gd name="connsiteX25" fmla="*/ 234322 w 765852"/>
              <a:gd name="connsiteY25" fmla="*/ 200926 h 260086"/>
              <a:gd name="connsiteX26" fmla="*/ 223961 w 765852"/>
              <a:gd name="connsiteY26" fmla="*/ 212052 h 260086"/>
              <a:gd name="connsiteX27" fmla="*/ 220330 w 765852"/>
              <a:gd name="connsiteY27" fmla="*/ 228534 h 260086"/>
              <a:gd name="connsiteX28" fmla="*/ 223961 w 765852"/>
              <a:gd name="connsiteY28" fmla="*/ 245062 h 260086"/>
              <a:gd name="connsiteX29" fmla="*/ 234322 w 765852"/>
              <a:gd name="connsiteY29" fmla="*/ 256142 h 260086"/>
              <a:gd name="connsiteX30" fmla="*/ 249917 w 765852"/>
              <a:gd name="connsiteY30" fmla="*/ 260086 h 260086"/>
              <a:gd name="connsiteX31" fmla="*/ 267145 w 765852"/>
              <a:gd name="connsiteY31" fmla="*/ 254501 h 260086"/>
              <a:gd name="connsiteX32" fmla="*/ 275782 w 765852"/>
              <a:gd name="connsiteY32" fmla="*/ 239256 h 260086"/>
              <a:gd name="connsiteX33" fmla="*/ 268071 w 765852"/>
              <a:gd name="connsiteY33" fmla="*/ 239256 h 260086"/>
              <a:gd name="connsiteX34" fmla="*/ 261516 w 765852"/>
              <a:gd name="connsiteY34" fmla="*/ 249401 h 260086"/>
              <a:gd name="connsiteX35" fmla="*/ 249560 w 765852"/>
              <a:gd name="connsiteY35" fmla="*/ 252987 h 260086"/>
              <a:gd name="connsiteX36" fmla="*/ 238310 w 765852"/>
              <a:gd name="connsiteY36" fmla="*/ 249887 h 260086"/>
              <a:gd name="connsiteX37" fmla="*/ 230828 w 765852"/>
              <a:gd name="connsiteY37" fmla="*/ 241201 h 260086"/>
              <a:gd name="connsiteX38" fmla="*/ 228215 w 765852"/>
              <a:gd name="connsiteY38" fmla="*/ 228525 h 260086"/>
              <a:gd name="connsiteX39" fmla="*/ 230828 w 765852"/>
              <a:gd name="connsiteY39" fmla="*/ 215812 h 260086"/>
              <a:gd name="connsiteX40" fmla="*/ 238310 w 765852"/>
              <a:gd name="connsiteY40" fmla="*/ 207172 h 260086"/>
              <a:gd name="connsiteX41" fmla="*/ 335580 w 765852"/>
              <a:gd name="connsiteY41" fmla="*/ 197523 h 260086"/>
              <a:gd name="connsiteX42" fmla="*/ 311925 w 765852"/>
              <a:gd name="connsiteY42" fmla="*/ 259554 h 260086"/>
              <a:gd name="connsiteX43" fmla="*/ 319892 w 765852"/>
              <a:gd name="connsiteY43" fmla="*/ 259554 h 260086"/>
              <a:gd name="connsiteX44" fmla="*/ 326448 w 765852"/>
              <a:gd name="connsiteY44" fmla="*/ 242806 h 260086"/>
              <a:gd name="connsiteX45" fmla="*/ 353467 w 765852"/>
              <a:gd name="connsiteY45" fmla="*/ 242806 h 260086"/>
              <a:gd name="connsiteX46" fmla="*/ 360023 w 765852"/>
              <a:gd name="connsiteY46" fmla="*/ 259554 h 260086"/>
              <a:gd name="connsiteX47" fmla="*/ 368256 w 765852"/>
              <a:gd name="connsiteY47" fmla="*/ 259554 h 260086"/>
              <a:gd name="connsiteX48" fmla="*/ 344693 w 765852"/>
              <a:gd name="connsiteY48" fmla="*/ 197523 h 260086"/>
              <a:gd name="connsiteX49" fmla="*/ 335570 w 765852"/>
              <a:gd name="connsiteY49" fmla="*/ 197523 h 260086"/>
              <a:gd name="connsiteX50" fmla="*/ 328758 w 765852"/>
              <a:gd name="connsiteY50" fmla="*/ 235808 h 260086"/>
              <a:gd name="connsiteX51" fmla="*/ 339916 w 765852"/>
              <a:gd name="connsiteY51" fmla="*/ 205943 h 260086"/>
              <a:gd name="connsiteX52" fmla="*/ 351166 w 765852"/>
              <a:gd name="connsiteY52" fmla="*/ 235808 h 260086"/>
              <a:gd name="connsiteX53" fmla="*/ 328749 w 765852"/>
              <a:gd name="connsiteY53" fmla="*/ 235808 h 260086"/>
              <a:gd name="connsiteX54" fmla="*/ 725437 w 765852"/>
              <a:gd name="connsiteY54" fmla="*/ 197523 h 260086"/>
              <a:gd name="connsiteX55" fmla="*/ 717736 w 765852"/>
              <a:gd name="connsiteY55" fmla="*/ 197523 h 260086"/>
              <a:gd name="connsiteX56" fmla="*/ 717736 w 765852"/>
              <a:gd name="connsiteY56" fmla="*/ 259554 h 260086"/>
              <a:gd name="connsiteX57" fmla="*/ 753704 w 765852"/>
              <a:gd name="connsiteY57" fmla="*/ 259554 h 260086"/>
              <a:gd name="connsiteX58" fmla="*/ 753704 w 765852"/>
              <a:gd name="connsiteY58" fmla="*/ 252464 h 260086"/>
              <a:gd name="connsiteX59" fmla="*/ 725446 w 765852"/>
              <a:gd name="connsiteY59" fmla="*/ 252464 h 260086"/>
              <a:gd name="connsiteX60" fmla="*/ 725446 w 765852"/>
              <a:gd name="connsiteY60" fmla="*/ 197523 h 260086"/>
              <a:gd name="connsiteX61" fmla="*/ 250953 w 765852"/>
              <a:gd name="connsiteY61" fmla="*/ 2119 h 260086"/>
              <a:gd name="connsiteX62" fmla="*/ 225566 w 765852"/>
              <a:gd name="connsiteY62" fmla="*/ 2119 h 260086"/>
              <a:gd name="connsiteX63" fmla="*/ 225566 w 765852"/>
              <a:gd name="connsiteY63" fmla="*/ 164677 h 260086"/>
              <a:gd name="connsiteX64" fmla="*/ 250953 w 765852"/>
              <a:gd name="connsiteY64" fmla="*/ 164677 h 260086"/>
              <a:gd name="connsiteX65" fmla="*/ 250953 w 765852"/>
              <a:gd name="connsiteY65" fmla="*/ 2119 h 260086"/>
              <a:gd name="connsiteX66" fmla="*/ 80592 w 765852"/>
              <a:gd name="connsiteY66" fmla="*/ 62692 h 260086"/>
              <a:gd name="connsiteX67" fmla="*/ 80592 w 765852"/>
              <a:gd name="connsiteY67" fmla="*/ 164687 h 260086"/>
              <a:gd name="connsiteX68" fmla="*/ 106732 w 765852"/>
              <a:gd name="connsiteY68" fmla="*/ 164687 h 260086"/>
              <a:gd name="connsiteX69" fmla="*/ 106713 w 765852"/>
              <a:gd name="connsiteY69" fmla="*/ 62692 h 260086"/>
              <a:gd name="connsiteX70" fmla="*/ 95124 w 765852"/>
              <a:gd name="connsiteY70" fmla="*/ 28700 h 260086"/>
              <a:gd name="connsiteX71" fmla="*/ 93648 w 765852"/>
              <a:gd name="connsiteY71" fmla="*/ 26792 h 260086"/>
              <a:gd name="connsiteX72" fmla="*/ 92172 w 765852"/>
              <a:gd name="connsiteY72" fmla="*/ 28700 h 260086"/>
              <a:gd name="connsiteX73" fmla="*/ 80583 w 765852"/>
              <a:gd name="connsiteY73" fmla="*/ 62692 h 260086"/>
              <a:gd name="connsiteX74" fmla="*/ 47273 w 765852"/>
              <a:gd name="connsiteY74" fmla="*/ 2119 h 260086"/>
              <a:gd name="connsiteX75" fmla="*/ 0 w 765852"/>
              <a:gd name="connsiteY75" fmla="*/ 2119 h 260086"/>
              <a:gd name="connsiteX76" fmla="*/ 0 w 765852"/>
              <a:gd name="connsiteY76" fmla="*/ 26792 h 260086"/>
              <a:gd name="connsiteX77" fmla="*/ 93648 w 765852"/>
              <a:gd name="connsiteY77" fmla="*/ 26792 h 260086"/>
              <a:gd name="connsiteX78" fmla="*/ 91328 w 765852"/>
              <a:gd name="connsiteY78" fmla="*/ 23793 h 260086"/>
              <a:gd name="connsiteX79" fmla="*/ 47273 w 765852"/>
              <a:gd name="connsiteY79" fmla="*/ 2119 h 260086"/>
              <a:gd name="connsiteX80" fmla="*/ 95968 w 765852"/>
              <a:gd name="connsiteY80" fmla="*/ 23793 h 260086"/>
              <a:gd name="connsiteX81" fmla="*/ 93648 w 765852"/>
              <a:gd name="connsiteY81" fmla="*/ 26792 h 260086"/>
              <a:gd name="connsiteX82" fmla="*/ 187296 w 765852"/>
              <a:gd name="connsiteY82" fmla="*/ 26792 h 260086"/>
              <a:gd name="connsiteX83" fmla="*/ 187296 w 765852"/>
              <a:gd name="connsiteY83" fmla="*/ 2119 h 260086"/>
              <a:gd name="connsiteX84" fmla="*/ 140023 w 765852"/>
              <a:gd name="connsiteY84" fmla="*/ 2119 h 260086"/>
              <a:gd name="connsiteX85" fmla="*/ 95958 w 765852"/>
              <a:gd name="connsiteY85" fmla="*/ 23793 h 260086"/>
              <a:gd name="connsiteX86" fmla="*/ 514844 w 765852"/>
              <a:gd name="connsiteY86" fmla="*/ 164677 h 260086"/>
              <a:gd name="connsiteX87" fmla="*/ 540232 w 765852"/>
              <a:gd name="connsiteY87" fmla="*/ 164677 h 260086"/>
              <a:gd name="connsiteX88" fmla="*/ 540232 w 765852"/>
              <a:gd name="connsiteY88" fmla="*/ 2119 h 260086"/>
              <a:gd name="connsiteX89" fmla="*/ 514844 w 765852"/>
              <a:gd name="connsiteY89" fmla="*/ 2119 h 260086"/>
              <a:gd name="connsiteX90" fmla="*/ 514844 w 765852"/>
              <a:gd name="connsiteY90" fmla="*/ 164677 h 260086"/>
              <a:gd name="connsiteX91" fmla="*/ 495205 w 765852"/>
              <a:gd name="connsiteY91" fmla="*/ 259554 h 260086"/>
              <a:gd name="connsiteX92" fmla="*/ 502915 w 765852"/>
              <a:gd name="connsiteY92" fmla="*/ 259554 h 260086"/>
              <a:gd name="connsiteX93" fmla="*/ 502915 w 765852"/>
              <a:gd name="connsiteY93" fmla="*/ 197523 h 260086"/>
              <a:gd name="connsiteX94" fmla="*/ 495205 w 765852"/>
              <a:gd name="connsiteY94" fmla="*/ 197523 h 260086"/>
              <a:gd name="connsiteX95" fmla="*/ 495205 w 765852"/>
              <a:gd name="connsiteY95" fmla="*/ 259554 h 260086"/>
              <a:gd name="connsiteX96" fmla="*/ 544816 w 765852"/>
              <a:gd name="connsiteY96" fmla="*/ 204613 h 260086"/>
              <a:gd name="connsiteX97" fmla="*/ 564923 w 765852"/>
              <a:gd name="connsiteY97" fmla="*/ 204613 h 260086"/>
              <a:gd name="connsiteX98" fmla="*/ 564923 w 765852"/>
              <a:gd name="connsiteY98" fmla="*/ 259554 h 260086"/>
              <a:gd name="connsiteX99" fmla="*/ 572633 w 765852"/>
              <a:gd name="connsiteY99" fmla="*/ 259554 h 260086"/>
              <a:gd name="connsiteX100" fmla="*/ 572633 w 765852"/>
              <a:gd name="connsiteY100" fmla="*/ 204613 h 260086"/>
              <a:gd name="connsiteX101" fmla="*/ 592740 w 765852"/>
              <a:gd name="connsiteY101" fmla="*/ 204613 h 260086"/>
              <a:gd name="connsiteX102" fmla="*/ 592740 w 765852"/>
              <a:gd name="connsiteY102" fmla="*/ 197523 h 260086"/>
              <a:gd name="connsiteX103" fmla="*/ 544816 w 765852"/>
              <a:gd name="connsiteY103" fmla="*/ 197523 h 260086"/>
              <a:gd name="connsiteX104" fmla="*/ 544816 w 765852"/>
              <a:gd name="connsiteY104" fmla="*/ 204613 h 260086"/>
              <a:gd name="connsiteX105" fmla="*/ 287389 w 765852"/>
              <a:gd name="connsiteY105" fmla="*/ 2119 h 260086"/>
              <a:gd name="connsiteX106" fmla="*/ 345234 w 765852"/>
              <a:gd name="connsiteY106" fmla="*/ 140105 h 260086"/>
              <a:gd name="connsiteX107" fmla="*/ 381413 w 765852"/>
              <a:gd name="connsiteY107" fmla="*/ 166796 h 260086"/>
              <a:gd name="connsiteX108" fmla="*/ 382899 w 765852"/>
              <a:gd name="connsiteY108" fmla="*/ 166796 h 260086"/>
              <a:gd name="connsiteX109" fmla="*/ 316692 w 765852"/>
              <a:gd name="connsiteY109" fmla="*/ 2119 h 260086"/>
              <a:gd name="connsiteX110" fmla="*/ 287389 w 765852"/>
              <a:gd name="connsiteY110" fmla="*/ 2119 h 260086"/>
              <a:gd name="connsiteX111" fmla="*/ 443549 w 765852"/>
              <a:gd name="connsiteY111" fmla="*/ 199871 h 260086"/>
              <a:gd name="connsiteX112" fmla="*/ 432739 w 765852"/>
              <a:gd name="connsiteY112" fmla="*/ 197523 h 260086"/>
              <a:gd name="connsiteX113" fmla="*/ 408910 w 765852"/>
              <a:gd name="connsiteY113" fmla="*/ 197523 h 260086"/>
              <a:gd name="connsiteX114" fmla="*/ 408910 w 765852"/>
              <a:gd name="connsiteY114" fmla="*/ 259554 h 260086"/>
              <a:gd name="connsiteX115" fmla="*/ 416621 w 765852"/>
              <a:gd name="connsiteY115" fmla="*/ 259554 h 260086"/>
              <a:gd name="connsiteX116" fmla="*/ 416621 w 765852"/>
              <a:gd name="connsiteY116" fmla="*/ 235716 h 260086"/>
              <a:gd name="connsiteX117" fmla="*/ 432748 w 765852"/>
              <a:gd name="connsiteY117" fmla="*/ 235716 h 260086"/>
              <a:gd name="connsiteX118" fmla="*/ 443512 w 765852"/>
              <a:gd name="connsiteY118" fmla="*/ 233368 h 260086"/>
              <a:gd name="connsiteX119" fmla="*/ 450728 w 765852"/>
              <a:gd name="connsiteY119" fmla="*/ 226681 h 260086"/>
              <a:gd name="connsiteX120" fmla="*/ 453295 w 765852"/>
              <a:gd name="connsiteY120" fmla="*/ 216583 h 260086"/>
              <a:gd name="connsiteX121" fmla="*/ 450774 w 765852"/>
              <a:gd name="connsiteY121" fmla="*/ 206521 h 260086"/>
              <a:gd name="connsiteX122" fmla="*/ 443558 w 765852"/>
              <a:gd name="connsiteY122" fmla="*/ 199871 h 260086"/>
              <a:gd name="connsiteX123" fmla="*/ 441779 w 765852"/>
              <a:gd name="connsiteY123" fmla="*/ 225351 h 260086"/>
              <a:gd name="connsiteX124" fmla="*/ 432033 w 765852"/>
              <a:gd name="connsiteY124" fmla="*/ 228635 h 260086"/>
              <a:gd name="connsiteX125" fmla="*/ 416621 w 765852"/>
              <a:gd name="connsiteY125" fmla="*/ 228635 h 260086"/>
              <a:gd name="connsiteX126" fmla="*/ 416621 w 765852"/>
              <a:gd name="connsiteY126" fmla="*/ 204622 h 260086"/>
              <a:gd name="connsiteX127" fmla="*/ 432125 w 765852"/>
              <a:gd name="connsiteY127" fmla="*/ 204622 h 260086"/>
              <a:gd name="connsiteX128" fmla="*/ 441825 w 765852"/>
              <a:gd name="connsiteY128" fmla="*/ 207860 h 260086"/>
              <a:gd name="connsiteX129" fmla="*/ 445410 w 765852"/>
              <a:gd name="connsiteY129" fmla="*/ 216592 h 260086"/>
              <a:gd name="connsiteX130" fmla="*/ 441779 w 765852"/>
              <a:gd name="connsiteY130" fmla="*/ 225361 h 260086"/>
              <a:gd name="connsiteX131" fmla="*/ 382889 w 765852"/>
              <a:gd name="connsiteY131" fmla="*/ 166805 h 260086"/>
              <a:gd name="connsiteX132" fmla="*/ 384375 w 765852"/>
              <a:gd name="connsiteY132" fmla="*/ 166805 h 260086"/>
              <a:gd name="connsiteX133" fmla="*/ 420554 w 765852"/>
              <a:gd name="connsiteY133" fmla="*/ 140114 h 260086"/>
              <a:gd name="connsiteX134" fmla="*/ 478399 w 765852"/>
              <a:gd name="connsiteY134" fmla="*/ 2128 h 260086"/>
              <a:gd name="connsiteX135" fmla="*/ 449096 w 765852"/>
              <a:gd name="connsiteY135" fmla="*/ 2128 h 260086"/>
              <a:gd name="connsiteX136" fmla="*/ 382889 w 765852"/>
              <a:gd name="connsiteY136" fmla="*/ 166814 h 260086"/>
              <a:gd name="connsiteX137" fmla="*/ 644368 w 765852"/>
              <a:gd name="connsiteY137" fmla="*/ 197523 h 260086"/>
              <a:gd name="connsiteX138" fmla="*/ 620714 w 765852"/>
              <a:gd name="connsiteY138" fmla="*/ 259554 h 260086"/>
              <a:gd name="connsiteX139" fmla="*/ 628690 w 765852"/>
              <a:gd name="connsiteY139" fmla="*/ 259554 h 260086"/>
              <a:gd name="connsiteX140" fmla="*/ 635246 w 765852"/>
              <a:gd name="connsiteY140" fmla="*/ 242806 h 260086"/>
              <a:gd name="connsiteX141" fmla="*/ 662266 w 765852"/>
              <a:gd name="connsiteY141" fmla="*/ 242806 h 260086"/>
              <a:gd name="connsiteX142" fmla="*/ 668821 w 765852"/>
              <a:gd name="connsiteY142" fmla="*/ 259554 h 260086"/>
              <a:gd name="connsiteX143" fmla="*/ 677055 w 765852"/>
              <a:gd name="connsiteY143" fmla="*/ 259554 h 260086"/>
              <a:gd name="connsiteX144" fmla="*/ 653491 w 765852"/>
              <a:gd name="connsiteY144" fmla="*/ 197523 h 260086"/>
              <a:gd name="connsiteX145" fmla="*/ 644368 w 765852"/>
              <a:gd name="connsiteY145" fmla="*/ 197523 h 260086"/>
              <a:gd name="connsiteX146" fmla="*/ 637547 w 765852"/>
              <a:gd name="connsiteY146" fmla="*/ 235808 h 260086"/>
              <a:gd name="connsiteX147" fmla="*/ 648705 w 765852"/>
              <a:gd name="connsiteY147" fmla="*/ 205943 h 260086"/>
              <a:gd name="connsiteX148" fmla="*/ 659955 w 765852"/>
              <a:gd name="connsiteY148" fmla="*/ 235808 h 260086"/>
              <a:gd name="connsiteX149" fmla="*/ 637538 w 765852"/>
              <a:gd name="connsiteY149" fmla="*/ 235808 h 260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</a:cxnLst>
            <a:rect l="l" t="t" r="r" b="b"/>
            <a:pathLst>
              <a:path w="765852" h="260086">
                <a:moveTo>
                  <a:pt x="739575" y="143884"/>
                </a:moveTo>
                <a:cubicBezTo>
                  <a:pt x="756519" y="128906"/>
                  <a:pt x="765852" y="107425"/>
                  <a:pt x="765852" y="83403"/>
                </a:cubicBezTo>
                <a:cubicBezTo>
                  <a:pt x="765852" y="59381"/>
                  <a:pt x="756519" y="37899"/>
                  <a:pt x="739575" y="22921"/>
                </a:cubicBezTo>
                <a:cubicBezTo>
                  <a:pt x="722613" y="7925"/>
                  <a:pt x="699307" y="0"/>
                  <a:pt x="672177" y="0"/>
                </a:cubicBezTo>
                <a:cubicBezTo>
                  <a:pt x="645047" y="0"/>
                  <a:pt x="621740" y="7925"/>
                  <a:pt x="604779" y="22921"/>
                </a:cubicBezTo>
                <a:cubicBezTo>
                  <a:pt x="587835" y="37899"/>
                  <a:pt x="578501" y="59381"/>
                  <a:pt x="578501" y="83403"/>
                </a:cubicBezTo>
                <a:cubicBezTo>
                  <a:pt x="578501" y="107425"/>
                  <a:pt x="587835" y="128906"/>
                  <a:pt x="604779" y="143884"/>
                </a:cubicBezTo>
                <a:cubicBezTo>
                  <a:pt x="621740" y="158881"/>
                  <a:pt x="645047" y="166805"/>
                  <a:pt x="672177" y="166805"/>
                </a:cubicBezTo>
                <a:cubicBezTo>
                  <a:pt x="699307" y="166805"/>
                  <a:pt x="722613" y="158881"/>
                  <a:pt x="739575" y="143884"/>
                </a:cubicBezTo>
                <a:close/>
                <a:moveTo>
                  <a:pt x="604595" y="83403"/>
                </a:moveTo>
                <a:cubicBezTo>
                  <a:pt x="604595" y="66489"/>
                  <a:pt x="610821" y="52135"/>
                  <a:pt x="622611" y="41871"/>
                </a:cubicBezTo>
                <a:cubicBezTo>
                  <a:pt x="634751" y="31305"/>
                  <a:pt x="651887" y="25719"/>
                  <a:pt x="672177" y="25719"/>
                </a:cubicBezTo>
                <a:cubicBezTo>
                  <a:pt x="692467" y="25719"/>
                  <a:pt x="709603" y="31305"/>
                  <a:pt x="721742" y="41871"/>
                </a:cubicBezTo>
                <a:cubicBezTo>
                  <a:pt x="733524" y="52126"/>
                  <a:pt x="739759" y="66489"/>
                  <a:pt x="739759" y="83403"/>
                </a:cubicBezTo>
                <a:cubicBezTo>
                  <a:pt x="739759" y="100316"/>
                  <a:pt x="733533" y="114671"/>
                  <a:pt x="721742" y="124934"/>
                </a:cubicBezTo>
                <a:cubicBezTo>
                  <a:pt x="709603" y="135501"/>
                  <a:pt x="692467" y="141077"/>
                  <a:pt x="672177" y="141077"/>
                </a:cubicBezTo>
                <a:cubicBezTo>
                  <a:pt x="651887" y="141077"/>
                  <a:pt x="634741" y="135491"/>
                  <a:pt x="622611" y="124934"/>
                </a:cubicBezTo>
                <a:cubicBezTo>
                  <a:pt x="610830" y="114671"/>
                  <a:pt x="604595" y="100316"/>
                  <a:pt x="604595" y="83403"/>
                </a:cubicBezTo>
                <a:close/>
                <a:moveTo>
                  <a:pt x="238310" y="207181"/>
                </a:moveTo>
                <a:cubicBezTo>
                  <a:pt x="241556" y="205118"/>
                  <a:pt x="245306" y="204081"/>
                  <a:pt x="249560" y="204081"/>
                </a:cubicBezTo>
                <a:cubicBezTo>
                  <a:pt x="254282" y="204081"/>
                  <a:pt x="258288" y="205292"/>
                  <a:pt x="261562" y="207713"/>
                </a:cubicBezTo>
                <a:cubicBezTo>
                  <a:pt x="264835" y="210135"/>
                  <a:pt x="267035" y="213501"/>
                  <a:pt x="268163" y="217812"/>
                </a:cubicBezTo>
                <a:lnTo>
                  <a:pt x="275874" y="217812"/>
                </a:lnTo>
                <a:cubicBezTo>
                  <a:pt x="274691" y="211373"/>
                  <a:pt x="271784" y="206292"/>
                  <a:pt x="267145" y="202568"/>
                </a:cubicBezTo>
                <a:cubicBezTo>
                  <a:pt x="262506" y="198844"/>
                  <a:pt x="256766" y="196982"/>
                  <a:pt x="249917" y="196982"/>
                </a:cubicBezTo>
                <a:cubicBezTo>
                  <a:pt x="244013" y="196982"/>
                  <a:pt x="238814" y="198293"/>
                  <a:pt x="234322" y="200926"/>
                </a:cubicBezTo>
                <a:cubicBezTo>
                  <a:pt x="229838" y="203558"/>
                  <a:pt x="226382" y="207264"/>
                  <a:pt x="223961" y="212052"/>
                </a:cubicBezTo>
                <a:cubicBezTo>
                  <a:pt x="221541" y="216840"/>
                  <a:pt x="220330" y="222334"/>
                  <a:pt x="220330" y="228534"/>
                </a:cubicBezTo>
                <a:cubicBezTo>
                  <a:pt x="220330" y="234734"/>
                  <a:pt x="221541" y="240302"/>
                  <a:pt x="223961" y="245062"/>
                </a:cubicBezTo>
                <a:cubicBezTo>
                  <a:pt x="226382" y="249823"/>
                  <a:pt x="229838" y="253510"/>
                  <a:pt x="234322" y="256142"/>
                </a:cubicBezTo>
                <a:cubicBezTo>
                  <a:pt x="238805" y="258775"/>
                  <a:pt x="244004" y="260086"/>
                  <a:pt x="249917" y="260086"/>
                </a:cubicBezTo>
                <a:cubicBezTo>
                  <a:pt x="256831" y="260086"/>
                  <a:pt x="262570" y="258224"/>
                  <a:pt x="267145" y="254501"/>
                </a:cubicBezTo>
                <a:cubicBezTo>
                  <a:pt x="271720" y="250777"/>
                  <a:pt x="274599" y="245695"/>
                  <a:pt x="275782" y="239256"/>
                </a:cubicBezTo>
                <a:lnTo>
                  <a:pt x="268071" y="239256"/>
                </a:lnTo>
                <a:cubicBezTo>
                  <a:pt x="266888" y="243631"/>
                  <a:pt x="264706" y="247007"/>
                  <a:pt x="261516" y="249401"/>
                </a:cubicBezTo>
                <a:cubicBezTo>
                  <a:pt x="258325" y="251795"/>
                  <a:pt x="254337" y="252987"/>
                  <a:pt x="249560" y="252987"/>
                </a:cubicBezTo>
                <a:cubicBezTo>
                  <a:pt x="245306" y="252987"/>
                  <a:pt x="241556" y="251951"/>
                  <a:pt x="238310" y="249887"/>
                </a:cubicBezTo>
                <a:cubicBezTo>
                  <a:pt x="235064" y="247823"/>
                  <a:pt x="232561" y="244925"/>
                  <a:pt x="230828" y="241201"/>
                </a:cubicBezTo>
                <a:cubicBezTo>
                  <a:pt x="229086" y="237477"/>
                  <a:pt x="228215" y="233258"/>
                  <a:pt x="228215" y="228525"/>
                </a:cubicBezTo>
                <a:cubicBezTo>
                  <a:pt x="228215" y="223792"/>
                  <a:pt x="229086" y="219499"/>
                  <a:pt x="230828" y="215812"/>
                </a:cubicBezTo>
                <a:cubicBezTo>
                  <a:pt x="232570" y="212125"/>
                  <a:pt x="235064" y="209245"/>
                  <a:pt x="238310" y="207172"/>
                </a:cubicBezTo>
                <a:close/>
                <a:moveTo>
                  <a:pt x="335580" y="197523"/>
                </a:moveTo>
                <a:lnTo>
                  <a:pt x="311925" y="259554"/>
                </a:lnTo>
                <a:lnTo>
                  <a:pt x="319892" y="259554"/>
                </a:lnTo>
                <a:lnTo>
                  <a:pt x="326448" y="242806"/>
                </a:lnTo>
                <a:lnTo>
                  <a:pt x="353467" y="242806"/>
                </a:lnTo>
                <a:lnTo>
                  <a:pt x="360023" y="259554"/>
                </a:lnTo>
                <a:lnTo>
                  <a:pt x="368256" y="259554"/>
                </a:lnTo>
                <a:lnTo>
                  <a:pt x="344693" y="197523"/>
                </a:lnTo>
                <a:lnTo>
                  <a:pt x="335570" y="197523"/>
                </a:lnTo>
                <a:close/>
                <a:moveTo>
                  <a:pt x="328758" y="235808"/>
                </a:moveTo>
                <a:lnTo>
                  <a:pt x="339916" y="205943"/>
                </a:lnTo>
                <a:lnTo>
                  <a:pt x="351166" y="235808"/>
                </a:lnTo>
                <a:lnTo>
                  <a:pt x="328749" y="235808"/>
                </a:lnTo>
                <a:close/>
                <a:moveTo>
                  <a:pt x="725437" y="197523"/>
                </a:moveTo>
                <a:lnTo>
                  <a:pt x="717736" y="197523"/>
                </a:lnTo>
                <a:lnTo>
                  <a:pt x="717736" y="259554"/>
                </a:lnTo>
                <a:lnTo>
                  <a:pt x="753704" y="259554"/>
                </a:lnTo>
                <a:lnTo>
                  <a:pt x="753704" y="252464"/>
                </a:lnTo>
                <a:lnTo>
                  <a:pt x="725446" y="252464"/>
                </a:lnTo>
                <a:lnTo>
                  <a:pt x="725446" y="197523"/>
                </a:lnTo>
                <a:close/>
                <a:moveTo>
                  <a:pt x="250953" y="2119"/>
                </a:moveTo>
                <a:lnTo>
                  <a:pt x="225566" y="2119"/>
                </a:lnTo>
                <a:lnTo>
                  <a:pt x="225566" y="164677"/>
                </a:lnTo>
                <a:lnTo>
                  <a:pt x="250953" y="164677"/>
                </a:lnTo>
                <a:lnTo>
                  <a:pt x="250953" y="2119"/>
                </a:lnTo>
                <a:close/>
                <a:moveTo>
                  <a:pt x="80592" y="62692"/>
                </a:moveTo>
                <a:lnTo>
                  <a:pt x="80592" y="164687"/>
                </a:lnTo>
                <a:cubicBezTo>
                  <a:pt x="80592" y="164687"/>
                  <a:pt x="106732" y="164687"/>
                  <a:pt x="106732" y="164687"/>
                </a:cubicBezTo>
                <a:lnTo>
                  <a:pt x="106713" y="62692"/>
                </a:lnTo>
                <a:cubicBezTo>
                  <a:pt x="106713" y="50282"/>
                  <a:pt x="102707" y="38523"/>
                  <a:pt x="95124" y="28700"/>
                </a:cubicBezTo>
                <a:lnTo>
                  <a:pt x="93648" y="26792"/>
                </a:lnTo>
                <a:lnTo>
                  <a:pt x="92172" y="28700"/>
                </a:lnTo>
                <a:cubicBezTo>
                  <a:pt x="84589" y="38523"/>
                  <a:pt x="80583" y="50273"/>
                  <a:pt x="80583" y="62692"/>
                </a:cubicBezTo>
                <a:close/>
                <a:moveTo>
                  <a:pt x="47273" y="2119"/>
                </a:moveTo>
                <a:lnTo>
                  <a:pt x="0" y="2119"/>
                </a:lnTo>
                <a:lnTo>
                  <a:pt x="0" y="26792"/>
                </a:lnTo>
                <a:lnTo>
                  <a:pt x="93648" y="26792"/>
                </a:lnTo>
                <a:lnTo>
                  <a:pt x="91328" y="23793"/>
                </a:lnTo>
                <a:cubicBezTo>
                  <a:pt x="80693" y="10025"/>
                  <a:pt x="64629" y="2119"/>
                  <a:pt x="47273" y="2119"/>
                </a:cubicBezTo>
                <a:close/>
                <a:moveTo>
                  <a:pt x="95968" y="23793"/>
                </a:moveTo>
                <a:lnTo>
                  <a:pt x="93648" y="26792"/>
                </a:lnTo>
                <a:lnTo>
                  <a:pt x="187296" y="26792"/>
                </a:lnTo>
                <a:lnTo>
                  <a:pt x="187296" y="2119"/>
                </a:lnTo>
                <a:lnTo>
                  <a:pt x="140023" y="2119"/>
                </a:lnTo>
                <a:cubicBezTo>
                  <a:pt x="122657" y="2119"/>
                  <a:pt x="106603" y="10016"/>
                  <a:pt x="95958" y="23793"/>
                </a:cubicBezTo>
                <a:close/>
                <a:moveTo>
                  <a:pt x="514844" y="164677"/>
                </a:moveTo>
                <a:lnTo>
                  <a:pt x="540232" y="164677"/>
                </a:lnTo>
                <a:lnTo>
                  <a:pt x="540232" y="2119"/>
                </a:lnTo>
                <a:lnTo>
                  <a:pt x="514844" y="2119"/>
                </a:lnTo>
                <a:lnTo>
                  <a:pt x="514844" y="164677"/>
                </a:lnTo>
                <a:close/>
                <a:moveTo>
                  <a:pt x="495205" y="259554"/>
                </a:moveTo>
                <a:lnTo>
                  <a:pt x="502915" y="259554"/>
                </a:lnTo>
                <a:lnTo>
                  <a:pt x="502915" y="197523"/>
                </a:lnTo>
                <a:lnTo>
                  <a:pt x="495205" y="197523"/>
                </a:lnTo>
                <a:lnTo>
                  <a:pt x="495205" y="259554"/>
                </a:lnTo>
                <a:close/>
                <a:moveTo>
                  <a:pt x="544816" y="204613"/>
                </a:moveTo>
                <a:lnTo>
                  <a:pt x="564923" y="204613"/>
                </a:lnTo>
                <a:lnTo>
                  <a:pt x="564923" y="259554"/>
                </a:lnTo>
                <a:lnTo>
                  <a:pt x="572633" y="259554"/>
                </a:lnTo>
                <a:lnTo>
                  <a:pt x="572633" y="204613"/>
                </a:lnTo>
                <a:lnTo>
                  <a:pt x="592740" y="204613"/>
                </a:lnTo>
                <a:lnTo>
                  <a:pt x="592740" y="197523"/>
                </a:lnTo>
                <a:lnTo>
                  <a:pt x="544816" y="197523"/>
                </a:lnTo>
                <a:lnTo>
                  <a:pt x="544816" y="204613"/>
                </a:lnTo>
                <a:close/>
                <a:moveTo>
                  <a:pt x="287389" y="2119"/>
                </a:moveTo>
                <a:cubicBezTo>
                  <a:pt x="287389" y="2119"/>
                  <a:pt x="335680" y="117220"/>
                  <a:pt x="345234" y="140105"/>
                </a:cubicBezTo>
                <a:cubicBezTo>
                  <a:pt x="356374" y="166796"/>
                  <a:pt x="374464" y="166796"/>
                  <a:pt x="381413" y="166796"/>
                </a:cubicBezTo>
                <a:lnTo>
                  <a:pt x="382899" y="166796"/>
                </a:lnTo>
                <a:lnTo>
                  <a:pt x="316692" y="2119"/>
                </a:lnTo>
                <a:lnTo>
                  <a:pt x="287389" y="2119"/>
                </a:lnTo>
                <a:close/>
                <a:moveTo>
                  <a:pt x="443549" y="199871"/>
                </a:moveTo>
                <a:cubicBezTo>
                  <a:pt x="440413" y="198303"/>
                  <a:pt x="436819" y="197523"/>
                  <a:pt x="432739" y="197523"/>
                </a:cubicBezTo>
                <a:lnTo>
                  <a:pt x="408910" y="197523"/>
                </a:lnTo>
                <a:lnTo>
                  <a:pt x="408910" y="259554"/>
                </a:lnTo>
                <a:lnTo>
                  <a:pt x="416621" y="259554"/>
                </a:lnTo>
                <a:lnTo>
                  <a:pt x="416621" y="235716"/>
                </a:lnTo>
                <a:lnTo>
                  <a:pt x="432748" y="235716"/>
                </a:lnTo>
                <a:cubicBezTo>
                  <a:pt x="436819" y="235716"/>
                  <a:pt x="440413" y="234936"/>
                  <a:pt x="443512" y="233368"/>
                </a:cubicBezTo>
                <a:cubicBezTo>
                  <a:pt x="446611" y="231799"/>
                  <a:pt x="449013" y="229571"/>
                  <a:pt x="450728" y="226681"/>
                </a:cubicBezTo>
                <a:cubicBezTo>
                  <a:pt x="452442" y="223783"/>
                  <a:pt x="453295" y="220417"/>
                  <a:pt x="453295" y="216583"/>
                </a:cubicBezTo>
                <a:cubicBezTo>
                  <a:pt x="453295" y="212749"/>
                  <a:pt x="452452" y="209392"/>
                  <a:pt x="450774" y="206521"/>
                </a:cubicBezTo>
                <a:cubicBezTo>
                  <a:pt x="449087" y="203659"/>
                  <a:pt x="446685" y="201439"/>
                  <a:pt x="443558" y="199871"/>
                </a:cubicBezTo>
                <a:close/>
                <a:moveTo>
                  <a:pt x="441779" y="225351"/>
                </a:moveTo>
                <a:cubicBezTo>
                  <a:pt x="439359" y="227534"/>
                  <a:pt x="436113" y="228635"/>
                  <a:pt x="432033" y="228635"/>
                </a:cubicBezTo>
                <a:lnTo>
                  <a:pt x="416621" y="228635"/>
                </a:lnTo>
                <a:lnTo>
                  <a:pt x="416621" y="204622"/>
                </a:lnTo>
                <a:lnTo>
                  <a:pt x="432125" y="204622"/>
                </a:lnTo>
                <a:cubicBezTo>
                  <a:pt x="436196" y="204622"/>
                  <a:pt x="439432" y="205705"/>
                  <a:pt x="441825" y="207860"/>
                </a:cubicBezTo>
                <a:cubicBezTo>
                  <a:pt x="444218" y="210015"/>
                  <a:pt x="445410" y="212923"/>
                  <a:pt x="445410" y="216592"/>
                </a:cubicBezTo>
                <a:cubicBezTo>
                  <a:pt x="445410" y="220261"/>
                  <a:pt x="444200" y="223178"/>
                  <a:pt x="441779" y="225361"/>
                </a:cubicBezTo>
                <a:close/>
                <a:moveTo>
                  <a:pt x="382889" y="166805"/>
                </a:moveTo>
                <a:lnTo>
                  <a:pt x="384375" y="166805"/>
                </a:lnTo>
                <a:cubicBezTo>
                  <a:pt x="391334" y="166805"/>
                  <a:pt x="409423" y="166805"/>
                  <a:pt x="420554" y="140114"/>
                </a:cubicBezTo>
                <a:cubicBezTo>
                  <a:pt x="430099" y="117230"/>
                  <a:pt x="478399" y="2128"/>
                  <a:pt x="478399" y="2128"/>
                </a:cubicBezTo>
                <a:lnTo>
                  <a:pt x="449096" y="2128"/>
                </a:lnTo>
                <a:lnTo>
                  <a:pt x="382889" y="166814"/>
                </a:lnTo>
                <a:close/>
                <a:moveTo>
                  <a:pt x="644368" y="197523"/>
                </a:moveTo>
                <a:lnTo>
                  <a:pt x="620714" y="259554"/>
                </a:lnTo>
                <a:lnTo>
                  <a:pt x="628690" y="259554"/>
                </a:lnTo>
                <a:lnTo>
                  <a:pt x="635246" y="242806"/>
                </a:lnTo>
                <a:lnTo>
                  <a:pt x="662266" y="242806"/>
                </a:lnTo>
                <a:lnTo>
                  <a:pt x="668821" y="259554"/>
                </a:lnTo>
                <a:lnTo>
                  <a:pt x="677055" y="259554"/>
                </a:lnTo>
                <a:lnTo>
                  <a:pt x="653491" y="197523"/>
                </a:lnTo>
                <a:lnTo>
                  <a:pt x="644368" y="197523"/>
                </a:lnTo>
                <a:close/>
                <a:moveTo>
                  <a:pt x="637547" y="235808"/>
                </a:moveTo>
                <a:lnTo>
                  <a:pt x="648705" y="205943"/>
                </a:lnTo>
                <a:lnTo>
                  <a:pt x="659955" y="235808"/>
                </a:lnTo>
                <a:lnTo>
                  <a:pt x="637538" y="235808"/>
                </a:lnTo>
                <a:close/>
              </a:path>
            </a:pathLst>
          </a:custGeom>
          <a:solidFill>
            <a:schemeClr val="bg1"/>
          </a:solidFill>
          <a:ln w="1061" cap="flat">
            <a:noFill/>
            <a:prstDash val="solid"/>
            <a:miter/>
          </a:ln>
        </p:spPr>
        <p:txBody>
          <a:bodyPr rtlCol="0" anchor="ctr"/>
          <a:lstStyle/>
          <a:p>
            <a:endParaRPr lang="pt-BR" sz="849">
              <a:solidFill>
                <a:schemeClr val="bg1"/>
              </a:solidFill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1E210A61-F7AF-5C56-9539-494DD44ED880}"/>
              </a:ext>
            </a:extLst>
          </p:cNvPr>
          <p:cNvCxnSpPr/>
          <p:nvPr userDrawn="1"/>
        </p:nvCxnSpPr>
        <p:spPr>
          <a:xfrm>
            <a:off x="334964" y="185353"/>
            <a:ext cx="10415415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object 5">
            <a:extLst>
              <a:ext uri="{FF2B5EF4-FFF2-40B4-BE49-F238E27FC236}">
                <a16:creationId xmlns:a16="http://schemas.microsoft.com/office/drawing/2014/main" id="{6BE3BE47-1A4F-1F57-925B-0AD426F278E9}"/>
              </a:ext>
            </a:extLst>
          </p:cNvPr>
          <p:cNvSpPr/>
          <p:nvPr userDrawn="1"/>
        </p:nvSpPr>
        <p:spPr>
          <a:xfrm flipV="1">
            <a:off x="334962" y="6294309"/>
            <a:ext cx="10183814" cy="256427"/>
          </a:xfrm>
          <a:custGeom>
            <a:avLst/>
            <a:gdLst/>
            <a:ahLst/>
            <a:cxnLst/>
            <a:rect l="l" t="t" r="r" b="b"/>
            <a:pathLst>
              <a:path w="19125565">
                <a:moveTo>
                  <a:pt x="0" y="0"/>
                </a:moveTo>
                <a:lnTo>
                  <a:pt x="19125114" y="0"/>
                </a:lnTo>
              </a:path>
            </a:pathLst>
          </a:custGeom>
          <a:ln w="635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55446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kumimoji="0" sz="1092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83511735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469">
          <p15:clr>
            <a:srgbClr val="FBAE40"/>
          </p15:clr>
        </p15:guide>
        <p15:guide id="2" orient="horz" pos="3974">
          <p15:clr>
            <a:srgbClr val="FBAE40"/>
          </p15:clr>
        </p15:guide>
        <p15:guide id="3" orient="horz" pos="232">
          <p15:clr>
            <a:srgbClr val="FBAE40"/>
          </p15:clr>
        </p15:guide>
        <p15:guide id="4" pos="211">
          <p15:clr>
            <a:srgbClr val="FBAE40"/>
          </p15:clr>
        </p15:guide>
        <p15:guide id="5" orient="horz" pos="4065">
          <p15:clr>
            <a:srgbClr val="FBAE40"/>
          </p15:clr>
        </p15:guide>
        <p15:guide id="6" orient="horz" pos="799">
          <p15:clr>
            <a:srgbClr val="FBAE40"/>
          </p15:clr>
        </p15:guide>
        <p15:guide id="7" orient="horz" pos="935">
          <p15:clr>
            <a:srgbClr val="FBAE40"/>
          </p15:clr>
        </p15:guide>
      </p15:sldGuideLst>
    </p:ext>
  </p:extLst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ítulo | 1 linha - Black">
    <p:bg>
      <p:bgPr>
        <a:gradFill>
          <a:gsLst>
            <a:gs pos="100000">
              <a:schemeClr val="tx1">
                <a:lumMod val="95000"/>
                <a:lumOff val="5000"/>
              </a:schemeClr>
            </a:gs>
            <a:gs pos="0">
              <a:schemeClr val="tx1">
                <a:lumMod val="85000"/>
                <a:lumOff val="15000"/>
              </a:schemeClr>
            </a:gs>
          </a:gsLst>
          <a:lin ang="7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132BCE3-A04F-8602-64F7-7623C7EAF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61763" y="6482556"/>
            <a:ext cx="295275" cy="1692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 sz="1100">
                <a:solidFill>
                  <a:schemeClr val="bg1"/>
                </a:solidFill>
                <a:latin typeface="Versos" panose="020B0503020204030204" pitchFamily="34" charset="0"/>
                <a:cs typeface="Versos" panose="020B0503020204030204" pitchFamily="34" charset="0"/>
              </a:defRPr>
            </a:lvl1pPr>
          </a:lstStyle>
          <a:p>
            <a:fld id="{77667D73-C69A-4DAA-9003-24A825D36FE9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B13D7C-5A47-B0DF-B518-26E79F5D2DB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64" y="368301"/>
            <a:ext cx="10183813" cy="4308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err="1"/>
              <a:t>Título</a:t>
            </a:r>
            <a:endParaRPr lang="en-US"/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7F86D482-580C-D22A-58CC-10B9C4F7EDD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34963" y="1518528"/>
            <a:ext cx="11522585" cy="21544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Picture 8">
            <a:extLst>
              <a:ext uri="{FF2B5EF4-FFF2-40B4-BE49-F238E27FC236}">
                <a16:creationId xmlns:a16="http://schemas.microsoft.com/office/drawing/2014/main" id="{57BCE67C-64C7-2D0C-0DC2-7A4B4CC314E0}"/>
              </a:ext>
            </a:extLst>
          </p:cNvPr>
          <p:cNvSpPr/>
          <p:nvPr userDrawn="1"/>
        </p:nvSpPr>
        <p:spPr>
          <a:xfrm>
            <a:off x="11091186" y="377179"/>
            <a:ext cx="765852" cy="260086"/>
          </a:xfrm>
          <a:custGeom>
            <a:avLst/>
            <a:gdLst>
              <a:gd name="connsiteX0" fmla="*/ 739575 w 765852"/>
              <a:gd name="connsiteY0" fmla="*/ 143884 h 260086"/>
              <a:gd name="connsiteX1" fmla="*/ 765852 w 765852"/>
              <a:gd name="connsiteY1" fmla="*/ 83403 h 260086"/>
              <a:gd name="connsiteX2" fmla="*/ 739575 w 765852"/>
              <a:gd name="connsiteY2" fmla="*/ 22921 h 260086"/>
              <a:gd name="connsiteX3" fmla="*/ 672177 w 765852"/>
              <a:gd name="connsiteY3" fmla="*/ 0 h 260086"/>
              <a:gd name="connsiteX4" fmla="*/ 604779 w 765852"/>
              <a:gd name="connsiteY4" fmla="*/ 22921 h 260086"/>
              <a:gd name="connsiteX5" fmla="*/ 578501 w 765852"/>
              <a:gd name="connsiteY5" fmla="*/ 83403 h 260086"/>
              <a:gd name="connsiteX6" fmla="*/ 604779 w 765852"/>
              <a:gd name="connsiteY6" fmla="*/ 143884 h 260086"/>
              <a:gd name="connsiteX7" fmla="*/ 672177 w 765852"/>
              <a:gd name="connsiteY7" fmla="*/ 166805 h 260086"/>
              <a:gd name="connsiteX8" fmla="*/ 739575 w 765852"/>
              <a:gd name="connsiteY8" fmla="*/ 143884 h 260086"/>
              <a:gd name="connsiteX9" fmla="*/ 604595 w 765852"/>
              <a:gd name="connsiteY9" fmla="*/ 83403 h 260086"/>
              <a:gd name="connsiteX10" fmla="*/ 622611 w 765852"/>
              <a:gd name="connsiteY10" fmla="*/ 41871 h 260086"/>
              <a:gd name="connsiteX11" fmla="*/ 672177 w 765852"/>
              <a:gd name="connsiteY11" fmla="*/ 25719 h 260086"/>
              <a:gd name="connsiteX12" fmla="*/ 721742 w 765852"/>
              <a:gd name="connsiteY12" fmla="*/ 41871 h 260086"/>
              <a:gd name="connsiteX13" fmla="*/ 739759 w 765852"/>
              <a:gd name="connsiteY13" fmla="*/ 83403 h 260086"/>
              <a:gd name="connsiteX14" fmla="*/ 721742 w 765852"/>
              <a:gd name="connsiteY14" fmla="*/ 124934 h 260086"/>
              <a:gd name="connsiteX15" fmla="*/ 672177 w 765852"/>
              <a:gd name="connsiteY15" fmla="*/ 141077 h 260086"/>
              <a:gd name="connsiteX16" fmla="*/ 622611 w 765852"/>
              <a:gd name="connsiteY16" fmla="*/ 124934 h 260086"/>
              <a:gd name="connsiteX17" fmla="*/ 604595 w 765852"/>
              <a:gd name="connsiteY17" fmla="*/ 83403 h 260086"/>
              <a:gd name="connsiteX18" fmla="*/ 238310 w 765852"/>
              <a:gd name="connsiteY18" fmla="*/ 207181 h 260086"/>
              <a:gd name="connsiteX19" fmla="*/ 249560 w 765852"/>
              <a:gd name="connsiteY19" fmla="*/ 204081 h 260086"/>
              <a:gd name="connsiteX20" fmla="*/ 261562 w 765852"/>
              <a:gd name="connsiteY20" fmla="*/ 207713 h 260086"/>
              <a:gd name="connsiteX21" fmla="*/ 268163 w 765852"/>
              <a:gd name="connsiteY21" fmla="*/ 217812 h 260086"/>
              <a:gd name="connsiteX22" fmla="*/ 275874 w 765852"/>
              <a:gd name="connsiteY22" fmla="*/ 217812 h 260086"/>
              <a:gd name="connsiteX23" fmla="*/ 267145 w 765852"/>
              <a:gd name="connsiteY23" fmla="*/ 202568 h 260086"/>
              <a:gd name="connsiteX24" fmla="*/ 249917 w 765852"/>
              <a:gd name="connsiteY24" fmla="*/ 196982 h 260086"/>
              <a:gd name="connsiteX25" fmla="*/ 234322 w 765852"/>
              <a:gd name="connsiteY25" fmla="*/ 200926 h 260086"/>
              <a:gd name="connsiteX26" fmla="*/ 223961 w 765852"/>
              <a:gd name="connsiteY26" fmla="*/ 212052 h 260086"/>
              <a:gd name="connsiteX27" fmla="*/ 220330 w 765852"/>
              <a:gd name="connsiteY27" fmla="*/ 228534 h 260086"/>
              <a:gd name="connsiteX28" fmla="*/ 223961 w 765852"/>
              <a:gd name="connsiteY28" fmla="*/ 245062 h 260086"/>
              <a:gd name="connsiteX29" fmla="*/ 234322 w 765852"/>
              <a:gd name="connsiteY29" fmla="*/ 256142 h 260086"/>
              <a:gd name="connsiteX30" fmla="*/ 249917 w 765852"/>
              <a:gd name="connsiteY30" fmla="*/ 260086 h 260086"/>
              <a:gd name="connsiteX31" fmla="*/ 267145 w 765852"/>
              <a:gd name="connsiteY31" fmla="*/ 254501 h 260086"/>
              <a:gd name="connsiteX32" fmla="*/ 275782 w 765852"/>
              <a:gd name="connsiteY32" fmla="*/ 239256 h 260086"/>
              <a:gd name="connsiteX33" fmla="*/ 268071 w 765852"/>
              <a:gd name="connsiteY33" fmla="*/ 239256 h 260086"/>
              <a:gd name="connsiteX34" fmla="*/ 261516 w 765852"/>
              <a:gd name="connsiteY34" fmla="*/ 249401 h 260086"/>
              <a:gd name="connsiteX35" fmla="*/ 249560 w 765852"/>
              <a:gd name="connsiteY35" fmla="*/ 252987 h 260086"/>
              <a:gd name="connsiteX36" fmla="*/ 238310 w 765852"/>
              <a:gd name="connsiteY36" fmla="*/ 249887 h 260086"/>
              <a:gd name="connsiteX37" fmla="*/ 230828 w 765852"/>
              <a:gd name="connsiteY37" fmla="*/ 241201 h 260086"/>
              <a:gd name="connsiteX38" fmla="*/ 228215 w 765852"/>
              <a:gd name="connsiteY38" fmla="*/ 228525 h 260086"/>
              <a:gd name="connsiteX39" fmla="*/ 230828 w 765852"/>
              <a:gd name="connsiteY39" fmla="*/ 215812 h 260086"/>
              <a:gd name="connsiteX40" fmla="*/ 238310 w 765852"/>
              <a:gd name="connsiteY40" fmla="*/ 207172 h 260086"/>
              <a:gd name="connsiteX41" fmla="*/ 335580 w 765852"/>
              <a:gd name="connsiteY41" fmla="*/ 197523 h 260086"/>
              <a:gd name="connsiteX42" fmla="*/ 311925 w 765852"/>
              <a:gd name="connsiteY42" fmla="*/ 259554 h 260086"/>
              <a:gd name="connsiteX43" fmla="*/ 319892 w 765852"/>
              <a:gd name="connsiteY43" fmla="*/ 259554 h 260086"/>
              <a:gd name="connsiteX44" fmla="*/ 326448 w 765852"/>
              <a:gd name="connsiteY44" fmla="*/ 242806 h 260086"/>
              <a:gd name="connsiteX45" fmla="*/ 353467 w 765852"/>
              <a:gd name="connsiteY45" fmla="*/ 242806 h 260086"/>
              <a:gd name="connsiteX46" fmla="*/ 360023 w 765852"/>
              <a:gd name="connsiteY46" fmla="*/ 259554 h 260086"/>
              <a:gd name="connsiteX47" fmla="*/ 368256 w 765852"/>
              <a:gd name="connsiteY47" fmla="*/ 259554 h 260086"/>
              <a:gd name="connsiteX48" fmla="*/ 344693 w 765852"/>
              <a:gd name="connsiteY48" fmla="*/ 197523 h 260086"/>
              <a:gd name="connsiteX49" fmla="*/ 335570 w 765852"/>
              <a:gd name="connsiteY49" fmla="*/ 197523 h 260086"/>
              <a:gd name="connsiteX50" fmla="*/ 328758 w 765852"/>
              <a:gd name="connsiteY50" fmla="*/ 235808 h 260086"/>
              <a:gd name="connsiteX51" fmla="*/ 339916 w 765852"/>
              <a:gd name="connsiteY51" fmla="*/ 205943 h 260086"/>
              <a:gd name="connsiteX52" fmla="*/ 351166 w 765852"/>
              <a:gd name="connsiteY52" fmla="*/ 235808 h 260086"/>
              <a:gd name="connsiteX53" fmla="*/ 328749 w 765852"/>
              <a:gd name="connsiteY53" fmla="*/ 235808 h 260086"/>
              <a:gd name="connsiteX54" fmla="*/ 725437 w 765852"/>
              <a:gd name="connsiteY54" fmla="*/ 197523 h 260086"/>
              <a:gd name="connsiteX55" fmla="*/ 717736 w 765852"/>
              <a:gd name="connsiteY55" fmla="*/ 197523 h 260086"/>
              <a:gd name="connsiteX56" fmla="*/ 717736 w 765852"/>
              <a:gd name="connsiteY56" fmla="*/ 259554 h 260086"/>
              <a:gd name="connsiteX57" fmla="*/ 753704 w 765852"/>
              <a:gd name="connsiteY57" fmla="*/ 259554 h 260086"/>
              <a:gd name="connsiteX58" fmla="*/ 753704 w 765852"/>
              <a:gd name="connsiteY58" fmla="*/ 252464 h 260086"/>
              <a:gd name="connsiteX59" fmla="*/ 725446 w 765852"/>
              <a:gd name="connsiteY59" fmla="*/ 252464 h 260086"/>
              <a:gd name="connsiteX60" fmla="*/ 725446 w 765852"/>
              <a:gd name="connsiteY60" fmla="*/ 197523 h 260086"/>
              <a:gd name="connsiteX61" fmla="*/ 250953 w 765852"/>
              <a:gd name="connsiteY61" fmla="*/ 2119 h 260086"/>
              <a:gd name="connsiteX62" fmla="*/ 225566 w 765852"/>
              <a:gd name="connsiteY62" fmla="*/ 2119 h 260086"/>
              <a:gd name="connsiteX63" fmla="*/ 225566 w 765852"/>
              <a:gd name="connsiteY63" fmla="*/ 164677 h 260086"/>
              <a:gd name="connsiteX64" fmla="*/ 250953 w 765852"/>
              <a:gd name="connsiteY64" fmla="*/ 164677 h 260086"/>
              <a:gd name="connsiteX65" fmla="*/ 250953 w 765852"/>
              <a:gd name="connsiteY65" fmla="*/ 2119 h 260086"/>
              <a:gd name="connsiteX66" fmla="*/ 80592 w 765852"/>
              <a:gd name="connsiteY66" fmla="*/ 62692 h 260086"/>
              <a:gd name="connsiteX67" fmla="*/ 80592 w 765852"/>
              <a:gd name="connsiteY67" fmla="*/ 164687 h 260086"/>
              <a:gd name="connsiteX68" fmla="*/ 106732 w 765852"/>
              <a:gd name="connsiteY68" fmla="*/ 164687 h 260086"/>
              <a:gd name="connsiteX69" fmla="*/ 106713 w 765852"/>
              <a:gd name="connsiteY69" fmla="*/ 62692 h 260086"/>
              <a:gd name="connsiteX70" fmla="*/ 95124 w 765852"/>
              <a:gd name="connsiteY70" fmla="*/ 28700 h 260086"/>
              <a:gd name="connsiteX71" fmla="*/ 93648 w 765852"/>
              <a:gd name="connsiteY71" fmla="*/ 26792 h 260086"/>
              <a:gd name="connsiteX72" fmla="*/ 92172 w 765852"/>
              <a:gd name="connsiteY72" fmla="*/ 28700 h 260086"/>
              <a:gd name="connsiteX73" fmla="*/ 80583 w 765852"/>
              <a:gd name="connsiteY73" fmla="*/ 62692 h 260086"/>
              <a:gd name="connsiteX74" fmla="*/ 47273 w 765852"/>
              <a:gd name="connsiteY74" fmla="*/ 2119 h 260086"/>
              <a:gd name="connsiteX75" fmla="*/ 0 w 765852"/>
              <a:gd name="connsiteY75" fmla="*/ 2119 h 260086"/>
              <a:gd name="connsiteX76" fmla="*/ 0 w 765852"/>
              <a:gd name="connsiteY76" fmla="*/ 26792 h 260086"/>
              <a:gd name="connsiteX77" fmla="*/ 93648 w 765852"/>
              <a:gd name="connsiteY77" fmla="*/ 26792 h 260086"/>
              <a:gd name="connsiteX78" fmla="*/ 91328 w 765852"/>
              <a:gd name="connsiteY78" fmla="*/ 23793 h 260086"/>
              <a:gd name="connsiteX79" fmla="*/ 47273 w 765852"/>
              <a:gd name="connsiteY79" fmla="*/ 2119 h 260086"/>
              <a:gd name="connsiteX80" fmla="*/ 95968 w 765852"/>
              <a:gd name="connsiteY80" fmla="*/ 23793 h 260086"/>
              <a:gd name="connsiteX81" fmla="*/ 93648 w 765852"/>
              <a:gd name="connsiteY81" fmla="*/ 26792 h 260086"/>
              <a:gd name="connsiteX82" fmla="*/ 187296 w 765852"/>
              <a:gd name="connsiteY82" fmla="*/ 26792 h 260086"/>
              <a:gd name="connsiteX83" fmla="*/ 187296 w 765852"/>
              <a:gd name="connsiteY83" fmla="*/ 2119 h 260086"/>
              <a:gd name="connsiteX84" fmla="*/ 140023 w 765852"/>
              <a:gd name="connsiteY84" fmla="*/ 2119 h 260086"/>
              <a:gd name="connsiteX85" fmla="*/ 95958 w 765852"/>
              <a:gd name="connsiteY85" fmla="*/ 23793 h 260086"/>
              <a:gd name="connsiteX86" fmla="*/ 514844 w 765852"/>
              <a:gd name="connsiteY86" fmla="*/ 164677 h 260086"/>
              <a:gd name="connsiteX87" fmla="*/ 540232 w 765852"/>
              <a:gd name="connsiteY87" fmla="*/ 164677 h 260086"/>
              <a:gd name="connsiteX88" fmla="*/ 540232 w 765852"/>
              <a:gd name="connsiteY88" fmla="*/ 2119 h 260086"/>
              <a:gd name="connsiteX89" fmla="*/ 514844 w 765852"/>
              <a:gd name="connsiteY89" fmla="*/ 2119 h 260086"/>
              <a:gd name="connsiteX90" fmla="*/ 514844 w 765852"/>
              <a:gd name="connsiteY90" fmla="*/ 164677 h 260086"/>
              <a:gd name="connsiteX91" fmla="*/ 495205 w 765852"/>
              <a:gd name="connsiteY91" fmla="*/ 259554 h 260086"/>
              <a:gd name="connsiteX92" fmla="*/ 502915 w 765852"/>
              <a:gd name="connsiteY92" fmla="*/ 259554 h 260086"/>
              <a:gd name="connsiteX93" fmla="*/ 502915 w 765852"/>
              <a:gd name="connsiteY93" fmla="*/ 197523 h 260086"/>
              <a:gd name="connsiteX94" fmla="*/ 495205 w 765852"/>
              <a:gd name="connsiteY94" fmla="*/ 197523 h 260086"/>
              <a:gd name="connsiteX95" fmla="*/ 495205 w 765852"/>
              <a:gd name="connsiteY95" fmla="*/ 259554 h 260086"/>
              <a:gd name="connsiteX96" fmla="*/ 544816 w 765852"/>
              <a:gd name="connsiteY96" fmla="*/ 204613 h 260086"/>
              <a:gd name="connsiteX97" fmla="*/ 564923 w 765852"/>
              <a:gd name="connsiteY97" fmla="*/ 204613 h 260086"/>
              <a:gd name="connsiteX98" fmla="*/ 564923 w 765852"/>
              <a:gd name="connsiteY98" fmla="*/ 259554 h 260086"/>
              <a:gd name="connsiteX99" fmla="*/ 572633 w 765852"/>
              <a:gd name="connsiteY99" fmla="*/ 259554 h 260086"/>
              <a:gd name="connsiteX100" fmla="*/ 572633 w 765852"/>
              <a:gd name="connsiteY100" fmla="*/ 204613 h 260086"/>
              <a:gd name="connsiteX101" fmla="*/ 592740 w 765852"/>
              <a:gd name="connsiteY101" fmla="*/ 204613 h 260086"/>
              <a:gd name="connsiteX102" fmla="*/ 592740 w 765852"/>
              <a:gd name="connsiteY102" fmla="*/ 197523 h 260086"/>
              <a:gd name="connsiteX103" fmla="*/ 544816 w 765852"/>
              <a:gd name="connsiteY103" fmla="*/ 197523 h 260086"/>
              <a:gd name="connsiteX104" fmla="*/ 544816 w 765852"/>
              <a:gd name="connsiteY104" fmla="*/ 204613 h 260086"/>
              <a:gd name="connsiteX105" fmla="*/ 287389 w 765852"/>
              <a:gd name="connsiteY105" fmla="*/ 2119 h 260086"/>
              <a:gd name="connsiteX106" fmla="*/ 345234 w 765852"/>
              <a:gd name="connsiteY106" fmla="*/ 140105 h 260086"/>
              <a:gd name="connsiteX107" fmla="*/ 381413 w 765852"/>
              <a:gd name="connsiteY107" fmla="*/ 166796 h 260086"/>
              <a:gd name="connsiteX108" fmla="*/ 382899 w 765852"/>
              <a:gd name="connsiteY108" fmla="*/ 166796 h 260086"/>
              <a:gd name="connsiteX109" fmla="*/ 316692 w 765852"/>
              <a:gd name="connsiteY109" fmla="*/ 2119 h 260086"/>
              <a:gd name="connsiteX110" fmla="*/ 287389 w 765852"/>
              <a:gd name="connsiteY110" fmla="*/ 2119 h 260086"/>
              <a:gd name="connsiteX111" fmla="*/ 443549 w 765852"/>
              <a:gd name="connsiteY111" fmla="*/ 199871 h 260086"/>
              <a:gd name="connsiteX112" fmla="*/ 432739 w 765852"/>
              <a:gd name="connsiteY112" fmla="*/ 197523 h 260086"/>
              <a:gd name="connsiteX113" fmla="*/ 408910 w 765852"/>
              <a:gd name="connsiteY113" fmla="*/ 197523 h 260086"/>
              <a:gd name="connsiteX114" fmla="*/ 408910 w 765852"/>
              <a:gd name="connsiteY114" fmla="*/ 259554 h 260086"/>
              <a:gd name="connsiteX115" fmla="*/ 416621 w 765852"/>
              <a:gd name="connsiteY115" fmla="*/ 259554 h 260086"/>
              <a:gd name="connsiteX116" fmla="*/ 416621 w 765852"/>
              <a:gd name="connsiteY116" fmla="*/ 235716 h 260086"/>
              <a:gd name="connsiteX117" fmla="*/ 432748 w 765852"/>
              <a:gd name="connsiteY117" fmla="*/ 235716 h 260086"/>
              <a:gd name="connsiteX118" fmla="*/ 443512 w 765852"/>
              <a:gd name="connsiteY118" fmla="*/ 233368 h 260086"/>
              <a:gd name="connsiteX119" fmla="*/ 450728 w 765852"/>
              <a:gd name="connsiteY119" fmla="*/ 226681 h 260086"/>
              <a:gd name="connsiteX120" fmla="*/ 453295 w 765852"/>
              <a:gd name="connsiteY120" fmla="*/ 216583 h 260086"/>
              <a:gd name="connsiteX121" fmla="*/ 450774 w 765852"/>
              <a:gd name="connsiteY121" fmla="*/ 206521 h 260086"/>
              <a:gd name="connsiteX122" fmla="*/ 443558 w 765852"/>
              <a:gd name="connsiteY122" fmla="*/ 199871 h 260086"/>
              <a:gd name="connsiteX123" fmla="*/ 441779 w 765852"/>
              <a:gd name="connsiteY123" fmla="*/ 225351 h 260086"/>
              <a:gd name="connsiteX124" fmla="*/ 432033 w 765852"/>
              <a:gd name="connsiteY124" fmla="*/ 228635 h 260086"/>
              <a:gd name="connsiteX125" fmla="*/ 416621 w 765852"/>
              <a:gd name="connsiteY125" fmla="*/ 228635 h 260086"/>
              <a:gd name="connsiteX126" fmla="*/ 416621 w 765852"/>
              <a:gd name="connsiteY126" fmla="*/ 204622 h 260086"/>
              <a:gd name="connsiteX127" fmla="*/ 432125 w 765852"/>
              <a:gd name="connsiteY127" fmla="*/ 204622 h 260086"/>
              <a:gd name="connsiteX128" fmla="*/ 441825 w 765852"/>
              <a:gd name="connsiteY128" fmla="*/ 207860 h 260086"/>
              <a:gd name="connsiteX129" fmla="*/ 445410 w 765852"/>
              <a:gd name="connsiteY129" fmla="*/ 216592 h 260086"/>
              <a:gd name="connsiteX130" fmla="*/ 441779 w 765852"/>
              <a:gd name="connsiteY130" fmla="*/ 225361 h 260086"/>
              <a:gd name="connsiteX131" fmla="*/ 382889 w 765852"/>
              <a:gd name="connsiteY131" fmla="*/ 166805 h 260086"/>
              <a:gd name="connsiteX132" fmla="*/ 384375 w 765852"/>
              <a:gd name="connsiteY132" fmla="*/ 166805 h 260086"/>
              <a:gd name="connsiteX133" fmla="*/ 420554 w 765852"/>
              <a:gd name="connsiteY133" fmla="*/ 140114 h 260086"/>
              <a:gd name="connsiteX134" fmla="*/ 478399 w 765852"/>
              <a:gd name="connsiteY134" fmla="*/ 2128 h 260086"/>
              <a:gd name="connsiteX135" fmla="*/ 449096 w 765852"/>
              <a:gd name="connsiteY135" fmla="*/ 2128 h 260086"/>
              <a:gd name="connsiteX136" fmla="*/ 382889 w 765852"/>
              <a:gd name="connsiteY136" fmla="*/ 166814 h 260086"/>
              <a:gd name="connsiteX137" fmla="*/ 644368 w 765852"/>
              <a:gd name="connsiteY137" fmla="*/ 197523 h 260086"/>
              <a:gd name="connsiteX138" fmla="*/ 620714 w 765852"/>
              <a:gd name="connsiteY138" fmla="*/ 259554 h 260086"/>
              <a:gd name="connsiteX139" fmla="*/ 628690 w 765852"/>
              <a:gd name="connsiteY139" fmla="*/ 259554 h 260086"/>
              <a:gd name="connsiteX140" fmla="*/ 635246 w 765852"/>
              <a:gd name="connsiteY140" fmla="*/ 242806 h 260086"/>
              <a:gd name="connsiteX141" fmla="*/ 662266 w 765852"/>
              <a:gd name="connsiteY141" fmla="*/ 242806 h 260086"/>
              <a:gd name="connsiteX142" fmla="*/ 668821 w 765852"/>
              <a:gd name="connsiteY142" fmla="*/ 259554 h 260086"/>
              <a:gd name="connsiteX143" fmla="*/ 677055 w 765852"/>
              <a:gd name="connsiteY143" fmla="*/ 259554 h 260086"/>
              <a:gd name="connsiteX144" fmla="*/ 653491 w 765852"/>
              <a:gd name="connsiteY144" fmla="*/ 197523 h 260086"/>
              <a:gd name="connsiteX145" fmla="*/ 644368 w 765852"/>
              <a:gd name="connsiteY145" fmla="*/ 197523 h 260086"/>
              <a:gd name="connsiteX146" fmla="*/ 637547 w 765852"/>
              <a:gd name="connsiteY146" fmla="*/ 235808 h 260086"/>
              <a:gd name="connsiteX147" fmla="*/ 648705 w 765852"/>
              <a:gd name="connsiteY147" fmla="*/ 205943 h 260086"/>
              <a:gd name="connsiteX148" fmla="*/ 659955 w 765852"/>
              <a:gd name="connsiteY148" fmla="*/ 235808 h 260086"/>
              <a:gd name="connsiteX149" fmla="*/ 637538 w 765852"/>
              <a:gd name="connsiteY149" fmla="*/ 235808 h 260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</a:cxnLst>
            <a:rect l="l" t="t" r="r" b="b"/>
            <a:pathLst>
              <a:path w="765852" h="260086">
                <a:moveTo>
                  <a:pt x="739575" y="143884"/>
                </a:moveTo>
                <a:cubicBezTo>
                  <a:pt x="756519" y="128906"/>
                  <a:pt x="765852" y="107425"/>
                  <a:pt x="765852" y="83403"/>
                </a:cubicBezTo>
                <a:cubicBezTo>
                  <a:pt x="765852" y="59381"/>
                  <a:pt x="756519" y="37899"/>
                  <a:pt x="739575" y="22921"/>
                </a:cubicBezTo>
                <a:cubicBezTo>
                  <a:pt x="722613" y="7925"/>
                  <a:pt x="699307" y="0"/>
                  <a:pt x="672177" y="0"/>
                </a:cubicBezTo>
                <a:cubicBezTo>
                  <a:pt x="645047" y="0"/>
                  <a:pt x="621740" y="7925"/>
                  <a:pt x="604779" y="22921"/>
                </a:cubicBezTo>
                <a:cubicBezTo>
                  <a:pt x="587835" y="37899"/>
                  <a:pt x="578501" y="59381"/>
                  <a:pt x="578501" y="83403"/>
                </a:cubicBezTo>
                <a:cubicBezTo>
                  <a:pt x="578501" y="107425"/>
                  <a:pt x="587835" y="128906"/>
                  <a:pt x="604779" y="143884"/>
                </a:cubicBezTo>
                <a:cubicBezTo>
                  <a:pt x="621740" y="158881"/>
                  <a:pt x="645047" y="166805"/>
                  <a:pt x="672177" y="166805"/>
                </a:cubicBezTo>
                <a:cubicBezTo>
                  <a:pt x="699307" y="166805"/>
                  <a:pt x="722613" y="158881"/>
                  <a:pt x="739575" y="143884"/>
                </a:cubicBezTo>
                <a:close/>
                <a:moveTo>
                  <a:pt x="604595" y="83403"/>
                </a:moveTo>
                <a:cubicBezTo>
                  <a:pt x="604595" y="66489"/>
                  <a:pt x="610821" y="52135"/>
                  <a:pt x="622611" y="41871"/>
                </a:cubicBezTo>
                <a:cubicBezTo>
                  <a:pt x="634751" y="31305"/>
                  <a:pt x="651887" y="25719"/>
                  <a:pt x="672177" y="25719"/>
                </a:cubicBezTo>
                <a:cubicBezTo>
                  <a:pt x="692467" y="25719"/>
                  <a:pt x="709603" y="31305"/>
                  <a:pt x="721742" y="41871"/>
                </a:cubicBezTo>
                <a:cubicBezTo>
                  <a:pt x="733524" y="52126"/>
                  <a:pt x="739759" y="66489"/>
                  <a:pt x="739759" y="83403"/>
                </a:cubicBezTo>
                <a:cubicBezTo>
                  <a:pt x="739759" y="100316"/>
                  <a:pt x="733533" y="114671"/>
                  <a:pt x="721742" y="124934"/>
                </a:cubicBezTo>
                <a:cubicBezTo>
                  <a:pt x="709603" y="135501"/>
                  <a:pt x="692467" y="141077"/>
                  <a:pt x="672177" y="141077"/>
                </a:cubicBezTo>
                <a:cubicBezTo>
                  <a:pt x="651887" y="141077"/>
                  <a:pt x="634741" y="135491"/>
                  <a:pt x="622611" y="124934"/>
                </a:cubicBezTo>
                <a:cubicBezTo>
                  <a:pt x="610830" y="114671"/>
                  <a:pt x="604595" y="100316"/>
                  <a:pt x="604595" y="83403"/>
                </a:cubicBezTo>
                <a:close/>
                <a:moveTo>
                  <a:pt x="238310" y="207181"/>
                </a:moveTo>
                <a:cubicBezTo>
                  <a:pt x="241556" y="205118"/>
                  <a:pt x="245306" y="204081"/>
                  <a:pt x="249560" y="204081"/>
                </a:cubicBezTo>
                <a:cubicBezTo>
                  <a:pt x="254282" y="204081"/>
                  <a:pt x="258288" y="205292"/>
                  <a:pt x="261562" y="207713"/>
                </a:cubicBezTo>
                <a:cubicBezTo>
                  <a:pt x="264835" y="210135"/>
                  <a:pt x="267035" y="213501"/>
                  <a:pt x="268163" y="217812"/>
                </a:cubicBezTo>
                <a:lnTo>
                  <a:pt x="275874" y="217812"/>
                </a:lnTo>
                <a:cubicBezTo>
                  <a:pt x="274691" y="211373"/>
                  <a:pt x="271784" y="206292"/>
                  <a:pt x="267145" y="202568"/>
                </a:cubicBezTo>
                <a:cubicBezTo>
                  <a:pt x="262506" y="198844"/>
                  <a:pt x="256766" y="196982"/>
                  <a:pt x="249917" y="196982"/>
                </a:cubicBezTo>
                <a:cubicBezTo>
                  <a:pt x="244013" y="196982"/>
                  <a:pt x="238814" y="198293"/>
                  <a:pt x="234322" y="200926"/>
                </a:cubicBezTo>
                <a:cubicBezTo>
                  <a:pt x="229838" y="203558"/>
                  <a:pt x="226382" y="207264"/>
                  <a:pt x="223961" y="212052"/>
                </a:cubicBezTo>
                <a:cubicBezTo>
                  <a:pt x="221541" y="216840"/>
                  <a:pt x="220330" y="222334"/>
                  <a:pt x="220330" y="228534"/>
                </a:cubicBezTo>
                <a:cubicBezTo>
                  <a:pt x="220330" y="234734"/>
                  <a:pt x="221541" y="240302"/>
                  <a:pt x="223961" y="245062"/>
                </a:cubicBezTo>
                <a:cubicBezTo>
                  <a:pt x="226382" y="249823"/>
                  <a:pt x="229838" y="253510"/>
                  <a:pt x="234322" y="256142"/>
                </a:cubicBezTo>
                <a:cubicBezTo>
                  <a:pt x="238805" y="258775"/>
                  <a:pt x="244004" y="260086"/>
                  <a:pt x="249917" y="260086"/>
                </a:cubicBezTo>
                <a:cubicBezTo>
                  <a:pt x="256831" y="260086"/>
                  <a:pt x="262570" y="258224"/>
                  <a:pt x="267145" y="254501"/>
                </a:cubicBezTo>
                <a:cubicBezTo>
                  <a:pt x="271720" y="250777"/>
                  <a:pt x="274599" y="245695"/>
                  <a:pt x="275782" y="239256"/>
                </a:cubicBezTo>
                <a:lnTo>
                  <a:pt x="268071" y="239256"/>
                </a:lnTo>
                <a:cubicBezTo>
                  <a:pt x="266888" y="243631"/>
                  <a:pt x="264706" y="247007"/>
                  <a:pt x="261516" y="249401"/>
                </a:cubicBezTo>
                <a:cubicBezTo>
                  <a:pt x="258325" y="251795"/>
                  <a:pt x="254337" y="252987"/>
                  <a:pt x="249560" y="252987"/>
                </a:cubicBezTo>
                <a:cubicBezTo>
                  <a:pt x="245306" y="252987"/>
                  <a:pt x="241556" y="251951"/>
                  <a:pt x="238310" y="249887"/>
                </a:cubicBezTo>
                <a:cubicBezTo>
                  <a:pt x="235064" y="247823"/>
                  <a:pt x="232561" y="244925"/>
                  <a:pt x="230828" y="241201"/>
                </a:cubicBezTo>
                <a:cubicBezTo>
                  <a:pt x="229086" y="237477"/>
                  <a:pt x="228215" y="233258"/>
                  <a:pt x="228215" y="228525"/>
                </a:cubicBezTo>
                <a:cubicBezTo>
                  <a:pt x="228215" y="223792"/>
                  <a:pt x="229086" y="219499"/>
                  <a:pt x="230828" y="215812"/>
                </a:cubicBezTo>
                <a:cubicBezTo>
                  <a:pt x="232570" y="212125"/>
                  <a:pt x="235064" y="209245"/>
                  <a:pt x="238310" y="207172"/>
                </a:cubicBezTo>
                <a:close/>
                <a:moveTo>
                  <a:pt x="335580" y="197523"/>
                </a:moveTo>
                <a:lnTo>
                  <a:pt x="311925" y="259554"/>
                </a:lnTo>
                <a:lnTo>
                  <a:pt x="319892" y="259554"/>
                </a:lnTo>
                <a:lnTo>
                  <a:pt x="326448" y="242806"/>
                </a:lnTo>
                <a:lnTo>
                  <a:pt x="353467" y="242806"/>
                </a:lnTo>
                <a:lnTo>
                  <a:pt x="360023" y="259554"/>
                </a:lnTo>
                <a:lnTo>
                  <a:pt x="368256" y="259554"/>
                </a:lnTo>
                <a:lnTo>
                  <a:pt x="344693" y="197523"/>
                </a:lnTo>
                <a:lnTo>
                  <a:pt x="335570" y="197523"/>
                </a:lnTo>
                <a:close/>
                <a:moveTo>
                  <a:pt x="328758" y="235808"/>
                </a:moveTo>
                <a:lnTo>
                  <a:pt x="339916" y="205943"/>
                </a:lnTo>
                <a:lnTo>
                  <a:pt x="351166" y="235808"/>
                </a:lnTo>
                <a:lnTo>
                  <a:pt x="328749" y="235808"/>
                </a:lnTo>
                <a:close/>
                <a:moveTo>
                  <a:pt x="725437" y="197523"/>
                </a:moveTo>
                <a:lnTo>
                  <a:pt x="717736" y="197523"/>
                </a:lnTo>
                <a:lnTo>
                  <a:pt x="717736" y="259554"/>
                </a:lnTo>
                <a:lnTo>
                  <a:pt x="753704" y="259554"/>
                </a:lnTo>
                <a:lnTo>
                  <a:pt x="753704" y="252464"/>
                </a:lnTo>
                <a:lnTo>
                  <a:pt x="725446" y="252464"/>
                </a:lnTo>
                <a:lnTo>
                  <a:pt x="725446" y="197523"/>
                </a:lnTo>
                <a:close/>
                <a:moveTo>
                  <a:pt x="250953" y="2119"/>
                </a:moveTo>
                <a:lnTo>
                  <a:pt x="225566" y="2119"/>
                </a:lnTo>
                <a:lnTo>
                  <a:pt x="225566" y="164677"/>
                </a:lnTo>
                <a:lnTo>
                  <a:pt x="250953" y="164677"/>
                </a:lnTo>
                <a:lnTo>
                  <a:pt x="250953" y="2119"/>
                </a:lnTo>
                <a:close/>
                <a:moveTo>
                  <a:pt x="80592" y="62692"/>
                </a:moveTo>
                <a:lnTo>
                  <a:pt x="80592" y="164687"/>
                </a:lnTo>
                <a:cubicBezTo>
                  <a:pt x="80592" y="164687"/>
                  <a:pt x="106732" y="164687"/>
                  <a:pt x="106732" y="164687"/>
                </a:cubicBezTo>
                <a:lnTo>
                  <a:pt x="106713" y="62692"/>
                </a:lnTo>
                <a:cubicBezTo>
                  <a:pt x="106713" y="50282"/>
                  <a:pt x="102707" y="38523"/>
                  <a:pt x="95124" y="28700"/>
                </a:cubicBezTo>
                <a:lnTo>
                  <a:pt x="93648" y="26792"/>
                </a:lnTo>
                <a:lnTo>
                  <a:pt x="92172" y="28700"/>
                </a:lnTo>
                <a:cubicBezTo>
                  <a:pt x="84589" y="38523"/>
                  <a:pt x="80583" y="50273"/>
                  <a:pt x="80583" y="62692"/>
                </a:cubicBezTo>
                <a:close/>
                <a:moveTo>
                  <a:pt x="47273" y="2119"/>
                </a:moveTo>
                <a:lnTo>
                  <a:pt x="0" y="2119"/>
                </a:lnTo>
                <a:lnTo>
                  <a:pt x="0" y="26792"/>
                </a:lnTo>
                <a:lnTo>
                  <a:pt x="93648" y="26792"/>
                </a:lnTo>
                <a:lnTo>
                  <a:pt x="91328" y="23793"/>
                </a:lnTo>
                <a:cubicBezTo>
                  <a:pt x="80693" y="10025"/>
                  <a:pt x="64629" y="2119"/>
                  <a:pt x="47273" y="2119"/>
                </a:cubicBezTo>
                <a:close/>
                <a:moveTo>
                  <a:pt x="95968" y="23793"/>
                </a:moveTo>
                <a:lnTo>
                  <a:pt x="93648" y="26792"/>
                </a:lnTo>
                <a:lnTo>
                  <a:pt x="187296" y="26792"/>
                </a:lnTo>
                <a:lnTo>
                  <a:pt x="187296" y="2119"/>
                </a:lnTo>
                <a:lnTo>
                  <a:pt x="140023" y="2119"/>
                </a:lnTo>
                <a:cubicBezTo>
                  <a:pt x="122657" y="2119"/>
                  <a:pt x="106603" y="10016"/>
                  <a:pt x="95958" y="23793"/>
                </a:cubicBezTo>
                <a:close/>
                <a:moveTo>
                  <a:pt x="514844" y="164677"/>
                </a:moveTo>
                <a:lnTo>
                  <a:pt x="540232" y="164677"/>
                </a:lnTo>
                <a:lnTo>
                  <a:pt x="540232" y="2119"/>
                </a:lnTo>
                <a:lnTo>
                  <a:pt x="514844" y="2119"/>
                </a:lnTo>
                <a:lnTo>
                  <a:pt x="514844" y="164677"/>
                </a:lnTo>
                <a:close/>
                <a:moveTo>
                  <a:pt x="495205" y="259554"/>
                </a:moveTo>
                <a:lnTo>
                  <a:pt x="502915" y="259554"/>
                </a:lnTo>
                <a:lnTo>
                  <a:pt x="502915" y="197523"/>
                </a:lnTo>
                <a:lnTo>
                  <a:pt x="495205" y="197523"/>
                </a:lnTo>
                <a:lnTo>
                  <a:pt x="495205" y="259554"/>
                </a:lnTo>
                <a:close/>
                <a:moveTo>
                  <a:pt x="544816" y="204613"/>
                </a:moveTo>
                <a:lnTo>
                  <a:pt x="564923" y="204613"/>
                </a:lnTo>
                <a:lnTo>
                  <a:pt x="564923" y="259554"/>
                </a:lnTo>
                <a:lnTo>
                  <a:pt x="572633" y="259554"/>
                </a:lnTo>
                <a:lnTo>
                  <a:pt x="572633" y="204613"/>
                </a:lnTo>
                <a:lnTo>
                  <a:pt x="592740" y="204613"/>
                </a:lnTo>
                <a:lnTo>
                  <a:pt x="592740" y="197523"/>
                </a:lnTo>
                <a:lnTo>
                  <a:pt x="544816" y="197523"/>
                </a:lnTo>
                <a:lnTo>
                  <a:pt x="544816" y="204613"/>
                </a:lnTo>
                <a:close/>
                <a:moveTo>
                  <a:pt x="287389" y="2119"/>
                </a:moveTo>
                <a:cubicBezTo>
                  <a:pt x="287389" y="2119"/>
                  <a:pt x="335680" y="117220"/>
                  <a:pt x="345234" y="140105"/>
                </a:cubicBezTo>
                <a:cubicBezTo>
                  <a:pt x="356374" y="166796"/>
                  <a:pt x="374464" y="166796"/>
                  <a:pt x="381413" y="166796"/>
                </a:cubicBezTo>
                <a:lnTo>
                  <a:pt x="382899" y="166796"/>
                </a:lnTo>
                <a:lnTo>
                  <a:pt x="316692" y="2119"/>
                </a:lnTo>
                <a:lnTo>
                  <a:pt x="287389" y="2119"/>
                </a:lnTo>
                <a:close/>
                <a:moveTo>
                  <a:pt x="443549" y="199871"/>
                </a:moveTo>
                <a:cubicBezTo>
                  <a:pt x="440413" y="198303"/>
                  <a:pt x="436819" y="197523"/>
                  <a:pt x="432739" y="197523"/>
                </a:cubicBezTo>
                <a:lnTo>
                  <a:pt x="408910" y="197523"/>
                </a:lnTo>
                <a:lnTo>
                  <a:pt x="408910" y="259554"/>
                </a:lnTo>
                <a:lnTo>
                  <a:pt x="416621" y="259554"/>
                </a:lnTo>
                <a:lnTo>
                  <a:pt x="416621" y="235716"/>
                </a:lnTo>
                <a:lnTo>
                  <a:pt x="432748" y="235716"/>
                </a:lnTo>
                <a:cubicBezTo>
                  <a:pt x="436819" y="235716"/>
                  <a:pt x="440413" y="234936"/>
                  <a:pt x="443512" y="233368"/>
                </a:cubicBezTo>
                <a:cubicBezTo>
                  <a:pt x="446611" y="231799"/>
                  <a:pt x="449013" y="229571"/>
                  <a:pt x="450728" y="226681"/>
                </a:cubicBezTo>
                <a:cubicBezTo>
                  <a:pt x="452442" y="223783"/>
                  <a:pt x="453295" y="220417"/>
                  <a:pt x="453295" y="216583"/>
                </a:cubicBezTo>
                <a:cubicBezTo>
                  <a:pt x="453295" y="212749"/>
                  <a:pt x="452452" y="209392"/>
                  <a:pt x="450774" y="206521"/>
                </a:cubicBezTo>
                <a:cubicBezTo>
                  <a:pt x="449087" y="203659"/>
                  <a:pt x="446685" y="201439"/>
                  <a:pt x="443558" y="199871"/>
                </a:cubicBezTo>
                <a:close/>
                <a:moveTo>
                  <a:pt x="441779" y="225351"/>
                </a:moveTo>
                <a:cubicBezTo>
                  <a:pt x="439359" y="227534"/>
                  <a:pt x="436113" y="228635"/>
                  <a:pt x="432033" y="228635"/>
                </a:cubicBezTo>
                <a:lnTo>
                  <a:pt x="416621" y="228635"/>
                </a:lnTo>
                <a:lnTo>
                  <a:pt x="416621" y="204622"/>
                </a:lnTo>
                <a:lnTo>
                  <a:pt x="432125" y="204622"/>
                </a:lnTo>
                <a:cubicBezTo>
                  <a:pt x="436196" y="204622"/>
                  <a:pt x="439432" y="205705"/>
                  <a:pt x="441825" y="207860"/>
                </a:cubicBezTo>
                <a:cubicBezTo>
                  <a:pt x="444218" y="210015"/>
                  <a:pt x="445410" y="212923"/>
                  <a:pt x="445410" y="216592"/>
                </a:cubicBezTo>
                <a:cubicBezTo>
                  <a:pt x="445410" y="220261"/>
                  <a:pt x="444200" y="223178"/>
                  <a:pt x="441779" y="225361"/>
                </a:cubicBezTo>
                <a:close/>
                <a:moveTo>
                  <a:pt x="382889" y="166805"/>
                </a:moveTo>
                <a:lnTo>
                  <a:pt x="384375" y="166805"/>
                </a:lnTo>
                <a:cubicBezTo>
                  <a:pt x="391334" y="166805"/>
                  <a:pt x="409423" y="166805"/>
                  <a:pt x="420554" y="140114"/>
                </a:cubicBezTo>
                <a:cubicBezTo>
                  <a:pt x="430099" y="117230"/>
                  <a:pt x="478399" y="2128"/>
                  <a:pt x="478399" y="2128"/>
                </a:cubicBezTo>
                <a:lnTo>
                  <a:pt x="449096" y="2128"/>
                </a:lnTo>
                <a:lnTo>
                  <a:pt x="382889" y="166814"/>
                </a:lnTo>
                <a:close/>
                <a:moveTo>
                  <a:pt x="644368" y="197523"/>
                </a:moveTo>
                <a:lnTo>
                  <a:pt x="620714" y="259554"/>
                </a:lnTo>
                <a:lnTo>
                  <a:pt x="628690" y="259554"/>
                </a:lnTo>
                <a:lnTo>
                  <a:pt x="635246" y="242806"/>
                </a:lnTo>
                <a:lnTo>
                  <a:pt x="662266" y="242806"/>
                </a:lnTo>
                <a:lnTo>
                  <a:pt x="668821" y="259554"/>
                </a:lnTo>
                <a:lnTo>
                  <a:pt x="677055" y="259554"/>
                </a:lnTo>
                <a:lnTo>
                  <a:pt x="653491" y="197523"/>
                </a:lnTo>
                <a:lnTo>
                  <a:pt x="644368" y="197523"/>
                </a:lnTo>
                <a:close/>
                <a:moveTo>
                  <a:pt x="637547" y="235808"/>
                </a:moveTo>
                <a:lnTo>
                  <a:pt x="648705" y="205943"/>
                </a:lnTo>
                <a:lnTo>
                  <a:pt x="659955" y="235808"/>
                </a:lnTo>
                <a:lnTo>
                  <a:pt x="637538" y="235808"/>
                </a:lnTo>
                <a:close/>
              </a:path>
            </a:pathLst>
          </a:custGeom>
          <a:solidFill>
            <a:schemeClr val="bg1"/>
          </a:solidFill>
          <a:ln w="1061" cap="flat">
            <a:noFill/>
            <a:prstDash val="solid"/>
            <a:miter/>
          </a:ln>
        </p:spPr>
        <p:txBody>
          <a:bodyPr rtlCol="0" anchor="ctr"/>
          <a:lstStyle/>
          <a:p>
            <a:endParaRPr lang="pt-BR" sz="849">
              <a:solidFill>
                <a:schemeClr val="bg1"/>
              </a:solidFill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1E210A61-F7AF-5C56-9539-494DD44ED880}"/>
              </a:ext>
            </a:extLst>
          </p:cNvPr>
          <p:cNvCxnSpPr/>
          <p:nvPr userDrawn="1"/>
        </p:nvCxnSpPr>
        <p:spPr>
          <a:xfrm>
            <a:off x="334964" y="185353"/>
            <a:ext cx="10415415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DA6C6735-2EA6-4401-8EF0-95EE6C287F44}"/>
              </a:ext>
            </a:extLst>
          </p:cNvPr>
          <p:cNvCxnSpPr>
            <a:cxnSpLocks/>
          </p:cNvCxnSpPr>
          <p:nvPr userDrawn="1"/>
        </p:nvCxnSpPr>
        <p:spPr>
          <a:xfrm>
            <a:off x="334963" y="6573705"/>
            <a:ext cx="11094148" cy="0"/>
          </a:xfrm>
          <a:prstGeom prst="line">
            <a:avLst/>
          </a:prstGeom>
          <a:noFill/>
          <a:ln w="9525" cap="flat" cmpd="sng" algn="ctr">
            <a:solidFill>
              <a:schemeClr val="tx1">
                <a:lumMod val="85000"/>
                <a:lumOff val="15000"/>
              </a:schemeClr>
            </a:solidFill>
            <a:prstDash val="solid"/>
          </a:ln>
          <a:effectLst/>
        </p:spPr>
      </p:cxnSp>
    </p:spTree>
    <p:extLst>
      <p:ext uri="{BB962C8B-B14F-4D97-AF65-F5344CB8AC3E}">
        <p14:creationId xmlns:p14="http://schemas.microsoft.com/office/powerpoint/2010/main" val="1178962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469">
          <p15:clr>
            <a:srgbClr val="FBAE40"/>
          </p15:clr>
        </p15:guide>
        <p15:guide id="2" orient="horz" pos="3974">
          <p15:clr>
            <a:srgbClr val="FBAE40"/>
          </p15:clr>
        </p15:guide>
        <p15:guide id="3" orient="horz" pos="232">
          <p15:clr>
            <a:srgbClr val="FBAE40"/>
          </p15:clr>
        </p15:guide>
        <p15:guide id="4" pos="211">
          <p15:clr>
            <a:srgbClr val="FBAE40"/>
          </p15:clr>
        </p15:guide>
        <p15:guide id="5" orient="horz" pos="4065">
          <p15:clr>
            <a:srgbClr val="FBAE40"/>
          </p15:clr>
        </p15:guide>
        <p15:guide id="6" orient="horz" pos="799">
          <p15:clr>
            <a:srgbClr val="FBAE40"/>
          </p15:clr>
        </p15:guide>
        <p15:guide id="7" orient="horz" pos="935">
          <p15:clr>
            <a:srgbClr val="FBAE40"/>
          </p15:clr>
        </p15:guide>
      </p15:sldGuideLst>
    </p:ext>
  </p:extLst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and Content">
    <p:bg>
      <p:bgPr>
        <a:gradFill>
          <a:gsLst>
            <a:gs pos="100000">
              <a:schemeClr val="tx1"/>
            </a:gs>
            <a:gs pos="0">
              <a:schemeClr val="tx1">
                <a:lumMod val="95000"/>
                <a:lumOff val="5000"/>
              </a:schemeClr>
            </a:gs>
          </a:gsLst>
          <a:lin ang="7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748354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65">
          <p15:clr>
            <a:srgbClr val="FBAE40"/>
          </p15:clr>
        </p15:guide>
        <p15:guide id="2" pos="211">
          <p15:clr>
            <a:srgbClr val="FBAE40"/>
          </p15:clr>
        </p15:guide>
        <p15:guide id="3" orient="horz" pos="482">
          <p15:clr>
            <a:srgbClr val="FBAE40"/>
          </p15:clr>
        </p15:guide>
        <p15:guide id="4" pos="7469">
          <p15:clr>
            <a:srgbClr val="FBAE40"/>
          </p15:clr>
        </p15:guide>
      </p15:sldGuideLst>
    </p:ext>
  </p:extLst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Contracapa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5">
            <a:extLst>
              <a:ext uri="{FF2B5EF4-FFF2-40B4-BE49-F238E27FC236}">
                <a16:creationId xmlns:a16="http://schemas.microsoft.com/office/drawing/2014/main" id="{43DFA321-6122-DD56-1B69-CCC4924A73A8}"/>
              </a:ext>
            </a:extLst>
          </p:cNvPr>
          <p:cNvSpPr txBox="1"/>
          <p:nvPr userDrawn="1"/>
        </p:nvSpPr>
        <p:spPr>
          <a:xfrm>
            <a:off x="7491664" y="5251905"/>
            <a:ext cx="4155689" cy="107721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lang="it-IT" sz="1400" kern="0">
                <a:solidFill>
                  <a:schemeClr val="bg1"/>
                </a:solidFill>
                <a:effectLst/>
                <a:latin typeface="Versos Light" panose="020B0403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Avenida Brigadeiro Faria Lima, 4.300</a:t>
            </a:r>
          </a:p>
          <a:p>
            <a:pPr algn="r"/>
            <a:r>
              <a:rPr lang="it-IT" sz="1400" kern="0">
                <a:solidFill>
                  <a:schemeClr val="bg1"/>
                </a:solidFill>
                <a:effectLst/>
                <a:latin typeface="Versos Light" panose="020B0403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7º andar | Vila Olímpia</a:t>
            </a:r>
          </a:p>
          <a:p>
            <a:pPr algn="r"/>
            <a:r>
              <a:rPr lang="it-IT" sz="1400" kern="0">
                <a:solidFill>
                  <a:schemeClr val="bg1"/>
                </a:solidFill>
                <a:effectLst/>
                <a:latin typeface="Versos Light" panose="020B0403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CEP 04538-132 | São Paulo</a:t>
            </a:r>
          </a:p>
          <a:p>
            <a:pPr algn="r"/>
            <a:endParaRPr lang="it-IT" sz="1400">
              <a:solidFill>
                <a:schemeClr val="bg1"/>
              </a:solidFill>
              <a:latin typeface="Versos Light" panose="020B0403020204030204" pitchFamily="34" charset="0"/>
              <a:cs typeface="Times New Roman" panose="02020603050405020304" pitchFamily="18" charset="0"/>
            </a:endParaRPr>
          </a:p>
          <a:p>
            <a:pPr algn="r"/>
            <a:r>
              <a:rPr lang="it-IT" sz="1400" b="0">
                <a:solidFill>
                  <a:schemeClr val="bg1"/>
                </a:solidFill>
                <a:latin typeface="+mn-lt"/>
                <a:cs typeface="Times New Roman" panose="02020603050405020304" pitchFamily="18" charset="0"/>
              </a:rPr>
              <a:t>www.tivio.com</a:t>
            </a:r>
            <a:endParaRPr lang="pt-BR" sz="1400" b="0">
              <a:solidFill>
                <a:schemeClr val="bg1"/>
              </a:solidFill>
              <a:latin typeface="+mn-lt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1A330FC6-53B2-4C95-7A0F-A920F3013C49}"/>
              </a:ext>
            </a:extLst>
          </p:cNvPr>
          <p:cNvGrpSpPr/>
          <p:nvPr userDrawn="1"/>
        </p:nvGrpSpPr>
        <p:grpSpPr>
          <a:xfrm>
            <a:off x="-7705924" y="882317"/>
            <a:ext cx="19934609" cy="6204031"/>
            <a:chOff x="-62630" y="3261055"/>
            <a:chExt cx="12291315" cy="3825292"/>
          </a:xfrm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BBF3B65E-8CAD-31B1-6F90-86F99F800687}"/>
                </a:ext>
              </a:extLst>
            </p:cNvPr>
            <p:cNvSpPr/>
            <p:nvPr userDrawn="1"/>
          </p:nvSpPr>
          <p:spPr>
            <a:xfrm flipV="1">
              <a:off x="-62630" y="5210522"/>
              <a:ext cx="12254630" cy="200722"/>
            </a:xfrm>
            <a:custGeom>
              <a:avLst/>
              <a:gdLst>
                <a:gd name="connsiteX0" fmla="*/ 0 w 12225403"/>
                <a:gd name="connsiteY0" fmla="*/ 0 h 0"/>
                <a:gd name="connsiteX1" fmla="*/ 12225403 w 12225403"/>
                <a:gd name="connsiteY1" fmla="*/ 0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225403">
                  <a:moveTo>
                    <a:pt x="0" y="0"/>
                  </a:moveTo>
                  <a:lnTo>
                    <a:pt x="12225403" y="0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849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087CECC5-0785-0E7C-A4CB-3D289F54A871}"/>
                </a:ext>
              </a:extLst>
            </p:cNvPr>
            <p:cNvSpPr/>
            <p:nvPr userDrawn="1"/>
          </p:nvSpPr>
          <p:spPr>
            <a:xfrm>
              <a:off x="7240261" y="3261055"/>
              <a:ext cx="4988424" cy="3825292"/>
            </a:xfrm>
            <a:custGeom>
              <a:avLst/>
              <a:gdLst>
                <a:gd name="connsiteX0" fmla="*/ 0 w 5087815"/>
                <a:gd name="connsiteY0" fmla="*/ 3845169 h 3845169"/>
                <a:gd name="connsiteX1" fmla="*/ 5087815 w 5087815"/>
                <a:gd name="connsiteY1" fmla="*/ 0 h 3845169"/>
                <a:gd name="connsiteX0" fmla="*/ 0 w 5048059"/>
                <a:gd name="connsiteY0" fmla="*/ 3954500 h 3954500"/>
                <a:gd name="connsiteX1" fmla="*/ 5048059 w 5048059"/>
                <a:gd name="connsiteY1" fmla="*/ 0 h 3954500"/>
                <a:gd name="connsiteX0" fmla="*/ 0 w 5048059"/>
                <a:gd name="connsiteY0" fmla="*/ 3954500 h 3954500"/>
                <a:gd name="connsiteX1" fmla="*/ 5048059 w 5048059"/>
                <a:gd name="connsiteY1" fmla="*/ 0 h 3954500"/>
                <a:gd name="connsiteX0" fmla="*/ 0 w 4988424"/>
                <a:gd name="connsiteY0" fmla="*/ 3835231 h 3835231"/>
                <a:gd name="connsiteX1" fmla="*/ 4988424 w 4988424"/>
                <a:gd name="connsiteY1" fmla="*/ 0 h 3835231"/>
                <a:gd name="connsiteX0" fmla="*/ 0 w 4988424"/>
                <a:gd name="connsiteY0" fmla="*/ 3835231 h 3835231"/>
                <a:gd name="connsiteX1" fmla="*/ 4988424 w 4988424"/>
                <a:gd name="connsiteY1" fmla="*/ 0 h 3835231"/>
                <a:gd name="connsiteX0" fmla="*/ 0 w 4988424"/>
                <a:gd name="connsiteY0" fmla="*/ 3835231 h 3835231"/>
                <a:gd name="connsiteX1" fmla="*/ 4988424 w 4988424"/>
                <a:gd name="connsiteY1" fmla="*/ 0 h 3835231"/>
                <a:gd name="connsiteX0" fmla="*/ 0 w 4988424"/>
                <a:gd name="connsiteY0" fmla="*/ 3825292 h 3825292"/>
                <a:gd name="connsiteX1" fmla="*/ 4988424 w 4988424"/>
                <a:gd name="connsiteY1" fmla="*/ 0 h 3825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4988424" h="3825292">
                  <a:moveTo>
                    <a:pt x="0" y="3825292"/>
                  </a:moveTo>
                  <a:cubicBezTo>
                    <a:pt x="1384087" y="1839675"/>
                    <a:pt x="2310976" y="251621"/>
                    <a:pt x="4988424" y="0"/>
                  </a:cubicBez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849"/>
            </a:p>
          </p:txBody>
        </p:sp>
      </p:grpSp>
      <p:sp>
        <p:nvSpPr>
          <p:cNvPr id="10" name="object 5"/>
          <p:cNvSpPr/>
          <p:nvPr userDrawn="1"/>
        </p:nvSpPr>
        <p:spPr>
          <a:xfrm>
            <a:off x="757218" y="3474647"/>
            <a:ext cx="1501480" cy="509684"/>
          </a:xfrm>
          <a:custGeom>
            <a:avLst/>
            <a:gdLst/>
            <a:ahLst/>
            <a:cxnLst/>
            <a:rect l="l" t="t" r="r" b="b"/>
            <a:pathLst>
              <a:path w="4495165" h="1525904">
                <a:moveTo>
                  <a:pt x="549605" y="149009"/>
                </a:moveTo>
                <a:lnTo>
                  <a:pt x="502272" y="93929"/>
                </a:lnTo>
                <a:lnTo>
                  <a:pt x="463880" y="62522"/>
                </a:lnTo>
                <a:lnTo>
                  <a:pt x="421525" y="37515"/>
                </a:lnTo>
                <a:lnTo>
                  <a:pt x="375894" y="19253"/>
                </a:lnTo>
                <a:lnTo>
                  <a:pt x="327634" y="8051"/>
                </a:lnTo>
                <a:lnTo>
                  <a:pt x="277444" y="4241"/>
                </a:lnTo>
                <a:lnTo>
                  <a:pt x="0" y="4241"/>
                </a:lnTo>
                <a:lnTo>
                  <a:pt x="0" y="149009"/>
                </a:lnTo>
                <a:lnTo>
                  <a:pt x="549605" y="149009"/>
                </a:lnTo>
                <a:close/>
              </a:path>
              <a:path w="4495165" h="1525904">
                <a:moveTo>
                  <a:pt x="630440" y="613206"/>
                </a:moveTo>
                <a:lnTo>
                  <a:pt x="626249" y="610260"/>
                </a:lnTo>
                <a:lnTo>
                  <a:pt x="626249" y="359600"/>
                </a:lnTo>
                <a:lnTo>
                  <a:pt x="621880" y="305828"/>
                </a:lnTo>
                <a:lnTo>
                  <a:pt x="608939" y="254203"/>
                </a:lnTo>
                <a:lnTo>
                  <a:pt x="587654" y="205422"/>
                </a:lnTo>
                <a:lnTo>
                  <a:pt x="558253" y="160185"/>
                </a:lnTo>
                <a:lnTo>
                  <a:pt x="549617" y="149009"/>
                </a:lnTo>
                <a:lnTo>
                  <a:pt x="511581" y="205422"/>
                </a:lnTo>
                <a:lnTo>
                  <a:pt x="490296" y="254203"/>
                </a:lnTo>
                <a:lnTo>
                  <a:pt x="477342" y="305828"/>
                </a:lnTo>
                <a:lnTo>
                  <a:pt x="472973" y="359600"/>
                </a:lnTo>
                <a:lnTo>
                  <a:pt x="472859" y="937183"/>
                </a:lnTo>
                <a:lnTo>
                  <a:pt x="472973" y="948131"/>
                </a:lnTo>
                <a:lnTo>
                  <a:pt x="626389" y="948131"/>
                </a:lnTo>
                <a:lnTo>
                  <a:pt x="626249" y="619315"/>
                </a:lnTo>
                <a:lnTo>
                  <a:pt x="630440" y="613206"/>
                </a:lnTo>
                <a:close/>
              </a:path>
              <a:path w="4495165" h="1525904">
                <a:moveTo>
                  <a:pt x="1099248" y="4241"/>
                </a:moveTo>
                <a:lnTo>
                  <a:pt x="821817" y="4241"/>
                </a:lnTo>
                <a:lnTo>
                  <a:pt x="771613" y="8051"/>
                </a:lnTo>
                <a:lnTo>
                  <a:pt x="723353" y="19253"/>
                </a:lnTo>
                <a:lnTo>
                  <a:pt x="677710" y="37515"/>
                </a:lnTo>
                <a:lnTo>
                  <a:pt x="635355" y="62522"/>
                </a:lnTo>
                <a:lnTo>
                  <a:pt x="596963" y="93929"/>
                </a:lnTo>
                <a:lnTo>
                  <a:pt x="563206" y="131406"/>
                </a:lnTo>
                <a:lnTo>
                  <a:pt x="549630" y="149009"/>
                </a:lnTo>
                <a:lnTo>
                  <a:pt x="1099248" y="149009"/>
                </a:lnTo>
                <a:lnTo>
                  <a:pt x="1099248" y="4241"/>
                </a:lnTo>
                <a:close/>
              </a:path>
              <a:path w="4495165" h="1525904">
                <a:moveTo>
                  <a:pt x="1472869" y="12420"/>
                </a:moveTo>
                <a:lnTo>
                  <a:pt x="1323860" y="12420"/>
                </a:lnTo>
                <a:lnTo>
                  <a:pt x="1323860" y="966152"/>
                </a:lnTo>
                <a:lnTo>
                  <a:pt x="1472869" y="966152"/>
                </a:lnTo>
                <a:lnTo>
                  <a:pt x="1472869" y="12420"/>
                </a:lnTo>
                <a:close/>
              </a:path>
              <a:path w="4495165" h="1525904">
                <a:moveTo>
                  <a:pt x="1628749" y="1277899"/>
                </a:moveTo>
                <a:lnTo>
                  <a:pt x="1610728" y="1227213"/>
                </a:lnTo>
                <a:lnTo>
                  <a:pt x="1577505" y="1188466"/>
                </a:lnTo>
                <a:lnTo>
                  <a:pt x="1531823" y="1163904"/>
                </a:lnTo>
                <a:lnTo>
                  <a:pt x="1476400" y="1155725"/>
                </a:lnTo>
                <a:lnTo>
                  <a:pt x="1451190" y="1157160"/>
                </a:lnTo>
                <a:lnTo>
                  <a:pt x="1405432" y="1168730"/>
                </a:lnTo>
                <a:lnTo>
                  <a:pt x="1366278" y="1191602"/>
                </a:lnTo>
                <a:lnTo>
                  <a:pt x="1335862" y="1224229"/>
                </a:lnTo>
                <a:lnTo>
                  <a:pt x="1314729" y="1265936"/>
                </a:lnTo>
                <a:lnTo>
                  <a:pt x="1304061" y="1314284"/>
                </a:lnTo>
                <a:lnTo>
                  <a:pt x="1302727" y="1340802"/>
                </a:lnTo>
                <a:lnTo>
                  <a:pt x="1304061" y="1367536"/>
                </a:lnTo>
                <a:lnTo>
                  <a:pt x="1314729" y="1416011"/>
                </a:lnTo>
                <a:lnTo>
                  <a:pt x="1335862" y="1457528"/>
                </a:lnTo>
                <a:lnTo>
                  <a:pt x="1366278" y="1490027"/>
                </a:lnTo>
                <a:lnTo>
                  <a:pt x="1405432" y="1512874"/>
                </a:lnTo>
                <a:lnTo>
                  <a:pt x="1451190" y="1524444"/>
                </a:lnTo>
                <a:lnTo>
                  <a:pt x="1476400" y="1525879"/>
                </a:lnTo>
                <a:lnTo>
                  <a:pt x="1505534" y="1523834"/>
                </a:lnTo>
                <a:lnTo>
                  <a:pt x="1556080" y="1507464"/>
                </a:lnTo>
                <a:lnTo>
                  <a:pt x="1595793" y="1475270"/>
                </a:lnTo>
                <a:lnTo>
                  <a:pt x="1621142" y="1430566"/>
                </a:lnTo>
                <a:lnTo>
                  <a:pt x="1582991" y="1403718"/>
                </a:lnTo>
                <a:lnTo>
                  <a:pt x="1576679" y="1421866"/>
                </a:lnTo>
                <a:lnTo>
                  <a:pt x="1568157" y="1437843"/>
                </a:lnTo>
                <a:lnTo>
                  <a:pt x="1529600" y="1472450"/>
                </a:lnTo>
                <a:lnTo>
                  <a:pt x="1474330" y="1484312"/>
                </a:lnTo>
                <a:lnTo>
                  <a:pt x="1456156" y="1483182"/>
                </a:lnTo>
                <a:lnTo>
                  <a:pt x="1408290" y="1466113"/>
                </a:lnTo>
                <a:lnTo>
                  <a:pt x="1372857" y="1430629"/>
                </a:lnTo>
                <a:lnTo>
                  <a:pt x="1352854" y="1380197"/>
                </a:lnTo>
                <a:lnTo>
                  <a:pt x="1349019" y="1340802"/>
                </a:lnTo>
                <a:lnTo>
                  <a:pt x="1349984" y="1320342"/>
                </a:lnTo>
                <a:lnTo>
                  <a:pt x="1364361" y="1266202"/>
                </a:lnTo>
                <a:lnTo>
                  <a:pt x="1394828" y="1225511"/>
                </a:lnTo>
                <a:lnTo>
                  <a:pt x="1439100" y="1201864"/>
                </a:lnTo>
                <a:lnTo>
                  <a:pt x="1474330" y="1197305"/>
                </a:lnTo>
                <a:lnTo>
                  <a:pt x="1494332" y="1198638"/>
                </a:lnTo>
                <a:lnTo>
                  <a:pt x="1544777" y="1218641"/>
                </a:lnTo>
                <a:lnTo>
                  <a:pt x="1577378" y="1259967"/>
                </a:lnTo>
                <a:lnTo>
                  <a:pt x="1583512" y="1277899"/>
                </a:lnTo>
                <a:lnTo>
                  <a:pt x="1628749" y="1277899"/>
                </a:lnTo>
                <a:close/>
              </a:path>
              <a:path w="4495165" h="1525904">
                <a:moveTo>
                  <a:pt x="2171014" y="1522780"/>
                </a:moveTo>
                <a:lnTo>
                  <a:pt x="2133663" y="1424520"/>
                </a:lnTo>
                <a:lnTo>
                  <a:pt x="2118055" y="1383449"/>
                </a:lnTo>
                <a:lnTo>
                  <a:pt x="2070646" y="1258697"/>
                </a:lnTo>
                <a:lnTo>
                  <a:pt x="2070646" y="1383449"/>
                </a:lnTo>
                <a:lnTo>
                  <a:pt x="1939112" y="1383449"/>
                </a:lnTo>
                <a:lnTo>
                  <a:pt x="2004631" y="1208227"/>
                </a:lnTo>
                <a:lnTo>
                  <a:pt x="2070646" y="1383449"/>
                </a:lnTo>
                <a:lnTo>
                  <a:pt x="2070646" y="1258697"/>
                </a:lnTo>
                <a:lnTo>
                  <a:pt x="2051469" y="1208227"/>
                </a:lnTo>
                <a:lnTo>
                  <a:pt x="2032698" y="1158849"/>
                </a:lnTo>
                <a:lnTo>
                  <a:pt x="1979155" y="1158849"/>
                </a:lnTo>
                <a:lnTo>
                  <a:pt x="1840344" y="1522780"/>
                </a:lnTo>
                <a:lnTo>
                  <a:pt x="1887118" y="1522780"/>
                </a:lnTo>
                <a:lnTo>
                  <a:pt x="1925599" y="1424520"/>
                </a:lnTo>
                <a:lnTo>
                  <a:pt x="2084158" y="1424520"/>
                </a:lnTo>
                <a:lnTo>
                  <a:pt x="2122652" y="1522780"/>
                </a:lnTo>
                <a:lnTo>
                  <a:pt x="2171014" y="1522780"/>
                </a:lnTo>
                <a:close/>
              </a:path>
              <a:path w="4495165" h="1525904">
                <a:moveTo>
                  <a:pt x="2247239" y="966165"/>
                </a:moveTo>
                <a:lnTo>
                  <a:pt x="1863674" y="12433"/>
                </a:lnTo>
                <a:lnTo>
                  <a:pt x="1691932" y="12433"/>
                </a:lnTo>
                <a:lnTo>
                  <a:pt x="2035683" y="832091"/>
                </a:lnTo>
                <a:lnTo>
                  <a:pt x="2059952" y="874915"/>
                </a:lnTo>
                <a:lnTo>
                  <a:pt x="2093137" y="910628"/>
                </a:lnTo>
                <a:lnTo>
                  <a:pt x="2133714" y="938288"/>
                </a:lnTo>
                <a:lnTo>
                  <a:pt x="2180196" y="956932"/>
                </a:lnTo>
                <a:lnTo>
                  <a:pt x="2231034" y="965619"/>
                </a:lnTo>
                <a:lnTo>
                  <a:pt x="2230818" y="966165"/>
                </a:lnTo>
                <a:lnTo>
                  <a:pt x="2247239" y="966165"/>
                </a:lnTo>
                <a:close/>
              </a:path>
              <a:path w="4495165" h="1525904">
                <a:moveTo>
                  <a:pt x="2670111" y="1270609"/>
                </a:moveTo>
                <a:lnTo>
                  <a:pt x="2661780" y="1224749"/>
                </a:lnTo>
                <a:lnTo>
                  <a:pt x="2647569" y="1200429"/>
                </a:lnTo>
                <a:lnTo>
                  <a:pt x="2647086" y="1199718"/>
                </a:lnTo>
                <a:lnTo>
                  <a:pt x="2637282" y="1189253"/>
                </a:lnTo>
                <a:lnTo>
                  <a:pt x="2625902" y="1180223"/>
                </a:lnTo>
                <a:lnTo>
                  <a:pt x="2623832" y="1179017"/>
                </a:lnTo>
                <a:lnTo>
                  <a:pt x="2623832" y="1270609"/>
                </a:lnTo>
                <a:lnTo>
                  <a:pt x="2622499" y="1285925"/>
                </a:lnTo>
                <a:lnTo>
                  <a:pt x="2602534" y="1322095"/>
                </a:lnTo>
                <a:lnTo>
                  <a:pt x="2562352" y="1340129"/>
                </a:lnTo>
                <a:lnTo>
                  <a:pt x="2545321" y="1341323"/>
                </a:lnTo>
                <a:lnTo>
                  <a:pt x="2454859" y="1341323"/>
                </a:lnTo>
                <a:lnTo>
                  <a:pt x="2454859" y="1200429"/>
                </a:lnTo>
                <a:lnTo>
                  <a:pt x="2545842" y="1200429"/>
                </a:lnTo>
                <a:lnTo>
                  <a:pt x="2591320" y="1211110"/>
                </a:lnTo>
                <a:lnTo>
                  <a:pt x="2618575" y="1241704"/>
                </a:lnTo>
                <a:lnTo>
                  <a:pt x="2623832" y="1270609"/>
                </a:lnTo>
                <a:lnTo>
                  <a:pt x="2623832" y="1179017"/>
                </a:lnTo>
                <a:lnTo>
                  <a:pt x="2583281" y="1162278"/>
                </a:lnTo>
                <a:lnTo>
                  <a:pt x="2549487" y="1158824"/>
                </a:lnTo>
                <a:lnTo>
                  <a:pt x="2409634" y="1158824"/>
                </a:lnTo>
                <a:lnTo>
                  <a:pt x="2409634" y="1522780"/>
                </a:lnTo>
                <a:lnTo>
                  <a:pt x="2454859" y="1522780"/>
                </a:lnTo>
                <a:lnTo>
                  <a:pt x="2454859" y="1382915"/>
                </a:lnTo>
                <a:lnTo>
                  <a:pt x="2549487" y="1382915"/>
                </a:lnTo>
                <a:lnTo>
                  <a:pt x="2598470" y="1375168"/>
                </a:lnTo>
                <a:lnTo>
                  <a:pt x="2636901" y="1352448"/>
                </a:lnTo>
                <a:lnTo>
                  <a:pt x="2647124" y="1341323"/>
                </a:lnTo>
                <a:lnTo>
                  <a:pt x="2655036" y="1329893"/>
                </a:lnTo>
                <a:lnTo>
                  <a:pt x="2661628" y="1316634"/>
                </a:lnTo>
                <a:lnTo>
                  <a:pt x="2666339" y="1302346"/>
                </a:lnTo>
                <a:lnTo>
                  <a:pt x="2669171" y="1287005"/>
                </a:lnTo>
                <a:lnTo>
                  <a:pt x="2670111" y="1270609"/>
                </a:lnTo>
                <a:close/>
              </a:path>
              <a:path w="4495165" h="1525904">
                <a:moveTo>
                  <a:pt x="2802534" y="12433"/>
                </a:moveTo>
                <a:lnTo>
                  <a:pt x="2630805" y="12433"/>
                </a:lnTo>
                <a:lnTo>
                  <a:pt x="2247239" y="966165"/>
                </a:lnTo>
                <a:lnTo>
                  <a:pt x="2263660" y="966165"/>
                </a:lnTo>
                <a:lnTo>
                  <a:pt x="2263432" y="965619"/>
                </a:lnTo>
                <a:lnTo>
                  <a:pt x="2314283" y="956932"/>
                </a:lnTo>
                <a:lnTo>
                  <a:pt x="2360752" y="938288"/>
                </a:lnTo>
                <a:lnTo>
                  <a:pt x="2401341" y="910628"/>
                </a:lnTo>
                <a:lnTo>
                  <a:pt x="2434526" y="874915"/>
                </a:lnTo>
                <a:lnTo>
                  <a:pt x="2458796" y="832091"/>
                </a:lnTo>
                <a:lnTo>
                  <a:pt x="2802534" y="12433"/>
                </a:lnTo>
                <a:close/>
              </a:path>
              <a:path w="4495165" h="1525904">
                <a:moveTo>
                  <a:pt x="2961271" y="1158836"/>
                </a:moveTo>
                <a:lnTo>
                  <a:pt x="2916047" y="1158836"/>
                </a:lnTo>
                <a:lnTo>
                  <a:pt x="2916047" y="1522780"/>
                </a:lnTo>
                <a:lnTo>
                  <a:pt x="2961271" y="1522780"/>
                </a:lnTo>
                <a:lnTo>
                  <a:pt x="2961271" y="1158836"/>
                </a:lnTo>
                <a:close/>
              </a:path>
              <a:path w="4495165" h="1525904">
                <a:moveTo>
                  <a:pt x="3170644" y="12420"/>
                </a:moveTo>
                <a:lnTo>
                  <a:pt x="3021622" y="12420"/>
                </a:lnTo>
                <a:lnTo>
                  <a:pt x="3021622" y="966152"/>
                </a:lnTo>
                <a:lnTo>
                  <a:pt x="3170644" y="966152"/>
                </a:lnTo>
                <a:lnTo>
                  <a:pt x="3170644" y="12420"/>
                </a:lnTo>
                <a:close/>
              </a:path>
              <a:path w="4495165" h="1525904">
                <a:moveTo>
                  <a:pt x="3488461" y="1158836"/>
                </a:moveTo>
                <a:lnTo>
                  <a:pt x="3207194" y="1158836"/>
                </a:lnTo>
                <a:lnTo>
                  <a:pt x="3207194" y="1200746"/>
                </a:lnTo>
                <a:lnTo>
                  <a:pt x="3325203" y="1200746"/>
                </a:lnTo>
                <a:lnTo>
                  <a:pt x="3325203" y="1523326"/>
                </a:lnTo>
                <a:lnTo>
                  <a:pt x="3370453" y="1523326"/>
                </a:lnTo>
                <a:lnTo>
                  <a:pt x="3370453" y="1200746"/>
                </a:lnTo>
                <a:lnTo>
                  <a:pt x="3488461" y="1200746"/>
                </a:lnTo>
                <a:lnTo>
                  <a:pt x="3488461" y="1158836"/>
                </a:lnTo>
                <a:close/>
              </a:path>
              <a:path w="4495165" h="1525904">
                <a:moveTo>
                  <a:pt x="3983431" y="1522780"/>
                </a:moveTo>
                <a:lnTo>
                  <a:pt x="3946093" y="1424520"/>
                </a:lnTo>
                <a:lnTo>
                  <a:pt x="3930485" y="1383449"/>
                </a:lnTo>
                <a:lnTo>
                  <a:pt x="3883075" y="1258697"/>
                </a:lnTo>
                <a:lnTo>
                  <a:pt x="3883075" y="1383449"/>
                </a:lnTo>
                <a:lnTo>
                  <a:pt x="3751542" y="1383449"/>
                </a:lnTo>
                <a:lnTo>
                  <a:pt x="3817048" y="1208227"/>
                </a:lnTo>
                <a:lnTo>
                  <a:pt x="3883075" y="1383449"/>
                </a:lnTo>
                <a:lnTo>
                  <a:pt x="3883075" y="1258697"/>
                </a:lnTo>
                <a:lnTo>
                  <a:pt x="3863898" y="1208227"/>
                </a:lnTo>
                <a:lnTo>
                  <a:pt x="3845128" y="1158849"/>
                </a:lnTo>
                <a:lnTo>
                  <a:pt x="3791572" y="1158849"/>
                </a:lnTo>
                <a:lnTo>
                  <a:pt x="3652761" y="1522780"/>
                </a:lnTo>
                <a:lnTo>
                  <a:pt x="3699548" y="1522780"/>
                </a:lnTo>
                <a:lnTo>
                  <a:pt x="3738029" y="1424520"/>
                </a:lnTo>
                <a:lnTo>
                  <a:pt x="3896588" y="1424520"/>
                </a:lnTo>
                <a:lnTo>
                  <a:pt x="3935069" y="1522780"/>
                </a:lnTo>
                <a:lnTo>
                  <a:pt x="3983431" y="1522780"/>
                </a:lnTo>
                <a:close/>
              </a:path>
              <a:path w="4495165" h="1525904">
                <a:moveTo>
                  <a:pt x="4433138" y="1480870"/>
                </a:moveTo>
                <a:lnTo>
                  <a:pt x="4267276" y="1480870"/>
                </a:lnTo>
                <a:lnTo>
                  <a:pt x="4267276" y="1158290"/>
                </a:lnTo>
                <a:lnTo>
                  <a:pt x="4222051" y="1158290"/>
                </a:lnTo>
                <a:lnTo>
                  <a:pt x="4222051" y="1480870"/>
                </a:lnTo>
                <a:lnTo>
                  <a:pt x="4222051" y="1522780"/>
                </a:lnTo>
                <a:lnTo>
                  <a:pt x="4433138" y="1522780"/>
                </a:lnTo>
                <a:lnTo>
                  <a:pt x="4433138" y="1480870"/>
                </a:lnTo>
                <a:close/>
              </a:path>
              <a:path w="4495165" h="1525904">
                <a:moveTo>
                  <a:pt x="4494847" y="489292"/>
                </a:moveTo>
                <a:lnTo>
                  <a:pt x="4492307" y="437197"/>
                </a:lnTo>
                <a:lnTo>
                  <a:pt x="4484738" y="386778"/>
                </a:lnTo>
                <a:lnTo>
                  <a:pt x="4472267" y="338289"/>
                </a:lnTo>
                <a:lnTo>
                  <a:pt x="4455020" y="292011"/>
                </a:lnTo>
                <a:lnTo>
                  <a:pt x="4433113" y="248221"/>
                </a:lnTo>
                <a:lnTo>
                  <a:pt x="4406671" y="207187"/>
                </a:lnTo>
                <a:lnTo>
                  <a:pt x="4375797" y="169176"/>
                </a:lnTo>
                <a:lnTo>
                  <a:pt x="4357306" y="150926"/>
                </a:lnTo>
                <a:lnTo>
                  <a:pt x="4341698" y="135521"/>
                </a:lnTo>
                <a:lnTo>
                  <a:pt x="4341698" y="489292"/>
                </a:lnTo>
                <a:lnTo>
                  <a:pt x="4338663" y="537616"/>
                </a:lnTo>
                <a:lnTo>
                  <a:pt x="4329646" y="583184"/>
                </a:lnTo>
                <a:lnTo>
                  <a:pt x="4314761" y="625754"/>
                </a:lnTo>
                <a:lnTo>
                  <a:pt x="4294111" y="665073"/>
                </a:lnTo>
                <a:lnTo>
                  <a:pt x="4267809" y="700887"/>
                </a:lnTo>
                <a:lnTo>
                  <a:pt x="4235958" y="732955"/>
                </a:lnTo>
                <a:lnTo>
                  <a:pt x="4197947" y="761492"/>
                </a:lnTo>
                <a:lnTo>
                  <a:pt x="4155338" y="785063"/>
                </a:lnTo>
                <a:lnTo>
                  <a:pt x="4108437" y="803567"/>
                </a:lnTo>
                <a:lnTo>
                  <a:pt x="4057561" y="816902"/>
                </a:lnTo>
                <a:lnTo>
                  <a:pt x="4002989" y="824979"/>
                </a:lnTo>
                <a:lnTo>
                  <a:pt x="3945039" y="827697"/>
                </a:lnTo>
                <a:lnTo>
                  <a:pt x="3887089" y="824979"/>
                </a:lnTo>
                <a:lnTo>
                  <a:pt x="3832517" y="816902"/>
                </a:lnTo>
                <a:lnTo>
                  <a:pt x="3781628" y="803567"/>
                </a:lnTo>
                <a:lnTo>
                  <a:pt x="3734739" y="785063"/>
                </a:lnTo>
                <a:lnTo>
                  <a:pt x="3692131" y="761492"/>
                </a:lnTo>
                <a:lnTo>
                  <a:pt x="3654120" y="732955"/>
                </a:lnTo>
                <a:lnTo>
                  <a:pt x="3622268" y="700887"/>
                </a:lnTo>
                <a:lnTo>
                  <a:pt x="3595967" y="665073"/>
                </a:lnTo>
                <a:lnTo>
                  <a:pt x="3575316" y="625754"/>
                </a:lnTo>
                <a:lnTo>
                  <a:pt x="3560432" y="583184"/>
                </a:lnTo>
                <a:lnTo>
                  <a:pt x="3551415" y="537616"/>
                </a:lnTo>
                <a:lnTo>
                  <a:pt x="3548392" y="489292"/>
                </a:lnTo>
                <a:lnTo>
                  <a:pt x="3551415" y="440994"/>
                </a:lnTo>
                <a:lnTo>
                  <a:pt x="3560432" y="395427"/>
                </a:lnTo>
                <a:lnTo>
                  <a:pt x="3575316" y="352856"/>
                </a:lnTo>
                <a:lnTo>
                  <a:pt x="3595967" y="313537"/>
                </a:lnTo>
                <a:lnTo>
                  <a:pt x="3622268" y="277723"/>
                </a:lnTo>
                <a:lnTo>
                  <a:pt x="3654120" y="245668"/>
                </a:lnTo>
                <a:lnTo>
                  <a:pt x="3692131" y="217131"/>
                </a:lnTo>
                <a:lnTo>
                  <a:pt x="3734739" y="193573"/>
                </a:lnTo>
                <a:lnTo>
                  <a:pt x="3781628" y="175069"/>
                </a:lnTo>
                <a:lnTo>
                  <a:pt x="3832517" y="161721"/>
                </a:lnTo>
                <a:lnTo>
                  <a:pt x="3887089" y="153644"/>
                </a:lnTo>
                <a:lnTo>
                  <a:pt x="3945039" y="150926"/>
                </a:lnTo>
                <a:lnTo>
                  <a:pt x="4002989" y="153644"/>
                </a:lnTo>
                <a:lnTo>
                  <a:pt x="4057561" y="161721"/>
                </a:lnTo>
                <a:lnTo>
                  <a:pt x="4108437" y="175069"/>
                </a:lnTo>
                <a:lnTo>
                  <a:pt x="4155338" y="193573"/>
                </a:lnTo>
                <a:lnTo>
                  <a:pt x="4197947" y="217131"/>
                </a:lnTo>
                <a:lnTo>
                  <a:pt x="4235958" y="245668"/>
                </a:lnTo>
                <a:lnTo>
                  <a:pt x="4267809" y="277723"/>
                </a:lnTo>
                <a:lnTo>
                  <a:pt x="4294111" y="313537"/>
                </a:lnTo>
                <a:lnTo>
                  <a:pt x="4314761" y="352856"/>
                </a:lnTo>
                <a:lnTo>
                  <a:pt x="4329646" y="395427"/>
                </a:lnTo>
                <a:lnTo>
                  <a:pt x="4338663" y="440994"/>
                </a:lnTo>
                <a:lnTo>
                  <a:pt x="4341698" y="489292"/>
                </a:lnTo>
                <a:lnTo>
                  <a:pt x="4341698" y="135521"/>
                </a:lnTo>
                <a:lnTo>
                  <a:pt x="4306087" y="106692"/>
                </a:lnTo>
                <a:lnTo>
                  <a:pt x="4268914" y="82029"/>
                </a:lnTo>
                <a:lnTo>
                  <a:pt x="4229214" y="60515"/>
                </a:lnTo>
                <a:lnTo>
                  <a:pt x="4187126" y="42202"/>
                </a:lnTo>
                <a:lnTo>
                  <a:pt x="4142765" y="27127"/>
                </a:lnTo>
                <a:lnTo>
                  <a:pt x="4096258" y="15316"/>
                </a:lnTo>
                <a:lnTo>
                  <a:pt x="4047718" y="6832"/>
                </a:lnTo>
                <a:lnTo>
                  <a:pt x="3997274" y="1714"/>
                </a:lnTo>
                <a:lnTo>
                  <a:pt x="3945039" y="0"/>
                </a:lnTo>
                <a:lnTo>
                  <a:pt x="3892804" y="1714"/>
                </a:lnTo>
                <a:lnTo>
                  <a:pt x="3842359" y="6832"/>
                </a:lnTo>
                <a:lnTo>
                  <a:pt x="3793820" y="15316"/>
                </a:lnTo>
                <a:lnTo>
                  <a:pt x="3747312" y="27127"/>
                </a:lnTo>
                <a:lnTo>
                  <a:pt x="3702951" y="42202"/>
                </a:lnTo>
                <a:lnTo>
                  <a:pt x="3660864" y="60515"/>
                </a:lnTo>
                <a:lnTo>
                  <a:pt x="3621176" y="82029"/>
                </a:lnTo>
                <a:lnTo>
                  <a:pt x="3583990" y="106692"/>
                </a:lnTo>
                <a:lnTo>
                  <a:pt x="3549459" y="134467"/>
                </a:lnTo>
                <a:lnTo>
                  <a:pt x="3514280" y="169176"/>
                </a:lnTo>
                <a:lnTo>
                  <a:pt x="3483406" y="207187"/>
                </a:lnTo>
                <a:lnTo>
                  <a:pt x="3456952" y="248221"/>
                </a:lnTo>
                <a:lnTo>
                  <a:pt x="3435058" y="292011"/>
                </a:lnTo>
                <a:lnTo>
                  <a:pt x="3417811" y="338289"/>
                </a:lnTo>
                <a:lnTo>
                  <a:pt x="3405352" y="386778"/>
                </a:lnTo>
                <a:lnTo>
                  <a:pt x="3397783" y="437197"/>
                </a:lnTo>
                <a:lnTo>
                  <a:pt x="3395243" y="489292"/>
                </a:lnTo>
                <a:lnTo>
                  <a:pt x="3397783" y="541401"/>
                </a:lnTo>
                <a:lnTo>
                  <a:pt x="3405352" y="591832"/>
                </a:lnTo>
                <a:lnTo>
                  <a:pt x="3417811" y="640334"/>
                </a:lnTo>
                <a:lnTo>
                  <a:pt x="3435058" y="686600"/>
                </a:lnTo>
                <a:lnTo>
                  <a:pt x="3456952" y="730389"/>
                </a:lnTo>
                <a:lnTo>
                  <a:pt x="3483406" y="771423"/>
                </a:lnTo>
                <a:lnTo>
                  <a:pt x="3514280" y="809434"/>
                </a:lnTo>
                <a:lnTo>
                  <a:pt x="3549459" y="844130"/>
                </a:lnTo>
                <a:lnTo>
                  <a:pt x="3583990" y="871918"/>
                </a:lnTo>
                <a:lnTo>
                  <a:pt x="3621176" y="896594"/>
                </a:lnTo>
                <a:lnTo>
                  <a:pt x="3660864" y="918108"/>
                </a:lnTo>
                <a:lnTo>
                  <a:pt x="3702951" y="936421"/>
                </a:lnTo>
                <a:lnTo>
                  <a:pt x="3747312" y="951496"/>
                </a:lnTo>
                <a:lnTo>
                  <a:pt x="3793820" y="963295"/>
                </a:lnTo>
                <a:lnTo>
                  <a:pt x="3842359" y="971778"/>
                </a:lnTo>
                <a:lnTo>
                  <a:pt x="3892804" y="976896"/>
                </a:lnTo>
                <a:lnTo>
                  <a:pt x="3945039" y="978611"/>
                </a:lnTo>
                <a:lnTo>
                  <a:pt x="3997274" y="976896"/>
                </a:lnTo>
                <a:lnTo>
                  <a:pt x="4047718" y="971778"/>
                </a:lnTo>
                <a:lnTo>
                  <a:pt x="4096258" y="963295"/>
                </a:lnTo>
                <a:lnTo>
                  <a:pt x="4142765" y="951496"/>
                </a:lnTo>
                <a:lnTo>
                  <a:pt x="4187126" y="936421"/>
                </a:lnTo>
                <a:lnTo>
                  <a:pt x="4229214" y="918108"/>
                </a:lnTo>
                <a:lnTo>
                  <a:pt x="4268914" y="896594"/>
                </a:lnTo>
                <a:lnTo>
                  <a:pt x="4306087" y="871918"/>
                </a:lnTo>
                <a:lnTo>
                  <a:pt x="4340631" y="844130"/>
                </a:lnTo>
                <a:lnTo>
                  <a:pt x="4375797" y="809434"/>
                </a:lnTo>
                <a:lnTo>
                  <a:pt x="4406671" y="771423"/>
                </a:lnTo>
                <a:lnTo>
                  <a:pt x="4433113" y="730389"/>
                </a:lnTo>
                <a:lnTo>
                  <a:pt x="4455020" y="686600"/>
                </a:lnTo>
                <a:lnTo>
                  <a:pt x="4472267" y="640334"/>
                </a:lnTo>
                <a:lnTo>
                  <a:pt x="4484738" y="591832"/>
                </a:lnTo>
                <a:lnTo>
                  <a:pt x="4492307" y="541401"/>
                </a:lnTo>
                <a:lnTo>
                  <a:pt x="4494847" y="489292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 lIns="0" tIns="0" rIns="0" bIns="0" rtlCol="0"/>
          <a:lstStyle/>
          <a:p>
            <a:pPr defTabSz="554466"/>
            <a:endParaRPr sz="1092" kern="0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322432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ítulo | 1 linha - Branco 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132BCE3-A04F-8602-64F7-7623C7EAF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61763" y="6482556"/>
            <a:ext cx="295275" cy="1692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defRPr sz="1100">
                <a:solidFill>
                  <a:schemeClr val="tx1"/>
                </a:solidFill>
                <a:latin typeface="Versos" panose="020B0503020204030204" pitchFamily="34" charset="0"/>
                <a:cs typeface="Versos" panose="020B0503020204030204" pitchFamily="34" charset="0"/>
              </a:defRPr>
            </a:lvl1pPr>
          </a:lstStyle>
          <a:p>
            <a:fld id="{77667D73-C69A-4DAA-9003-24A825D36FE9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B13D7C-5A47-B0DF-B518-26E79F5D2DB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64" y="368301"/>
            <a:ext cx="10183813" cy="4308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800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 err="1"/>
              <a:t>Título</a:t>
            </a:r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401465E-A8CD-A3BA-BE2A-9597492FDC6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4963" y="6482556"/>
            <a:ext cx="10980000" cy="180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defRPr sz="900" baseline="0">
                <a:solidFill>
                  <a:schemeClr val="tx1"/>
                </a:solidFill>
                <a:latin typeface="Versos Light" panose="020B0403020204030204" pitchFamily="34" charset="0"/>
              </a:defRPr>
            </a:lvl1pPr>
            <a:lvl2pPr>
              <a:defRPr sz="900">
                <a:latin typeface="Versos Light" panose="020B0403020204030204" pitchFamily="34" charset="0"/>
              </a:defRPr>
            </a:lvl2pPr>
            <a:lvl3pPr>
              <a:defRPr sz="900">
                <a:latin typeface="Versos Light" panose="020B0403020204030204" pitchFamily="34" charset="0"/>
              </a:defRPr>
            </a:lvl3pPr>
            <a:lvl4pPr>
              <a:defRPr sz="900">
                <a:latin typeface="Versos Light" panose="020B0403020204030204" pitchFamily="34" charset="0"/>
              </a:defRPr>
            </a:lvl4pPr>
            <a:lvl5pPr>
              <a:defRPr sz="900">
                <a:latin typeface="Versos Light" panose="020B0403020204030204" pitchFamily="34" charset="0"/>
              </a:defRPr>
            </a:lvl5pPr>
          </a:lstStyle>
          <a:p>
            <a:pPr lvl="0"/>
            <a:r>
              <a:rPr lang="en-US"/>
              <a:t>Fonte:</a:t>
            </a:r>
            <a:endParaRPr lang="pt-BR"/>
          </a:p>
        </p:txBody>
      </p:sp>
      <p:sp>
        <p:nvSpPr>
          <p:cNvPr id="12" name="Text Placeholder 8">
            <a:extLst>
              <a:ext uri="{FF2B5EF4-FFF2-40B4-BE49-F238E27FC236}">
                <a16:creationId xmlns:a16="http://schemas.microsoft.com/office/drawing/2014/main" id="{7A7A9582-3614-801A-785B-273FCD3E092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34964" y="1949415"/>
            <a:ext cx="11522075" cy="435931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>
                <a:solidFill>
                  <a:schemeClr val="tx1"/>
                </a:solidFill>
                <a:latin typeface="Versos Light" panose="020B04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7F86D482-580C-D22A-58CC-10B9C4F7EDD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34963" y="1518528"/>
            <a:ext cx="11522585" cy="23011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>
                <a:solidFill>
                  <a:schemeClr val="tx1"/>
                </a:solidFill>
                <a:latin typeface="Versos" panose="020B05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Picture 8">
            <a:extLst>
              <a:ext uri="{FF2B5EF4-FFF2-40B4-BE49-F238E27FC236}">
                <a16:creationId xmlns:a16="http://schemas.microsoft.com/office/drawing/2014/main" id="{EFD7F938-B824-C27B-BEB2-95E90F5FFDD4}"/>
              </a:ext>
            </a:extLst>
          </p:cNvPr>
          <p:cNvSpPr/>
          <p:nvPr userDrawn="1"/>
        </p:nvSpPr>
        <p:spPr>
          <a:xfrm>
            <a:off x="11091186" y="377179"/>
            <a:ext cx="765852" cy="260086"/>
          </a:xfrm>
          <a:custGeom>
            <a:avLst/>
            <a:gdLst>
              <a:gd name="connsiteX0" fmla="*/ 739575 w 765852"/>
              <a:gd name="connsiteY0" fmla="*/ 143884 h 260086"/>
              <a:gd name="connsiteX1" fmla="*/ 765852 w 765852"/>
              <a:gd name="connsiteY1" fmla="*/ 83403 h 260086"/>
              <a:gd name="connsiteX2" fmla="*/ 739575 w 765852"/>
              <a:gd name="connsiteY2" fmla="*/ 22921 h 260086"/>
              <a:gd name="connsiteX3" fmla="*/ 672177 w 765852"/>
              <a:gd name="connsiteY3" fmla="*/ 0 h 260086"/>
              <a:gd name="connsiteX4" fmla="*/ 604779 w 765852"/>
              <a:gd name="connsiteY4" fmla="*/ 22921 h 260086"/>
              <a:gd name="connsiteX5" fmla="*/ 578501 w 765852"/>
              <a:gd name="connsiteY5" fmla="*/ 83403 h 260086"/>
              <a:gd name="connsiteX6" fmla="*/ 604779 w 765852"/>
              <a:gd name="connsiteY6" fmla="*/ 143884 h 260086"/>
              <a:gd name="connsiteX7" fmla="*/ 672177 w 765852"/>
              <a:gd name="connsiteY7" fmla="*/ 166805 h 260086"/>
              <a:gd name="connsiteX8" fmla="*/ 739575 w 765852"/>
              <a:gd name="connsiteY8" fmla="*/ 143884 h 260086"/>
              <a:gd name="connsiteX9" fmla="*/ 604595 w 765852"/>
              <a:gd name="connsiteY9" fmla="*/ 83403 h 260086"/>
              <a:gd name="connsiteX10" fmla="*/ 622611 w 765852"/>
              <a:gd name="connsiteY10" fmla="*/ 41871 h 260086"/>
              <a:gd name="connsiteX11" fmla="*/ 672177 w 765852"/>
              <a:gd name="connsiteY11" fmla="*/ 25719 h 260086"/>
              <a:gd name="connsiteX12" fmla="*/ 721742 w 765852"/>
              <a:gd name="connsiteY12" fmla="*/ 41871 h 260086"/>
              <a:gd name="connsiteX13" fmla="*/ 739759 w 765852"/>
              <a:gd name="connsiteY13" fmla="*/ 83403 h 260086"/>
              <a:gd name="connsiteX14" fmla="*/ 721742 w 765852"/>
              <a:gd name="connsiteY14" fmla="*/ 124934 h 260086"/>
              <a:gd name="connsiteX15" fmla="*/ 672177 w 765852"/>
              <a:gd name="connsiteY15" fmla="*/ 141077 h 260086"/>
              <a:gd name="connsiteX16" fmla="*/ 622611 w 765852"/>
              <a:gd name="connsiteY16" fmla="*/ 124934 h 260086"/>
              <a:gd name="connsiteX17" fmla="*/ 604595 w 765852"/>
              <a:gd name="connsiteY17" fmla="*/ 83403 h 260086"/>
              <a:gd name="connsiteX18" fmla="*/ 238310 w 765852"/>
              <a:gd name="connsiteY18" fmla="*/ 207181 h 260086"/>
              <a:gd name="connsiteX19" fmla="*/ 249560 w 765852"/>
              <a:gd name="connsiteY19" fmla="*/ 204081 h 260086"/>
              <a:gd name="connsiteX20" fmla="*/ 261562 w 765852"/>
              <a:gd name="connsiteY20" fmla="*/ 207713 h 260086"/>
              <a:gd name="connsiteX21" fmla="*/ 268163 w 765852"/>
              <a:gd name="connsiteY21" fmla="*/ 217812 h 260086"/>
              <a:gd name="connsiteX22" fmla="*/ 275874 w 765852"/>
              <a:gd name="connsiteY22" fmla="*/ 217812 h 260086"/>
              <a:gd name="connsiteX23" fmla="*/ 267145 w 765852"/>
              <a:gd name="connsiteY23" fmla="*/ 202568 h 260086"/>
              <a:gd name="connsiteX24" fmla="*/ 249917 w 765852"/>
              <a:gd name="connsiteY24" fmla="*/ 196982 h 260086"/>
              <a:gd name="connsiteX25" fmla="*/ 234322 w 765852"/>
              <a:gd name="connsiteY25" fmla="*/ 200926 h 260086"/>
              <a:gd name="connsiteX26" fmla="*/ 223961 w 765852"/>
              <a:gd name="connsiteY26" fmla="*/ 212052 h 260086"/>
              <a:gd name="connsiteX27" fmla="*/ 220330 w 765852"/>
              <a:gd name="connsiteY27" fmla="*/ 228534 h 260086"/>
              <a:gd name="connsiteX28" fmla="*/ 223961 w 765852"/>
              <a:gd name="connsiteY28" fmla="*/ 245062 h 260086"/>
              <a:gd name="connsiteX29" fmla="*/ 234322 w 765852"/>
              <a:gd name="connsiteY29" fmla="*/ 256142 h 260086"/>
              <a:gd name="connsiteX30" fmla="*/ 249917 w 765852"/>
              <a:gd name="connsiteY30" fmla="*/ 260086 h 260086"/>
              <a:gd name="connsiteX31" fmla="*/ 267145 w 765852"/>
              <a:gd name="connsiteY31" fmla="*/ 254501 h 260086"/>
              <a:gd name="connsiteX32" fmla="*/ 275782 w 765852"/>
              <a:gd name="connsiteY32" fmla="*/ 239256 h 260086"/>
              <a:gd name="connsiteX33" fmla="*/ 268071 w 765852"/>
              <a:gd name="connsiteY33" fmla="*/ 239256 h 260086"/>
              <a:gd name="connsiteX34" fmla="*/ 261516 w 765852"/>
              <a:gd name="connsiteY34" fmla="*/ 249401 h 260086"/>
              <a:gd name="connsiteX35" fmla="*/ 249560 w 765852"/>
              <a:gd name="connsiteY35" fmla="*/ 252987 h 260086"/>
              <a:gd name="connsiteX36" fmla="*/ 238310 w 765852"/>
              <a:gd name="connsiteY36" fmla="*/ 249887 h 260086"/>
              <a:gd name="connsiteX37" fmla="*/ 230828 w 765852"/>
              <a:gd name="connsiteY37" fmla="*/ 241201 h 260086"/>
              <a:gd name="connsiteX38" fmla="*/ 228215 w 765852"/>
              <a:gd name="connsiteY38" fmla="*/ 228525 h 260086"/>
              <a:gd name="connsiteX39" fmla="*/ 230828 w 765852"/>
              <a:gd name="connsiteY39" fmla="*/ 215812 h 260086"/>
              <a:gd name="connsiteX40" fmla="*/ 238310 w 765852"/>
              <a:gd name="connsiteY40" fmla="*/ 207172 h 260086"/>
              <a:gd name="connsiteX41" fmla="*/ 335580 w 765852"/>
              <a:gd name="connsiteY41" fmla="*/ 197523 h 260086"/>
              <a:gd name="connsiteX42" fmla="*/ 311925 w 765852"/>
              <a:gd name="connsiteY42" fmla="*/ 259554 h 260086"/>
              <a:gd name="connsiteX43" fmla="*/ 319892 w 765852"/>
              <a:gd name="connsiteY43" fmla="*/ 259554 h 260086"/>
              <a:gd name="connsiteX44" fmla="*/ 326448 w 765852"/>
              <a:gd name="connsiteY44" fmla="*/ 242806 h 260086"/>
              <a:gd name="connsiteX45" fmla="*/ 353467 w 765852"/>
              <a:gd name="connsiteY45" fmla="*/ 242806 h 260086"/>
              <a:gd name="connsiteX46" fmla="*/ 360023 w 765852"/>
              <a:gd name="connsiteY46" fmla="*/ 259554 h 260086"/>
              <a:gd name="connsiteX47" fmla="*/ 368256 w 765852"/>
              <a:gd name="connsiteY47" fmla="*/ 259554 h 260086"/>
              <a:gd name="connsiteX48" fmla="*/ 344693 w 765852"/>
              <a:gd name="connsiteY48" fmla="*/ 197523 h 260086"/>
              <a:gd name="connsiteX49" fmla="*/ 335570 w 765852"/>
              <a:gd name="connsiteY49" fmla="*/ 197523 h 260086"/>
              <a:gd name="connsiteX50" fmla="*/ 328758 w 765852"/>
              <a:gd name="connsiteY50" fmla="*/ 235808 h 260086"/>
              <a:gd name="connsiteX51" fmla="*/ 339916 w 765852"/>
              <a:gd name="connsiteY51" fmla="*/ 205943 h 260086"/>
              <a:gd name="connsiteX52" fmla="*/ 351166 w 765852"/>
              <a:gd name="connsiteY52" fmla="*/ 235808 h 260086"/>
              <a:gd name="connsiteX53" fmla="*/ 328749 w 765852"/>
              <a:gd name="connsiteY53" fmla="*/ 235808 h 260086"/>
              <a:gd name="connsiteX54" fmla="*/ 725437 w 765852"/>
              <a:gd name="connsiteY54" fmla="*/ 197523 h 260086"/>
              <a:gd name="connsiteX55" fmla="*/ 717736 w 765852"/>
              <a:gd name="connsiteY55" fmla="*/ 197523 h 260086"/>
              <a:gd name="connsiteX56" fmla="*/ 717736 w 765852"/>
              <a:gd name="connsiteY56" fmla="*/ 259554 h 260086"/>
              <a:gd name="connsiteX57" fmla="*/ 753704 w 765852"/>
              <a:gd name="connsiteY57" fmla="*/ 259554 h 260086"/>
              <a:gd name="connsiteX58" fmla="*/ 753704 w 765852"/>
              <a:gd name="connsiteY58" fmla="*/ 252464 h 260086"/>
              <a:gd name="connsiteX59" fmla="*/ 725446 w 765852"/>
              <a:gd name="connsiteY59" fmla="*/ 252464 h 260086"/>
              <a:gd name="connsiteX60" fmla="*/ 725446 w 765852"/>
              <a:gd name="connsiteY60" fmla="*/ 197523 h 260086"/>
              <a:gd name="connsiteX61" fmla="*/ 250953 w 765852"/>
              <a:gd name="connsiteY61" fmla="*/ 2119 h 260086"/>
              <a:gd name="connsiteX62" fmla="*/ 225566 w 765852"/>
              <a:gd name="connsiteY62" fmla="*/ 2119 h 260086"/>
              <a:gd name="connsiteX63" fmla="*/ 225566 w 765852"/>
              <a:gd name="connsiteY63" fmla="*/ 164677 h 260086"/>
              <a:gd name="connsiteX64" fmla="*/ 250953 w 765852"/>
              <a:gd name="connsiteY64" fmla="*/ 164677 h 260086"/>
              <a:gd name="connsiteX65" fmla="*/ 250953 w 765852"/>
              <a:gd name="connsiteY65" fmla="*/ 2119 h 260086"/>
              <a:gd name="connsiteX66" fmla="*/ 80592 w 765852"/>
              <a:gd name="connsiteY66" fmla="*/ 62692 h 260086"/>
              <a:gd name="connsiteX67" fmla="*/ 80592 w 765852"/>
              <a:gd name="connsiteY67" fmla="*/ 164687 h 260086"/>
              <a:gd name="connsiteX68" fmla="*/ 106732 w 765852"/>
              <a:gd name="connsiteY68" fmla="*/ 164687 h 260086"/>
              <a:gd name="connsiteX69" fmla="*/ 106713 w 765852"/>
              <a:gd name="connsiteY69" fmla="*/ 62692 h 260086"/>
              <a:gd name="connsiteX70" fmla="*/ 95124 w 765852"/>
              <a:gd name="connsiteY70" fmla="*/ 28700 h 260086"/>
              <a:gd name="connsiteX71" fmla="*/ 93648 w 765852"/>
              <a:gd name="connsiteY71" fmla="*/ 26792 h 260086"/>
              <a:gd name="connsiteX72" fmla="*/ 92172 w 765852"/>
              <a:gd name="connsiteY72" fmla="*/ 28700 h 260086"/>
              <a:gd name="connsiteX73" fmla="*/ 80583 w 765852"/>
              <a:gd name="connsiteY73" fmla="*/ 62692 h 260086"/>
              <a:gd name="connsiteX74" fmla="*/ 47273 w 765852"/>
              <a:gd name="connsiteY74" fmla="*/ 2119 h 260086"/>
              <a:gd name="connsiteX75" fmla="*/ 0 w 765852"/>
              <a:gd name="connsiteY75" fmla="*/ 2119 h 260086"/>
              <a:gd name="connsiteX76" fmla="*/ 0 w 765852"/>
              <a:gd name="connsiteY76" fmla="*/ 26792 h 260086"/>
              <a:gd name="connsiteX77" fmla="*/ 93648 w 765852"/>
              <a:gd name="connsiteY77" fmla="*/ 26792 h 260086"/>
              <a:gd name="connsiteX78" fmla="*/ 91328 w 765852"/>
              <a:gd name="connsiteY78" fmla="*/ 23793 h 260086"/>
              <a:gd name="connsiteX79" fmla="*/ 47273 w 765852"/>
              <a:gd name="connsiteY79" fmla="*/ 2119 h 260086"/>
              <a:gd name="connsiteX80" fmla="*/ 95968 w 765852"/>
              <a:gd name="connsiteY80" fmla="*/ 23793 h 260086"/>
              <a:gd name="connsiteX81" fmla="*/ 93648 w 765852"/>
              <a:gd name="connsiteY81" fmla="*/ 26792 h 260086"/>
              <a:gd name="connsiteX82" fmla="*/ 187296 w 765852"/>
              <a:gd name="connsiteY82" fmla="*/ 26792 h 260086"/>
              <a:gd name="connsiteX83" fmla="*/ 187296 w 765852"/>
              <a:gd name="connsiteY83" fmla="*/ 2119 h 260086"/>
              <a:gd name="connsiteX84" fmla="*/ 140023 w 765852"/>
              <a:gd name="connsiteY84" fmla="*/ 2119 h 260086"/>
              <a:gd name="connsiteX85" fmla="*/ 95958 w 765852"/>
              <a:gd name="connsiteY85" fmla="*/ 23793 h 260086"/>
              <a:gd name="connsiteX86" fmla="*/ 514844 w 765852"/>
              <a:gd name="connsiteY86" fmla="*/ 164677 h 260086"/>
              <a:gd name="connsiteX87" fmla="*/ 540232 w 765852"/>
              <a:gd name="connsiteY87" fmla="*/ 164677 h 260086"/>
              <a:gd name="connsiteX88" fmla="*/ 540232 w 765852"/>
              <a:gd name="connsiteY88" fmla="*/ 2119 h 260086"/>
              <a:gd name="connsiteX89" fmla="*/ 514844 w 765852"/>
              <a:gd name="connsiteY89" fmla="*/ 2119 h 260086"/>
              <a:gd name="connsiteX90" fmla="*/ 514844 w 765852"/>
              <a:gd name="connsiteY90" fmla="*/ 164677 h 260086"/>
              <a:gd name="connsiteX91" fmla="*/ 495205 w 765852"/>
              <a:gd name="connsiteY91" fmla="*/ 259554 h 260086"/>
              <a:gd name="connsiteX92" fmla="*/ 502915 w 765852"/>
              <a:gd name="connsiteY92" fmla="*/ 259554 h 260086"/>
              <a:gd name="connsiteX93" fmla="*/ 502915 w 765852"/>
              <a:gd name="connsiteY93" fmla="*/ 197523 h 260086"/>
              <a:gd name="connsiteX94" fmla="*/ 495205 w 765852"/>
              <a:gd name="connsiteY94" fmla="*/ 197523 h 260086"/>
              <a:gd name="connsiteX95" fmla="*/ 495205 w 765852"/>
              <a:gd name="connsiteY95" fmla="*/ 259554 h 260086"/>
              <a:gd name="connsiteX96" fmla="*/ 544816 w 765852"/>
              <a:gd name="connsiteY96" fmla="*/ 204613 h 260086"/>
              <a:gd name="connsiteX97" fmla="*/ 564923 w 765852"/>
              <a:gd name="connsiteY97" fmla="*/ 204613 h 260086"/>
              <a:gd name="connsiteX98" fmla="*/ 564923 w 765852"/>
              <a:gd name="connsiteY98" fmla="*/ 259554 h 260086"/>
              <a:gd name="connsiteX99" fmla="*/ 572633 w 765852"/>
              <a:gd name="connsiteY99" fmla="*/ 259554 h 260086"/>
              <a:gd name="connsiteX100" fmla="*/ 572633 w 765852"/>
              <a:gd name="connsiteY100" fmla="*/ 204613 h 260086"/>
              <a:gd name="connsiteX101" fmla="*/ 592740 w 765852"/>
              <a:gd name="connsiteY101" fmla="*/ 204613 h 260086"/>
              <a:gd name="connsiteX102" fmla="*/ 592740 w 765852"/>
              <a:gd name="connsiteY102" fmla="*/ 197523 h 260086"/>
              <a:gd name="connsiteX103" fmla="*/ 544816 w 765852"/>
              <a:gd name="connsiteY103" fmla="*/ 197523 h 260086"/>
              <a:gd name="connsiteX104" fmla="*/ 544816 w 765852"/>
              <a:gd name="connsiteY104" fmla="*/ 204613 h 260086"/>
              <a:gd name="connsiteX105" fmla="*/ 287389 w 765852"/>
              <a:gd name="connsiteY105" fmla="*/ 2119 h 260086"/>
              <a:gd name="connsiteX106" fmla="*/ 345234 w 765852"/>
              <a:gd name="connsiteY106" fmla="*/ 140105 h 260086"/>
              <a:gd name="connsiteX107" fmla="*/ 381413 w 765852"/>
              <a:gd name="connsiteY107" fmla="*/ 166796 h 260086"/>
              <a:gd name="connsiteX108" fmla="*/ 382899 w 765852"/>
              <a:gd name="connsiteY108" fmla="*/ 166796 h 260086"/>
              <a:gd name="connsiteX109" fmla="*/ 316692 w 765852"/>
              <a:gd name="connsiteY109" fmla="*/ 2119 h 260086"/>
              <a:gd name="connsiteX110" fmla="*/ 287389 w 765852"/>
              <a:gd name="connsiteY110" fmla="*/ 2119 h 260086"/>
              <a:gd name="connsiteX111" fmla="*/ 443549 w 765852"/>
              <a:gd name="connsiteY111" fmla="*/ 199871 h 260086"/>
              <a:gd name="connsiteX112" fmla="*/ 432739 w 765852"/>
              <a:gd name="connsiteY112" fmla="*/ 197523 h 260086"/>
              <a:gd name="connsiteX113" fmla="*/ 408910 w 765852"/>
              <a:gd name="connsiteY113" fmla="*/ 197523 h 260086"/>
              <a:gd name="connsiteX114" fmla="*/ 408910 w 765852"/>
              <a:gd name="connsiteY114" fmla="*/ 259554 h 260086"/>
              <a:gd name="connsiteX115" fmla="*/ 416621 w 765852"/>
              <a:gd name="connsiteY115" fmla="*/ 259554 h 260086"/>
              <a:gd name="connsiteX116" fmla="*/ 416621 w 765852"/>
              <a:gd name="connsiteY116" fmla="*/ 235716 h 260086"/>
              <a:gd name="connsiteX117" fmla="*/ 432748 w 765852"/>
              <a:gd name="connsiteY117" fmla="*/ 235716 h 260086"/>
              <a:gd name="connsiteX118" fmla="*/ 443512 w 765852"/>
              <a:gd name="connsiteY118" fmla="*/ 233368 h 260086"/>
              <a:gd name="connsiteX119" fmla="*/ 450728 w 765852"/>
              <a:gd name="connsiteY119" fmla="*/ 226681 h 260086"/>
              <a:gd name="connsiteX120" fmla="*/ 453295 w 765852"/>
              <a:gd name="connsiteY120" fmla="*/ 216583 h 260086"/>
              <a:gd name="connsiteX121" fmla="*/ 450774 w 765852"/>
              <a:gd name="connsiteY121" fmla="*/ 206521 h 260086"/>
              <a:gd name="connsiteX122" fmla="*/ 443558 w 765852"/>
              <a:gd name="connsiteY122" fmla="*/ 199871 h 260086"/>
              <a:gd name="connsiteX123" fmla="*/ 441779 w 765852"/>
              <a:gd name="connsiteY123" fmla="*/ 225351 h 260086"/>
              <a:gd name="connsiteX124" fmla="*/ 432033 w 765852"/>
              <a:gd name="connsiteY124" fmla="*/ 228635 h 260086"/>
              <a:gd name="connsiteX125" fmla="*/ 416621 w 765852"/>
              <a:gd name="connsiteY125" fmla="*/ 228635 h 260086"/>
              <a:gd name="connsiteX126" fmla="*/ 416621 w 765852"/>
              <a:gd name="connsiteY126" fmla="*/ 204622 h 260086"/>
              <a:gd name="connsiteX127" fmla="*/ 432125 w 765852"/>
              <a:gd name="connsiteY127" fmla="*/ 204622 h 260086"/>
              <a:gd name="connsiteX128" fmla="*/ 441825 w 765852"/>
              <a:gd name="connsiteY128" fmla="*/ 207860 h 260086"/>
              <a:gd name="connsiteX129" fmla="*/ 445410 w 765852"/>
              <a:gd name="connsiteY129" fmla="*/ 216592 h 260086"/>
              <a:gd name="connsiteX130" fmla="*/ 441779 w 765852"/>
              <a:gd name="connsiteY130" fmla="*/ 225361 h 260086"/>
              <a:gd name="connsiteX131" fmla="*/ 382889 w 765852"/>
              <a:gd name="connsiteY131" fmla="*/ 166805 h 260086"/>
              <a:gd name="connsiteX132" fmla="*/ 384375 w 765852"/>
              <a:gd name="connsiteY132" fmla="*/ 166805 h 260086"/>
              <a:gd name="connsiteX133" fmla="*/ 420554 w 765852"/>
              <a:gd name="connsiteY133" fmla="*/ 140114 h 260086"/>
              <a:gd name="connsiteX134" fmla="*/ 478399 w 765852"/>
              <a:gd name="connsiteY134" fmla="*/ 2128 h 260086"/>
              <a:gd name="connsiteX135" fmla="*/ 449096 w 765852"/>
              <a:gd name="connsiteY135" fmla="*/ 2128 h 260086"/>
              <a:gd name="connsiteX136" fmla="*/ 382889 w 765852"/>
              <a:gd name="connsiteY136" fmla="*/ 166814 h 260086"/>
              <a:gd name="connsiteX137" fmla="*/ 644368 w 765852"/>
              <a:gd name="connsiteY137" fmla="*/ 197523 h 260086"/>
              <a:gd name="connsiteX138" fmla="*/ 620714 w 765852"/>
              <a:gd name="connsiteY138" fmla="*/ 259554 h 260086"/>
              <a:gd name="connsiteX139" fmla="*/ 628690 w 765852"/>
              <a:gd name="connsiteY139" fmla="*/ 259554 h 260086"/>
              <a:gd name="connsiteX140" fmla="*/ 635246 w 765852"/>
              <a:gd name="connsiteY140" fmla="*/ 242806 h 260086"/>
              <a:gd name="connsiteX141" fmla="*/ 662266 w 765852"/>
              <a:gd name="connsiteY141" fmla="*/ 242806 h 260086"/>
              <a:gd name="connsiteX142" fmla="*/ 668821 w 765852"/>
              <a:gd name="connsiteY142" fmla="*/ 259554 h 260086"/>
              <a:gd name="connsiteX143" fmla="*/ 677055 w 765852"/>
              <a:gd name="connsiteY143" fmla="*/ 259554 h 260086"/>
              <a:gd name="connsiteX144" fmla="*/ 653491 w 765852"/>
              <a:gd name="connsiteY144" fmla="*/ 197523 h 260086"/>
              <a:gd name="connsiteX145" fmla="*/ 644368 w 765852"/>
              <a:gd name="connsiteY145" fmla="*/ 197523 h 260086"/>
              <a:gd name="connsiteX146" fmla="*/ 637547 w 765852"/>
              <a:gd name="connsiteY146" fmla="*/ 235808 h 260086"/>
              <a:gd name="connsiteX147" fmla="*/ 648705 w 765852"/>
              <a:gd name="connsiteY147" fmla="*/ 205943 h 260086"/>
              <a:gd name="connsiteX148" fmla="*/ 659955 w 765852"/>
              <a:gd name="connsiteY148" fmla="*/ 235808 h 260086"/>
              <a:gd name="connsiteX149" fmla="*/ 637538 w 765852"/>
              <a:gd name="connsiteY149" fmla="*/ 235808 h 260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</a:cxnLst>
            <a:rect l="l" t="t" r="r" b="b"/>
            <a:pathLst>
              <a:path w="765852" h="260086">
                <a:moveTo>
                  <a:pt x="739575" y="143884"/>
                </a:moveTo>
                <a:cubicBezTo>
                  <a:pt x="756519" y="128906"/>
                  <a:pt x="765852" y="107425"/>
                  <a:pt x="765852" y="83403"/>
                </a:cubicBezTo>
                <a:cubicBezTo>
                  <a:pt x="765852" y="59381"/>
                  <a:pt x="756519" y="37899"/>
                  <a:pt x="739575" y="22921"/>
                </a:cubicBezTo>
                <a:cubicBezTo>
                  <a:pt x="722613" y="7925"/>
                  <a:pt x="699307" y="0"/>
                  <a:pt x="672177" y="0"/>
                </a:cubicBezTo>
                <a:cubicBezTo>
                  <a:pt x="645047" y="0"/>
                  <a:pt x="621740" y="7925"/>
                  <a:pt x="604779" y="22921"/>
                </a:cubicBezTo>
                <a:cubicBezTo>
                  <a:pt x="587835" y="37899"/>
                  <a:pt x="578501" y="59381"/>
                  <a:pt x="578501" y="83403"/>
                </a:cubicBezTo>
                <a:cubicBezTo>
                  <a:pt x="578501" y="107425"/>
                  <a:pt x="587835" y="128906"/>
                  <a:pt x="604779" y="143884"/>
                </a:cubicBezTo>
                <a:cubicBezTo>
                  <a:pt x="621740" y="158881"/>
                  <a:pt x="645047" y="166805"/>
                  <a:pt x="672177" y="166805"/>
                </a:cubicBezTo>
                <a:cubicBezTo>
                  <a:pt x="699307" y="166805"/>
                  <a:pt x="722613" y="158881"/>
                  <a:pt x="739575" y="143884"/>
                </a:cubicBezTo>
                <a:close/>
                <a:moveTo>
                  <a:pt x="604595" y="83403"/>
                </a:moveTo>
                <a:cubicBezTo>
                  <a:pt x="604595" y="66489"/>
                  <a:pt x="610821" y="52135"/>
                  <a:pt x="622611" y="41871"/>
                </a:cubicBezTo>
                <a:cubicBezTo>
                  <a:pt x="634751" y="31305"/>
                  <a:pt x="651887" y="25719"/>
                  <a:pt x="672177" y="25719"/>
                </a:cubicBezTo>
                <a:cubicBezTo>
                  <a:pt x="692467" y="25719"/>
                  <a:pt x="709603" y="31305"/>
                  <a:pt x="721742" y="41871"/>
                </a:cubicBezTo>
                <a:cubicBezTo>
                  <a:pt x="733524" y="52126"/>
                  <a:pt x="739759" y="66489"/>
                  <a:pt x="739759" y="83403"/>
                </a:cubicBezTo>
                <a:cubicBezTo>
                  <a:pt x="739759" y="100316"/>
                  <a:pt x="733533" y="114671"/>
                  <a:pt x="721742" y="124934"/>
                </a:cubicBezTo>
                <a:cubicBezTo>
                  <a:pt x="709603" y="135501"/>
                  <a:pt x="692467" y="141077"/>
                  <a:pt x="672177" y="141077"/>
                </a:cubicBezTo>
                <a:cubicBezTo>
                  <a:pt x="651887" y="141077"/>
                  <a:pt x="634741" y="135491"/>
                  <a:pt x="622611" y="124934"/>
                </a:cubicBezTo>
                <a:cubicBezTo>
                  <a:pt x="610830" y="114671"/>
                  <a:pt x="604595" y="100316"/>
                  <a:pt x="604595" y="83403"/>
                </a:cubicBezTo>
                <a:close/>
                <a:moveTo>
                  <a:pt x="238310" y="207181"/>
                </a:moveTo>
                <a:cubicBezTo>
                  <a:pt x="241556" y="205118"/>
                  <a:pt x="245306" y="204081"/>
                  <a:pt x="249560" y="204081"/>
                </a:cubicBezTo>
                <a:cubicBezTo>
                  <a:pt x="254282" y="204081"/>
                  <a:pt x="258288" y="205292"/>
                  <a:pt x="261562" y="207713"/>
                </a:cubicBezTo>
                <a:cubicBezTo>
                  <a:pt x="264835" y="210135"/>
                  <a:pt x="267035" y="213501"/>
                  <a:pt x="268163" y="217812"/>
                </a:cubicBezTo>
                <a:lnTo>
                  <a:pt x="275874" y="217812"/>
                </a:lnTo>
                <a:cubicBezTo>
                  <a:pt x="274691" y="211373"/>
                  <a:pt x="271784" y="206292"/>
                  <a:pt x="267145" y="202568"/>
                </a:cubicBezTo>
                <a:cubicBezTo>
                  <a:pt x="262506" y="198844"/>
                  <a:pt x="256766" y="196982"/>
                  <a:pt x="249917" y="196982"/>
                </a:cubicBezTo>
                <a:cubicBezTo>
                  <a:pt x="244013" y="196982"/>
                  <a:pt x="238814" y="198293"/>
                  <a:pt x="234322" y="200926"/>
                </a:cubicBezTo>
                <a:cubicBezTo>
                  <a:pt x="229838" y="203558"/>
                  <a:pt x="226382" y="207264"/>
                  <a:pt x="223961" y="212052"/>
                </a:cubicBezTo>
                <a:cubicBezTo>
                  <a:pt x="221541" y="216840"/>
                  <a:pt x="220330" y="222334"/>
                  <a:pt x="220330" y="228534"/>
                </a:cubicBezTo>
                <a:cubicBezTo>
                  <a:pt x="220330" y="234734"/>
                  <a:pt x="221541" y="240302"/>
                  <a:pt x="223961" y="245062"/>
                </a:cubicBezTo>
                <a:cubicBezTo>
                  <a:pt x="226382" y="249823"/>
                  <a:pt x="229838" y="253510"/>
                  <a:pt x="234322" y="256142"/>
                </a:cubicBezTo>
                <a:cubicBezTo>
                  <a:pt x="238805" y="258775"/>
                  <a:pt x="244004" y="260086"/>
                  <a:pt x="249917" y="260086"/>
                </a:cubicBezTo>
                <a:cubicBezTo>
                  <a:pt x="256831" y="260086"/>
                  <a:pt x="262570" y="258224"/>
                  <a:pt x="267145" y="254501"/>
                </a:cubicBezTo>
                <a:cubicBezTo>
                  <a:pt x="271720" y="250777"/>
                  <a:pt x="274599" y="245695"/>
                  <a:pt x="275782" y="239256"/>
                </a:cubicBezTo>
                <a:lnTo>
                  <a:pt x="268071" y="239256"/>
                </a:lnTo>
                <a:cubicBezTo>
                  <a:pt x="266888" y="243631"/>
                  <a:pt x="264706" y="247007"/>
                  <a:pt x="261516" y="249401"/>
                </a:cubicBezTo>
                <a:cubicBezTo>
                  <a:pt x="258325" y="251795"/>
                  <a:pt x="254337" y="252987"/>
                  <a:pt x="249560" y="252987"/>
                </a:cubicBezTo>
                <a:cubicBezTo>
                  <a:pt x="245306" y="252987"/>
                  <a:pt x="241556" y="251951"/>
                  <a:pt x="238310" y="249887"/>
                </a:cubicBezTo>
                <a:cubicBezTo>
                  <a:pt x="235064" y="247823"/>
                  <a:pt x="232561" y="244925"/>
                  <a:pt x="230828" y="241201"/>
                </a:cubicBezTo>
                <a:cubicBezTo>
                  <a:pt x="229086" y="237477"/>
                  <a:pt x="228215" y="233258"/>
                  <a:pt x="228215" y="228525"/>
                </a:cubicBezTo>
                <a:cubicBezTo>
                  <a:pt x="228215" y="223792"/>
                  <a:pt x="229086" y="219499"/>
                  <a:pt x="230828" y="215812"/>
                </a:cubicBezTo>
                <a:cubicBezTo>
                  <a:pt x="232570" y="212125"/>
                  <a:pt x="235064" y="209245"/>
                  <a:pt x="238310" y="207172"/>
                </a:cubicBezTo>
                <a:close/>
                <a:moveTo>
                  <a:pt x="335580" y="197523"/>
                </a:moveTo>
                <a:lnTo>
                  <a:pt x="311925" y="259554"/>
                </a:lnTo>
                <a:lnTo>
                  <a:pt x="319892" y="259554"/>
                </a:lnTo>
                <a:lnTo>
                  <a:pt x="326448" y="242806"/>
                </a:lnTo>
                <a:lnTo>
                  <a:pt x="353467" y="242806"/>
                </a:lnTo>
                <a:lnTo>
                  <a:pt x="360023" y="259554"/>
                </a:lnTo>
                <a:lnTo>
                  <a:pt x="368256" y="259554"/>
                </a:lnTo>
                <a:lnTo>
                  <a:pt x="344693" y="197523"/>
                </a:lnTo>
                <a:lnTo>
                  <a:pt x="335570" y="197523"/>
                </a:lnTo>
                <a:close/>
                <a:moveTo>
                  <a:pt x="328758" y="235808"/>
                </a:moveTo>
                <a:lnTo>
                  <a:pt x="339916" y="205943"/>
                </a:lnTo>
                <a:lnTo>
                  <a:pt x="351166" y="235808"/>
                </a:lnTo>
                <a:lnTo>
                  <a:pt x="328749" y="235808"/>
                </a:lnTo>
                <a:close/>
                <a:moveTo>
                  <a:pt x="725437" y="197523"/>
                </a:moveTo>
                <a:lnTo>
                  <a:pt x="717736" y="197523"/>
                </a:lnTo>
                <a:lnTo>
                  <a:pt x="717736" y="259554"/>
                </a:lnTo>
                <a:lnTo>
                  <a:pt x="753704" y="259554"/>
                </a:lnTo>
                <a:lnTo>
                  <a:pt x="753704" y="252464"/>
                </a:lnTo>
                <a:lnTo>
                  <a:pt x="725446" y="252464"/>
                </a:lnTo>
                <a:lnTo>
                  <a:pt x="725446" y="197523"/>
                </a:lnTo>
                <a:close/>
                <a:moveTo>
                  <a:pt x="250953" y="2119"/>
                </a:moveTo>
                <a:lnTo>
                  <a:pt x="225566" y="2119"/>
                </a:lnTo>
                <a:lnTo>
                  <a:pt x="225566" y="164677"/>
                </a:lnTo>
                <a:lnTo>
                  <a:pt x="250953" y="164677"/>
                </a:lnTo>
                <a:lnTo>
                  <a:pt x="250953" y="2119"/>
                </a:lnTo>
                <a:close/>
                <a:moveTo>
                  <a:pt x="80592" y="62692"/>
                </a:moveTo>
                <a:lnTo>
                  <a:pt x="80592" y="164687"/>
                </a:lnTo>
                <a:cubicBezTo>
                  <a:pt x="80592" y="164687"/>
                  <a:pt x="106732" y="164687"/>
                  <a:pt x="106732" y="164687"/>
                </a:cubicBezTo>
                <a:lnTo>
                  <a:pt x="106713" y="62692"/>
                </a:lnTo>
                <a:cubicBezTo>
                  <a:pt x="106713" y="50282"/>
                  <a:pt x="102707" y="38523"/>
                  <a:pt x="95124" y="28700"/>
                </a:cubicBezTo>
                <a:lnTo>
                  <a:pt x="93648" y="26792"/>
                </a:lnTo>
                <a:lnTo>
                  <a:pt x="92172" y="28700"/>
                </a:lnTo>
                <a:cubicBezTo>
                  <a:pt x="84589" y="38523"/>
                  <a:pt x="80583" y="50273"/>
                  <a:pt x="80583" y="62692"/>
                </a:cubicBezTo>
                <a:close/>
                <a:moveTo>
                  <a:pt x="47273" y="2119"/>
                </a:moveTo>
                <a:lnTo>
                  <a:pt x="0" y="2119"/>
                </a:lnTo>
                <a:lnTo>
                  <a:pt x="0" y="26792"/>
                </a:lnTo>
                <a:lnTo>
                  <a:pt x="93648" y="26792"/>
                </a:lnTo>
                <a:lnTo>
                  <a:pt x="91328" y="23793"/>
                </a:lnTo>
                <a:cubicBezTo>
                  <a:pt x="80693" y="10025"/>
                  <a:pt x="64629" y="2119"/>
                  <a:pt x="47273" y="2119"/>
                </a:cubicBezTo>
                <a:close/>
                <a:moveTo>
                  <a:pt x="95968" y="23793"/>
                </a:moveTo>
                <a:lnTo>
                  <a:pt x="93648" y="26792"/>
                </a:lnTo>
                <a:lnTo>
                  <a:pt x="187296" y="26792"/>
                </a:lnTo>
                <a:lnTo>
                  <a:pt x="187296" y="2119"/>
                </a:lnTo>
                <a:lnTo>
                  <a:pt x="140023" y="2119"/>
                </a:lnTo>
                <a:cubicBezTo>
                  <a:pt x="122657" y="2119"/>
                  <a:pt x="106603" y="10016"/>
                  <a:pt x="95958" y="23793"/>
                </a:cubicBezTo>
                <a:close/>
                <a:moveTo>
                  <a:pt x="514844" y="164677"/>
                </a:moveTo>
                <a:lnTo>
                  <a:pt x="540232" y="164677"/>
                </a:lnTo>
                <a:lnTo>
                  <a:pt x="540232" y="2119"/>
                </a:lnTo>
                <a:lnTo>
                  <a:pt x="514844" y="2119"/>
                </a:lnTo>
                <a:lnTo>
                  <a:pt x="514844" y="164677"/>
                </a:lnTo>
                <a:close/>
                <a:moveTo>
                  <a:pt x="495205" y="259554"/>
                </a:moveTo>
                <a:lnTo>
                  <a:pt x="502915" y="259554"/>
                </a:lnTo>
                <a:lnTo>
                  <a:pt x="502915" y="197523"/>
                </a:lnTo>
                <a:lnTo>
                  <a:pt x="495205" y="197523"/>
                </a:lnTo>
                <a:lnTo>
                  <a:pt x="495205" y="259554"/>
                </a:lnTo>
                <a:close/>
                <a:moveTo>
                  <a:pt x="544816" y="204613"/>
                </a:moveTo>
                <a:lnTo>
                  <a:pt x="564923" y="204613"/>
                </a:lnTo>
                <a:lnTo>
                  <a:pt x="564923" y="259554"/>
                </a:lnTo>
                <a:lnTo>
                  <a:pt x="572633" y="259554"/>
                </a:lnTo>
                <a:lnTo>
                  <a:pt x="572633" y="204613"/>
                </a:lnTo>
                <a:lnTo>
                  <a:pt x="592740" y="204613"/>
                </a:lnTo>
                <a:lnTo>
                  <a:pt x="592740" y="197523"/>
                </a:lnTo>
                <a:lnTo>
                  <a:pt x="544816" y="197523"/>
                </a:lnTo>
                <a:lnTo>
                  <a:pt x="544816" y="204613"/>
                </a:lnTo>
                <a:close/>
                <a:moveTo>
                  <a:pt x="287389" y="2119"/>
                </a:moveTo>
                <a:cubicBezTo>
                  <a:pt x="287389" y="2119"/>
                  <a:pt x="335680" y="117220"/>
                  <a:pt x="345234" y="140105"/>
                </a:cubicBezTo>
                <a:cubicBezTo>
                  <a:pt x="356374" y="166796"/>
                  <a:pt x="374464" y="166796"/>
                  <a:pt x="381413" y="166796"/>
                </a:cubicBezTo>
                <a:lnTo>
                  <a:pt x="382899" y="166796"/>
                </a:lnTo>
                <a:lnTo>
                  <a:pt x="316692" y="2119"/>
                </a:lnTo>
                <a:lnTo>
                  <a:pt x="287389" y="2119"/>
                </a:lnTo>
                <a:close/>
                <a:moveTo>
                  <a:pt x="443549" y="199871"/>
                </a:moveTo>
                <a:cubicBezTo>
                  <a:pt x="440413" y="198303"/>
                  <a:pt x="436819" y="197523"/>
                  <a:pt x="432739" y="197523"/>
                </a:cubicBezTo>
                <a:lnTo>
                  <a:pt x="408910" y="197523"/>
                </a:lnTo>
                <a:lnTo>
                  <a:pt x="408910" y="259554"/>
                </a:lnTo>
                <a:lnTo>
                  <a:pt x="416621" y="259554"/>
                </a:lnTo>
                <a:lnTo>
                  <a:pt x="416621" y="235716"/>
                </a:lnTo>
                <a:lnTo>
                  <a:pt x="432748" y="235716"/>
                </a:lnTo>
                <a:cubicBezTo>
                  <a:pt x="436819" y="235716"/>
                  <a:pt x="440413" y="234936"/>
                  <a:pt x="443512" y="233368"/>
                </a:cubicBezTo>
                <a:cubicBezTo>
                  <a:pt x="446611" y="231799"/>
                  <a:pt x="449013" y="229571"/>
                  <a:pt x="450728" y="226681"/>
                </a:cubicBezTo>
                <a:cubicBezTo>
                  <a:pt x="452442" y="223783"/>
                  <a:pt x="453295" y="220417"/>
                  <a:pt x="453295" y="216583"/>
                </a:cubicBezTo>
                <a:cubicBezTo>
                  <a:pt x="453295" y="212749"/>
                  <a:pt x="452452" y="209392"/>
                  <a:pt x="450774" y="206521"/>
                </a:cubicBezTo>
                <a:cubicBezTo>
                  <a:pt x="449087" y="203659"/>
                  <a:pt x="446685" y="201439"/>
                  <a:pt x="443558" y="199871"/>
                </a:cubicBezTo>
                <a:close/>
                <a:moveTo>
                  <a:pt x="441779" y="225351"/>
                </a:moveTo>
                <a:cubicBezTo>
                  <a:pt x="439359" y="227534"/>
                  <a:pt x="436113" y="228635"/>
                  <a:pt x="432033" y="228635"/>
                </a:cubicBezTo>
                <a:lnTo>
                  <a:pt x="416621" y="228635"/>
                </a:lnTo>
                <a:lnTo>
                  <a:pt x="416621" y="204622"/>
                </a:lnTo>
                <a:lnTo>
                  <a:pt x="432125" y="204622"/>
                </a:lnTo>
                <a:cubicBezTo>
                  <a:pt x="436196" y="204622"/>
                  <a:pt x="439432" y="205705"/>
                  <a:pt x="441825" y="207860"/>
                </a:cubicBezTo>
                <a:cubicBezTo>
                  <a:pt x="444218" y="210015"/>
                  <a:pt x="445410" y="212923"/>
                  <a:pt x="445410" y="216592"/>
                </a:cubicBezTo>
                <a:cubicBezTo>
                  <a:pt x="445410" y="220261"/>
                  <a:pt x="444200" y="223178"/>
                  <a:pt x="441779" y="225361"/>
                </a:cubicBezTo>
                <a:close/>
                <a:moveTo>
                  <a:pt x="382889" y="166805"/>
                </a:moveTo>
                <a:lnTo>
                  <a:pt x="384375" y="166805"/>
                </a:lnTo>
                <a:cubicBezTo>
                  <a:pt x="391334" y="166805"/>
                  <a:pt x="409423" y="166805"/>
                  <a:pt x="420554" y="140114"/>
                </a:cubicBezTo>
                <a:cubicBezTo>
                  <a:pt x="430099" y="117230"/>
                  <a:pt x="478399" y="2128"/>
                  <a:pt x="478399" y="2128"/>
                </a:cubicBezTo>
                <a:lnTo>
                  <a:pt x="449096" y="2128"/>
                </a:lnTo>
                <a:lnTo>
                  <a:pt x="382889" y="166814"/>
                </a:lnTo>
                <a:close/>
                <a:moveTo>
                  <a:pt x="644368" y="197523"/>
                </a:moveTo>
                <a:lnTo>
                  <a:pt x="620714" y="259554"/>
                </a:lnTo>
                <a:lnTo>
                  <a:pt x="628690" y="259554"/>
                </a:lnTo>
                <a:lnTo>
                  <a:pt x="635246" y="242806"/>
                </a:lnTo>
                <a:lnTo>
                  <a:pt x="662266" y="242806"/>
                </a:lnTo>
                <a:lnTo>
                  <a:pt x="668821" y="259554"/>
                </a:lnTo>
                <a:lnTo>
                  <a:pt x="677055" y="259554"/>
                </a:lnTo>
                <a:lnTo>
                  <a:pt x="653491" y="197523"/>
                </a:lnTo>
                <a:lnTo>
                  <a:pt x="644368" y="197523"/>
                </a:lnTo>
                <a:close/>
                <a:moveTo>
                  <a:pt x="637547" y="235808"/>
                </a:moveTo>
                <a:lnTo>
                  <a:pt x="648705" y="205943"/>
                </a:lnTo>
                <a:lnTo>
                  <a:pt x="659955" y="235808"/>
                </a:lnTo>
                <a:lnTo>
                  <a:pt x="637538" y="235808"/>
                </a:lnTo>
                <a:close/>
              </a:path>
            </a:pathLst>
          </a:custGeom>
          <a:solidFill>
            <a:srgbClr val="000000"/>
          </a:solidFill>
          <a:ln w="1061" cap="flat">
            <a:noFill/>
            <a:prstDash val="solid"/>
            <a:miter/>
          </a:ln>
        </p:spPr>
        <p:txBody>
          <a:bodyPr rtlCol="0" anchor="ctr"/>
          <a:lstStyle/>
          <a:p>
            <a:endParaRPr lang="pt-BR" sz="1092">
              <a:solidFill>
                <a:schemeClr val="accent6"/>
              </a:solidFill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819F04F-8ABD-ABFC-2381-D3C3D7CF30AF}"/>
              </a:ext>
            </a:extLst>
          </p:cNvPr>
          <p:cNvCxnSpPr/>
          <p:nvPr userDrawn="1"/>
        </p:nvCxnSpPr>
        <p:spPr>
          <a:xfrm>
            <a:off x="0" y="6699502"/>
            <a:ext cx="12192000" cy="0"/>
          </a:xfrm>
          <a:prstGeom prst="line">
            <a:avLst/>
          </a:prstGeom>
          <a:ln>
            <a:gradFill>
              <a:gsLst>
                <a:gs pos="0">
                  <a:schemeClr val="accent1"/>
                </a:gs>
                <a:gs pos="50000">
                  <a:srgbClr val="AAE4C0"/>
                </a:gs>
                <a:gs pos="100000">
                  <a:schemeClr val="accent2">
                    <a:alpha val="0"/>
                  </a:schemeClr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5FA29D40-8F86-4DCA-85E9-E401626339AF}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6776531"/>
            <a:ext cx="12192000" cy="0"/>
          </a:xfrm>
          <a:prstGeom prst="line">
            <a:avLst/>
          </a:prstGeom>
          <a:ln>
            <a:gradFill>
              <a:gsLst>
                <a:gs pos="0">
                  <a:schemeClr val="accent3">
                    <a:lumMod val="50000"/>
                  </a:schemeClr>
                </a:gs>
                <a:gs pos="50000">
                  <a:schemeClr val="accent3">
                    <a:lumMod val="60000"/>
                    <a:lumOff val="40000"/>
                  </a:schemeClr>
                </a:gs>
                <a:gs pos="100000">
                  <a:schemeClr val="bg1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221077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469">
          <p15:clr>
            <a:srgbClr val="FBAE40"/>
          </p15:clr>
        </p15:guide>
        <p15:guide id="2" orient="horz" pos="3974">
          <p15:clr>
            <a:srgbClr val="FBAE40"/>
          </p15:clr>
        </p15:guide>
        <p15:guide id="3" orient="horz" pos="232">
          <p15:clr>
            <a:srgbClr val="FBAE40"/>
          </p15:clr>
        </p15:guide>
        <p15:guide id="4" pos="211">
          <p15:clr>
            <a:srgbClr val="FBAE40"/>
          </p15:clr>
        </p15:guide>
        <p15:guide id="5" orient="horz" pos="4065">
          <p15:clr>
            <a:srgbClr val="FBAE40"/>
          </p15:clr>
        </p15:guide>
        <p15:guide id="6" orient="horz" pos="799">
          <p15:clr>
            <a:srgbClr val="FBAE40"/>
          </p15:clr>
        </p15:guide>
        <p15:guide id="7" orient="horz" pos="935">
          <p15:clr>
            <a:srgbClr val="FBAE40"/>
          </p15:clr>
        </p15:guide>
      </p15:sldGuideLst>
    </p:ext>
  </p:extLst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ítulo | 2 linhas - Branco 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132BCE3-A04F-8602-64F7-7623C7EAF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61763" y="6482556"/>
            <a:ext cx="295275" cy="1692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 sz="1100">
                <a:solidFill>
                  <a:schemeClr val="tx1"/>
                </a:solidFill>
                <a:latin typeface="Versos" panose="020B0503020204030204" pitchFamily="34" charset="0"/>
                <a:cs typeface="Versos" panose="020B0503020204030204" pitchFamily="34" charset="0"/>
              </a:defRPr>
            </a:lvl1pPr>
          </a:lstStyle>
          <a:p>
            <a:fld id="{77667D73-C69A-4DAA-9003-24A825D36FE9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B13D7C-5A47-B0DF-B518-26E79F5D2DB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64" y="368301"/>
            <a:ext cx="10183813" cy="4308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800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 err="1"/>
              <a:t>Título</a:t>
            </a:r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2BF5896-7E11-14FB-06A4-95B1CAD37BF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34964" y="1949415"/>
            <a:ext cx="5648397" cy="435931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chemeClr val="tx1"/>
                </a:solidFill>
                <a:latin typeface="Versos Light" panose="020B04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401465E-A8CD-A3BA-BE2A-9597492FDC6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4963" y="6482556"/>
            <a:ext cx="10980000" cy="180000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chemeClr val="tx1"/>
                </a:solidFill>
                <a:latin typeface="Versos Light" panose="020B0403020204030204" pitchFamily="34" charset="0"/>
              </a:defRPr>
            </a:lvl1pPr>
            <a:lvl2pPr>
              <a:defRPr sz="900">
                <a:latin typeface="Versos Light" panose="020B0403020204030204" pitchFamily="34" charset="0"/>
              </a:defRPr>
            </a:lvl2pPr>
            <a:lvl3pPr>
              <a:defRPr sz="900">
                <a:latin typeface="Versos Light" panose="020B0403020204030204" pitchFamily="34" charset="0"/>
              </a:defRPr>
            </a:lvl3pPr>
            <a:lvl4pPr>
              <a:defRPr sz="900">
                <a:latin typeface="Versos Light" panose="020B0403020204030204" pitchFamily="34" charset="0"/>
              </a:defRPr>
            </a:lvl4pPr>
            <a:lvl5pPr>
              <a:defRPr sz="900">
                <a:latin typeface="Versos Light" panose="020B0403020204030204" pitchFamily="34" charset="0"/>
              </a:defRPr>
            </a:lvl5pPr>
          </a:lstStyle>
          <a:p>
            <a:pPr lvl="0"/>
            <a:r>
              <a:rPr lang="en-US"/>
              <a:t>Fonte:</a:t>
            </a:r>
            <a:endParaRPr lang="pt-BR"/>
          </a:p>
        </p:txBody>
      </p:sp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A0F307EA-4C29-0128-C5F3-1EC020414CC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208641" y="1949415"/>
            <a:ext cx="5648397" cy="435931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chemeClr val="tx1"/>
                </a:solidFill>
                <a:latin typeface="Versos Light" panose="020B04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8">
            <a:extLst>
              <a:ext uri="{FF2B5EF4-FFF2-40B4-BE49-F238E27FC236}">
                <a16:creationId xmlns:a16="http://schemas.microsoft.com/office/drawing/2014/main" id="{FC74B37E-4911-072A-7204-9C9ACA9A1C8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34964" y="1518528"/>
            <a:ext cx="5648397" cy="23011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chemeClr val="tx1"/>
                </a:solidFill>
                <a:latin typeface="Versos" panose="020B05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75ABF0D0-FF53-6AFF-585A-B5197E38DF0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208641" y="1518528"/>
            <a:ext cx="5648397" cy="23011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chemeClr val="tx1"/>
                </a:solidFill>
                <a:latin typeface="Versos" panose="020B05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Picture 8">
            <a:extLst>
              <a:ext uri="{FF2B5EF4-FFF2-40B4-BE49-F238E27FC236}">
                <a16:creationId xmlns:a16="http://schemas.microsoft.com/office/drawing/2014/main" id="{D2821058-F589-1511-1D91-0F05271A6C82}"/>
              </a:ext>
            </a:extLst>
          </p:cNvPr>
          <p:cNvSpPr/>
          <p:nvPr userDrawn="1"/>
        </p:nvSpPr>
        <p:spPr>
          <a:xfrm>
            <a:off x="11091186" y="377179"/>
            <a:ext cx="765852" cy="260086"/>
          </a:xfrm>
          <a:custGeom>
            <a:avLst/>
            <a:gdLst>
              <a:gd name="connsiteX0" fmla="*/ 739575 w 765852"/>
              <a:gd name="connsiteY0" fmla="*/ 143884 h 260086"/>
              <a:gd name="connsiteX1" fmla="*/ 765852 w 765852"/>
              <a:gd name="connsiteY1" fmla="*/ 83403 h 260086"/>
              <a:gd name="connsiteX2" fmla="*/ 739575 w 765852"/>
              <a:gd name="connsiteY2" fmla="*/ 22921 h 260086"/>
              <a:gd name="connsiteX3" fmla="*/ 672177 w 765852"/>
              <a:gd name="connsiteY3" fmla="*/ 0 h 260086"/>
              <a:gd name="connsiteX4" fmla="*/ 604779 w 765852"/>
              <a:gd name="connsiteY4" fmla="*/ 22921 h 260086"/>
              <a:gd name="connsiteX5" fmla="*/ 578501 w 765852"/>
              <a:gd name="connsiteY5" fmla="*/ 83403 h 260086"/>
              <a:gd name="connsiteX6" fmla="*/ 604779 w 765852"/>
              <a:gd name="connsiteY6" fmla="*/ 143884 h 260086"/>
              <a:gd name="connsiteX7" fmla="*/ 672177 w 765852"/>
              <a:gd name="connsiteY7" fmla="*/ 166805 h 260086"/>
              <a:gd name="connsiteX8" fmla="*/ 739575 w 765852"/>
              <a:gd name="connsiteY8" fmla="*/ 143884 h 260086"/>
              <a:gd name="connsiteX9" fmla="*/ 604595 w 765852"/>
              <a:gd name="connsiteY9" fmla="*/ 83403 h 260086"/>
              <a:gd name="connsiteX10" fmla="*/ 622611 w 765852"/>
              <a:gd name="connsiteY10" fmla="*/ 41871 h 260086"/>
              <a:gd name="connsiteX11" fmla="*/ 672177 w 765852"/>
              <a:gd name="connsiteY11" fmla="*/ 25719 h 260086"/>
              <a:gd name="connsiteX12" fmla="*/ 721742 w 765852"/>
              <a:gd name="connsiteY12" fmla="*/ 41871 h 260086"/>
              <a:gd name="connsiteX13" fmla="*/ 739759 w 765852"/>
              <a:gd name="connsiteY13" fmla="*/ 83403 h 260086"/>
              <a:gd name="connsiteX14" fmla="*/ 721742 w 765852"/>
              <a:gd name="connsiteY14" fmla="*/ 124934 h 260086"/>
              <a:gd name="connsiteX15" fmla="*/ 672177 w 765852"/>
              <a:gd name="connsiteY15" fmla="*/ 141077 h 260086"/>
              <a:gd name="connsiteX16" fmla="*/ 622611 w 765852"/>
              <a:gd name="connsiteY16" fmla="*/ 124934 h 260086"/>
              <a:gd name="connsiteX17" fmla="*/ 604595 w 765852"/>
              <a:gd name="connsiteY17" fmla="*/ 83403 h 260086"/>
              <a:gd name="connsiteX18" fmla="*/ 238310 w 765852"/>
              <a:gd name="connsiteY18" fmla="*/ 207181 h 260086"/>
              <a:gd name="connsiteX19" fmla="*/ 249560 w 765852"/>
              <a:gd name="connsiteY19" fmla="*/ 204081 h 260086"/>
              <a:gd name="connsiteX20" fmla="*/ 261562 w 765852"/>
              <a:gd name="connsiteY20" fmla="*/ 207713 h 260086"/>
              <a:gd name="connsiteX21" fmla="*/ 268163 w 765852"/>
              <a:gd name="connsiteY21" fmla="*/ 217812 h 260086"/>
              <a:gd name="connsiteX22" fmla="*/ 275874 w 765852"/>
              <a:gd name="connsiteY22" fmla="*/ 217812 h 260086"/>
              <a:gd name="connsiteX23" fmla="*/ 267145 w 765852"/>
              <a:gd name="connsiteY23" fmla="*/ 202568 h 260086"/>
              <a:gd name="connsiteX24" fmla="*/ 249917 w 765852"/>
              <a:gd name="connsiteY24" fmla="*/ 196982 h 260086"/>
              <a:gd name="connsiteX25" fmla="*/ 234322 w 765852"/>
              <a:gd name="connsiteY25" fmla="*/ 200926 h 260086"/>
              <a:gd name="connsiteX26" fmla="*/ 223961 w 765852"/>
              <a:gd name="connsiteY26" fmla="*/ 212052 h 260086"/>
              <a:gd name="connsiteX27" fmla="*/ 220330 w 765852"/>
              <a:gd name="connsiteY27" fmla="*/ 228534 h 260086"/>
              <a:gd name="connsiteX28" fmla="*/ 223961 w 765852"/>
              <a:gd name="connsiteY28" fmla="*/ 245062 h 260086"/>
              <a:gd name="connsiteX29" fmla="*/ 234322 w 765852"/>
              <a:gd name="connsiteY29" fmla="*/ 256142 h 260086"/>
              <a:gd name="connsiteX30" fmla="*/ 249917 w 765852"/>
              <a:gd name="connsiteY30" fmla="*/ 260086 h 260086"/>
              <a:gd name="connsiteX31" fmla="*/ 267145 w 765852"/>
              <a:gd name="connsiteY31" fmla="*/ 254501 h 260086"/>
              <a:gd name="connsiteX32" fmla="*/ 275782 w 765852"/>
              <a:gd name="connsiteY32" fmla="*/ 239256 h 260086"/>
              <a:gd name="connsiteX33" fmla="*/ 268071 w 765852"/>
              <a:gd name="connsiteY33" fmla="*/ 239256 h 260086"/>
              <a:gd name="connsiteX34" fmla="*/ 261516 w 765852"/>
              <a:gd name="connsiteY34" fmla="*/ 249401 h 260086"/>
              <a:gd name="connsiteX35" fmla="*/ 249560 w 765852"/>
              <a:gd name="connsiteY35" fmla="*/ 252987 h 260086"/>
              <a:gd name="connsiteX36" fmla="*/ 238310 w 765852"/>
              <a:gd name="connsiteY36" fmla="*/ 249887 h 260086"/>
              <a:gd name="connsiteX37" fmla="*/ 230828 w 765852"/>
              <a:gd name="connsiteY37" fmla="*/ 241201 h 260086"/>
              <a:gd name="connsiteX38" fmla="*/ 228215 w 765852"/>
              <a:gd name="connsiteY38" fmla="*/ 228525 h 260086"/>
              <a:gd name="connsiteX39" fmla="*/ 230828 w 765852"/>
              <a:gd name="connsiteY39" fmla="*/ 215812 h 260086"/>
              <a:gd name="connsiteX40" fmla="*/ 238310 w 765852"/>
              <a:gd name="connsiteY40" fmla="*/ 207172 h 260086"/>
              <a:gd name="connsiteX41" fmla="*/ 335580 w 765852"/>
              <a:gd name="connsiteY41" fmla="*/ 197523 h 260086"/>
              <a:gd name="connsiteX42" fmla="*/ 311925 w 765852"/>
              <a:gd name="connsiteY42" fmla="*/ 259554 h 260086"/>
              <a:gd name="connsiteX43" fmla="*/ 319892 w 765852"/>
              <a:gd name="connsiteY43" fmla="*/ 259554 h 260086"/>
              <a:gd name="connsiteX44" fmla="*/ 326448 w 765852"/>
              <a:gd name="connsiteY44" fmla="*/ 242806 h 260086"/>
              <a:gd name="connsiteX45" fmla="*/ 353467 w 765852"/>
              <a:gd name="connsiteY45" fmla="*/ 242806 h 260086"/>
              <a:gd name="connsiteX46" fmla="*/ 360023 w 765852"/>
              <a:gd name="connsiteY46" fmla="*/ 259554 h 260086"/>
              <a:gd name="connsiteX47" fmla="*/ 368256 w 765852"/>
              <a:gd name="connsiteY47" fmla="*/ 259554 h 260086"/>
              <a:gd name="connsiteX48" fmla="*/ 344693 w 765852"/>
              <a:gd name="connsiteY48" fmla="*/ 197523 h 260086"/>
              <a:gd name="connsiteX49" fmla="*/ 335570 w 765852"/>
              <a:gd name="connsiteY49" fmla="*/ 197523 h 260086"/>
              <a:gd name="connsiteX50" fmla="*/ 328758 w 765852"/>
              <a:gd name="connsiteY50" fmla="*/ 235808 h 260086"/>
              <a:gd name="connsiteX51" fmla="*/ 339916 w 765852"/>
              <a:gd name="connsiteY51" fmla="*/ 205943 h 260086"/>
              <a:gd name="connsiteX52" fmla="*/ 351166 w 765852"/>
              <a:gd name="connsiteY52" fmla="*/ 235808 h 260086"/>
              <a:gd name="connsiteX53" fmla="*/ 328749 w 765852"/>
              <a:gd name="connsiteY53" fmla="*/ 235808 h 260086"/>
              <a:gd name="connsiteX54" fmla="*/ 725437 w 765852"/>
              <a:gd name="connsiteY54" fmla="*/ 197523 h 260086"/>
              <a:gd name="connsiteX55" fmla="*/ 717736 w 765852"/>
              <a:gd name="connsiteY55" fmla="*/ 197523 h 260086"/>
              <a:gd name="connsiteX56" fmla="*/ 717736 w 765852"/>
              <a:gd name="connsiteY56" fmla="*/ 259554 h 260086"/>
              <a:gd name="connsiteX57" fmla="*/ 753704 w 765852"/>
              <a:gd name="connsiteY57" fmla="*/ 259554 h 260086"/>
              <a:gd name="connsiteX58" fmla="*/ 753704 w 765852"/>
              <a:gd name="connsiteY58" fmla="*/ 252464 h 260086"/>
              <a:gd name="connsiteX59" fmla="*/ 725446 w 765852"/>
              <a:gd name="connsiteY59" fmla="*/ 252464 h 260086"/>
              <a:gd name="connsiteX60" fmla="*/ 725446 w 765852"/>
              <a:gd name="connsiteY60" fmla="*/ 197523 h 260086"/>
              <a:gd name="connsiteX61" fmla="*/ 250953 w 765852"/>
              <a:gd name="connsiteY61" fmla="*/ 2119 h 260086"/>
              <a:gd name="connsiteX62" fmla="*/ 225566 w 765852"/>
              <a:gd name="connsiteY62" fmla="*/ 2119 h 260086"/>
              <a:gd name="connsiteX63" fmla="*/ 225566 w 765852"/>
              <a:gd name="connsiteY63" fmla="*/ 164677 h 260086"/>
              <a:gd name="connsiteX64" fmla="*/ 250953 w 765852"/>
              <a:gd name="connsiteY64" fmla="*/ 164677 h 260086"/>
              <a:gd name="connsiteX65" fmla="*/ 250953 w 765852"/>
              <a:gd name="connsiteY65" fmla="*/ 2119 h 260086"/>
              <a:gd name="connsiteX66" fmla="*/ 80592 w 765852"/>
              <a:gd name="connsiteY66" fmla="*/ 62692 h 260086"/>
              <a:gd name="connsiteX67" fmla="*/ 80592 w 765852"/>
              <a:gd name="connsiteY67" fmla="*/ 164687 h 260086"/>
              <a:gd name="connsiteX68" fmla="*/ 106732 w 765852"/>
              <a:gd name="connsiteY68" fmla="*/ 164687 h 260086"/>
              <a:gd name="connsiteX69" fmla="*/ 106713 w 765852"/>
              <a:gd name="connsiteY69" fmla="*/ 62692 h 260086"/>
              <a:gd name="connsiteX70" fmla="*/ 95124 w 765852"/>
              <a:gd name="connsiteY70" fmla="*/ 28700 h 260086"/>
              <a:gd name="connsiteX71" fmla="*/ 93648 w 765852"/>
              <a:gd name="connsiteY71" fmla="*/ 26792 h 260086"/>
              <a:gd name="connsiteX72" fmla="*/ 92172 w 765852"/>
              <a:gd name="connsiteY72" fmla="*/ 28700 h 260086"/>
              <a:gd name="connsiteX73" fmla="*/ 80583 w 765852"/>
              <a:gd name="connsiteY73" fmla="*/ 62692 h 260086"/>
              <a:gd name="connsiteX74" fmla="*/ 47273 w 765852"/>
              <a:gd name="connsiteY74" fmla="*/ 2119 h 260086"/>
              <a:gd name="connsiteX75" fmla="*/ 0 w 765852"/>
              <a:gd name="connsiteY75" fmla="*/ 2119 h 260086"/>
              <a:gd name="connsiteX76" fmla="*/ 0 w 765852"/>
              <a:gd name="connsiteY76" fmla="*/ 26792 h 260086"/>
              <a:gd name="connsiteX77" fmla="*/ 93648 w 765852"/>
              <a:gd name="connsiteY77" fmla="*/ 26792 h 260086"/>
              <a:gd name="connsiteX78" fmla="*/ 91328 w 765852"/>
              <a:gd name="connsiteY78" fmla="*/ 23793 h 260086"/>
              <a:gd name="connsiteX79" fmla="*/ 47273 w 765852"/>
              <a:gd name="connsiteY79" fmla="*/ 2119 h 260086"/>
              <a:gd name="connsiteX80" fmla="*/ 95968 w 765852"/>
              <a:gd name="connsiteY80" fmla="*/ 23793 h 260086"/>
              <a:gd name="connsiteX81" fmla="*/ 93648 w 765852"/>
              <a:gd name="connsiteY81" fmla="*/ 26792 h 260086"/>
              <a:gd name="connsiteX82" fmla="*/ 187296 w 765852"/>
              <a:gd name="connsiteY82" fmla="*/ 26792 h 260086"/>
              <a:gd name="connsiteX83" fmla="*/ 187296 w 765852"/>
              <a:gd name="connsiteY83" fmla="*/ 2119 h 260086"/>
              <a:gd name="connsiteX84" fmla="*/ 140023 w 765852"/>
              <a:gd name="connsiteY84" fmla="*/ 2119 h 260086"/>
              <a:gd name="connsiteX85" fmla="*/ 95958 w 765852"/>
              <a:gd name="connsiteY85" fmla="*/ 23793 h 260086"/>
              <a:gd name="connsiteX86" fmla="*/ 514844 w 765852"/>
              <a:gd name="connsiteY86" fmla="*/ 164677 h 260086"/>
              <a:gd name="connsiteX87" fmla="*/ 540232 w 765852"/>
              <a:gd name="connsiteY87" fmla="*/ 164677 h 260086"/>
              <a:gd name="connsiteX88" fmla="*/ 540232 w 765852"/>
              <a:gd name="connsiteY88" fmla="*/ 2119 h 260086"/>
              <a:gd name="connsiteX89" fmla="*/ 514844 w 765852"/>
              <a:gd name="connsiteY89" fmla="*/ 2119 h 260086"/>
              <a:gd name="connsiteX90" fmla="*/ 514844 w 765852"/>
              <a:gd name="connsiteY90" fmla="*/ 164677 h 260086"/>
              <a:gd name="connsiteX91" fmla="*/ 495205 w 765852"/>
              <a:gd name="connsiteY91" fmla="*/ 259554 h 260086"/>
              <a:gd name="connsiteX92" fmla="*/ 502915 w 765852"/>
              <a:gd name="connsiteY92" fmla="*/ 259554 h 260086"/>
              <a:gd name="connsiteX93" fmla="*/ 502915 w 765852"/>
              <a:gd name="connsiteY93" fmla="*/ 197523 h 260086"/>
              <a:gd name="connsiteX94" fmla="*/ 495205 w 765852"/>
              <a:gd name="connsiteY94" fmla="*/ 197523 h 260086"/>
              <a:gd name="connsiteX95" fmla="*/ 495205 w 765852"/>
              <a:gd name="connsiteY95" fmla="*/ 259554 h 260086"/>
              <a:gd name="connsiteX96" fmla="*/ 544816 w 765852"/>
              <a:gd name="connsiteY96" fmla="*/ 204613 h 260086"/>
              <a:gd name="connsiteX97" fmla="*/ 564923 w 765852"/>
              <a:gd name="connsiteY97" fmla="*/ 204613 h 260086"/>
              <a:gd name="connsiteX98" fmla="*/ 564923 w 765852"/>
              <a:gd name="connsiteY98" fmla="*/ 259554 h 260086"/>
              <a:gd name="connsiteX99" fmla="*/ 572633 w 765852"/>
              <a:gd name="connsiteY99" fmla="*/ 259554 h 260086"/>
              <a:gd name="connsiteX100" fmla="*/ 572633 w 765852"/>
              <a:gd name="connsiteY100" fmla="*/ 204613 h 260086"/>
              <a:gd name="connsiteX101" fmla="*/ 592740 w 765852"/>
              <a:gd name="connsiteY101" fmla="*/ 204613 h 260086"/>
              <a:gd name="connsiteX102" fmla="*/ 592740 w 765852"/>
              <a:gd name="connsiteY102" fmla="*/ 197523 h 260086"/>
              <a:gd name="connsiteX103" fmla="*/ 544816 w 765852"/>
              <a:gd name="connsiteY103" fmla="*/ 197523 h 260086"/>
              <a:gd name="connsiteX104" fmla="*/ 544816 w 765852"/>
              <a:gd name="connsiteY104" fmla="*/ 204613 h 260086"/>
              <a:gd name="connsiteX105" fmla="*/ 287389 w 765852"/>
              <a:gd name="connsiteY105" fmla="*/ 2119 h 260086"/>
              <a:gd name="connsiteX106" fmla="*/ 345234 w 765852"/>
              <a:gd name="connsiteY106" fmla="*/ 140105 h 260086"/>
              <a:gd name="connsiteX107" fmla="*/ 381413 w 765852"/>
              <a:gd name="connsiteY107" fmla="*/ 166796 h 260086"/>
              <a:gd name="connsiteX108" fmla="*/ 382899 w 765852"/>
              <a:gd name="connsiteY108" fmla="*/ 166796 h 260086"/>
              <a:gd name="connsiteX109" fmla="*/ 316692 w 765852"/>
              <a:gd name="connsiteY109" fmla="*/ 2119 h 260086"/>
              <a:gd name="connsiteX110" fmla="*/ 287389 w 765852"/>
              <a:gd name="connsiteY110" fmla="*/ 2119 h 260086"/>
              <a:gd name="connsiteX111" fmla="*/ 443549 w 765852"/>
              <a:gd name="connsiteY111" fmla="*/ 199871 h 260086"/>
              <a:gd name="connsiteX112" fmla="*/ 432739 w 765852"/>
              <a:gd name="connsiteY112" fmla="*/ 197523 h 260086"/>
              <a:gd name="connsiteX113" fmla="*/ 408910 w 765852"/>
              <a:gd name="connsiteY113" fmla="*/ 197523 h 260086"/>
              <a:gd name="connsiteX114" fmla="*/ 408910 w 765852"/>
              <a:gd name="connsiteY114" fmla="*/ 259554 h 260086"/>
              <a:gd name="connsiteX115" fmla="*/ 416621 w 765852"/>
              <a:gd name="connsiteY115" fmla="*/ 259554 h 260086"/>
              <a:gd name="connsiteX116" fmla="*/ 416621 w 765852"/>
              <a:gd name="connsiteY116" fmla="*/ 235716 h 260086"/>
              <a:gd name="connsiteX117" fmla="*/ 432748 w 765852"/>
              <a:gd name="connsiteY117" fmla="*/ 235716 h 260086"/>
              <a:gd name="connsiteX118" fmla="*/ 443512 w 765852"/>
              <a:gd name="connsiteY118" fmla="*/ 233368 h 260086"/>
              <a:gd name="connsiteX119" fmla="*/ 450728 w 765852"/>
              <a:gd name="connsiteY119" fmla="*/ 226681 h 260086"/>
              <a:gd name="connsiteX120" fmla="*/ 453295 w 765852"/>
              <a:gd name="connsiteY120" fmla="*/ 216583 h 260086"/>
              <a:gd name="connsiteX121" fmla="*/ 450774 w 765852"/>
              <a:gd name="connsiteY121" fmla="*/ 206521 h 260086"/>
              <a:gd name="connsiteX122" fmla="*/ 443558 w 765852"/>
              <a:gd name="connsiteY122" fmla="*/ 199871 h 260086"/>
              <a:gd name="connsiteX123" fmla="*/ 441779 w 765852"/>
              <a:gd name="connsiteY123" fmla="*/ 225351 h 260086"/>
              <a:gd name="connsiteX124" fmla="*/ 432033 w 765852"/>
              <a:gd name="connsiteY124" fmla="*/ 228635 h 260086"/>
              <a:gd name="connsiteX125" fmla="*/ 416621 w 765852"/>
              <a:gd name="connsiteY125" fmla="*/ 228635 h 260086"/>
              <a:gd name="connsiteX126" fmla="*/ 416621 w 765852"/>
              <a:gd name="connsiteY126" fmla="*/ 204622 h 260086"/>
              <a:gd name="connsiteX127" fmla="*/ 432125 w 765852"/>
              <a:gd name="connsiteY127" fmla="*/ 204622 h 260086"/>
              <a:gd name="connsiteX128" fmla="*/ 441825 w 765852"/>
              <a:gd name="connsiteY128" fmla="*/ 207860 h 260086"/>
              <a:gd name="connsiteX129" fmla="*/ 445410 w 765852"/>
              <a:gd name="connsiteY129" fmla="*/ 216592 h 260086"/>
              <a:gd name="connsiteX130" fmla="*/ 441779 w 765852"/>
              <a:gd name="connsiteY130" fmla="*/ 225361 h 260086"/>
              <a:gd name="connsiteX131" fmla="*/ 382889 w 765852"/>
              <a:gd name="connsiteY131" fmla="*/ 166805 h 260086"/>
              <a:gd name="connsiteX132" fmla="*/ 384375 w 765852"/>
              <a:gd name="connsiteY132" fmla="*/ 166805 h 260086"/>
              <a:gd name="connsiteX133" fmla="*/ 420554 w 765852"/>
              <a:gd name="connsiteY133" fmla="*/ 140114 h 260086"/>
              <a:gd name="connsiteX134" fmla="*/ 478399 w 765852"/>
              <a:gd name="connsiteY134" fmla="*/ 2128 h 260086"/>
              <a:gd name="connsiteX135" fmla="*/ 449096 w 765852"/>
              <a:gd name="connsiteY135" fmla="*/ 2128 h 260086"/>
              <a:gd name="connsiteX136" fmla="*/ 382889 w 765852"/>
              <a:gd name="connsiteY136" fmla="*/ 166814 h 260086"/>
              <a:gd name="connsiteX137" fmla="*/ 644368 w 765852"/>
              <a:gd name="connsiteY137" fmla="*/ 197523 h 260086"/>
              <a:gd name="connsiteX138" fmla="*/ 620714 w 765852"/>
              <a:gd name="connsiteY138" fmla="*/ 259554 h 260086"/>
              <a:gd name="connsiteX139" fmla="*/ 628690 w 765852"/>
              <a:gd name="connsiteY139" fmla="*/ 259554 h 260086"/>
              <a:gd name="connsiteX140" fmla="*/ 635246 w 765852"/>
              <a:gd name="connsiteY140" fmla="*/ 242806 h 260086"/>
              <a:gd name="connsiteX141" fmla="*/ 662266 w 765852"/>
              <a:gd name="connsiteY141" fmla="*/ 242806 h 260086"/>
              <a:gd name="connsiteX142" fmla="*/ 668821 w 765852"/>
              <a:gd name="connsiteY142" fmla="*/ 259554 h 260086"/>
              <a:gd name="connsiteX143" fmla="*/ 677055 w 765852"/>
              <a:gd name="connsiteY143" fmla="*/ 259554 h 260086"/>
              <a:gd name="connsiteX144" fmla="*/ 653491 w 765852"/>
              <a:gd name="connsiteY144" fmla="*/ 197523 h 260086"/>
              <a:gd name="connsiteX145" fmla="*/ 644368 w 765852"/>
              <a:gd name="connsiteY145" fmla="*/ 197523 h 260086"/>
              <a:gd name="connsiteX146" fmla="*/ 637547 w 765852"/>
              <a:gd name="connsiteY146" fmla="*/ 235808 h 260086"/>
              <a:gd name="connsiteX147" fmla="*/ 648705 w 765852"/>
              <a:gd name="connsiteY147" fmla="*/ 205943 h 260086"/>
              <a:gd name="connsiteX148" fmla="*/ 659955 w 765852"/>
              <a:gd name="connsiteY148" fmla="*/ 235808 h 260086"/>
              <a:gd name="connsiteX149" fmla="*/ 637538 w 765852"/>
              <a:gd name="connsiteY149" fmla="*/ 235808 h 260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</a:cxnLst>
            <a:rect l="l" t="t" r="r" b="b"/>
            <a:pathLst>
              <a:path w="765852" h="260086">
                <a:moveTo>
                  <a:pt x="739575" y="143884"/>
                </a:moveTo>
                <a:cubicBezTo>
                  <a:pt x="756519" y="128906"/>
                  <a:pt x="765852" y="107425"/>
                  <a:pt x="765852" y="83403"/>
                </a:cubicBezTo>
                <a:cubicBezTo>
                  <a:pt x="765852" y="59381"/>
                  <a:pt x="756519" y="37899"/>
                  <a:pt x="739575" y="22921"/>
                </a:cubicBezTo>
                <a:cubicBezTo>
                  <a:pt x="722613" y="7925"/>
                  <a:pt x="699307" y="0"/>
                  <a:pt x="672177" y="0"/>
                </a:cubicBezTo>
                <a:cubicBezTo>
                  <a:pt x="645047" y="0"/>
                  <a:pt x="621740" y="7925"/>
                  <a:pt x="604779" y="22921"/>
                </a:cubicBezTo>
                <a:cubicBezTo>
                  <a:pt x="587835" y="37899"/>
                  <a:pt x="578501" y="59381"/>
                  <a:pt x="578501" y="83403"/>
                </a:cubicBezTo>
                <a:cubicBezTo>
                  <a:pt x="578501" y="107425"/>
                  <a:pt x="587835" y="128906"/>
                  <a:pt x="604779" y="143884"/>
                </a:cubicBezTo>
                <a:cubicBezTo>
                  <a:pt x="621740" y="158881"/>
                  <a:pt x="645047" y="166805"/>
                  <a:pt x="672177" y="166805"/>
                </a:cubicBezTo>
                <a:cubicBezTo>
                  <a:pt x="699307" y="166805"/>
                  <a:pt x="722613" y="158881"/>
                  <a:pt x="739575" y="143884"/>
                </a:cubicBezTo>
                <a:close/>
                <a:moveTo>
                  <a:pt x="604595" y="83403"/>
                </a:moveTo>
                <a:cubicBezTo>
                  <a:pt x="604595" y="66489"/>
                  <a:pt x="610821" y="52135"/>
                  <a:pt x="622611" y="41871"/>
                </a:cubicBezTo>
                <a:cubicBezTo>
                  <a:pt x="634751" y="31305"/>
                  <a:pt x="651887" y="25719"/>
                  <a:pt x="672177" y="25719"/>
                </a:cubicBezTo>
                <a:cubicBezTo>
                  <a:pt x="692467" y="25719"/>
                  <a:pt x="709603" y="31305"/>
                  <a:pt x="721742" y="41871"/>
                </a:cubicBezTo>
                <a:cubicBezTo>
                  <a:pt x="733524" y="52126"/>
                  <a:pt x="739759" y="66489"/>
                  <a:pt x="739759" y="83403"/>
                </a:cubicBezTo>
                <a:cubicBezTo>
                  <a:pt x="739759" y="100316"/>
                  <a:pt x="733533" y="114671"/>
                  <a:pt x="721742" y="124934"/>
                </a:cubicBezTo>
                <a:cubicBezTo>
                  <a:pt x="709603" y="135501"/>
                  <a:pt x="692467" y="141077"/>
                  <a:pt x="672177" y="141077"/>
                </a:cubicBezTo>
                <a:cubicBezTo>
                  <a:pt x="651887" y="141077"/>
                  <a:pt x="634741" y="135491"/>
                  <a:pt x="622611" y="124934"/>
                </a:cubicBezTo>
                <a:cubicBezTo>
                  <a:pt x="610830" y="114671"/>
                  <a:pt x="604595" y="100316"/>
                  <a:pt x="604595" y="83403"/>
                </a:cubicBezTo>
                <a:close/>
                <a:moveTo>
                  <a:pt x="238310" y="207181"/>
                </a:moveTo>
                <a:cubicBezTo>
                  <a:pt x="241556" y="205118"/>
                  <a:pt x="245306" y="204081"/>
                  <a:pt x="249560" y="204081"/>
                </a:cubicBezTo>
                <a:cubicBezTo>
                  <a:pt x="254282" y="204081"/>
                  <a:pt x="258288" y="205292"/>
                  <a:pt x="261562" y="207713"/>
                </a:cubicBezTo>
                <a:cubicBezTo>
                  <a:pt x="264835" y="210135"/>
                  <a:pt x="267035" y="213501"/>
                  <a:pt x="268163" y="217812"/>
                </a:cubicBezTo>
                <a:lnTo>
                  <a:pt x="275874" y="217812"/>
                </a:lnTo>
                <a:cubicBezTo>
                  <a:pt x="274691" y="211373"/>
                  <a:pt x="271784" y="206292"/>
                  <a:pt x="267145" y="202568"/>
                </a:cubicBezTo>
                <a:cubicBezTo>
                  <a:pt x="262506" y="198844"/>
                  <a:pt x="256766" y="196982"/>
                  <a:pt x="249917" y="196982"/>
                </a:cubicBezTo>
                <a:cubicBezTo>
                  <a:pt x="244013" y="196982"/>
                  <a:pt x="238814" y="198293"/>
                  <a:pt x="234322" y="200926"/>
                </a:cubicBezTo>
                <a:cubicBezTo>
                  <a:pt x="229838" y="203558"/>
                  <a:pt x="226382" y="207264"/>
                  <a:pt x="223961" y="212052"/>
                </a:cubicBezTo>
                <a:cubicBezTo>
                  <a:pt x="221541" y="216840"/>
                  <a:pt x="220330" y="222334"/>
                  <a:pt x="220330" y="228534"/>
                </a:cubicBezTo>
                <a:cubicBezTo>
                  <a:pt x="220330" y="234734"/>
                  <a:pt x="221541" y="240302"/>
                  <a:pt x="223961" y="245062"/>
                </a:cubicBezTo>
                <a:cubicBezTo>
                  <a:pt x="226382" y="249823"/>
                  <a:pt x="229838" y="253510"/>
                  <a:pt x="234322" y="256142"/>
                </a:cubicBezTo>
                <a:cubicBezTo>
                  <a:pt x="238805" y="258775"/>
                  <a:pt x="244004" y="260086"/>
                  <a:pt x="249917" y="260086"/>
                </a:cubicBezTo>
                <a:cubicBezTo>
                  <a:pt x="256831" y="260086"/>
                  <a:pt x="262570" y="258224"/>
                  <a:pt x="267145" y="254501"/>
                </a:cubicBezTo>
                <a:cubicBezTo>
                  <a:pt x="271720" y="250777"/>
                  <a:pt x="274599" y="245695"/>
                  <a:pt x="275782" y="239256"/>
                </a:cubicBezTo>
                <a:lnTo>
                  <a:pt x="268071" y="239256"/>
                </a:lnTo>
                <a:cubicBezTo>
                  <a:pt x="266888" y="243631"/>
                  <a:pt x="264706" y="247007"/>
                  <a:pt x="261516" y="249401"/>
                </a:cubicBezTo>
                <a:cubicBezTo>
                  <a:pt x="258325" y="251795"/>
                  <a:pt x="254337" y="252987"/>
                  <a:pt x="249560" y="252987"/>
                </a:cubicBezTo>
                <a:cubicBezTo>
                  <a:pt x="245306" y="252987"/>
                  <a:pt x="241556" y="251951"/>
                  <a:pt x="238310" y="249887"/>
                </a:cubicBezTo>
                <a:cubicBezTo>
                  <a:pt x="235064" y="247823"/>
                  <a:pt x="232561" y="244925"/>
                  <a:pt x="230828" y="241201"/>
                </a:cubicBezTo>
                <a:cubicBezTo>
                  <a:pt x="229086" y="237477"/>
                  <a:pt x="228215" y="233258"/>
                  <a:pt x="228215" y="228525"/>
                </a:cubicBezTo>
                <a:cubicBezTo>
                  <a:pt x="228215" y="223792"/>
                  <a:pt x="229086" y="219499"/>
                  <a:pt x="230828" y="215812"/>
                </a:cubicBezTo>
                <a:cubicBezTo>
                  <a:pt x="232570" y="212125"/>
                  <a:pt x="235064" y="209245"/>
                  <a:pt x="238310" y="207172"/>
                </a:cubicBezTo>
                <a:close/>
                <a:moveTo>
                  <a:pt x="335580" y="197523"/>
                </a:moveTo>
                <a:lnTo>
                  <a:pt x="311925" y="259554"/>
                </a:lnTo>
                <a:lnTo>
                  <a:pt x="319892" y="259554"/>
                </a:lnTo>
                <a:lnTo>
                  <a:pt x="326448" y="242806"/>
                </a:lnTo>
                <a:lnTo>
                  <a:pt x="353467" y="242806"/>
                </a:lnTo>
                <a:lnTo>
                  <a:pt x="360023" y="259554"/>
                </a:lnTo>
                <a:lnTo>
                  <a:pt x="368256" y="259554"/>
                </a:lnTo>
                <a:lnTo>
                  <a:pt x="344693" y="197523"/>
                </a:lnTo>
                <a:lnTo>
                  <a:pt x="335570" y="197523"/>
                </a:lnTo>
                <a:close/>
                <a:moveTo>
                  <a:pt x="328758" y="235808"/>
                </a:moveTo>
                <a:lnTo>
                  <a:pt x="339916" y="205943"/>
                </a:lnTo>
                <a:lnTo>
                  <a:pt x="351166" y="235808"/>
                </a:lnTo>
                <a:lnTo>
                  <a:pt x="328749" y="235808"/>
                </a:lnTo>
                <a:close/>
                <a:moveTo>
                  <a:pt x="725437" y="197523"/>
                </a:moveTo>
                <a:lnTo>
                  <a:pt x="717736" y="197523"/>
                </a:lnTo>
                <a:lnTo>
                  <a:pt x="717736" y="259554"/>
                </a:lnTo>
                <a:lnTo>
                  <a:pt x="753704" y="259554"/>
                </a:lnTo>
                <a:lnTo>
                  <a:pt x="753704" y="252464"/>
                </a:lnTo>
                <a:lnTo>
                  <a:pt x="725446" y="252464"/>
                </a:lnTo>
                <a:lnTo>
                  <a:pt x="725446" y="197523"/>
                </a:lnTo>
                <a:close/>
                <a:moveTo>
                  <a:pt x="250953" y="2119"/>
                </a:moveTo>
                <a:lnTo>
                  <a:pt x="225566" y="2119"/>
                </a:lnTo>
                <a:lnTo>
                  <a:pt x="225566" y="164677"/>
                </a:lnTo>
                <a:lnTo>
                  <a:pt x="250953" y="164677"/>
                </a:lnTo>
                <a:lnTo>
                  <a:pt x="250953" y="2119"/>
                </a:lnTo>
                <a:close/>
                <a:moveTo>
                  <a:pt x="80592" y="62692"/>
                </a:moveTo>
                <a:lnTo>
                  <a:pt x="80592" y="164687"/>
                </a:lnTo>
                <a:cubicBezTo>
                  <a:pt x="80592" y="164687"/>
                  <a:pt x="106732" y="164687"/>
                  <a:pt x="106732" y="164687"/>
                </a:cubicBezTo>
                <a:lnTo>
                  <a:pt x="106713" y="62692"/>
                </a:lnTo>
                <a:cubicBezTo>
                  <a:pt x="106713" y="50282"/>
                  <a:pt x="102707" y="38523"/>
                  <a:pt x="95124" y="28700"/>
                </a:cubicBezTo>
                <a:lnTo>
                  <a:pt x="93648" y="26792"/>
                </a:lnTo>
                <a:lnTo>
                  <a:pt x="92172" y="28700"/>
                </a:lnTo>
                <a:cubicBezTo>
                  <a:pt x="84589" y="38523"/>
                  <a:pt x="80583" y="50273"/>
                  <a:pt x="80583" y="62692"/>
                </a:cubicBezTo>
                <a:close/>
                <a:moveTo>
                  <a:pt x="47273" y="2119"/>
                </a:moveTo>
                <a:lnTo>
                  <a:pt x="0" y="2119"/>
                </a:lnTo>
                <a:lnTo>
                  <a:pt x="0" y="26792"/>
                </a:lnTo>
                <a:lnTo>
                  <a:pt x="93648" y="26792"/>
                </a:lnTo>
                <a:lnTo>
                  <a:pt x="91328" y="23793"/>
                </a:lnTo>
                <a:cubicBezTo>
                  <a:pt x="80693" y="10025"/>
                  <a:pt x="64629" y="2119"/>
                  <a:pt x="47273" y="2119"/>
                </a:cubicBezTo>
                <a:close/>
                <a:moveTo>
                  <a:pt x="95968" y="23793"/>
                </a:moveTo>
                <a:lnTo>
                  <a:pt x="93648" y="26792"/>
                </a:lnTo>
                <a:lnTo>
                  <a:pt x="187296" y="26792"/>
                </a:lnTo>
                <a:lnTo>
                  <a:pt x="187296" y="2119"/>
                </a:lnTo>
                <a:lnTo>
                  <a:pt x="140023" y="2119"/>
                </a:lnTo>
                <a:cubicBezTo>
                  <a:pt x="122657" y="2119"/>
                  <a:pt x="106603" y="10016"/>
                  <a:pt x="95958" y="23793"/>
                </a:cubicBezTo>
                <a:close/>
                <a:moveTo>
                  <a:pt x="514844" y="164677"/>
                </a:moveTo>
                <a:lnTo>
                  <a:pt x="540232" y="164677"/>
                </a:lnTo>
                <a:lnTo>
                  <a:pt x="540232" y="2119"/>
                </a:lnTo>
                <a:lnTo>
                  <a:pt x="514844" y="2119"/>
                </a:lnTo>
                <a:lnTo>
                  <a:pt x="514844" y="164677"/>
                </a:lnTo>
                <a:close/>
                <a:moveTo>
                  <a:pt x="495205" y="259554"/>
                </a:moveTo>
                <a:lnTo>
                  <a:pt x="502915" y="259554"/>
                </a:lnTo>
                <a:lnTo>
                  <a:pt x="502915" y="197523"/>
                </a:lnTo>
                <a:lnTo>
                  <a:pt x="495205" y="197523"/>
                </a:lnTo>
                <a:lnTo>
                  <a:pt x="495205" y="259554"/>
                </a:lnTo>
                <a:close/>
                <a:moveTo>
                  <a:pt x="544816" y="204613"/>
                </a:moveTo>
                <a:lnTo>
                  <a:pt x="564923" y="204613"/>
                </a:lnTo>
                <a:lnTo>
                  <a:pt x="564923" y="259554"/>
                </a:lnTo>
                <a:lnTo>
                  <a:pt x="572633" y="259554"/>
                </a:lnTo>
                <a:lnTo>
                  <a:pt x="572633" y="204613"/>
                </a:lnTo>
                <a:lnTo>
                  <a:pt x="592740" y="204613"/>
                </a:lnTo>
                <a:lnTo>
                  <a:pt x="592740" y="197523"/>
                </a:lnTo>
                <a:lnTo>
                  <a:pt x="544816" y="197523"/>
                </a:lnTo>
                <a:lnTo>
                  <a:pt x="544816" y="204613"/>
                </a:lnTo>
                <a:close/>
                <a:moveTo>
                  <a:pt x="287389" y="2119"/>
                </a:moveTo>
                <a:cubicBezTo>
                  <a:pt x="287389" y="2119"/>
                  <a:pt x="335680" y="117220"/>
                  <a:pt x="345234" y="140105"/>
                </a:cubicBezTo>
                <a:cubicBezTo>
                  <a:pt x="356374" y="166796"/>
                  <a:pt x="374464" y="166796"/>
                  <a:pt x="381413" y="166796"/>
                </a:cubicBezTo>
                <a:lnTo>
                  <a:pt x="382899" y="166796"/>
                </a:lnTo>
                <a:lnTo>
                  <a:pt x="316692" y="2119"/>
                </a:lnTo>
                <a:lnTo>
                  <a:pt x="287389" y="2119"/>
                </a:lnTo>
                <a:close/>
                <a:moveTo>
                  <a:pt x="443549" y="199871"/>
                </a:moveTo>
                <a:cubicBezTo>
                  <a:pt x="440413" y="198303"/>
                  <a:pt x="436819" y="197523"/>
                  <a:pt x="432739" y="197523"/>
                </a:cubicBezTo>
                <a:lnTo>
                  <a:pt x="408910" y="197523"/>
                </a:lnTo>
                <a:lnTo>
                  <a:pt x="408910" y="259554"/>
                </a:lnTo>
                <a:lnTo>
                  <a:pt x="416621" y="259554"/>
                </a:lnTo>
                <a:lnTo>
                  <a:pt x="416621" y="235716"/>
                </a:lnTo>
                <a:lnTo>
                  <a:pt x="432748" y="235716"/>
                </a:lnTo>
                <a:cubicBezTo>
                  <a:pt x="436819" y="235716"/>
                  <a:pt x="440413" y="234936"/>
                  <a:pt x="443512" y="233368"/>
                </a:cubicBezTo>
                <a:cubicBezTo>
                  <a:pt x="446611" y="231799"/>
                  <a:pt x="449013" y="229571"/>
                  <a:pt x="450728" y="226681"/>
                </a:cubicBezTo>
                <a:cubicBezTo>
                  <a:pt x="452442" y="223783"/>
                  <a:pt x="453295" y="220417"/>
                  <a:pt x="453295" y="216583"/>
                </a:cubicBezTo>
                <a:cubicBezTo>
                  <a:pt x="453295" y="212749"/>
                  <a:pt x="452452" y="209392"/>
                  <a:pt x="450774" y="206521"/>
                </a:cubicBezTo>
                <a:cubicBezTo>
                  <a:pt x="449087" y="203659"/>
                  <a:pt x="446685" y="201439"/>
                  <a:pt x="443558" y="199871"/>
                </a:cubicBezTo>
                <a:close/>
                <a:moveTo>
                  <a:pt x="441779" y="225351"/>
                </a:moveTo>
                <a:cubicBezTo>
                  <a:pt x="439359" y="227534"/>
                  <a:pt x="436113" y="228635"/>
                  <a:pt x="432033" y="228635"/>
                </a:cubicBezTo>
                <a:lnTo>
                  <a:pt x="416621" y="228635"/>
                </a:lnTo>
                <a:lnTo>
                  <a:pt x="416621" y="204622"/>
                </a:lnTo>
                <a:lnTo>
                  <a:pt x="432125" y="204622"/>
                </a:lnTo>
                <a:cubicBezTo>
                  <a:pt x="436196" y="204622"/>
                  <a:pt x="439432" y="205705"/>
                  <a:pt x="441825" y="207860"/>
                </a:cubicBezTo>
                <a:cubicBezTo>
                  <a:pt x="444218" y="210015"/>
                  <a:pt x="445410" y="212923"/>
                  <a:pt x="445410" y="216592"/>
                </a:cubicBezTo>
                <a:cubicBezTo>
                  <a:pt x="445410" y="220261"/>
                  <a:pt x="444200" y="223178"/>
                  <a:pt x="441779" y="225361"/>
                </a:cubicBezTo>
                <a:close/>
                <a:moveTo>
                  <a:pt x="382889" y="166805"/>
                </a:moveTo>
                <a:lnTo>
                  <a:pt x="384375" y="166805"/>
                </a:lnTo>
                <a:cubicBezTo>
                  <a:pt x="391334" y="166805"/>
                  <a:pt x="409423" y="166805"/>
                  <a:pt x="420554" y="140114"/>
                </a:cubicBezTo>
                <a:cubicBezTo>
                  <a:pt x="430099" y="117230"/>
                  <a:pt x="478399" y="2128"/>
                  <a:pt x="478399" y="2128"/>
                </a:cubicBezTo>
                <a:lnTo>
                  <a:pt x="449096" y="2128"/>
                </a:lnTo>
                <a:lnTo>
                  <a:pt x="382889" y="166814"/>
                </a:lnTo>
                <a:close/>
                <a:moveTo>
                  <a:pt x="644368" y="197523"/>
                </a:moveTo>
                <a:lnTo>
                  <a:pt x="620714" y="259554"/>
                </a:lnTo>
                <a:lnTo>
                  <a:pt x="628690" y="259554"/>
                </a:lnTo>
                <a:lnTo>
                  <a:pt x="635246" y="242806"/>
                </a:lnTo>
                <a:lnTo>
                  <a:pt x="662266" y="242806"/>
                </a:lnTo>
                <a:lnTo>
                  <a:pt x="668821" y="259554"/>
                </a:lnTo>
                <a:lnTo>
                  <a:pt x="677055" y="259554"/>
                </a:lnTo>
                <a:lnTo>
                  <a:pt x="653491" y="197523"/>
                </a:lnTo>
                <a:lnTo>
                  <a:pt x="644368" y="197523"/>
                </a:lnTo>
                <a:close/>
                <a:moveTo>
                  <a:pt x="637547" y="235808"/>
                </a:moveTo>
                <a:lnTo>
                  <a:pt x="648705" y="205943"/>
                </a:lnTo>
                <a:lnTo>
                  <a:pt x="659955" y="235808"/>
                </a:lnTo>
                <a:lnTo>
                  <a:pt x="637538" y="235808"/>
                </a:lnTo>
                <a:close/>
              </a:path>
            </a:pathLst>
          </a:custGeom>
          <a:solidFill>
            <a:srgbClr val="000000"/>
          </a:solidFill>
          <a:ln w="1061" cap="flat">
            <a:noFill/>
            <a:prstDash val="solid"/>
            <a:miter/>
          </a:ln>
        </p:spPr>
        <p:txBody>
          <a:bodyPr rtlCol="0" anchor="ctr"/>
          <a:lstStyle/>
          <a:p>
            <a:endParaRPr lang="pt-BR" sz="1092">
              <a:solidFill>
                <a:schemeClr val="accent6"/>
              </a:solidFill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5A0A33CF-3720-1012-F597-F4ECE825DFE9}"/>
              </a:ext>
            </a:extLst>
          </p:cNvPr>
          <p:cNvCxnSpPr/>
          <p:nvPr userDrawn="1"/>
        </p:nvCxnSpPr>
        <p:spPr>
          <a:xfrm>
            <a:off x="334964" y="185353"/>
            <a:ext cx="1041541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595582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469">
          <p15:clr>
            <a:srgbClr val="FBAE40"/>
          </p15:clr>
        </p15:guide>
        <p15:guide id="2" orient="horz" pos="3974">
          <p15:clr>
            <a:srgbClr val="FBAE40"/>
          </p15:clr>
        </p15:guide>
        <p15:guide id="3" orient="horz" pos="232">
          <p15:clr>
            <a:srgbClr val="FBAE40"/>
          </p15:clr>
        </p15:guide>
        <p15:guide id="4" pos="211">
          <p15:clr>
            <a:srgbClr val="FBAE40"/>
          </p15:clr>
        </p15:guide>
        <p15:guide id="5" orient="horz" pos="4065">
          <p15:clr>
            <a:srgbClr val="FBAE40"/>
          </p15:clr>
        </p15:guide>
        <p15:guide id="6" orient="horz" pos="777">
          <p15:clr>
            <a:srgbClr val="FBAE40"/>
          </p15:clr>
        </p15:guide>
        <p15:guide id="7" orient="horz" pos="935">
          <p15:clr>
            <a:srgbClr val="FBAE40"/>
          </p15:clr>
        </p15:guide>
      </p15:sldGuideLst>
    </p:ext>
  </p:extLst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ítulo | Box superior - Branco 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132BCE3-A04F-8602-64F7-7623C7EAF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61763" y="6482556"/>
            <a:ext cx="295275" cy="1692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 sz="1100">
                <a:solidFill>
                  <a:schemeClr val="tx1">
                    <a:lumMod val="95000"/>
                    <a:lumOff val="5000"/>
                  </a:schemeClr>
                </a:solidFill>
                <a:latin typeface="Versos" panose="020B0503020204030204" pitchFamily="34" charset="0"/>
                <a:cs typeface="Versos" panose="020B0503020204030204" pitchFamily="34" charset="0"/>
              </a:defRPr>
            </a:lvl1pPr>
          </a:lstStyle>
          <a:p>
            <a:fld id="{77667D73-C69A-4DAA-9003-24A825D36FE9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B13D7C-5A47-B0DF-B518-26E79F5D2DB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64" y="368301"/>
            <a:ext cx="10183813" cy="4308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</a:lstStyle>
          <a:p>
            <a:pPr lvl="0"/>
            <a:r>
              <a:rPr lang="en-US" err="1"/>
              <a:t>Título</a:t>
            </a:r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401465E-A8CD-A3BA-BE2A-9597492FDC6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4963" y="6482556"/>
            <a:ext cx="10980000" cy="180000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chemeClr val="tx1">
                    <a:lumMod val="95000"/>
                    <a:lumOff val="5000"/>
                  </a:schemeClr>
                </a:solidFill>
                <a:latin typeface="Versos Light" panose="020B0403020204030204" pitchFamily="34" charset="0"/>
              </a:defRPr>
            </a:lvl1pPr>
            <a:lvl2pPr>
              <a:defRPr sz="900">
                <a:latin typeface="Versos Light" panose="020B0403020204030204" pitchFamily="34" charset="0"/>
              </a:defRPr>
            </a:lvl2pPr>
            <a:lvl3pPr>
              <a:defRPr sz="900">
                <a:latin typeface="Versos Light" panose="020B0403020204030204" pitchFamily="34" charset="0"/>
              </a:defRPr>
            </a:lvl3pPr>
            <a:lvl4pPr>
              <a:defRPr sz="900">
                <a:latin typeface="Versos Light" panose="020B0403020204030204" pitchFamily="34" charset="0"/>
              </a:defRPr>
            </a:lvl4pPr>
            <a:lvl5pPr>
              <a:defRPr sz="900">
                <a:latin typeface="Versos Light" panose="020B0403020204030204" pitchFamily="34" charset="0"/>
              </a:defRPr>
            </a:lvl5pPr>
          </a:lstStyle>
          <a:p>
            <a:pPr lvl="0"/>
            <a:r>
              <a:rPr lang="en-US"/>
              <a:t>Fonte:</a:t>
            </a:r>
            <a:endParaRPr lang="pt-BR"/>
          </a:p>
        </p:txBody>
      </p:sp>
      <p:sp>
        <p:nvSpPr>
          <p:cNvPr id="10" name="Retângulo 5">
            <a:extLst>
              <a:ext uri="{FF2B5EF4-FFF2-40B4-BE49-F238E27FC236}">
                <a16:creationId xmlns:a16="http://schemas.microsoft.com/office/drawing/2014/main" id="{7D36360D-ABDB-2B93-AA05-C90BA9D483DB}"/>
              </a:ext>
            </a:extLst>
          </p:cNvPr>
          <p:cNvSpPr/>
          <p:nvPr userDrawn="1"/>
        </p:nvSpPr>
        <p:spPr>
          <a:xfrm>
            <a:off x="0" y="807794"/>
            <a:ext cx="12192000" cy="2091184"/>
          </a:xfrm>
          <a:prstGeom prst="rect">
            <a:avLst/>
          </a:prstGeom>
          <a:gradFill>
            <a:gsLst>
              <a:gs pos="100000">
                <a:schemeClr val="tx1">
                  <a:lumMod val="95000"/>
                  <a:lumOff val="5000"/>
                </a:schemeClr>
              </a:gs>
              <a:gs pos="0">
                <a:schemeClr val="tx1">
                  <a:lumMod val="85000"/>
                  <a:lumOff val="15000"/>
                </a:schemeClr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092">
              <a:solidFill>
                <a:schemeClr val="accent2"/>
              </a:solidFill>
              <a:latin typeface="Versos" panose="020B0503020204030204" pitchFamily="34" charset="0"/>
            </a:endParaRP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2BF5896-7E11-14FB-06A4-95B1CAD37BF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83428" y="1045525"/>
            <a:ext cx="5421301" cy="156104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>
                <a:solidFill>
                  <a:schemeClr val="accent4"/>
                </a:solidFill>
                <a:latin typeface="Versos Light" panose="020B04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2" name="Conector Reto 6">
            <a:extLst>
              <a:ext uri="{FF2B5EF4-FFF2-40B4-BE49-F238E27FC236}">
                <a16:creationId xmlns:a16="http://schemas.microsoft.com/office/drawing/2014/main" id="{93D24C85-FAB3-23B7-3282-C0255DE4BF50}"/>
              </a:ext>
            </a:extLst>
          </p:cNvPr>
          <p:cNvCxnSpPr/>
          <p:nvPr userDrawn="1"/>
        </p:nvCxnSpPr>
        <p:spPr>
          <a:xfrm>
            <a:off x="583096" y="1364974"/>
            <a:ext cx="0" cy="1562116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Reto 7">
            <a:extLst>
              <a:ext uri="{FF2B5EF4-FFF2-40B4-BE49-F238E27FC236}">
                <a16:creationId xmlns:a16="http://schemas.microsoft.com/office/drawing/2014/main" id="{A040BC7F-4356-241E-DE98-A14572A424F9}"/>
              </a:ext>
            </a:extLst>
          </p:cNvPr>
          <p:cNvCxnSpPr>
            <a:cxnSpLocks/>
          </p:cNvCxnSpPr>
          <p:nvPr userDrawn="1"/>
        </p:nvCxnSpPr>
        <p:spPr>
          <a:xfrm>
            <a:off x="6336683" y="1364974"/>
            <a:ext cx="0" cy="1562116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3D29ABC6-2275-8D02-5D8F-6C312831087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437015" y="1045525"/>
            <a:ext cx="5420023" cy="158838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>
                <a:solidFill>
                  <a:schemeClr val="accent4"/>
                </a:solidFill>
                <a:latin typeface="Versos Light" panose="020B04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8">
            <a:extLst>
              <a:ext uri="{FF2B5EF4-FFF2-40B4-BE49-F238E27FC236}">
                <a16:creationId xmlns:a16="http://schemas.microsoft.com/office/drawing/2014/main" id="{D0831873-076C-11EE-AA1E-02508B9C565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86448" y="3021652"/>
            <a:ext cx="5296913" cy="23011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chemeClr val="tx1">
                    <a:lumMod val="95000"/>
                    <a:lumOff val="5000"/>
                  </a:schemeClr>
                </a:solidFill>
                <a:latin typeface="Versos" panose="020B05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8">
            <a:extLst>
              <a:ext uri="{FF2B5EF4-FFF2-40B4-BE49-F238E27FC236}">
                <a16:creationId xmlns:a16="http://schemas.microsoft.com/office/drawing/2014/main" id="{89936DB2-1144-3AFC-1BBA-E1BDEB5020C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435706" y="3021652"/>
            <a:ext cx="5421332" cy="23011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chemeClr val="tx1">
                    <a:lumMod val="95000"/>
                    <a:lumOff val="5000"/>
                  </a:schemeClr>
                </a:solidFill>
                <a:latin typeface="Versos" panose="020B05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Picture 8">
            <a:extLst>
              <a:ext uri="{FF2B5EF4-FFF2-40B4-BE49-F238E27FC236}">
                <a16:creationId xmlns:a16="http://schemas.microsoft.com/office/drawing/2014/main" id="{4931296C-3A93-5F16-2D9A-EB313B015B30}"/>
              </a:ext>
            </a:extLst>
          </p:cNvPr>
          <p:cNvSpPr/>
          <p:nvPr userDrawn="1"/>
        </p:nvSpPr>
        <p:spPr>
          <a:xfrm>
            <a:off x="11091186" y="377179"/>
            <a:ext cx="765852" cy="260086"/>
          </a:xfrm>
          <a:custGeom>
            <a:avLst/>
            <a:gdLst>
              <a:gd name="connsiteX0" fmla="*/ 739575 w 765852"/>
              <a:gd name="connsiteY0" fmla="*/ 143884 h 260086"/>
              <a:gd name="connsiteX1" fmla="*/ 765852 w 765852"/>
              <a:gd name="connsiteY1" fmla="*/ 83403 h 260086"/>
              <a:gd name="connsiteX2" fmla="*/ 739575 w 765852"/>
              <a:gd name="connsiteY2" fmla="*/ 22921 h 260086"/>
              <a:gd name="connsiteX3" fmla="*/ 672177 w 765852"/>
              <a:gd name="connsiteY3" fmla="*/ 0 h 260086"/>
              <a:gd name="connsiteX4" fmla="*/ 604779 w 765852"/>
              <a:gd name="connsiteY4" fmla="*/ 22921 h 260086"/>
              <a:gd name="connsiteX5" fmla="*/ 578501 w 765852"/>
              <a:gd name="connsiteY5" fmla="*/ 83403 h 260086"/>
              <a:gd name="connsiteX6" fmla="*/ 604779 w 765852"/>
              <a:gd name="connsiteY6" fmla="*/ 143884 h 260086"/>
              <a:gd name="connsiteX7" fmla="*/ 672177 w 765852"/>
              <a:gd name="connsiteY7" fmla="*/ 166805 h 260086"/>
              <a:gd name="connsiteX8" fmla="*/ 739575 w 765852"/>
              <a:gd name="connsiteY8" fmla="*/ 143884 h 260086"/>
              <a:gd name="connsiteX9" fmla="*/ 604595 w 765852"/>
              <a:gd name="connsiteY9" fmla="*/ 83403 h 260086"/>
              <a:gd name="connsiteX10" fmla="*/ 622611 w 765852"/>
              <a:gd name="connsiteY10" fmla="*/ 41871 h 260086"/>
              <a:gd name="connsiteX11" fmla="*/ 672177 w 765852"/>
              <a:gd name="connsiteY11" fmla="*/ 25719 h 260086"/>
              <a:gd name="connsiteX12" fmla="*/ 721742 w 765852"/>
              <a:gd name="connsiteY12" fmla="*/ 41871 h 260086"/>
              <a:gd name="connsiteX13" fmla="*/ 739759 w 765852"/>
              <a:gd name="connsiteY13" fmla="*/ 83403 h 260086"/>
              <a:gd name="connsiteX14" fmla="*/ 721742 w 765852"/>
              <a:gd name="connsiteY14" fmla="*/ 124934 h 260086"/>
              <a:gd name="connsiteX15" fmla="*/ 672177 w 765852"/>
              <a:gd name="connsiteY15" fmla="*/ 141077 h 260086"/>
              <a:gd name="connsiteX16" fmla="*/ 622611 w 765852"/>
              <a:gd name="connsiteY16" fmla="*/ 124934 h 260086"/>
              <a:gd name="connsiteX17" fmla="*/ 604595 w 765852"/>
              <a:gd name="connsiteY17" fmla="*/ 83403 h 260086"/>
              <a:gd name="connsiteX18" fmla="*/ 238310 w 765852"/>
              <a:gd name="connsiteY18" fmla="*/ 207181 h 260086"/>
              <a:gd name="connsiteX19" fmla="*/ 249560 w 765852"/>
              <a:gd name="connsiteY19" fmla="*/ 204081 h 260086"/>
              <a:gd name="connsiteX20" fmla="*/ 261562 w 765852"/>
              <a:gd name="connsiteY20" fmla="*/ 207713 h 260086"/>
              <a:gd name="connsiteX21" fmla="*/ 268163 w 765852"/>
              <a:gd name="connsiteY21" fmla="*/ 217812 h 260086"/>
              <a:gd name="connsiteX22" fmla="*/ 275874 w 765852"/>
              <a:gd name="connsiteY22" fmla="*/ 217812 h 260086"/>
              <a:gd name="connsiteX23" fmla="*/ 267145 w 765852"/>
              <a:gd name="connsiteY23" fmla="*/ 202568 h 260086"/>
              <a:gd name="connsiteX24" fmla="*/ 249917 w 765852"/>
              <a:gd name="connsiteY24" fmla="*/ 196982 h 260086"/>
              <a:gd name="connsiteX25" fmla="*/ 234322 w 765852"/>
              <a:gd name="connsiteY25" fmla="*/ 200926 h 260086"/>
              <a:gd name="connsiteX26" fmla="*/ 223961 w 765852"/>
              <a:gd name="connsiteY26" fmla="*/ 212052 h 260086"/>
              <a:gd name="connsiteX27" fmla="*/ 220330 w 765852"/>
              <a:gd name="connsiteY27" fmla="*/ 228534 h 260086"/>
              <a:gd name="connsiteX28" fmla="*/ 223961 w 765852"/>
              <a:gd name="connsiteY28" fmla="*/ 245062 h 260086"/>
              <a:gd name="connsiteX29" fmla="*/ 234322 w 765852"/>
              <a:gd name="connsiteY29" fmla="*/ 256142 h 260086"/>
              <a:gd name="connsiteX30" fmla="*/ 249917 w 765852"/>
              <a:gd name="connsiteY30" fmla="*/ 260086 h 260086"/>
              <a:gd name="connsiteX31" fmla="*/ 267145 w 765852"/>
              <a:gd name="connsiteY31" fmla="*/ 254501 h 260086"/>
              <a:gd name="connsiteX32" fmla="*/ 275782 w 765852"/>
              <a:gd name="connsiteY32" fmla="*/ 239256 h 260086"/>
              <a:gd name="connsiteX33" fmla="*/ 268071 w 765852"/>
              <a:gd name="connsiteY33" fmla="*/ 239256 h 260086"/>
              <a:gd name="connsiteX34" fmla="*/ 261516 w 765852"/>
              <a:gd name="connsiteY34" fmla="*/ 249401 h 260086"/>
              <a:gd name="connsiteX35" fmla="*/ 249560 w 765852"/>
              <a:gd name="connsiteY35" fmla="*/ 252987 h 260086"/>
              <a:gd name="connsiteX36" fmla="*/ 238310 w 765852"/>
              <a:gd name="connsiteY36" fmla="*/ 249887 h 260086"/>
              <a:gd name="connsiteX37" fmla="*/ 230828 w 765852"/>
              <a:gd name="connsiteY37" fmla="*/ 241201 h 260086"/>
              <a:gd name="connsiteX38" fmla="*/ 228215 w 765852"/>
              <a:gd name="connsiteY38" fmla="*/ 228525 h 260086"/>
              <a:gd name="connsiteX39" fmla="*/ 230828 w 765852"/>
              <a:gd name="connsiteY39" fmla="*/ 215812 h 260086"/>
              <a:gd name="connsiteX40" fmla="*/ 238310 w 765852"/>
              <a:gd name="connsiteY40" fmla="*/ 207172 h 260086"/>
              <a:gd name="connsiteX41" fmla="*/ 335580 w 765852"/>
              <a:gd name="connsiteY41" fmla="*/ 197523 h 260086"/>
              <a:gd name="connsiteX42" fmla="*/ 311925 w 765852"/>
              <a:gd name="connsiteY42" fmla="*/ 259554 h 260086"/>
              <a:gd name="connsiteX43" fmla="*/ 319892 w 765852"/>
              <a:gd name="connsiteY43" fmla="*/ 259554 h 260086"/>
              <a:gd name="connsiteX44" fmla="*/ 326448 w 765852"/>
              <a:gd name="connsiteY44" fmla="*/ 242806 h 260086"/>
              <a:gd name="connsiteX45" fmla="*/ 353467 w 765852"/>
              <a:gd name="connsiteY45" fmla="*/ 242806 h 260086"/>
              <a:gd name="connsiteX46" fmla="*/ 360023 w 765852"/>
              <a:gd name="connsiteY46" fmla="*/ 259554 h 260086"/>
              <a:gd name="connsiteX47" fmla="*/ 368256 w 765852"/>
              <a:gd name="connsiteY47" fmla="*/ 259554 h 260086"/>
              <a:gd name="connsiteX48" fmla="*/ 344693 w 765852"/>
              <a:gd name="connsiteY48" fmla="*/ 197523 h 260086"/>
              <a:gd name="connsiteX49" fmla="*/ 335570 w 765852"/>
              <a:gd name="connsiteY49" fmla="*/ 197523 h 260086"/>
              <a:gd name="connsiteX50" fmla="*/ 328758 w 765852"/>
              <a:gd name="connsiteY50" fmla="*/ 235808 h 260086"/>
              <a:gd name="connsiteX51" fmla="*/ 339916 w 765852"/>
              <a:gd name="connsiteY51" fmla="*/ 205943 h 260086"/>
              <a:gd name="connsiteX52" fmla="*/ 351166 w 765852"/>
              <a:gd name="connsiteY52" fmla="*/ 235808 h 260086"/>
              <a:gd name="connsiteX53" fmla="*/ 328749 w 765852"/>
              <a:gd name="connsiteY53" fmla="*/ 235808 h 260086"/>
              <a:gd name="connsiteX54" fmla="*/ 725437 w 765852"/>
              <a:gd name="connsiteY54" fmla="*/ 197523 h 260086"/>
              <a:gd name="connsiteX55" fmla="*/ 717736 w 765852"/>
              <a:gd name="connsiteY55" fmla="*/ 197523 h 260086"/>
              <a:gd name="connsiteX56" fmla="*/ 717736 w 765852"/>
              <a:gd name="connsiteY56" fmla="*/ 259554 h 260086"/>
              <a:gd name="connsiteX57" fmla="*/ 753704 w 765852"/>
              <a:gd name="connsiteY57" fmla="*/ 259554 h 260086"/>
              <a:gd name="connsiteX58" fmla="*/ 753704 w 765852"/>
              <a:gd name="connsiteY58" fmla="*/ 252464 h 260086"/>
              <a:gd name="connsiteX59" fmla="*/ 725446 w 765852"/>
              <a:gd name="connsiteY59" fmla="*/ 252464 h 260086"/>
              <a:gd name="connsiteX60" fmla="*/ 725446 w 765852"/>
              <a:gd name="connsiteY60" fmla="*/ 197523 h 260086"/>
              <a:gd name="connsiteX61" fmla="*/ 250953 w 765852"/>
              <a:gd name="connsiteY61" fmla="*/ 2119 h 260086"/>
              <a:gd name="connsiteX62" fmla="*/ 225566 w 765852"/>
              <a:gd name="connsiteY62" fmla="*/ 2119 h 260086"/>
              <a:gd name="connsiteX63" fmla="*/ 225566 w 765852"/>
              <a:gd name="connsiteY63" fmla="*/ 164677 h 260086"/>
              <a:gd name="connsiteX64" fmla="*/ 250953 w 765852"/>
              <a:gd name="connsiteY64" fmla="*/ 164677 h 260086"/>
              <a:gd name="connsiteX65" fmla="*/ 250953 w 765852"/>
              <a:gd name="connsiteY65" fmla="*/ 2119 h 260086"/>
              <a:gd name="connsiteX66" fmla="*/ 80592 w 765852"/>
              <a:gd name="connsiteY66" fmla="*/ 62692 h 260086"/>
              <a:gd name="connsiteX67" fmla="*/ 80592 w 765852"/>
              <a:gd name="connsiteY67" fmla="*/ 164687 h 260086"/>
              <a:gd name="connsiteX68" fmla="*/ 106732 w 765852"/>
              <a:gd name="connsiteY68" fmla="*/ 164687 h 260086"/>
              <a:gd name="connsiteX69" fmla="*/ 106713 w 765852"/>
              <a:gd name="connsiteY69" fmla="*/ 62692 h 260086"/>
              <a:gd name="connsiteX70" fmla="*/ 95124 w 765852"/>
              <a:gd name="connsiteY70" fmla="*/ 28700 h 260086"/>
              <a:gd name="connsiteX71" fmla="*/ 93648 w 765852"/>
              <a:gd name="connsiteY71" fmla="*/ 26792 h 260086"/>
              <a:gd name="connsiteX72" fmla="*/ 92172 w 765852"/>
              <a:gd name="connsiteY72" fmla="*/ 28700 h 260086"/>
              <a:gd name="connsiteX73" fmla="*/ 80583 w 765852"/>
              <a:gd name="connsiteY73" fmla="*/ 62692 h 260086"/>
              <a:gd name="connsiteX74" fmla="*/ 47273 w 765852"/>
              <a:gd name="connsiteY74" fmla="*/ 2119 h 260086"/>
              <a:gd name="connsiteX75" fmla="*/ 0 w 765852"/>
              <a:gd name="connsiteY75" fmla="*/ 2119 h 260086"/>
              <a:gd name="connsiteX76" fmla="*/ 0 w 765852"/>
              <a:gd name="connsiteY76" fmla="*/ 26792 h 260086"/>
              <a:gd name="connsiteX77" fmla="*/ 93648 w 765852"/>
              <a:gd name="connsiteY77" fmla="*/ 26792 h 260086"/>
              <a:gd name="connsiteX78" fmla="*/ 91328 w 765852"/>
              <a:gd name="connsiteY78" fmla="*/ 23793 h 260086"/>
              <a:gd name="connsiteX79" fmla="*/ 47273 w 765852"/>
              <a:gd name="connsiteY79" fmla="*/ 2119 h 260086"/>
              <a:gd name="connsiteX80" fmla="*/ 95968 w 765852"/>
              <a:gd name="connsiteY80" fmla="*/ 23793 h 260086"/>
              <a:gd name="connsiteX81" fmla="*/ 93648 w 765852"/>
              <a:gd name="connsiteY81" fmla="*/ 26792 h 260086"/>
              <a:gd name="connsiteX82" fmla="*/ 187296 w 765852"/>
              <a:gd name="connsiteY82" fmla="*/ 26792 h 260086"/>
              <a:gd name="connsiteX83" fmla="*/ 187296 w 765852"/>
              <a:gd name="connsiteY83" fmla="*/ 2119 h 260086"/>
              <a:gd name="connsiteX84" fmla="*/ 140023 w 765852"/>
              <a:gd name="connsiteY84" fmla="*/ 2119 h 260086"/>
              <a:gd name="connsiteX85" fmla="*/ 95958 w 765852"/>
              <a:gd name="connsiteY85" fmla="*/ 23793 h 260086"/>
              <a:gd name="connsiteX86" fmla="*/ 514844 w 765852"/>
              <a:gd name="connsiteY86" fmla="*/ 164677 h 260086"/>
              <a:gd name="connsiteX87" fmla="*/ 540232 w 765852"/>
              <a:gd name="connsiteY87" fmla="*/ 164677 h 260086"/>
              <a:gd name="connsiteX88" fmla="*/ 540232 w 765852"/>
              <a:gd name="connsiteY88" fmla="*/ 2119 h 260086"/>
              <a:gd name="connsiteX89" fmla="*/ 514844 w 765852"/>
              <a:gd name="connsiteY89" fmla="*/ 2119 h 260086"/>
              <a:gd name="connsiteX90" fmla="*/ 514844 w 765852"/>
              <a:gd name="connsiteY90" fmla="*/ 164677 h 260086"/>
              <a:gd name="connsiteX91" fmla="*/ 495205 w 765852"/>
              <a:gd name="connsiteY91" fmla="*/ 259554 h 260086"/>
              <a:gd name="connsiteX92" fmla="*/ 502915 w 765852"/>
              <a:gd name="connsiteY92" fmla="*/ 259554 h 260086"/>
              <a:gd name="connsiteX93" fmla="*/ 502915 w 765852"/>
              <a:gd name="connsiteY93" fmla="*/ 197523 h 260086"/>
              <a:gd name="connsiteX94" fmla="*/ 495205 w 765852"/>
              <a:gd name="connsiteY94" fmla="*/ 197523 h 260086"/>
              <a:gd name="connsiteX95" fmla="*/ 495205 w 765852"/>
              <a:gd name="connsiteY95" fmla="*/ 259554 h 260086"/>
              <a:gd name="connsiteX96" fmla="*/ 544816 w 765852"/>
              <a:gd name="connsiteY96" fmla="*/ 204613 h 260086"/>
              <a:gd name="connsiteX97" fmla="*/ 564923 w 765852"/>
              <a:gd name="connsiteY97" fmla="*/ 204613 h 260086"/>
              <a:gd name="connsiteX98" fmla="*/ 564923 w 765852"/>
              <a:gd name="connsiteY98" fmla="*/ 259554 h 260086"/>
              <a:gd name="connsiteX99" fmla="*/ 572633 w 765852"/>
              <a:gd name="connsiteY99" fmla="*/ 259554 h 260086"/>
              <a:gd name="connsiteX100" fmla="*/ 572633 w 765852"/>
              <a:gd name="connsiteY100" fmla="*/ 204613 h 260086"/>
              <a:gd name="connsiteX101" fmla="*/ 592740 w 765852"/>
              <a:gd name="connsiteY101" fmla="*/ 204613 h 260086"/>
              <a:gd name="connsiteX102" fmla="*/ 592740 w 765852"/>
              <a:gd name="connsiteY102" fmla="*/ 197523 h 260086"/>
              <a:gd name="connsiteX103" fmla="*/ 544816 w 765852"/>
              <a:gd name="connsiteY103" fmla="*/ 197523 h 260086"/>
              <a:gd name="connsiteX104" fmla="*/ 544816 w 765852"/>
              <a:gd name="connsiteY104" fmla="*/ 204613 h 260086"/>
              <a:gd name="connsiteX105" fmla="*/ 287389 w 765852"/>
              <a:gd name="connsiteY105" fmla="*/ 2119 h 260086"/>
              <a:gd name="connsiteX106" fmla="*/ 345234 w 765852"/>
              <a:gd name="connsiteY106" fmla="*/ 140105 h 260086"/>
              <a:gd name="connsiteX107" fmla="*/ 381413 w 765852"/>
              <a:gd name="connsiteY107" fmla="*/ 166796 h 260086"/>
              <a:gd name="connsiteX108" fmla="*/ 382899 w 765852"/>
              <a:gd name="connsiteY108" fmla="*/ 166796 h 260086"/>
              <a:gd name="connsiteX109" fmla="*/ 316692 w 765852"/>
              <a:gd name="connsiteY109" fmla="*/ 2119 h 260086"/>
              <a:gd name="connsiteX110" fmla="*/ 287389 w 765852"/>
              <a:gd name="connsiteY110" fmla="*/ 2119 h 260086"/>
              <a:gd name="connsiteX111" fmla="*/ 443549 w 765852"/>
              <a:gd name="connsiteY111" fmla="*/ 199871 h 260086"/>
              <a:gd name="connsiteX112" fmla="*/ 432739 w 765852"/>
              <a:gd name="connsiteY112" fmla="*/ 197523 h 260086"/>
              <a:gd name="connsiteX113" fmla="*/ 408910 w 765852"/>
              <a:gd name="connsiteY113" fmla="*/ 197523 h 260086"/>
              <a:gd name="connsiteX114" fmla="*/ 408910 w 765852"/>
              <a:gd name="connsiteY114" fmla="*/ 259554 h 260086"/>
              <a:gd name="connsiteX115" fmla="*/ 416621 w 765852"/>
              <a:gd name="connsiteY115" fmla="*/ 259554 h 260086"/>
              <a:gd name="connsiteX116" fmla="*/ 416621 w 765852"/>
              <a:gd name="connsiteY116" fmla="*/ 235716 h 260086"/>
              <a:gd name="connsiteX117" fmla="*/ 432748 w 765852"/>
              <a:gd name="connsiteY117" fmla="*/ 235716 h 260086"/>
              <a:gd name="connsiteX118" fmla="*/ 443512 w 765852"/>
              <a:gd name="connsiteY118" fmla="*/ 233368 h 260086"/>
              <a:gd name="connsiteX119" fmla="*/ 450728 w 765852"/>
              <a:gd name="connsiteY119" fmla="*/ 226681 h 260086"/>
              <a:gd name="connsiteX120" fmla="*/ 453295 w 765852"/>
              <a:gd name="connsiteY120" fmla="*/ 216583 h 260086"/>
              <a:gd name="connsiteX121" fmla="*/ 450774 w 765852"/>
              <a:gd name="connsiteY121" fmla="*/ 206521 h 260086"/>
              <a:gd name="connsiteX122" fmla="*/ 443558 w 765852"/>
              <a:gd name="connsiteY122" fmla="*/ 199871 h 260086"/>
              <a:gd name="connsiteX123" fmla="*/ 441779 w 765852"/>
              <a:gd name="connsiteY123" fmla="*/ 225351 h 260086"/>
              <a:gd name="connsiteX124" fmla="*/ 432033 w 765852"/>
              <a:gd name="connsiteY124" fmla="*/ 228635 h 260086"/>
              <a:gd name="connsiteX125" fmla="*/ 416621 w 765852"/>
              <a:gd name="connsiteY125" fmla="*/ 228635 h 260086"/>
              <a:gd name="connsiteX126" fmla="*/ 416621 w 765852"/>
              <a:gd name="connsiteY126" fmla="*/ 204622 h 260086"/>
              <a:gd name="connsiteX127" fmla="*/ 432125 w 765852"/>
              <a:gd name="connsiteY127" fmla="*/ 204622 h 260086"/>
              <a:gd name="connsiteX128" fmla="*/ 441825 w 765852"/>
              <a:gd name="connsiteY128" fmla="*/ 207860 h 260086"/>
              <a:gd name="connsiteX129" fmla="*/ 445410 w 765852"/>
              <a:gd name="connsiteY129" fmla="*/ 216592 h 260086"/>
              <a:gd name="connsiteX130" fmla="*/ 441779 w 765852"/>
              <a:gd name="connsiteY130" fmla="*/ 225361 h 260086"/>
              <a:gd name="connsiteX131" fmla="*/ 382889 w 765852"/>
              <a:gd name="connsiteY131" fmla="*/ 166805 h 260086"/>
              <a:gd name="connsiteX132" fmla="*/ 384375 w 765852"/>
              <a:gd name="connsiteY132" fmla="*/ 166805 h 260086"/>
              <a:gd name="connsiteX133" fmla="*/ 420554 w 765852"/>
              <a:gd name="connsiteY133" fmla="*/ 140114 h 260086"/>
              <a:gd name="connsiteX134" fmla="*/ 478399 w 765852"/>
              <a:gd name="connsiteY134" fmla="*/ 2128 h 260086"/>
              <a:gd name="connsiteX135" fmla="*/ 449096 w 765852"/>
              <a:gd name="connsiteY135" fmla="*/ 2128 h 260086"/>
              <a:gd name="connsiteX136" fmla="*/ 382889 w 765852"/>
              <a:gd name="connsiteY136" fmla="*/ 166814 h 260086"/>
              <a:gd name="connsiteX137" fmla="*/ 644368 w 765852"/>
              <a:gd name="connsiteY137" fmla="*/ 197523 h 260086"/>
              <a:gd name="connsiteX138" fmla="*/ 620714 w 765852"/>
              <a:gd name="connsiteY138" fmla="*/ 259554 h 260086"/>
              <a:gd name="connsiteX139" fmla="*/ 628690 w 765852"/>
              <a:gd name="connsiteY139" fmla="*/ 259554 h 260086"/>
              <a:gd name="connsiteX140" fmla="*/ 635246 w 765852"/>
              <a:gd name="connsiteY140" fmla="*/ 242806 h 260086"/>
              <a:gd name="connsiteX141" fmla="*/ 662266 w 765852"/>
              <a:gd name="connsiteY141" fmla="*/ 242806 h 260086"/>
              <a:gd name="connsiteX142" fmla="*/ 668821 w 765852"/>
              <a:gd name="connsiteY142" fmla="*/ 259554 h 260086"/>
              <a:gd name="connsiteX143" fmla="*/ 677055 w 765852"/>
              <a:gd name="connsiteY143" fmla="*/ 259554 h 260086"/>
              <a:gd name="connsiteX144" fmla="*/ 653491 w 765852"/>
              <a:gd name="connsiteY144" fmla="*/ 197523 h 260086"/>
              <a:gd name="connsiteX145" fmla="*/ 644368 w 765852"/>
              <a:gd name="connsiteY145" fmla="*/ 197523 h 260086"/>
              <a:gd name="connsiteX146" fmla="*/ 637547 w 765852"/>
              <a:gd name="connsiteY146" fmla="*/ 235808 h 260086"/>
              <a:gd name="connsiteX147" fmla="*/ 648705 w 765852"/>
              <a:gd name="connsiteY147" fmla="*/ 205943 h 260086"/>
              <a:gd name="connsiteX148" fmla="*/ 659955 w 765852"/>
              <a:gd name="connsiteY148" fmla="*/ 235808 h 260086"/>
              <a:gd name="connsiteX149" fmla="*/ 637538 w 765852"/>
              <a:gd name="connsiteY149" fmla="*/ 235808 h 260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</a:cxnLst>
            <a:rect l="l" t="t" r="r" b="b"/>
            <a:pathLst>
              <a:path w="765852" h="260086">
                <a:moveTo>
                  <a:pt x="739575" y="143884"/>
                </a:moveTo>
                <a:cubicBezTo>
                  <a:pt x="756519" y="128906"/>
                  <a:pt x="765852" y="107425"/>
                  <a:pt x="765852" y="83403"/>
                </a:cubicBezTo>
                <a:cubicBezTo>
                  <a:pt x="765852" y="59381"/>
                  <a:pt x="756519" y="37899"/>
                  <a:pt x="739575" y="22921"/>
                </a:cubicBezTo>
                <a:cubicBezTo>
                  <a:pt x="722613" y="7925"/>
                  <a:pt x="699307" y="0"/>
                  <a:pt x="672177" y="0"/>
                </a:cubicBezTo>
                <a:cubicBezTo>
                  <a:pt x="645047" y="0"/>
                  <a:pt x="621740" y="7925"/>
                  <a:pt x="604779" y="22921"/>
                </a:cubicBezTo>
                <a:cubicBezTo>
                  <a:pt x="587835" y="37899"/>
                  <a:pt x="578501" y="59381"/>
                  <a:pt x="578501" y="83403"/>
                </a:cubicBezTo>
                <a:cubicBezTo>
                  <a:pt x="578501" y="107425"/>
                  <a:pt x="587835" y="128906"/>
                  <a:pt x="604779" y="143884"/>
                </a:cubicBezTo>
                <a:cubicBezTo>
                  <a:pt x="621740" y="158881"/>
                  <a:pt x="645047" y="166805"/>
                  <a:pt x="672177" y="166805"/>
                </a:cubicBezTo>
                <a:cubicBezTo>
                  <a:pt x="699307" y="166805"/>
                  <a:pt x="722613" y="158881"/>
                  <a:pt x="739575" y="143884"/>
                </a:cubicBezTo>
                <a:close/>
                <a:moveTo>
                  <a:pt x="604595" y="83403"/>
                </a:moveTo>
                <a:cubicBezTo>
                  <a:pt x="604595" y="66489"/>
                  <a:pt x="610821" y="52135"/>
                  <a:pt x="622611" y="41871"/>
                </a:cubicBezTo>
                <a:cubicBezTo>
                  <a:pt x="634751" y="31305"/>
                  <a:pt x="651887" y="25719"/>
                  <a:pt x="672177" y="25719"/>
                </a:cubicBezTo>
                <a:cubicBezTo>
                  <a:pt x="692467" y="25719"/>
                  <a:pt x="709603" y="31305"/>
                  <a:pt x="721742" y="41871"/>
                </a:cubicBezTo>
                <a:cubicBezTo>
                  <a:pt x="733524" y="52126"/>
                  <a:pt x="739759" y="66489"/>
                  <a:pt x="739759" y="83403"/>
                </a:cubicBezTo>
                <a:cubicBezTo>
                  <a:pt x="739759" y="100316"/>
                  <a:pt x="733533" y="114671"/>
                  <a:pt x="721742" y="124934"/>
                </a:cubicBezTo>
                <a:cubicBezTo>
                  <a:pt x="709603" y="135501"/>
                  <a:pt x="692467" y="141077"/>
                  <a:pt x="672177" y="141077"/>
                </a:cubicBezTo>
                <a:cubicBezTo>
                  <a:pt x="651887" y="141077"/>
                  <a:pt x="634741" y="135491"/>
                  <a:pt x="622611" y="124934"/>
                </a:cubicBezTo>
                <a:cubicBezTo>
                  <a:pt x="610830" y="114671"/>
                  <a:pt x="604595" y="100316"/>
                  <a:pt x="604595" y="83403"/>
                </a:cubicBezTo>
                <a:close/>
                <a:moveTo>
                  <a:pt x="238310" y="207181"/>
                </a:moveTo>
                <a:cubicBezTo>
                  <a:pt x="241556" y="205118"/>
                  <a:pt x="245306" y="204081"/>
                  <a:pt x="249560" y="204081"/>
                </a:cubicBezTo>
                <a:cubicBezTo>
                  <a:pt x="254282" y="204081"/>
                  <a:pt x="258288" y="205292"/>
                  <a:pt x="261562" y="207713"/>
                </a:cubicBezTo>
                <a:cubicBezTo>
                  <a:pt x="264835" y="210135"/>
                  <a:pt x="267035" y="213501"/>
                  <a:pt x="268163" y="217812"/>
                </a:cubicBezTo>
                <a:lnTo>
                  <a:pt x="275874" y="217812"/>
                </a:lnTo>
                <a:cubicBezTo>
                  <a:pt x="274691" y="211373"/>
                  <a:pt x="271784" y="206292"/>
                  <a:pt x="267145" y="202568"/>
                </a:cubicBezTo>
                <a:cubicBezTo>
                  <a:pt x="262506" y="198844"/>
                  <a:pt x="256766" y="196982"/>
                  <a:pt x="249917" y="196982"/>
                </a:cubicBezTo>
                <a:cubicBezTo>
                  <a:pt x="244013" y="196982"/>
                  <a:pt x="238814" y="198293"/>
                  <a:pt x="234322" y="200926"/>
                </a:cubicBezTo>
                <a:cubicBezTo>
                  <a:pt x="229838" y="203558"/>
                  <a:pt x="226382" y="207264"/>
                  <a:pt x="223961" y="212052"/>
                </a:cubicBezTo>
                <a:cubicBezTo>
                  <a:pt x="221541" y="216840"/>
                  <a:pt x="220330" y="222334"/>
                  <a:pt x="220330" y="228534"/>
                </a:cubicBezTo>
                <a:cubicBezTo>
                  <a:pt x="220330" y="234734"/>
                  <a:pt x="221541" y="240302"/>
                  <a:pt x="223961" y="245062"/>
                </a:cubicBezTo>
                <a:cubicBezTo>
                  <a:pt x="226382" y="249823"/>
                  <a:pt x="229838" y="253510"/>
                  <a:pt x="234322" y="256142"/>
                </a:cubicBezTo>
                <a:cubicBezTo>
                  <a:pt x="238805" y="258775"/>
                  <a:pt x="244004" y="260086"/>
                  <a:pt x="249917" y="260086"/>
                </a:cubicBezTo>
                <a:cubicBezTo>
                  <a:pt x="256831" y="260086"/>
                  <a:pt x="262570" y="258224"/>
                  <a:pt x="267145" y="254501"/>
                </a:cubicBezTo>
                <a:cubicBezTo>
                  <a:pt x="271720" y="250777"/>
                  <a:pt x="274599" y="245695"/>
                  <a:pt x="275782" y="239256"/>
                </a:cubicBezTo>
                <a:lnTo>
                  <a:pt x="268071" y="239256"/>
                </a:lnTo>
                <a:cubicBezTo>
                  <a:pt x="266888" y="243631"/>
                  <a:pt x="264706" y="247007"/>
                  <a:pt x="261516" y="249401"/>
                </a:cubicBezTo>
                <a:cubicBezTo>
                  <a:pt x="258325" y="251795"/>
                  <a:pt x="254337" y="252987"/>
                  <a:pt x="249560" y="252987"/>
                </a:cubicBezTo>
                <a:cubicBezTo>
                  <a:pt x="245306" y="252987"/>
                  <a:pt x="241556" y="251951"/>
                  <a:pt x="238310" y="249887"/>
                </a:cubicBezTo>
                <a:cubicBezTo>
                  <a:pt x="235064" y="247823"/>
                  <a:pt x="232561" y="244925"/>
                  <a:pt x="230828" y="241201"/>
                </a:cubicBezTo>
                <a:cubicBezTo>
                  <a:pt x="229086" y="237477"/>
                  <a:pt x="228215" y="233258"/>
                  <a:pt x="228215" y="228525"/>
                </a:cubicBezTo>
                <a:cubicBezTo>
                  <a:pt x="228215" y="223792"/>
                  <a:pt x="229086" y="219499"/>
                  <a:pt x="230828" y="215812"/>
                </a:cubicBezTo>
                <a:cubicBezTo>
                  <a:pt x="232570" y="212125"/>
                  <a:pt x="235064" y="209245"/>
                  <a:pt x="238310" y="207172"/>
                </a:cubicBezTo>
                <a:close/>
                <a:moveTo>
                  <a:pt x="335580" y="197523"/>
                </a:moveTo>
                <a:lnTo>
                  <a:pt x="311925" y="259554"/>
                </a:lnTo>
                <a:lnTo>
                  <a:pt x="319892" y="259554"/>
                </a:lnTo>
                <a:lnTo>
                  <a:pt x="326448" y="242806"/>
                </a:lnTo>
                <a:lnTo>
                  <a:pt x="353467" y="242806"/>
                </a:lnTo>
                <a:lnTo>
                  <a:pt x="360023" y="259554"/>
                </a:lnTo>
                <a:lnTo>
                  <a:pt x="368256" y="259554"/>
                </a:lnTo>
                <a:lnTo>
                  <a:pt x="344693" y="197523"/>
                </a:lnTo>
                <a:lnTo>
                  <a:pt x="335570" y="197523"/>
                </a:lnTo>
                <a:close/>
                <a:moveTo>
                  <a:pt x="328758" y="235808"/>
                </a:moveTo>
                <a:lnTo>
                  <a:pt x="339916" y="205943"/>
                </a:lnTo>
                <a:lnTo>
                  <a:pt x="351166" y="235808"/>
                </a:lnTo>
                <a:lnTo>
                  <a:pt x="328749" y="235808"/>
                </a:lnTo>
                <a:close/>
                <a:moveTo>
                  <a:pt x="725437" y="197523"/>
                </a:moveTo>
                <a:lnTo>
                  <a:pt x="717736" y="197523"/>
                </a:lnTo>
                <a:lnTo>
                  <a:pt x="717736" y="259554"/>
                </a:lnTo>
                <a:lnTo>
                  <a:pt x="753704" y="259554"/>
                </a:lnTo>
                <a:lnTo>
                  <a:pt x="753704" y="252464"/>
                </a:lnTo>
                <a:lnTo>
                  <a:pt x="725446" y="252464"/>
                </a:lnTo>
                <a:lnTo>
                  <a:pt x="725446" y="197523"/>
                </a:lnTo>
                <a:close/>
                <a:moveTo>
                  <a:pt x="250953" y="2119"/>
                </a:moveTo>
                <a:lnTo>
                  <a:pt x="225566" y="2119"/>
                </a:lnTo>
                <a:lnTo>
                  <a:pt x="225566" y="164677"/>
                </a:lnTo>
                <a:lnTo>
                  <a:pt x="250953" y="164677"/>
                </a:lnTo>
                <a:lnTo>
                  <a:pt x="250953" y="2119"/>
                </a:lnTo>
                <a:close/>
                <a:moveTo>
                  <a:pt x="80592" y="62692"/>
                </a:moveTo>
                <a:lnTo>
                  <a:pt x="80592" y="164687"/>
                </a:lnTo>
                <a:cubicBezTo>
                  <a:pt x="80592" y="164687"/>
                  <a:pt x="106732" y="164687"/>
                  <a:pt x="106732" y="164687"/>
                </a:cubicBezTo>
                <a:lnTo>
                  <a:pt x="106713" y="62692"/>
                </a:lnTo>
                <a:cubicBezTo>
                  <a:pt x="106713" y="50282"/>
                  <a:pt x="102707" y="38523"/>
                  <a:pt x="95124" y="28700"/>
                </a:cubicBezTo>
                <a:lnTo>
                  <a:pt x="93648" y="26792"/>
                </a:lnTo>
                <a:lnTo>
                  <a:pt x="92172" y="28700"/>
                </a:lnTo>
                <a:cubicBezTo>
                  <a:pt x="84589" y="38523"/>
                  <a:pt x="80583" y="50273"/>
                  <a:pt x="80583" y="62692"/>
                </a:cubicBezTo>
                <a:close/>
                <a:moveTo>
                  <a:pt x="47273" y="2119"/>
                </a:moveTo>
                <a:lnTo>
                  <a:pt x="0" y="2119"/>
                </a:lnTo>
                <a:lnTo>
                  <a:pt x="0" y="26792"/>
                </a:lnTo>
                <a:lnTo>
                  <a:pt x="93648" y="26792"/>
                </a:lnTo>
                <a:lnTo>
                  <a:pt x="91328" y="23793"/>
                </a:lnTo>
                <a:cubicBezTo>
                  <a:pt x="80693" y="10025"/>
                  <a:pt x="64629" y="2119"/>
                  <a:pt x="47273" y="2119"/>
                </a:cubicBezTo>
                <a:close/>
                <a:moveTo>
                  <a:pt x="95968" y="23793"/>
                </a:moveTo>
                <a:lnTo>
                  <a:pt x="93648" y="26792"/>
                </a:lnTo>
                <a:lnTo>
                  <a:pt x="187296" y="26792"/>
                </a:lnTo>
                <a:lnTo>
                  <a:pt x="187296" y="2119"/>
                </a:lnTo>
                <a:lnTo>
                  <a:pt x="140023" y="2119"/>
                </a:lnTo>
                <a:cubicBezTo>
                  <a:pt x="122657" y="2119"/>
                  <a:pt x="106603" y="10016"/>
                  <a:pt x="95958" y="23793"/>
                </a:cubicBezTo>
                <a:close/>
                <a:moveTo>
                  <a:pt x="514844" y="164677"/>
                </a:moveTo>
                <a:lnTo>
                  <a:pt x="540232" y="164677"/>
                </a:lnTo>
                <a:lnTo>
                  <a:pt x="540232" y="2119"/>
                </a:lnTo>
                <a:lnTo>
                  <a:pt x="514844" y="2119"/>
                </a:lnTo>
                <a:lnTo>
                  <a:pt x="514844" y="164677"/>
                </a:lnTo>
                <a:close/>
                <a:moveTo>
                  <a:pt x="495205" y="259554"/>
                </a:moveTo>
                <a:lnTo>
                  <a:pt x="502915" y="259554"/>
                </a:lnTo>
                <a:lnTo>
                  <a:pt x="502915" y="197523"/>
                </a:lnTo>
                <a:lnTo>
                  <a:pt x="495205" y="197523"/>
                </a:lnTo>
                <a:lnTo>
                  <a:pt x="495205" y="259554"/>
                </a:lnTo>
                <a:close/>
                <a:moveTo>
                  <a:pt x="544816" y="204613"/>
                </a:moveTo>
                <a:lnTo>
                  <a:pt x="564923" y="204613"/>
                </a:lnTo>
                <a:lnTo>
                  <a:pt x="564923" y="259554"/>
                </a:lnTo>
                <a:lnTo>
                  <a:pt x="572633" y="259554"/>
                </a:lnTo>
                <a:lnTo>
                  <a:pt x="572633" y="204613"/>
                </a:lnTo>
                <a:lnTo>
                  <a:pt x="592740" y="204613"/>
                </a:lnTo>
                <a:lnTo>
                  <a:pt x="592740" y="197523"/>
                </a:lnTo>
                <a:lnTo>
                  <a:pt x="544816" y="197523"/>
                </a:lnTo>
                <a:lnTo>
                  <a:pt x="544816" y="204613"/>
                </a:lnTo>
                <a:close/>
                <a:moveTo>
                  <a:pt x="287389" y="2119"/>
                </a:moveTo>
                <a:cubicBezTo>
                  <a:pt x="287389" y="2119"/>
                  <a:pt x="335680" y="117220"/>
                  <a:pt x="345234" y="140105"/>
                </a:cubicBezTo>
                <a:cubicBezTo>
                  <a:pt x="356374" y="166796"/>
                  <a:pt x="374464" y="166796"/>
                  <a:pt x="381413" y="166796"/>
                </a:cubicBezTo>
                <a:lnTo>
                  <a:pt x="382899" y="166796"/>
                </a:lnTo>
                <a:lnTo>
                  <a:pt x="316692" y="2119"/>
                </a:lnTo>
                <a:lnTo>
                  <a:pt x="287389" y="2119"/>
                </a:lnTo>
                <a:close/>
                <a:moveTo>
                  <a:pt x="443549" y="199871"/>
                </a:moveTo>
                <a:cubicBezTo>
                  <a:pt x="440413" y="198303"/>
                  <a:pt x="436819" y="197523"/>
                  <a:pt x="432739" y="197523"/>
                </a:cubicBezTo>
                <a:lnTo>
                  <a:pt x="408910" y="197523"/>
                </a:lnTo>
                <a:lnTo>
                  <a:pt x="408910" y="259554"/>
                </a:lnTo>
                <a:lnTo>
                  <a:pt x="416621" y="259554"/>
                </a:lnTo>
                <a:lnTo>
                  <a:pt x="416621" y="235716"/>
                </a:lnTo>
                <a:lnTo>
                  <a:pt x="432748" y="235716"/>
                </a:lnTo>
                <a:cubicBezTo>
                  <a:pt x="436819" y="235716"/>
                  <a:pt x="440413" y="234936"/>
                  <a:pt x="443512" y="233368"/>
                </a:cubicBezTo>
                <a:cubicBezTo>
                  <a:pt x="446611" y="231799"/>
                  <a:pt x="449013" y="229571"/>
                  <a:pt x="450728" y="226681"/>
                </a:cubicBezTo>
                <a:cubicBezTo>
                  <a:pt x="452442" y="223783"/>
                  <a:pt x="453295" y="220417"/>
                  <a:pt x="453295" y="216583"/>
                </a:cubicBezTo>
                <a:cubicBezTo>
                  <a:pt x="453295" y="212749"/>
                  <a:pt x="452452" y="209392"/>
                  <a:pt x="450774" y="206521"/>
                </a:cubicBezTo>
                <a:cubicBezTo>
                  <a:pt x="449087" y="203659"/>
                  <a:pt x="446685" y="201439"/>
                  <a:pt x="443558" y="199871"/>
                </a:cubicBezTo>
                <a:close/>
                <a:moveTo>
                  <a:pt x="441779" y="225351"/>
                </a:moveTo>
                <a:cubicBezTo>
                  <a:pt x="439359" y="227534"/>
                  <a:pt x="436113" y="228635"/>
                  <a:pt x="432033" y="228635"/>
                </a:cubicBezTo>
                <a:lnTo>
                  <a:pt x="416621" y="228635"/>
                </a:lnTo>
                <a:lnTo>
                  <a:pt x="416621" y="204622"/>
                </a:lnTo>
                <a:lnTo>
                  <a:pt x="432125" y="204622"/>
                </a:lnTo>
                <a:cubicBezTo>
                  <a:pt x="436196" y="204622"/>
                  <a:pt x="439432" y="205705"/>
                  <a:pt x="441825" y="207860"/>
                </a:cubicBezTo>
                <a:cubicBezTo>
                  <a:pt x="444218" y="210015"/>
                  <a:pt x="445410" y="212923"/>
                  <a:pt x="445410" y="216592"/>
                </a:cubicBezTo>
                <a:cubicBezTo>
                  <a:pt x="445410" y="220261"/>
                  <a:pt x="444200" y="223178"/>
                  <a:pt x="441779" y="225361"/>
                </a:cubicBezTo>
                <a:close/>
                <a:moveTo>
                  <a:pt x="382889" y="166805"/>
                </a:moveTo>
                <a:lnTo>
                  <a:pt x="384375" y="166805"/>
                </a:lnTo>
                <a:cubicBezTo>
                  <a:pt x="391334" y="166805"/>
                  <a:pt x="409423" y="166805"/>
                  <a:pt x="420554" y="140114"/>
                </a:cubicBezTo>
                <a:cubicBezTo>
                  <a:pt x="430099" y="117230"/>
                  <a:pt x="478399" y="2128"/>
                  <a:pt x="478399" y="2128"/>
                </a:cubicBezTo>
                <a:lnTo>
                  <a:pt x="449096" y="2128"/>
                </a:lnTo>
                <a:lnTo>
                  <a:pt x="382889" y="166814"/>
                </a:lnTo>
                <a:close/>
                <a:moveTo>
                  <a:pt x="644368" y="197523"/>
                </a:moveTo>
                <a:lnTo>
                  <a:pt x="620714" y="259554"/>
                </a:lnTo>
                <a:lnTo>
                  <a:pt x="628690" y="259554"/>
                </a:lnTo>
                <a:lnTo>
                  <a:pt x="635246" y="242806"/>
                </a:lnTo>
                <a:lnTo>
                  <a:pt x="662266" y="242806"/>
                </a:lnTo>
                <a:lnTo>
                  <a:pt x="668821" y="259554"/>
                </a:lnTo>
                <a:lnTo>
                  <a:pt x="677055" y="259554"/>
                </a:lnTo>
                <a:lnTo>
                  <a:pt x="653491" y="197523"/>
                </a:lnTo>
                <a:lnTo>
                  <a:pt x="644368" y="197523"/>
                </a:lnTo>
                <a:close/>
                <a:moveTo>
                  <a:pt x="637547" y="235808"/>
                </a:moveTo>
                <a:lnTo>
                  <a:pt x="648705" y="205943"/>
                </a:lnTo>
                <a:lnTo>
                  <a:pt x="659955" y="235808"/>
                </a:lnTo>
                <a:lnTo>
                  <a:pt x="637538" y="235808"/>
                </a:lnTo>
                <a:close/>
              </a:path>
            </a:pathLst>
          </a:custGeom>
          <a:solidFill>
            <a:srgbClr val="000000"/>
          </a:solidFill>
          <a:ln w="1061" cap="flat">
            <a:noFill/>
            <a:prstDash val="solid"/>
            <a:miter/>
          </a:ln>
        </p:spPr>
        <p:txBody>
          <a:bodyPr rtlCol="0" anchor="ctr"/>
          <a:lstStyle/>
          <a:p>
            <a:endParaRPr lang="pt-BR" sz="1092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09B6F29F-DF18-9050-9EF6-AF47C4A796AC}"/>
              </a:ext>
            </a:extLst>
          </p:cNvPr>
          <p:cNvCxnSpPr/>
          <p:nvPr userDrawn="1"/>
        </p:nvCxnSpPr>
        <p:spPr>
          <a:xfrm>
            <a:off x="334964" y="185353"/>
            <a:ext cx="1041541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785233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469">
          <p15:clr>
            <a:srgbClr val="FBAE40"/>
          </p15:clr>
        </p15:guide>
        <p15:guide id="2" orient="horz" pos="3974">
          <p15:clr>
            <a:srgbClr val="FBAE40"/>
          </p15:clr>
        </p15:guide>
        <p15:guide id="3" orient="horz" pos="232">
          <p15:clr>
            <a:srgbClr val="FBAE40"/>
          </p15:clr>
        </p15:guide>
        <p15:guide id="4" pos="211">
          <p15:clr>
            <a:srgbClr val="FBAE40"/>
          </p15:clr>
        </p15:guide>
        <p15:guide id="5" orient="horz" pos="4065">
          <p15:clr>
            <a:srgbClr val="FBAE40"/>
          </p15:clr>
        </p15:guide>
        <p15:guide id="6" orient="horz" pos="799">
          <p15:clr>
            <a:srgbClr val="FBAE40"/>
          </p15:clr>
        </p15:guide>
        <p15:guide id="7" orient="horz" pos="935">
          <p15:clr>
            <a:srgbClr val="FBAE40"/>
          </p15:clr>
        </p15:guide>
      </p15:sldGuideLst>
    </p:ext>
  </p:extLst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ítulo | Box lateral - Branco 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tângulo 1">
            <a:extLst>
              <a:ext uri="{FF2B5EF4-FFF2-40B4-BE49-F238E27FC236}">
                <a16:creationId xmlns:a16="http://schemas.microsoft.com/office/drawing/2014/main" id="{0B0E7351-5252-E626-42EB-CDCE7C083C49}"/>
              </a:ext>
            </a:extLst>
          </p:cNvPr>
          <p:cNvSpPr/>
          <p:nvPr userDrawn="1"/>
        </p:nvSpPr>
        <p:spPr>
          <a:xfrm>
            <a:off x="0" y="1"/>
            <a:ext cx="5420020" cy="6858000"/>
          </a:xfrm>
          <a:prstGeom prst="rect">
            <a:avLst/>
          </a:prstGeom>
          <a:gradFill>
            <a:gsLst>
              <a:gs pos="100000">
                <a:schemeClr val="tx1">
                  <a:lumMod val="95000"/>
                  <a:lumOff val="5000"/>
                </a:schemeClr>
              </a:gs>
              <a:gs pos="0">
                <a:schemeClr val="tx1">
                  <a:lumMod val="85000"/>
                  <a:lumOff val="15000"/>
                </a:schemeClr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092">
              <a:solidFill>
                <a:schemeClr val="bg1"/>
              </a:solidFill>
            </a:endParaRPr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132BCE3-A04F-8602-64F7-7623C7EAF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61763" y="6482556"/>
            <a:ext cx="295275" cy="1692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 sz="1100">
                <a:solidFill>
                  <a:schemeClr val="tx1">
                    <a:lumMod val="95000"/>
                    <a:lumOff val="5000"/>
                  </a:schemeClr>
                </a:solidFill>
                <a:latin typeface="Versos" panose="020B0503020204030204" pitchFamily="34" charset="0"/>
                <a:cs typeface="Versos" panose="020B0503020204030204" pitchFamily="34" charset="0"/>
              </a:defRPr>
            </a:lvl1pPr>
          </a:lstStyle>
          <a:p>
            <a:fld id="{77667D73-C69A-4DAA-9003-24A825D36FE9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B13D7C-5A47-B0DF-B518-26E79F5D2DB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64" y="368301"/>
            <a:ext cx="5085057" cy="4308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err="1"/>
              <a:t>Título</a:t>
            </a:r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401465E-A8CD-A3BA-BE2A-9597492FDC6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4963" y="6482556"/>
            <a:ext cx="10980000" cy="180000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900">
                <a:latin typeface="Versos Light" panose="020B0403020204030204" pitchFamily="34" charset="0"/>
              </a:defRPr>
            </a:lvl2pPr>
            <a:lvl3pPr>
              <a:defRPr sz="900">
                <a:latin typeface="Versos Light" panose="020B0403020204030204" pitchFamily="34" charset="0"/>
              </a:defRPr>
            </a:lvl3pPr>
            <a:lvl4pPr>
              <a:defRPr sz="900">
                <a:latin typeface="Versos Light" panose="020B0403020204030204" pitchFamily="34" charset="0"/>
              </a:defRPr>
            </a:lvl4pPr>
            <a:lvl5pPr>
              <a:defRPr sz="900">
                <a:latin typeface="Versos Light" panose="020B0403020204030204" pitchFamily="34" charset="0"/>
              </a:defRPr>
            </a:lvl5pPr>
          </a:lstStyle>
          <a:p>
            <a:pPr lvl="0"/>
            <a:r>
              <a:rPr lang="en-US"/>
              <a:t>Fonte:</a:t>
            </a:r>
            <a:endParaRPr lang="pt-BR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2BF5896-7E11-14FB-06A4-95B1CAD37BF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47027" y="1751285"/>
            <a:ext cx="4369353" cy="156104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3D29ABC6-2275-8D02-5D8F-6C312831087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33166" y="3849328"/>
            <a:ext cx="4383213" cy="158838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8">
            <a:extLst>
              <a:ext uri="{FF2B5EF4-FFF2-40B4-BE49-F238E27FC236}">
                <a16:creationId xmlns:a16="http://schemas.microsoft.com/office/drawing/2014/main" id="{89936DB2-1144-3AFC-1BBA-E1BDEB5020C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767047" y="1484313"/>
            <a:ext cx="6077927" cy="445872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chemeClr val="tx1">
                    <a:lumMod val="95000"/>
                    <a:lumOff val="5000"/>
                  </a:schemeClr>
                </a:solidFill>
                <a:latin typeface="Versos" panose="020B05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2" name="Conector Reto 2">
            <a:extLst>
              <a:ext uri="{FF2B5EF4-FFF2-40B4-BE49-F238E27FC236}">
                <a16:creationId xmlns:a16="http://schemas.microsoft.com/office/drawing/2014/main" id="{D24BE17E-F6B3-8EAE-EC30-BB9C725FC11E}"/>
              </a:ext>
            </a:extLst>
          </p:cNvPr>
          <p:cNvCxnSpPr>
            <a:cxnSpLocks/>
          </p:cNvCxnSpPr>
          <p:nvPr userDrawn="1"/>
        </p:nvCxnSpPr>
        <p:spPr>
          <a:xfrm flipH="1">
            <a:off x="1" y="1482784"/>
            <a:ext cx="1457739" cy="0"/>
          </a:xfrm>
          <a:prstGeom prst="line">
            <a:avLst/>
          </a:prstGeom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Conector Reto 7">
            <a:extLst>
              <a:ext uri="{FF2B5EF4-FFF2-40B4-BE49-F238E27FC236}">
                <a16:creationId xmlns:a16="http://schemas.microsoft.com/office/drawing/2014/main" id="{0D6EA7A2-501E-AE25-217B-771E1489503C}"/>
              </a:ext>
            </a:extLst>
          </p:cNvPr>
          <p:cNvCxnSpPr>
            <a:cxnSpLocks/>
          </p:cNvCxnSpPr>
          <p:nvPr userDrawn="1"/>
        </p:nvCxnSpPr>
        <p:spPr>
          <a:xfrm flipH="1">
            <a:off x="1" y="3580828"/>
            <a:ext cx="1457739" cy="0"/>
          </a:xfrm>
          <a:prstGeom prst="line">
            <a:avLst/>
          </a:prstGeom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Picture 8">
            <a:extLst>
              <a:ext uri="{FF2B5EF4-FFF2-40B4-BE49-F238E27FC236}">
                <a16:creationId xmlns:a16="http://schemas.microsoft.com/office/drawing/2014/main" id="{68EB1F7D-EB42-B4A5-4EBA-55B2FE1DF06F}"/>
              </a:ext>
            </a:extLst>
          </p:cNvPr>
          <p:cNvSpPr/>
          <p:nvPr userDrawn="1"/>
        </p:nvSpPr>
        <p:spPr>
          <a:xfrm>
            <a:off x="11091186" y="377179"/>
            <a:ext cx="765852" cy="260086"/>
          </a:xfrm>
          <a:custGeom>
            <a:avLst/>
            <a:gdLst>
              <a:gd name="connsiteX0" fmla="*/ 739575 w 765852"/>
              <a:gd name="connsiteY0" fmla="*/ 143884 h 260086"/>
              <a:gd name="connsiteX1" fmla="*/ 765852 w 765852"/>
              <a:gd name="connsiteY1" fmla="*/ 83403 h 260086"/>
              <a:gd name="connsiteX2" fmla="*/ 739575 w 765852"/>
              <a:gd name="connsiteY2" fmla="*/ 22921 h 260086"/>
              <a:gd name="connsiteX3" fmla="*/ 672177 w 765852"/>
              <a:gd name="connsiteY3" fmla="*/ 0 h 260086"/>
              <a:gd name="connsiteX4" fmla="*/ 604779 w 765852"/>
              <a:gd name="connsiteY4" fmla="*/ 22921 h 260086"/>
              <a:gd name="connsiteX5" fmla="*/ 578501 w 765852"/>
              <a:gd name="connsiteY5" fmla="*/ 83403 h 260086"/>
              <a:gd name="connsiteX6" fmla="*/ 604779 w 765852"/>
              <a:gd name="connsiteY6" fmla="*/ 143884 h 260086"/>
              <a:gd name="connsiteX7" fmla="*/ 672177 w 765852"/>
              <a:gd name="connsiteY7" fmla="*/ 166805 h 260086"/>
              <a:gd name="connsiteX8" fmla="*/ 739575 w 765852"/>
              <a:gd name="connsiteY8" fmla="*/ 143884 h 260086"/>
              <a:gd name="connsiteX9" fmla="*/ 604595 w 765852"/>
              <a:gd name="connsiteY9" fmla="*/ 83403 h 260086"/>
              <a:gd name="connsiteX10" fmla="*/ 622611 w 765852"/>
              <a:gd name="connsiteY10" fmla="*/ 41871 h 260086"/>
              <a:gd name="connsiteX11" fmla="*/ 672177 w 765852"/>
              <a:gd name="connsiteY11" fmla="*/ 25719 h 260086"/>
              <a:gd name="connsiteX12" fmla="*/ 721742 w 765852"/>
              <a:gd name="connsiteY12" fmla="*/ 41871 h 260086"/>
              <a:gd name="connsiteX13" fmla="*/ 739759 w 765852"/>
              <a:gd name="connsiteY13" fmla="*/ 83403 h 260086"/>
              <a:gd name="connsiteX14" fmla="*/ 721742 w 765852"/>
              <a:gd name="connsiteY14" fmla="*/ 124934 h 260086"/>
              <a:gd name="connsiteX15" fmla="*/ 672177 w 765852"/>
              <a:gd name="connsiteY15" fmla="*/ 141077 h 260086"/>
              <a:gd name="connsiteX16" fmla="*/ 622611 w 765852"/>
              <a:gd name="connsiteY16" fmla="*/ 124934 h 260086"/>
              <a:gd name="connsiteX17" fmla="*/ 604595 w 765852"/>
              <a:gd name="connsiteY17" fmla="*/ 83403 h 260086"/>
              <a:gd name="connsiteX18" fmla="*/ 238310 w 765852"/>
              <a:gd name="connsiteY18" fmla="*/ 207181 h 260086"/>
              <a:gd name="connsiteX19" fmla="*/ 249560 w 765852"/>
              <a:gd name="connsiteY19" fmla="*/ 204081 h 260086"/>
              <a:gd name="connsiteX20" fmla="*/ 261562 w 765852"/>
              <a:gd name="connsiteY20" fmla="*/ 207713 h 260086"/>
              <a:gd name="connsiteX21" fmla="*/ 268163 w 765852"/>
              <a:gd name="connsiteY21" fmla="*/ 217812 h 260086"/>
              <a:gd name="connsiteX22" fmla="*/ 275874 w 765852"/>
              <a:gd name="connsiteY22" fmla="*/ 217812 h 260086"/>
              <a:gd name="connsiteX23" fmla="*/ 267145 w 765852"/>
              <a:gd name="connsiteY23" fmla="*/ 202568 h 260086"/>
              <a:gd name="connsiteX24" fmla="*/ 249917 w 765852"/>
              <a:gd name="connsiteY24" fmla="*/ 196982 h 260086"/>
              <a:gd name="connsiteX25" fmla="*/ 234322 w 765852"/>
              <a:gd name="connsiteY25" fmla="*/ 200926 h 260086"/>
              <a:gd name="connsiteX26" fmla="*/ 223961 w 765852"/>
              <a:gd name="connsiteY26" fmla="*/ 212052 h 260086"/>
              <a:gd name="connsiteX27" fmla="*/ 220330 w 765852"/>
              <a:gd name="connsiteY27" fmla="*/ 228534 h 260086"/>
              <a:gd name="connsiteX28" fmla="*/ 223961 w 765852"/>
              <a:gd name="connsiteY28" fmla="*/ 245062 h 260086"/>
              <a:gd name="connsiteX29" fmla="*/ 234322 w 765852"/>
              <a:gd name="connsiteY29" fmla="*/ 256142 h 260086"/>
              <a:gd name="connsiteX30" fmla="*/ 249917 w 765852"/>
              <a:gd name="connsiteY30" fmla="*/ 260086 h 260086"/>
              <a:gd name="connsiteX31" fmla="*/ 267145 w 765852"/>
              <a:gd name="connsiteY31" fmla="*/ 254501 h 260086"/>
              <a:gd name="connsiteX32" fmla="*/ 275782 w 765852"/>
              <a:gd name="connsiteY32" fmla="*/ 239256 h 260086"/>
              <a:gd name="connsiteX33" fmla="*/ 268071 w 765852"/>
              <a:gd name="connsiteY33" fmla="*/ 239256 h 260086"/>
              <a:gd name="connsiteX34" fmla="*/ 261516 w 765852"/>
              <a:gd name="connsiteY34" fmla="*/ 249401 h 260086"/>
              <a:gd name="connsiteX35" fmla="*/ 249560 w 765852"/>
              <a:gd name="connsiteY35" fmla="*/ 252987 h 260086"/>
              <a:gd name="connsiteX36" fmla="*/ 238310 w 765852"/>
              <a:gd name="connsiteY36" fmla="*/ 249887 h 260086"/>
              <a:gd name="connsiteX37" fmla="*/ 230828 w 765852"/>
              <a:gd name="connsiteY37" fmla="*/ 241201 h 260086"/>
              <a:gd name="connsiteX38" fmla="*/ 228215 w 765852"/>
              <a:gd name="connsiteY38" fmla="*/ 228525 h 260086"/>
              <a:gd name="connsiteX39" fmla="*/ 230828 w 765852"/>
              <a:gd name="connsiteY39" fmla="*/ 215812 h 260086"/>
              <a:gd name="connsiteX40" fmla="*/ 238310 w 765852"/>
              <a:gd name="connsiteY40" fmla="*/ 207172 h 260086"/>
              <a:gd name="connsiteX41" fmla="*/ 335580 w 765852"/>
              <a:gd name="connsiteY41" fmla="*/ 197523 h 260086"/>
              <a:gd name="connsiteX42" fmla="*/ 311925 w 765852"/>
              <a:gd name="connsiteY42" fmla="*/ 259554 h 260086"/>
              <a:gd name="connsiteX43" fmla="*/ 319892 w 765852"/>
              <a:gd name="connsiteY43" fmla="*/ 259554 h 260086"/>
              <a:gd name="connsiteX44" fmla="*/ 326448 w 765852"/>
              <a:gd name="connsiteY44" fmla="*/ 242806 h 260086"/>
              <a:gd name="connsiteX45" fmla="*/ 353467 w 765852"/>
              <a:gd name="connsiteY45" fmla="*/ 242806 h 260086"/>
              <a:gd name="connsiteX46" fmla="*/ 360023 w 765852"/>
              <a:gd name="connsiteY46" fmla="*/ 259554 h 260086"/>
              <a:gd name="connsiteX47" fmla="*/ 368256 w 765852"/>
              <a:gd name="connsiteY47" fmla="*/ 259554 h 260086"/>
              <a:gd name="connsiteX48" fmla="*/ 344693 w 765852"/>
              <a:gd name="connsiteY48" fmla="*/ 197523 h 260086"/>
              <a:gd name="connsiteX49" fmla="*/ 335570 w 765852"/>
              <a:gd name="connsiteY49" fmla="*/ 197523 h 260086"/>
              <a:gd name="connsiteX50" fmla="*/ 328758 w 765852"/>
              <a:gd name="connsiteY50" fmla="*/ 235808 h 260086"/>
              <a:gd name="connsiteX51" fmla="*/ 339916 w 765852"/>
              <a:gd name="connsiteY51" fmla="*/ 205943 h 260086"/>
              <a:gd name="connsiteX52" fmla="*/ 351166 w 765852"/>
              <a:gd name="connsiteY52" fmla="*/ 235808 h 260086"/>
              <a:gd name="connsiteX53" fmla="*/ 328749 w 765852"/>
              <a:gd name="connsiteY53" fmla="*/ 235808 h 260086"/>
              <a:gd name="connsiteX54" fmla="*/ 725437 w 765852"/>
              <a:gd name="connsiteY54" fmla="*/ 197523 h 260086"/>
              <a:gd name="connsiteX55" fmla="*/ 717736 w 765852"/>
              <a:gd name="connsiteY55" fmla="*/ 197523 h 260086"/>
              <a:gd name="connsiteX56" fmla="*/ 717736 w 765852"/>
              <a:gd name="connsiteY56" fmla="*/ 259554 h 260086"/>
              <a:gd name="connsiteX57" fmla="*/ 753704 w 765852"/>
              <a:gd name="connsiteY57" fmla="*/ 259554 h 260086"/>
              <a:gd name="connsiteX58" fmla="*/ 753704 w 765852"/>
              <a:gd name="connsiteY58" fmla="*/ 252464 h 260086"/>
              <a:gd name="connsiteX59" fmla="*/ 725446 w 765852"/>
              <a:gd name="connsiteY59" fmla="*/ 252464 h 260086"/>
              <a:gd name="connsiteX60" fmla="*/ 725446 w 765852"/>
              <a:gd name="connsiteY60" fmla="*/ 197523 h 260086"/>
              <a:gd name="connsiteX61" fmla="*/ 250953 w 765852"/>
              <a:gd name="connsiteY61" fmla="*/ 2119 h 260086"/>
              <a:gd name="connsiteX62" fmla="*/ 225566 w 765852"/>
              <a:gd name="connsiteY62" fmla="*/ 2119 h 260086"/>
              <a:gd name="connsiteX63" fmla="*/ 225566 w 765852"/>
              <a:gd name="connsiteY63" fmla="*/ 164677 h 260086"/>
              <a:gd name="connsiteX64" fmla="*/ 250953 w 765852"/>
              <a:gd name="connsiteY64" fmla="*/ 164677 h 260086"/>
              <a:gd name="connsiteX65" fmla="*/ 250953 w 765852"/>
              <a:gd name="connsiteY65" fmla="*/ 2119 h 260086"/>
              <a:gd name="connsiteX66" fmla="*/ 80592 w 765852"/>
              <a:gd name="connsiteY66" fmla="*/ 62692 h 260086"/>
              <a:gd name="connsiteX67" fmla="*/ 80592 w 765852"/>
              <a:gd name="connsiteY67" fmla="*/ 164687 h 260086"/>
              <a:gd name="connsiteX68" fmla="*/ 106732 w 765852"/>
              <a:gd name="connsiteY68" fmla="*/ 164687 h 260086"/>
              <a:gd name="connsiteX69" fmla="*/ 106713 w 765852"/>
              <a:gd name="connsiteY69" fmla="*/ 62692 h 260086"/>
              <a:gd name="connsiteX70" fmla="*/ 95124 w 765852"/>
              <a:gd name="connsiteY70" fmla="*/ 28700 h 260086"/>
              <a:gd name="connsiteX71" fmla="*/ 93648 w 765852"/>
              <a:gd name="connsiteY71" fmla="*/ 26792 h 260086"/>
              <a:gd name="connsiteX72" fmla="*/ 92172 w 765852"/>
              <a:gd name="connsiteY72" fmla="*/ 28700 h 260086"/>
              <a:gd name="connsiteX73" fmla="*/ 80583 w 765852"/>
              <a:gd name="connsiteY73" fmla="*/ 62692 h 260086"/>
              <a:gd name="connsiteX74" fmla="*/ 47273 w 765852"/>
              <a:gd name="connsiteY74" fmla="*/ 2119 h 260086"/>
              <a:gd name="connsiteX75" fmla="*/ 0 w 765852"/>
              <a:gd name="connsiteY75" fmla="*/ 2119 h 260086"/>
              <a:gd name="connsiteX76" fmla="*/ 0 w 765852"/>
              <a:gd name="connsiteY76" fmla="*/ 26792 h 260086"/>
              <a:gd name="connsiteX77" fmla="*/ 93648 w 765852"/>
              <a:gd name="connsiteY77" fmla="*/ 26792 h 260086"/>
              <a:gd name="connsiteX78" fmla="*/ 91328 w 765852"/>
              <a:gd name="connsiteY78" fmla="*/ 23793 h 260086"/>
              <a:gd name="connsiteX79" fmla="*/ 47273 w 765852"/>
              <a:gd name="connsiteY79" fmla="*/ 2119 h 260086"/>
              <a:gd name="connsiteX80" fmla="*/ 95968 w 765852"/>
              <a:gd name="connsiteY80" fmla="*/ 23793 h 260086"/>
              <a:gd name="connsiteX81" fmla="*/ 93648 w 765852"/>
              <a:gd name="connsiteY81" fmla="*/ 26792 h 260086"/>
              <a:gd name="connsiteX82" fmla="*/ 187296 w 765852"/>
              <a:gd name="connsiteY82" fmla="*/ 26792 h 260086"/>
              <a:gd name="connsiteX83" fmla="*/ 187296 w 765852"/>
              <a:gd name="connsiteY83" fmla="*/ 2119 h 260086"/>
              <a:gd name="connsiteX84" fmla="*/ 140023 w 765852"/>
              <a:gd name="connsiteY84" fmla="*/ 2119 h 260086"/>
              <a:gd name="connsiteX85" fmla="*/ 95958 w 765852"/>
              <a:gd name="connsiteY85" fmla="*/ 23793 h 260086"/>
              <a:gd name="connsiteX86" fmla="*/ 514844 w 765852"/>
              <a:gd name="connsiteY86" fmla="*/ 164677 h 260086"/>
              <a:gd name="connsiteX87" fmla="*/ 540232 w 765852"/>
              <a:gd name="connsiteY87" fmla="*/ 164677 h 260086"/>
              <a:gd name="connsiteX88" fmla="*/ 540232 w 765852"/>
              <a:gd name="connsiteY88" fmla="*/ 2119 h 260086"/>
              <a:gd name="connsiteX89" fmla="*/ 514844 w 765852"/>
              <a:gd name="connsiteY89" fmla="*/ 2119 h 260086"/>
              <a:gd name="connsiteX90" fmla="*/ 514844 w 765852"/>
              <a:gd name="connsiteY90" fmla="*/ 164677 h 260086"/>
              <a:gd name="connsiteX91" fmla="*/ 495205 w 765852"/>
              <a:gd name="connsiteY91" fmla="*/ 259554 h 260086"/>
              <a:gd name="connsiteX92" fmla="*/ 502915 w 765852"/>
              <a:gd name="connsiteY92" fmla="*/ 259554 h 260086"/>
              <a:gd name="connsiteX93" fmla="*/ 502915 w 765852"/>
              <a:gd name="connsiteY93" fmla="*/ 197523 h 260086"/>
              <a:gd name="connsiteX94" fmla="*/ 495205 w 765852"/>
              <a:gd name="connsiteY94" fmla="*/ 197523 h 260086"/>
              <a:gd name="connsiteX95" fmla="*/ 495205 w 765852"/>
              <a:gd name="connsiteY95" fmla="*/ 259554 h 260086"/>
              <a:gd name="connsiteX96" fmla="*/ 544816 w 765852"/>
              <a:gd name="connsiteY96" fmla="*/ 204613 h 260086"/>
              <a:gd name="connsiteX97" fmla="*/ 564923 w 765852"/>
              <a:gd name="connsiteY97" fmla="*/ 204613 h 260086"/>
              <a:gd name="connsiteX98" fmla="*/ 564923 w 765852"/>
              <a:gd name="connsiteY98" fmla="*/ 259554 h 260086"/>
              <a:gd name="connsiteX99" fmla="*/ 572633 w 765852"/>
              <a:gd name="connsiteY99" fmla="*/ 259554 h 260086"/>
              <a:gd name="connsiteX100" fmla="*/ 572633 w 765852"/>
              <a:gd name="connsiteY100" fmla="*/ 204613 h 260086"/>
              <a:gd name="connsiteX101" fmla="*/ 592740 w 765852"/>
              <a:gd name="connsiteY101" fmla="*/ 204613 h 260086"/>
              <a:gd name="connsiteX102" fmla="*/ 592740 w 765852"/>
              <a:gd name="connsiteY102" fmla="*/ 197523 h 260086"/>
              <a:gd name="connsiteX103" fmla="*/ 544816 w 765852"/>
              <a:gd name="connsiteY103" fmla="*/ 197523 h 260086"/>
              <a:gd name="connsiteX104" fmla="*/ 544816 w 765852"/>
              <a:gd name="connsiteY104" fmla="*/ 204613 h 260086"/>
              <a:gd name="connsiteX105" fmla="*/ 287389 w 765852"/>
              <a:gd name="connsiteY105" fmla="*/ 2119 h 260086"/>
              <a:gd name="connsiteX106" fmla="*/ 345234 w 765852"/>
              <a:gd name="connsiteY106" fmla="*/ 140105 h 260086"/>
              <a:gd name="connsiteX107" fmla="*/ 381413 w 765852"/>
              <a:gd name="connsiteY107" fmla="*/ 166796 h 260086"/>
              <a:gd name="connsiteX108" fmla="*/ 382899 w 765852"/>
              <a:gd name="connsiteY108" fmla="*/ 166796 h 260086"/>
              <a:gd name="connsiteX109" fmla="*/ 316692 w 765852"/>
              <a:gd name="connsiteY109" fmla="*/ 2119 h 260086"/>
              <a:gd name="connsiteX110" fmla="*/ 287389 w 765852"/>
              <a:gd name="connsiteY110" fmla="*/ 2119 h 260086"/>
              <a:gd name="connsiteX111" fmla="*/ 443549 w 765852"/>
              <a:gd name="connsiteY111" fmla="*/ 199871 h 260086"/>
              <a:gd name="connsiteX112" fmla="*/ 432739 w 765852"/>
              <a:gd name="connsiteY112" fmla="*/ 197523 h 260086"/>
              <a:gd name="connsiteX113" fmla="*/ 408910 w 765852"/>
              <a:gd name="connsiteY113" fmla="*/ 197523 h 260086"/>
              <a:gd name="connsiteX114" fmla="*/ 408910 w 765852"/>
              <a:gd name="connsiteY114" fmla="*/ 259554 h 260086"/>
              <a:gd name="connsiteX115" fmla="*/ 416621 w 765852"/>
              <a:gd name="connsiteY115" fmla="*/ 259554 h 260086"/>
              <a:gd name="connsiteX116" fmla="*/ 416621 w 765852"/>
              <a:gd name="connsiteY116" fmla="*/ 235716 h 260086"/>
              <a:gd name="connsiteX117" fmla="*/ 432748 w 765852"/>
              <a:gd name="connsiteY117" fmla="*/ 235716 h 260086"/>
              <a:gd name="connsiteX118" fmla="*/ 443512 w 765852"/>
              <a:gd name="connsiteY118" fmla="*/ 233368 h 260086"/>
              <a:gd name="connsiteX119" fmla="*/ 450728 w 765852"/>
              <a:gd name="connsiteY119" fmla="*/ 226681 h 260086"/>
              <a:gd name="connsiteX120" fmla="*/ 453295 w 765852"/>
              <a:gd name="connsiteY120" fmla="*/ 216583 h 260086"/>
              <a:gd name="connsiteX121" fmla="*/ 450774 w 765852"/>
              <a:gd name="connsiteY121" fmla="*/ 206521 h 260086"/>
              <a:gd name="connsiteX122" fmla="*/ 443558 w 765852"/>
              <a:gd name="connsiteY122" fmla="*/ 199871 h 260086"/>
              <a:gd name="connsiteX123" fmla="*/ 441779 w 765852"/>
              <a:gd name="connsiteY123" fmla="*/ 225351 h 260086"/>
              <a:gd name="connsiteX124" fmla="*/ 432033 w 765852"/>
              <a:gd name="connsiteY124" fmla="*/ 228635 h 260086"/>
              <a:gd name="connsiteX125" fmla="*/ 416621 w 765852"/>
              <a:gd name="connsiteY125" fmla="*/ 228635 h 260086"/>
              <a:gd name="connsiteX126" fmla="*/ 416621 w 765852"/>
              <a:gd name="connsiteY126" fmla="*/ 204622 h 260086"/>
              <a:gd name="connsiteX127" fmla="*/ 432125 w 765852"/>
              <a:gd name="connsiteY127" fmla="*/ 204622 h 260086"/>
              <a:gd name="connsiteX128" fmla="*/ 441825 w 765852"/>
              <a:gd name="connsiteY128" fmla="*/ 207860 h 260086"/>
              <a:gd name="connsiteX129" fmla="*/ 445410 w 765852"/>
              <a:gd name="connsiteY129" fmla="*/ 216592 h 260086"/>
              <a:gd name="connsiteX130" fmla="*/ 441779 w 765852"/>
              <a:gd name="connsiteY130" fmla="*/ 225361 h 260086"/>
              <a:gd name="connsiteX131" fmla="*/ 382889 w 765852"/>
              <a:gd name="connsiteY131" fmla="*/ 166805 h 260086"/>
              <a:gd name="connsiteX132" fmla="*/ 384375 w 765852"/>
              <a:gd name="connsiteY132" fmla="*/ 166805 h 260086"/>
              <a:gd name="connsiteX133" fmla="*/ 420554 w 765852"/>
              <a:gd name="connsiteY133" fmla="*/ 140114 h 260086"/>
              <a:gd name="connsiteX134" fmla="*/ 478399 w 765852"/>
              <a:gd name="connsiteY134" fmla="*/ 2128 h 260086"/>
              <a:gd name="connsiteX135" fmla="*/ 449096 w 765852"/>
              <a:gd name="connsiteY135" fmla="*/ 2128 h 260086"/>
              <a:gd name="connsiteX136" fmla="*/ 382889 w 765852"/>
              <a:gd name="connsiteY136" fmla="*/ 166814 h 260086"/>
              <a:gd name="connsiteX137" fmla="*/ 644368 w 765852"/>
              <a:gd name="connsiteY137" fmla="*/ 197523 h 260086"/>
              <a:gd name="connsiteX138" fmla="*/ 620714 w 765852"/>
              <a:gd name="connsiteY138" fmla="*/ 259554 h 260086"/>
              <a:gd name="connsiteX139" fmla="*/ 628690 w 765852"/>
              <a:gd name="connsiteY139" fmla="*/ 259554 h 260086"/>
              <a:gd name="connsiteX140" fmla="*/ 635246 w 765852"/>
              <a:gd name="connsiteY140" fmla="*/ 242806 h 260086"/>
              <a:gd name="connsiteX141" fmla="*/ 662266 w 765852"/>
              <a:gd name="connsiteY141" fmla="*/ 242806 h 260086"/>
              <a:gd name="connsiteX142" fmla="*/ 668821 w 765852"/>
              <a:gd name="connsiteY142" fmla="*/ 259554 h 260086"/>
              <a:gd name="connsiteX143" fmla="*/ 677055 w 765852"/>
              <a:gd name="connsiteY143" fmla="*/ 259554 h 260086"/>
              <a:gd name="connsiteX144" fmla="*/ 653491 w 765852"/>
              <a:gd name="connsiteY144" fmla="*/ 197523 h 260086"/>
              <a:gd name="connsiteX145" fmla="*/ 644368 w 765852"/>
              <a:gd name="connsiteY145" fmla="*/ 197523 h 260086"/>
              <a:gd name="connsiteX146" fmla="*/ 637547 w 765852"/>
              <a:gd name="connsiteY146" fmla="*/ 235808 h 260086"/>
              <a:gd name="connsiteX147" fmla="*/ 648705 w 765852"/>
              <a:gd name="connsiteY147" fmla="*/ 205943 h 260086"/>
              <a:gd name="connsiteX148" fmla="*/ 659955 w 765852"/>
              <a:gd name="connsiteY148" fmla="*/ 235808 h 260086"/>
              <a:gd name="connsiteX149" fmla="*/ 637538 w 765852"/>
              <a:gd name="connsiteY149" fmla="*/ 235808 h 260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</a:cxnLst>
            <a:rect l="l" t="t" r="r" b="b"/>
            <a:pathLst>
              <a:path w="765852" h="260086">
                <a:moveTo>
                  <a:pt x="739575" y="143884"/>
                </a:moveTo>
                <a:cubicBezTo>
                  <a:pt x="756519" y="128906"/>
                  <a:pt x="765852" y="107425"/>
                  <a:pt x="765852" y="83403"/>
                </a:cubicBezTo>
                <a:cubicBezTo>
                  <a:pt x="765852" y="59381"/>
                  <a:pt x="756519" y="37899"/>
                  <a:pt x="739575" y="22921"/>
                </a:cubicBezTo>
                <a:cubicBezTo>
                  <a:pt x="722613" y="7925"/>
                  <a:pt x="699307" y="0"/>
                  <a:pt x="672177" y="0"/>
                </a:cubicBezTo>
                <a:cubicBezTo>
                  <a:pt x="645047" y="0"/>
                  <a:pt x="621740" y="7925"/>
                  <a:pt x="604779" y="22921"/>
                </a:cubicBezTo>
                <a:cubicBezTo>
                  <a:pt x="587835" y="37899"/>
                  <a:pt x="578501" y="59381"/>
                  <a:pt x="578501" y="83403"/>
                </a:cubicBezTo>
                <a:cubicBezTo>
                  <a:pt x="578501" y="107425"/>
                  <a:pt x="587835" y="128906"/>
                  <a:pt x="604779" y="143884"/>
                </a:cubicBezTo>
                <a:cubicBezTo>
                  <a:pt x="621740" y="158881"/>
                  <a:pt x="645047" y="166805"/>
                  <a:pt x="672177" y="166805"/>
                </a:cubicBezTo>
                <a:cubicBezTo>
                  <a:pt x="699307" y="166805"/>
                  <a:pt x="722613" y="158881"/>
                  <a:pt x="739575" y="143884"/>
                </a:cubicBezTo>
                <a:close/>
                <a:moveTo>
                  <a:pt x="604595" y="83403"/>
                </a:moveTo>
                <a:cubicBezTo>
                  <a:pt x="604595" y="66489"/>
                  <a:pt x="610821" y="52135"/>
                  <a:pt x="622611" y="41871"/>
                </a:cubicBezTo>
                <a:cubicBezTo>
                  <a:pt x="634751" y="31305"/>
                  <a:pt x="651887" y="25719"/>
                  <a:pt x="672177" y="25719"/>
                </a:cubicBezTo>
                <a:cubicBezTo>
                  <a:pt x="692467" y="25719"/>
                  <a:pt x="709603" y="31305"/>
                  <a:pt x="721742" y="41871"/>
                </a:cubicBezTo>
                <a:cubicBezTo>
                  <a:pt x="733524" y="52126"/>
                  <a:pt x="739759" y="66489"/>
                  <a:pt x="739759" y="83403"/>
                </a:cubicBezTo>
                <a:cubicBezTo>
                  <a:pt x="739759" y="100316"/>
                  <a:pt x="733533" y="114671"/>
                  <a:pt x="721742" y="124934"/>
                </a:cubicBezTo>
                <a:cubicBezTo>
                  <a:pt x="709603" y="135501"/>
                  <a:pt x="692467" y="141077"/>
                  <a:pt x="672177" y="141077"/>
                </a:cubicBezTo>
                <a:cubicBezTo>
                  <a:pt x="651887" y="141077"/>
                  <a:pt x="634741" y="135491"/>
                  <a:pt x="622611" y="124934"/>
                </a:cubicBezTo>
                <a:cubicBezTo>
                  <a:pt x="610830" y="114671"/>
                  <a:pt x="604595" y="100316"/>
                  <a:pt x="604595" y="83403"/>
                </a:cubicBezTo>
                <a:close/>
                <a:moveTo>
                  <a:pt x="238310" y="207181"/>
                </a:moveTo>
                <a:cubicBezTo>
                  <a:pt x="241556" y="205118"/>
                  <a:pt x="245306" y="204081"/>
                  <a:pt x="249560" y="204081"/>
                </a:cubicBezTo>
                <a:cubicBezTo>
                  <a:pt x="254282" y="204081"/>
                  <a:pt x="258288" y="205292"/>
                  <a:pt x="261562" y="207713"/>
                </a:cubicBezTo>
                <a:cubicBezTo>
                  <a:pt x="264835" y="210135"/>
                  <a:pt x="267035" y="213501"/>
                  <a:pt x="268163" y="217812"/>
                </a:cubicBezTo>
                <a:lnTo>
                  <a:pt x="275874" y="217812"/>
                </a:lnTo>
                <a:cubicBezTo>
                  <a:pt x="274691" y="211373"/>
                  <a:pt x="271784" y="206292"/>
                  <a:pt x="267145" y="202568"/>
                </a:cubicBezTo>
                <a:cubicBezTo>
                  <a:pt x="262506" y="198844"/>
                  <a:pt x="256766" y="196982"/>
                  <a:pt x="249917" y="196982"/>
                </a:cubicBezTo>
                <a:cubicBezTo>
                  <a:pt x="244013" y="196982"/>
                  <a:pt x="238814" y="198293"/>
                  <a:pt x="234322" y="200926"/>
                </a:cubicBezTo>
                <a:cubicBezTo>
                  <a:pt x="229838" y="203558"/>
                  <a:pt x="226382" y="207264"/>
                  <a:pt x="223961" y="212052"/>
                </a:cubicBezTo>
                <a:cubicBezTo>
                  <a:pt x="221541" y="216840"/>
                  <a:pt x="220330" y="222334"/>
                  <a:pt x="220330" y="228534"/>
                </a:cubicBezTo>
                <a:cubicBezTo>
                  <a:pt x="220330" y="234734"/>
                  <a:pt x="221541" y="240302"/>
                  <a:pt x="223961" y="245062"/>
                </a:cubicBezTo>
                <a:cubicBezTo>
                  <a:pt x="226382" y="249823"/>
                  <a:pt x="229838" y="253510"/>
                  <a:pt x="234322" y="256142"/>
                </a:cubicBezTo>
                <a:cubicBezTo>
                  <a:pt x="238805" y="258775"/>
                  <a:pt x="244004" y="260086"/>
                  <a:pt x="249917" y="260086"/>
                </a:cubicBezTo>
                <a:cubicBezTo>
                  <a:pt x="256831" y="260086"/>
                  <a:pt x="262570" y="258224"/>
                  <a:pt x="267145" y="254501"/>
                </a:cubicBezTo>
                <a:cubicBezTo>
                  <a:pt x="271720" y="250777"/>
                  <a:pt x="274599" y="245695"/>
                  <a:pt x="275782" y="239256"/>
                </a:cubicBezTo>
                <a:lnTo>
                  <a:pt x="268071" y="239256"/>
                </a:lnTo>
                <a:cubicBezTo>
                  <a:pt x="266888" y="243631"/>
                  <a:pt x="264706" y="247007"/>
                  <a:pt x="261516" y="249401"/>
                </a:cubicBezTo>
                <a:cubicBezTo>
                  <a:pt x="258325" y="251795"/>
                  <a:pt x="254337" y="252987"/>
                  <a:pt x="249560" y="252987"/>
                </a:cubicBezTo>
                <a:cubicBezTo>
                  <a:pt x="245306" y="252987"/>
                  <a:pt x="241556" y="251951"/>
                  <a:pt x="238310" y="249887"/>
                </a:cubicBezTo>
                <a:cubicBezTo>
                  <a:pt x="235064" y="247823"/>
                  <a:pt x="232561" y="244925"/>
                  <a:pt x="230828" y="241201"/>
                </a:cubicBezTo>
                <a:cubicBezTo>
                  <a:pt x="229086" y="237477"/>
                  <a:pt x="228215" y="233258"/>
                  <a:pt x="228215" y="228525"/>
                </a:cubicBezTo>
                <a:cubicBezTo>
                  <a:pt x="228215" y="223792"/>
                  <a:pt x="229086" y="219499"/>
                  <a:pt x="230828" y="215812"/>
                </a:cubicBezTo>
                <a:cubicBezTo>
                  <a:pt x="232570" y="212125"/>
                  <a:pt x="235064" y="209245"/>
                  <a:pt x="238310" y="207172"/>
                </a:cubicBezTo>
                <a:close/>
                <a:moveTo>
                  <a:pt x="335580" y="197523"/>
                </a:moveTo>
                <a:lnTo>
                  <a:pt x="311925" y="259554"/>
                </a:lnTo>
                <a:lnTo>
                  <a:pt x="319892" y="259554"/>
                </a:lnTo>
                <a:lnTo>
                  <a:pt x="326448" y="242806"/>
                </a:lnTo>
                <a:lnTo>
                  <a:pt x="353467" y="242806"/>
                </a:lnTo>
                <a:lnTo>
                  <a:pt x="360023" y="259554"/>
                </a:lnTo>
                <a:lnTo>
                  <a:pt x="368256" y="259554"/>
                </a:lnTo>
                <a:lnTo>
                  <a:pt x="344693" y="197523"/>
                </a:lnTo>
                <a:lnTo>
                  <a:pt x="335570" y="197523"/>
                </a:lnTo>
                <a:close/>
                <a:moveTo>
                  <a:pt x="328758" y="235808"/>
                </a:moveTo>
                <a:lnTo>
                  <a:pt x="339916" y="205943"/>
                </a:lnTo>
                <a:lnTo>
                  <a:pt x="351166" y="235808"/>
                </a:lnTo>
                <a:lnTo>
                  <a:pt x="328749" y="235808"/>
                </a:lnTo>
                <a:close/>
                <a:moveTo>
                  <a:pt x="725437" y="197523"/>
                </a:moveTo>
                <a:lnTo>
                  <a:pt x="717736" y="197523"/>
                </a:lnTo>
                <a:lnTo>
                  <a:pt x="717736" y="259554"/>
                </a:lnTo>
                <a:lnTo>
                  <a:pt x="753704" y="259554"/>
                </a:lnTo>
                <a:lnTo>
                  <a:pt x="753704" y="252464"/>
                </a:lnTo>
                <a:lnTo>
                  <a:pt x="725446" y="252464"/>
                </a:lnTo>
                <a:lnTo>
                  <a:pt x="725446" y="197523"/>
                </a:lnTo>
                <a:close/>
                <a:moveTo>
                  <a:pt x="250953" y="2119"/>
                </a:moveTo>
                <a:lnTo>
                  <a:pt x="225566" y="2119"/>
                </a:lnTo>
                <a:lnTo>
                  <a:pt x="225566" y="164677"/>
                </a:lnTo>
                <a:lnTo>
                  <a:pt x="250953" y="164677"/>
                </a:lnTo>
                <a:lnTo>
                  <a:pt x="250953" y="2119"/>
                </a:lnTo>
                <a:close/>
                <a:moveTo>
                  <a:pt x="80592" y="62692"/>
                </a:moveTo>
                <a:lnTo>
                  <a:pt x="80592" y="164687"/>
                </a:lnTo>
                <a:cubicBezTo>
                  <a:pt x="80592" y="164687"/>
                  <a:pt x="106732" y="164687"/>
                  <a:pt x="106732" y="164687"/>
                </a:cubicBezTo>
                <a:lnTo>
                  <a:pt x="106713" y="62692"/>
                </a:lnTo>
                <a:cubicBezTo>
                  <a:pt x="106713" y="50282"/>
                  <a:pt x="102707" y="38523"/>
                  <a:pt x="95124" y="28700"/>
                </a:cubicBezTo>
                <a:lnTo>
                  <a:pt x="93648" y="26792"/>
                </a:lnTo>
                <a:lnTo>
                  <a:pt x="92172" y="28700"/>
                </a:lnTo>
                <a:cubicBezTo>
                  <a:pt x="84589" y="38523"/>
                  <a:pt x="80583" y="50273"/>
                  <a:pt x="80583" y="62692"/>
                </a:cubicBezTo>
                <a:close/>
                <a:moveTo>
                  <a:pt x="47273" y="2119"/>
                </a:moveTo>
                <a:lnTo>
                  <a:pt x="0" y="2119"/>
                </a:lnTo>
                <a:lnTo>
                  <a:pt x="0" y="26792"/>
                </a:lnTo>
                <a:lnTo>
                  <a:pt x="93648" y="26792"/>
                </a:lnTo>
                <a:lnTo>
                  <a:pt x="91328" y="23793"/>
                </a:lnTo>
                <a:cubicBezTo>
                  <a:pt x="80693" y="10025"/>
                  <a:pt x="64629" y="2119"/>
                  <a:pt x="47273" y="2119"/>
                </a:cubicBezTo>
                <a:close/>
                <a:moveTo>
                  <a:pt x="95968" y="23793"/>
                </a:moveTo>
                <a:lnTo>
                  <a:pt x="93648" y="26792"/>
                </a:lnTo>
                <a:lnTo>
                  <a:pt x="187296" y="26792"/>
                </a:lnTo>
                <a:lnTo>
                  <a:pt x="187296" y="2119"/>
                </a:lnTo>
                <a:lnTo>
                  <a:pt x="140023" y="2119"/>
                </a:lnTo>
                <a:cubicBezTo>
                  <a:pt x="122657" y="2119"/>
                  <a:pt x="106603" y="10016"/>
                  <a:pt x="95958" y="23793"/>
                </a:cubicBezTo>
                <a:close/>
                <a:moveTo>
                  <a:pt x="514844" y="164677"/>
                </a:moveTo>
                <a:lnTo>
                  <a:pt x="540232" y="164677"/>
                </a:lnTo>
                <a:lnTo>
                  <a:pt x="540232" y="2119"/>
                </a:lnTo>
                <a:lnTo>
                  <a:pt x="514844" y="2119"/>
                </a:lnTo>
                <a:lnTo>
                  <a:pt x="514844" y="164677"/>
                </a:lnTo>
                <a:close/>
                <a:moveTo>
                  <a:pt x="495205" y="259554"/>
                </a:moveTo>
                <a:lnTo>
                  <a:pt x="502915" y="259554"/>
                </a:lnTo>
                <a:lnTo>
                  <a:pt x="502915" y="197523"/>
                </a:lnTo>
                <a:lnTo>
                  <a:pt x="495205" y="197523"/>
                </a:lnTo>
                <a:lnTo>
                  <a:pt x="495205" y="259554"/>
                </a:lnTo>
                <a:close/>
                <a:moveTo>
                  <a:pt x="544816" y="204613"/>
                </a:moveTo>
                <a:lnTo>
                  <a:pt x="564923" y="204613"/>
                </a:lnTo>
                <a:lnTo>
                  <a:pt x="564923" y="259554"/>
                </a:lnTo>
                <a:lnTo>
                  <a:pt x="572633" y="259554"/>
                </a:lnTo>
                <a:lnTo>
                  <a:pt x="572633" y="204613"/>
                </a:lnTo>
                <a:lnTo>
                  <a:pt x="592740" y="204613"/>
                </a:lnTo>
                <a:lnTo>
                  <a:pt x="592740" y="197523"/>
                </a:lnTo>
                <a:lnTo>
                  <a:pt x="544816" y="197523"/>
                </a:lnTo>
                <a:lnTo>
                  <a:pt x="544816" y="204613"/>
                </a:lnTo>
                <a:close/>
                <a:moveTo>
                  <a:pt x="287389" y="2119"/>
                </a:moveTo>
                <a:cubicBezTo>
                  <a:pt x="287389" y="2119"/>
                  <a:pt x="335680" y="117220"/>
                  <a:pt x="345234" y="140105"/>
                </a:cubicBezTo>
                <a:cubicBezTo>
                  <a:pt x="356374" y="166796"/>
                  <a:pt x="374464" y="166796"/>
                  <a:pt x="381413" y="166796"/>
                </a:cubicBezTo>
                <a:lnTo>
                  <a:pt x="382899" y="166796"/>
                </a:lnTo>
                <a:lnTo>
                  <a:pt x="316692" y="2119"/>
                </a:lnTo>
                <a:lnTo>
                  <a:pt x="287389" y="2119"/>
                </a:lnTo>
                <a:close/>
                <a:moveTo>
                  <a:pt x="443549" y="199871"/>
                </a:moveTo>
                <a:cubicBezTo>
                  <a:pt x="440413" y="198303"/>
                  <a:pt x="436819" y="197523"/>
                  <a:pt x="432739" y="197523"/>
                </a:cubicBezTo>
                <a:lnTo>
                  <a:pt x="408910" y="197523"/>
                </a:lnTo>
                <a:lnTo>
                  <a:pt x="408910" y="259554"/>
                </a:lnTo>
                <a:lnTo>
                  <a:pt x="416621" y="259554"/>
                </a:lnTo>
                <a:lnTo>
                  <a:pt x="416621" y="235716"/>
                </a:lnTo>
                <a:lnTo>
                  <a:pt x="432748" y="235716"/>
                </a:lnTo>
                <a:cubicBezTo>
                  <a:pt x="436819" y="235716"/>
                  <a:pt x="440413" y="234936"/>
                  <a:pt x="443512" y="233368"/>
                </a:cubicBezTo>
                <a:cubicBezTo>
                  <a:pt x="446611" y="231799"/>
                  <a:pt x="449013" y="229571"/>
                  <a:pt x="450728" y="226681"/>
                </a:cubicBezTo>
                <a:cubicBezTo>
                  <a:pt x="452442" y="223783"/>
                  <a:pt x="453295" y="220417"/>
                  <a:pt x="453295" y="216583"/>
                </a:cubicBezTo>
                <a:cubicBezTo>
                  <a:pt x="453295" y="212749"/>
                  <a:pt x="452452" y="209392"/>
                  <a:pt x="450774" y="206521"/>
                </a:cubicBezTo>
                <a:cubicBezTo>
                  <a:pt x="449087" y="203659"/>
                  <a:pt x="446685" y="201439"/>
                  <a:pt x="443558" y="199871"/>
                </a:cubicBezTo>
                <a:close/>
                <a:moveTo>
                  <a:pt x="441779" y="225351"/>
                </a:moveTo>
                <a:cubicBezTo>
                  <a:pt x="439359" y="227534"/>
                  <a:pt x="436113" y="228635"/>
                  <a:pt x="432033" y="228635"/>
                </a:cubicBezTo>
                <a:lnTo>
                  <a:pt x="416621" y="228635"/>
                </a:lnTo>
                <a:lnTo>
                  <a:pt x="416621" y="204622"/>
                </a:lnTo>
                <a:lnTo>
                  <a:pt x="432125" y="204622"/>
                </a:lnTo>
                <a:cubicBezTo>
                  <a:pt x="436196" y="204622"/>
                  <a:pt x="439432" y="205705"/>
                  <a:pt x="441825" y="207860"/>
                </a:cubicBezTo>
                <a:cubicBezTo>
                  <a:pt x="444218" y="210015"/>
                  <a:pt x="445410" y="212923"/>
                  <a:pt x="445410" y="216592"/>
                </a:cubicBezTo>
                <a:cubicBezTo>
                  <a:pt x="445410" y="220261"/>
                  <a:pt x="444200" y="223178"/>
                  <a:pt x="441779" y="225361"/>
                </a:cubicBezTo>
                <a:close/>
                <a:moveTo>
                  <a:pt x="382889" y="166805"/>
                </a:moveTo>
                <a:lnTo>
                  <a:pt x="384375" y="166805"/>
                </a:lnTo>
                <a:cubicBezTo>
                  <a:pt x="391334" y="166805"/>
                  <a:pt x="409423" y="166805"/>
                  <a:pt x="420554" y="140114"/>
                </a:cubicBezTo>
                <a:cubicBezTo>
                  <a:pt x="430099" y="117230"/>
                  <a:pt x="478399" y="2128"/>
                  <a:pt x="478399" y="2128"/>
                </a:cubicBezTo>
                <a:lnTo>
                  <a:pt x="449096" y="2128"/>
                </a:lnTo>
                <a:lnTo>
                  <a:pt x="382889" y="166814"/>
                </a:lnTo>
                <a:close/>
                <a:moveTo>
                  <a:pt x="644368" y="197523"/>
                </a:moveTo>
                <a:lnTo>
                  <a:pt x="620714" y="259554"/>
                </a:lnTo>
                <a:lnTo>
                  <a:pt x="628690" y="259554"/>
                </a:lnTo>
                <a:lnTo>
                  <a:pt x="635246" y="242806"/>
                </a:lnTo>
                <a:lnTo>
                  <a:pt x="662266" y="242806"/>
                </a:lnTo>
                <a:lnTo>
                  <a:pt x="668821" y="259554"/>
                </a:lnTo>
                <a:lnTo>
                  <a:pt x="677055" y="259554"/>
                </a:lnTo>
                <a:lnTo>
                  <a:pt x="653491" y="197523"/>
                </a:lnTo>
                <a:lnTo>
                  <a:pt x="644368" y="197523"/>
                </a:lnTo>
                <a:close/>
                <a:moveTo>
                  <a:pt x="637547" y="235808"/>
                </a:moveTo>
                <a:lnTo>
                  <a:pt x="648705" y="205943"/>
                </a:lnTo>
                <a:lnTo>
                  <a:pt x="659955" y="235808"/>
                </a:lnTo>
                <a:lnTo>
                  <a:pt x="637538" y="235808"/>
                </a:lnTo>
                <a:close/>
              </a:path>
            </a:pathLst>
          </a:custGeom>
          <a:solidFill>
            <a:srgbClr val="000000"/>
          </a:solidFill>
          <a:ln w="1061" cap="flat">
            <a:noFill/>
            <a:prstDash val="solid"/>
            <a:miter/>
          </a:ln>
        </p:spPr>
        <p:txBody>
          <a:bodyPr rtlCol="0" anchor="ctr"/>
          <a:lstStyle/>
          <a:p>
            <a:endParaRPr lang="pt-BR" sz="1092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645573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469">
          <p15:clr>
            <a:srgbClr val="FBAE40"/>
          </p15:clr>
        </p15:guide>
        <p15:guide id="2" orient="horz" pos="3974">
          <p15:clr>
            <a:srgbClr val="FBAE40"/>
          </p15:clr>
        </p15:guide>
        <p15:guide id="3" orient="horz" pos="232">
          <p15:clr>
            <a:srgbClr val="FBAE40"/>
          </p15:clr>
        </p15:guide>
        <p15:guide id="4" pos="211">
          <p15:clr>
            <a:srgbClr val="FBAE40"/>
          </p15:clr>
        </p15:guide>
        <p15:guide id="5" orient="horz" pos="4065">
          <p15:clr>
            <a:srgbClr val="FBAE40"/>
          </p15:clr>
        </p15:guide>
        <p15:guide id="6" orient="horz" pos="799">
          <p15:clr>
            <a:srgbClr val="FBAE40"/>
          </p15:clr>
        </p15:guide>
        <p15:guide id="7" orient="horz" pos="935">
          <p15:clr>
            <a:srgbClr val="FBAE40"/>
          </p15:clr>
        </p15:guide>
      </p15:sldGuideLst>
    </p:ext>
  </p:extLst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4_Título | 1 linha - Black">
    <p:bg>
      <p:bgPr>
        <a:solidFill>
          <a:schemeClr val="tx1">
            <a:lumMod val="95000"/>
            <a:lumOff val="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132BCE3-A04F-8602-64F7-7623C7EAF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61763" y="6482556"/>
            <a:ext cx="295275" cy="1692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 sz="1100">
                <a:solidFill>
                  <a:schemeClr val="bg1"/>
                </a:solidFill>
                <a:latin typeface="Versos" panose="020B0503020204030204" pitchFamily="34" charset="0"/>
                <a:cs typeface="Versos" panose="020B0503020204030204" pitchFamily="34" charset="0"/>
              </a:defRPr>
            </a:lvl1pPr>
          </a:lstStyle>
          <a:p>
            <a:fld id="{77667D73-C69A-4DAA-9003-24A825D36FE9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B13D7C-5A47-B0DF-B518-26E79F5D2DB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64" y="368301"/>
            <a:ext cx="10183813" cy="4308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err="1"/>
              <a:t>Título</a:t>
            </a:r>
            <a:endParaRPr lang="en-US"/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7F86D482-580C-D22A-58CC-10B9C4F7EDD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34963" y="1518528"/>
            <a:ext cx="11522585" cy="21544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Picture 8">
            <a:extLst>
              <a:ext uri="{FF2B5EF4-FFF2-40B4-BE49-F238E27FC236}">
                <a16:creationId xmlns:a16="http://schemas.microsoft.com/office/drawing/2014/main" id="{57BCE67C-64C7-2D0C-0DC2-7A4B4CC314E0}"/>
              </a:ext>
            </a:extLst>
          </p:cNvPr>
          <p:cNvSpPr/>
          <p:nvPr userDrawn="1"/>
        </p:nvSpPr>
        <p:spPr>
          <a:xfrm>
            <a:off x="11091186" y="377179"/>
            <a:ext cx="765852" cy="260086"/>
          </a:xfrm>
          <a:custGeom>
            <a:avLst/>
            <a:gdLst>
              <a:gd name="connsiteX0" fmla="*/ 739575 w 765852"/>
              <a:gd name="connsiteY0" fmla="*/ 143884 h 260086"/>
              <a:gd name="connsiteX1" fmla="*/ 765852 w 765852"/>
              <a:gd name="connsiteY1" fmla="*/ 83403 h 260086"/>
              <a:gd name="connsiteX2" fmla="*/ 739575 w 765852"/>
              <a:gd name="connsiteY2" fmla="*/ 22921 h 260086"/>
              <a:gd name="connsiteX3" fmla="*/ 672177 w 765852"/>
              <a:gd name="connsiteY3" fmla="*/ 0 h 260086"/>
              <a:gd name="connsiteX4" fmla="*/ 604779 w 765852"/>
              <a:gd name="connsiteY4" fmla="*/ 22921 h 260086"/>
              <a:gd name="connsiteX5" fmla="*/ 578501 w 765852"/>
              <a:gd name="connsiteY5" fmla="*/ 83403 h 260086"/>
              <a:gd name="connsiteX6" fmla="*/ 604779 w 765852"/>
              <a:gd name="connsiteY6" fmla="*/ 143884 h 260086"/>
              <a:gd name="connsiteX7" fmla="*/ 672177 w 765852"/>
              <a:gd name="connsiteY7" fmla="*/ 166805 h 260086"/>
              <a:gd name="connsiteX8" fmla="*/ 739575 w 765852"/>
              <a:gd name="connsiteY8" fmla="*/ 143884 h 260086"/>
              <a:gd name="connsiteX9" fmla="*/ 604595 w 765852"/>
              <a:gd name="connsiteY9" fmla="*/ 83403 h 260086"/>
              <a:gd name="connsiteX10" fmla="*/ 622611 w 765852"/>
              <a:gd name="connsiteY10" fmla="*/ 41871 h 260086"/>
              <a:gd name="connsiteX11" fmla="*/ 672177 w 765852"/>
              <a:gd name="connsiteY11" fmla="*/ 25719 h 260086"/>
              <a:gd name="connsiteX12" fmla="*/ 721742 w 765852"/>
              <a:gd name="connsiteY12" fmla="*/ 41871 h 260086"/>
              <a:gd name="connsiteX13" fmla="*/ 739759 w 765852"/>
              <a:gd name="connsiteY13" fmla="*/ 83403 h 260086"/>
              <a:gd name="connsiteX14" fmla="*/ 721742 w 765852"/>
              <a:gd name="connsiteY14" fmla="*/ 124934 h 260086"/>
              <a:gd name="connsiteX15" fmla="*/ 672177 w 765852"/>
              <a:gd name="connsiteY15" fmla="*/ 141077 h 260086"/>
              <a:gd name="connsiteX16" fmla="*/ 622611 w 765852"/>
              <a:gd name="connsiteY16" fmla="*/ 124934 h 260086"/>
              <a:gd name="connsiteX17" fmla="*/ 604595 w 765852"/>
              <a:gd name="connsiteY17" fmla="*/ 83403 h 260086"/>
              <a:gd name="connsiteX18" fmla="*/ 238310 w 765852"/>
              <a:gd name="connsiteY18" fmla="*/ 207181 h 260086"/>
              <a:gd name="connsiteX19" fmla="*/ 249560 w 765852"/>
              <a:gd name="connsiteY19" fmla="*/ 204081 h 260086"/>
              <a:gd name="connsiteX20" fmla="*/ 261562 w 765852"/>
              <a:gd name="connsiteY20" fmla="*/ 207713 h 260086"/>
              <a:gd name="connsiteX21" fmla="*/ 268163 w 765852"/>
              <a:gd name="connsiteY21" fmla="*/ 217812 h 260086"/>
              <a:gd name="connsiteX22" fmla="*/ 275874 w 765852"/>
              <a:gd name="connsiteY22" fmla="*/ 217812 h 260086"/>
              <a:gd name="connsiteX23" fmla="*/ 267145 w 765852"/>
              <a:gd name="connsiteY23" fmla="*/ 202568 h 260086"/>
              <a:gd name="connsiteX24" fmla="*/ 249917 w 765852"/>
              <a:gd name="connsiteY24" fmla="*/ 196982 h 260086"/>
              <a:gd name="connsiteX25" fmla="*/ 234322 w 765852"/>
              <a:gd name="connsiteY25" fmla="*/ 200926 h 260086"/>
              <a:gd name="connsiteX26" fmla="*/ 223961 w 765852"/>
              <a:gd name="connsiteY26" fmla="*/ 212052 h 260086"/>
              <a:gd name="connsiteX27" fmla="*/ 220330 w 765852"/>
              <a:gd name="connsiteY27" fmla="*/ 228534 h 260086"/>
              <a:gd name="connsiteX28" fmla="*/ 223961 w 765852"/>
              <a:gd name="connsiteY28" fmla="*/ 245062 h 260086"/>
              <a:gd name="connsiteX29" fmla="*/ 234322 w 765852"/>
              <a:gd name="connsiteY29" fmla="*/ 256142 h 260086"/>
              <a:gd name="connsiteX30" fmla="*/ 249917 w 765852"/>
              <a:gd name="connsiteY30" fmla="*/ 260086 h 260086"/>
              <a:gd name="connsiteX31" fmla="*/ 267145 w 765852"/>
              <a:gd name="connsiteY31" fmla="*/ 254501 h 260086"/>
              <a:gd name="connsiteX32" fmla="*/ 275782 w 765852"/>
              <a:gd name="connsiteY32" fmla="*/ 239256 h 260086"/>
              <a:gd name="connsiteX33" fmla="*/ 268071 w 765852"/>
              <a:gd name="connsiteY33" fmla="*/ 239256 h 260086"/>
              <a:gd name="connsiteX34" fmla="*/ 261516 w 765852"/>
              <a:gd name="connsiteY34" fmla="*/ 249401 h 260086"/>
              <a:gd name="connsiteX35" fmla="*/ 249560 w 765852"/>
              <a:gd name="connsiteY35" fmla="*/ 252987 h 260086"/>
              <a:gd name="connsiteX36" fmla="*/ 238310 w 765852"/>
              <a:gd name="connsiteY36" fmla="*/ 249887 h 260086"/>
              <a:gd name="connsiteX37" fmla="*/ 230828 w 765852"/>
              <a:gd name="connsiteY37" fmla="*/ 241201 h 260086"/>
              <a:gd name="connsiteX38" fmla="*/ 228215 w 765852"/>
              <a:gd name="connsiteY38" fmla="*/ 228525 h 260086"/>
              <a:gd name="connsiteX39" fmla="*/ 230828 w 765852"/>
              <a:gd name="connsiteY39" fmla="*/ 215812 h 260086"/>
              <a:gd name="connsiteX40" fmla="*/ 238310 w 765852"/>
              <a:gd name="connsiteY40" fmla="*/ 207172 h 260086"/>
              <a:gd name="connsiteX41" fmla="*/ 335580 w 765852"/>
              <a:gd name="connsiteY41" fmla="*/ 197523 h 260086"/>
              <a:gd name="connsiteX42" fmla="*/ 311925 w 765852"/>
              <a:gd name="connsiteY42" fmla="*/ 259554 h 260086"/>
              <a:gd name="connsiteX43" fmla="*/ 319892 w 765852"/>
              <a:gd name="connsiteY43" fmla="*/ 259554 h 260086"/>
              <a:gd name="connsiteX44" fmla="*/ 326448 w 765852"/>
              <a:gd name="connsiteY44" fmla="*/ 242806 h 260086"/>
              <a:gd name="connsiteX45" fmla="*/ 353467 w 765852"/>
              <a:gd name="connsiteY45" fmla="*/ 242806 h 260086"/>
              <a:gd name="connsiteX46" fmla="*/ 360023 w 765852"/>
              <a:gd name="connsiteY46" fmla="*/ 259554 h 260086"/>
              <a:gd name="connsiteX47" fmla="*/ 368256 w 765852"/>
              <a:gd name="connsiteY47" fmla="*/ 259554 h 260086"/>
              <a:gd name="connsiteX48" fmla="*/ 344693 w 765852"/>
              <a:gd name="connsiteY48" fmla="*/ 197523 h 260086"/>
              <a:gd name="connsiteX49" fmla="*/ 335570 w 765852"/>
              <a:gd name="connsiteY49" fmla="*/ 197523 h 260086"/>
              <a:gd name="connsiteX50" fmla="*/ 328758 w 765852"/>
              <a:gd name="connsiteY50" fmla="*/ 235808 h 260086"/>
              <a:gd name="connsiteX51" fmla="*/ 339916 w 765852"/>
              <a:gd name="connsiteY51" fmla="*/ 205943 h 260086"/>
              <a:gd name="connsiteX52" fmla="*/ 351166 w 765852"/>
              <a:gd name="connsiteY52" fmla="*/ 235808 h 260086"/>
              <a:gd name="connsiteX53" fmla="*/ 328749 w 765852"/>
              <a:gd name="connsiteY53" fmla="*/ 235808 h 260086"/>
              <a:gd name="connsiteX54" fmla="*/ 725437 w 765852"/>
              <a:gd name="connsiteY54" fmla="*/ 197523 h 260086"/>
              <a:gd name="connsiteX55" fmla="*/ 717736 w 765852"/>
              <a:gd name="connsiteY55" fmla="*/ 197523 h 260086"/>
              <a:gd name="connsiteX56" fmla="*/ 717736 w 765852"/>
              <a:gd name="connsiteY56" fmla="*/ 259554 h 260086"/>
              <a:gd name="connsiteX57" fmla="*/ 753704 w 765852"/>
              <a:gd name="connsiteY57" fmla="*/ 259554 h 260086"/>
              <a:gd name="connsiteX58" fmla="*/ 753704 w 765852"/>
              <a:gd name="connsiteY58" fmla="*/ 252464 h 260086"/>
              <a:gd name="connsiteX59" fmla="*/ 725446 w 765852"/>
              <a:gd name="connsiteY59" fmla="*/ 252464 h 260086"/>
              <a:gd name="connsiteX60" fmla="*/ 725446 w 765852"/>
              <a:gd name="connsiteY60" fmla="*/ 197523 h 260086"/>
              <a:gd name="connsiteX61" fmla="*/ 250953 w 765852"/>
              <a:gd name="connsiteY61" fmla="*/ 2119 h 260086"/>
              <a:gd name="connsiteX62" fmla="*/ 225566 w 765852"/>
              <a:gd name="connsiteY62" fmla="*/ 2119 h 260086"/>
              <a:gd name="connsiteX63" fmla="*/ 225566 w 765852"/>
              <a:gd name="connsiteY63" fmla="*/ 164677 h 260086"/>
              <a:gd name="connsiteX64" fmla="*/ 250953 w 765852"/>
              <a:gd name="connsiteY64" fmla="*/ 164677 h 260086"/>
              <a:gd name="connsiteX65" fmla="*/ 250953 w 765852"/>
              <a:gd name="connsiteY65" fmla="*/ 2119 h 260086"/>
              <a:gd name="connsiteX66" fmla="*/ 80592 w 765852"/>
              <a:gd name="connsiteY66" fmla="*/ 62692 h 260086"/>
              <a:gd name="connsiteX67" fmla="*/ 80592 w 765852"/>
              <a:gd name="connsiteY67" fmla="*/ 164687 h 260086"/>
              <a:gd name="connsiteX68" fmla="*/ 106732 w 765852"/>
              <a:gd name="connsiteY68" fmla="*/ 164687 h 260086"/>
              <a:gd name="connsiteX69" fmla="*/ 106713 w 765852"/>
              <a:gd name="connsiteY69" fmla="*/ 62692 h 260086"/>
              <a:gd name="connsiteX70" fmla="*/ 95124 w 765852"/>
              <a:gd name="connsiteY70" fmla="*/ 28700 h 260086"/>
              <a:gd name="connsiteX71" fmla="*/ 93648 w 765852"/>
              <a:gd name="connsiteY71" fmla="*/ 26792 h 260086"/>
              <a:gd name="connsiteX72" fmla="*/ 92172 w 765852"/>
              <a:gd name="connsiteY72" fmla="*/ 28700 h 260086"/>
              <a:gd name="connsiteX73" fmla="*/ 80583 w 765852"/>
              <a:gd name="connsiteY73" fmla="*/ 62692 h 260086"/>
              <a:gd name="connsiteX74" fmla="*/ 47273 w 765852"/>
              <a:gd name="connsiteY74" fmla="*/ 2119 h 260086"/>
              <a:gd name="connsiteX75" fmla="*/ 0 w 765852"/>
              <a:gd name="connsiteY75" fmla="*/ 2119 h 260086"/>
              <a:gd name="connsiteX76" fmla="*/ 0 w 765852"/>
              <a:gd name="connsiteY76" fmla="*/ 26792 h 260086"/>
              <a:gd name="connsiteX77" fmla="*/ 93648 w 765852"/>
              <a:gd name="connsiteY77" fmla="*/ 26792 h 260086"/>
              <a:gd name="connsiteX78" fmla="*/ 91328 w 765852"/>
              <a:gd name="connsiteY78" fmla="*/ 23793 h 260086"/>
              <a:gd name="connsiteX79" fmla="*/ 47273 w 765852"/>
              <a:gd name="connsiteY79" fmla="*/ 2119 h 260086"/>
              <a:gd name="connsiteX80" fmla="*/ 95968 w 765852"/>
              <a:gd name="connsiteY80" fmla="*/ 23793 h 260086"/>
              <a:gd name="connsiteX81" fmla="*/ 93648 w 765852"/>
              <a:gd name="connsiteY81" fmla="*/ 26792 h 260086"/>
              <a:gd name="connsiteX82" fmla="*/ 187296 w 765852"/>
              <a:gd name="connsiteY82" fmla="*/ 26792 h 260086"/>
              <a:gd name="connsiteX83" fmla="*/ 187296 w 765852"/>
              <a:gd name="connsiteY83" fmla="*/ 2119 h 260086"/>
              <a:gd name="connsiteX84" fmla="*/ 140023 w 765852"/>
              <a:gd name="connsiteY84" fmla="*/ 2119 h 260086"/>
              <a:gd name="connsiteX85" fmla="*/ 95958 w 765852"/>
              <a:gd name="connsiteY85" fmla="*/ 23793 h 260086"/>
              <a:gd name="connsiteX86" fmla="*/ 514844 w 765852"/>
              <a:gd name="connsiteY86" fmla="*/ 164677 h 260086"/>
              <a:gd name="connsiteX87" fmla="*/ 540232 w 765852"/>
              <a:gd name="connsiteY87" fmla="*/ 164677 h 260086"/>
              <a:gd name="connsiteX88" fmla="*/ 540232 w 765852"/>
              <a:gd name="connsiteY88" fmla="*/ 2119 h 260086"/>
              <a:gd name="connsiteX89" fmla="*/ 514844 w 765852"/>
              <a:gd name="connsiteY89" fmla="*/ 2119 h 260086"/>
              <a:gd name="connsiteX90" fmla="*/ 514844 w 765852"/>
              <a:gd name="connsiteY90" fmla="*/ 164677 h 260086"/>
              <a:gd name="connsiteX91" fmla="*/ 495205 w 765852"/>
              <a:gd name="connsiteY91" fmla="*/ 259554 h 260086"/>
              <a:gd name="connsiteX92" fmla="*/ 502915 w 765852"/>
              <a:gd name="connsiteY92" fmla="*/ 259554 h 260086"/>
              <a:gd name="connsiteX93" fmla="*/ 502915 w 765852"/>
              <a:gd name="connsiteY93" fmla="*/ 197523 h 260086"/>
              <a:gd name="connsiteX94" fmla="*/ 495205 w 765852"/>
              <a:gd name="connsiteY94" fmla="*/ 197523 h 260086"/>
              <a:gd name="connsiteX95" fmla="*/ 495205 w 765852"/>
              <a:gd name="connsiteY95" fmla="*/ 259554 h 260086"/>
              <a:gd name="connsiteX96" fmla="*/ 544816 w 765852"/>
              <a:gd name="connsiteY96" fmla="*/ 204613 h 260086"/>
              <a:gd name="connsiteX97" fmla="*/ 564923 w 765852"/>
              <a:gd name="connsiteY97" fmla="*/ 204613 h 260086"/>
              <a:gd name="connsiteX98" fmla="*/ 564923 w 765852"/>
              <a:gd name="connsiteY98" fmla="*/ 259554 h 260086"/>
              <a:gd name="connsiteX99" fmla="*/ 572633 w 765852"/>
              <a:gd name="connsiteY99" fmla="*/ 259554 h 260086"/>
              <a:gd name="connsiteX100" fmla="*/ 572633 w 765852"/>
              <a:gd name="connsiteY100" fmla="*/ 204613 h 260086"/>
              <a:gd name="connsiteX101" fmla="*/ 592740 w 765852"/>
              <a:gd name="connsiteY101" fmla="*/ 204613 h 260086"/>
              <a:gd name="connsiteX102" fmla="*/ 592740 w 765852"/>
              <a:gd name="connsiteY102" fmla="*/ 197523 h 260086"/>
              <a:gd name="connsiteX103" fmla="*/ 544816 w 765852"/>
              <a:gd name="connsiteY103" fmla="*/ 197523 h 260086"/>
              <a:gd name="connsiteX104" fmla="*/ 544816 w 765852"/>
              <a:gd name="connsiteY104" fmla="*/ 204613 h 260086"/>
              <a:gd name="connsiteX105" fmla="*/ 287389 w 765852"/>
              <a:gd name="connsiteY105" fmla="*/ 2119 h 260086"/>
              <a:gd name="connsiteX106" fmla="*/ 345234 w 765852"/>
              <a:gd name="connsiteY106" fmla="*/ 140105 h 260086"/>
              <a:gd name="connsiteX107" fmla="*/ 381413 w 765852"/>
              <a:gd name="connsiteY107" fmla="*/ 166796 h 260086"/>
              <a:gd name="connsiteX108" fmla="*/ 382899 w 765852"/>
              <a:gd name="connsiteY108" fmla="*/ 166796 h 260086"/>
              <a:gd name="connsiteX109" fmla="*/ 316692 w 765852"/>
              <a:gd name="connsiteY109" fmla="*/ 2119 h 260086"/>
              <a:gd name="connsiteX110" fmla="*/ 287389 w 765852"/>
              <a:gd name="connsiteY110" fmla="*/ 2119 h 260086"/>
              <a:gd name="connsiteX111" fmla="*/ 443549 w 765852"/>
              <a:gd name="connsiteY111" fmla="*/ 199871 h 260086"/>
              <a:gd name="connsiteX112" fmla="*/ 432739 w 765852"/>
              <a:gd name="connsiteY112" fmla="*/ 197523 h 260086"/>
              <a:gd name="connsiteX113" fmla="*/ 408910 w 765852"/>
              <a:gd name="connsiteY113" fmla="*/ 197523 h 260086"/>
              <a:gd name="connsiteX114" fmla="*/ 408910 w 765852"/>
              <a:gd name="connsiteY114" fmla="*/ 259554 h 260086"/>
              <a:gd name="connsiteX115" fmla="*/ 416621 w 765852"/>
              <a:gd name="connsiteY115" fmla="*/ 259554 h 260086"/>
              <a:gd name="connsiteX116" fmla="*/ 416621 w 765852"/>
              <a:gd name="connsiteY116" fmla="*/ 235716 h 260086"/>
              <a:gd name="connsiteX117" fmla="*/ 432748 w 765852"/>
              <a:gd name="connsiteY117" fmla="*/ 235716 h 260086"/>
              <a:gd name="connsiteX118" fmla="*/ 443512 w 765852"/>
              <a:gd name="connsiteY118" fmla="*/ 233368 h 260086"/>
              <a:gd name="connsiteX119" fmla="*/ 450728 w 765852"/>
              <a:gd name="connsiteY119" fmla="*/ 226681 h 260086"/>
              <a:gd name="connsiteX120" fmla="*/ 453295 w 765852"/>
              <a:gd name="connsiteY120" fmla="*/ 216583 h 260086"/>
              <a:gd name="connsiteX121" fmla="*/ 450774 w 765852"/>
              <a:gd name="connsiteY121" fmla="*/ 206521 h 260086"/>
              <a:gd name="connsiteX122" fmla="*/ 443558 w 765852"/>
              <a:gd name="connsiteY122" fmla="*/ 199871 h 260086"/>
              <a:gd name="connsiteX123" fmla="*/ 441779 w 765852"/>
              <a:gd name="connsiteY123" fmla="*/ 225351 h 260086"/>
              <a:gd name="connsiteX124" fmla="*/ 432033 w 765852"/>
              <a:gd name="connsiteY124" fmla="*/ 228635 h 260086"/>
              <a:gd name="connsiteX125" fmla="*/ 416621 w 765852"/>
              <a:gd name="connsiteY125" fmla="*/ 228635 h 260086"/>
              <a:gd name="connsiteX126" fmla="*/ 416621 w 765852"/>
              <a:gd name="connsiteY126" fmla="*/ 204622 h 260086"/>
              <a:gd name="connsiteX127" fmla="*/ 432125 w 765852"/>
              <a:gd name="connsiteY127" fmla="*/ 204622 h 260086"/>
              <a:gd name="connsiteX128" fmla="*/ 441825 w 765852"/>
              <a:gd name="connsiteY128" fmla="*/ 207860 h 260086"/>
              <a:gd name="connsiteX129" fmla="*/ 445410 w 765852"/>
              <a:gd name="connsiteY129" fmla="*/ 216592 h 260086"/>
              <a:gd name="connsiteX130" fmla="*/ 441779 w 765852"/>
              <a:gd name="connsiteY130" fmla="*/ 225361 h 260086"/>
              <a:gd name="connsiteX131" fmla="*/ 382889 w 765852"/>
              <a:gd name="connsiteY131" fmla="*/ 166805 h 260086"/>
              <a:gd name="connsiteX132" fmla="*/ 384375 w 765852"/>
              <a:gd name="connsiteY132" fmla="*/ 166805 h 260086"/>
              <a:gd name="connsiteX133" fmla="*/ 420554 w 765852"/>
              <a:gd name="connsiteY133" fmla="*/ 140114 h 260086"/>
              <a:gd name="connsiteX134" fmla="*/ 478399 w 765852"/>
              <a:gd name="connsiteY134" fmla="*/ 2128 h 260086"/>
              <a:gd name="connsiteX135" fmla="*/ 449096 w 765852"/>
              <a:gd name="connsiteY135" fmla="*/ 2128 h 260086"/>
              <a:gd name="connsiteX136" fmla="*/ 382889 w 765852"/>
              <a:gd name="connsiteY136" fmla="*/ 166814 h 260086"/>
              <a:gd name="connsiteX137" fmla="*/ 644368 w 765852"/>
              <a:gd name="connsiteY137" fmla="*/ 197523 h 260086"/>
              <a:gd name="connsiteX138" fmla="*/ 620714 w 765852"/>
              <a:gd name="connsiteY138" fmla="*/ 259554 h 260086"/>
              <a:gd name="connsiteX139" fmla="*/ 628690 w 765852"/>
              <a:gd name="connsiteY139" fmla="*/ 259554 h 260086"/>
              <a:gd name="connsiteX140" fmla="*/ 635246 w 765852"/>
              <a:gd name="connsiteY140" fmla="*/ 242806 h 260086"/>
              <a:gd name="connsiteX141" fmla="*/ 662266 w 765852"/>
              <a:gd name="connsiteY141" fmla="*/ 242806 h 260086"/>
              <a:gd name="connsiteX142" fmla="*/ 668821 w 765852"/>
              <a:gd name="connsiteY142" fmla="*/ 259554 h 260086"/>
              <a:gd name="connsiteX143" fmla="*/ 677055 w 765852"/>
              <a:gd name="connsiteY143" fmla="*/ 259554 h 260086"/>
              <a:gd name="connsiteX144" fmla="*/ 653491 w 765852"/>
              <a:gd name="connsiteY144" fmla="*/ 197523 h 260086"/>
              <a:gd name="connsiteX145" fmla="*/ 644368 w 765852"/>
              <a:gd name="connsiteY145" fmla="*/ 197523 h 260086"/>
              <a:gd name="connsiteX146" fmla="*/ 637547 w 765852"/>
              <a:gd name="connsiteY146" fmla="*/ 235808 h 260086"/>
              <a:gd name="connsiteX147" fmla="*/ 648705 w 765852"/>
              <a:gd name="connsiteY147" fmla="*/ 205943 h 260086"/>
              <a:gd name="connsiteX148" fmla="*/ 659955 w 765852"/>
              <a:gd name="connsiteY148" fmla="*/ 235808 h 260086"/>
              <a:gd name="connsiteX149" fmla="*/ 637538 w 765852"/>
              <a:gd name="connsiteY149" fmla="*/ 235808 h 260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</a:cxnLst>
            <a:rect l="l" t="t" r="r" b="b"/>
            <a:pathLst>
              <a:path w="765852" h="260086">
                <a:moveTo>
                  <a:pt x="739575" y="143884"/>
                </a:moveTo>
                <a:cubicBezTo>
                  <a:pt x="756519" y="128906"/>
                  <a:pt x="765852" y="107425"/>
                  <a:pt x="765852" y="83403"/>
                </a:cubicBezTo>
                <a:cubicBezTo>
                  <a:pt x="765852" y="59381"/>
                  <a:pt x="756519" y="37899"/>
                  <a:pt x="739575" y="22921"/>
                </a:cubicBezTo>
                <a:cubicBezTo>
                  <a:pt x="722613" y="7925"/>
                  <a:pt x="699307" y="0"/>
                  <a:pt x="672177" y="0"/>
                </a:cubicBezTo>
                <a:cubicBezTo>
                  <a:pt x="645047" y="0"/>
                  <a:pt x="621740" y="7925"/>
                  <a:pt x="604779" y="22921"/>
                </a:cubicBezTo>
                <a:cubicBezTo>
                  <a:pt x="587835" y="37899"/>
                  <a:pt x="578501" y="59381"/>
                  <a:pt x="578501" y="83403"/>
                </a:cubicBezTo>
                <a:cubicBezTo>
                  <a:pt x="578501" y="107425"/>
                  <a:pt x="587835" y="128906"/>
                  <a:pt x="604779" y="143884"/>
                </a:cubicBezTo>
                <a:cubicBezTo>
                  <a:pt x="621740" y="158881"/>
                  <a:pt x="645047" y="166805"/>
                  <a:pt x="672177" y="166805"/>
                </a:cubicBezTo>
                <a:cubicBezTo>
                  <a:pt x="699307" y="166805"/>
                  <a:pt x="722613" y="158881"/>
                  <a:pt x="739575" y="143884"/>
                </a:cubicBezTo>
                <a:close/>
                <a:moveTo>
                  <a:pt x="604595" y="83403"/>
                </a:moveTo>
                <a:cubicBezTo>
                  <a:pt x="604595" y="66489"/>
                  <a:pt x="610821" y="52135"/>
                  <a:pt x="622611" y="41871"/>
                </a:cubicBezTo>
                <a:cubicBezTo>
                  <a:pt x="634751" y="31305"/>
                  <a:pt x="651887" y="25719"/>
                  <a:pt x="672177" y="25719"/>
                </a:cubicBezTo>
                <a:cubicBezTo>
                  <a:pt x="692467" y="25719"/>
                  <a:pt x="709603" y="31305"/>
                  <a:pt x="721742" y="41871"/>
                </a:cubicBezTo>
                <a:cubicBezTo>
                  <a:pt x="733524" y="52126"/>
                  <a:pt x="739759" y="66489"/>
                  <a:pt x="739759" y="83403"/>
                </a:cubicBezTo>
                <a:cubicBezTo>
                  <a:pt x="739759" y="100316"/>
                  <a:pt x="733533" y="114671"/>
                  <a:pt x="721742" y="124934"/>
                </a:cubicBezTo>
                <a:cubicBezTo>
                  <a:pt x="709603" y="135501"/>
                  <a:pt x="692467" y="141077"/>
                  <a:pt x="672177" y="141077"/>
                </a:cubicBezTo>
                <a:cubicBezTo>
                  <a:pt x="651887" y="141077"/>
                  <a:pt x="634741" y="135491"/>
                  <a:pt x="622611" y="124934"/>
                </a:cubicBezTo>
                <a:cubicBezTo>
                  <a:pt x="610830" y="114671"/>
                  <a:pt x="604595" y="100316"/>
                  <a:pt x="604595" y="83403"/>
                </a:cubicBezTo>
                <a:close/>
                <a:moveTo>
                  <a:pt x="238310" y="207181"/>
                </a:moveTo>
                <a:cubicBezTo>
                  <a:pt x="241556" y="205118"/>
                  <a:pt x="245306" y="204081"/>
                  <a:pt x="249560" y="204081"/>
                </a:cubicBezTo>
                <a:cubicBezTo>
                  <a:pt x="254282" y="204081"/>
                  <a:pt x="258288" y="205292"/>
                  <a:pt x="261562" y="207713"/>
                </a:cubicBezTo>
                <a:cubicBezTo>
                  <a:pt x="264835" y="210135"/>
                  <a:pt x="267035" y="213501"/>
                  <a:pt x="268163" y="217812"/>
                </a:cubicBezTo>
                <a:lnTo>
                  <a:pt x="275874" y="217812"/>
                </a:lnTo>
                <a:cubicBezTo>
                  <a:pt x="274691" y="211373"/>
                  <a:pt x="271784" y="206292"/>
                  <a:pt x="267145" y="202568"/>
                </a:cubicBezTo>
                <a:cubicBezTo>
                  <a:pt x="262506" y="198844"/>
                  <a:pt x="256766" y="196982"/>
                  <a:pt x="249917" y="196982"/>
                </a:cubicBezTo>
                <a:cubicBezTo>
                  <a:pt x="244013" y="196982"/>
                  <a:pt x="238814" y="198293"/>
                  <a:pt x="234322" y="200926"/>
                </a:cubicBezTo>
                <a:cubicBezTo>
                  <a:pt x="229838" y="203558"/>
                  <a:pt x="226382" y="207264"/>
                  <a:pt x="223961" y="212052"/>
                </a:cubicBezTo>
                <a:cubicBezTo>
                  <a:pt x="221541" y="216840"/>
                  <a:pt x="220330" y="222334"/>
                  <a:pt x="220330" y="228534"/>
                </a:cubicBezTo>
                <a:cubicBezTo>
                  <a:pt x="220330" y="234734"/>
                  <a:pt x="221541" y="240302"/>
                  <a:pt x="223961" y="245062"/>
                </a:cubicBezTo>
                <a:cubicBezTo>
                  <a:pt x="226382" y="249823"/>
                  <a:pt x="229838" y="253510"/>
                  <a:pt x="234322" y="256142"/>
                </a:cubicBezTo>
                <a:cubicBezTo>
                  <a:pt x="238805" y="258775"/>
                  <a:pt x="244004" y="260086"/>
                  <a:pt x="249917" y="260086"/>
                </a:cubicBezTo>
                <a:cubicBezTo>
                  <a:pt x="256831" y="260086"/>
                  <a:pt x="262570" y="258224"/>
                  <a:pt x="267145" y="254501"/>
                </a:cubicBezTo>
                <a:cubicBezTo>
                  <a:pt x="271720" y="250777"/>
                  <a:pt x="274599" y="245695"/>
                  <a:pt x="275782" y="239256"/>
                </a:cubicBezTo>
                <a:lnTo>
                  <a:pt x="268071" y="239256"/>
                </a:lnTo>
                <a:cubicBezTo>
                  <a:pt x="266888" y="243631"/>
                  <a:pt x="264706" y="247007"/>
                  <a:pt x="261516" y="249401"/>
                </a:cubicBezTo>
                <a:cubicBezTo>
                  <a:pt x="258325" y="251795"/>
                  <a:pt x="254337" y="252987"/>
                  <a:pt x="249560" y="252987"/>
                </a:cubicBezTo>
                <a:cubicBezTo>
                  <a:pt x="245306" y="252987"/>
                  <a:pt x="241556" y="251951"/>
                  <a:pt x="238310" y="249887"/>
                </a:cubicBezTo>
                <a:cubicBezTo>
                  <a:pt x="235064" y="247823"/>
                  <a:pt x="232561" y="244925"/>
                  <a:pt x="230828" y="241201"/>
                </a:cubicBezTo>
                <a:cubicBezTo>
                  <a:pt x="229086" y="237477"/>
                  <a:pt x="228215" y="233258"/>
                  <a:pt x="228215" y="228525"/>
                </a:cubicBezTo>
                <a:cubicBezTo>
                  <a:pt x="228215" y="223792"/>
                  <a:pt x="229086" y="219499"/>
                  <a:pt x="230828" y="215812"/>
                </a:cubicBezTo>
                <a:cubicBezTo>
                  <a:pt x="232570" y="212125"/>
                  <a:pt x="235064" y="209245"/>
                  <a:pt x="238310" y="207172"/>
                </a:cubicBezTo>
                <a:close/>
                <a:moveTo>
                  <a:pt x="335580" y="197523"/>
                </a:moveTo>
                <a:lnTo>
                  <a:pt x="311925" y="259554"/>
                </a:lnTo>
                <a:lnTo>
                  <a:pt x="319892" y="259554"/>
                </a:lnTo>
                <a:lnTo>
                  <a:pt x="326448" y="242806"/>
                </a:lnTo>
                <a:lnTo>
                  <a:pt x="353467" y="242806"/>
                </a:lnTo>
                <a:lnTo>
                  <a:pt x="360023" y="259554"/>
                </a:lnTo>
                <a:lnTo>
                  <a:pt x="368256" y="259554"/>
                </a:lnTo>
                <a:lnTo>
                  <a:pt x="344693" y="197523"/>
                </a:lnTo>
                <a:lnTo>
                  <a:pt x="335570" y="197523"/>
                </a:lnTo>
                <a:close/>
                <a:moveTo>
                  <a:pt x="328758" y="235808"/>
                </a:moveTo>
                <a:lnTo>
                  <a:pt x="339916" y="205943"/>
                </a:lnTo>
                <a:lnTo>
                  <a:pt x="351166" y="235808"/>
                </a:lnTo>
                <a:lnTo>
                  <a:pt x="328749" y="235808"/>
                </a:lnTo>
                <a:close/>
                <a:moveTo>
                  <a:pt x="725437" y="197523"/>
                </a:moveTo>
                <a:lnTo>
                  <a:pt x="717736" y="197523"/>
                </a:lnTo>
                <a:lnTo>
                  <a:pt x="717736" y="259554"/>
                </a:lnTo>
                <a:lnTo>
                  <a:pt x="753704" y="259554"/>
                </a:lnTo>
                <a:lnTo>
                  <a:pt x="753704" y="252464"/>
                </a:lnTo>
                <a:lnTo>
                  <a:pt x="725446" y="252464"/>
                </a:lnTo>
                <a:lnTo>
                  <a:pt x="725446" y="197523"/>
                </a:lnTo>
                <a:close/>
                <a:moveTo>
                  <a:pt x="250953" y="2119"/>
                </a:moveTo>
                <a:lnTo>
                  <a:pt x="225566" y="2119"/>
                </a:lnTo>
                <a:lnTo>
                  <a:pt x="225566" y="164677"/>
                </a:lnTo>
                <a:lnTo>
                  <a:pt x="250953" y="164677"/>
                </a:lnTo>
                <a:lnTo>
                  <a:pt x="250953" y="2119"/>
                </a:lnTo>
                <a:close/>
                <a:moveTo>
                  <a:pt x="80592" y="62692"/>
                </a:moveTo>
                <a:lnTo>
                  <a:pt x="80592" y="164687"/>
                </a:lnTo>
                <a:cubicBezTo>
                  <a:pt x="80592" y="164687"/>
                  <a:pt x="106732" y="164687"/>
                  <a:pt x="106732" y="164687"/>
                </a:cubicBezTo>
                <a:lnTo>
                  <a:pt x="106713" y="62692"/>
                </a:lnTo>
                <a:cubicBezTo>
                  <a:pt x="106713" y="50282"/>
                  <a:pt x="102707" y="38523"/>
                  <a:pt x="95124" y="28700"/>
                </a:cubicBezTo>
                <a:lnTo>
                  <a:pt x="93648" y="26792"/>
                </a:lnTo>
                <a:lnTo>
                  <a:pt x="92172" y="28700"/>
                </a:lnTo>
                <a:cubicBezTo>
                  <a:pt x="84589" y="38523"/>
                  <a:pt x="80583" y="50273"/>
                  <a:pt x="80583" y="62692"/>
                </a:cubicBezTo>
                <a:close/>
                <a:moveTo>
                  <a:pt x="47273" y="2119"/>
                </a:moveTo>
                <a:lnTo>
                  <a:pt x="0" y="2119"/>
                </a:lnTo>
                <a:lnTo>
                  <a:pt x="0" y="26792"/>
                </a:lnTo>
                <a:lnTo>
                  <a:pt x="93648" y="26792"/>
                </a:lnTo>
                <a:lnTo>
                  <a:pt x="91328" y="23793"/>
                </a:lnTo>
                <a:cubicBezTo>
                  <a:pt x="80693" y="10025"/>
                  <a:pt x="64629" y="2119"/>
                  <a:pt x="47273" y="2119"/>
                </a:cubicBezTo>
                <a:close/>
                <a:moveTo>
                  <a:pt x="95968" y="23793"/>
                </a:moveTo>
                <a:lnTo>
                  <a:pt x="93648" y="26792"/>
                </a:lnTo>
                <a:lnTo>
                  <a:pt x="187296" y="26792"/>
                </a:lnTo>
                <a:lnTo>
                  <a:pt x="187296" y="2119"/>
                </a:lnTo>
                <a:lnTo>
                  <a:pt x="140023" y="2119"/>
                </a:lnTo>
                <a:cubicBezTo>
                  <a:pt x="122657" y="2119"/>
                  <a:pt x="106603" y="10016"/>
                  <a:pt x="95958" y="23793"/>
                </a:cubicBezTo>
                <a:close/>
                <a:moveTo>
                  <a:pt x="514844" y="164677"/>
                </a:moveTo>
                <a:lnTo>
                  <a:pt x="540232" y="164677"/>
                </a:lnTo>
                <a:lnTo>
                  <a:pt x="540232" y="2119"/>
                </a:lnTo>
                <a:lnTo>
                  <a:pt x="514844" y="2119"/>
                </a:lnTo>
                <a:lnTo>
                  <a:pt x="514844" y="164677"/>
                </a:lnTo>
                <a:close/>
                <a:moveTo>
                  <a:pt x="495205" y="259554"/>
                </a:moveTo>
                <a:lnTo>
                  <a:pt x="502915" y="259554"/>
                </a:lnTo>
                <a:lnTo>
                  <a:pt x="502915" y="197523"/>
                </a:lnTo>
                <a:lnTo>
                  <a:pt x="495205" y="197523"/>
                </a:lnTo>
                <a:lnTo>
                  <a:pt x="495205" y="259554"/>
                </a:lnTo>
                <a:close/>
                <a:moveTo>
                  <a:pt x="544816" y="204613"/>
                </a:moveTo>
                <a:lnTo>
                  <a:pt x="564923" y="204613"/>
                </a:lnTo>
                <a:lnTo>
                  <a:pt x="564923" y="259554"/>
                </a:lnTo>
                <a:lnTo>
                  <a:pt x="572633" y="259554"/>
                </a:lnTo>
                <a:lnTo>
                  <a:pt x="572633" y="204613"/>
                </a:lnTo>
                <a:lnTo>
                  <a:pt x="592740" y="204613"/>
                </a:lnTo>
                <a:lnTo>
                  <a:pt x="592740" y="197523"/>
                </a:lnTo>
                <a:lnTo>
                  <a:pt x="544816" y="197523"/>
                </a:lnTo>
                <a:lnTo>
                  <a:pt x="544816" y="204613"/>
                </a:lnTo>
                <a:close/>
                <a:moveTo>
                  <a:pt x="287389" y="2119"/>
                </a:moveTo>
                <a:cubicBezTo>
                  <a:pt x="287389" y="2119"/>
                  <a:pt x="335680" y="117220"/>
                  <a:pt x="345234" y="140105"/>
                </a:cubicBezTo>
                <a:cubicBezTo>
                  <a:pt x="356374" y="166796"/>
                  <a:pt x="374464" y="166796"/>
                  <a:pt x="381413" y="166796"/>
                </a:cubicBezTo>
                <a:lnTo>
                  <a:pt x="382899" y="166796"/>
                </a:lnTo>
                <a:lnTo>
                  <a:pt x="316692" y="2119"/>
                </a:lnTo>
                <a:lnTo>
                  <a:pt x="287389" y="2119"/>
                </a:lnTo>
                <a:close/>
                <a:moveTo>
                  <a:pt x="443549" y="199871"/>
                </a:moveTo>
                <a:cubicBezTo>
                  <a:pt x="440413" y="198303"/>
                  <a:pt x="436819" y="197523"/>
                  <a:pt x="432739" y="197523"/>
                </a:cubicBezTo>
                <a:lnTo>
                  <a:pt x="408910" y="197523"/>
                </a:lnTo>
                <a:lnTo>
                  <a:pt x="408910" y="259554"/>
                </a:lnTo>
                <a:lnTo>
                  <a:pt x="416621" y="259554"/>
                </a:lnTo>
                <a:lnTo>
                  <a:pt x="416621" y="235716"/>
                </a:lnTo>
                <a:lnTo>
                  <a:pt x="432748" y="235716"/>
                </a:lnTo>
                <a:cubicBezTo>
                  <a:pt x="436819" y="235716"/>
                  <a:pt x="440413" y="234936"/>
                  <a:pt x="443512" y="233368"/>
                </a:cubicBezTo>
                <a:cubicBezTo>
                  <a:pt x="446611" y="231799"/>
                  <a:pt x="449013" y="229571"/>
                  <a:pt x="450728" y="226681"/>
                </a:cubicBezTo>
                <a:cubicBezTo>
                  <a:pt x="452442" y="223783"/>
                  <a:pt x="453295" y="220417"/>
                  <a:pt x="453295" y="216583"/>
                </a:cubicBezTo>
                <a:cubicBezTo>
                  <a:pt x="453295" y="212749"/>
                  <a:pt x="452452" y="209392"/>
                  <a:pt x="450774" y="206521"/>
                </a:cubicBezTo>
                <a:cubicBezTo>
                  <a:pt x="449087" y="203659"/>
                  <a:pt x="446685" y="201439"/>
                  <a:pt x="443558" y="199871"/>
                </a:cubicBezTo>
                <a:close/>
                <a:moveTo>
                  <a:pt x="441779" y="225351"/>
                </a:moveTo>
                <a:cubicBezTo>
                  <a:pt x="439359" y="227534"/>
                  <a:pt x="436113" y="228635"/>
                  <a:pt x="432033" y="228635"/>
                </a:cubicBezTo>
                <a:lnTo>
                  <a:pt x="416621" y="228635"/>
                </a:lnTo>
                <a:lnTo>
                  <a:pt x="416621" y="204622"/>
                </a:lnTo>
                <a:lnTo>
                  <a:pt x="432125" y="204622"/>
                </a:lnTo>
                <a:cubicBezTo>
                  <a:pt x="436196" y="204622"/>
                  <a:pt x="439432" y="205705"/>
                  <a:pt x="441825" y="207860"/>
                </a:cubicBezTo>
                <a:cubicBezTo>
                  <a:pt x="444218" y="210015"/>
                  <a:pt x="445410" y="212923"/>
                  <a:pt x="445410" y="216592"/>
                </a:cubicBezTo>
                <a:cubicBezTo>
                  <a:pt x="445410" y="220261"/>
                  <a:pt x="444200" y="223178"/>
                  <a:pt x="441779" y="225361"/>
                </a:cubicBezTo>
                <a:close/>
                <a:moveTo>
                  <a:pt x="382889" y="166805"/>
                </a:moveTo>
                <a:lnTo>
                  <a:pt x="384375" y="166805"/>
                </a:lnTo>
                <a:cubicBezTo>
                  <a:pt x="391334" y="166805"/>
                  <a:pt x="409423" y="166805"/>
                  <a:pt x="420554" y="140114"/>
                </a:cubicBezTo>
                <a:cubicBezTo>
                  <a:pt x="430099" y="117230"/>
                  <a:pt x="478399" y="2128"/>
                  <a:pt x="478399" y="2128"/>
                </a:cubicBezTo>
                <a:lnTo>
                  <a:pt x="449096" y="2128"/>
                </a:lnTo>
                <a:lnTo>
                  <a:pt x="382889" y="166814"/>
                </a:lnTo>
                <a:close/>
                <a:moveTo>
                  <a:pt x="644368" y="197523"/>
                </a:moveTo>
                <a:lnTo>
                  <a:pt x="620714" y="259554"/>
                </a:lnTo>
                <a:lnTo>
                  <a:pt x="628690" y="259554"/>
                </a:lnTo>
                <a:lnTo>
                  <a:pt x="635246" y="242806"/>
                </a:lnTo>
                <a:lnTo>
                  <a:pt x="662266" y="242806"/>
                </a:lnTo>
                <a:lnTo>
                  <a:pt x="668821" y="259554"/>
                </a:lnTo>
                <a:lnTo>
                  <a:pt x="677055" y="259554"/>
                </a:lnTo>
                <a:lnTo>
                  <a:pt x="653491" y="197523"/>
                </a:lnTo>
                <a:lnTo>
                  <a:pt x="644368" y="197523"/>
                </a:lnTo>
                <a:close/>
                <a:moveTo>
                  <a:pt x="637547" y="235808"/>
                </a:moveTo>
                <a:lnTo>
                  <a:pt x="648705" y="205943"/>
                </a:lnTo>
                <a:lnTo>
                  <a:pt x="659955" y="235808"/>
                </a:lnTo>
                <a:lnTo>
                  <a:pt x="637538" y="235808"/>
                </a:lnTo>
                <a:close/>
              </a:path>
            </a:pathLst>
          </a:custGeom>
          <a:solidFill>
            <a:schemeClr val="bg1"/>
          </a:solidFill>
          <a:ln w="1061" cap="flat">
            <a:noFill/>
            <a:prstDash val="solid"/>
            <a:miter/>
          </a:ln>
        </p:spPr>
        <p:txBody>
          <a:bodyPr rtlCol="0" anchor="ctr"/>
          <a:lstStyle/>
          <a:p>
            <a:endParaRPr lang="pt-BR" sz="1092">
              <a:solidFill>
                <a:schemeClr val="bg1"/>
              </a:solidFill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1E210A61-F7AF-5C56-9539-494DD44ED880}"/>
              </a:ext>
            </a:extLst>
          </p:cNvPr>
          <p:cNvCxnSpPr/>
          <p:nvPr userDrawn="1"/>
        </p:nvCxnSpPr>
        <p:spPr>
          <a:xfrm>
            <a:off x="334964" y="185353"/>
            <a:ext cx="10415415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42233D2-9F78-8FB4-6848-6FABD836DEBB}"/>
              </a:ext>
            </a:extLst>
          </p:cNvPr>
          <p:cNvCxnSpPr>
            <a:cxnSpLocks/>
          </p:cNvCxnSpPr>
          <p:nvPr userDrawn="1"/>
        </p:nvCxnSpPr>
        <p:spPr>
          <a:xfrm>
            <a:off x="334963" y="6573705"/>
            <a:ext cx="11094148" cy="0"/>
          </a:xfrm>
          <a:prstGeom prst="line">
            <a:avLst/>
          </a:prstGeom>
          <a:noFill/>
          <a:ln w="9525" cap="flat" cmpd="sng" algn="ctr">
            <a:solidFill>
              <a:schemeClr val="tx1">
                <a:lumMod val="85000"/>
                <a:lumOff val="15000"/>
              </a:schemeClr>
            </a:solidFill>
            <a:prstDash val="solid"/>
          </a:ln>
          <a:effectLst/>
        </p:spPr>
      </p:cxnSp>
    </p:spTree>
    <p:extLst>
      <p:ext uri="{BB962C8B-B14F-4D97-AF65-F5344CB8AC3E}">
        <p14:creationId xmlns:p14="http://schemas.microsoft.com/office/powerpoint/2010/main" val="9922688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2319">
          <p15:clr>
            <a:srgbClr val="FBAE40"/>
          </p15:clr>
        </p15:guide>
        <p15:guide id="4" pos="345">
          <p15:clr>
            <a:srgbClr val="FBAE40"/>
          </p15:clr>
        </p15:guide>
        <p15:guide id="5" orient="horz" pos="6919">
          <p15:clr>
            <a:srgbClr val="FBAE40"/>
          </p15:clr>
        </p15:guide>
        <p15:guide id="6" orient="horz" pos="840">
          <p15:clr>
            <a:srgbClr val="FBAE40"/>
          </p15:clr>
        </p15:guide>
        <p15:guide id="7" orient="horz" pos="935">
          <p15:clr>
            <a:srgbClr val="FBAE40"/>
          </p15:clr>
        </p15:guide>
        <p15:guide id="8" orient="horz" pos="6714">
          <p15:clr>
            <a:srgbClr val="FBAE40"/>
          </p15:clr>
        </p15:guide>
        <p15:guide id="9" orient="horz" pos="1022">
          <p15:clr>
            <a:srgbClr val="FBAE40"/>
          </p15:clr>
        </p15:guide>
        <p15:guide id="10" orient="horz" pos="183">
          <p15:clr>
            <a:srgbClr val="FBAE40"/>
          </p15:clr>
        </p15:guide>
      </p15:sldGuideLst>
    </p:ext>
  </p:extLst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1_Título | 1 linha - Black">
    <p:bg>
      <p:bgPr>
        <a:gradFill>
          <a:gsLst>
            <a:gs pos="100000">
              <a:schemeClr val="tx1">
                <a:lumMod val="95000"/>
                <a:lumOff val="5000"/>
              </a:schemeClr>
            </a:gs>
            <a:gs pos="0">
              <a:schemeClr val="tx1">
                <a:lumMod val="85000"/>
                <a:lumOff val="15000"/>
              </a:schemeClr>
            </a:gs>
          </a:gsLst>
          <a:lin ang="7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132BCE3-A04F-8602-64F7-7623C7EAF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61763" y="6482556"/>
            <a:ext cx="295275" cy="1692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 sz="1100">
                <a:solidFill>
                  <a:schemeClr val="bg1"/>
                </a:solidFill>
                <a:latin typeface="Versos" panose="020B0503020204030204" pitchFamily="34" charset="0"/>
                <a:cs typeface="Versos" panose="020B0503020204030204" pitchFamily="34" charset="0"/>
              </a:defRPr>
            </a:lvl1pPr>
          </a:lstStyle>
          <a:p>
            <a:fld id="{77667D73-C69A-4DAA-9003-24A825D36FE9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B13D7C-5A47-B0DF-B518-26E79F5D2DB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64" y="368301"/>
            <a:ext cx="10183813" cy="4308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err="1"/>
              <a:t>Título</a:t>
            </a:r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401465E-A8CD-A3BA-BE2A-9597492FDC6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4963" y="6482557"/>
            <a:ext cx="10980000" cy="138499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900">
                <a:latin typeface="Versos Light" panose="020B0403020204030204" pitchFamily="34" charset="0"/>
              </a:defRPr>
            </a:lvl2pPr>
            <a:lvl3pPr>
              <a:defRPr sz="900">
                <a:latin typeface="Versos Light" panose="020B0403020204030204" pitchFamily="34" charset="0"/>
              </a:defRPr>
            </a:lvl3pPr>
            <a:lvl4pPr>
              <a:defRPr sz="900">
                <a:latin typeface="Versos Light" panose="020B0403020204030204" pitchFamily="34" charset="0"/>
              </a:defRPr>
            </a:lvl4pPr>
            <a:lvl5pPr>
              <a:defRPr sz="900">
                <a:latin typeface="Versos Light" panose="020B0403020204030204" pitchFamily="34" charset="0"/>
              </a:defRPr>
            </a:lvl5pPr>
          </a:lstStyle>
          <a:p>
            <a:pPr lvl="0"/>
            <a:r>
              <a:rPr lang="en-US"/>
              <a:t>Fonte:</a:t>
            </a:r>
            <a:endParaRPr lang="pt-BR"/>
          </a:p>
        </p:txBody>
      </p:sp>
      <p:sp>
        <p:nvSpPr>
          <p:cNvPr id="12" name="Text Placeholder 8">
            <a:extLst>
              <a:ext uri="{FF2B5EF4-FFF2-40B4-BE49-F238E27FC236}">
                <a16:creationId xmlns:a16="http://schemas.microsoft.com/office/drawing/2014/main" id="{7A7A9582-3614-801A-785B-273FCD3E092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34964" y="1949414"/>
            <a:ext cx="11522075" cy="435931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7F86D482-580C-D22A-58CC-10B9C4F7EDD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34963" y="1518528"/>
            <a:ext cx="11522585" cy="21544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Picture 8">
            <a:extLst>
              <a:ext uri="{FF2B5EF4-FFF2-40B4-BE49-F238E27FC236}">
                <a16:creationId xmlns:a16="http://schemas.microsoft.com/office/drawing/2014/main" id="{57BCE67C-64C7-2D0C-0DC2-7A4B4CC314E0}"/>
              </a:ext>
            </a:extLst>
          </p:cNvPr>
          <p:cNvSpPr/>
          <p:nvPr userDrawn="1"/>
        </p:nvSpPr>
        <p:spPr>
          <a:xfrm>
            <a:off x="11091186" y="377179"/>
            <a:ext cx="765852" cy="260086"/>
          </a:xfrm>
          <a:custGeom>
            <a:avLst/>
            <a:gdLst>
              <a:gd name="connsiteX0" fmla="*/ 739575 w 765852"/>
              <a:gd name="connsiteY0" fmla="*/ 143884 h 260086"/>
              <a:gd name="connsiteX1" fmla="*/ 765852 w 765852"/>
              <a:gd name="connsiteY1" fmla="*/ 83403 h 260086"/>
              <a:gd name="connsiteX2" fmla="*/ 739575 w 765852"/>
              <a:gd name="connsiteY2" fmla="*/ 22921 h 260086"/>
              <a:gd name="connsiteX3" fmla="*/ 672177 w 765852"/>
              <a:gd name="connsiteY3" fmla="*/ 0 h 260086"/>
              <a:gd name="connsiteX4" fmla="*/ 604779 w 765852"/>
              <a:gd name="connsiteY4" fmla="*/ 22921 h 260086"/>
              <a:gd name="connsiteX5" fmla="*/ 578501 w 765852"/>
              <a:gd name="connsiteY5" fmla="*/ 83403 h 260086"/>
              <a:gd name="connsiteX6" fmla="*/ 604779 w 765852"/>
              <a:gd name="connsiteY6" fmla="*/ 143884 h 260086"/>
              <a:gd name="connsiteX7" fmla="*/ 672177 w 765852"/>
              <a:gd name="connsiteY7" fmla="*/ 166805 h 260086"/>
              <a:gd name="connsiteX8" fmla="*/ 739575 w 765852"/>
              <a:gd name="connsiteY8" fmla="*/ 143884 h 260086"/>
              <a:gd name="connsiteX9" fmla="*/ 604595 w 765852"/>
              <a:gd name="connsiteY9" fmla="*/ 83403 h 260086"/>
              <a:gd name="connsiteX10" fmla="*/ 622611 w 765852"/>
              <a:gd name="connsiteY10" fmla="*/ 41871 h 260086"/>
              <a:gd name="connsiteX11" fmla="*/ 672177 w 765852"/>
              <a:gd name="connsiteY11" fmla="*/ 25719 h 260086"/>
              <a:gd name="connsiteX12" fmla="*/ 721742 w 765852"/>
              <a:gd name="connsiteY12" fmla="*/ 41871 h 260086"/>
              <a:gd name="connsiteX13" fmla="*/ 739759 w 765852"/>
              <a:gd name="connsiteY13" fmla="*/ 83403 h 260086"/>
              <a:gd name="connsiteX14" fmla="*/ 721742 w 765852"/>
              <a:gd name="connsiteY14" fmla="*/ 124934 h 260086"/>
              <a:gd name="connsiteX15" fmla="*/ 672177 w 765852"/>
              <a:gd name="connsiteY15" fmla="*/ 141077 h 260086"/>
              <a:gd name="connsiteX16" fmla="*/ 622611 w 765852"/>
              <a:gd name="connsiteY16" fmla="*/ 124934 h 260086"/>
              <a:gd name="connsiteX17" fmla="*/ 604595 w 765852"/>
              <a:gd name="connsiteY17" fmla="*/ 83403 h 260086"/>
              <a:gd name="connsiteX18" fmla="*/ 238310 w 765852"/>
              <a:gd name="connsiteY18" fmla="*/ 207181 h 260086"/>
              <a:gd name="connsiteX19" fmla="*/ 249560 w 765852"/>
              <a:gd name="connsiteY19" fmla="*/ 204081 h 260086"/>
              <a:gd name="connsiteX20" fmla="*/ 261562 w 765852"/>
              <a:gd name="connsiteY20" fmla="*/ 207713 h 260086"/>
              <a:gd name="connsiteX21" fmla="*/ 268163 w 765852"/>
              <a:gd name="connsiteY21" fmla="*/ 217812 h 260086"/>
              <a:gd name="connsiteX22" fmla="*/ 275874 w 765852"/>
              <a:gd name="connsiteY22" fmla="*/ 217812 h 260086"/>
              <a:gd name="connsiteX23" fmla="*/ 267145 w 765852"/>
              <a:gd name="connsiteY23" fmla="*/ 202568 h 260086"/>
              <a:gd name="connsiteX24" fmla="*/ 249917 w 765852"/>
              <a:gd name="connsiteY24" fmla="*/ 196982 h 260086"/>
              <a:gd name="connsiteX25" fmla="*/ 234322 w 765852"/>
              <a:gd name="connsiteY25" fmla="*/ 200926 h 260086"/>
              <a:gd name="connsiteX26" fmla="*/ 223961 w 765852"/>
              <a:gd name="connsiteY26" fmla="*/ 212052 h 260086"/>
              <a:gd name="connsiteX27" fmla="*/ 220330 w 765852"/>
              <a:gd name="connsiteY27" fmla="*/ 228534 h 260086"/>
              <a:gd name="connsiteX28" fmla="*/ 223961 w 765852"/>
              <a:gd name="connsiteY28" fmla="*/ 245062 h 260086"/>
              <a:gd name="connsiteX29" fmla="*/ 234322 w 765852"/>
              <a:gd name="connsiteY29" fmla="*/ 256142 h 260086"/>
              <a:gd name="connsiteX30" fmla="*/ 249917 w 765852"/>
              <a:gd name="connsiteY30" fmla="*/ 260086 h 260086"/>
              <a:gd name="connsiteX31" fmla="*/ 267145 w 765852"/>
              <a:gd name="connsiteY31" fmla="*/ 254501 h 260086"/>
              <a:gd name="connsiteX32" fmla="*/ 275782 w 765852"/>
              <a:gd name="connsiteY32" fmla="*/ 239256 h 260086"/>
              <a:gd name="connsiteX33" fmla="*/ 268071 w 765852"/>
              <a:gd name="connsiteY33" fmla="*/ 239256 h 260086"/>
              <a:gd name="connsiteX34" fmla="*/ 261516 w 765852"/>
              <a:gd name="connsiteY34" fmla="*/ 249401 h 260086"/>
              <a:gd name="connsiteX35" fmla="*/ 249560 w 765852"/>
              <a:gd name="connsiteY35" fmla="*/ 252987 h 260086"/>
              <a:gd name="connsiteX36" fmla="*/ 238310 w 765852"/>
              <a:gd name="connsiteY36" fmla="*/ 249887 h 260086"/>
              <a:gd name="connsiteX37" fmla="*/ 230828 w 765852"/>
              <a:gd name="connsiteY37" fmla="*/ 241201 h 260086"/>
              <a:gd name="connsiteX38" fmla="*/ 228215 w 765852"/>
              <a:gd name="connsiteY38" fmla="*/ 228525 h 260086"/>
              <a:gd name="connsiteX39" fmla="*/ 230828 w 765852"/>
              <a:gd name="connsiteY39" fmla="*/ 215812 h 260086"/>
              <a:gd name="connsiteX40" fmla="*/ 238310 w 765852"/>
              <a:gd name="connsiteY40" fmla="*/ 207172 h 260086"/>
              <a:gd name="connsiteX41" fmla="*/ 335580 w 765852"/>
              <a:gd name="connsiteY41" fmla="*/ 197523 h 260086"/>
              <a:gd name="connsiteX42" fmla="*/ 311925 w 765852"/>
              <a:gd name="connsiteY42" fmla="*/ 259554 h 260086"/>
              <a:gd name="connsiteX43" fmla="*/ 319892 w 765852"/>
              <a:gd name="connsiteY43" fmla="*/ 259554 h 260086"/>
              <a:gd name="connsiteX44" fmla="*/ 326448 w 765852"/>
              <a:gd name="connsiteY44" fmla="*/ 242806 h 260086"/>
              <a:gd name="connsiteX45" fmla="*/ 353467 w 765852"/>
              <a:gd name="connsiteY45" fmla="*/ 242806 h 260086"/>
              <a:gd name="connsiteX46" fmla="*/ 360023 w 765852"/>
              <a:gd name="connsiteY46" fmla="*/ 259554 h 260086"/>
              <a:gd name="connsiteX47" fmla="*/ 368256 w 765852"/>
              <a:gd name="connsiteY47" fmla="*/ 259554 h 260086"/>
              <a:gd name="connsiteX48" fmla="*/ 344693 w 765852"/>
              <a:gd name="connsiteY48" fmla="*/ 197523 h 260086"/>
              <a:gd name="connsiteX49" fmla="*/ 335570 w 765852"/>
              <a:gd name="connsiteY49" fmla="*/ 197523 h 260086"/>
              <a:gd name="connsiteX50" fmla="*/ 328758 w 765852"/>
              <a:gd name="connsiteY50" fmla="*/ 235808 h 260086"/>
              <a:gd name="connsiteX51" fmla="*/ 339916 w 765852"/>
              <a:gd name="connsiteY51" fmla="*/ 205943 h 260086"/>
              <a:gd name="connsiteX52" fmla="*/ 351166 w 765852"/>
              <a:gd name="connsiteY52" fmla="*/ 235808 h 260086"/>
              <a:gd name="connsiteX53" fmla="*/ 328749 w 765852"/>
              <a:gd name="connsiteY53" fmla="*/ 235808 h 260086"/>
              <a:gd name="connsiteX54" fmla="*/ 725437 w 765852"/>
              <a:gd name="connsiteY54" fmla="*/ 197523 h 260086"/>
              <a:gd name="connsiteX55" fmla="*/ 717736 w 765852"/>
              <a:gd name="connsiteY55" fmla="*/ 197523 h 260086"/>
              <a:gd name="connsiteX56" fmla="*/ 717736 w 765852"/>
              <a:gd name="connsiteY56" fmla="*/ 259554 h 260086"/>
              <a:gd name="connsiteX57" fmla="*/ 753704 w 765852"/>
              <a:gd name="connsiteY57" fmla="*/ 259554 h 260086"/>
              <a:gd name="connsiteX58" fmla="*/ 753704 w 765852"/>
              <a:gd name="connsiteY58" fmla="*/ 252464 h 260086"/>
              <a:gd name="connsiteX59" fmla="*/ 725446 w 765852"/>
              <a:gd name="connsiteY59" fmla="*/ 252464 h 260086"/>
              <a:gd name="connsiteX60" fmla="*/ 725446 w 765852"/>
              <a:gd name="connsiteY60" fmla="*/ 197523 h 260086"/>
              <a:gd name="connsiteX61" fmla="*/ 250953 w 765852"/>
              <a:gd name="connsiteY61" fmla="*/ 2119 h 260086"/>
              <a:gd name="connsiteX62" fmla="*/ 225566 w 765852"/>
              <a:gd name="connsiteY62" fmla="*/ 2119 h 260086"/>
              <a:gd name="connsiteX63" fmla="*/ 225566 w 765852"/>
              <a:gd name="connsiteY63" fmla="*/ 164677 h 260086"/>
              <a:gd name="connsiteX64" fmla="*/ 250953 w 765852"/>
              <a:gd name="connsiteY64" fmla="*/ 164677 h 260086"/>
              <a:gd name="connsiteX65" fmla="*/ 250953 w 765852"/>
              <a:gd name="connsiteY65" fmla="*/ 2119 h 260086"/>
              <a:gd name="connsiteX66" fmla="*/ 80592 w 765852"/>
              <a:gd name="connsiteY66" fmla="*/ 62692 h 260086"/>
              <a:gd name="connsiteX67" fmla="*/ 80592 w 765852"/>
              <a:gd name="connsiteY67" fmla="*/ 164687 h 260086"/>
              <a:gd name="connsiteX68" fmla="*/ 106732 w 765852"/>
              <a:gd name="connsiteY68" fmla="*/ 164687 h 260086"/>
              <a:gd name="connsiteX69" fmla="*/ 106713 w 765852"/>
              <a:gd name="connsiteY69" fmla="*/ 62692 h 260086"/>
              <a:gd name="connsiteX70" fmla="*/ 95124 w 765852"/>
              <a:gd name="connsiteY70" fmla="*/ 28700 h 260086"/>
              <a:gd name="connsiteX71" fmla="*/ 93648 w 765852"/>
              <a:gd name="connsiteY71" fmla="*/ 26792 h 260086"/>
              <a:gd name="connsiteX72" fmla="*/ 92172 w 765852"/>
              <a:gd name="connsiteY72" fmla="*/ 28700 h 260086"/>
              <a:gd name="connsiteX73" fmla="*/ 80583 w 765852"/>
              <a:gd name="connsiteY73" fmla="*/ 62692 h 260086"/>
              <a:gd name="connsiteX74" fmla="*/ 47273 w 765852"/>
              <a:gd name="connsiteY74" fmla="*/ 2119 h 260086"/>
              <a:gd name="connsiteX75" fmla="*/ 0 w 765852"/>
              <a:gd name="connsiteY75" fmla="*/ 2119 h 260086"/>
              <a:gd name="connsiteX76" fmla="*/ 0 w 765852"/>
              <a:gd name="connsiteY76" fmla="*/ 26792 h 260086"/>
              <a:gd name="connsiteX77" fmla="*/ 93648 w 765852"/>
              <a:gd name="connsiteY77" fmla="*/ 26792 h 260086"/>
              <a:gd name="connsiteX78" fmla="*/ 91328 w 765852"/>
              <a:gd name="connsiteY78" fmla="*/ 23793 h 260086"/>
              <a:gd name="connsiteX79" fmla="*/ 47273 w 765852"/>
              <a:gd name="connsiteY79" fmla="*/ 2119 h 260086"/>
              <a:gd name="connsiteX80" fmla="*/ 95968 w 765852"/>
              <a:gd name="connsiteY80" fmla="*/ 23793 h 260086"/>
              <a:gd name="connsiteX81" fmla="*/ 93648 w 765852"/>
              <a:gd name="connsiteY81" fmla="*/ 26792 h 260086"/>
              <a:gd name="connsiteX82" fmla="*/ 187296 w 765852"/>
              <a:gd name="connsiteY82" fmla="*/ 26792 h 260086"/>
              <a:gd name="connsiteX83" fmla="*/ 187296 w 765852"/>
              <a:gd name="connsiteY83" fmla="*/ 2119 h 260086"/>
              <a:gd name="connsiteX84" fmla="*/ 140023 w 765852"/>
              <a:gd name="connsiteY84" fmla="*/ 2119 h 260086"/>
              <a:gd name="connsiteX85" fmla="*/ 95958 w 765852"/>
              <a:gd name="connsiteY85" fmla="*/ 23793 h 260086"/>
              <a:gd name="connsiteX86" fmla="*/ 514844 w 765852"/>
              <a:gd name="connsiteY86" fmla="*/ 164677 h 260086"/>
              <a:gd name="connsiteX87" fmla="*/ 540232 w 765852"/>
              <a:gd name="connsiteY87" fmla="*/ 164677 h 260086"/>
              <a:gd name="connsiteX88" fmla="*/ 540232 w 765852"/>
              <a:gd name="connsiteY88" fmla="*/ 2119 h 260086"/>
              <a:gd name="connsiteX89" fmla="*/ 514844 w 765852"/>
              <a:gd name="connsiteY89" fmla="*/ 2119 h 260086"/>
              <a:gd name="connsiteX90" fmla="*/ 514844 w 765852"/>
              <a:gd name="connsiteY90" fmla="*/ 164677 h 260086"/>
              <a:gd name="connsiteX91" fmla="*/ 495205 w 765852"/>
              <a:gd name="connsiteY91" fmla="*/ 259554 h 260086"/>
              <a:gd name="connsiteX92" fmla="*/ 502915 w 765852"/>
              <a:gd name="connsiteY92" fmla="*/ 259554 h 260086"/>
              <a:gd name="connsiteX93" fmla="*/ 502915 w 765852"/>
              <a:gd name="connsiteY93" fmla="*/ 197523 h 260086"/>
              <a:gd name="connsiteX94" fmla="*/ 495205 w 765852"/>
              <a:gd name="connsiteY94" fmla="*/ 197523 h 260086"/>
              <a:gd name="connsiteX95" fmla="*/ 495205 w 765852"/>
              <a:gd name="connsiteY95" fmla="*/ 259554 h 260086"/>
              <a:gd name="connsiteX96" fmla="*/ 544816 w 765852"/>
              <a:gd name="connsiteY96" fmla="*/ 204613 h 260086"/>
              <a:gd name="connsiteX97" fmla="*/ 564923 w 765852"/>
              <a:gd name="connsiteY97" fmla="*/ 204613 h 260086"/>
              <a:gd name="connsiteX98" fmla="*/ 564923 w 765852"/>
              <a:gd name="connsiteY98" fmla="*/ 259554 h 260086"/>
              <a:gd name="connsiteX99" fmla="*/ 572633 w 765852"/>
              <a:gd name="connsiteY99" fmla="*/ 259554 h 260086"/>
              <a:gd name="connsiteX100" fmla="*/ 572633 w 765852"/>
              <a:gd name="connsiteY100" fmla="*/ 204613 h 260086"/>
              <a:gd name="connsiteX101" fmla="*/ 592740 w 765852"/>
              <a:gd name="connsiteY101" fmla="*/ 204613 h 260086"/>
              <a:gd name="connsiteX102" fmla="*/ 592740 w 765852"/>
              <a:gd name="connsiteY102" fmla="*/ 197523 h 260086"/>
              <a:gd name="connsiteX103" fmla="*/ 544816 w 765852"/>
              <a:gd name="connsiteY103" fmla="*/ 197523 h 260086"/>
              <a:gd name="connsiteX104" fmla="*/ 544816 w 765852"/>
              <a:gd name="connsiteY104" fmla="*/ 204613 h 260086"/>
              <a:gd name="connsiteX105" fmla="*/ 287389 w 765852"/>
              <a:gd name="connsiteY105" fmla="*/ 2119 h 260086"/>
              <a:gd name="connsiteX106" fmla="*/ 345234 w 765852"/>
              <a:gd name="connsiteY106" fmla="*/ 140105 h 260086"/>
              <a:gd name="connsiteX107" fmla="*/ 381413 w 765852"/>
              <a:gd name="connsiteY107" fmla="*/ 166796 h 260086"/>
              <a:gd name="connsiteX108" fmla="*/ 382899 w 765852"/>
              <a:gd name="connsiteY108" fmla="*/ 166796 h 260086"/>
              <a:gd name="connsiteX109" fmla="*/ 316692 w 765852"/>
              <a:gd name="connsiteY109" fmla="*/ 2119 h 260086"/>
              <a:gd name="connsiteX110" fmla="*/ 287389 w 765852"/>
              <a:gd name="connsiteY110" fmla="*/ 2119 h 260086"/>
              <a:gd name="connsiteX111" fmla="*/ 443549 w 765852"/>
              <a:gd name="connsiteY111" fmla="*/ 199871 h 260086"/>
              <a:gd name="connsiteX112" fmla="*/ 432739 w 765852"/>
              <a:gd name="connsiteY112" fmla="*/ 197523 h 260086"/>
              <a:gd name="connsiteX113" fmla="*/ 408910 w 765852"/>
              <a:gd name="connsiteY113" fmla="*/ 197523 h 260086"/>
              <a:gd name="connsiteX114" fmla="*/ 408910 w 765852"/>
              <a:gd name="connsiteY114" fmla="*/ 259554 h 260086"/>
              <a:gd name="connsiteX115" fmla="*/ 416621 w 765852"/>
              <a:gd name="connsiteY115" fmla="*/ 259554 h 260086"/>
              <a:gd name="connsiteX116" fmla="*/ 416621 w 765852"/>
              <a:gd name="connsiteY116" fmla="*/ 235716 h 260086"/>
              <a:gd name="connsiteX117" fmla="*/ 432748 w 765852"/>
              <a:gd name="connsiteY117" fmla="*/ 235716 h 260086"/>
              <a:gd name="connsiteX118" fmla="*/ 443512 w 765852"/>
              <a:gd name="connsiteY118" fmla="*/ 233368 h 260086"/>
              <a:gd name="connsiteX119" fmla="*/ 450728 w 765852"/>
              <a:gd name="connsiteY119" fmla="*/ 226681 h 260086"/>
              <a:gd name="connsiteX120" fmla="*/ 453295 w 765852"/>
              <a:gd name="connsiteY120" fmla="*/ 216583 h 260086"/>
              <a:gd name="connsiteX121" fmla="*/ 450774 w 765852"/>
              <a:gd name="connsiteY121" fmla="*/ 206521 h 260086"/>
              <a:gd name="connsiteX122" fmla="*/ 443558 w 765852"/>
              <a:gd name="connsiteY122" fmla="*/ 199871 h 260086"/>
              <a:gd name="connsiteX123" fmla="*/ 441779 w 765852"/>
              <a:gd name="connsiteY123" fmla="*/ 225351 h 260086"/>
              <a:gd name="connsiteX124" fmla="*/ 432033 w 765852"/>
              <a:gd name="connsiteY124" fmla="*/ 228635 h 260086"/>
              <a:gd name="connsiteX125" fmla="*/ 416621 w 765852"/>
              <a:gd name="connsiteY125" fmla="*/ 228635 h 260086"/>
              <a:gd name="connsiteX126" fmla="*/ 416621 w 765852"/>
              <a:gd name="connsiteY126" fmla="*/ 204622 h 260086"/>
              <a:gd name="connsiteX127" fmla="*/ 432125 w 765852"/>
              <a:gd name="connsiteY127" fmla="*/ 204622 h 260086"/>
              <a:gd name="connsiteX128" fmla="*/ 441825 w 765852"/>
              <a:gd name="connsiteY128" fmla="*/ 207860 h 260086"/>
              <a:gd name="connsiteX129" fmla="*/ 445410 w 765852"/>
              <a:gd name="connsiteY129" fmla="*/ 216592 h 260086"/>
              <a:gd name="connsiteX130" fmla="*/ 441779 w 765852"/>
              <a:gd name="connsiteY130" fmla="*/ 225361 h 260086"/>
              <a:gd name="connsiteX131" fmla="*/ 382889 w 765852"/>
              <a:gd name="connsiteY131" fmla="*/ 166805 h 260086"/>
              <a:gd name="connsiteX132" fmla="*/ 384375 w 765852"/>
              <a:gd name="connsiteY132" fmla="*/ 166805 h 260086"/>
              <a:gd name="connsiteX133" fmla="*/ 420554 w 765852"/>
              <a:gd name="connsiteY133" fmla="*/ 140114 h 260086"/>
              <a:gd name="connsiteX134" fmla="*/ 478399 w 765852"/>
              <a:gd name="connsiteY134" fmla="*/ 2128 h 260086"/>
              <a:gd name="connsiteX135" fmla="*/ 449096 w 765852"/>
              <a:gd name="connsiteY135" fmla="*/ 2128 h 260086"/>
              <a:gd name="connsiteX136" fmla="*/ 382889 w 765852"/>
              <a:gd name="connsiteY136" fmla="*/ 166814 h 260086"/>
              <a:gd name="connsiteX137" fmla="*/ 644368 w 765852"/>
              <a:gd name="connsiteY137" fmla="*/ 197523 h 260086"/>
              <a:gd name="connsiteX138" fmla="*/ 620714 w 765852"/>
              <a:gd name="connsiteY138" fmla="*/ 259554 h 260086"/>
              <a:gd name="connsiteX139" fmla="*/ 628690 w 765852"/>
              <a:gd name="connsiteY139" fmla="*/ 259554 h 260086"/>
              <a:gd name="connsiteX140" fmla="*/ 635246 w 765852"/>
              <a:gd name="connsiteY140" fmla="*/ 242806 h 260086"/>
              <a:gd name="connsiteX141" fmla="*/ 662266 w 765852"/>
              <a:gd name="connsiteY141" fmla="*/ 242806 h 260086"/>
              <a:gd name="connsiteX142" fmla="*/ 668821 w 765852"/>
              <a:gd name="connsiteY142" fmla="*/ 259554 h 260086"/>
              <a:gd name="connsiteX143" fmla="*/ 677055 w 765852"/>
              <a:gd name="connsiteY143" fmla="*/ 259554 h 260086"/>
              <a:gd name="connsiteX144" fmla="*/ 653491 w 765852"/>
              <a:gd name="connsiteY144" fmla="*/ 197523 h 260086"/>
              <a:gd name="connsiteX145" fmla="*/ 644368 w 765852"/>
              <a:gd name="connsiteY145" fmla="*/ 197523 h 260086"/>
              <a:gd name="connsiteX146" fmla="*/ 637547 w 765852"/>
              <a:gd name="connsiteY146" fmla="*/ 235808 h 260086"/>
              <a:gd name="connsiteX147" fmla="*/ 648705 w 765852"/>
              <a:gd name="connsiteY147" fmla="*/ 205943 h 260086"/>
              <a:gd name="connsiteX148" fmla="*/ 659955 w 765852"/>
              <a:gd name="connsiteY148" fmla="*/ 235808 h 260086"/>
              <a:gd name="connsiteX149" fmla="*/ 637538 w 765852"/>
              <a:gd name="connsiteY149" fmla="*/ 235808 h 260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</a:cxnLst>
            <a:rect l="l" t="t" r="r" b="b"/>
            <a:pathLst>
              <a:path w="765852" h="260086">
                <a:moveTo>
                  <a:pt x="739575" y="143884"/>
                </a:moveTo>
                <a:cubicBezTo>
                  <a:pt x="756519" y="128906"/>
                  <a:pt x="765852" y="107425"/>
                  <a:pt x="765852" y="83403"/>
                </a:cubicBezTo>
                <a:cubicBezTo>
                  <a:pt x="765852" y="59381"/>
                  <a:pt x="756519" y="37899"/>
                  <a:pt x="739575" y="22921"/>
                </a:cubicBezTo>
                <a:cubicBezTo>
                  <a:pt x="722613" y="7925"/>
                  <a:pt x="699307" y="0"/>
                  <a:pt x="672177" y="0"/>
                </a:cubicBezTo>
                <a:cubicBezTo>
                  <a:pt x="645047" y="0"/>
                  <a:pt x="621740" y="7925"/>
                  <a:pt x="604779" y="22921"/>
                </a:cubicBezTo>
                <a:cubicBezTo>
                  <a:pt x="587835" y="37899"/>
                  <a:pt x="578501" y="59381"/>
                  <a:pt x="578501" y="83403"/>
                </a:cubicBezTo>
                <a:cubicBezTo>
                  <a:pt x="578501" y="107425"/>
                  <a:pt x="587835" y="128906"/>
                  <a:pt x="604779" y="143884"/>
                </a:cubicBezTo>
                <a:cubicBezTo>
                  <a:pt x="621740" y="158881"/>
                  <a:pt x="645047" y="166805"/>
                  <a:pt x="672177" y="166805"/>
                </a:cubicBezTo>
                <a:cubicBezTo>
                  <a:pt x="699307" y="166805"/>
                  <a:pt x="722613" y="158881"/>
                  <a:pt x="739575" y="143884"/>
                </a:cubicBezTo>
                <a:close/>
                <a:moveTo>
                  <a:pt x="604595" y="83403"/>
                </a:moveTo>
                <a:cubicBezTo>
                  <a:pt x="604595" y="66489"/>
                  <a:pt x="610821" y="52135"/>
                  <a:pt x="622611" y="41871"/>
                </a:cubicBezTo>
                <a:cubicBezTo>
                  <a:pt x="634751" y="31305"/>
                  <a:pt x="651887" y="25719"/>
                  <a:pt x="672177" y="25719"/>
                </a:cubicBezTo>
                <a:cubicBezTo>
                  <a:pt x="692467" y="25719"/>
                  <a:pt x="709603" y="31305"/>
                  <a:pt x="721742" y="41871"/>
                </a:cubicBezTo>
                <a:cubicBezTo>
                  <a:pt x="733524" y="52126"/>
                  <a:pt x="739759" y="66489"/>
                  <a:pt x="739759" y="83403"/>
                </a:cubicBezTo>
                <a:cubicBezTo>
                  <a:pt x="739759" y="100316"/>
                  <a:pt x="733533" y="114671"/>
                  <a:pt x="721742" y="124934"/>
                </a:cubicBezTo>
                <a:cubicBezTo>
                  <a:pt x="709603" y="135501"/>
                  <a:pt x="692467" y="141077"/>
                  <a:pt x="672177" y="141077"/>
                </a:cubicBezTo>
                <a:cubicBezTo>
                  <a:pt x="651887" y="141077"/>
                  <a:pt x="634741" y="135491"/>
                  <a:pt x="622611" y="124934"/>
                </a:cubicBezTo>
                <a:cubicBezTo>
                  <a:pt x="610830" y="114671"/>
                  <a:pt x="604595" y="100316"/>
                  <a:pt x="604595" y="83403"/>
                </a:cubicBezTo>
                <a:close/>
                <a:moveTo>
                  <a:pt x="238310" y="207181"/>
                </a:moveTo>
                <a:cubicBezTo>
                  <a:pt x="241556" y="205118"/>
                  <a:pt x="245306" y="204081"/>
                  <a:pt x="249560" y="204081"/>
                </a:cubicBezTo>
                <a:cubicBezTo>
                  <a:pt x="254282" y="204081"/>
                  <a:pt x="258288" y="205292"/>
                  <a:pt x="261562" y="207713"/>
                </a:cubicBezTo>
                <a:cubicBezTo>
                  <a:pt x="264835" y="210135"/>
                  <a:pt x="267035" y="213501"/>
                  <a:pt x="268163" y="217812"/>
                </a:cubicBezTo>
                <a:lnTo>
                  <a:pt x="275874" y="217812"/>
                </a:lnTo>
                <a:cubicBezTo>
                  <a:pt x="274691" y="211373"/>
                  <a:pt x="271784" y="206292"/>
                  <a:pt x="267145" y="202568"/>
                </a:cubicBezTo>
                <a:cubicBezTo>
                  <a:pt x="262506" y="198844"/>
                  <a:pt x="256766" y="196982"/>
                  <a:pt x="249917" y="196982"/>
                </a:cubicBezTo>
                <a:cubicBezTo>
                  <a:pt x="244013" y="196982"/>
                  <a:pt x="238814" y="198293"/>
                  <a:pt x="234322" y="200926"/>
                </a:cubicBezTo>
                <a:cubicBezTo>
                  <a:pt x="229838" y="203558"/>
                  <a:pt x="226382" y="207264"/>
                  <a:pt x="223961" y="212052"/>
                </a:cubicBezTo>
                <a:cubicBezTo>
                  <a:pt x="221541" y="216840"/>
                  <a:pt x="220330" y="222334"/>
                  <a:pt x="220330" y="228534"/>
                </a:cubicBezTo>
                <a:cubicBezTo>
                  <a:pt x="220330" y="234734"/>
                  <a:pt x="221541" y="240302"/>
                  <a:pt x="223961" y="245062"/>
                </a:cubicBezTo>
                <a:cubicBezTo>
                  <a:pt x="226382" y="249823"/>
                  <a:pt x="229838" y="253510"/>
                  <a:pt x="234322" y="256142"/>
                </a:cubicBezTo>
                <a:cubicBezTo>
                  <a:pt x="238805" y="258775"/>
                  <a:pt x="244004" y="260086"/>
                  <a:pt x="249917" y="260086"/>
                </a:cubicBezTo>
                <a:cubicBezTo>
                  <a:pt x="256831" y="260086"/>
                  <a:pt x="262570" y="258224"/>
                  <a:pt x="267145" y="254501"/>
                </a:cubicBezTo>
                <a:cubicBezTo>
                  <a:pt x="271720" y="250777"/>
                  <a:pt x="274599" y="245695"/>
                  <a:pt x="275782" y="239256"/>
                </a:cubicBezTo>
                <a:lnTo>
                  <a:pt x="268071" y="239256"/>
                </a:lnTo>
                <a:cubicBezTo>
                  <a:pt x="266888" y="243631"/>
                  <a:pt x="264706" y="247007"/>
                  <a:pt x="261516" y="249401"/>
                </a:cubicBezTo>
                <a:cubicBezTo>
                  <a:pt x="258325" y="251795"/>
                  <a:pt x="254337" y="252987"/>
                  <a:pt x="249560" y="252987"/>
                </a:cubicBezTo>
                <a:cubicBezTo>
                  <a:pt x="245306" y="252987"/>
                  <a:pt x="241556" y="251951"/>
                  <a:pt x="238310" y="249887"/>
                </a:cubicBezTo>
                <a:cubicBezTo>
                  <a:pt x="235064" y="247823"/>
                  <a:pt x="232561" y="244925"/>
                  <a:pt x="230828" y="241201"/>
                </a:cubicBezTo>
                <a:cubicBezTo>
                  <a:pt x="229086" y="237477"/>
                  <a:pt x="228215" y="233258"/>
                  <a:pt x="228215" y="228525"/>
                </a:cubicBezTo>
                <a:cubicBezTo>
                  <a:pt x="228215" y="223792"/>
                  <a:pt x="229086" y="219499"/>
                  <a:pt x="230828" y="215812"/>
                </a:cubicBezTo>
                <a:cubicBezTo>
                  <a:pt x="232570" y="212125"/>
                  <a:pt x="235064" y="209245"/>
                  <a:pt x="238310" y="207172"/>
                </a:cubicBezTo>
                <a:close/>
                <a:moveTo>
                  <a:pt x="335580" y="197523"/>
                </a:moveTo>
                <a:lnTo>
                  <a:pt x="311925" y="259554"/>
                </a:lnTo>
                <a:lnTo>
                  <a:pt x="319892" y="259554"/>
                </a:lnTo>
                <a:lnTo>
                  <a:pt x="326448" y="242806"/>
                </a:lnTo>
                <a:lnTo>
                  <a:pt x="353467" y="242806"/>
                </a:lnTo>
                <a:lnTo>
                  <a:pt x="360023" y="259554"/>
                </a:lnTo>
                <a:lnTo>
                  <a:pt x="368256" y="259554"/>
                </a:lnTo>
                <a:lnTo>
                  <a:pt x="344693" y="197523"/>
                </a:lnTo>
                <a:lnTo>
                  <a:pt x="335570" y="197523"/>
                </a:lnTo>
                <a:close/>
                <a:moveTo>
                  <a:pt x="328758" y="235808"/>
                </a:moveTo>
                <a:lnTo>
                  <a:pt x="339916" y="205943"/>
                </a:lnTo>
                <a:lnTo>
                  <a:pt x="351166" y="235808"/>
                </a:lnTo>
                <a:lnTo>
                  <a:pt x="328749" y="235808"/>
                </a:lnTo>
                <a:close/>
                <a:moveTo>
                  <a:pt x="725437" y="197523"/>
                </a:moveTo>
                <a:lnTo>
                  <a:pt x="717736" y="197523"/>
                </a:lnTo>
                <a:lnTo>
                  <a:pt x="717736" y="259554"/>
                </a:lnTo>
                <a:lnTo>
                  <a:pt x="753704" y="259554"/>
                </a:lnTo>
                <a:lnTo>
                  <a:pt x="753704" y="252464"/>
                </a:lnTo>
                <a:lnTo>
                  <a:pt x="725446" y="252464"/>
                </a:lnTo>
                <a:lnTo>
                  <a:pt x="725446" y="197523"/>
                </a:lnTo>
                <a:close/>
                <a:moveTo>
                  <a:pt x="250953" y="2119"/>
                </a:moveTo>
                <a:lnTo>
                  <a:pt x="225566" y="2119"/>
                </a:lnTo>
                <a:lnTo>
                  <a:pt x="225566" y="164677"/>
                </a:lnTo>
                <a:lnTo>
                  <a:pt x="250953" y="164677"/>
                </a:lnTo>
                <a:lnTo>
                  <a:pt x="250953" y="2119"/>
                </a:lnTo>
                <a:close/>
                <a:moveTo>
                  <a:pt x="80592" y="62692"/>
                </a:moveTo>
                <a:lnTo>
                  <a:pt x="80592" y="164687"/>
                </a:lnTo>
                <a:cubicBezTo>
                  <a:pt x="80592" y="164687"/>
                  <a:pt x="106732" y="164687"/>
                  <a:pt x="106732" y="164687"/>
                </a:cubicBezTo>
                <a:lnTo>
                  <a:pt x="106713" y="62692"/>
                </a:lnTo>
                <a:cubicBezTo>
                  <a:pt x="106713" y="50282"/>
                  <a:pt x="102707" y="38523"/>
                  <a:pt x="95124" y="28700"/>
                </a:cubicBezTo>
                <a:lnTo>
                  <a:pt x="93648" y="26792"/>
                </a:lnTo>
                <a:lnTo>
                  <a:pt x="92172" y="28700"/>
                </a:lnTo>
                <a:cubicBezTo>
                  <a:pt x="84589" y="38523"/>
                  <a:pt x="80583" y="50273"/>
                  <a:pt x="80583" y="62692"/>
                </a:cubicBezTo>
                <a:close/>
                <a:moveTo>
                  <a:pt x="47273" y="2119"/>
                </a:moveTo>
                <a:lnTo>
                  <a:pt x="0" y="2119"/>
                </a:lnTo>
                <a:lnTo>
                  <a:pt x="0" y="26792"/>
                </a:lnTo>
                <a:lnTo>
                  <a:pt x="93648" y="26792"/>
                </a:lnTo>
                <a:lnTo>
                  <a:pt x="91328" y="23793"/>
                </a:lnTo>
                <a:cubicBezTo>
                  <a:pt x="80693" y="10025"/>
                  <a:pt x="64629" y="2119"/>
                  <a:pt x="47273" y="2119"/>
                </a:cubicBezTo>
                <a:close/>
                <a:moveTo>
                  <a:pt x="95968" y="23793"/>
                </a:moveTo>
                <a:lnTo>
                  <a:pt x="93648" y="26792"/>
                </a:lnTo>
                <a:lnTo>
                  <a:pt x="187296" y="26792"/>
                </a:lnTo>
                <a:lnTo>
                  <a:pt x="187296" y="2119"/>
                </a:lnTo>
                <a:lnTo>
                  <a:pt x="140023" y="2119"/>
                </a:lnTo>
                <a:cubicBezTo>
                  <a:pt x="122657" y="2119"/>
                  <a:pt x="106603" y="10016"/>
                  <a:pt x="95958" y="23793"/>
                </a:cubicBezTo>
                <a:close/>
                <a:moveTo>
                  <a:pt x="514844" y="164677"/>
                </a:moveTo>
                <a:lnTo>
                  <a:pt x="540232" y="164677"/>
                </a:lnTo>
                <a:lnTo>
                  <a:pt x="540232" y="2119"/>
                </a:lnTo>
                <a:lnTo>
                  <a:pt x="514844" y="2119"/>
                </a:lnTo>
                <a:lnTo>
                  <a:pt x="514844" y="164677"/>
                </a:lnTo>
                <a:close/>
                <a:moveTo>
                  <a:pt x="495205" y="259554"/>
                </a:moveTo>
                <a:lnTo>
                  <a:pt x="502915" y="259554"/>
                </a:lnTo>
                <a:lnTo>
                  <a:pt x="502915" y="197523"/>
                </a:lnTo>
                <a:lnTo>
                  <a:pt x="495205" y="197523"/>
                </a:lnTo>
                <a:lnTo>
                  <a:pt x="495205" y="259554"/>
                </a:lnTo>
                <a:close/>
                <a:moveTo>
                  <a:pt x="544816" y="204613"/>
                </a:moveTo>
                <a:lnTo>
                  <a:pt x="564923" y="204613"/>
                </a:lnTo>
                <a:lnTo>
                  <a:pt x="564923" y="259554"/>
                </a:lnTo>
                <a:lnTo>
                  <a:pt x="572633" y="259554"/>
                </a:lnTo>
                <a:lnTo>
                  <a:pt x="572633" y="204613"/>
                </a:lnTo>
                <a:lnTo>
                  <a:pt x="592740" y="204613"/>
                </a:lnTo>
                <a:lnTo>
                  <a:pt x="592740" y="197523"/>
                </a:lnTo>
                <a:lnTo>
                  <a:pt x="544816" y="197523"/>
                </a:lnTo>
                <a:lnTo>
                  <a:pt x="544816" y="204613"/>
                </a:lnTo>
                <a:close/>
                <a:moveTo>
                  <a:pt x="287389" y="2119"/>
                </a:moveTo>
                <a:cubicBezTo>
                  <a:pt x="287389" y="2119"/>
                  <a:pt x="335680" y="117220"/>
                  <a:pt x="345234" y="140105"/>
                </a:cubicBezTo>
                <a:cubicBezTo>
                  <a:pt x="356374" y="166796"/>
                  <a:pt x="374464" y="166796"/>
                  <a:pt x="381413" y="166796"/>
                </a:cubicBezTo>
                <a:lnTo>
                  <a:pt x="382899" y="166796"/>
                </a:lnTo>
                <a:lnTo>
                  <a:pt x="316692" y="2119"/>
                </a:lnTo>
                <a:lnTo>
                  <a:pt x="287389" y="2119"/>
                </a:lnTo>
                <a:close/>
                <a:moveTo>
                  <a:pt x="443549" y="199871"/>
                </a:moveTo>
                <a:cubicBezTo>
                  <a:pt x="440413" y="198303"/>
                  <a:pt x="436819" y="197523"/>
                  <a:pt x="432739" y="197523"/>
                </a:cubicBezTo>
                <a:lnTo>
                  <a:pt x="408910" y="197523"/>
                </a:lnTo>
                <a:lnTo>
                  <a:pt x="408910" y="259554"/>
                </a:lnTo>
                <a:lnTo>
                  <a:pt x="416621" y="259554"/>
                </a:lnTo>
                <a:lnTo>
                  <a:pt x="416621" y="235716"/>
                </a:lnTo>
                <a:lnTo>
                  <a:pt x="432748" y="235716"/>
                </a:lnTo>
                <a:cubicBezTo>
                  <a:pt x="436819" y="235716"/>
                  <a:pt x="440413" y="234936"/>
                  <a:pt x="443512" y="233368"/>
                </a:cubicBezTo>
                <a:cubicBezTo>
                  <a:pt x="446611" y="231799"/>
                  <a:pt x="449013" y="229571"/>
                  <a:pt x="450728" y="226681"/>
                </a:cubicBezTo>
                <a:cubicBezTo>
                  <a:pt x="452442" y="223783"/>
                  <a:pt x="453295" y="220417"/>
                  <a:pt x="453295" y="216583"/>
                </a:cubicBezTo>
                <a:cubicBezTo>
                  <a:pt x="453295" y="212749"/>
                  <a:pt x="452452" y="209392"/>
                  <a:pt x="450774" y="206521"/>
                </a:cubicBezTo>
                <a:cubicBezTo>
                  <a:pt x="449087" y="203659"/>
                  <a:pt x="446685" y="201439"/>
                  <a:pt x="443558" y="199871"/>
                </a:cubicBezTo>
                <a:close/>
                <a:moveTo>
                  <a:pt x="441779" y="225351"/>
                </a:moveTo>
                <a:cubicBezTo>
                  <a:pt x="439359" y="227534"/>
                  <a:pt x="436113" y="228635"/>
                  <a:pt x="432033" y="228635"/>
                </a:cubicBezTo>
                <a:lnTo>
                  <a:pt x="416621" y="228635"/>
                </a:lnTo>
                <a:lnTo>
                  <a:pt x="416621" y="204622"/>
                </a:lnTo>
                <a:lnTo>
                  <a:pt x="432125" y="204622"/>
                </a:lnTo>
                <a:cubicBezTo>
                  <a:pt x="436196" y="204622"/>
                  <a:pt x="439432" y="205705"/>
                  <a:pt x="441825" y="207860"/>
                </a:cubicBezTo>
                <a:cubicBezTo>
                  <a:pt x="444218" y="210015"/>
                  <a:pt x="445410" y="212923"/>
                  <a:pt x="445410" y="216592"/>
                </a:cubicBezTo>
                <a:cubicBezTo>
                  <a:pt x="445410" y="220261"/>
                  <a:pt x="444200" y="223178"/>
                  <a:pt x="441779" y="225361"/>
                </a:cubicBezTo>
                <a:close/>
                <a:moveTo>
                  <a:pt x="382889" y="166805"/>
                </a:moveTo>
                <a:lnTo>
                  <a:pt x="384375" y="166805"/>
                </a:lnTo>
                <a:cubicBezTo>
                  <a:pt x="391334" y="166805"/>
                  <a:pt x="409423" y="166805"/>
                  <a:pt x="420554" y="140114"/>
                </a:cubicBezTo>
                <a:cubicBezTo>
                  <a:pt x="430099" y="117230"/>
                  <a:pt x="478399" y="2128"/>
                  <a:pt x="478399" y="2128"/>
                </a:cubicBezTo>
                <a:lnTo>
                  <a:pt x="449096" y="2128"/>
                </a:lnTo>
                <a:lnTo>
                  <a:pt x="382889" y="166814"/>
                </a:lnTo>
                <a:close/>
                <a:moveTo>
                  <a:pt x="644368" y="197523"/>
                </a:moveTo>
                <a:lnTo>
                  <a:pt x="620714" y="259554"/>
                </a:lnTo>
                <a:lnTo>
                  <a:pt x="628690" y="259554"/>
                </a:lnTo>
                <a:lnTo>
                  <a:pt x="635246" y="242806"/>
                </a:lnTo>
                <a:lnTo>
                  <a:pt x="662266" y="242806"/>
                </a:lnTo>
                <a:lnTo>
                  <a:pt x="668821" y="259554"/>
                </a:lnTo>
                <a:lnTo>
                  <a:pt x="677055" y="259554"/>
                </a:lnTo>
                <a:lnTo>
                  <a:pt x="653491" y="197523"/>
                </a:lnTo>
                <a:lnTo>
                  <a:pt x="644368" y="197523"/>
                </a:lnTo>
                <a:close/>
                <a:moveTo>
                  <a:pt x="637547" y="235808"/>
                </a:moveTo>
                <a:lnTo>
                  <a:pt x="648705" y="205943"/>
                </a:lnTo>
                <a:lnTo>
                  <a:pt x="659955" y="235808"/>
                </a:lnTo>
                <a:lnTo>
                  <a:pt x="637538" y="235808"/>
                </a:lnTo>
                <a:close/>
              </a:path>
            </a:pathLst>
          </a:custGeom>
          <a:solidFill>
            <a:schemeClr val="bg1"/>
          </a:solidFill>
          <a:ln w="1061" cap="flat">
            <a:noFill/>
            <a:prstDash val="solid"/>
            <a:miter/>
          </a:ln>
        </p:spPr>
        <p:txBody>
          <a:bodyPr rtlCol="0" anchor="ctr"/>
          <a:lstStyle/>
          <a:p>
            <a:endParaRPr lang="pt-BR" sz="1092">
              <a:solidFill>
                <a:schemeClr val="bg1"/>
              </a:solidFill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1E210A61-F7AF-5C56-9539-494DD44ED880}"/>
              </a:ext>
            </a:extLst>
          </p:cNvPr>
          <p:cNvCxnSpPr/>
          <p:nvPr userDrawn="1"/>
        </p:nvCxnSpPr>
        <p:spPr>
          <a:xfrm>
            <a:off x="334964" y="185353"/>
            <a:ext cx="10415415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" name="Group 9">
            <a:extLst>
              <a:ext uri="{FF2B5EF4-FFF2-40B4-BE49-F238E27FC236}">
                <a16:creationId xmlns:a16="http://schemas.microsoft.com/office/drawing/2014/main" id="{5752AA87-E9EF-F9C3-D180-0D695337BC25}"/>
              </a:ext>
            </a:extLst>
          </p:cNvPr>
          <p:cNvGrpSpPr/>
          <p:nvPr userDrawn="1"/>
        </p:nvGrpSpPr>
        <p:grpSpPr>
          <a:xfrm flipV="1">
            <a:off x="12099285" y="0"/>
            <a:ext cx="91438" cy="1832748"/>
            <a:chOff x="120125" y="5025253"/>
            <a:chExt cx="91438" cy="1832748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7E05AB66-66BE-D764-AEA7-119CD2ED8298}"/>
                </a:ext>
              </a:extLst>
            </p:cNvPr>
            <p:cNvSpPr/>
            <p:nvPr userDrawn="1"/>
          </p:nvSpPr>
          <p:spPr>
            <a:xfrm rot="16200000" flipV="1">
              <a:off x="-773389" y="5918767"/>
              <a:ext cx="1832748" cy="45719"/>
            </a:xfrm>
            <a:prstGeom prst="rect">
              <a:avLst/>
            </a:prstGeom>
            <a:gradFill>
              <a:gsLst>
                <a:gs pos="0">
                  <a:schemeClr val="accent3">
                    <a:lumMod val="50000"/>
                  </a:schemeClr>
                </a:gs>
                <a:gs pos="50000">
                  <a:schemeClr val="accent3">
                    <a:lumMod val="60000"/>
                    <a:lumOff val="4000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27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1092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25A8B063-3DCC-1280-CEC3-7512BA9DF746}"/>
                </a:ext>
              </a:extLst>
            </p:cNvPr>
            <p:cNvSpPr/>
            <p:nvPr userDrawn="1"/>
          </p:nvSpPr>
          <p:spPr>
            <a:xfrm rot="16200000" flipV="1">
              <a:off x="-727670" y="5918767"/>
              <a:ext cx="1832748" cy="45719"/>
            </a:xfrm>
            <a:prstGeom prst="rect">
              <a:avLst/>
            </a:prstGeom>
            <a:gradFill>
              <a:gsLst>
                <a:gs pos="0">
                  <a:schemeClr val="accent1"/>
                </a:gs>
                <a:gs pos="50000">
                  <a:schemeClr val="accent2"/>
                </a:gs>
                <a:gs pos="100000">
                  <a:schemeClr val="bg1">
                    <a:alpha val="0"/>
                  </a:schemeClr>
                </a:gs>
              </a:gsLst>
              <a:lin ang="27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1092"/>
            </a:p>
          </p:txBody>
        </p:sp>
      </p:grpSp>
    </p:spTree>
    <p:extLst>
      <p:ext uri="{BB962C8B-B14F-4D97-AF65-F5344CB8AC3E}">
        <p14:creationId xmlns:p14="http://schemas.microsoft.com/office/powerpoint/2010/main" val="11498895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469">
          <p15:clr>
            <a:srgbClr val="FBAE40"/>
          </p15:clr>
        </p15:guide>
        <p15:guide id="2" orient="horz" pos="3974">
          <p15:clr>
            <a:srgbClr val="FBAE40"/>
          </p15:clr>
        </p15:guide>
        <p15:guide id="3" orient="horz" pos="232">
          <p15:clr>
            <a:srgbClr val="FBAE40"/>
          </p15:clr>
        </p15:guide>
        <p15:guide id="4" pos="211">
          <p15:clr>
            <a:srgbClr val="FBAE40"/>
          </p15:clr>
        </p15:guide>
        <p15:guide id="5" orient="horz" pos="4065">
          <p15:clr>
            <a:srgbClr val="FBAE40"/>
          </p15:clr>
        </p15:guide>
        <p15:guide id="6" orient="horz" pos="799">
          <p15:clr>
            <a:srgbClr val="FBAE40"/>
          </p15:clr>
        </p15:guide>
        <p15:guide id="7" orient="horz" pos="935">
          <p15:clr>
            <a:srgbClr val="FBAE40"/>
          </p15:clr>
        </p15:guide>
      </p15:sldGuideLst>
    </p:ext>
  </p:extLst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ítulo | 1 linha - High Yield">
    <p:bg>
      <p:bgPr>
        <a:gradFill>
          <a:gsLst>
            <a:gs pos="81000">
              <a:schemeClr val="tx1">
                <a:lumMod val="85000"/>
                <a:lumOff val="15000"/>
              </a:schemeClr>
            </a:gs>
            <a:gs pos="100000">
              <a:schemeClr val="tx1">
                <a:lumMod val="95000"/>
                <a:lumOff val="5000"/>
              </a:schemeClr>
            </a:gs>
            <a:gs pos="0">
              <a:schemeClr val="accent5"/>
            </a:gs>
          </a:gsLst>
          <a:lin ang="7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132BCE3-A04F-8602-64F7-7623C7EAF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61763" y="6482556"/>
            <a:ext cx="295275" cy="1692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 sz="1100">
                <a:solidFill>
                  <a:schemeClr val="bg1"/>
                </a:solidFill>
                <a:latin typeface="Versos" panose="020B0503020204030204" pitchFamily="34" charset="0"/>
                <a:cs typeface="Versos" panose="020B0503020204030204" pitchFamily="34" charset="0"/>
              </a:defRPr>
            </a:lvl1pPr>
          </a:lstStyle>
          <a:p>
            <a:fld id="{77667D73-C69A-4DAA-9003-24A825D36FE9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B13D7C-5A47-B0DF-B518-26E79F5D2DB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64" y="368301"/>
            <a:ext cx="10183813" cy="4308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err="1"/>
              <a:t>Título</a:t>
            </a:r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401465E-A8CD-A3BA-BE2A-9597492FDC6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4963" y="6482557"/>
            <a:ext cx="10980000" cy="138499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900">
                <a:latin typeface="Versos Light" panose="020B0403020204030204" pitchFamily="34" charset="0"/>
              </a:defRPr>
            </a:lvl2pPr>
            <a:lvl3pPr>
              <a:defRPr sz="900">
                <a:latin typeface="Versos Light" panose="020B0403020204030204" pitchFamily="34" charset="0"/>
              </a:defRPr>
            </a:lvl3pPr>
            <a:lvl4pPr>
              <a:defRPr sz="900">
                <a:latin typeface="Versos Light" panose="020B0403020204030204" pitchFamily="34" charset="0"/>
              </a:defRPr>
            </a:lvl4pPr>
            <a:lvl5pPr>
              <a:defRPr sz="900">
                <a:latin typeface="Versos Light" panose="020B0403020204030204" pitchFamily="34" charset="0"/>
              </a:defRPr>
            </a:lvl5pPr>
          </a:lstStyle>
          <a:p>
            <a:pPr lvl="0"/>
            <a:r>
              <a:rPr lang="en-US"/>
              <a:t>Fonte:</a:t>
            </a:r>
            <a:endParaRPr lang="pt-BR"/>
          </a:p>
        </p:txBody>
      </p:sp>
      <p:sp>
        <p:nvSpPr>
          <p:cNvPr id="12" name="Text Placeholder 8">
            <a:extLst>
              <a:ext uri="{FF2B5EF4-FFF2-40B4-BE49-F238E27FC236}">
                <a16:creationId xmlns:a16="http://schemas.microsoft.com/office/drawing/2014/main" id="{7A7A9582-3614-801A-785B-273FCD3E092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34964" y="1949414"/>
            <a:ext cx="11522075" cy="435931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7F86D482-580C-D22A-58CC-10B9C4F7EDD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34963" y="1518528"/>
            <a:ext cx="11522585" cy="21544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Picture 8">
            <a:extLst>
              <a:ext uri="{FF2B5EF4-FFF2-40B4-BE49-F238E27FC236}">
                <a16:creationId xmlns:a16="http://schemas.microsoft.com/office/drawing/2014/main" id="{57BCE67C-64C7-2D0C-0DC2-7A4B4CC314E0}"/>
              </a:ext>
            </a:extLst>
          </p:cNvPr>
          <p:cNvSpPr/>
          <p:nvPr userDrawn="1"/>
        </p:nvSpPr>
        <p:spPr>
          <a:xfrm>
            <a:off x="11091186" y="377179"/>
            <a:ext cx="765852" cy="260086"/>
          </a:xfrm>
          <a:custGeom>
            <a:avLst/>
            <a:gdLst>
              <a:gd name="connsiteX0" fmla="*/ 739575 w 765852"/>
              <a:gd name="connsiteY0" fmla="*/ 143884 h 260086"/>
              <a:gd name="connsiteX1" fmla="*/ 765852 w 765852"/>
              <a:gd name="connsiteY1" fmla="*/ 83403 h 260086"/>
              <a:gd name="connsiteX2" fmla="*/ 739575 w 765852"/>
              <a:gd name="connsiteY2" fmla="*/ 22921 h 260086"/>
              <a:gd name="connsiteX3" fmla="*/ 672177 w 765852"/>
              <a:gd name="connsiteY3" fmla="*/ 0 h 260086"/>
              <a:gd name="connsiteX4" fmla="*/ 604779 w 765852"/>
              <a:gd name="connsiteY4" fmla="*/ 22921 h 260086"/>
              <a:gd name="connsiteX5" fmla="*/ 578501 w 765852"/>
              <a:gd name="connsiteY5" fmla="*/ 83403 h 260086"/>
              <a:gd name="connsiteX6" fmla="*/ 604779 w 765852"/>
              <a:gd name="connsiteY6" fmla="*/ 143884 h 260086"/>
              <a:gd name="connsiteX7" fmla="*/ 672177 w 765852"/>
              <a:gd name="connsiteY7" fmla="*/ 166805 h 260086"/>
              <a:gd name="connsiteX8" fmla="*/ 739575 w 765852"/>
              <a:gd name="connsiteY8" fmla="*/ 143884 h 260086"/>
              <a:gd name="connsiteX9" fmla="*/ 604595 w 765852"/>
              <a:gd name="connsiteY9" fmla="*/ 83403 h 260086"/>
              <a:gd name="connsiteX10" fmla="*/ 622611 w 765852"/>
              <a:gd name="connsiteY10" fmla="*/ 41871 h 260086"/>
              <a:gd name="connsiteX11" fmla="*/ 672177 w 765852"/>
              <a:gd name="connsiteY11" fmla="*/ 25719 h 260086"/>
              <a:gd name="connsiteX12" fmla="*/ 721742 w 765852"/>
              <a:gd name="connsiteY12" fmla="*/ 41871 h 260086"/>
              <a:gd name="connsiteX13" fmla="*/ 739759 w 765852"/>
              <a:gd name="connsiteY13" fmla="*/ 83403 h 260086"/>
              <a:gd name="connsiteX14" fmla="*/ 721742 w 765852"/>
              <a:gd name="connsiteY14" fmla="*/ 124934 h 260086"/>
              <a:gd name="connsiteX15" fmla="*/ 672177 w 765852"/>
              <a:gd name="connsiteY15" fmla="*/ 141077 h 260086"/>
              <a:gd name="connsiteX16" fmla="*/ 622611 w 765852"/>
              <a:gd name="connsiteY16" fmla="*/ 124934 h 260086"/>
              <a:gd name="connsiteX17" fmla="*/ 604595 w 765852"/>
              <a:gd name="connsiteY17" fmla="*/ 83403 h 260086"/>
              <a:gd name="connsiteX18" fmla="*/ 238310 w 765852"/>
              <a:gd name="connsiteY18" fmla="*/ 207181 h 260086"/>
              <a:gd name="connsiteX19" fmla="*/ 249560 w 765852"/>
              <a:gd name="connsiteY19" fmla="*/ 204081 h 260086"/>
              <a:gd name="connsiteX20" fmla="*/ 261562 w 765852"/>
              <a:gd name="connsiteY20" fmla="*/ 207713 h 260086"/>
              <a:gd name="connsiteX21" fmla="*/ 268163 w 765852"/>
              <a:gd name="connsiteY21" fmla="*/ 217812 h 260086"/>
              <a:gd name="connsiteX22" fmla="*/ 275874 w 765852"/>
              <a:gd name="connsiteY22" fmla="*/ 217812 h 260086"/>
              <a:gd name="connsiteX23" fmla="*/ 267145 w 765852"/>
              <a:gd name="connsiteY23" fmla="*/ 202568 h 260086"/>
              <a:gd name="connsiteX24" fmla="*/ 249917 w 765852"/>
              <a:gd name="connsiteY24" fmla="*/ 196982 h 260086"/>
              <a:gd name="connsiteX25" fmla="*/ 234322 w 765852"/>
              <a:gd name="connsiteY25" fmla="*/ 200926 h 260086"/>
              <a:gd name="connsiteX26" fmla="*/ 223961 w 765852"/>
              <a:gd name="connsiteY26" fmla="*/ 212052 h 260086"/>
              <a:gd name="connsiteX27" fmla="*/ 220330 w 765852"/>
              <a:gd name="connsiteY27" fmla="*/ 228534 h 260086"/>
              <a:gd name="connsiteX28" fmla="*/ 223961 w 765852"/>
              <a:gd name="connsiteY28" fmla="*/ 245062 h 260086"/>
              <a:gd name="connsiteX29" fmla="*/ 234322 w 765852"/>
              <a:gd name="connsiteY29" fmla="*/ 256142 h 260086"/>
              <a:gd name="connsiteX30" fmla="*/ 249917 w 765852"/>
              <a:gd name="connsiteY30" fmla="*/ 260086 h 260086"/>
              <a:gd name="connsiteX31" fmla="*/ 267145 w 765852"/>
              <a:gd name="connsiteY31" fmla="*/ 254501 h 260086"/>
              <a:gd name="connsiteX32" fmla="*/ 275782 w 765852"/>
              <a:gd name="connsiteY32" fmla="*/ 239256 h 260086"/>
              <a:gd name="connsiteX33" fmla="*/ 268071 w 765852"/>
              <a:gd name="connsiteY33" fmla="*/ 239256 h 260086"/>
              <a:gd name="connsiteX34" fmla="*/ 261516 w 765852"/>
              <a:gd name="connsiteY34" fmla="*/ 249401 h 260086"/>
              <a:gd name="connsiteX35" fmla="*/ 249560 w 765852"/>
              <a:gd name="connsiteY35" fmla="*/ 252987 h 260086"/>
              <a:gd name="connsiteX36" fmla="*/ 238310 w 765852"/>
              <a:gd name="connsiteY36" fmla="*/ 249887 h 260086"/>
              <a:gd name="connsiteX37" fmla="*/ 230828 w 765852"/>
              <a:gd name="connsiteY37" fmla="*/ 241201 h 260086"/>
              <a:gd name="connsiteX38" fmla="*/ 228215 w 765852"/>
              <a:gd name="connsiteY38" fmla="*/ 228525 h 260086"/>
              <a:gd name="connsiteX39" fmla="*/ 230828 w 765852"/>
              <a:gd name="connsiteY39" fmla="*/ 215812 h 260086"/>
              <a:gd name="connsiteX40" fmla="*/ 238310 w 765852"/>
              <a:gd name="connsiteY40" fmla="*/ 207172 h 260086"/>
              <a:gd name="connsiteX41" fmla="*/ 335580 w 765852"/>
              <a:gd name="connsiteY41" fmla="*/ 197523 h 260086"/>
              <a:gd name="connsiteX42" fmla="*/ 311925 w 765852"/>
              <a:gd name="connsiteY42" fmla="*/ 259554 h 260086"/>
              <a:gd name="connsiteX43" fmla="*/ 319892 w 765852"/>
              <a:gd name="connsiteY43" fmla="*/ 259554 h 260086"/>
              <a:gd name="connsiteX44" fmla="*/ 326448 w 765852"/>
              <a:gd name="connsiteY44" fmla="*/ 242806 h 260086"/>
              <a:gd name="connsiteX45" fmla="*/ 353467 w 765852"/>
              <a:gd name="connsiteY45" fmla="*/ 242806 h 260086"/>
              <a:gd name="connsiteX46" fmla="*/ 360023 w 765852"/>
              <a:gd name="connsiteY46" fmla="*/ 259554 h 260086"/>
              <a:gd name="connsiteX47" fmla="*/ 368256 w 765852"/>
              <a:gd name="connsiteY47" fmla="*/ 259554 h 260086"/>
              <a:gd name="connsiteX48" fmla="*/ 344693 w 765852"/>
              <a:gd name="connsiteY48" fmla="*/ 197523 h 260086"/>
              <a:gd name="connsiteX49" fmla="*/ 335570 w 765852"/>
              <a:gd name="connsiteY49" fmla="*/ 197523 h 260086"/>
              <a:gd name="connsiteX50" fmla="*/ 328758 w 765852"/>
              <a:gd name="connsiteY50" fmla="*/ 235808 h 260086"/>
              <a:gd name="connsiteX51" fmla="*/ 339916 w 765852"/>
              <a:gd name="connsiteY51" fmla="*/ 205943 h 260086"/>
              <a:gd name="connsiteX52" fmla="*/ 351166 w 765852"/>
              <a:gd name="connsiteY52" fmla="*/ 235808 h 260086"/>
              <a:gd name="connsiteX53" fmla="*/ 328749 w 765852"/>
              <a:gd name="connsiteY53" fmla="*/ 235808 h 260086"/>
              <a:gd name="connsiteX54" fmla="*/ 725437 w 765852"/>
              <a:gd name="connsiteY54" fmla="*/ 197523 h 260086"/>
              <a:gd name="connsiteX55" fmla="*/ 717736 w 765852"/>
              <a:gd name="connsiteY55" fmla="*/ 197523 h 260086"/>
              <a:gd name="connsiteX56" fmla="*/ 717736 w 765852"/>
              <a:gd name="connsiteY56" fmla="*/ 259554 h 260086"/>
              <a:gd name="connsiteX57" fmla="*/ 753704 w 765852"/>
              <a:gd name="connsiteY57" fmla="*/ 259554 h 260086"/>
              <a:gd name="connsiteX58" fmla="*/ 753704 w 765852"/>
              <a:gd name="connsiteY58" fmla="*/ 252464 h 260086"/>
              <a:gd name="connsiteX59" fmla="*/ 725446 w 765852"/>
              <a:gd name="connsiteY59" fmla="*/ 252464 h 260086"/>
              <a:gd name="connsiteX60" fmla="*/ 725446 w 765852"/>
              <a:gd name="connsiteY60" fmla="*/ 197523 h 260086"/>
              <a:gd name="connsiteX61" fmla="*/ 250953 w 765852"/>
              <a:gd name="connsiteY61" fmla="*/ 2119 h 260086"/>
              <a:gd name="connsiteX62" fmla="*/ 225566 w 765852"/>
              <a:gd name="connsiteY62" fmla="*/ 2119 h 260086"/>
              <a:gd name="connsiteX63" fmla="*/ 225566 w 765852"/>
              <a:gd name="connsiteY63" fmla="*/ 164677 h 260086"/>
              <a:gd name="connsiteX64" fmla="*/ 250953 w 765852"/>
              <a:gd name="connsiteY64" fmla="*/ 164677 h 260086"/>
              <a:gd name="connsiteX65" fmla="*/ 250953 w 765852"/>
              <a:gd name="connsiteY65" fmla="*/ 2119 h 260086"/>
              <a:gd name="connsiteX66" fmla="*/ 80592 w 765852"/>
              <a:gd name="connsiteY66" fmla="*/ 62692 h 260086"/>
              <a:gd name="connsiteX67" fmla="*/ 80592 w 765852"/>
              <a:gd name="connsiteY67" fmla="*/ 164687 h 260086"/>
              <a:gd name="connsiteX68" fmla="*/ 106732 w 765852"/>
              <a:gd name="connsiteY68" fmla="*/ 164687 h 260086"/>
              <a:gd name="connsiteX69" fmla="*/ 106713 w 765852"/>
              <a:gd name="connsiteY69" fmla="*/ 62692 h 260086"/>
              <a:gd name="connsiteX70" fmla="*/ 95124 w 765852"/>
              <a:gd name="connsiteY70" fmla="*/ 28700 h 260086"/>
              <a:gd name="connsiteX71" fmla="*/ 93648 w 765852"/>
              <a:gd name="connsiteY71" fmla="*/ 26792 h 260086"/>
              <a:gd name="connsiteX72" fmla="*/ 92172 w 765852"/>
              <a:gd name="connsiteY72" fmla="*/ 28700 h 260086"/>
              <a:gd name="connsiteX73" fmla="*/ 80583 w 765852"/>
              <a:gd name="connsiteY73" fmla="*/ 62692 h 260086"/>
              <a:gd name="connsiteX74" fmla="*/ 47273 w 765852"/>
              <a:gd name="connsiteY74" fmla="*/ 2119 h 260086"/>
              <a:gd name="connsiteX75" fmla="*/ 0 w 765852"/>
              <a:gd name="connsiteY75" fmla="*/ 2119 h 260086"/>
              <a:gd name="connsiteX76" fmla="*/ 0 w 765852"/>
              <a:gd name="connsiteY76" fmla="*/ 26792 h 260086"/>
              <a:gd name="connsiteX77" fmla="*/ 93648 w 765852"/>
              <a:gd name="connsiteY77" fmla="*/ 26792 h 260086"/>
              <a:gd name="connsiteX78" fmla="*/ 91328 w 765852"/>
              <a:gd name="connsiteY78" fmla="*/ 23793 h 260086"/>
              <a:gd name="connsiteX79" fmla="*/ 47273 w 765852"/>
              <a:gd name="connsiteY79" fmla="*/ 2119 h 260086"/>
              <a:gd name="connsiteX80" fmla="*/ 95968 w 765852"/>
              <a:gd name="connsiteY80" fmla="*/ 23793 h 260086"/>
              <a:gd name="connsiteX81" fmla="*/ 93648 w 765852"/>
              <a:gd name="connsiteY81" fmla="*/ 26792 h 260086"/>
              <a:gd name="connsiteX82" fmla="*/ 187296 w 765852"/>
              <a:gd name="connsiteY82" fmla="*/ 26792 h 260086"/>
              <a:gd name="connsiteX83" fmla="*/ 187296 w 765852"/>
              <a:gd name="connsiteY83" fmla="*/ 2119 h 260086"/>
              <a:gd name="connsiteX84" fmla="*/ 140023 w 765852"/>
              <a:gd name="connsiteY84" fmla="*/ 2119 h 260086"/>
              <a:gd name="connsiteX85" fmla="*/ 95958 w 765852"/>
              <a:gd name="connsiteY85" fmla="*/ 23793 h 260086"/>
              <a:gd name="connsiteX86" fmla="*/ 514844 w 765852"/>
              <a:gd name="connsiteY86" fmla="*/ 164677 h 260086"/>
              <a:gd name="connsiteX87" fmla="*/ 540232 w 765852"/>
              <a:gd name="connsiteY87" fmla="*/ 164677 h 260086"/>
              <a:gd name="connsiteX88" fmla="*/ 540232 w 765852"/>
              <a:gd name="connsiteY88" fmla="*/ 2119 h 260086"/>
              <a:gd name="connsiteX89" fmla="*/ 514844 w 765852"/>
              <a:gd name="connsiteY89" fmla="*/ 2119 h 260086"/>
              <a:gd name="connsiteX90" fmla="*/ 514844 w 765852"/>
              <a:gd name="connsiteY90" fmla="*/ 164677 h 260086"/>
              <a:gd name="connsiteX91" fmla="*/ 495205 w 765852"/>
              <a:gd name="connsiteY91" fmla="*/ 259554 h 260086"/>
              <a:gd name="connsiteX92" fmla="*/ 502915 w 765852"/>
              <a:gd name="connsiteY92" fmla="*/ 259554 h 260086"/>
              <a:gd name="connsiteX93" fmla="*/ 502915 w 765852"/>
              <a:gd name="connsiteY93" fmla="*/ 197523 h 260086"/>
              <a:gd name="connsiteX94" fmla="*/ 495205 w 765852"/>
              <a:gd name="connsiteY94" fmla="*/ 197523 h 260086"/>
              <a:gd name="connsiteX95" fmla="*/ 495205 w 765852"/>
              <a:gd name="connsiteY95" fmla="*/ 259554 h 260086"/>
              <a:gd name="connsiteX96" fmla="*/ 544816 w 765852"/>
              <a:gd name="connsiteY96" fmla="*/ 204613 h 260086"/>
              <a:gd name="connsiteX97" fmla="*/ 564923 w 765852"/>
              <a:gd name="connsiteY97" fmla="*/ 204613 h 260086"/>
              <a:gd name="connsiteX98" fmla="*/ 564923 w 765852"/>
              <a:gd name="connsiteY98" fmla="*/ 259554 h 260086"/>
              <a:gd name="connsiteX99" fmla="*/ 572633 w 765852"/>
              <a:gd name="connsiteY99" fmla="*/ 259554 h 260086"/>
              <a:gd name="connsiteX100" fmla="*/ 572633 w 765852"/>
              <a:gd name="connsiteY100" fmla="*/ 204613 h 260086"/>
              <a:gd name="connsiteX101" fmla="*/ 592740 w 765852"/>
              <a:gd name="connsiteY101" fmla="*/ 204613 h 260086"/>
              <a:gd name="connsiteX102" fmla="*/ 592740 w 765852"/>
              <a:gd name="connsiteY102" fmla="*/ 197523 h 260086"/>
              <a:gd name="connsiteX103" fmla="*/ 544816 w 765852"/>
              <a:gd name="connsiteY103" fmla="*/ 197523 h 260086"/>
              <a:gd name="connsiteX104" fmla="*/ 544816 w 765852"/>
              <a:gd name="connsiteY104" fmla="*/ 204613 h 260086"/>
              <a:gd name="connsiteX105" fmla="*/ 287389 w 765852"/>
              <a:gd name="connsiteY105" fmla="*/ 2119 h 260086"/>
              <a:gd name="connsiteX106" fmla="*/ 345234 w 765852"/>
              <a:gd name="connsiteY106" fmla="*/ 140105 h 260086"/>
              <a:gd name="connsiteX107" fmla="*/ 381413 w 765852"/>
              <a:gd name="connsiteY107" fmla="*/ 166796 h 260086"/>
              <a:gd name="connsiteX108" fmla="*/ 382899 w 765852"/>
              <a:gd name="connsiteY108" fmla="*/ 166796 h 260086"/>
              <a:gd name="connsiteX109" fmla="*/ 316692 w 765852"/>
              <a:gd name="connsiteY109" fmla="*/ 2119 h 260086"/>
              <a:gd name="connsiteX110" fmla="*/ 287389 w 765852"/>
              <a:gd name="connsiteY110" fmla="*/ 2119 h 260086"/>
              <a:gd name="connsiteX111" fmla="*/ 443549 w 765852"/>
              <a:gd name="connsiteY111" fmla="*/ 199871 h 260086"/>
              <a:gd name="connsiteX112" fmla="*/ 432739 w 765852"/>
              <a:gd name="connsiteY112" fmla="*/ 197523 h 260086"/>
              <a:gd name="connsiteX113" fmla="*/ 408910 w 765852"/>
              <a:gd name="connsiteY113" fmla="*/ 197523 h 260086"/>
              <a:gd name="connsiteX114" fmla="*/ 408910 w 765852"/>
              <a:gd name="connsiteY114" fmla="*/ 259554 h 260086"/>
              <a:gd name="connsiteX115" fmla="*/ 416621 w 765852"/>
              <a:gd name="connsiteY115" fmla="*/ 259554 h 260086"/>
              <a:gd name="connsiteX116" fmla="*/ 416621 w 765852"/>
              <a:gd name="connsiteY116" fmla="*/ 235716 h 260086"/>
              <a:gd name="connsiteX117" fmla="*/ 432748 w 765852"/>
              <a:gd name="connsiteY117" fmla="*/ 235716 h 260086"/>
              <a:gd name="connsiteX118" fmla="*/ 443512 w 765852"/>
              <a:gd name="connsiteY118" fmla="*/ 233368 h 260086"/>
              <a:gd name="connsiteX119" fmla="*/ 450728 w 765852"/>
              <a:gd name="connsiteY119" fmla="*/ 226681 h 260086"/>
              <a:gd name="connsiteX120" fmla="*/ 453295 w 765852"/>
              <a:gd name="connsiteY120" fmla="*/ 216583 h 260086"/>
              <a:gd name="connsiteX121" fmla="*/ 450774 w 765852"/>
              <a:gd name="connsiteY121" fmla="*/ 206521 h 260086"/>
              <a:gd name="connsiteX122" fmla="*/ 443558 w 765852"/>
              <a:gd name="connsiteY122" fmla="*/ 199871 h 260086"/>
              <a:gd name="connsiteX123" fmla="*/ 441779 w 765852"/>
              <a:gd name="connsiteY123" fmla="*/ 225351 h 260086"/>
              <a:gd name="connsiteX124" fmla="*/ 432033 w 765852"/>
              <a:gd name="connsiteY124" fmla="*/ 228635 h 260086"/>
              <a:gd name="connsiteX125" fmla="*/ 416621 w 765852"/>
              <a:gd name="connsiteY125" fmla="*/ 228635 h 260086"/>
              <a:gd name="connsiteX126" fmla="*/ 416621 w 765852"/>
              <a:gd name="connsiteY126" fmla="*/ 204622 h 260086"/>
              <a:gd name="connsiteX127" fmla="*/ 432125 w 765852"/>
              <a:gd name="connsiteY127" fmla="*/ 204622 h 260086"/>
              <a:gd name="connsiteX128" fmla="*/ 441825 w 765852"/>
              <a:gd name="connsiteY128" fmla="*/ 207860 h 260086"/>
              <a:gd name="connsiteX129" fmla="*/ 445410 w 765852"/>
              <a:gd name="connsiteY129" fmla="*/ 216592 h 260086"/>
              <a:gd name="connsiteX130" fmla="*/ 441779 w 765852"/>
              <a:gd name="connsiteY130" fmla="*/ 225361 h 260086"/>
              <a:gd name="connsiteX131" fmla="*/ 382889 w 765852"/>
              <a:gd name="connsiteY131" fmla="*/ 166805 h 260086"/>
              <a:gd name="connsiteX132" fmla="*/ 384375 w 765852"/>
              <a:gd name="connsiteY132" fmla="*/ 166805 h 260086"/>
              <a:gd name="connsiteX133" fmla="*/ 420554 w 765852"/>
              <a:gd name="connsiteY133" fmla="*/ 140114 h 260086"/>
              <a:gd name="connsiteX134" fmla="*/ 478399 w 765852"/>
              <a:gd name="connsiteY134" fmla="*/ 2128 h 260086"/>
              <a:gd name="connsiteX135" fmla="*/ 449096 w 765852"/>
              <a:gd name="connsiteY135" fmla="*/ 2128 h 260086"/>
              <a:gd name="connsiteX136" fmla="*/ 382889 w 765852"/>
              <a:gd name="connsiteY136" fmla="*/ 166814 h 260086"/>
              <a:gd name="connsiteX137" fmla="*/ 644368 w 765852"/>
              <a:gd name="connsiteY137" fmla="*/ 197523 h 260086"/>
              <a:gd name="connsiteX138" fmla="*/ 620714 w 765852"/>
              <a:gd name="connsiteY138" fmla="*/ 259554 h 260086"/>
              <a:gd name="connsiteX139" fmla="*/ 628690 w 765852"/>
              <a:gd name="connsiteY139" fmla="*/ 259554 h 260086"/>
              <a:gd name="connsiteX140" fmla="*/ 635246 w 765852"/>
              <a:gd name="connsiteY140" fmla="*/ 242806 h 260086"/>
              <a:gd name="connsiteX141" fmla="*/ 662266 w 765852"/>
              <a:gd name="connsiteY141" fmla="*/ 242806 h 260086"/>
              <a:gd name="connsiteX142" fmla="*/ 668821 w 765852"/>
              <a:gd name="connsiteY142" fmla="*/ 259554 h 260086"/>
              <a:gd name="connsiteX143" fmla="*/ 677055 w 765852"/>
              <a:gd name="connsiteY143" fmla="*/ 259554 h 260086"/>
              <a:gd name="connsiteX144" fmla="*/ 653491 w 765852"/>
              <a:gd name="connsiteY144" fmla="*/ 197523 h 260086"/>
              <a:gd name="connsiteX145" fmla="*/ 644368 w 765852"/>
              <a:gd name="connsiteY145" fmla="*/ 197523 h 260086"/>
              <a:gd name="connsiteX146" fmla="*/ 637547 w 765852"/>
              <a:gd name="connsiteY146" fmla="*/ 235808 h 260086"/>
              <a:gd name="connsiteX147" fmla="*/ 648705 w 765852"/>
              <a:gd name="connsiteY147" fmla="*/ 205943 h 260086"/>
              <a:gd name="connsiteX148" fmla="*/ 659955 w 765852"/>
              <a:gd name="connsiteY148" fmla="*/ 235808 h 260086"/>
              <a:gd name="connsiteX149" fmla="*/ 637538 w 765852"/>
              <a:gd name="connsiteY149" fmla="*/ 235808 h 260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</a:cxnLst>
            <a:rect l="l" t="t" r="r" b="b"/>
            <a:pathLst>
              <a:path w="765852" h="260086">
                <a:moveTo>
                  <a:pt x="739575" y="143884"/>
                </a:moveTo>
                <a:cubicBezTo>
                  <a:pt x="756519" y="128906"/>
                  <a:pt x="765852" y="107425"/>
                  <a:pt x="765852" y="83403"/>
                </a:cubicBezTo>
                <a:cubicBezTo>
                  <a:pt x="765852" y="59381"/>
                  <a:pt x="756519" y="37899"/>
                  <a:pt x="739575" y="22921"/>
                </a:cubicBezTo>
                <a:cubicBezTo>
                  <a:pt x="722613" y="7925"/>
                  <a:pt x="699307" y="0"/>
                  <a:pt x="672177" y="0"/>
                </a:cubicBezTo>
                <a:cubicBezTo>
                  <a:pt x="645047" y="0"/>
                  <a:pt x="621740" y="7925"/>
                  <a:pt x="604779" y="22921"/>
                </a:cubicBezTo>
                <a:cubicBezTo>
                  <a:pt x="587835" y="37899"/>
                  <a:pt x="578501" y="59381"/>
                  <a:pt x="578501" y="83403"/>
                </a:cubicBezTo>
                <a:cubicBezTo>
                  <a:pt x="578501" y="107425"/>
                  <a:pt x="587835" y="128906"/>
                  <a:pt x="604779" y="143884"/>
                </a:cubicBezTo>
                <a:cubicBezTo>
                  <a:pt x="621740" y="158881"/>
                  <a:pt x="645047" y="166805"/>
                  <a:pt x="672177" y="166805"/>
                </a:cubicBezTo>
                <a:cubicBezTo>
                  <a:pt x="699307" y="166805"/>
                  <a:pt x="722613" y="158881"/>
                  <a:pt x="739575" y="143884"/>
                </a:cubicBezTo>
                <a:close/>
                <a:moveTo>
                  <a:pt x="604595" y="83403"/>
                </a:moveTo>
                <a:cubicBezTo>
                  <a:pt x="604595" y="66489"/>
                  <a:pt x="610821" y="52135"/>
                  <a:pt x="622611" y="41871"/>
                </a:cubicBezTo>
                <a:cubicBezTo>
                  <a:pt x="634751" y="31305"/>
                  <a:pt x="651887" y="25719"/>
                  <a:pt x="672177" y="25719"/>
                </a:cubicBezTo>
                <a:cubicBezTo>
                  <a:pt x="692467" y="25719"/>
                  <a:pt x="709603" y="31305"/>
                  <a:pt x="721742" y="41871"/>
                </a:cubicBezTo>
                <a:cubicBezTo>
                  <a:pt x="733524" y="52126"/>
                  <a:pt x="739759" y="66489"/>
                  <a:pt x="739759" y="83403"/>
                </a:cubicBezTo>
                <a:cubicBezTo>
                  <a:pt x="739759" y="100316"/>
                  <a:pt x="733533" y="114671"/>
                  <a:pt x="721742" y="124934"/>
                </a:cubicBezTo>
                <a:cubicBezTo>
                  <a:pt x="709603" y="135501"/>
                  <a:pt x="692467" y="141077"/>
                  <a:pt x="672177" y="141077"/>
                </a:cubicBezTo>
                <a:cubicBezTo>
                  <a:pt x="651887" y="141077"/>
                  <a:pt x="634741" y="135491"/>
                  <a:pt x="622611" y="124934"/>
                </a:cubicBezTo>
                <a:cubicBezTo>
                  <a:pt x="610830" y="114671"/>
                  <a:pt x="604595" y="100316"/>
                  <a:pt x="604595" y="83403"/>
                </a:cubicBezTo>
                <a:close/>
                <a:moveTo>
                  <a:pt x="238310" y="207181"/>
                </a:moveTo>
                <a:cubicBezTo>
                  <a:pt x="241556" y="205118"/>
                  <a:pt x="245306" y="204081"/>
                  <a:pt x="249560" y="204081"/>
                </a:cubicBezTo>
                <a:cubicBezTo>
                  <a:pt x="254282" y="204081"/>
                  <a:pt x="258288" y="205292"/>
                  <a:pt x="261562" y="207713"/>
                </a:cubicBezTo>
                <a:cubicBezTo>
                  <a:pt x="264835" y="210135"/>
                  <a:pt x="267035" y="213501"/>
                  <a:pt x="268163" y="217812"/>
                </a:cubicBezTo>
                <a:lnTo>
                  <a:pt x="275874" y="217812"/>
                </a:lnTo>
                <a:cubicBezTo>
                  <a:pt x="274691" y="211373"/>
                  <a:pt x="271784" y="206292"/>
                  <a:pt x="267145" y="202568"/>
                </a:cubicBezTo>
                <a:cubicBezTo>
                  <a:pt x="262506" y="198844"/>
                  <a:pt x="256766" y="196982"/>
                  <a:pt x="249917" y="196982"/>
                </a:cubicBezTo>
                <a:cubicBezTo>
                  <a:pt x="244013" y="196982"/>
                  <a:pt x="238814" y="198293"/>
                  <a:pt x="234322" y="200926"/>
                </a:cubicBezTo>
                <a:cubicBezTo>
                  <a:pt x="229838" y="203558"/>
                  <a:pt x="226382" y="207264"/>
                  <a:pt x="223961" y="212052"/>
                </a:cubicBezTo>
                <a:cubicBezTo>
                  <a:pt x="221541" y="216840"/>
                  <a:pt x="220330" y="222334"/>
                  <a:pt x="220330" y="228534"/>
                </a:cubicBezTo>
                <a:cubicBezTo>
                  <a:pt x="220330" y="234734"/>
                  <a:pt x="221541" y="240302"/>
                  <a:pt x="223961" y="245062"/>
                </a:cubicBezTo>
                <a:cubicBezTo>
                  <a:pt x="226382" y="249823"/>
                  <a:pt x="229838" y="253510"/>
                  <a:pt x="234322" y="256142"/>
                </a:cubicBezTo>
                <a:cubicBezTo>
                  <a:pt x="238805" y="258775"/>
                  <a:pt x="244004" y="260086"/>
                  <a:pt x="249917" y="260086"/>
                </a:cubicBezTo>
                <a:cubicBezTo>
                  <a:pt x="256831" y="260086"/>
                  <a:pt x="262570" y="258224"/>
                  <a:pt x="267145" y="254501"/>
                </a:cubicBezTo>
                <a:cubicBezTo>
                  <a:pt x="271720" y="250777"/>
                  <a:pt x="274599" y="245695"/>
                  <a:pt x="275782" y="239256"/>
                </a:cubicBezTo>
                <a:lnTo>
                  <a:pt x="268071" y="239256"/>
                </a:lnTo>
                <a:cubicBezTo>
                  <a:pt x="266888" y="243631"/>
                  <a:pt x="264706" y="247007"/>
                  <a:pt x="261516" y="249401"/>
                </a:cubicBezTo>
                <a:cubicBezTo>
                  <a:pt x="258325" y="251795"/>
                  <a:pt x="254337" y="252987"/>
                  <a:pt x="249560" y="252987"/>
                </a:cubicBezTo>
                <a:cubicBezTo>
                  <a:pt x="245306" y="252987"/>
                  <a:pt x="241556" y="251951"/>
                  <a:pt x="238310" y="249887"/>
                </a:cubicBezTo>
                <a:cubicBezTo>
                  <a:pt x="235064" y="247823"/>
                  <a:pt x="232561" y="244925"/>
                  <a:pt x="230828" y="241201"/>
                </a:cubicBezTo>
                <a:cubicBezTo>
                  <a:pt x="229086" y="237477"/>
                  <a:pt x="228215" y="233258"/>
                  <a:pt x="228215" y="228525"/>
                </a:cubicBezTo>
                <a:cubicBezTo>
                  <a:pt x="228215" y="223792"/>
                  <a:pt x="229086" y="219499"/>
                  <a:pt x="230828" y="215812"/>
                </a:cubicBezTo>
                <a:cubicBezTo>
                  <a:pt x="232570" y="212125"/>
                  <a:pt x="235064" y="209245"/>
                  <a:pt x="238310" y="207172"/>
                </a:cubicBezTo>
                <a:close/>
                <a:moveTo>
                  <a:pt x="335580" y="197523"/>
                </a:moveTo>
                <a:lnTo>
                  <a:pt x="311925" y="259554"/>
                </a:lnTo>
                <a:lnTo>
                  <a:pt x="319892" y="259554"/>
                </a:lnTo>
                <a:lnTo>
                  <a:pt x="326448" y="242806"/>
                </a:lnTo>
                <a:lnTo>
                  <a:pt x="353467" y="242806"/>
                </a:lnTo>
                <a:lnTo>
                  <a:pt x="360023" y="259554"/>
                </a:lnTo>
                <a:lnTo>
                  <a:pt x="368256" y="259554"/>
                </a:lnTo>
                <a:lnTo>
                  <a:pt x="344693" y="197523"/>
                </a:lnTo>
                <a:lnTo>
                  <a:pt x="335570" y="197523"/>
                </a:lnTo>
                <a:close/>
                <a:moveTo>
                  <a:pt x="328758" y="235808"/>
                </a:moveTo>
                <a:lnTo>
                  <a:pt x="339916" y="205943"/>
                </a:lnTo>
                <a:lnTo>
                  <a:pt x="351166" y="235808"/>
                </a:lnTo>
                <a:lnTo>
                  <a:pt x="328749" y="235808"/>
                </a:lnTo>
                <a:close/>
                <a:moveTo>
                  <a:pt x="725437" y="197523"/>
                </a:moveTo>
                <a:lnTo>
                  <a:pt x="717736" y="197523"/>
                </a:lnTo>
                <a:lnTo>
                  <a:pt x="717736" y="259554"/>
                </a:lnTo>
                <a:lnTo>
                  <a:pt x="753704" y="259554"/>
                </a:lnTo>
                <a:lnTo>
                  <a:pt x="753704" y="252464"/>
                </a:lnTo>
                <a:lnTo>
                  <a:pt x="725446" y="252464"/>
                </a:lnTo>
                <a:lnTo>
                  <a:pt x="725446" y="197523"/>
                </a:lnTo>
                <a:close/>
                <a:moveTo>
                  <a:pt x="250953" y="2119"/>
                </a:moveTo>
                <a:lnTo>
                  <a:pt x="225566" y="2119"/>
                </a:lnTo>
                <a:lnTo>
                  <a:pt x="225566" y="164677"/>
                </a:lnTo>
                <a:lnTo>
                  <a:pt x="250953" y="164677"/>
                </a:lnTo>
                <a:lnTo>
                  <a:pt x="250953" y="2119"/>
                </a:lnTo>
                <a:close/>
                <a:moveTo>
                  <a:pt x="80592" y="62692"/>
                </a:moveTo>
                <a:lnTo>
                  <a:pt x="80592" y="164687"/>
                </a:lnTo>
                <a:cubicBezTo>
                  <a:pt x="80592" y="164687"/>
                  <a:pt x="106732" y="164687"/>
                  <a:pt x="106732" y="164687"/>
                </a:cubicBezTo>
                <a:lnTo>
                  <a:pt x="106713" y="62692"/>
                </a:lnTo>
                <a:cubicBezTo>
                  <a:pt x="106713" y="50282"/>
                  <a:pt x="102707" y="38523"/>
                  <a:pt x="95124" y="28700"/>
                </a:cubicBezTo>
                <a:lnTo>
                  <a:pt x="93648" y="26792"/>
                </a:lnTo>
                <a:lnTo>
                  <a:pt x="92172" y="28700"/>
                </a:lnTo>
                <a:cubicBezTo>
                  <a:pt x="84589" y="38523"/>
                  <a:pt x="80583" y="50273"/>
                  <a:pt x="80583" y="62692"/>
                </a:cubicBezTo>
                <a:close/>
                <a:moveTo>
                  <a:pt x="47273" y="2119"/>
                </a:moveTo>
                <a:lnTo>
                  <a:pt x="0" y="2119"/>
                </a:lnTo>
                <a:lnTo>
                  <a:pt x="0" y="26792"/>
                </a:lnTo>
                <a:lnTo>
                  <a:pt x="93648" y="26792"/>
                </a:lnTo>
                <a:lnTo>
                  <a:pt x="91328" y="23793"/>
                </a:lnTo>
                <a:cubicBezTo>
                  <a:pt x="80693" y="10025"/>
                  <a:pt x="64629" y="2119"/>
                  <a:pt x="47273" y="2119"/>
                </a:cubicBezTo>
                <a:close/>
                <a:moveTo>
                  <a:pt x="95968" y="23793"/>
                </a:moveTo>
                <a:lnTo>
                  <a:pt x="93648" y="26792"/>
                </a:lnTo>
                <a:lnTo>
                  <a:pt x="187296" y="26792"/>
                </a:lnTo>
                <a:lnTo>
                  <a:pt x="187296" y="2119"/>
                </a:lnTo>
                <a:lnTo>
                  <a:pt x="140023" y="2119"/>
                </a:lnTo>
                <a:cubicBezTo>
                  <a:pt x="122657" y="2119"/>
                  <a:pt x="106603" y="10016"/>
                  <a:pt x="95958" y="23793"/>
                </a:cubicBezTo>
                <a:close/>
                <a:moveTo>
                  <a:pt x="514844" y="164677"/>
                </a:moveTo>
                <a:lnTo>
                  <a:pt x="540232" y="164677"/>
                </a:lnTo>
                <a:lnTo>
                  <a:pt x="540232" y="2119"/>
                </a:lnTo>
                <a:lnTo>
                  <a:pt x="514844" y="2119"/>
                </a:lnTo>
                <a:lnTo>
                  <a:pt x="514844" y="164677"/>
                </a:lnTo>
                <a:close/>
                <a:moveTo>
                  <a:pt x="495205" y="259554"/>
                </a:moveTo>
                <a:lnTo>
                  <a:pt x="502915" y="259554"/>
                </a:lnTo>
                <a:lnTo>
                  <a:pt x="502915" y="197523"/>
                </a:lnTo>
                <a:lnTo>
                  <a:pt x="495205" y="197523"/>
                </a:lnTo>
                <a:lnTo>
                  <a:pt x="495205" y="259554"/>
                </a:lnTo>
                <a:close/>
                <a:moveTo>
                  <a:pt x="544816" y="204613"/>
                </a:moveTo>
                <a:lnTo>
                  <a:pt x="564923" y="204613"/>
                </a:lnTo>
                <a:lnTo>
                  <a:pt x="564923" y="259554"/>
                </a:lnTo>
                <a:lnTo>
                  <a:pt x="572633" y="259554"/>
                </a:lnTo>
                <a:lnTo>
                  <a:pt x="572633" y="204613"/>
                </a:lnTo>
                <a:lnTo>
                  <a:pt x="592740" y="204613"/>
                </a:lnTo>
                <a:lnTo>
                  <a:pt x="592740" y="197523"/>
                </a:lnTo>
                <a:lnTo>
                  <a:pt x="544816" y="197523"/>
                </a:lnTo>
                <a:lnTo>
                  <a:pt x="544816" y="204613"/>
                </a:lnTo>
                <a:close/>
                <a:moveTo>
                  <a:pt x="287389" y="2119"/>
                </a:moveTo>
                <a:cubicBezTo>
                  <a:pt x="287389" y="2119"/>
                  <a:pt x="335680" y="117220"/>
                  <a:pt x="345234" y="140105"/>
                </a:cubicBezTo>
                <a:cubicBezTo>
                  <a:pt x="356374" y="166796"/>
                  <a:pt x="374464" y="166796"/>
                  <a:pt x="381413" y="166796"/>
                </a:cubicBezTo>
                <a:lnTo>
                  <a:pt x="382899" y="166796"/>
                </a:lnTo>
                <a:lnTo>
                  <a:pt x="316692" y="2119"/>
                </a:lnTo>
                <a:lnTo>
                  <a:pt x="287389" y="2119"/>
                </a:lnTo>
                <a:close/>
                <a:moveTo>
                  <a:pt x="443549" y="199871"/>
                </a:moveTo>
                <a:cubicBezTo>
                  <a:pt x="440413" y="198303"/>
                  <a:pt x="436819" y="197523"/>
                  <a:pt x="432739" y="197523"/>
                </a:cubicBezTo>
                <a:lnTo>
                  <a:pt x="408910" y="197523"/>
                </a:lnTo>
                <a:lnTo>
                  <a:pt x="408910" y="259554"/>
                </a:lnTo>
                <a:lnTo>
                  <a:pt x="416621" y="259554"/>
                </a:lnTo>
                <a:lnTo>
                  <a:pt x="416621" y="235716"/>
                </a:lnTo>
                <a:lnTo>
                  <a:pt x="432748" y="235716"/>
                </a:lnTo>
                <a:cubicBezTo>
                  <a:pt x="436819" y="235716"/>
                  <a:pt x="440413" y="234936"/>
                  <a:pt x="443512" y="233368"/>
                </a:cubicBezTo>
                <a:cubicBezTo>
                  <a:pt x="446611" y="231799"/>
                  <a:pt x="449013" y="229571"/>
                  <a:pt x="450728" y="226681"/>
                </a:cubicBezTo>
                <a:cubicBezTo>
                  <a:pt x="452442" y="223783"/>
                  <a:pt x="453295" y="220417"/>
                  <a:pt x="453295" y="216583"/>
                </a:cubicBezTo>
                <a:cubicBezTo>
                  <a:pt x="453295" y="212749"/>
                  <a:pt x="452452" y="209392"/>
                  <a:pt x="450774" y="206521"/>
                </a:cubicBezTo>
                <a:cubicBezTo>
                  <a:pt x="449087" y="203659"/>
                  <a:pt x="446685" y="201439"/>
                  <a:pt x="443558" y="199871"/>
                </a:cubicBezTo>
                <a:close/>
                <a:moveTo>
                  <a:pt x="441779" y="225351"/>
                </a:moveTo>
                <a:cubicBezTo>
                  <a:pt x="439359" y="227534"/>
                  <a:pt x="436113" y="228635"/>
                  <a:pt x="432033" y="228635"/>
                </a:cubicBezTo>
                <a:lnTo>
                  <a:pt x="416621" y="228635"/>
                </a:lnTo>
                <a:lnTo>
                  <a:pt x="416621" y="204622"/>
                </a:lnTo>
                <a:lnTo>
                  <a:pt x="432125" y="204622"/>
                </a:lnTo>
                <a:cubicBezTo>
                  <a:pt x="436196" y="204622"/>
                  <a:pt x="439432" y="205705"/>
                  <a:pt x="441825" y="207860"/>
                </a:cubicBezTo>
                <a:cubicBezTo>
                  <a:pt x="444218" y="210015"/>
                  <a:pt x="445410" y="212923"/>
                  <a:pt x="445410" y="216592"/>
                </a:cubicBezTo>
                <a:cubicBezTo>
                  <a:pt x="445410" y="220261"/>
                  <a:pt x="444200" y="223178"/>
                  <a:pt x="441779" y="225361"/>
                </a:cubicBezTo>
                <a:close/>
                <a:moveTo>
                  <a:pt x="382889" y="166805"/>
                </a:moveTo>
                <a:lnTo>
                  <a:pt x="384375" y="166805"/>
                </a:lnTo>
                <a:cubicBezTo>
                  <a:pt x="391334" y="166805"/>
                  <a:pt x="409423" y="166805"/>
                  <a:pt x="420554" y="140114"/>
                </a:cubicBezTo>
                <a:cubicBezTo>
                  <a:pt x="430099" y="117230"/>
                  <a:pt x="478399" y="2128"/>
                  <a:pt x="478399" y="2128"/>
                </a:cubicBezTo>
                <a:lnTo>
                  <a:pt x="449096" y="2128"/>
                </a:lnTo>
                <a:lnTo>
                  <a:pt x="382889" y="166814"/>
                </a:lnTo>
                <a:close/>
                <a:moveTo>
                  <a:pt x="644368" y="197523"/>
                </a:moveTo>
                <a:lnTo>
                  <a:pt x="620714" y="259554"/>
                </a:lnTo>
                <a:lnTo>
                  <a:pt x="628690" y="259554"/>
                </a:lnTo>
                <a:lnTo>
                  <a:pt x="635246" y="242806"/>
                </a:lnTo>
                <a:lnTo>
                  <a:pt x="662266" y="242806"/>
                </a:lnTo>
                <a:lnTo>
                  <a:pt x="668821" y="259554"/>
                </a:lnTo>
                <a:lnTo>
                  <a:pt x="677055" y="259554"/>
                </a:lnTo>
                <a:lnTo>
                  <a:pt x="653491" y="197523"/>
                </a:lnTo>
                <a:lnTo>
                  <a:pt x="644368" y="197523"/>
                </a:lnTo>
                <a:close/>
                <a:moveTo>
                  <a:pt x="637547" y="235808"/>
                </a:moveTo>
                <a:lnTo>
                  <a:pt x="648705" y="205943"/>
                </a:lnTo>
                <a:lnTo>
                  <a:pt x="659955" y="235808"/>
                </a:lnTo>
                <a:lnTo>
                  <a:pt x="637538" y="235808"/>
                </a:lnTo>
                <a:close/>
              </a:path>
            </a:pathLst>
          </a:custGeom>
          <a:solidFill>
            <a:schemeClr val="bg1"/>
          </a:solidFill>
          <a:ln w="1061" cap="flat">
            <a:noFill/>
            <a:prstDash val="solid"/>
            <a:miter/>
          </a:ln>
        </p:spPr>
        <p:txBody>
          <a:bodyPr rtlCol="0" anchor="ctr"/>
          <a:lstStyle/>
          <a:p>
            <a:endParaRPr lang="pt-BR" sz="1092">
              <a:solidFill>
                <a:schemeClr val="bg1"/>
              </a:solidFill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1E210A61-F7AF-5C56-9539-494DD44ED880}"/>
              </a:ext>
            </a:extLst>
          </p:cNvPr>
          <p:cNvCxnSpPr/>
          <p:nvPr userDrawn="1"/>
        </p:nvCxnSpPr>
        <p:spPr>
          <a:xfrm>
            <a:off x="334964" y="185353"/>
            <a:ext cx="10415415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704850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469">
          <p15:clr>
            <a:srgbClr val="FBAE40"/>
          </p15:clr>
        </p15:guide>
        <p15:guide id="2" orient="horz" pos="3974">
          <p15:clr>
            <a:srgbClr val="FBAE40"/>
          </p15:clr>
        </p15:guide>
        <p15:guide id="3" orient="horz" pos="232">
          <p15:clr>
            <a:srgbClr val="FBAE40"/>
          </p15:clr>
        </p15:guide>
        <p15:guide id="4" pos="211">
          <p15:clr>
            <a:srgbClr val="FBAE40"/>
          </p15:clr>
        </p15:guide>
        <p15:guide id="5" orient="horz" pos="4065">
          <p15:clr>
            <a:srgbClr val="FBAE40"/>
          </p15:clr>
        </p15:guide>
        <p15:guide id="6" orient="horz" pos="799">
          <p15:clr>
            <a:srgbClr val="FBAE40"/>
          </p15:clr>
        </p15:guide>
        <p15:guide id="7" orient="horz" pos="935">
          <p15:clr>
            <a:srgbClr val="FBAE40"/>
          </p15:clr>
        </p15:guide>
      </p15:sldGuideLst>
    </p:ext>
  </p:extLst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ítulo | 6 Boxes - High Yield">
    <p:bg>
      <p:bgPr>
        <a:gradFill>
          <a:gsLst>
            <a:gs pos="81000">
              <a:schemeClr val="tx1">
                <a:lumMod val="85000"/>
                <a:lumOff val="15000"/>
              </a:schemeClr>
            </a:gs>
            <a:gs pos="100000">
              <a:schemeClr val="tx1">
                <a:lumMod val="95000"/>
                <a:lumOff val="5000"/>
              </a:schemeClr>
            </a:gs>
            <a:gs pos="0">
              <a:schemeClr val="accent5"/>
            </a:gs>
          </a:gsLst>
          <a:lin ang="7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132BCE3-A04F-8602-64F7-7623C7EAF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61763" y="6482556"/>
            <a:ext cx="295275" cy="1692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 sz="1100">
                <a:solidFill>
                  <a:schemeClr val="bg1"/>
                </a:solidFill>
                <a:latin typeface="Versos" panose="020B0503020204030204" pitchFamily="34" charset="0"/>
                <a:cs typeface="Versos" panose="020B0503020204030204" pitchFamily="34" charset="0"/>
              </a:defRPr>
            </a:lvl1pPr>
          </a:lstStyle>
          <a:p>
            <a:fld id="{77667D73-C69A-4DAA-9003-24A825D36FE9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B13D7C-5A47-B0DF-B518-26E79F5D2DB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64" y="368301"/>
            <a:ext cx="10183813" cy="4308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err="1"/>
              <a:t>Título</a:t>
            </a:r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401465E-A8CD-A3BA-BE2A-9597492FDC6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4963" y="6482557"/>
            <a:ext cx="10980000" cy="138499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900">
                <a:latin typeface="Versos Light" panose="020B0403020204030204" pitchFamily="34" charset="0"/>
              </a:defRPr>
            </a:lvl2pPr>
            <a:lvl3pPr>
              <a:defRPr sz="900">
                <a:latin typeface="Versos Light" panose="020B0403020204030204" pitchFamily="34" charset="0"/>
              </a:defRPr>
            </a:lvl3pPr>
            <a:lvl4pPr>
              <a:defRPr sz="900">
                <a:latin typeface="Versos Light" panose="020B0403020204030204" pitchFamily="34" charset="0"/>
              </a:defRPr>
            </a:lvl4pPr>
            <a:lvl5pPr>
              <a:defRPr sz="900">
                <a:latin typeface="Versos Light" panose="020B0403020204030204" pitchFamily="34" charset="0"/>
              </a:defRPr>
            </a:lvl5pPr>
          </a:lstStyle>
          <a:p>
            <a:pPr lvl="0"/>
            <a:r>
              <a:rPr lang="en-US"/>
              <a:t>Fonte:</a:t>
            </a:r>
            <a:endParaRPr lang="pt-BR"/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7F86D482-580C-D22A-58CC-10B9C4F7EDD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34963" y="1518527"/>
            <a:ext cx="3741737" cy="2313464"/>
          </a:xfrm>
          <a:prstGeom prst="rect">
            <a:avLst/>
          </a:prstGeom>
          <a:ln>
            <a:solidFill>
              <a:schemeClr val="accent4"/>
            </a:solidFill>
          </a:ln>
        </p:spPr>
        <p:txBody>
          <a:bodyPr lIns="36000" tIns="36000" rIns="36000" bIns="36000"/>
          <a:lstStyle>
            <a:lvl1pPr marL="0" indent="0">
              <a:buNone/>
              <a:defRPr sz="120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Picture 8">
            <a:extLst>
              <a:ext uri="{FF2B5EF4-FFF2-40B4-BE49-F238E27FC236}">
                <a16:creationId xmlns:a16="http://schemas.microsoft.com/office/drawing/2014/main" id="{57BCE67C-64C7-2D0C-0DC2-7A4B4CC314E0}"/>
              </a:ext>
            </a:extLst>
          </p:cNvPr>
          <p:cNvSpPr/>
          <p:nvPr userDrawn="1"/>
        </p:nvSpPr>
        <p:spPr>
          <a:xfrm>
            <a:off x="11091186" y="377179"/>
            <a:ext cx="765852" cy="260086"/>
          </a:xfrm>
          <a:custGeom>
            <a:avLst/>
            <a:gdLst>
              <a:gd name="connsiteX0" fmla="*/ 739575 w 765852"/>
              <a:gd name="connsiteY0" fmla="*/ 143884 h 260086"/>
              <a:gd name="connsiteX1" fmla="*/ 765852 w 765852"/>
              <a:gd name="connsiteY1" fmla="*/ 83403 h 260086"/>
              <a:gd name="connsiteX2" fmla="*/ 739575 w 765852"/>
              <a:gd name="connsiteY2" fmla="*/ 22921 h 260086"/>
              <a:gd name="connsiteX3" fmla="*/ 672177 w 765852"/>
              <a:gd name="connsiteY3" fmla="*/ 0 h 260086"/>
              <a:gd name="connsiteX4" fmla="*/ 604779 w 765852"/>
              <a:gd name="connsiteY4" fmla="*/ 22921 h 260086"/>
              <a:gd name="connsiteX5" fmla="*/ 578501 w 765852"/>
              <a:gd name="connsiteY5" fmla="*/ 83403 h 260086"/>
              <a:gd name="connsiteX6" fmla="*/ 604779 w 765852"/>
              <a:gd name="connsiteY6" fmla="*/ 143884 h 260086"/>
              <a:gd name="connsiteX7" fmla="*/ 672177 w 765852"/>
              <a:gd name="connsiteY7" fmla="*/ 166805 h 260086"/>
              <a:gd name="connsiteX8" fmla="*/ 739575 w 765852"/>
              <a:gd name="connsiteY8" fmla="*/ 143884 h 260086"/>
              <a:gd name="connsiteX9" fmla="*/ 604595 w 765852"/>
              <a:gd name="connsiteY9" fmla="*/ 83403 h 260086"/>
              <a:gd name="connsiteX10" fmla="*/ 622611 w 765852"/>
              <a:gd name="connsiteY10" fmla="*/ 41871 h 260086"/>
              <a:gd name="connsiteX11" fmla="*/ 672177 w 765852"/>
              <a:gd name="connsiteY11" fmla="*/ 25719 h 260086"/>
              <a:gd name="connsiteX12" fmla="*/ 721742 w 765852"/>
              <a:gd name="connsiteY12" fmla="*/ 41871 h 260086"/>
              <a:gd name="connsiteX13" fmla="*/ 739759 w 765852"/>
              <a:gd name="connsiteY13" fmla="*/ 83403 h 260086"/>
              <a:gd name="connsiteX14" fmla="*/ 721742 w 765852"/>
              <a:gd name="connsiteY14" fmla="*/ 124934 h 260086"/>
              <a:gd name="connsiteX15" fmla="*/ 672177 w 765852"/>
              <a:gd name="connsiteY15" fmla="*/ 141077 h 260086"/>
              <a:gd name="connsiteX16" fmla="*/ 622611 w 765852"/>
              <a:gd name="connsiteY16" fmla="*/ 124934 h 260086"/>
              <a:gd name="connsiteX17" fmla="*/ 604595 w 765852"/>
              <a:gd name="connsiteY17" fmla="*/ 83403 h 260086"/>
              <a:gd name="connsiteX18" fmla="*/ 238310 w 765852"/>
              <a:gd name="connsiteY18" fmla="*/ 207181 h 260086"/>
              <a:gd name="connsiteX19" fmla="*/ 249560 w 765852"/>
              <a:gd name="connsiteY19" fmla="*/ 204081 h 260086"/>
              <a:gd name="connsiteX20" fmla="*/ 261562 w 765852"/>
              <a:gd name="connsiteY20" fmla="*/ 207713 h 260086"/>
              <a:gd name="connsiteX21" fmla="*/ 268163 w 765852"/>
              <a:gd name="connsiteY21" fmla="*/ 217812 h 260086"/>
              <a:gd name="connsiteX22" fmla="*/ 275874 w 765852"/>
              <a:gd name="connsiteY22" fmla="*/ 217812 h 260086"/>
              <a:gd name="connsiteX23" fmla="*/ 267145 w 765852"/>
              <a:gd name="connsiteY23" fmla="*/ 202568 h 260086"/>
              <a:gd name="connsiteX24" fmla="*/ 249917 w 765852"/>
              <a:gd name="connsiteY24" fmla="*/ 196982 h 260086"/>
              <a:gd name="connsiteX25" fmla="*/ 234322 w 765852"/>
              <a:gd name="connsiteY25" fmla="*/ 200926 h 260086"/>
              <a:gd name="connsiteX26" fmla="*/ 223961 w 765852"/>
              <a:gd name="connsiteY26" fmla="*/ 212052 h 260086"/>
              <a:gd name="connsiteX27" fmla="*/ 220330 w 765852"/>
              <a:gd name="connsiteY27" fmla="*/ 228534 h 260086"/>
              <a:gd name="connsiteX28" fmla="*/ 223961 w 765852"/>
              <a:gd name="connsiteY28" fmla="*/ 245062 h 260086"/>
              <a:gd name="connsiteX29" fmla="*/ 234322 w 765852"/>
              <a:gd name="connsiteY29" fmla="*/ 256142 h 260086"/>
              <a:gd name="connsiteX30" fmla="*/ 249917 w 765852"/>
              <a:gd name="connsiteY30" fmla="*/ 260086 h 260086"/>
              <a:gd name="connsiteX31" fmla="*/ 267145 w 765852"/>
              <a:gd name="connsiteY31" fmla="*/ 254501 h 260086"/>
              <a:gd name="connsiteX32" fmla="*/ 275782 w 765852"/>
              <a:gd name="connsiteY32" fmla="*/ 239256 h 260086"/>
              <a:gd name="connsiteX33" fmla="*/ 268071 w 765852"/>
              <a:gd name="connsiteY33" fmla="*/ 239256 h 260086"/>
              <a:gd name="connsiteX34" fmla="*/ 261516 w 765852"/>
              <a:gd name="connsiteY34" fmla="*/ 249401 h 260086"/>
              <a:gd name="connsiteX35" fmla="*/ 249560 w 765852"/>
              <a:gd name="connsiteY35" fmla="*/ 252987 h 260086"/>
              <a:gd name="connsiteX36" fmla="*/ 238310 w 765852"/>
              <a:gd name="connsiteY36" fmla="*/ 249887 h 260086"/>
              <a:gd name="connsiteX37" fmla="*/ 230828 w 765852"/>
              <a:gd name="connsiteY37" fmla="*/ 241201 h 260086"/>
              <a:gd name="connsiteX38" fmla="*/ 228215 w 765852"/>
              <a:gd name="connsiteY38" fmla="*/ 228525 h 260086"/>
              <a:gd name="connsiteX39" fmla="*/ 230828 w 765852"/>
              <a:gd name="connsiteY39" fmla="*/ 215812 h 260086"/>
              <a:gd name="connsiteX40" fmla="*/ 238310 w 765852"/>
              <a:gd name="connsiteY40" fmla="*/ 207172 h 260086"/>
              <a:gd name="connsiteX41" fmla="*/ 335580 w 765852"/>
              <a:gd name="connsiteY41" fmla="*/ 197523 h 260086"/>
              <a:gd name="connsiteX42" fmla="*/ 311925 w 765852"/>
              <a:gd name="connsiteY42" fmla="*/ 259554 h 260086"/>
              <a:gd name="connsiteX43" fmla="*/ 319892 w 765852"/>
              <a:gd name="connsiteY43" fmla="*/ 259554 h 260086"/>
              <a:gd name="connsiteX44" fmla="*/ 326448 w 765852"/>
              <a:gd name="connsiteY44" fmla="*/ 242806 h 260086"/>
              <a:gd name="connsiteX45" fmla="*/ 353467 w 765852"/>
              <a:gd name="connsiteY45" fmla="*/ 242806 h 260086"/>
              <a:gd name="connsiteX46" fmla="*/ 360023 w 765852"/>
              <a:gd name="connsiteY46" fmla="*/ 259554 h 260086"/>
              <a:gd name="connsiteX47" fmla="*/ 368256 w 765852"/>
              <a:gd name="connsiteY47" fmla="*/ 259554 h 260086"/>
              <a:gd name="connsiteX48" fmla="*/ 344693 w 765852"/>
              <a:gd name="connsiteY48" fmla="*/ 197523 h 260086"/>
              <a:gd name="connsiteX49" fmla="*/ 335570 w 765852"/>
              <a:gd name="connsiteY49" fmla="*/ 197523 h 260086"/>
              <a:gd name="connsiteX50" fmla="*/ 328758 w 765852"/>
              <a:gd name="connsiteY50" fmla="*/ 235808 h 260086"/>
              <a:gd name="connsiteX51" fmla="*/ 339916 w 765852"/>
              <a:gd name="connsiteY51" fmla="*/ 205943 h 260086"/>
              <a:gd name="connsiteX52" fmla="*/ 351166 w 765852"/>
              <a:gd name="connsiteY52" fmla="*/ 235808 h 260086"/>
              <a:gd name="connsiteX53" fmla="*/ 328749 w 765852"/>
              <a:gd name="connsiteY53" fmla="*/ 235808 h 260086"/>
              <a:gd name="connsiteX54" fmla="*/ 725437 w 765852"/>
              <a:gd name="connsiteY54" fmla="*/ 197523 h 260086"/>
              <a:gd name="connsiteX55" fmla="*/ 717736 w 765852"/>
              <a:gd name="connsiteY55" fmla="*/ 197523 h 260086"/>
              <a:gd name="connsiteX56" fmla="*/ 717736 w 765852"/>
              <a:gd name="connsiteY56" fmla="*/ 259554 h 260086"/>
              <a:gd name="connsiteX57" fmla="*/ 753704 w 765852"/>
              <a:gd name="connsiteY57" fmla="*/ 259554 h 260086"/>
              <a:gd name="connsiteX58" fmla="*/ 753704 w 765852"/>
              <a:gd name="connsiteY58" fmla="*/ 252464 h 260086"/>
              <a:gd name="connsiteX59" fmla="*/ 725446 w 765852"/>
              <a:gd name="connsiteY59" fmla="*/ 252464 h 260086"/>
              <a:gd name="connsiteX60" fmla="*/ 725446 w 765852"/>
              <a:gd name="connsiteY60" fmla="*/ 197523 h 260086"/>
              <a:gd name="connsiteX61" fmla="*/ 250953 w 765852"/>
              <a:gd name="connsiteY61" fmla="*/ 2119 h 260086"/>
              <a:gd name="connsiteX62" fmla="*/ 225566 w 765852"/>
              <a:gd name="connsiteY62" fmla="*/ 2119 h 260086"/>
              <a:gd name="connsiteX63" fmla="*/ 225566 w 765852"/>
              <a:gd name="connsiteY63" fmla="*/ 164677 h 260086"/>
              <a:gd name="connsiteX64" fmla="*/ 250953 w 765852"/>
              <a:gd name="connsiteY64" fmla="*/ 164677 h 260086"/>
              <a:gd name="connsiteX65" fmla="*/ 250953 w 765852"/>
              <a:gd name="connsiteY65" fmla="*/ 2119 h 260086"/>
              <a:gd name="connsiteX66" fmla="*/ 80592 w 765852"/>
              <a:gd name="connsiteY66" fmla="*/ 62692 h 260086"/>
              <a:gd name="connsiteX67" fmla="*/ 80592 w 765852"/>
              <a:gd name="connsiteY67" fmla="*/ 164687 h 260086"/>
              <a:gd name="connsiteX68" fmla="*/ 106732 w 765852"/>
              <a:gd name="connsiteY68" fmla="*/ 164687 h 260086"/>
              <a:gd name="connsiteX69" fmla="*/ 106713 w 765852"/>
              <a:gd name="connsiteY69" fmla="*/ 62692 h 260086"/>
              <a:gd name="connsiteX70" fmla="*/ 95124 w 765852"/>
              <a:gd name="connsiteY70" fmla="*/ 28700 h 260086"/>
              <a:gd name="connsiteX71" fmla="*/ 93648 w 765852"/>
              <a:gd name="connsiteY71" fmla="*/ 26792 h 260086"/>
              <a:gd name="connsiteX72" fmla="*/ 92172 w 765852"/>
              <a:gd name="connsiteY72" fmla="*/ 28700 h 260086"/>
              <a:gd name="connsiteX73" fmla="*/ 80583 w 765852"/>
              <a:gd name="connsiteY73" fmla="*/ 62692 h 260086"/>
              <a:gd name="connsiteX74" fmla="*/ 47273 w 765852"/>
              <a:gd name="connsiteY74" fmla="*/ 2119 h 260086"/>
              <a:gd name="connsiteX75" fmla="*/ 0 w 765852"/>
              <a:gd name="connsiteY75" fmla="*/ 2119 h 260086"/>
              <a:gd name="connsiteX76" fmla="*/ 0 w 765852"/>
              <a:gd name="connsiteY76" fmla="*/ 26792 h 260086"/>
              <a:gd name="connsiteX77" fmla="*/ 93648 w 765852"/>
              <a:gd name="connsiteY77" fmla="*/ 26792 h 260086"/>
              <a:gd name="connsiteX78" fmla="*/ 91328 w 765852"/>
              <a:gd name="connsiteY78" fmla="*/ 23793 h 260086"/>
              <a:gd name="connsiteX79" fmla="*/ 47273 w 765852"/>
              <a:gd name="connsiteY79" fmla="*/ 2119 h 260086"/>
              <a:gd name="connsiteX80" fmla="*/ 95968 w 765852"/>
              <a:gd name="connsiteY80" fmla="*/ 23793 h 260086"/>
              <a:gd name="connsiteX81" fmla="*/ 93648 w 765852"/>
              <a:gd name="connsiteY81" fmla="*/ 26792 h 260086"/>
              <a:gd name="connsiteX82" fmla="*/ 187296 w 765852"/>
              <a:gd name="connsiteY82" fmla="*/ 26792 h 260086"/>
              <a:gd name="connsiteX83" fmla="*/ 187296 w 765852"/>
              <a:gd name="connsiteY83" fmla="*/ 2119 h 260086"/>
              <a:gd name="connsiteX84" fmla="*/ 140023 w 765852"/>
              <a:gd name="connsiteY84" fmla="*/ 2119 h 260086"/>
              <a:gd name="connsiteX85" fmla="*/ 95958 w 765852"/>
              <a:gd name="connsiteY85" fmla="*/ 23793 h 260086"/>
              <a:gd name="connsiteX86" fmla="*/ 514844 w 765852"/>
              <a:gd name="connsiteY86" fmla="*/ 164677 h 260086"/>
              <a:gd name="connsiteX87" fmla="*/ 540232 w 765852"/>
              <a:gd name="connsiteY87" fmla="*/ 164677 h 260086"/>
              <a:gd name="connsiteX88" fmla="*/ 540232 w 765852"/>
              <a:gd name="connsiteY88" fmla="*/ 2119 h 260086"/>
              <a:gd name="connsiteX89" fmla="*/ 514844 w 765852"/>
              <a:gd name="connsiteY89" fmla="*/ 2119 h 260086"/>
              <a:gd name="connsiteX90" fmla="*/ 514844 w 765852"/>
              <a:gd name="connsiteY90" fmla="*/ 164677 h 260086"/>
              <a:gd name="connsiteX91" fmla="*/ 495205 w 765852"/>
              <a:gd name="connsiteY91" fmla="*/ 259554 h 260086"/>
              <a:gd name="connsiteX92" fmla="*/ 502915 w 765852"/>
              <a:gd name="connsiteY92" fmla="*/ 259554 h 260086"/>
              <a:gd name="connsiteX93" fmla="*/ 502915 w 765852"/>
              <a:gd name="connsiteY93" fmla="*/ 197523 h 260086"/>
              <a:gd name="connsiteX94" fmla="*/ 495205 w 765852"/>
              <a:gd name="connsiteY94" fmla="*/ 197523 h 260086"/>
              <a:gd name="connsiteX95" fmla="*/ 495205 w 765852"/>
              <a:gd name="connsiteY95" fmla="*/ 259554 h 260086"/>
              <a:gd name="connsiteX96" fmla="*/ 544816 w 765852"/>
              <a:gd name="connsiteY96" fmla="*/ 204613 h 260086"/>
              <a:gd name="connsiteX97" fmla="*/ 564923 w 765852"/>
              <a:gd name="connsiteY97" fmla="*/ 204613 h 260086"/>
              <a:gd name="connsiteX98" fmla="*/ 564923 w 765852"/>
              <a:gd name="connsiteY98" fmla="*/ 259554 h 260086"/>
              <a:gd name="connsiteX99" fmla="*/ 572633 w 765852"/>
              <a:gd name="connsiteY99" fmla="*/ 259554 h 260086"/>
              <a:gd name="connsiteX100" fmla="*/ 572633 w 765852"/>
              <a:gd name="connsiteY100" fmla="*/ 204613 h 260086"/>
              <a:gd name="connsiteX101" fmla="*/ 592740 w 765852"/>
              <a:gd name="connsiteY101" fmla="*/ 204613 h 260086"/>
              <a:gd name="connsiteX102" fmla="*/ 592740 w 765852"/>
              <a:gd name="connsiteY102" fmla="*/ 197523 h 260086"/>
              <a:gd name="connsiteX103" fmla="*/ 544816 w 765852"/>
              <a:gd name="connsiteY103" fmla="*/ 197523 h 260086"/>
              <a:gd name="connsiteX104" fmla="*/ 544816 w 765852"/>
              <a:gd name="connsiteY104" fmla="*/ 204613 h 260086"/>
              <a:gd name="connsiteX105" fmla="*/ 287389 w 765852"/>
              <a:gd name="connsiteY105" fmla="*/ 2119 h 260086"/>
              <a:gd name="connsiteX106" fmla="*/ 345234 w 765852"/>
              <a:gd name="connsiteY106" fmla="*/ 140105 h 260086"/>
              <a:gd name="connsiteX107" fmla="*/ 381413 w 765852"/>
              <a:gd name="connsiteY107" fmla="*/ 166796 h 260086"/>
              <a:gd name="connsiteX108" fmla="*/ 382899 w 765852"/>
              <a:gd name="connsiteY108" fmla="*/ 166796 h 260086"/>
              <a:gd name="connsiteX109" fmla="*/ 316692 w 765852"/>
              <a:gd name="connsiteY109" fmla="*/ 2119 h 260086"/>
              <a:gd name="connsiteX110" fmla="*/ 287389 w 765852"/>
              <a:gd name="connsiteY110" fmla="*/ 2119 h 260086"/>
              <a:gd name="connsiteX111" fmla="*/ 443549 w 765852"/>
              <a:gd name="connsiteY111" fmla="*/ 199871 h 260086"/>
              <a:gd name="connsiteX112" fmla="*/ 432739 w 765852"/>
              <a:gd name="connsiteY112" fmla="*/ 197523 h 260086"/>
              <a:gd name="connsiteX113" fmla="*/ 408910 w 765852"/>
              <a:gd name="connsiteY113" fmla="*/ 197523 h 260086"/>
              <a:gd name="connsiteX114" fmla="*/ 408910 w 765852"/>
              <a:gd name="connsiteY114" fmla="*/ 259554 h 260086"/>
              <a:gd name="connsiteX115" fmla="*/ 416621 w 765852"/>
              <a:gd name="connsiteY115" fmla="*/ 259554 h 260086"/>
              <a:gd name="connsiteX116" fmla="*/ 416621 w 765852"/>
              <a:gd name="connsiteY116" fmla="*/ 235716 h 260086"/>
              <a:gd name="connsiteX117" fmla="*/ 432748 w 765852"/>
              <a:gd name="connsiteY117" fmla="*/ 235716 h 260086"/>
              <a:gd name="connsiteX118" fmla="*/ 443512 w 765852"/>
              <a:gd name="connsiteY118" fmla="*/ 233368 h 260086"/>
              <a:gd name="connsiteX119" fmla="*/ 450728 w 765852"/>
              <a:gd name="connsiteY119" fmla="*/ 226681 h 260086"/>
              <a:gd name="connsiteX120" fmla="*/ 453295 w 765852"/>
              <a:gd name="connsiteY120" fmla="*/ 216583 h 260086"/>
              <a:gd name="connsiteX121" fmla="*/ 450774 w 765852"/>
              <a:gd name="connsiteY121" fmla="*/ 206521 h 260086"/>
              <a:gd name="connsiteX122" fmla="*/ 443558 w 765852"/>
              <a:gd name="connsiteY122" fmla="*/ 199871 h 260086"/>
              <a:gd name="connsiteX123" fmla="*/ 441779 w 765852"/>
              <a:gd name="connsiteY123" fmla="*/ 225351 h 260086"/>
              <a:gd name="connsiteX124" fmla="*/ 432033 w 765852"/>
              <a:gd name="connsiteY124" fmla="*/ 228635 h 260086"/>
              <a:gd name="connsiteX125" fmla="*/ 416621 w 765852"/>
              <a:gd name="connsiteY125" fmla="*/ 228635 h 260086"/>
              <a:gd name="connsiteX126" fmla="*/ 416621 w 765852"/>
              <a:gd name="connsiteY126" fmla="*/ 204622 h 260086"/>
              <a:gd name="connsiteX127" fmla="*/ 432125 w 765852"/>
              <a:gd name="connsiteY127" fmla="*/ 204622 h 260086"/>
              <a:gd name="connsiteX128" fmla="*/ 441825 w 765852"/>
              <a:gd name="connsiteY128" fmla="*/ 207860 h 260086"/>
              <a:gd name="connsiteX129" fmla="*/ 445410 w 765852"/>
              <a:gd name="connsiteY129" fmla="*/ 216592 h 260086"/>
              <a:gd name="connsiteX130" fmla="*/ 441779 w 765852"/>
              <a:gd name="connsiteY130" fmla="*/ 225361 h 260086"/>
              <a:gd name="connsiteX131" fmla="*/ 382889 w 765852"/>
              <a:gd name="connsiteY131" fmla="*/ 166805 h 260086"/>
              <a:gd name="connsiteX132" fmla="*/ 384375 w 765852"/>
              <a:gd name="connsiteY132" fmla="*/ 166805 h 260086"/>
              <a:gd name="connsiteX133" fmla="*/ 420554 w 765852"/>
              <a:gd name="connsiteY133" fmla="*/ 140114 h 260086"/>
              <a:gd name="connsiteX134" fmla="*/ 478399 w 765852"/>
              <a:gd name="connsiteY134" fmla="*/ 2128 h 260086"/>
              <a:gd name="connsiteX135" fmla="*/ 449096 w 765852"/>
              <a:gd name="connsiteY135" fmla="*/ 2128 h 260086"/>
              <a:gd name="connsiteX136" fmla="*/ 382889 w 765852"/>
              <a:gd name="connsiteY136" fmla="*/ 166814 h 260086"/>
              <a:gd name="connsiteX137" fmla="*/ 644368 w 765852"/>
              <a:gd name="connsiteY137" fmla="*/ 197523 h 260086"/>
              <a:gd name="connsiteX138" fmla="*/ 620714 w 765852"/>
              <a:gd name="connsiteY138" fmla="*/ 259554 h 260086"/>
              <a:gd name="connsiteX139" fmla="*/ 628690 w 765852"/>
              <a:gd name="connsiteY139" fmla="*/ 259554 h 260086"/>
              <a:gd name="connsiteX140" fmla="*/ 635246 w 765852"/>
              <a:gd name="connsiteY140" fmla="*/ 242806 h 260086"/>
              <a:gd name="connsiteX141" fmla="*/ 662266 w 765852"/>
              <a:gd name="connsiteY141" fmla="*/ 242806 h 260086"/>
              <a:gd name="connsiteX142" fmla="*/ 668821 w 765852"/>
              <a:gd name="connsiteY142" fmla="*/ 259554 h 260086"/>
              <a:gd name="connsiteX143" fmla="*/ 677055 w 765852"/>
              <a:gd name="connsiteY143" fmla="*/ 259554 h 260086"/>
              <a:gd name="connsiteX144" fmla="*/ 653491 w 765852"/>
              <a:gd name="connsiteY144" fmla="*/ 197523 h 260086"/>
              <a:gd name="connsiteX145" fmla="*/ 644368 w 765852"/>
              <a:gd name="connsiteY145" fmla="*/ 197523 h 260086"/>
              <a:gd name="connsiteX146" fmla="*/ 637547 w 765852"/>
              <a:gd name="connsiteY146" fmla="*/ 235808 h 260086"/>
              <a:gd name="connsiteX147" fmla="*/ 648705 w 765852"/>
              <a:gd name="connsiteY147" fmla="*/ 205943 h 260086"/>
              <a:gd name="connsiteX148" fmla="*/ 659955 w 765852"/>
              <a:gd name="connsiteY148" fmla="*/ 235808 h 260086"/>
              <a:gd name="connsiteX149" fmla="*/ 637538 w 765852"/>
              <a:gd name="connsiteY149" fmla="*/ 235808 h 260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</a:cxnLst>
            <a:rect l="l" t="t" r="r" b="b"/>
            <a:pathLst>
              <a:path w="765852" h="260086">
                <a:moveTo>
                  <a:pt x="739575" y="143884"/>
                </a:moveTo>
                <a:cubicBezTo>
                  <a:pt x="756519" y="128906"/>
                  <a:pt x="765852" y="107425"/>
                  <a:pt x="765852" y="83403"/>
                </a:cubicBezTo>
                <a:cubicBezTo>
                  <a:pt x="765852" y="59381"/>
                  <a:pt x="756519" y="37899"/>
                  <a:pt x="739575" y="22921"/>
                </a:cubicBezTo>
                <a:cubicBezTo>
                  <a:pt x="722613" y="7925"/>
                  <a:pt x="699307" y="0"/>
                  <a:pt x="672177" y="0"/>
                </a:cubicBezTo>
                <a:cubicBezTo>
                  <a:pt x="645047" y="0"/>
                  <a:pt x="621740" y="7925"/>
                  <a:pt x="604779" y="22921"/>
                </a:cubicBezTo>
                <a:cubicBezTo>
                  <a:pt x="587835" y="37899"/>
                  <a:pt x="578501" y="59381"/>
                  <a:pt x="578501" y="83403"/>
                </a:cubicBezTo>
                <a:cubicBezTo>
                  <a:pt x="578501" y="107425"/>
                  <a:pt x="587835" y="128906"/>
                  <a:pt x="604779" y="143884"/>
                </a:cubicBezTo>
                <a:cubicBezTo>
                  <a:pt x="621740" y="158881"/>
                  <a:pt x="645047" y="166805"/>
                  <a:pt x="672177" y="166805"/>
                </a:cubicBezTo>
                <a:cubicBezTo>
                  <a:pt x="699307" y="166805"/>
                  <a:pt x="722613" y="158881"/>
                  <a:pt x="739575" y="143884"/>
                </a:cubicBezTo>
                <a:close/>
                <a:moveTo>
                  <a:pt x="604595" y="83403"/>
                </a:moveTo>
                <a:cubicBezTo>
                  <a:pt x="604595" y="66489"/>
                  <a:pt x="610821" y="52135"/>
                  <a:pt x="622611" y="41871"/>
                </a:cubicBezTo>
                <a:cubicBezTo>
                  <a:pt x="634751" y="31305"/>
                  <a:pt x="651887" y="25719"/>
                  <a:pt x="672177" y="25719"/>
                </a:cubicBezTo>
                <a:cubicBezTo>
                  <a:pt x="692467" y="25719"/>
                  <a:pt x="709603" y="31305"/>
                  <a:pt x="721742" y="41871"/>
                </a:cubicBezTo>
                <a:cubicBezTo>
                  <a:pt x="733524" y="52126"/>
                  <a:pt x="739759" y="66489"/>
                  <a:pt x="739759" y="83403"/>
                </a:cubicBezTo>
                <a:cubicBezTo>
                  <a:pt x="739759" y="100316"/>
                  <a:pt x="733533" y="114671"/>
                  <a:pt x="721742" y="124934"/>
                </a:cubicBezTo>
                <a:cubicBezTo>
                  <a:pt x="709603" y="135501"/>
                  <a:pt x="692467" y="141077"/>
                  <a:pt x="672177" y="141077"/>
                </a:cubicBezTo>
                <a:cubicBezTo>
                  <a:pt x="651887" y="141077"/>
                  <a:pt x="634741" y="135491"/>
                  <a:pt x="622611" y="124934"/>
                </a:cubicBezTo>
                <a:cubicBezTo>
                  <a:pt x="610830" y="114671"/>
                  <a:pt x="604595" y="100316"/>
                  <a:pt x="604595" y="83403"/>
                </a:cubicBezTo>
                <a:close/>
                <a:moveTo>
                  <a:pt x="238310" y="207181"/>
                </a:moveTo>
                <a:cubicBezTo>
                  <a:pt x="241556" y="205118"/>
                  <a:pt x="245306" y="204081"/>
                  <a:pt x="249560" y="204081"/>
                </a:cubicBezTo>
                <a:cubicBezTo>
                  <a:pt x="254282" y="204081"/>
                  <a:pt x="258288" y="205292"/>
                  <a:pt x="261562" y="207713"/>
                </a:cubicBezTo>
                <a:cubicBezTo>
                  <a:pt x="264835" y="210135"/>
                  <a:pt x="267035" y="213501"/>
                  <a:pt x="268163" y="217812"/>
                </a:cubicBezTo>
                <a:lnTo>
                  <a:pt x="275874" y="217812"/>
                </a:lnTo>
                <a:cubicBezTo>
                  <a:pt x="274691" y="211373"/>
                  <a:pt x="271784" y="206292"/>
                  <a:pt x="267145" y="202568"/>
                </a:cubicBezTo>
                <a:cubicBezTo>
                  <a:pt x="262506" y="198844"/>
                  <a:pt x="256766" y="196982"/>
                  <a:pt x="249917" y="196982"/>
                </a:cubicBezTo>
                <a:cubicBezTo>
                  <a:pt x="244013" y="196982"/>
                  <a:pt x="238814" y="198293"/>
                  <a:pt x="234322" y="200926"/>
                </a:cubicBezTo>
                <a:cubicBezTo>
                  <a:pt x="229838" y="203558"/>
                  <a:pt x="226382" y="207264"/>
                  <a:pt x="223961" y="212052"/>
                </a:cubicBezTo>
                <a:cubicBezTo>
                  <a:pt x="221541" y="216840"/>
                  <a:pt x="220330" y="222334"/>
                  <a:pt x="220330" y="228534"/>
                </a:cubicBezTo>
                <a:cubicBezTo>
                  <a:pt x="220330" y="234734"/>
                  <a:pt x="221541" y="240302"/>
                  <a:pt x="223961" y="245062"/>
                </a:cubicBezTo>
                <a:cubicBezTo>
                  <a:pt x="226382" y="249823"/>
                  <a:pt x="229838" y="253510"/>
                  <a:pt x="234322" y="256142"/>
                </a:cubicBezTo>
                <a:cubicBezTo>
                  <a:pt x="238805" y="258775"/>
                  <a:pt x="244004" y="260086"/>
                  <a:pt x="249917" y="260086"/>
                </a:cubicBezTo>
                <a:cubicBezTo>
                  <a:pt x="256831" y="260086"/>
                  <a:pt x="262570" y="258224"/>
                  <a:pt x="267145" y="254501"/>
                </a:cubicBezTo>
                <a:cubicBezTo>
                  <a:pt x="271720" y="250777"/>
                  <a:pt x="274599" y="245695"/>
                  <a:pt x="275782" y="239256"/>
                </a:cubicBezTo>
                <a:lnTo>
                  <a:pt x="268071" y="239256"/>
                </a:lnTo>
                <a:cubicBezTo>
                  <a:pt x="266888" y="243631"/>
                  <a:pt x="264706" y="247007"/>
                  <a:pt x="261516" y="249401"/>
                </a:cubicBezTo>
                <a:cubicBezTo>
                  <a:pt x="258325" y="251795"/>
                  <a:pt x="254337" y="252987"/>
                  <a:pt x="249560" y="252987"/>
                </a:cubicBezTo>
                <a:cubicBezTo>
                  <a:pt x="245306" y="252987"/>
                  <a:pt x="241556" y="251951"/>
                  <a:pt x="238310" y="249887"/>
                </a:cubicBezTo>
                <a:cubicBezTo>
                  <a:pt x="235064" y="247823"/>
                  <a:pt x="232561" y="244925"/>
                  <a:pt x="230828" y="241201"/>
                </a:cubicBezTo>
                <a:cubicBezTo>
                  <a:pt x="229086" y="237477"/>
                  <a:pt x="228215" y="233258"/>
                  <a:pt x="228215" y="228525"/>
                </a:cubicBezTo>
                <a:cubicBezTo>
                  <a:pt x="228215" y="223792"/>
                  <a:pt x="229086" y="219499"/>
                  <a:pt x="230828" y="215812"/>
                </a:cubicBezTo>
                <a:cubicBezTo>
                  <a:pt x="232570" y="212125"/>
                  <a:pt x="235064" y="209245"/>
                  <a:pt x="238310" y="207172"/>
                </a:cubicBezTo>
                <a:close/>
                <a:moveTo>
                  <a:pt x="335580" y="197523"/>
                </a:moveTo>
                <a:lnTo>
                  <a:pt x="311925" y="259554"/>
                </a:lnTo>
                <a:lnTo>
                  <a:pt x="319892" y="259554"/>
                </a:lnTo>
                <a:lnTo>
                  <a:pt x="326448" y="242806"/>
                </a:lnTo>
                <a:lnTo>
                  <a:pt x="353467" y="242806"/>
                </a:lnTo>
                <a:lnTo>
                  <a:pt x="360023" y="259554"/>
                </a:lnTo>
                <a:lnTo>
                  <a:pt x="368256" y="259554"/>
                </a:lnTo>
                <a:lnTo>
                  <a:pt x="344693" y="197523"/>
                </a:lnTo>
                <a:lnTo>
                  <a:pt x="335570" y="197523"/>
                </a:lnTo>
                <a:close/>
                <a:moveTo>
                  <a:pt x="328758" y="235808"/>
                </a:moveTo>
                <a:lnTo>
                  <a:pt x="339916" y="205943"/>
                </a:lnTo>
                <a:lnTo>
                  <a:pt x="351166" y="235808"/>
                </a:lnTo>
                <a:lnTo>
                  <a:pt x="328749" y="235808"/>
                </a:lnTo>
                <a:close/>
                <a:moveTo>
                  <a:pt x="725437" y="197523"/>
                </a:moveTo>
                <a:lnTo>
                  <a:pt x="717736" y="197523"/>
                </a:lnTo>
                <a:lnTo>
                  <a:pt x="717736" y="259554"/>
                </a:lnTo>
                <a:lnTo>
                  <a:pt x="753704" y="259554"/>
                </a:lnTo>
                <a:lnTo>
                  <a:pt x="753704" y="252464"/>
                </a:lnTo>
                <a:lnTo>
                  <a:pt x="725446" y="252464"/>
                </a:lnTo>
                <a:lnTo>
                  <a:pt x="725446" y="197523"/>
                </a:lnTo>
                <a:close/>
                <a:moveTo>
                  <a:pt x="250953" y="2119"/>
                </a:moveTo>
                <a:lnTo>
                  <a:pt x="225566" y="2119"/>
                </a:lnTo>
                <a:lnTo>
                  <a:pt x="225566" y="164677"/>
                </a:lnTo>
                <a:lnTo>
                  <a:pt x="250953" y="164677"/>
                </a:lnTo>
                <a:lnTo>
                  <a:pt x="250953" y="2119"/>
                </a:lnTo>
                <a:close/>
                <a:moveTo>
                  <a:pt x="80592" y="62692"/>
                </a:moveTo>
                <a:lnTo>
                  <a:pt x="80592" y="164687"/>
                </a:lnTo>
                <a:cubicBezTo>
                  <a:pt x="80592" y="164687"/>
                  <a:pt x="106732" y="164687"/>
                  <a:pt x="106732" y="164687"/>
                </a:cubicBezTo>
                <a:lnTo>
                  <a:pt x="106713" y="62692"/>
                </a:lnTo>
                <a:cubicBezTo>
                  <a:pt x="106713" y="50282"/>
                  <a:pt x="102707" y="38523"/>
                  <a:pt x="95124" y="28700"/>
                </a:cubicBezTo>
                <a:lnTo>
                  <a:pt x="93648" y="26792"/>
                </a:lnTo>
                <a:lnTo>
                  <a:pt x="92172" y="28700"/>
                </a:lnTo>
                <a:cubicBezTo>
                  <a:pt x="84589" y="38523"/>
                  <a:pt x="80583" y="50273"/>
                  <a:pt x="80583" y="62692"/>
                </a:cubicBezTo>
                <a:close/>
                <a:moveTo>
                  <a:pt x="47273" y="2119"/>
                </a:moveTo>
                <a:lnTo>
                  <a:pt x="0" y="2119"/>
                </a:lnTo>
                <a:lnTo>
                  <a:pt x="0" y="26792"/>
                </a:lnTo>
                <a:lnTo>
                  <a:pt x="93648" y="26792"/>
                </a:lnTo>
                <a:lnTo>
                  <a:pt x="91328" y="23793"/>
                </a:lnTo>
                <a:cubicBezTo>
                  <a:pt x="80693" y="10025"/>
                  <a:pt x="64629" y="2119"/>
                  <a:pt x="47273" y="2119"/>
                </a:cubicBezTo>
                <a:close/>
                <a:moveTo>
                  <a:pt x="95968" y="23793"/>
                </a:moveTo>
                <a:lnTo>
                  <a:pt x="93648" y="26792"/>
                </a:lnTo>
                <a:lnTo>
                  <a:pt x="187296" y="26792"/>
                </a:lnTo>
                <a:lnTo>
                  <a:pt x="187296" y="2119"/>
                </a:lnTo>
                <a:lnTo>
                  <a:pt x="140023" y="2119"/>
                </a:lnTo>
                <a:cubicBezTo>
                  <a:pt x="122657" y="2119"/>
                  <a:pt x="106603" y="10016"/>
                  <a:pt x="95958" y="23793"/>
                </a:cubicBezTo>
                <a:close/>
                <a:moveTo>
                  <a:pt x="514844" y="164677"/>
                </a:moveTo>
                <a:lnTo>
                  <a:pt x="540232" y="164677"/>
                </a:lnTo>
                <a:lnTo>
                  <a:pt x="540232" y="2119"/>
                </a:lnTo>
                <a:lnTo>
                  <a:pt x="514844" y="2119"/>
                </a:lnTo>
                <a:lnTo>
                  <a:pt x="514844" y="164677"/>
                </a:lnTo>
                <a:close/>
                <a:moveTo>
                  <a:pt x="495205" y="259554"/>
                </a:moveTo>
                <a:lnTo>
                  <a:pt x="502915" y="259554"/>
                </a:lnTo>
                <a:lnTo>
                  <a:pt x="502915" y="197523"/>
                </a:lnTo>
                <a:lnTo>
                  <a:pt x="495205" y="197523"/>
                </a:lnTo>
                <a:lnTo>
                  <a:pt x="495205" y="259554"/>
                </a:lnTo>
                <a:close/>
                <a:moveTo>
                  <a:pt x="544816" y="204613"/>
                </a:moveTo>
                <a:lnTo>
                  <a:pt x="564923" y="204613"/>
                </a:lnTo>
                <a:lnTo>
                  <a:pt x="564923" y="259554"/>
                </a:lnTo>
                <a:lnTo>
                  <a:pt x="572633" y="259554"/>
                </a:lnTo>
                <a:lnTo>
                  <a:pt x="572633" y="204613"/>
                </a:lnTo>
                <a:lnTo>
                  <a:pt x="592740" y="204613"/>
                </a:lnTo>
                <a:lnTo>
                  <a:pt x="592740" y="197523"/>
                </a:lnTo>
                <a:lnTo>
                  <a:pt x="544816" y="197523"/>
                </a:lnTo>
                <a:lnTo>
                  <a:pt x="544816" y="204613"/>
                </a:lnTo>
                <a:close/>
                <a:moveTo>
                  <a:pt x="287389" y="2119"/>
                </a:moveTo>
                <a:cubicBezTo>
                  <a:pt x="287389" y="2119"/>
                  <a:pt x="335680" y="117220"/>
                  <a:pt x="345234" y="140105"/>
                </a:cubicBezTo>
                <a:cubicBezTo>
                  <a:pt x="356374" y="166796"/>
                  <a:pt x="374464" y="166796"/>
                  <a:pt x="381413" y="166796"/>
                </a:cubicBezTo>
                <a:lnTo>
                  <a:pt x="382899" y="166796"/>
                </a:lnTo>
                <a:lnTo>
                  <a:pt x="316692" y="2119"/>
                </a:lnTo>
                <a:lnTo>
                  <a:pt x="287389" y="2119"/>
                </a:lnTo>
                <a:close/>
                <a:moveTo>
                  <a:pt x="443549" y="199871"/>
                </a:moveTo>
                <a:cubicBezTo>
                  <a:pt x="440413" y="198303"/>
                  <a:pt x="436819" y="197523"/>
                  <a:pt x="432739" y="197523"/>
                </a:cubicBezTo>
                <a:lnTo>
                  <a:pt x="408910" y="197523"/>
                </a:lnTo>
                <a:lnTo>
                  <a:pt x="408910" y="259554"/>
                </a:lnTo>
                <a:lnTo>
                  <a:pt x="416621" y="259554"/>
                </a:lnTo>
                <a:lnTo>
                  <a:pt x="416621" y="235716"/>
                </a:lnTo>
                <a:lnTo>
                  <a:pt x="432748" y="235716"/>
                </a:lnTo>
                <a:cubicBezTo>
                  <a:pt x="436819" y="235716"/>
                  <a:pt x="440413" y="234936"/>
                  <a:pt x="443512" y="233368"/>
                </a:cubicBezTo>
                <a:cubicBezTo>
                  <a:pt x="446611" y="231799"/>
                  <a:pt x="449013" y="229571"/>
                  <a:pt x="450728" y="226681"/>
                </a:cubicBezTo>
                <a:cubicBezTo>
                  <a:pt x="452442" y="223783"/>
                  <a:pt x="453295" y="220417"/>
                  <a:pt x="453295" y="216583"/>
                </a:cubicBezTo>
                <a:cubicBezTo>
                  <a:pt x="453295" y="212749"/>
                  <a:pt x="452452" y="209392"/>
                  <a:pt x="450774" y="206521"/>
                </a:cubicBezTo>
                <a:cubicBezTo>
                  <a:pt x="449087" y="203659"/>
                  <a:pt x="446685" y="201439"/>
                  <a:pt x="443558" y="199871"/>
                </a:cubicBezTo>
                <a:close/>
                <a:moveTo>
                  <a:pt x="441779" y="225351"/>
                </a:moveTo>
                <a:cubicBezTo>
                  <a:pt x="439359" y="227534"/>
                  <a:pt x="436113" y="228635"/>
                  <a:pt x="432033" y="228635"/>
                </a:cubicBezTo>
                <a:lnTo>
                  <a:pt x="416621" y="228635"/>
                </a:lnTo>
                <a:lnTo>
                  <a:pt x="416621" y="204622"/>
                </a:lnTo>
                <a:lnTo>
                  <a:pt x="432125" y="204622"/>
                </a:lnTo>
                <a:cubicBezTo>
                  <a:pt x="436196" y="204622"/>
                  <a:pt x="439432" y="205705"/>
                  <a:pt x="441825" y="207860"/>
                </a:cubicBezTo>
                <a:cubicBezTo>
                  <a:pt x="444218" y="210015"/>
                  <a:pt x="445410" y="212923"/>
                  <a:pt x="445410" y="216592"/>
                </a:cubicBezTo>
                <a:cubicBezTo>
                  <a:pt x="445410" y="220261"/>
                  <a:pt x="444200" y="223178"/>
                  <a:pt x="441779" y="225361"/>
                </a:cubicBezTo>
                <a:close/>
                <a:moveTo>
                  <a:pt x="382889" y="166805"/>
                </a:moveTo>
                <a:lnTo>
                  <a:pt x="384375" y="166805"/>
                </a:lnTo>
                <a:cubicBezTo>
                  <a:pt x="391334" y="166805"/>
                  <a:pt x="409423" y="166805"/>
                  <a:pt x="420554" y="140114"/>
                </a:cubicBezTo>
                <a:cubicBezTo>
                  <a:pt x="430099" y="117230"/>
                  <a:pt x="478399" y="2128"/>
                  <a:pt x="478399" y="2128"/>
                </a:cubicBezTo>
                <a:lnTo>
                  <a:pt x="449096" y="2128"/>
                </a:lnTo>
                <a:lnTo>
                  <a:pt x="382889" y="166814"/>
                </a:lnTo>
                <a:close/>
                <a:moveTo>
                  <a:pt x="644368" y="197523"/>
                </a:moveTo>
                <a:lnTo>
                  <a:pt x="620714" y="259554"/>
                </a:lnTo>
                <a:lnTo>
                  <a:pt x="628690" y="259554"/>
                </a:lnTo>
                <a:lnTo>
                  <a:pt x="635246" y="242806"/>
                </a:lnTo>
                <a:lnTo>
                  <a:pt x="662266" y="242806"/>
                </a:lnTo>
                <a:lnTo>
                  <a:pt x="668821" y="259554"/>
                </a:lnTo>
                <a:lnTo>
                  <a:pt x="677055" y="259554"/>
                </a:lnTo>
                <a:lnTo>
                  <a:pt x="653491" y="197523"/>
                </a:lnTo>
                <a:lnTo>
                  <a:pt x="644368" y="197523"/>
                </a:lnTo>
                <a:close/>
                <a:moveTo>
                  <a:pt x="637547" y="235808"/>
                </a:moveTo>
                <a:lnTo>
                  <a:pt x="648705" y="205943"/>
                </a:lnTo>
                <a:lnTo>
                  <a:pt x="659955" y="235808"/>
                </a:lnTo>
                <a:lnTo>
                  <a:pt x="637538" y="235808"/>
                </a:lnTo>
                <a:close/>
              </a:path>
            </a:pathLst>
          </a:custGeom>
          <a:solidFill>
            <a:schemeClr val="bg1"/>
          </a:solidFill>
          <a:ln w="1061" cap="flat">
            <a:noFill/>
            <a:prstDash val="solid"/>
            <a:miter/>
          </a:ln>
        </p:spPr>
        <p:txBody>
          <a:bodyPr rtlCol="0" anchor="ctr"/>
          <a:lstStyle/>
          <a:p>
            <a:endParaRPr lang="pt-BR" sz="1092">
              <a:solidFill>
                <a:schemeClr val="bg1"/>
              </a:solidFill>
            </a:endParaRPr>
          </a:p>
        </p:txBody>
      </p:sp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7858F1CA-0E09-F094-AD45-52092585CA1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225800" y="1518527"/>
            <a:ext cx="3740400" cy="2313464"/>
          </a:xfrm>
          <a:prstGeom prst="rect">
            <a:avLst/>
          </a:prstGeom>
          <a:ln>
            <a:solidFill>
              <a:schemeClr val="accent4"/>
            </a:solidFill>
          </a:ln>
        </p:spPr>
        <p:txBody>
          <a:bodyPr lIns="36000" tIns="36000" rIns="36000" bIns="36000"/>
          <a:lstStyle>
            <a:lvl1pPr marL="0" indent="0">
              <a:buNone/>
              <a:defRPr sz="120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4E170CD4-5C01-DD85-2A0A-98954D99CAC5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34962" y="3987408"/>
            <a:ext cx="3741737" cy="2313464"/>
          </a:xfrm>
          <a:prstGeom prst="rect">
            <a:avLst/>
          </a:prstGeom>
          <a:ln>
            <a:solidFill>
              <a:schemeClr val="accent4"/>
            </a:solidFill>
          </a:ln>
        </p:spPr>
        <p:txBody>
          <a:bodyPr lIns="36000" tIns="36000" rIns="36000" bIns="36000"/>
          <a:lstStyle>
            <a:lvl1pPr marL="0" indent="0">
              <a:buNone/>
              <a:defRPr sz="120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8">
            <a:extLst>
              <a:ext uri="{FF2B5EF4-FFF2-40B4-BE49-F238E27FC236}">
                <a16:creationId xmlns:a16="http://schemas.microsoft.com/office/drawing/2014/main" id="{10601806-BC35-9EEE-9C59-2DC0E49D5BA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4225799" y="3987408"/>
            <a:ext cx="3740400" cy="2313464"/>
          </a:xfrm>
          <a:prstGeom prst="rect">
            <a:avLst/>
          </a:prstGeom>
          <a:ln>
            <a:solidFill>
              <a:schemeClr val="accent4"/>
            </a:solidFill>
          </a:ln>
        </p:spPr>
        <p:txBody>
          <a:bodyPr lIns="36000" tIns="36000" rIns="36000" bIns="36000"/>
          <a:lstStyle>
            <a:lvl1pPr marL="0" indent="0">
              <a:buNone/>
              <a:defRPr sz="120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805EFAA-C04F-7113-90E8-A7D66AF3528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116638" y="1524793"/>
            <a:ext cx="3740400" cy="2313464"/>
          </a:xfrm>
          <a:prstGeom prst="rect">
            <a:avLst/>
          </a:prstGeom>
          <a:ln>
            <a:solidFill>
              <a:schemeClr val="accent4"/>
            </a:solidFill>
          </a:ln>
        </p:spPr>
        <p:txBody>
          <a:bodyPr lIns="36000" tIns="36000" rIns="36000" bIns="36000"/>
          <a:lstStyle>
            <a:lvl1pPr marL="0" indent="0">
              <a:buNone/>
              <a:defRPr sz="120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E9120CB5-4884-D14A-8682-CC106CAFBBE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116637" y="3993674"/>
            <a:ext cx="3740400" cy="2313464"/>
          </a:xfrm>
          <a:prstGeom prst="rect">
            <a:avLst/>
          </a:prstGeom>
          <a:ln>
            <a:solidFill>
              <a:schemeClr val="accent4"/>
            </a:solidFill>
          </a:ln>
        </p:spPr>
        <p:txBody>
          <a:bodyPr lIns="36000" tIns="36000" rIns="36000" bIns="36000"/>
          <a:lstStyle>
            <a:lvl1pPr marL="0" indent="0">
              <a:buNone/>
              <a:defRPr sz="120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CAC4E8C-2B3F-574D-C955-1EBD6FD7CDE9}"/>
              </a:ext>
            </a:extLst>
          </p:cNvPr>
          <p:cNvCxnSpPr/>
          <p:nvPr userDrawn="1"/>
        </p:nvCxnSpPr>
        <p:spPr>
          <a:xfrm>
            <a:off x="334964" y="185353"/>
            <a:ext cx="10415415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3777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469">
          <p15:clr>
            <a:srgbClr val="FBAE40"/>
          </p15:clr>
        </p15:guide>
        <p15:guide id="2" orient="horz" pos="3974">
          <p15:clr>
            <a:srgbClr val="FBAE40"/>
          </p15:clr>
        </p15:guide>
        <p15:guide id="3" orient="horz" pos="232">
          <p15:clr>
            <a:srgbClr val="FBAE40"/>
          </p15:clr>
        </p15:guide>
        <p15:guide id="4" pos="211">
          <p15:clr>
            <a:srgbClr val="FBAE40"/>
          </p15:clr>
        </p15:guide>
        <p15:guide id="5" orient="horz" pos="4065">
          <p15:clr>
            <a:srgbClr val="FBAE40"/>
          </p15:clr>
        </p15:guide>
        <p15:guide id="6" orient="horz" pos="799">
          <p15:clr>
            <a:srgbClr val="FBAE40"/>
          </p15:clr>
        </p15:guide>
        <p15:guide id="7" orient="horz" pos="935">
          <p15:clr>
            <a:srgbClr val="FBAE40"/>
          </p15:clr>
        </p15:guide>
      </p15:sldGuideLst>
    </p:ext>
  </p:extLst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ítulo | 5 Boxes - High Yield">
    <p:bg>
      <p:bgPr>
        <a:gradFill>
          <a:gsLst>
            <a:gs pos="81000">
              <a:schemeClr val="tx1">
                <a:lumMod val="85000"/>
                <a:lumOff val="15000"/>
              </a:schemeClr>
            </a:gs>
            <a:gs pos="100000">
              <a:schemeClr val="tx1">
                <a:lumMod val="95000"/>
                <a:lumOff val="5000"/>
              </a:schemeClr>
            </a:gs>
            <a:gs pos="0">
              <a:schemeClr val="accent5"/>
            </a:gs>
          </a:gsLst>
          <a:lin ang="7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132BCE3-A04F-8602-64F7-7623C7EAF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61763" y="6482556"/>
            <a:ext cx="295275" cy="1692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 sz="1100">
                <a:solidFill>
                  <a:schemeClr val="bg1"/>
                </a:solidFill>
                <a:latin typeface="Versos" panose="020B0503020204030204" pitchFamily="34" charset="0"/>
                <a:cs typeface="Versos" panose="020B0503020204030204" pitchFamily="34" charset="0"/>
              </a:defRPr>
            </a:lvl1pPr>
          </a:lstStyle>
          <a:p>
            <a:fld id="{77667D73-C69A-4DAA-9003-24A825D36FE9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B13D7C-5A47-B0DF-B518-26E79F5D2DB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64" y="368301"/>
            <a:ext cx="10183813" cy="4308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err="1"/>
              <a:t>Título</a:t>
            </a:r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401465E-A8CD-A3BA-BE2A-9597492FDC6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4963" y="6482557"/>
            <a:ext cx="10980000" cy="138499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900">
                <a:latin typeface="Versos Light" panose="020B0403020204030204" pitchFamily="34" charset="0"/>
              </a:defRPr>
            </a:lvl2pPr>
            <a:lvl3pPr>
              <a:defRPr sz="900">
                <a:latin typeface="Versos Light" panose="020B0403020204030204" pitchFamily="34" charset="0"/>
              </a:defRPr>
            </a:lvl3pPr>
            <a:lvl4pPr>
              <a:defRPr sz="900">
                <a:latin typeface="Versos Light" panose="020B0403020204030204" pitchFamily="34" charset="0"/>
              </a:defRPr>
            </a:lvl4pPr>
            <a:lvl5pPr>
              <a:defRPr sz="900">
                <a:latin typeface="Versos Light" panose="020B0403020204030204" pitchFamily="34" charset="0"/>
              </a:defRPr>
            </a:lvl5pPr>
          </a:lstStyle>
          <a:p>
            <a:pPr lvl="0"/>
            <a:r>
              <a:rPr lang="en-US"/>
              <a:t>Fonte:</a:t>
            </a:r>
            <a:endParaRPr lang="pt-BR"/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7F86D482-580C-D22A-58CC-10B9C4F7EDD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34963" y="1518527"/>
            <a:ext cx="3741737" cy="2313464"/>
          </a:xfrm>
          <a:prstGeom prst="rect">
            <a:avLst/>
          </a:prstGeom>
          <a:ln>
            <a:solidFill>
              <a:schemeClr val="accent4"/>
            </a:solidFill>
          </a:ln>
        </p:spPr>
        <p:txBody>
          <a:bodyPr lIns="36000" tIns="36000" rIns="36000" bIns="36000"/>
          <a:lstStyle>
            <a:lvl1pPr marL="0" indent="0">
              <a:buNone/>
              <a:defRPr sz="120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Picture 8">
            <a:extLst>
              <a:ext uri="{FF2B5EF4-FFF2-40B4-BE49-F238E27FC236}">
                <a16:creationId xmlns:a16="http://schemas.microsoft.com/office/drawing/2014/main" id="{57BCE67C-64C7-2D0C-0DC2-7A4B4CC314E0}"/>
              </a:ext>
            </a:extLst>
          </p:cNvPr>
          <p:cNvSpPr/>
          <p:nvPr userDrawn="1"/>
        </p:nvSpPr>
        <p:spPr>
          <a:xfrm>
            <a:off x="11091186" y="377179"/>
            <a:ext cx="765852" cy="260086"/>
          </a:xfrm>
          <a:custGeom>
            <a:avLst/>
            <a:gdLst>
              <a:gd name="connsiteX0" fmla="*/ 739575 w 765852"/>
              <a:gd name="connsiteY0" fmla="*/ 143884 h 260086"/>
              <a:gd name="connsiteX1" fmla="*/ 765852 w 765852"/>
              <a:gd name="connsiteY1" fmla="*/ 83403 h 260086"/>
              <a:gd name="connsiteX2" fmla="*/ 739575 w 765852"/>
              <a:gd name="connsiteY2" fmla="*/ 22921 h 260086"/>
              <a:gd name="connsiteX3" fmla="*/ 672177 w 765852"/>
              <a:gd name="connsiteY3" fmla="*/ 0 h 260086"/>
              <a:gd name="connsiteX4" fmla="*/ 604779 w 765852"/>
              <a:gd name="connsiteY4" fmla="*/ 22921 h 260086"/>
              <a:gd name="connsiteX5" fmla="*/ 578501 w 765852"/>
              <a:gd name="connsiteY5" fmla="*/ 83403 h 260086"/>
              <a:gd name="connsiteX6" fmla="*/ 604779 w 765852"/>
              <a:gd name="connsiteY6" fmla="*/ 143884 h 260086"/>
              <a:gd name="connsiteX7" fmla="*/ 672177 w 765852"/>
              <a:gd name="connsiteY7" fmla="*/ 166805 h 260086"/>
              <a:gd name="connsiteX8" fmla="*/ 739575 w 765852"/>
              <a:gd name="connsiteY8" fmla="*/ 143884 h 260086"/>
              <a:gd name="connsiteX9" fmla="*/ 604595 w 765852"/>
              <a:gd name="connsiteY9" fmla="*/ 83403 h 260086"/>
              <a:gd name="connsiteX10" fmla="*/ 622611 w 765852"/>
              <a:gd name="connsiteY10" fmla="*/ 41871 h 260086"/>
              <a:gd name="connsiteX11" fmla="*/ 672177 w 765852"/>
              <a:gd name="connsiteY11" fmla="*/ 25719 h 260086"/>
              <a:gd name="connsiteX12" fmla="*/ 721742 w 765852"/>
              <a:gd name="connsiteY12" fmla="*/ 41871 h 260086"/>
              <a:gd name="connsiteX13" fmla="*/ 739759 w 765852"/>
              <a:gd name="connsiteY13" fmla="*/ 83403 h 260086"/>
              <a:gd name="connsiteX14" fmla="*/ 721742 w 765852"/>
              <a:gd name="connsiteY14" fmla="*/ 124934 h 260086"/>
              <a:gd name="connsiteX15" fmla="*/ 672177 w 765852"/>
              <a:gd name="connsiteY15" fmla="*/ 141077 h 260086"/>
              <a:gd name="connsiteX16" fmla="*/ 622611 w 765852"/>
              <a:gd name="connsiteY16" fmla="*/ 124934 h 260086"/>
              <a:gd name="connsiteX17" fmla="*/ 604595 w 765852"/>
              <a:gd name="connsiteY17" fmla="*/ 83403 h 260086"/>
              <a:gd name="connsiteX18" fmla="*/ 238310 w 765852"/>
              <a:gd name="connsiteY18" fmla="*/ 207181 h 260086"/>
              <a:gd name="connsiteX19" fmla="*/ 249560 w 765852"/>
              <a:gd name="connsiteY19" fmla="*/ 204081 h 260086"/>
              <a:gd name="connsiteX20" fmla="*/ 261562 w 765852"/>
              <a:gd name="connsiteY20" fmla="*/ 207713 h 260086"/>
              <a:gd name="connsiteX21" fmla="*/ 268163 w 765852"/>
              <a:gd name="connsiteY21" fmla="*/ 217812 h 260086"/>
              <a:gd name="connsiteX22" fmla="*/ 275874 w 765852"/>
              <a:gd name="connsiteY22" fmla="*/ 217812 h 260086"/>
              <a:gd name="connsiteX23" fmla="*/ 267145 w 765852"/>
              <a:gd name="connsiteY23" fmla="*/ 202568 h 260086"/>
              <a:gd name="connsiteX24" fmla="*/ 249917 w 765852"/>
              <a:gd name="connsiteY24" fmla="*/ 196982 h 260086"/>
              <a:gd name="connsiteX25" fmla="*/ 234322 w 765852"/>
              <a:gd name="connsiteY25" fmla="*/ 200926 h 260086"/>
              <a:gd name="connsiteX26" fmla="*/ 223961 w 765852"/>
              <a:gd name="connsiteY26" fmla="*/ 212052 h 260086"/>
              <a:gd name="connsiteX27" fmla="*/ 220330 w 765852"/>
              <a:gd name="connsiteY27" fmla="*/ 228534 h 260086"/>
              <a:gd name="connsiteX28" fmla="*/ 223961 w 765852"/>
              <a:gd name="connsiteY28" fmla="*/ 245062 h 260086"/>
              <a:gd name="connsiteX29" fmla="*/ 234322 w 765852"/>
              <a:gd name="connsiteY29" fmla="*/ 256142 h 260086"/>
              <a:gd name="connsiteX30" fmla="*/ 249917 w 765852"/>
              <a:gd name="connsiteY30" fmla="*/ 260086 h 260086"/>
              <a:gd name="connsiteX31" fmla="*/ 267145 w 765852"/>
              <a:gd name="connsiteY31" fmla="*/ 254501 h 260086"/>
              <a:gd name="connsiteX32" fmla="*/ 275782 w 765852"/>
              <a:gd name="connsiteY32" fmla="*/ 239256 h 260086"/>
              <a:gd name="connsiteX33" fmla="*/ 268071 w 765852"/>
              <a:gd name="connsiteY33" fmla="*/ 239256 h 260086"/>
              <a:gd name="connsiteX34" fmla="*/ 261516 w 765852"/>
              <a:gd name="connsiteY34" fmla="*/ 249401 h 260086"/>
              <a:gd name="connsiteX35" fmla="*/ 249560 w 765852"/>
              <a:gd name="connsiteY35" fmla="*/ 252987 h 260086"/>
              <a:gd name="connsiteX36" fmla="*/ 238310 w 765852"/>
              <a:gd name="connsiteY36" fmla="*/ 249887 h 260086"/>
              <a:gd name="connsiteX37" fmla="*/ 230828 w 765852"/>
              <a:gd name="connsiteY37" fmla="*/ 241201 h 260086"/>
              <a:gd name="connsiteX38" fmla="*/ 228215 w 765852"/>
              <a:gd name="connsiteY38" fmla="*/ 228525 h 260086"/>
              <a:gd name="connsiteX39" fmla="*/ 230828 w 765852"/>
              <a:gd name="connsiteY39" fmla="*/ 215812 h 260086"/>
              <a:gd name="connsiteX40" fmla="*/ 238310 w 765852"/>
              <a:gd name="connsiteY40" fmla="*/ 207172 h 260086"/>
              <a:gd name="connsiteX41" fmla="*/ 335580 w 765852"/>
              <a:gd name="connsiteY41" fmla="*/ 197523 h 260086"/>
              <a:gd name="connsiteX42" fmla="*/ 311925 w 765852"/>
              <a:gd name="connsiteY42" fmla="*/ 259554 h 260086"/>
              <a:gd name="connsiteX43" fmla="*/ 319892 w 765852"/>
              <a:gd name="connsiteY43" fmla="*/ 259554 h 260086"/>
              <a:gd name="connsiteX44" fmla="*/ 326448 w 765852"/>
              <a:gd name="connsiteY44" fmla="*/ 242806 h 260086"/>
              <a:gd name="connsiteX45" fmla="*/ 353467 w 765852"/>
              <a:gd name="connsiteY45" fmla="*/ 242806 h 260086"/>
              <a:gd name="connsiteX46" fmla="*/ 360023 w 765852"/>
              <a:gd name="connsiteY46" fmla="*/ 259554 h 260086"/>
              <a:gd name="connsiteX47" fmla="*/ 368256 w 765852"/>
              <a:gd name="connsiteY47" fmla="*/ 259554 h 260086"/>
              <a:gd name="connsiteX48" fmla="*/ 344693 w 765852"/>
              <a:gd name="connsiteY48" fmla="*/ 197523 h 260086"/>
              <a:gd name="connsiteX49" fmla="*/ 335570 w 765852"/>
              <a:gd name="connsiteY49" fmla="*/ 197523 h 260086"/>
              <a:gd name="connsiteX50" fmla="*/ 328758 w 765852"/>
              <a:gd name="connsiteY50" fmla="*/ 235808 h 260086"/>
              <a:gd name="connsiteX51" fmla="*/ 339916 w 765852"/>
              <a:gd name="connsiteY51" fmla="*/ 205943 h 260086"/>
              <a:gd name="connsiteX52" fmla="*/ 351166 w 765852"/>
              <a:gd name="connsiteY52" fmla="*/ 235808 h 260086"/>
              <a:gd name="connsiteX53" fmla="*/ 328749 w 765852"/>
              <a:gd name="connsiteY53" fmla="*/ 235808 h 260086"/>
              <a:gd name="connsiteX54" fmla="*/ 725437 w 765852"/>
              <a:gd name="connsiteY54" fmla="*/ 197523 h 260086"/>
              <a:gd name="connsiteX55" fmla="*/ 717736 w 765852"/>
              <a:gd name="connsiteY55" fmla="*/ 197523 h 260086"/>
              <a:gd name="connsiteX56" fmla="*/ 717736 w 765852"/>
              <a:gd name="connsiteY56" fmla="*/ 259554 h 260086"/>
              <a:gd name="connsiteX57" fmla="*/ 753704 w 765852"/>
              <a:gd name="connsiteY57" fmla="*/ 259554 h 260086"/>
              <a:gd name="connsiteX58" fmla="*/ 753704 w 765852"/>
              <a:gd name="connsiteY58" fmla="*/ 252464 h 260086"/>
              <a:gd name="connsiteX59" fmla="*/ 725446 w 765852"/>
              <a:gd name="connsiteY59" fmla="*/ 252464 h 260086"/>
              <a:gd name="connsiteX60" fmla="*/ 725446 w 765852"/>
              <a:gd name="connsiteY60" fmla="*/ 197523 h 260086"/>
              <a:gd name="connsiteX61" fmla="*/ 250953 w 765852"/>
              <a:gd name="connsiteY61" fmla="*/ 2119 h 260086"/>
              <a:gd name="connsiteX62" fmla="*/ 225566 w 765852"/>
              <a:gd name="connsiteY62" fmla="*/ 2119 h 260086"/>
              <a:gd name="connsiteX63" fmla="*/ 225566 w 765852"/>
              <a:gd name="connsiteY63" fmla="*/ 164677 h 260086"/>
              <a:gd name="connsiteX64" fmla="*/ 250953 w 765852"/>
              <a:gd name="connsiteY64" fmla="*/ 164677 h 260086"/>
              <a:gd name="connsiteX65" fmla="*/ 250953 w 765852"/>
              <a:gd name="connsiteY65" fmla="*/ 2119 h 260086"/>
              <a:gd name="connsiteX66" fmla="*/ 80592 w 765852"/>
              <a:gd name="connsiteY66" fmla="*/ 62692 h 260086"/>
              <a:gd name="connsiteX67" fmla="*/ 80592 w 765852"/>
              <a:gd name="connsiteY67" fmla="*/ 164687 h 260086"/>
              <a:gd name="connsiteX68" fmla="*/ 106732 w 765852"/>
              <a:gd name="connsiteY68" fmla="*/ 164687 h 260086"/>
              <a:gd name="connsiteX69" fmla="*/ 106713 w 765852"/>
              <a:gd name="connsiteY69" fmla="*/ 62692 h 260086"/>
              <a:gd name="connsiteX70" fmla="*/ 95124 w 765852"/>
              <a:gd name="connsiteY70" fmla="*/ 28700 h 260086"/>
              <a:gd name="connsiteX71" fmla="*/ 93648 w 765852"/>
              <a:gd name="connsiteY71" fmla="*/ 26792 h 260086"/>
              <a:gd name="connsiteX72" fmla="*/ 92172 w 765852"/>
              <a:gd name="connsiteY72" fmla="*/ 28700 h 260086"/>
              <a:gd name="connsiteX73" fmla="*/ 80583 w 765852"/>
              <a:gd name="connsiteY73" fmla="*/ 62692 h 260086"/>
              <a:gd name="connsiteX74" fmla="*/ 47273 w 765852"/>
              <a:gd name="connsiteY74" fmla="*/ 2119 h 260086"/>
              <a:gd name="connsiteX75" fmla="*/ 0 w 765852"/>
              <a:gd name="connsiteY75" fmla="*/ 2119 h 260086"/>
              <a:gd name="connsiteX76" fmla="*/ 0 w 765852"/>
              <a:gd name="connsiteY76" fmla="*/ 26792 h 260086"/>
              <a:gd name="connsiteX77" fmla="*/ 93648 w 765852"/>
              <a:gd name="connsiteY77" fmla="*/ 26792 h 260086"/>
              <a:gd name="connsiteX78" fmla="*/ 91328 w 765852"/>
              <a:gd name="connsiteY78" fmla="*/ 23793 h 260086"/>
              <a:gd name="connsiteX79" fmla="*/ 47273 w 765852"/>
              <a:gd name="connsiteY79" fmla="*/ 2119 h 260086"/>
              <a:gd name="connsiteX80" fmla="*/ 95968 w 765852"/>
              <a:gd name="connsiteY80" fmla="*/ 23793 h 260086"/>
              <a:gd name="connsiteX81" fmla="*/ 93648 w 765852"/>
              <a:gd name="connsiteY81" fmla="*/ 26792 h 260086"/>
              <a:gd name="connsiteX82" fmla="*/ 187296 w 765852"/>
              <a:gd name="connsiteY82" fmla="*/ 26792 h 260086"/>
              <a:gd name="connsiteX83" fmla="*/ 187296 w 765852"/>
              <a:gd name="connsiteY83" fmla="*/ 2119 h 260086"/>
              <a:gd name="connsiteX84" fmla="*/ 140023 w 765852"/>
              <a:gd name="connsiteY84" fmla="*/ 2119 h 260086"/>
              <a:gd name="connsiteX85" fmla="*/ 95958 w 765852"/>
              <a:gd name="connsiteY85" fmla="*/ 23793 h 260086"/>
              <a:gd name="connsiteX86" fmla="*/ 514844 w 765852"/>
              <a:gd name="connsiteY86" fmla="*/ 164677 h 260086"/>
              <a:gd name="connsiteX87" fmla="*/ 540232 w 765852"/>
              <a:gd name="connsiteY87" fmla="*/ 164677 h 260086"/>
              <a:gd name="connsiteX88" fmla="*/ 540232 w 765852"/>
              <a:gd name="connsiteY88" fmla="*/ 2119 h 260086"/>
              <a:gd name="connsiteX89" fmla="*/ 514844 w 765852"/>
              <a:gd name="connsiteY89" fmla="*/ 2119 h 260086"/>
              <a:gd name="connsiteX90" fmla="*/ 514844 w 765852"/>
              <a:gd name="connsiteY90" fmla="*/ 164677 h 260086"/>
              <a:gd name="connsiteX91" fmla="*/ 495205 w 765852"/>
              <a:gd name="connsiteY91" fmla="*/ 259554 h 260086"/>
              <a:gd name="connsiteX92" fmla="*/ 502915 w 765852"/>
              <a:gd name="connsiteY92" fmla="*/ 259554 h 260086"/>
              <a:gd name="connsiteX93" fmla="*/ 502915 w 765852"/>
              <a:gd name="connsiteY93" fmla="*/ 197523 h 260086"/>
              <a:gd name="connsiteX94" fmla="*/ 495205 w 765852"/>
              <a:gd name="connsiteY94" fmla="*/ 197523 h 260086"/>
              <a:gd name="connsiteX95" fmla="*/ 495205 w 765852"/>
              <a:gd name="connsiteY95" fmla="*/ 259554 h 260086"/>
              <a:gd name="connsiteX96" fmla="*/ 544816 w 765852"/>
              <a:gd name="connsiteY96" fmla="*/ 204613 h 260086"/>
              <a:gd name="connsiteX97" fmla="*/ 564923 w 765852"/>
              <a:gd name="connsiteY97" fmla="*/ 204613 h 260086"/>
              <a:gd name="connsiteX98" fmla="*/ 564923 w 765852"/>
              <a:gd name="connsiteY98" fmla="*/ 259554 h 260086"/>
              <a:gd name="connsiteX99" fmla="*/ 572633 w 765852"/>
              <a:gd name="connsiteY99" fmla="*/ 259554 h 260086"/>
              <a:gd name="connsiteX100" fmla="*/ 572633 w 765852"/>
              <a:gd name="connsiteY100" fmla="*/ 204613 h 260086"/>
              <a:gd name="connsiteX101" fmla="*/ 592740 w 765852"/>
              <a:gd name="connsiteY101" fmla="*/ 204613 h 260086"/>
              <a:gd name="connsiteX102" fmla="*/ 592740 w 765852"/>
              <a:gd name="connsiteY102" fmla="*/ 197523 h 260086"/>
              <a:gd name="connsiteX103" fmla="*/ 544816 w 765852"/>
              <a:gd name="connsiteY103" fmla="*/ 197523 h 260086"/>
              <a:gd name="connsiteX104" fmla="*/ 544816 w 765852"/>
              <a:gd name="connsiteY104" fmla="*/ 204613 h 260086"/>
              <a:gd name="connsiteX105" fmla="*/ 287389 w 765852"/>
              <a:gd name="connsiteY105" fmla="*/ 2119 h 260086"/>
              <a:gd name="connsiteX106" fmla="*/ 345234 w 765852"/>
              <a:gd name="connsiteY106" fmla="*/ 140105 h 260086"/>
              <a:gd name="connsiteX107" fmla="*/ 381413 w 765852"/>
              <a:gd name="connsiteY107" fmla="*/ 166796 h 260086"/>
              <a:gd name="connsiteX108" fmla="*/ 382899 w 765852"/>
              <a:gd name="connsiteY108" fmla="*/ 166796 h 260086"/>
              <a:gd name="connsiteX109" fmla="*/ 316692 w 765852"/>
              <a:gd name="connsiteY109" fmla="*/ 2119 h 260086"/>
              <a:gd name="connsiteX110" fmla="*/ 287389 w 765852"/>
              <a:gd name="connsiteY110" fmla="*/ 2119 h 260086"/>
              <a:gd name="connsiteX111" fmla="*/ 443549 w 765852"/>
              <a:gd name="connsiteY111" fmla="*/ 199871 h 260086"/>
              <a:gd name="connsiteX112" fmla="*/ 432739 w 765852"/>
              <a:gd name="connsiteY112" fmla="*/ 197523 h 260086"/>
              <a:gd name="connsiteX113" fmla="*/ 408910 w 765852"/>
              <a:gd name="connsiteY113" fmla="*/ 197523 h 260086"/>
              <a:gd name="connsiteX114" fmla="*/ 408910 w 765852"/>
              <a:gd name="connsiteY114" fmla="*/ 259554 h 260086"/>
              <a:gd name="connsiteX115" fmla="*/ 416621 w 765852"/>
              <a:gd name="connsiteY115" fmla="*/ 259554 h 260086"/>
              <a:gd name="connsiteX116" fmla="*/ 416621 w 765852"/>
              <a:gd name="connsiteY116" fmla="*/ 235716 h 260086"/>
              <a:gd name="connsiteX117" fmla="*/ 432748 w 765852"/>
              <a:gd name="connsiteY117" fmla="*/ 235716 h 260086"/>
              <a:gd name="connsiteX118" fmla="*/ 443512 w 765852"/>
              <a:gd name="connsiteY118" fmla="*/ 233368 h 260086"/>
              <a:gd name="connsiteX119" fmla="*/ 450728 w 765852"/>
              <a:gd name="connsiteY119" fmla="*/ 226681 h 260086"/>
              <a:gd name="connsiteX120" fmla="*/ 453295 w 765852"/>
              <a:gd name="connsiteY120" fmla="*/ 216583 h 260086"/>
              <a:gd name="connsiteX121" fmla="*/ 450774 w 765852"/>
              <a:gd name="connsiteY121" fmla="*/ 206521 h 260086"/>
              <a:gd name="connsiteX122" fmla="*/ 443558 w 765852"/>
              <a:gd name="connsiteY122" fmla="*/ 199871 h 260086"/>
              <a:gd name="connsiteX123" fmla="*/ 441779 w 765852"/>
              <a:gd name="connsiteY123" fmla="*/ 225351 h 260086"/>
              <a:gd name="connsiteX124" fmla="*/ 432033 w 765852"/>
              <a:gd name="connsiteY124" fmla="*/ 228635 h 260086"/>
              <a:gd name="connsiteX125" fmla="*/ 416621 w 765852"/>
              <a:gd name="connsiteY125" fmla="*/ 228635 h 260086"/>
              <a:gd name="connsiteX126" fmla="*/ 416621 w 765852"/>
              <a:gd name="connsiteY126" fmla="*/ 204622 h 260086"/>
              <a:gd name="connsiteX127" fmla="*/ 432125 w 765852"/>
              <a:gd name="connsiteY127" fmla="*/ 204622 h 260086"/>
              <a:gd name="connsiteX128" fmla="*/ 441825 w 765852"/>
              <a:gd name="connsiteY128" fmla="*/ 207860 h 260086"/>
              <a:gd name="connsiteX129" fmla="*/ 445410 w 765852"/>
              <a:gd name="connsiteY129" fmla="*/ 216592 h 260086"/>
              <a:gd name="connsiteX130" fmla="*/ 441779 w 765852"/>
              <a:gd name="connsiteY130" fmla="*/ 225361 h 260086"/>
              <a:gd name="connsiteX131" fmla="*/ 382889 w 765852"/>
              <a:gd name="connsiteY131" fmla="*/ 166805 h 260086"/>
              <a:gd name="connsiteX132" fmla="*/ 384375 w 765852"/>
              <a:gd name="connsiteY132" fmla="*/ 166805 h 260086"/>
              <a:gd name="connsiteX133" fmla="*/ 420554 w 765852"/>
              <a:gd name="connsiteY133" fmla="*/ 140114 h 260086"/>
              <a:gd name="connsiteX134" fmla="*/ 478399 w 765852"/>
              <a:gd name="connsiteY134" fmla="*/ 2128 h 260086"/>
              <a:gd name="connsiteX135" fmla="*/ 449096 w 765852"/>
              <a:gd name="connsiteY135" fmla="*/ 2128 h 260086"/>
              <a:gd name="connsiteX136" fmla="*/ 382889 w 765852"/>
              <a:gd name="connsiteY136" fmla="*/ 166814 h 260086"/>
              <a:gd name="connsiteX137" fmla="*/ 644368 w 765852"/>
              <a:gd name="connsiteY137" fmla="*/ 197523 h 260086"/>
              <a:gd name="connsiteX138" fmla="*/ 620714 w 765852"/>
              <a:gd name="connsiteY138" fmla="*/ 259554 h 260086"/>
              <a:gd name="connsiteX139" fmla="*/ 628690 w 765852"/>
              <a:gd name="connsiteY139" fmla="*/ 259554 h 260086"/>
              <a:gd name="connsiteX140" fmla="*/ 635246 w 765852"/>
              <a:gd name="connsiteY140" fmla="*/ 242806 h 260086"/>
              <a:gd name="connsiteX141" fmla="*/ 662266 w 765852"/>
              <a:gd name="connsiteY141" fmla="*/ 242806 h 260086"/>
              <a:gd name="connsiteX142" fmla="*/ 668821 w 765852"/>
              <a:gd name="connsiteY142" fmla="*/ 259554 h 260086"/>
              <a:gd name="connsiteX143" fmla="*/ 677055 w 765852"/>
              <a:gd name="connsiteY143" fmla="*/ 259554 h 260086"/>
              <a:gd name="connsiteX144" fmla="*/ 653491 w 765852"/>
              <a:gd name="connsiteY144" fmla="*/ 197523 h 260086"/>
              <a:gd name="connsiteX145" fmla="*/ 644368 w 765852"/>
              <a:gd name="connsiteY145" fmla="*/ 197523 h 260086"/>
              <a:gd name="connsiteX146" fmla="*/ 637547 w 765852"/>
              <a:gd name="connsiteY146" fmla="*/ 235808 h 260086"/>
              <a:gd name="connsiteX147" fmla="*/ 648705 w 765852"/>
              <a:gd name="connsiteY147" fmla="*/ 205943 h 260086"/>
              <a:gd name="connsiteX148" fmla="*/ 659955 w 765852"/>
              <a:gd name="connsiteY148" fmla="*/ 235808 h 260086"/>
              <a:gd name="connsiteX149" fmla="*/ 637538 w 765852"/>
              <a:gd name="connsiteY149" fmla="*/ 235808 h 260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</a:cxnLst>
            <a:rect l="l" t="t" r="r" b="b"/>
            <a:pathLst>
              <a:path w="765852" h="260086">
                <a:moveTo>
                  <a:pt x="739575" y="143884"/>
                </a:moveTo>
                <a:cubicBezTo>
                  <a:pt x="756519" y="128906"/>
                  <a:pt x="765852" y="107425"/>
                  <a:pt x="765852" y="83403"/>
                </a:cubicBezTo>
                <a:cubicBezTo>
                  <a:pt x="765852" y="59381"/>
                  <a:pt x="756519" y="37899"/>
                  <a:pt x="739575" y="22921"/>
                </a:cubicBezTo>
                <a:cubicBezTo>
                  <a:pt x="722613" y="7925"/>
                  <a:pt x="699307" y="0"/>
                  <a:pt x="672177" y="0"/>
                </a:cubicBezTo>
                <a:cubicBezTo>
                  <a:pt x="645047" y="0"/>
                  <a:pt x="621740" y="7925"/>
                  <a:pt x="604779" y="22921"/>
                </a:cubicBezTo>
                <a:cubicBezTo>
                  <a:pt x="587835" y="37899"/>
                  <a:pt x="578501" y="59381"/>
                  <a:pt x="578501" y="83403"/>
                </a:cubicBezTo>
                <a:cubicBezTo>
                  <a:pt x="578501" y="107425"/>
                  <a:pt x="587835" y="128906"/>
                  <a:pt x="604779" y="143884"/>
                </a:cubicBezTo>
                <a:cubicBezTo>
                  <a:pt x="621740" y="158881"/>
                  <a:pt x="645047" y="166805"/>
                  <a:pt x="672177" y="166805"/>
                </a:cubicBezTo>
                <a:cubicBezTo>
                  <a:pt x="699307" y="166805"/>
                  <a:pt x="722613" y="158881"/>
                  <a:pt x="739575" y="143884"/>
                </a:cubicBezTo>
                <a:close/>
                <a:moveTo>
                  <a:pt x="604595" y="83403"/>
                </a:moveTo>
                <a:cubicBezTo>
                  <a:pt x="604595" y="66489"/>
                  <a:pt x="610821" y="52135"/>
                  <a:pt x="622611" y="41871"/>
                </a:cubicBezTo>
                <a:cubicBezTo>
                  <a:pt x="634751" y="31305"/>
                  <a:pt x="651887" y="25719"/>
                  <a:pt x="672177" y="25719"/>
                </a:cubicBezTo>
                <a:cubicBezTo>
                  <a:pt x="692467" y="25719"/>
                  <a:pt x="709603" y="31305"/>
                  <a:pt x="721742" y="41871"/>
                </a:cubicBezTo>
                <a:cubicBezTo>
                  <a:pt x="733524" y="52126"/>
                  <a:pt x="739759" y="66489"/>
                  <a:pt x="739759" y="83403"/>
                </a:cubicBezTo>
                <a:cubicBezTo>
                  <a:pt x="739759" y="100316"/>
                  <a:pt x="733533" y="114671"/>
                  <a:pt x="721742" y="124934"/>
                </a:cubicBezTo>
                <a:cubicBezTo>
                  <a:pt x="709603" y="135501"/>
                  <a:pt x="692467" y="141077"/>
                  <a:pt x="672177" y="141077"/>
                </a:cubicBezTo>
                <a:cubicBezTo>
                  <a:pt x="651887" y="141077"/>
                  <a:pt x="634741" y="135491"/>
                  <a:pt x="622611" y="124934"/>
                </a:cubicBezTo>
                <a:cubicBezTo>
                  <a:pt x="610830" y="114671"/>
                  <a:pt x="604595" y="100316"/>
                  <a:pt x="604595" y="83403"/>
                </a:cubicBezTo>
                <a:close/>
                <a:moveTo>
                  <a:pt x="238310" y="207181"/>
                </a:moveTo>
                <a:cubicBezTo>
                  <a:pt x="241556" y="205118"/>
                  <a:pt x="245306" y="204081"/>
                  <a:pt x="249560" y="204081"/>
                </a:cubicBezTo>
                <a:cubicBezTo>
                  <a:pt x="254282" y="204081"/>
                  <a:pt x="258288" y="205292"/>
                  <a:pt x="261562" y="207713"/>
                </a:cubicBezTo>
                <a:cubicBezTo>
                  <a:pt x="264835" y="210135"/>
                  <a:pt x="267035" y="213501"/>
                  <a:pt x="268163" y="217812"/>
                </a:cubicBezTo>
                <a:lnTo>
                  <a:pt x="275874" y="217812"/>
                </a:lnTo>
                <a:cubicBezTo>
                  <a:pt x="274691" y="211373"/>
                  <a:pt x="271784" y="206292"/>
                  <a:pt x="267145" y="202568"/>
                </a:cubicBezTo>
                <a:cubicBezTo>
                  <a:pt x="262506" y="198844"/>
                  <a:pt x="256766" y="196982"/>
                  <a:pt x="249917" y="196982"/>
                </a:cubicBezTo>
                <a:cubicBezTo>
                  <a:pt x="244013" y="196982"/>
                  <a:pt x="238814" y="198293"/>
                  <a:pt x="234322" y="200926"/>
                </a:cubicBezTo>
                <a:cubicBezTo>
                  <a:pt x="229838" y="203558"/>
                  <a:pt x="226382" y="207264"/>
                  <a:pt x="223961" y="212052"/>
                </a:cubicBezTo>
                <a:cubicBezTo>
                  <a:pt x="221541" y="216840"/>
                  <a:pt x="220330" y="222334"/>
                  <a:pt x="220330" y="228534"/>
                </a:cubicBezTo>
                <a:cubicBezTo>
                  <a:pt x="220330" y="234734"/>
                  <a:pt x="221541" y="240302"/>
                  <a:pt x="223961" y="245062"/>
                </a:cubicBezTo>
                <a:cubicBezTo>
                  <a:pt x="226382" y="249823"/>
                  <a:pt x="229838" y="253510"/>
                  <a:pt x="234322" y="256142"/>
                </a:cubicBezTo>
                <a:cubicBezTo>
                  <a:pt x="238805" y="258775"/>
                  <a:pt x="244004" y="260086"/>
                  <a:pt x="249917" y="260086"/>
                </a:cubicBezTo>
                <a:cubicBezTo>
                  <a:pt x="256831" y="260086"/>
                  <a:pt x="262570" y="258224"/>
                  <a:pt x="267145" y="254501"/>
                </a:cubicBezTo>
                <a:cubicBezTo>
                  <a:pt x="271720" y="250777"/>
                  <a:pt x="274599" y="245695"/>
                  <a:pt x="275782" y="239256"/>
                </a:cubicBezTo>
                <a:lnTo>
                  <a:pt x="268071" y="239256"/>
                </a:lnTo>
                <a:cubicBezTo>
                  <a:pt x="266888" y="243631"/>
                  <a:pt x="264706" y="247007"/>
                  <a:pt x="261516" y="249401"/>
                </a:cubicBezTo>
                <a:cubicBezTo>
                  <a:pt x="258325" y="251795"/>
                  <a:pt x="254337" y="252987"/>
                  <a:pt x="249560" y="252987"/>
                </a:cubicBezTo>
                <a:cubicBezTo>
                  <a:pt x="245306" y="252987"/>
                  <a:pt x="241556" y="251951"/>
                  <a:pt x="238310" y="249887"/>
                </a:cubicBezTo>
                <a:cubicBezTo>
                  <a:pt x="235064" y="247823"/>
                  <a:pt x="232561" y="244925"/>
                  <a:pt x="230828" y="241201"/>
                </a:cubicBezTo>
                <a:cubicBezTo>
                  <a:pt x="229086" y="237477"/>
                  <a:pt x="228215" y="233258"/>
                  <a:pt x="228215" y="228525"/>
                </a:cubicBezTo>
                <a:cubicBezTo>
                  <a:pt x="228215" y="223792"/>
                  <a:pt x="229086" y="219499"/>
                  <a:pt x="230828" y="215812"/>
                </a:cubicBezTo>
                <a:cubicBezTo>
                  <a:pt x="232570" y="212125"/>
                  <a:pt x="235064" y="209245"/>
                  <a:pt x="238310" y="207172"/>
                </a:cubicBezTo>
                <a:close/>
                <a:moveTo>
                  <a:pt x="335580" y="197523"/>
                </a:moveTo>
                <a:lnTo>
                  <a:pt x="311925" y="259554"/>
                </a:lnTo>
                <a:lnTo>
                  <a:pt x="319892" y="259554"/>
                </a:lnTo>
                <a:lnTo>
                  <a:pt x="326448" y="242806"/>
                </a:lnTo>
                <a:lnTo>
                  <a:pt x="353467" y="242806"/>
                </a:lnTo>
                <a:lnTo>
                  <a:pt x="360023" y="259554"/>
                </a:lnTo>
                <a:lnTo>
                  <a:pt x="368256" y="259554"/>
                </a:lnTo>
                <a:lnTo>
                  <a:pt x="344693" y="197523"/>
                </a:lnTo>
                <a:lnTo>
                  <a:pt x="335570" y="197523"/>
                </a:lnTo>
                <a:close/>
                <a:moveTo>
                  <a:pt x="328758" y="235808"/>
                </a:moveTo>
                <a:lnTo>
                  <a:pt x="339916" y="205943"/>
                </a:lnTo>
                <a:lnTo>
                  <a:pt x="351166" y="235808"/>
                </a:lnTo>
                <a:lnTo>
                  <a:pt x="328749" y="235808"/>
                </a:lnTo>
                <a:close/>
                <a:moveTo>
                  <a:pt x="725437" y="197523"/>
                </a:moveTo>
                <a:lnTo>
                  <a:pt x="717736" y="197523"/>
                </a:lnTo>
                <a:lnTo>
                  <a:pt x="717736" y="259554"/>
                </a:lnTo>
                <a:lnTo>
                  <a:pt x="753704" y="259554"/>
                </a:lnTo>
                <a:lnTo>
                  <a:pt x="753704" y="252464"/>
                </a:lnTo>
                <a:lnTo>
                  <a:pt x="725446" y="252464"/>
                </a:lnTo>
                <a:lnTo>
                  <a:pt x="725446" y="197523"/>
                </a:lnTo>
                <a:close/>
                <a:moveTo>
                  <a:pt x="250953" y="2119"/>
                </a:moveTo>
                <a:lnTo>
                  <a:pt x="225566" y="2119"/>
                </a:lnTo>
                <a:lnTo>
                  <a:pt x="225566" y="164677"/>
                </a:lnTo>
                <a:lnTo>
                  <a:pt x="250953" y="164677"/>
                </a:lnTo>
                <a:lnTo>
                  <a:pt x="250953" y="2119"/>
                </a:lnTo>
                <a:close/>
                <a:moveTo>
                  <a:pt x="80592" y="62692"/>
                </a:moveTo>
                <a:lnTo>
                  <a:pt x="80592" y="164687"/>
                </a:lnTo>
                <a:cubicBezTo>
                  <a:pt x="80592" y="164687"/>
                  <a:pt x="106732" y="164687"/>
                  <a:pt x="106732" y="164687"/>
                </a:cubicBezTo>
                <a:lnTo>
                  <a:pt x="106713" y="62692"/>
                </a:lnTo>
                <a:cubicBezTo>
                  <a:pt x="106713" y="50282"/>
                  <a:pt x="102707" y="38523"/>
                  <a:pt x="95124" y="28700"/>
                </a:cubicBezTo>
                <a:lnTo>
                  <a:pt x="93648" y="26792"/>
                </a:lnTo>
                <a:lnTo>
                  <a:pt x="92172" y="28700"/>
                </a:lnTo>
                <a:cubicBezTo>
                  <a:pt x="84589" y="38523"/>
                  <a:pt x="80583" y="50273"/>
                  <a:pt x="80583" y="62692"/>
                </a:cubicBezTo>
                <a:close/>
                <a:moveTo>
                  <a:pt x="47273" y="2119"/>
                </a:moveTo>
                <a:lnTo>
                  <a:pt x="0" y="2119"/>
                </a:lnTo>
                <a:lnTo>
                  <a:pt x="0" y="26792"/>
                </a:lnTo>
                <a:lnTo>
                  <a:pt x="93648" y="26792"/>
                </a:lnTo>
                <a:lnTo>
                  <a:pt x="91328" y="23793"/>
                </a:lnTo>
                <a:cubicBezTo>
                  <a:pt x="80693" y="10025"/>
                  <a:pt x="64629" y="2119"/>
                  <a:pt x="47273" y="2119"/>
                </a:cubicBezTo>
                <a:close/>
                <a:moveTo>
                  <a:pt x="95968" y="23793"/>
                </a:moveTo>
                <a:lnTo>
                  <a:pt x="93648" y="26792"/>
                </a:lnTo>
                <a:lnTo>
                  <a:pt x="187296" y="26792"/>
                </a:lnTo>
                <a:lnTo>
                  <a:pt x="187296" y="2119"/>
                </a:lnTo>
                <a:lnTo>
                  <a:pt x="140023" y="2119"/>
                </a:lnTo>
                <a:cubicBezTo>
                  <a:pt x="122657" y="2119"/>
                  <a:pt x="106603" y="10016"/>
                  <a:pt x="95958" y="23793"/>
                </a:cubicBezTo>
                <a:close/>
                <a:moveTo>
                  <a:pt x="514844" y="164677"/>
                </a:moveTo>
                <a:lnTo>
                  <a:pt x="540232" y="164677"/>
                </a:lnTo>
                <a:lnTo>
                  <a:pt x="540232" y="2119"/>
                </a:lnTo>
                <a:lnTo>
                  <a:pt x="514844" y="2119"/>
                </a:lnTo>
                <a:lnTo>
                  <a:pt x="514844" y="164677"/>
                </a:lnTo>
                <a:close/>
                <a:moveTo>
                  <a:pt x="495205" y="259554"/>
                </a:moveTo>
                <a:lnTo>
                  <a:pt x="502915" y="259554"/>
                </a:lnTo>
                <a:lnTo>
                  <a:pt x="502915" y="197523"/>
                </a:lnTo>
                <a:lnTo>
                  <a:pt x="495205" y="197523"/>
                </a:lnTo>
                <a:lnTo>
                  <a:pt x="495205" y="259554"/>
                </a:lnTo>
                <a:close/>
                <a:moveTo>
                  <a:pt x="544816" y="204613"/>
                </a:moveTo>
                <a:lnTo>
                  <a:pt x="564923" y="204613"/>
                </a:lnTo>
                <a:lnTo>
                  <a:pt x="564923" y="259554"/>
                </a:lnTo>
                <a:lnTo>
                  <a:pt x="572633" y="259554"/>
                </a:lnTo>
                <a:lnTo>
                  <a:pt x="572633" y="204613"/>
                </a:lnTo>
                <a:lnTo>
                  <a:pt x="592740" y="204613"/>
                </a:lnTo>
                <a:lnTo>
                  <a:pt x="592740" y="197523"/>
                </a:lnTo>
                <a:lnTo>
                  <a:pt x="544816" y="197523"/>
                </a:lnTo>
                <a:lnTo>
                  <a:pt x="544816" y="204613"/>
                </a:lnTo>
                <a:close/>
                <a:moveTo>
                  <a:pt x="287389" y="2119"/>
                </a:moveTo>
                <a:cubicBezTo>
                  <a:pt x="287389" y="2119"/>
                  <a:pt x="335680" y="117220"/>
                  <a:pt x="345234" y="140105"/>
                </a:cubicBezTo>
                <a:cubicBezTo>
                  <a:pt x="356374" y="166796"/>
                  <a:pt x="374464" y="166796"/>
                  <a:pt x="381413" y="166796"/>
                </a:cubicBezTo>
                <a:lnTo>
                  <a:pt x="382899" y="166796"/>
                </a:lnTo>
                <a:lnTo>
                  <a:pt x="316692" y="2119"/>
                </a:lnTo>
                <a:lnTo>
                  <a:pt x="287389" y="2119"/>
                </a:lnTo>
                <a:close/>
                <a:moveTo>
                  <a:pt x="443549" y="199871"/>
                </a:moveTo>
                <a:cubicBezTo>
                  <a:pt x="440413" y="198303"/>
                  <a:pt x="436819" y="197523"/>
                  <a:pt x="432739" y="197523"/>
                </a:cubicBezTo>
                <a:lnTo>
                  <a:pt x="408910" y="197523"/>
                </a:lnTo>
                <a:lnTo>
                  <a:pt x="408910" y="259554"/>
                </a:lnTo>
                <a:lnTo>
                  <a:pt x="416621" y="259554"/>
                </a:lnTo>
                <a:lnTo>
                  <a:pt x="416621" y="235716"/>
                </a:lnTo>
                <a:lnTo>
                  <a:pt x="432748" y="235716"/>
                </a:lnTo>
                <a:cubicBezTo>
                  <a:pt x="436819" y="235716"/>
                  <a:pt x="440413" y="234936"/>
                  <a:pt x="443512" y="233368"/>
                </a:cubicBezTo>
                <a:cubicBezTo>
                  <a:pt x="446611" y="231799"/>
                  <a:pt x="449013" y="229571"/>
                  <a:pt x="450728" y="226681"/>
                </a:cubicBezTo>
                <a:cubicBezTo>
                  <a:pt x="452442" y="223783"/>
                  <a:pt x="453295" y="220417"/>
                  <a:pt x="453295" y="216583"/>
                </a:cubicBezTo>
                <a:cubicBezTo>
                  <a:pt x="453295" y="212749"/>
                  <a:pt x="452452" y="209392"/>
                  <a:pt x="450774" y="206521"/>
                </a:cubicBezTo>
                <a:cubicBezTo>
                  <a:pt x="449087" y="203659"/>
                  <a:pt x="446685" y="201439"/>
                  <a:pt x="443558" y="199871"/>
                </a:cubicBezTo>
                <a:close/>
                <a:moveTo>
                  <a:pt x="441779" y="225351"/>
                </a:moveTo>
                <a:cubicBezTo>
                  <a:pt x="439359" y="227534"/>
                  <a:pt x="436113" y="228635"/>
                  <a:pt x="432033" y="228635"/>
                </a:cubicBezTo>
                <a:lnTo>
                  <a:pt x="416621" y="228635"/>
                </a:lnTo>
                <a:lnTo>
                  <a:pt x="416621" y="204622"/>
                </a:lnTo>
                <a:lnTo>
                  <a:pt x="432125" y="204622"/>
                </a:lnTo>
                <a:cubicBezTo>
                  <a:pt x="436196" y="204622"/>
                  <a:pt x="439432" y="205705"/>
                  <a:pt x="441825" y="207860"/>
                </a:cubicBezTo>
                <a:cubicBezTo>
                  <a:pt x="444218" y="210015"/>
                  <a:pt x="445410" y="212923"/>
                  <a:pt x="445410" y="216592"/>
                </a:cubicBezTo>
                <a:cubicBezTo>
                  <a:pt x="445410" y="220261"/>
                  <a:pt x="444200" y="223178"/>
                  <a:pt x="441779" y="225361"/>
                </a:cubicBezTo>
                <a:close/>
                <a:moveTo>
                  <a:pt x="382889" y="166805"/>
                </a:moveTo>
                <a:lnTo>
                  <a:pt x="384375" y="166805"/>
                </a:lnTo>
                <a:cubicBezTo>
                  <a:pt x="391334" y="166805"/>
                  <a:pt x="409423" y="166805"/>
                  <a:pt x="420554" y="140114"/>
                </a:cubicBezTo>
                <a:cubicBezTo>
                  <a:pt x="430099" y="117230"/>
                  <a:pt x="478399" y="2128"/>
                  <a:pt x="478399" y="2128"/>
                </a:cubicBezTo>
                <a:lnTo>
                  <a:pt x="449096" y="2128"/>
                </a:lnTo>
                <a:lnTo>
                  <a:pt x="382889" y="166814"/>
                </a:lnTo>
                <a:close/>
                <a:moveTo>
                  <a:pt x="644368" y="197523"/>
                </a:moveTo>
                <a:lnTo>
                  <a:pt x="620714" y="259554"/>
                </a:lnTo>
                <a:lnTo>
                  <a:pt x="628690" y="259554"/>
                </a:lnTo>
                <a:lnTo>
                  <a:pt x="635246" y="242806"/>
                </a:lnTo>
                <a:lnTo>
                  <a:pt x="662266" y="242806"/>
                </a:lnTo>
                <a:lnTo>
                  <a:pt x="668821" y="259554"/>
                </a:lnTo>
                <a:lnTo>
                  <a:pt x="677055" y="259554"/>
                </a:lnTo>
                <a:lnTo>
                  <a:pt x="653491" y="197523"/>
                </a:lnTo>
                <a:lnTo>
                  <a:pt x="644368" y="197523"/>
                </a:lnTo>
                <a:close/>
                <a:moveTo>
                  <a:pt x="637547" y="235808"/>
                </a:moveTo>
                <a:lnTo>
                  <a:pt x="648705" y="205943"/>
                </a:lnTo>
                <a:lnTo>
                  <a:pt x="659955" y="235808"/>
                </a:lnTo>
                <a:lnTo>
                  <a:pt x="637538" y="235808"/>
                </a:lnTo>
                <a:close/>
              </a:path>
            </a:pathLst>
          </a:custGeom>
          <a:solidFill>
            <a:schemeClr val="bg1"/>
          </a:solidFill>
          <a:ln w="1061" cap="flat">
            <a:noFill/>
            <a:prstDash val="solid"/>
            <a:miter/>
          </a:ln>
        </p:spPr>
        <p:txBody>
          <a:bodyPr rtlCol="0" anchor="ctr"/>
          <a:lstStyle/>
          <a:p>
            <a:endParaRPr lang="pt-BR" sz="1092">
              <a:solidFill>
                <a:schemeClr val="bg1"/>
              </a:solidFill>
            </a:endParaRPr>
          </a:p>
        </p:txBody>
      </p:sp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7858F1CA-0E09-F094-AD45-52092585CA1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225800" y="1518527"/>
            <a:ext cx="3740400" cy="2313464"/>
          </a:xfrm>
          <a:prstGeom prst="rect">
            <a:avLst/>
          </a:prstGeom>
          <a:ln>
            <a:solidFill>
              <a:schemeClr val="accent4"/>
            </a:solidFill>
          </a:ln>
        </p:spPr>
        <p:txBody>
          <a:bodyPr lIns="36000" tIns="36000" rIns="36000" bIns="36000"/>
          <a:lstStyle>
            <a:lvl1pPr marL="0" indent="0">
              <a:buNone/>
              <a:defRPr sz="120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4E170CD4-5C01-DD85-2A0A-98954D99CAC5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34962" y="3987408"/>
            <a:ext cx="3741737" cy="2313464"/>
          </a:xfrm>
          <a:prstGeom prst="rect">
            <a:avLst/>
          </a:prstGeom>
          <a:ln>
            <a:solidFill>
              <a:schemeClr val="accent4"/>
            </a:solidFill>
          </a:ln>
        </p:spPr>
        <p:txBody>
          <a:bodyPr lIns="36000" tIns="36000" rIns="36000" bIns="36000"/>
          <a:lstStyle>
            <a:lvl1pPr marL="0" indent="0">
              <a:buNone/>
              <a:defRPr sz="120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8">
            <a:extLst>
              <a:ext uri="{FF2B5EF4-FFF2-40B4-BE49-F238E27FC236}">
                <a16:creationId xmlns:a16="http://schemas.microsoft.com/office/drawing/2014/main" id="{10601806-BC35-9EEE-9C59-2DC0E49D5BA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4225799" y="3987408"/>
            <a:ext cx="3740400" cy="2313464"/>
          </a:xfrm>
          <a:prstGeom prst="rect">
            <a:avLst/>
          </a:prstGeom>
          <a:ln>
            <a:solidFill>
              <a:schemeClr val="accent4"/>
            </a:solidFill>
          </a:ln>
        </p:spPr>
        <p:txBody>
          <a:bodyPr lIns="36000" tIns="36000" rIns="36000" bIns="36000"/>
          <a:lstStyle>
            <a:lvl1pPr marL="0" indent="0">
              <a:buNone/>
              <a:defRPr sz="120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805EFAA-C04F-7113-90E8-A7D66AF3528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116638" y="1524793"/>
            <a:ext cx="3740400" cy="4776079"/>
          </a:xfrm>
          <a:prstGeom prst="rect">
            <a:avLst/>
          </a:prstGeom>
          <a:ln>
            <a:solidFill>
              <a:schemeClr val="accent4"/>
            </a:solidFill>
          </a:ln>
        </p:spPr>
        <p:txBody>
          <a:bodyPr lIns="36000" tIns="36000" rIns="36000" bIns="36000"/>
          <a:lstStyle>
            <a:lvl1pPr marL="0" indent="0">
              <a:buNone/>
              <a:defRPr sz="120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3A3FCC3-EBF1-0B54-4092-43FDDED92531}"/>
              </a:ext>
            </a:extLst>
          </p:cNvPr>
          <p:cNvCxnSpPr/>
          <p:nvPr userDrawn="1"/>
        </p:nvCxnSpPr>
        <p:spPr>
          <a:xfrm>
            <a:off x="334964" y="185353"/>
            <a:ext cx="10415415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0513141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469">
          <p15:clr>
            <a:srgbClr val="FBAE40"/>
          </p15:clr>
        </p15:guide>
        <p15:guide id="2" orient="horz" pos="3974">
          <p15:clr>
            <a:srgbClr val="FBAE40"/>
          </p15:clr>
        </p15:guide>
        <p15:guide id="3" orient="horz" pos="232">
          <p15:clr>
            <a:srgbClr val="FBAE40"/>
          </p15:clr>
        </p15:guide>
        <p15:guide id="4" pos="211">
          <p15:clr>
            <a:srgbClr val="FBAE40"/>
          </p15:clr>
        </p15:guide>
        <p15:guide id="5" orient="horz" pos="4065">
          <p15:clr>
            <a:srgbClr val="FBAE40"/>
          </p15:clr>
        </p15:guide>
        <p15:guide id="6" orient="horz" pos="799">
          <p15:clr>
            <a:srgbClr val="FBAE40"/>
          </p15:clr>
        </p15:guide>
        <p15:guide id="7" orient="horz" pos="935">
          <p15:clr>
            <a:srgbClr val="FBAE40"/>
          </p15:clr>
        </p15:guide>
      </p15:sldGuideLst>
    </p:ext>
  </p:extLst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ítulo | 4 Boxes - High Yield">
    <p:bg>
      <p:bgPr>
        <a:gradFill>
          <a:gsLst>
            <a:gs pos="81000">
              <a:schemeClr val="tx1">
                <a:lumMod val="85000"/>
                <a:lumOff val="15000"/>
              </a:schemeClr>
            </a:gs>
            <a:gs pos="100000">
              <a:schemeClr val="tx1">
                <a:lumMod val="95000"/>
                <a:lumOff val="5000"/>
              </a:schemeClr>
            </a:gs>
            <a:gs pos="0">
              <a:schemeClr val="accent5"/>
            </a:gs>
          </a:gsLst>
          <a:lin ang="7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132BCE3-A04F-8602-64F7-7623C7EAF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61763" y="6482556"/>
            <a:ext cx="295275" cy="1692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 sz="1100">
                <a:solidFill>
                  <a:schemeClr val="bg1"/>
                </a:solidFill>
                <a:latin typeface="Versos" panose="020B0503020204030204" pitchFamily="34" charset="0"/>
                <a:cs typeface="Versos" panose="020B0503020204030204" pitchFamily="34" charset="0"/>
              </a:defRPr>
            </a:lvl1pPr>
          </a:lstStyle>
          <a:p>
            <a:fld id="{77667D73-C69A-4DAA-9003-24A825D36FE9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B13D7C-5A47-B0DF-B518-26E79F5D2DB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64" y="368301"/>
            <a:ext cx="10183813" cy="4308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err="1"/>
              <a:t>Título</a:t>
            </a:r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401465E-A8CD-A3BA-BE2A-9597492FDC6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4963" y="6482557"/>
            <a:ext cx="10980000" cy="138499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900">
                <a:latin typeface="Versos Light" panose="020B0403020204030204" pitchFamily="34" charset="0"/>
              </a:defRPr>
            </a:lvl2pPr>
            <a:lvl3pPr>
              <a:defRPr sz="900">
                <a:latin typeface="Versos Light" panose="020B0403020204030204" pitchFamily="34" charset="0"/>
              </a:defRPr>
            </a:lvl3pPr>
            <a:lvl4pPr>
              <a:defRPr sz="900">
                <a:latin typeface="Versos Light" panose="020B0403020204030204" pitchFamily="34" charset="0"/>
              </a:defRPr>
            </a:lvl4pPr>
            <a:lvl5pPr>
              <a:defRPr sz="900">
                <a:latin typeface="Versos Light" panose="020B0403020204030204" pitchFamily="34" charset="0"/>
              </a:defRPr>
            </a:lvl5pPr>
          </a:lstStyle>
          <a:p>
            <a:pPr lvl="0"/>
            <a:r>
              <a:rPr lang="en-US"/>
              <a:t>Fonte:</a:t>
            </a:r>
            <a:endParaRPr lang="pt-BR"/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7F86D482-580C-D22A-58CC-10B9C4F7EDD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34963" y="1518527"/>
            <a:ext cx="3741737" cy="2313464"/>
          </a:xfrm>
          <a:prstGeom prst="rect">
            <a:avLst/>
          </a:prstGeom>
          <a:ln>
            <a:solidFill>
              <a:schemeClr val="accent4"/>
            </a:solidFill>
          </a:ln>
        </p:spPr>
        <p:txBody>
          <a:bodyPr lIns="36000" tIns="36000" rIns="36000" bIns="36000"/>
          <a:lstStyle>
            <a:lvl1pPr marL="0" indent="0">
              <a:buNone/>
              <a:defRPr sz="120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Picture 8">
            <a:extLst>
              <a:ext uri="{FF2B5EF4-FFF2-40B4-BE49-F238E27FC236}">
                <a16:creationId xmlns:a16="http://schemas.microsoft.com/office/drawing/2014/main" id="{57BCE67C-64C7-2D0C-0DC2-7A4B4CC314E0}"/>
              </a:ext>
            </a:extLst>
          </p:cNvPr>
          <p:cNvSpPr/>
          <p:nvPr userDrawn="1"/>
        </p:nvSpPr>
        <p:spPr>
          <a:xfrm>
            <a:off x="11091186" y="377179"/>
            <a:ext cx="765852" cy="260086"/>
          </a:xfrm>
          <a:custGeom>
            <a:avLst/>
            <a:gdLst>
              <a:gd name="connsiteX0" fmla="*/ 739575 w 765852"/>
              <a:gd name="connsiteY0" fmla="*/ 143884 h 260086"/>
              <a:gd name="connsiteX1" fmla="*/ 765852 w 765852"/>
              <a:gd name="connsiteY1" fmla="*/ 83403 h 260086"/>
              <a:gd name="connsiteX2" fmla="*/ 739575 w 765852"/>
              <a:gd name="connsiteY2" fmla="*/ 22921 h 260086"/>
              <a:gd name="connsiteX3" fmla="*/ 672177 w 765852"/>
              <a:gd name="connsiteY3" fmla="*/ 0 h 260086"/>
              <a:gd name="connsiteX4" fmla="*/ 604779 w 765852"/>
              <a:gd name="connsiteY4" fmla="*/ 22921 h 260086"/>
              <a:gd name="connsiteX5" fmla="*/ 578501 w 765852"/>
              <a:gd name="connsiteY5" fmla="*/ 83403 h 260086"/>
              <a:gd name="connsiteX6" fmla="*/ 604779 w 765852"/>
              <a:gd name="connsiteY6" fmla="*/ 143884 h 260086"/>
              <a:gd name="connsiteX7" fmla="*/ 672177 w 765852"/>
              <a:gd name="connsiteY7" fmla="*/ 166805 h 260086"/>
              <a:gd name="connsiteX8" fmla="*/ 739575 w 765852"/>
              <a:gd name="connsiteY8" fmla="*/ 143884 h 260086"/>
              <a:gd name="connsiteX9" fmla="*/ 604595 w 765852"/>
              <a:gd name="connsiteY9" fmla="*/ 83403 h 260086"/>
              <a:gd name="connsiteX10" fmla="*/ 622611 w 765852"/>
              <a:gd name="connsiteY10" fmla="*/ 41871 h 260086"/>
              <a:gd name="connsiteX11" fmla="*/ 672177 w 765852"/>
              <a:gd name="connsiteY11" fmla="*/ 25719 h 260086"/>
              <a:gd name="connsiteX12" fmla="*/ 721742 w 765852"/>
              <a:gd name="connsiteY12" fmla="*/ 41871 h 260086"/>
              <a:gd name="connsiteX13" fmla="*/ 739759 w 765852"/>
              <a:gd name="connsiteY13" fmla="*/ 83403 h 260086"/>
              <a:gd name="connsiteX14" fmla="*/ 721742 w 765852"/>
              <a:gd name="connsiteY14" fmla="*/ 124934 h 260086"/>
              <a:gd name="connsiteX15" fmla="*/ 672177 w 765852"/>
              <a:gd name="connsiteY15" fmla="*/ 141077 h 260086"/>
              <a:gd name="connsiteX16" fmla="*/ 622611 w 765852"/>
              <a:gd name="connsiteY16" fmla="*/ 124934 h 260086"/>
              <a:gd name="connsiteX17" fmla="*/ 604595 w 765852"/>
              <a:gd name="connsiteY17" fmla="*/ 83403 h 260086"/>
              <a:gd name="connsiteX18" fmla="*/ 238310 w 765852"/>
              <a:gd name="connsiteY18" fmla="*/ 207181 h 260086"/>
              <a:gd name="connsiteX19" fmla="*/ 249560 w 765852"/>
              <a:gd name="connsiteY19" fmla="*/ 204081 h 260086"/>
              <a:gd name="connsiteX20" fmla="*/ 261562 w 765852"/>
              <a:gd name="connsiteY20" fmla="*/ 207713 h 260086"/>
              <a:gd name="connsiteX21" fmla="*/ 268163 w 765852"/>
              <a:gd name="connsiteY21" fmla="*/ 217812 h 260086"/>
              <a:gd name="connsiteX22" fmla="*/ 275874 w 765852"/>
              <a:gd name="connsiteY22" fmla="*/ 217812 h 260086"/>
              <a:gd name="connsiteX23" fmla="*/ 267145 w 765852"/>
              <a:gd name="connsiteY23" fmla="*/ 202568 h 260086"/>
              <a:gd name="connsiteX24" fmla="*/ 249917 w 765852"/>
              <a:gd name="connsiteY24" fmla="*/ 196982 h 260086"/>
              <a:gd name="connsiteX25" fmla="*/ 234322 w 765852"/>
              <a:gd name="connsiteY25" fmla="*/ 200926 h 260086"/>
              <a:gd name="connsiteX26" fmla="*/ 223961 w 765852"/>
              <a:gd name="connsiteY26" fmla="*/ 212052 h 260086"/>
              <a:gd name="connsiteX27" fmla="*/ 220330 w 765852"/>
              <a:gd name="connsiteY27" fmla="*/ 228534 h 260086"/>
              <a:gd name="connsiteX28" fmla="*/ 223961 w 765852"/>
              <a:gd name="connsiteY28" fmla="*/ 245062 h 260086"/>
              <a:gd name="connsiteX29" fmla="*/ 234322 w 765852"/>
              <a:gd name="connsiteY29" fmla="*/ 256142 h 260086"/>
              <a:gd name="connsiteX30" fmla="*/ 249917 w 765852"/>
              <a:gd name="connsiteY30" fmla="*/ 260086 h 260086"/>
              <a:gd name="connsiteX31" fmla="*/ 267145 w 765852"/>
              <a:gd name="connsiteY31" fmla="*/ 254501 h 260086"/>
              <a:gd name="connsiteX32" fmla="*/ 275782 w 765852"/>
              <a:gd name="connsiteY32" fmla="*/ 239256 h 260086"/>
              <a:gd name="connsiteX33" fmla="*/ 268071 w 765852"/>
              <a:gd name="connsiteY33" fmla="*/ 239256 h 260086"/>
              <a:gd name="connsiteX34" fmla="*/ 261516 w 765852"/>
              <a:gd name="connsiteY34" fmla="*/ 249401 h 260086"/>
              <a:gd name="connsiteX35" fmla="*/ 249560 w 765852"/>
              <a:gd name="connsiteY35" fmla="*/ 252987 h 260086"/>
              <a:gd name="connsiteX36" fmla="*/ 238310 w 765852"/>
              <a:gd name="connsiteY36" fmla="*/ 249887 h 260086"/>
              <a:gd name="connsiteX37" fmla="*/ 230828 w 765852"/>
              <a:gd name="connsiteY37" fmla="*/ 241201 h 260086"/>
              <a:gd name="connsiteX38" fmla="*/ 228215 w 765852"/>
              <a:gd name="connsiteY38" fmla="*/ 228525 h 260086"/>
              <a:gd name="connsiteX39" fmla="*/ 230828 w 765852"/>
              <a:gd name="connsiteY39" fmla="*/ 215812 h 260086"/>
              <a:gd name="connsiteX40" fmla="*/ 238310 w 765852"/>
              <a:gd name="connsiteY40" fmla="*/ 207172 h 260086"/>
              <a:gd name="connsiteX41" fmla="*/ 335580 w 765852"/>
              <a:gd name="connsiteY41" fmla="*/ 197523 h 260086"/>
              <a:gd name="connsiteX42" fmla="*/ 311925 w 765852"/>
              <a:gd name="connsiteY42" fmla="*/ 259554 h 260086"/>
              <a:gd name="connsiteX43" fmla="*/ 319892 w 765852"/>
              <a:gd name="connsiteY43" fmla="*/ 259554 h 260086"/>
              <a:gd name="connsiteX44" fmla="*/ 326448 w 765852"/>
              <a:gd name="connsiteY44" fmla="*/ 242806 h 260086"/>
              <a:gd name="connsiteX45" fmla="*/ 353467 w 765852"/>
              <a:gd name="connsiteY45" fmla="*/ 242806 h 260086"/>
              <a:gd name="connsiteX46" fmla="*/ 360023 w 765852"/>
              <a:gd name="connsiteY46" fmla="*/ 259554 h 260086"/>
              <a:gd name="connsiteX47" fmla="*/ 368256 w 765852"/>
              <a:gd name="connsiteY47" fmla="*/ 259554 h 260086"/>
              <a:gd name="connsiteX48" fmla="*/ 344693 w 765852"/>
              <a:gd name="connsiteY48" fmla="*/ 197523 h 260086"/>
              <a:gd name="connsiteX49" fmla="*/ 335570 w 765852"/>
              <a:gd name="connsiteY49" fmla="*/ 197523 h 260086"/>
              <a:gd name="connsiteX50" fmla="*/ 328758 w 765852"/>
              <a:gd name="connsiteY50" fmla="*/ 235808 h 260086"/>
              <a:gd name="connsiteX51" fmla="*/ 339916 w 765852"/>
              <a:gd name="connsiteY51" fmla="*/ 205943 h 260086"/>
              <a:gd name="connsiteX52" fmla="*/ 351166 w 765852"/>
              <a:gd name="connsiteY52" fmla="*/ 235808 h 260086"/>
              <a:gd name="connsiteX53" fmla="*/ 328749 w 765852"/>
              <a:gd name="connsiteY53" fmla="*/ 235808 h 260086"/>
              <a:gd name="connsiteX54" fmla="*/ 725437 w 765852"/>
              <a:gd name="connsiteY54" fmla="*/ 197523 h 260086"/>
              <a:gd name="connsiteX55" fmla="*/ 717736 w 765852"/>
              <a:gd name="connsiteY55" fmla="*/ 197523 h 260086"/>
              <a:gd name="connsiteX56" fmla="*/ 717736 w 765852"/>
              <a:gd name="connsiteY56" fmla="*/ 259554 h 260086"/>
              <a:gd name="connsiteX57" fmla="*/ 753704 w 765852"/>
              <a:gd name="connsiteY57" fmla="*/ 259554 h 260086"/>
              <a:gd name="connsiteX58" fmla="*/ 753704 w 765852"/>
              <a:gd name="connsiteY58" fmla="*/ 252464 h 260086"/>
              <a:gd name="connsiteX59" fmla="*/ 725446 w 765852"/>
              <a:gd name="connsiteY59" fmla="*/ 252464 h 260086"/>
              <a:gd name="connsiteX60" fmla="*/ 725446 w 765852"/>
              <a:gd name="connsiteY60" fmla="*/ 197523 h 260086"/>
              <a:gd name="connsiteX61" fmla="*/ 250953 w 765852"/>
              <a:gd name="connsiteY61" fmla="*/ 2119 h 260086"/>
              <a:gd name="connsiteX62" fmla="*/ 225566 w 765852"/>
              <a:gd name="connsiteY62" fmla="*/ 2119 h 260086"/>
              <a:gd name="connsiteX63" fmla="*/ 225566 w 765852"/>
              <a:gd name="connsiteY63" fmla="*/ 164677 h 260086"/>
              <a:gd name="connsiteX64" fmla="*/ 250953 w 765852"/>
              <a:gd name="connsiteY64" fmla="*/ 164677 h 260086"/>
              <a:gd name="connsiteX65" fmla="*/ 250953 w 765852"/>
              <a:gd name="connsiteY65" fmla="*/ 2119 h 260086"/>
              <a:gd name="connsiteX66" fmla="*/ 80592 w 765852"/>
              <a:gd name="connsiteY66" fmla="*/ 62692 h 260086"/>
              <a:gd name="connsiteX67" fmla="*/ 80592 w 765852"/>
              <a:gd name="connsiteY67" fmla="*/ 164687 h 260086"/>
              <a:gd name="connsiteX68" fmla="*/ 106732 w 765852"/>
              <a:gd name="connsiteY68" fmla="*/ 164687 h 260086"/>
              <a:gd name="connsiteX69" fmla="*/ 106713 w 765852"/>
              <a:gd name="connsiteY69" fmla="*/ 62692 h 260086"/>
              <a:gd name="connsiteX70" fmla="*/ 95124 w 765852"/>
              <a:gd name="connsiteY70" fmla="*/ 28700 h 260086"/>
              <a:gd name="connsiteX71" fmla="*/ 93648 w 765852"/>
              <a:gd name="connsiteY71" fmla="*/ 26792 h 260086"/>
              <a:gd name="connsiteX72" fmla="*/ 92172 w 765852"/>
              <a:gd name="connsiteY72" fmla="*/ 28700 h 260086"/>
              <a:gd name="connsiteX73" fmla="*/ 80583 w 765852"/>
              <a:gd name="connsiteY73" fmla="*/ 62692 h 260086"/>
              <a:gd name="connsiteX74" fmla="*/ 47273 w 765852"/>
              <a:gd name="connsiteY74" fmla="*/ 2119 h 260086"/>
              <a:gd name="connsiteX75" fmla="*/ 0 w 765852"/>
              <a:gd name="connsiteY75" fmla="*/ 2119 h 260086"/>
              <a:gd name="connsiteX76" fmla="*/ 0 w 765852"/>
              <a:gd name="connsiteY76" fmla="*/ 26792 h 260086"/>
              <a:gd name="connsiteX77" fmla="*/ 93648 w 765852"/>
              <a:gd name="connsiteY77" fmla="*/ 26792 h 260086"/>
              <a:gd name="connsiteX78" fmla="*/ 91328 w 765852"/>
              <a:gd name="connsiteY78" fmla="*/ 23793 h 260086"/>
              <a:gd name="connsiteX79" fmla="*/ 47273 w 765852"/>
              <a:gd name="connsiteY79" fmla="*/ 2119 h 260086"/>
              <a:gd name="connsiteX80" fmla="*/ 95968 w 765852"/>
              <a:gd name="connsiteY80" fmla="*/ 23793 h 260086"/>
              <a:gd name="connsiteX81" fmla="*/ 93648 w 765852"/>
              <a:gd name="connsiteY81" fmla="*/ 26792 h 260086"/>
              <a:gd name="connsiteX82" fmla="*/ 187296 w 765852"/>
              <a:gd name="connsiteY82" fmla="*/ 26792 h 260086"/>
              <a:gd name="connsiteX83" fmla="*/ 187296 w 765852"/>
              <a:gd name="connsiteY83" fmla="*/ 2119 h 260086"/>
              <a:gd name="connsiteX84" fmla="*/ 140023 w 765852"/>
              <a:gd name="connsiteY84" fmla="*/ 2119 h 260086"/>
              <a:gd name="connsiteX85" fmla="*/ 95958 w 765852"/>
              <a:gd name="connsiteY85" fmla="*/ 23793 h 260086"/>
              <a:gd name="connsiteX86" fmla="*/ 514844 w 765852"/>
              <a:gd name="connsiteY86" fmla="*/ 164677 h 260086"/>
              <a:gd name="connsiteX87" fmla="*/ 540232 w 765852"/>
              <a:gd name="connsiteY87" fmla="*/ 164677 h 260086"/>
              <a:gd name="connsiteX88" fmla="*/ 540232 w 765852"/>
              <a:gd name="connsiteY88" fmla="*/ 2119 h 260086"/>
              <a:gd name="connsiteX89" fmla="*/ 514844 w 765852"/>
              <a:gd name="connsiteY89" fmla="*/ 2119 h 260086"/>
              <a:gd name="connsiteX90" fmla="*/ 514844 w 765852"/>
              <a:gd name="connsiteY90" fmla="*/ 164677 h 260086"/>
              <a:gd name="connsiteX91" fmla="*/ 495205 w 765852"/>
              <a:gd name="connsiteY91" fmla="*/ 259554 h 260086"/>
              <a:gd name="connsiteX92" fmla="*/ 502915 w 765852"/>
              <a:gd name="connsiteY92" fmla="*/ 259554 h 260086"/>
              <a:gd name="connsiteX93" fmla="*/ 502915 w 765852"/>
              <a:gd name="connsiteY93" fmla="*/ 197523 h 260086"/>
              <a:gd name="connsiteX94" fmla="*/ 495205 w 765852"/>
              <a:gd name="connsiteY94" fmla="*/ 197523 h 260086"/>
              <a:gd name="connsiteX95" fmla="*/ 495205 w 765852"/>
              <a:gd name="connsiteY95" fmla="*/ 259554 h 260086"/>
              <a:gd name="connsiteX96" fmla="*/ 544816 w 765852"/>
              <a:gd name="connsiteY96" fmla="*/ 204613 h 260086"/>
              <a:gd name="connsiteX97" fmla="*/ 564923 w 765852"/>
              <a:gd name="connsiteY97" fmla="*/ 204613 h 260086"/>
              <a:gd name="connsiteX98" fmla="*/ 564923 w 765852"/>
              <a:gd name="connsiteY98" fmla="*/ 259554 h 260086"/>
              <a:gd name="connsiteX99" fmla="*/ 572633 w 765852"/>
              <a:gd name="connsiteY99" fmla="*/ 259554 h 260086"/>
              <a:gd name="connsiteX100" fmla="*/ 572633 w 765852"/>
              <a:gd name="connsiteY100" fmla="*/ 204613 h 260086"/>
              <a:gd name="connsiteX101" fmla="*/ 592740 w 765852"/>
              <a:gd name="connsiteY101" fmla="*/ 204613 h 260086"/>
              <a:gd name="connsiteX102" fmla="*/ 592740 w 765852"/>
              <a:gd name="connsiteY102" fmla="*/ 197523 h 260086"/>
              <a:gd name="connsiteX103" fmla="*/ 544816 w 765852"/>
              <a:gd name="connsiteY103" fmla="*/ 197523 h 260086"/>
              <a:gd name="connsiteX104" fmla="*/ 544816 w 765852"/>
              <a:gd name="connsiteY104" fmla="*/ 204613 h 260086"/>
              <a:gd name="connsiteX105" fmla="*/ 287389 w 765852"/>
              <a:gd name="connsiteY105" fmla="*/ 2119 h 260086"/>
              <a:gd name="connsiteX106" fmla="*/ 345234 w 765852"/>
              <a:gd name="connsiteY106" fmla="*/ 140105 h 260086"/>
              <a:gd name="connsiteX107" fmla="*/ 381413 w 765852"/>
              <a:gd name="connsiteY107" fmla="*/ 166796 h 260086"/>
              <a:gd name="connsiteX108" fmla="*/ 382899 w 765852"/>
              <a:gd name="connsiteY108" fmla="*/ 166796 h 260086"/>
              <a:gd name="connsiteX109" fmla="*/ 316692 w 765852"/>
              <a:gd name="connsiteY109" fmla="*/ 2119 h 260086"/>
              <a:gd name="connsiteX110" fmla="*/ 287389 w 765852"/>
              <a:gd name="connsiteY110" fmla="*/ 2119 h 260086"/>
              <a:gd name="connsiteX111" fmla="*/ 443549 w 765852"/>
              <a:gd name="connsiteY111" fmla="*/ 199871 h 260086"/>
              <a:gd name="connsiteX112" fmla="*/ 432739 w 765852"/>
              <a:gd name="connsiteY112" fmla="*/ 197523 h 260086"/>
              <a:gd name="connsiteX113" fmla="*/ 408910 w 765852"/>
              <a:gd name="connsiteY113" fmla="*/ 197523 h 260086"/>
              <a:gd name="connsiteX114" fmla="*/ 408910 w 765852"/>
              <a:gd name="connsiteY114" fmla="*/ 259554 h 260086"/>
              <a:gd name="connsiteX115" fmla="*/ 416621 w 765852"/>
              <a:gd name="connsiteY115" fmla="*/ 259554 h 260086"/>
              <a:gd name="connsiteX116" fmla="*/ 416621 w 765852"/>
              <a:gd name="connsiteY116" fmla="*/ 235716 h 260086"/>
              <a:gd name="connsiteX117" fmla="*/ 432748 w 765852"/>
              <a:gd name="connsiteY117" fmla="*/ 235716 h 260086"/>
              <a:gd name="connsiteX118" fmla="*/ 443512 w 765852"/>
              <a:gd name="connsiteY118" fmla="*/ 233368 h 260086"/>
              <a:gd name="connsiteX119" fmla="*/ 450728 w 765852"/>
              <a:gd name="connsiteY119" fmla="*/ 226681 h 260086"/>
              <a:gd name="connsiteX120" fmla="*/ 453295 w 765852"/>
              <a:gd name="connsiteY120" fmla="*/ 216583 h 260086"/>
              <a:gd name="connsiteX121" fmla="*/ 450774 w 765852"/>
              <a:gd name="connsiteY121" fmla="*/ 206521 h 260086"/>
              <a:gd name="connsiteX122" fmla="*/ 443558 w 765852"/>
              <a:gd name="connsiteY122" fmla="*/ 199871 h 260086"/>
              <a:gd name="connsiteX123" fmla="*/ 441779 w 765852"/>
              <a:gd name="connsiteY123" fmla="*/ 225351 h 260086"/>
              <a:gd name="connsiteX124" fmla="*/ 432033 w 765852"/>
              <a:gd name="connsiteY124" fmla="*/ 228635 h 260086"/>
              <a:gd name="connsiteX125" fmla="*/ 416621 w 765852"/>
              <a:gd name="connsiteY125" fmla="*/ 228635 h 260086"/>
              <a:gd name="connsiteX126" fmla="*/ 416621 w 765852"/>
              <a:gd name="connsiteY126" fmla="*/ 204622 h 260086"/>
              <a:gd name="connsiteX127" fmla="*/ 432125 w 765852"/>
              <a:gd name="connsiteY127" fmla="*/ 204622 h 260086"/>
              <a:gd name="connsiteX128" fmla="*/ 441825 w 765852"/>
              <a:gd name="connsiteY128" fmla="*/ 207860 h 260086"/>
              <a:gd name="connsiteX129" fmla="*/ 445410 w 765852"/>
              <a:gd name="connsiteY129" fmla="*/ 216592 h 260086"/>
              <a:gd name="connsiteX130" fmla="*/ 441779 w 765852"/>
              <a:gd name="connsiteY130" fmla="*/ 225361 h 260086"/>
              <a:gd name="connsiteX131" fmla="*/ 382889 w 765852"/>
              <a:gd name="connsiteY131" fmla="*/ 166805 h 260086"/>
              <a:gd name="connsiteX132" fmla="*/ 384375 w 765852"/>
              <a:gd name="connsiteY132" fmla="*/ 166805 h 260086"/>
              <a:gd name="connsiteX133" fmla="*/ 420554 w 765852"/>
              <a:gd name="connsiteY133" fmla="*/ 140114 h 260086"/>
              <a:gd name="connsiteX134" fmla="*/ 478399 w 765852"/>
              <a:gd name="connsiteY134" fmla="*/ 2128 h 260086"/>
              <a:gd name="connsiteX135" fmla="*/ 449096 w 765852"/>
              <a:gd name="connsiteY135" fmla="*/ 2128 h 260086"/>
              <a:gd name="connsiteX136" fmla="*/ 382889 w 765852"/>
              <a:gd name="connsiteY136" fmla="*/ 166814 h 260086"/>
              <a:gd name="connsiteX137" fmla="*/ 644368 w 765852"/>
              <a:gd name="connsiteY137" fmla="*/ 197523 h 260086"/>
              <a:gd name="connsiteX138" fmla="*/ 620714 w 765852"/>
              <a:gd name="connsiteY138" fmla="*/ 259554 h 260086"/>
              <a:gd name="connsiteX139" fmla="*/ 628690 w 765852"/>
              <a:gd name="connsiteY139" fmla="*/ 259554 h 260086"/>
              <a:gd name="connsiteX140" fmla="*/ 635246 w 765852"/>
              <a:gd name="connsiteY140" fmla="*/ 242806 h 260086"/>
              <a:gd name="connsiteX141" fmla="*/ 662266 w 765852"/>
              <a:gd name="connsiteY141" fmla="*/ 242806 h 260086"/>
              <a:gd name="connsiteX142" fmla="*/ 668821 w 765852"/>
              <a:gd name="connsiteY142" fmla="*/ 259554 h 260086"/>
              <a:gd name="connsiteX143" fmla="*/ 677055 w 765852"/>
              <a:gd name="connsiteY143" fmla="*/ 259554 h 260086"/>
              <a:gd name="connsiteX144" fmla="*/ 653491 w 765852"/>
              <a:gd name="connsiteY144" fmla="*/ 197523 h 260086"/>
              <a:gd name="connsiteX145" fmla="*/ 644368 w 765852"/>
              <a:gd name="connsiteY145" fmla="*/ 197523 h 260086"/>
              <a:gd name="connsiteX146" fmla="*/ 637547 w 765852"/>
              <a:gd name="connsiteY146" fmla="*/ 235808 h 260086"/>
              <a:gd name="connsiteX147" fmla="*/ 648705 w 765852"/>
              <a:gd name="connsiteY147" fmla="*/ 205943 h 260086"/>
              <a:gd name="connsiteX148" fmla="*/ 659955 w 765852"/>
              <a:gd name="connsiteY148" fmla="*/ 235808 h 260086"/>
              <a:gd name="connsiteX149" fmla="*/ 637538 w 765852"/>
              <a:gd name="connsiteY149" fmla="*/ 235808 h 260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</a:cxnLst>
            <a:rect l="l" t="t" r="r" b="b"/>
            <a:pathLst>
              <a:path w="765852" h="260086">
                <a:moveTo>
                  <a:pt x="739575" y="143884"/>
                </a:moveTo>
                <a:cubicBezTo>
                  <a:pt x="756519" y="128906"/>
                  <a:pt x="765852" y="107425"/>
                  <a:pt x="765852" y="83403"/>
                </a:cubicBezTo>
                <a:cubicBezTo>
                  <a:pt x="765852" y="59381"/>
                  <a:pt x="756519" y="37899"/>
                  <a:pt x="739575" y="22921"/>
                </a:cubicBezTo>
                <a:cubicBezTo>
                  <a:pt x="722613" y="7925"/>
                  <a:pt x="699307" y="0"/>
                  <a:pt x="672177" y="0"/>
                </a:cubicBezTo>
                <a:cubicBezTo>
                  <a:pt x="645047" y="0"/>
                  <a:pt x="621740" y="7925"/>
                  <a:pt x="604779" y="22921"/>
                </a:cubicBezTo>
                <a:cubicBezTo>
                  <a:pt x="587835" y="37899"/>
                  <a:pt x="578501" y="59381"/>
                  <a:pt x="578501" y="83403"/>
                </a:cubicBezTo>
                <a:cubicBezTo>
                  <a:pt x="578501" y="107425"/>
                  <a:pt x="587835" y="128906"/>
                  <a:pt x="604779" y="143884"/>
                </a:cubicBezTo>
                <a:cubicBezTo>
                  <a:pt x="621740" y="158881"/>
                  <a:pt x="645047" y="166805"/>
                  <a:pt x="672177" y="166805"/>
                </a:cubicBezTo>
                <a:cubicBezTo>
                  <a:pt x="699307" y="166805"/>
                  <a:pt x="722613" y="158881"/>
                  <a:pt x="739575" y="143884"/>
                </a:cubicBezTo>
                <a:close/>
                <a:moveTo>
                  <a:pt x="604595" y="83403"/>
                </a:moveTo>
                <a:cubicBezTo>
                  <a:pt x="604595" y="66489"/>
                  <a:pt x="610821" y="52135"/>
                  <a:pt x="622611" y="41871"/>
                </a:cubicBezTo>
                <a:cubicBezTo>
                  <a:pt x="634751" y="31305"/>
                  <a:pt x="651887" y="25719"/>
                  <a:pt x="672177" y="25719"/>
                </a:cubicBezTo>
                <a:cubicBezTo>
                  <a:pt x="692467" y="25719"/>
                  <a:pt x="709603" y="31305"/>
                  <a:pt x="721742" y="41871"/>
                </a:cubicBezTo>
                <a:cubicBezTo>
                  <a:pt x="733524" y="52126"/>
                  <a:pt x="739759" y="66489"/>
                  <a:pt x="739759" y="83403"/>
                </a:cubicBezTo>
                <a:cubicBezTo>
                  <a:pt x="739759" y="100316"/>
                  <a:pt x="733533" y="114671"/>
                  <a:pt x="721742" y="124934"/>
                </a:cubicBezTo>
                <a:cubicBezTo>
                  <a:pt x="709603" y="135501"/>
                  <a:pt x="692467" y="141077"/>
                  <a:pt x="672177" y="141077"/>
                </a:cubicBezTo>
                <a:cubicBezTo>
                  <a:pt x="651887" y="141077"/>
                  <a:pt x="634741" y="135491"/>
                  <a:pt x="622611" y="124934"/>
                </a:cubicBezTo>
                <a:cubicBezTo>
                  <a:pt x="610830" y="114671"/>
                  <a:pt x="604595" y="100316"/>
                  <a:pt x="604595" y="83403"/>
                </a:cubicBezTo>
                <a:close/>
                <a:moveTo>
                  <a:pt x="238310" y="207181"/>
                </a:moveTo>
                <a:cubicBezTo>
                  <a:pt x="241556" y="205118"/>
                  <a:pt x="245306" y="204081"/>
                  <a:pt x="249560" y="204081"/>
                </a:cubicBezTo>
                <a:cubicBezTo>
                  <a:pt x="254282" y="204081"/>
                  <a:pt x="258288" y="205292"/>
                  <a:pt x="261562" y="207713"/>
                </a:cubicBezTo>
                <a:cubicBezTo>
                  <a:pt x="264835" y="210135"/>
                  <a:pt x="267035" y="213501"/>
                  <a:pt x="268163" y="217812"/>
                </a:cubicBezTo>
                <a:lnTo>
                  <a:pt x="275874" y="217812"/>
                </a:lnTo>
                <a:cubicBezTo>
                  <a:pt x="274691" y="211373"/>
                  <a:pt x="271784" y="206292"/>
                  <a:pt x="267145" y="202568"/>
                </a:cubicBezTo>
                <a:cubicBezTo>
                  <a:pt x="262506" y="198844"/>
                  <a:pt x="256766" y="196982"/>
                  <a:pt x="249917" y="196982"/>
                </a:cubicBezTo>
                <a:cubicBezTo>
                  <a:pt x="244013" y="196982"/>
                  <a:pt x="238814" y="198293"/>
                  <a:pt x="234322" y="200926"/>
                </a:cubicBezTo>
                <a:cubicBezTo>
                  <a:pt x="229838" y="203558"/>
                  <a:pt x="226382" y="207264"/>
                  <a:pt x="223961" y="212052"/>
                </a:cubicBezTo>
                <a:cubicBezTo>
                  <a:pt x="221541" y="216840"/>
                  <a:pt x="220330" y="222334"/>
                  <a:pt x="220330" y="228534"/>
                </a:cubicBezTo>
                <a:cubicBezTo>
                  <a:pt x="220330" y="234734"/>
                  <a:pt x="221541" y="240302"/>
                  <a:pt x="223961" y="245062"/>
                </a:cubicBezTo>
                <a:cubicBezTo>
                  <a:pt x="226382" y="249823"/>
                  <a:pt x="229838" y="253510"/>
                  <a:pt x="234322" y="256142"/>
                </a:cubicBezTo>
                <a:cubicBezTo>
                  <a:pt x="238805" y="258775"/>
                  <a:pt x="244004" y="260086"/>
                  <a:pt x="249917" y="260086"/>
                </a:cubicBezTo>
                <a:cubicBezTo>
                  <a:pt x="256831" y="260086"/>
                  <a:pt x="262570" y="258224"/>
                  <a:pt x="267145" y="254501"/>
                </a:cubicBezTo>
                <a:cubicBezTo>
                  <a:pt x="271720" y="250777"/>
                  <a:pt x="274599" y="245695"/>
                  <a:pt x="275782" y="239256"/>
                </a:cubicBezTo>
                <a:lnTo>
                  <a:pt x="268071" y="239256"/>
                </a:lnTo>
                <a:cubicBezTo>
                  <a:pt x="266888" y="243631"/>
                  <a:pt x="264706" y="247007"/>
                  <a:pt x="261516" y="249401"/>
                </a:cubicBezTo>
                <a:cubicBezTo>
                  <a:pt x="258325" y="251795"/>
                  <a:pt x="254337" y="252987"/>
                  <a:pt x="249560" y="252987"/>
                </a:cubicBezTo>
                <a:cubicBezTo>
                  <a:pt x="245306" y="252987"/>
                  <a:pt x="241556" y="251951"/>
                  <a:pt x="238310" y="249887"/>
                </a:cubicBezTo>
                <a:cubicBezTo>
                  <a:pt x="235064" y="247823"/>
                  <a:pt x="232561" y="244925"/>
                  <a:pt x="230828" y="241201"/>
                </a:cubicBezTo>
                <a:cubicBezTo>
                  <a:pt x="229086" y="237477"/>
                  <a:pt x="228215" y="233258"/>
                  <a:pt x="228215" y="228525"/>
                </a:cubicBezTo>
                <a:cubicBezTo>
                  <a:pt x="228215" y="223792"/>
                  <a:pt x="229086" y="219499"/>
                  <a:pt x="230828" y="215812"/>
                </a:cubicBezTo>
                <a:cubicBezTo>
                  <a:pt x="232570" y="212125"/>
                  <a:pt x="235064" y="209245"/>
                  <a:pt x="238310" y="207172"/>
                </a:cubicBezTo>
                <a:close/>
                <a:moveTo>
                  <a:pt x="335580" y="197523"/>
                </a:moveTo>
                <a:lnTo>
                  <a:pt x="311925" y="259554"/>
                </a:lnTo>
                <a:lnTo>
                  <a:pt x="319892" y="259554"/>
                </a:lnTo>
                <a:lnTo>
                  <a:pt x="326448" y="242806"/>
                </a:lnTo>
                <a:lnTo>
                  <a:pt x="353467" y="242806"/>
                </a:lnTo>
                <a:lnTo>
                  <a:pt x="360023" y="259554"/>
                </a:lnTo>
                <a:lnTo>
                  <a:pt x="368256" y="259554"/>
                </a:lnTo>
                <a:lnTo>
                  <a:pt x="344693" y="197523"/>
                </a:lnTo>
                <a:lnTo>
                  <a:pt x="335570" y="197523"/>
                </a:lnTo>
                <a:close/>
                <a:moveTo>
                  <a:pt x="328758" y="235808"/>
                </a:moveTo>
                <a:lnTo>
                  <a:pt x="339916" y="205943"/>
                </a:lnTo>
                <a:lnTo>
                  <a:pt x="351166" y="235808"/>
                </a:lnTo>
                <a:lnTo>
                  <a:pt x="328749" y="235808"/>
                </a:lnTo>
                <a:close/>
                <a:moveTo>
                  <a:pt x="725437" y="197523"/>
                </a:moveTo>
                <a:lnTo>
                  <a:pt x="717736" y="197523"/>
                </a:lnTo>
                <a:lnTo>
                  <a:pt x="717736" y="259554"/>
                </a:lnTo>
                <a:lnTo>
                  <a:pt x="753704" y="259554"/>
                </a:lnTo>
                <a:lnTo>
                  <a:pt x="753704" y="252464"/>
                </a:lnTo>
                <a:lnTo>
                  <a:pt x="725446" y="252464"/>
                </a:lnTo>
                <a:lnTo>
                  <a:pt x="725446" y="197523"/>
                </a:lnTo>
                <a:close/>
                <a:moveTo>
                  <a:pt x="250953" y="2119"/>
                </a:moveTo>
                <a:lnTo>
                  <a:pt x="225566" y="2119"/>
                </a:lnTo>
                <a:lnTo>
                  <a:pt x="225566" y="164677"/>
                </a:lnTo>
                <a:lnTo>
                  <a:pt x="250953" y="164677"/>
                </a:lnTo>
                <a:lnTo>
                  <a:pt x="250953" y="2119"/>
                </a:lnTo>
                <a:close/>
                <a:moveTo>
                  <a:pt x="80592" y="62692"/>
                </a:moveTo>
                <a:lnTo>
                  <a:pt x="80592" y="164687"/>
                </a:lnTo>
                <a:cubicBezTo>
                  <a:pt x="80592" y="164687"/>
                  <a:pt x="106732" y="164687"/>
                  <a:pt x="106732" y="164687"/>
                </a:cubicBezTo>
                <a:lnTo>
                  <a:pt x="106713" y="62692"/>
                </a:lnTo>
                <a:cubicBezTo>
                  <a:pt x="106713" y="50282"/>
                  <a:pt x="102707" y="38523"/>
                  <a:pt x="95124" y="28700"/>
                </a:cubicBezTo>
                <a:lnTo>
                  <a:pt x="93648" y="26792"/>
                </a:lnTo>
                <a:lnTo>
                  <a:pt x="92172" y="28700"/>
                </a:lnTo>
                <a:cubicBezTo>
                  <a:pt x="84589" y="38523"/>
                  <a:pt x="80583" y="50273"/>
                  <a:pt x="80583" y="62692"/>
                </a:cubicBezTo>
                <a:close/>
                <a:moveTo>
                  <a:pt x="47273" y="2119"/>
                </a:moveTo>
                <a:lnTo>
                  <a:pt x="0" y="2119"/>
                </a:lnTo>
                <a:lnTo>
                  <a:pt x="0" y="26792"/>
                </a:lnTo>
                <a:lnTo>
                  <a:pt x="93648" y="26792"/>
                </a:lnTo>
                <a:lnTo>
                  <a:pt x="91328" y="23793"/>
                </a:lnTo>
                <a:cubicBezTo>
                  <a:pt x="80693" y="10025"/>
                  <a:pt x="64629" y="2119"/>
                  <a:pt x="47273" y="2119"/>
                </a:cubicBezTo>
                <a:close/>
                <a:moveTo>
                  <a:pt x="95968" y="23793"/>
                </a:moveTo>
                <a:lnTo>
                  <a:pt x="93648" y="26792"/>
                </a:lnTo>
                <a:lnTo>
                  <a:pt x="187296" y="26792"/>
                </a:lnTo>
                <a:lnTo>
                  <a:pt x="187296" y="2119"/>
                </a:lnTo>
                <a:lnTo>
                  <a:pt x="140023" y="2119"/>
                </a:lnTo>
                <a:cubicBezTo>
                  <a:pt x="122657" y="2119"/>
                  <a:pt x="106603" y="10016"/>
                  <a:pt x="95958" y="23793"/>
                </a:cubicBezTo>
                <a:close/>
                <a:moveTo>
                  <a:pt x="514844" y="164677"/>
                </a:moveTo>
                <a:lnTo>
                  <a:pt x="540232" y="164677"/>
                </a:lnTo>
                <a:lnTo>
                  <a:pt x="540232" y="2119"/>
                </a:lnTo>
                <a:lnTo>
                  <a:pt x="514844" y="2119"/>
                </a:lnTo>
                <a:lnTo>
                  <a:pt x="514844" y="164677"/>
                </a:lnTo>
                <a:close/>
                <a:moveTo>
                  <a:pt x="495205" y="259554"/>
                </a:moveTo>
                <a:lnTo>
                  <a:pt x="502915" y="259554"/>
                </a:lnTo>
                <a:lnTo>
                  <a:pt x="502915" y="197523"/>
                </a:lnTo>
                <a:lnTo>
                  <a:pt x="495205" y="197523"/>
                </a:lnTo>
                <a:lnTo>
                  <a:pt x="495205" y="259554"/>
                </a:lnTo>
                <a:close/>
                <a:moveTo>
                  <a:pt x="544816" y="204613"/>
                </a:moveTo>
                <a:lnTo>
                  <a:pt x="564923" y="204613"/>
                </a:lnTo>
                <a:lnTo>
                  <a:pt x="564923" y="259554"/>
                </a:lnTo>
                <a:lnTo>
                  <a:pt x="572633" y="259554"/>
                </a:lnTo>
                <a:lnTo>
                  <a:pt x="572633" y="204613"/>
                </a:lnTo>
                <a:lnTo>
                  <a:pt x="592740" y="204613"/>
                </a:lnTo>
                <a:lnTo>
                  <a:pt x="592740" y="197523"/>
                </a:lnTo>
                <a:lnTo>
                  <a:pt x="544816" y="197523"/>
                </a:lnTo>
                <a:lnTo>
                  <a:pt x="544816" y="204613"/>
                </a:lnTo>
                <a:close/>
                <a:moveTo>
                  <a:pt x="287389" y="2119"/>
                </a:moveTo>
                <a:cubicBezTo>
                  <a:pt x="287389" y="2119"/>
                  <a:pt x="335680" y="117220"/>
                  <a:pt x="345234" y="140105"/>
                </a:cubicBezTo>
                <a:cubicBezTo>
                  <a:pt x="356374" y="166796"/>
                  <a:pt x="374464" y="166796"/>
                  <a:pt x="381413" y="166796"/>
                </a:cubicBezTo>
                <a:lnTo>
                  <a:pt x="382899" y="166796"/>
                </a:lnTo>
                <a:lnTo>
                  <a:pt x="316692" y="2119"/>
                </a:lnTo>
                <a:lnTo>
                  <a:pt x="287389" y="2119"/>
                </a:lnTo>
                <a:close/>
                <a:moveTo>
                  <a:pt x="443549" y="199871"/>
                </a:moveTo>
                <a:cubicBezTo>
                  <a:pt x="440413" y="198303"/>
                  <a:pt x="436819" y="197523"/>
                  <a:pt x="432739" y="197523"/>
                </a:cubicBezTo>
                <a:lnTo>
                  <a:pt x="408910" y="197523"/>
                </a:lnTo>
                <a:lnTo>
                  <a:pt x="408910" y="259554"/>
                </a:lnTo>
                <a:lnTo>
                  <a:pt x="416621" y="259554"/>
                </a:lnTo>
                <a:lnTo>
                  <a:pt x="416621" y="235716"/>
                </a:lnTo>
                <a:lnTo>
                  <a:pt x="432748" y="235716"/>
                </a:lnTo>
                <a:cubicBezTo>
                  <a:pt x="436819" y="235716"/>
                  <a:pt x="440413" y="234936"/>
                  <a:pt x="443512" y="233368"/>
                </a:cubicBezTo>
                <a:cubicBezTo>
                  <a:pt x="446611" y="231799"/>
                  <a:pt x="449013" y="229571"/>
                  <a:pt x="450728" y="226681"/>
                </a:cubicBezTo>
                <a:cubicBezTo>
                  <a:pt x="452442" y="223783"/>
                  <a:pt x="453295" y="220417"/>
                  <a:pt x="453295" y="216583"/>
                </a:cubicBezTo>
                <a:cubicBezTo>
                  <a:pt x="453295" y="212749"/>
                  <a:pt x="452452" y="209392"/>
                  <a:pt x="450774" y="206521"/>
                </a:cubicBezTo>
                <a:cubicBezTo>
                  <a:pt x="449087" y="203659"/>
                  <a:pt x="446685" y="201439"/>
                  <a:pt x="443558" y="199871"/>
                </a:cubicBezTo>
                <a:close/>
                <a:moveTo>
                  <a:pt x="441779" y="225351"/>
                </a:moveTo>
                <a:cubicBezTo>
                  <a:pt x="439359" y="227534"/>
                  <a:pt x="436113" y="228635"/>
                  <a:pt x="432033" y="228635"/>
                </a:cubicBezTo>
                <a:lnTo>
                  <a:pt x="416621" y="228635"/>
                </a:lnTo>
                <a:lnTo>
                  <a:pt x="416621" y="204622"/>
                </a:lnTo>
                <a:lnTo>
                  <a:pt x="432125" y="204622"/>
                </a:lnTo>
                <a:cubicBezTo>
                  <a:pt x="436196" y="204622"/>
                  <a:pt x="439432" y="205705"/>
                  <a:pt x="441825" y="207860"/>
                </a:cubicBezTo>
                <a:cubicBezTo>
                  <a:pt x="444218" y="210015"/>
                  <a:pt x="445410" y="212923"/>
                  <a:pt x="445410" y="216592"/>
                </a:cubicBezTo>
                <a:cubicBezTo>
                  <a:pt x="445410" y="220261"/>
                  <a:pt x="444200" y="223178"/>
                  <a:pt x="441779" y="225361"/>
                </a:cubicBezTo>
                <a:close/>
                <a:moveTo>
                  <a:pt x="382889" y="166805"/>
                </a:moveTo>
                <a:lnTo>
                  <a:pt x="384375" y="166805"/>
                </a:lnTo>
                <a:cubicBezTo>
                  <a:pt x="391334" y="166805"/>
                  <a:pt x="409423" y="166805"/>
                  <a:pt x="420554" y="140114"/>
                </a:cubicBezTo>
                <a:cubicBezTo>
                  <a:pt x="430099" y="117230"/>
                  <a:pt x="478399" y="2128"/>
                  <a:pt x="478399" y="2128"/>
                </a:cubicBezTo>
                <a:lnTo>
                  <a:pt x="449096" y="2128"/>
                </a:lnTo>
                <a:lnTo>
                  <a:pt x="382889" y="166814"/>
                </a:lnTo>
                <a:close/>
                <a:moveTo>
                  <a:pt x="644368" y="197523"/>
                </a:moveTo>
                <a:lnTo>
                  <a:pt x="620714" y="259554"/>
                </a:lnTo>
                <a:lnTo>
                  <a:pt x="628690" y="259554"/>
                </a:lnTo>
                <a:lnTo>
                  <a:pt x="635246" y="242806"/>
                </a:lnTo>
                <a:lnTo>
                  <a:pt x="662266" y="242806"/>
                </a:lnTo>
                <a:lnTo>
                  <a:pt x="668821" y="259554"/>
                </a:lnTo>
                <a:lnTo>
                  <a:pt x="677055" y="259554"/>
                </a:lnTo>
                <a:lnTo>
                  <a:pt x="653491" y="197523"/>
                </a:lnTo>
                <a:lnTo>
                  <a:pt x="644368" y="197523"/>
                </a:lnTo>
                <a:close/>
                <a:moveTo>
                  <a:pt x="637547" y="235808"/>
                </a:moveTo>
                <a:lnTo>
                  <a:pt x="648705" y="205943"/>
                </a:lnTo>
                <a:lnTo>
                  <a:pt x="659955" y="235808"/>
                </a:lnTo>
                <a:lnTo>
                  <a:pt x="637538" y="235808"/>
                </a:lnTo>
                <a:close/>
              </a:path>
            </a:pathLst>
          </a:custGeom>
          <a:solidFill>
            <a:schemeClr val="bg1"/>
          </a:solidFill>
          <a:ln w="1061" cap="flat">
            <a:noFill/>
            <a:prstDash val="solid"/>
            <a:miter/>
          </a:ln>
        </p:spPr>
        <p:txBody>
          <a:bodyPr rtlCol="0" anchor="ctr"/>
          <a:lstStyle/>
          <a:p>
            <a:endParaRPr lang="pt-BR" sz="1092">
              <a:solidFill>
                <a:schemeClr val="bg1"/>
              </a:solidFill>
            </a:endParaRPr>
          </a:p>
        </p:txBody>
      </p:sp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7858F1CA-0E09-F094-AD45-52092585CA1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225800" y="1518527"/>
            <a:ext cx="3740400" cy="4776078"/>
          </a:xfrm>
          <a:prstGeom prst="rect">
            <a:avLst/>
          </a:prstGeom>
          <a:ln>
            <a:solidFill>
              <a:schemeClr val="accent4"/>
            </a:solidFill>
          </a:ln>
        </p:spPr>
        <p:txBody>
          <a:bodyPr lIns="36000" tIns="36000" rIns="36000" bIns="36000"/>
          <a:lstStyle>
            <a:lvl1pPr marL="0" indent="0">
              <a:buNone/>
              <a:defRPr sz="120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4E170CD4-5C01-DD85-2A0A-98954D99CAC5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34962" y="3987408"/>
            <a:ext cx="3741737" cy="2313464"/>
          </a:xfrm>
          <a:prstGeom prst="rect">
            <a:avLst/>
          </a:prstGeom>
          <a:ln>
            <a:solidFill>
              <a:schemeClr val="accent4"/>
            </a:solidFill>
          </a:ln>
        </p:spPr>
        <p:txBody>
          <a:bodyPr lIns="36000" tIns="36000" rIns="36000" bIns="36000"/>
          <a:lstStyle>
            <a:lvl1pPr marL="0" indent="0">
              <a:buNone/>
              <a:defRPr sz="120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805EFAA-C04F-7113-90E8-A7D66AF3528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116638" y="1524793"/>
            <a:ext cx="3740400" cy="4776079"/>
          </a:xfrm>
          <a:prstGeom prst="rect">
            <a:avLst/>
          </a:prstGeom>
          <a:ln>
            <a:solidFill>
              <a:schemeClr val="accent4"/>
            </a:solidFill>
          </a:ln>
        </p:spPr>
        <p:txBody>
          <a:bodyPr lIns="36000" tIns="36000" rIns="36000" bIns="36000"/>
          <a:lstStyle>
            <a:lvl1pPr marL="0" indent="0">
              <a:buNone/>
              <a:defRPr sz="120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176D65B-577B-DA97-A4AE-85E5C579A955}"/>
              </a:ext>
            </a:extLst>
          </p:cNvPr>
          <p:cNvCxnSpPr/>
          <p:nvPr userDrawn="1"/>
        </p:nvCxnSpPr>
        <p:spPr>
          <a:xfrm>
            <a:off x="334964" y="185353"/>
            <a:ext cx="10415415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786366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469">
          <p15:clr>
            <a:srgbClr val="FBAE40"/>
          </p15:clr>
        </p15:guide>
        <p15:guide id="2" orient="horz" pos="3974">
          <p15:clr>
            <a:srgbClr val="FBAE40"/>
          </p15:clr>
        </p15:guide>
        <p15:guide id="3" orient="horz" pos="232">
          <p15:clr>
            <a:srgbClr val="FBAE40"/>
          </p15:clr>
        </p15:guide>
        <p15:guide id="4" pos="211">
          <p15:clr>
            <a:srgbClr val="FBAE40"/>
          </p15:clr>
        </p15:guide>
        <p15:guide id="5" orient="horz" pos="4065">
          <p15:clr>
            <a:srgbClr val="FBAE40"/>
          </p15:clr>
        </p15:guide>
        <p15:guide id="6" orient="horz" pos="799">
          <p15:clr>
            <a:srgbClr val="FBAE40"/>
          </p15:clr>
        </p15:guide>
        <p15:guide id="7" orient="horz" pos="935">
          <p15:clr>
            <a:srgbClr val="FBAE40"/>
          </p15:clr>
        </p15:guide>
      </p15:sldGuideLst>
    </p:ext>
  </p:extLst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ítulo | 2 linhas - High Yield">
    <p:bg>
      <p:bgPr>
        <a:gradFill>
          <a:gsLst>
            <a:gs pos="81000">
              <a:schemeClr val="tx1">
                <a:lumMod val="85000"/>
                <a:lumOff val="15000"/>
              </a:schemeClr>
            </a:gs>
            <a:gs pos="100000">
              <a:schemeClr val="tx1">
                <a:lumMod val="95000"/>
                <a:lumOff val="5000"/>
              </a:schemeClr>
            </a:gs>
            <a:gs pos="0">
              <a:schemeClr val="accent5"/>
            </a:gs>
          </a:gsLst>
          <a:lin ang="7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B13D7C-5A47-B0DF-B518-26E79F5D2DB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64" y="368301"/>
            <a:ext cx="10183813" cy="4308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err="1"/>
              <a:t>Título</a:t>
            </a:r>
            <a:endParaRPr lang="en-US"/>
          </a:p>
        </p:txBody>
      </p:sp>
      <p:sp>
        <p:nvSpPr>
          <p:cNvPr id="2" name="Espaço Reservado para Número de Slide 5">
            <a:extLst>
              <a:ext uri="{FF2B5EF4-FFF2-40B4-BE49-F238E27FC236}">
                <a16:creationId xmlns:a16="http://schemas.microsoft.com/office/drawing/2014/main" id="{21758EB3-F057-8CDF-FF61-35E724EF59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61763" y="6482556"/>
            <a:ext cx="295275" cy="1692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 sz="1100">
                <a:solidFill>
                  <a:schemeClr val="bg1"/>
                </a:solidFill>
                <a:latin typeface="Versos" panose="020B0503020204030204" pitchFamily="34" charset="0"/>
                <a:cs typeface="Versos" panose="020B0503020204030204" pitchFamily="34" charset="0"/>
              </a:defRPr>
            </a:lvl1pPr>
          </a:lstStyle>
          <a:p>
            <a:fld id="{77667D73-C69A-4DAA-9003-24A825D36FE9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7" name="Text Placeholder 8">
            <a:extLst>
              <a:ext uri="{FF2B5EF4-FFF2-40B4-BE49-F238E27FC236}">
                <a16:creationId xmlns:a16="http://schemas.microsoft.com/office/drawing/2014/main" id="{5629EC08-34A0-4F4F-BF0C-DAE3D73CA1C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34964" y="1949414"/>
            <a:ext cx="5648397" cy="435931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F37A98A2-2A9D-056F-7CA4-B986B817076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4963" y="6482557"/>
            <a:ext cx="10980000" cy="138499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900">
                <a:latin typeface="Versos Light" panose="020B0403020204030204" pitchFamily="34" charset="0"/>
              </a:defRPr>
            </a:lvl2pPr>
            <a:lvl3pPr>
              <a:defRPr sz="900">
                <a:latin typeface="Versos Light" panose="020B0403020204030204" pitchFamily="34" charset="0"/>
              </a:defRPr>
            </a:lvl3pPr>
            <a:lvl4pPr>
              <a:defRPr sz="900">
                <a:latin typeface="Versos Light" panose="020B0403020204030204" pitchFamily="34" charset="0"/>
              </a:defRPr>
            </a:lvl4pPr>
            <a:lvl5pPr>
              <a:defRPr sz="900">
                <a:latin typeface="Versos Light" panose="020B0403020204030204" pitchFamily="34" charset="0"/>
              </a:defRPr>
            </a:lvl5pPr>
          </a:lstStyle>
          <a:p>
            <a:pPr lvl="0"/>
            <a:r>
              <a:rPr lang="en-US"/>
              <a:t>Fonte:</a:t>
            </a:r>
            <a:endParaRPr lang="pt-BR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ECBC137-580C-65EB-C713-E63CDBDB515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208641" y="1949414"/>
            <a:ext cx="5648397" cy="435931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D1CF13AF-F1F7-29D7-F0C3-C23BE528C9A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34964" y="1518528"/>
            <a:ext cx="5648397" cy="21544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47497781-FD6B-9B5D-3237-9AD784B8880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208641" y="1518528"/>
            <a:ext cx="5648397" cy="21544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Picture 8">
            <a:extLst>
              <a:ext uri="{FF2B5EF4-FFF2-40B4-BE49-F238E27FC236}">
                <a16:creationId xmlns:a16="http://schemas.microsoft.com/office/drawing/2014/main" id="{EB78A079-9AB0-B349-256E-BC9ED4CF0623}"/>
              </a:ext>
            </a:extLst>
          </p:cNvPr>
          <p:cNvSpPr/>
          <p:nvPr userDrawn="1"/>
        </p:nvSpPr>
        <p:spPr>
          <a:xfrm>
            <a:off x="11091186" y="377179"/>
            <a:ext cx="765852" cy="260086"/>
          </a:xfrm>
          <a:custGeom>
            <a:avLst/>
            <a:gdLst>
              <a:gd name="connsiteX0" fmla="*/ 739575 w 765852"/>
              <a:gd name="connsiteY0" fmla="*/ 143884 h 260086"/>
              <a:gd name="connsiteX1" fmla="*/ 765852 w 765852"/>
              <a:gd name="connsiteY1" fmla="*/ 83403 h 260086"/>
              <a:gd name="connsiteX2" fmla="*/ 739575 w 765852"/>
              <a:gd name="connsiteY2" fmla="*/ 22921 h 260086"/>
              <a:gd name="connsiteX3" fmla="*/ 672177 w 765852"/>
              <a:gd name="connsiteY3" fmla="*/ 0 h 260086"/>
              <a:gd name="connsiteX4" fmla="*/ 604779 w 765852"/>
              <a:gd name="connsiteY4" fmla="*/ 22921 h 260086"/>
              <a:gd name="connsiteX5" fmla="*/ 578501 w 765852"/>
              <a:gd name="connsiteY5" fmla="*/ 83403 h 260086"/>
              <a:gd name="connsiteX6" fmla="*/ 604779 w 765852"/>
              <a:gd name="connsiteY6" fmla="*/ 143884 h 260086"/>
              <a:gd name="connsiteX7" fmla="*/ 672177 w 765852"/>
              <a:gd name="connsiteY7" fmla="*/ 166805 h 260086"/>
              <a:gd name="connsiteX8" fmla="*/ 739575 w 765852"/>
              <a:gd name="connsiteY8" fmla="*/ 143884 h 260086"/>
              <a:gd name="connsiteX9" fmla="*/ 604595 w 765852"/>
              <a:gd name="connsiteY9" fmla="*/ 83403 h 260086"/>
              <a:gd name="connsiteX10" fmla="*/ 622611 w 765852"/>
              <a:gd name="connsiteY10" fmla="*/ 41871 h 260086"/>
              <a:gd name="connsiteX11" fmla="*/ 672177 w 765852"/>
              <a:gd name="connsiteY11" fmla="*/ 25719 h 260086"/>
              <a:gd name="connsiteX12" fmla="*/ 721742 w 765852"/>
              <a:gd name="connsiteY12" fmla="*/ 41871 h 260086"/>
              <a:gd name="connsiteX13" fmla="*/ 739759 w 765852"/>
              <a:gd name="connsiteY13" fmla="*/ 83403 h 260086"/>
              <a:gd name="connsiteX14" fmla="*/ 721742 w 765852"/>
              <a:gd name="connsiteY14" fmla="*/ 124934 h 260086"/>
              <a:gd name="connsiteX15" fmla="*/ 672177 w 765852"/>
              <a:gd name="connsiteY15" fmla="*/ 141077 h 260086"/>
              <a:gd name="connsiteX16" fmla="*/ 622611 w 765852"/>
              <a:gd name="connsiteY16" fmla="*/ 124934 h 260086"/>
              <a:gd name="connsiteX17" fmla="*/ 604595 w 765852"/>
              <a:gd name="connsiteY17" fmla="*/ 83403 h 260086"/>
              <a:gd name="connsiteX18" fmla="*/ 238310 w 765852"/>
              <a:gd name="connsiteY18" fmla="*/ 207181 h 260086"/>
              <a:gd name="connsiteX19" fmla="*/ 249560 w 765852"/>
              <a:gd name="connsiteY19" fmla="*/ 204081 h 260086"/>
              <a:gd name="connsiteX20" fmla="*/ 261562 w 765852"/>
              <a:gd name="connsiteY20" fmla="*/ 207713 h 260086"/>
              <a:gd name="connsiteX21" fmla="*/ 268163 w 765852"/>
              <a:gd name="connsiteY21" fmla="*/ 217812 h 260086"/>
              <a:gd name="connsiteX22" fmla="*/ 275874 w 765852"/>
              <a:gd name="connsiteY22" fmla="*/ 217812 h 260086"/>
              <a:gd name="connsiteX23" fmla="*/ 267145 w 765852"/>
              <a:gd name="connsiteY23" fmla="*/ 202568 h 260086"/>
              <a:gd name="connsiteX24" fmla="*/ 249917 w 765852"/>
              <a:gd name="connsiteY24" fmla="*/ 196982 h 260086"/>
              <a:gd name="connsiteX25" fmla="*/ 234322 w 765852"/>
              <a:gd name="connsiteY25" fmla="*/ 200926 h 260086"/>
              <a:gd name="connsiteX26" fmla="*/ 223961 w 765852"/>
              <a:gd name="connsiteY26" fmla="*/ 212052 h 260086"/>
              <a:gd name="connsiteX27" fmla="*/ 220330 w 765852"/>
              <a:gd name="connsiteY27" fmla="*/ 228534 h 260086"/>
              <a:gd name="connsiteX28" fmla="*/ 223961 w 765852"/>
              <a:gd name="connsiteY28" fmla="*/ 245062 h 260086"/>
              <a:gd name="connsiteX29" fmla="*/ 234322 w 765852"/>
              <a:gd name="connsiteY29" fmla="*/ 256142 h 260086"/>
              <a:gd name="connsiteX30" fmla="*/ 249917 w 765852"/>
              <a:gd name="connsiteY30" fmla="*/ 260086 h 260086"/>
              <a:gd name="connsiteX31" fmla="*/ 267145 w 765852"/>
              <a:gd name="connsiteY31" fmla="*/ 254501 h 260086"/>
              <a:gd name="connsiteX32" fmla="*/ 275782 w 765852"/>
              <a:gd name="connsiteY32" fmla="*/ 239256 h 260086"/>
              <a:gd name="connsiteX33" fmla="*/ 268071 w 765852"/>
              <a:gd name="connsiteY33" fmla="*/ 239256 h 260086"/>
              <a:gd name="connsiteX34" fmla="*/ 261516 w 765852"/>
              <a:gd name="connsiteY34" fmla="*/ 249401 h 260086"/>
              <a:gd name="connsiteX35" fmla="*/ 249560 w 765852"/>
              <a:gd name="connsiteY35" fmla="*/ 252987 h 260086"/>
              <a:gd name="connsiteX36" fmla="*/ 238310 w 765852"/>
              <a:gd name="connsiteY36" fmla="*/ 249887 h 260086"/>
              <a:gd name="connsiteX37" fmla="*/ 230828 w 765852"/>
              <a:gd name="connsiteY37" fmla="*/ 241201 h 260086"/>
              <a:gd name="connsiteX38" fmla="*/ 228215 w 765852"/>
              <a:gd name="connsiteY38" fmla="*/ 228525 h 260086"/>
              <a:gd name="connsiteX39" fmla="*/ 230828 w 765852"/>
              <a:gd name="connsiteY39" fmla="*/ 215812 h 260086"/>
              <a:gd name="connsiteX40" fmla="*/ 238310 w 765852"/>
              <a:gd name="connsiteY40" fmla="*/ 207172 h 260086"/>
              <a:gd name="connsiteX41" fmla="*/ 335580 w 765852"/>
              <a:gd name="connsiteY41" fmla="*/ 197523 h 260086"/>
              <a:gd name="connsiteX42" fmla="*/ 311925 w 765852"/>
              <a:gd name="connsiteY42" fmla="*/ 259554 h 260086"/>
              <a:gd name="connsiteX43" fmla="*/ 319892 w 765852"/>
              <a:gd name="connsiteY43" fmla="*/ 259554 h 260086"/>
              <a:gd name="connsiteX44" fmla="*/ 326448 w 765852"/>
              <a:gd name="connsiteY44" fmla="*/ 242806 h 260086"/>
              <a:gd name="connsiteX45" fmla="*/ 353467 w 765852"/>
              <a:gd name="connsiteY45" fmla="*/ 242806 h 260086"/>
              <a:gd name="connsiteX46" fmla="*/ 360023 w 765852"/>
              <a:gd name="connsiteY46" fmla="*/ 259554 h 260086"/>
              <a:gd name="connsiteX47" fmla="*/ 368256 w 765852"/>
              <a:gd name="connsiteY47" fmla="*/ 259554 h 260086"/>
              <a:gd name="connsiteX48" fmla="*/ 344693 w 765852"/>
              <a:gd name="connsiteY48" fmla="*/ 197523 h 260086"/>
              <a:gd name="connsiteX49" fmla="*/ 335570 w 765852"/>
              <a:gd name="connsiteY49" fmla="*/ 197523 h 260086"/>
              <a:gd name="connsiteX50" fmla="*/ 328758 w 765852"/>
              <a:gd name="connsiteY50" fmla="*/ 235808 h 260086"/>
              <a:gd name="connsiteX51" fmla="*/ 339916 w 765852"/>
              <a:gd name="connsiteY51" fmla="*/ 205943 h 260086"/>
              <a:gd name="connsiteX52" fmla="*/ 351166 w 765852"/>
              <a:gd name="connsiteY52" fmla="*/ 235808 h 260086"/>
              <a:gd name="connsiteX53" fmla="*/ 328749 w 765852"/>
              <a:gd name="connsiteY53" fmla="*/ 235808 h 260086"/>
              <a:gd name="connsiteX54" fmla="*/ 725437 w 765852"/>
              <a:gd name="connsiteY54" fmla="*/ 197523 h 260086"/>
              <a:gd name="connsiteX55" fmla="*/ 717736 w 765852"/>
              <a:gd name="connsiteY55" fmla="*/ 197523 h 260086"/>
              <a:gd name="connsiteX56" fmla="*/ 717736 w 765852"/>
              <a:gd name="connsiteY56" fmla="*/ 259554 h 260086"/>
              <a:gd name="connsiteX57" fmla="*/ 753704 w 765852"/>
              <a:gd name="connsiteY57" fmla="*/ 259554 h 260086"/>
              <a:gd name="connsiteX58" fmla="*/ 753704 w 765852"/>
              <a:gd name="connsiteY58" fmla="*/ 252464 h 260086"/>
              <a:gd name="connsiteX59" fmla="*/ 725446 w 765852"/>
              <a:gd name="connsiteY59" fmla="*/ 252464 h 260086"/>
              <a:gd name="connsiteX60" fmla="*/ 725446 w 765852"/>
              <a:gd name="connsiteY60" fmla="*/ 197523 h 260086"/>
              <a:gd name="connsiteX61" fmla="*/ 250953 w 765852"/>
              <a:gd name="connsiteY61" fmla="*/ 2119 h 260086"/>
              <a:gd name="connsiteX62" fmla="*/ 225566 w 765852"/>
              <a:gd name="connsiteY62" fmla="*/ 2119 h 260086"/>
              <a:gd name="connsiteX63" fmla="*/ 225566 w 765852"/>
              <a:gd name="connsiteY63" fmla="*/ 164677 h 260086"/>
              <a:gd name="connsiteX64" fmla="*/ 250953 w 765852"/>
              <a:gd name="connsiteY64" fmla="*/ 164677 h 260086"/>
              <a:gd name="connsiteX65" fmla="*/ 250953 w 765852"/>
              <a:gd name="connsiteY65" fmla="*/ 2119 h 260086"/>
              <a:gd name="connsiteX66" fmla="*/ 80592 w 765852"/>
              <a:gd name="connsiteY66" fmla="*/ 62692 h 260086"/>
              <a:gd name="connsiteX67" fmla="*/ 80592 w 765852"/>
              <a:gd name="connsiteY67" fmla="*/ 164687 h 260086"/>
              <a:gd name="connsiteX68" fmla="*/ 106732 w 765852"/>
              <a:gd name="connsiteY68" fmla="*/ 164687 h 260086"/>
              <a:gd name="connsiteX69" fmla="*/ 106713 w 765852"/>
              <a:gd name="connsiteY69" fmla="*/ 62692 h 260086"/>
              <a:gd name="connsiteX70" fmla="*/ 95124 w 765852"/>
              <a:gd name="connsiteY70" fmla="*/ 28700 h 260086"/>
              <a:gd name="connsiteX71" fmla="*/ 93648 w 765852"/>
              <a:gd name="connsiteY71" fmla="*/ 26792 h 260086"/>
              <a:gd name="connsiteX72" fmla="*/ 92172 w 765852"/>
              <a:gd name="connsiteY72" fmla="*/ 28700 h 260086"/>
              <a:gd name="connsiteX73" fmla="*/ 80583 w 765852"/>
              <a:gd name="connsiteY73" fmla="*/ 62692 h 260086"/>
              <a:gd name="connsiteX74" fmla="*/ 47273 w 765852"/>
              <a:gd name="connsiteY74" fmla="*/ 2119 h 260086"/>
              <a:gd name="connsiteX75" fmla="*/ 0 w 765852"/>
              <a:gd name="connsiteY75" fmla="*/ 2119 h 260086"/>
              <a:gd name="connsiteX76" fmla="*/ 0 w 765852"/>
              <a:gd name="connsiteY76" fmla="*/ 26792 h 260086"/>
              <a:gd name="connsiteX77" fmla="*/ 93648 w 765852"/>
              <a:gd name="connsiteY77" fmla="*/ 26792 h 260086"/>
              <a:gd name="connsiteX78" fmla="*/ 91328 w 765852"/>
              <a:gd name="connsiteY78" fmla="*/ 23793 h 260086"/>
              <a:gd name="connsiteX79" fmla="*/ 47273 w 765852"/>
              <a:gd name="connsiteY79" fmla="*/ 2119 h 260086"/>
              <a:gd name="connsiteX80" fmla="*/ 95968 w 765852"/>
              <a:gd name="connsiteY80" fmla="*/ 23793 h 260086"/>
              <a:gd name="connsiteX81" fmla="*/ 93648 w 765852"/>
              <a:gd name="connsiteY81" fmla="*/ 26792 h 260086"/>
              <a:gd name="connsiteX82" fmla="*/ 187296 w 765852"/>
              <a:gd name="connsiteY82" fmla="*/ 26792 h 260086"/>
              <a:gd name="connsiteX83" fmla="*/ 187296 w 765852"/>
              <a:gd name="connsiteY83" fmla="*/ 2119 h 260086"/>
              <a:gd name="connsiteX84" fmla="*/ 140023 w 765852"/>
              <a:gd name="connsiteY84" fmla="*/ 2119 h 260086"/>
              <a:gd name="connsiteX85" fmla="*/ 95958 w 765852"/>
              <a:gd name="connsiteY85" fmla="*/ 23793 h 260086"/>
              <a:gd name="connsiteX86" fmla="*/ 514844 w 765852"/>
              <a:gd name="connsiteY86" fmla="*/ 164677 h 260086"/>
              <a:gd name="connsiteX87" fmla="*/ 540232 w 765852"/>
              <a:gd name="connsiteY87" fmla="*/ 164677 h 260086"/>
              <a:gd name="connsiteX88" fmla="*/ 540232 w 765852"/>
              <a:gd name="connsiteY88" fmla="*/ 2119 h 260086"/>
              <a:gd name="connsiteX89" fmla="*/ 514844 w 765852"/>
              <a:gd name="connsiteY89" fmla="*/ 2119 h 260086"/>
              <a:gd name="connsiteX90" fmla="*/ 514844 w 765852"/>
              <a:gd name="connsiteY90" fmla="*/ 164677 h 260086"/>
              <a:gd name="connsiteX91" fmla="*/ 495205 w 765852"/>
              <a:gd name="connsiteY91" fmla="*/ 259554 h 260086"/>
              <a:gd name="connsiteX92" fmla="*/ 502915 w 765852"/>
              <a:gd name="connsiteY92" fmla="*/ 259554 h 260086"/>
              <a:gd name="connsiteX93" fmla="*/ 502915 w 765852"/>
              <a:gd name="connsiteY93" fmla="*/ 197523 h 260086"/>
              <a:gd name="connsiteX94" fmla="*/ 495205 w 765852"/>
              <a:gd name="connsiteY94" fmla="*/ 197523 h 260086"/>
              <a:gd name="connsiteX95" fmla="*/ 495205 w 765852"/>
              <a:gd name="connsiteY95" fmla="*/ 259554 h 260086"/>
              <a:gd name="connsiteX96" fmla="*/ 544816 w 765852"/>
              <a:gd name="connsiteY96" fmla="*/ 204613 h 260086"/>
              <a:gd name="connsiteX97" fmla="*/ 564923 w 765852"/>
              <a:gd name="connsiteY97" fmla="*/ 204613 h 260086"/>
              <a:gd name="connsiteX98" fmla="*/ 564923 w 765852"/>
              <a:gd name="connsiteY98" fmla="*/ 259554 h 260086"/>
              <a:gd name="connsiteX99" fmla="*/ 572633 w 765852"/>
              <a:gd name="connsiteY99" fmla="*/ 259554 h 260086"/>
              <a:gd name="connsiteX100" fmla="*/ 572633 w 765852"/>
              <a:gd name="connsiteY100" fmla="*/ 204613 h 260086"/>
              <a:gd name="connsiteX101" fmla="*/ 592740 w 765852"/>
              <a:gd name="connsiteY101" fmla="*/ 204613 h 260086"/>
              <a:gd name="connsiteX102" fmla="*/ 592740 w 765852"/>
              <a:gd name="connsiteY102" fmla="*/ 197523 h 260086"/>
              <a:gd name="connsiteX103" fmla="*/ 544816 w 765852"/>
              <a:gd name="connsiteY103" fmla="*/ 197523 h 260086"/>
              <a:gd name="connsiteX104" fmla="*/ 544816 w 765852"/>
              <a:gd name="connsiteY104" fmla="*/ 204613 h 260086"/>
              <a:gd name="connsiteX105" fmla="*/ 287389 w 765852"/>
              <a:gd name="connsiteY105" fmla="*/ 2119 h 260086"/>
              <a:gd name="connsiteX106" fmla="*/ 345234 w 765852"/>
              <a:gd name="connsiteY106" fmla="*/ 140105 h 260086"/>
              <a:gd name="connsiteX107" fmla="*/ 381413 w 765852"/>
              <a:gd name="connsiteY107" fmla="*/ 166796 h 260086"/>
              <a:gd name="connsiteX108" fmla="*/ 382899 w 765852"/>
              <a:gd name="connsiteY108" fmla="*/ 166796 h 260086"/>
              <a:gd name="connsiteX109" fmla="*/ 316692 w 765852"/>
              <a:gd name="connsiteY109" fmla="*/ 2119 h 260086"/>
              <a:gd name="connsiteX110" fmla="*/ 287389 w 765852"/>
              <a:gd name="connsiteY110" fmla="*/ 2119 h 260086"/>
              <a:gd name="connsiteX111" fmla="*/ 443549 w 765852"/>
              <a:gd name="connsiteY111" fmla="*/ 199871 h 260086"/>
              <a:gd name="connsiteX112" fmla="*/ 432739 w 765852"/>
              <a:gd name="connsiteY112" fmla="*/ 197523 h 260086"/>
              <a:gd name="connsiteX113" fmla="*/ 408910 w 765852"/>
              <a:gd name="connsiteY113" fmla="*/ 197523 h 260086"/>
              <a:gd name="connsiteX114" fmla="*/ 408910 w 765852"/>
              <a:gd name="connsiteY114" fmla="*/ 259554 h 260086"/>
              <a:gd name="connsiteX115" fmla="*/ 416621 w 765852"/>
              <a:gd name="connsiteY115" fmla="*/ 259554 h 260086"/>
              <a:gd name="connsiteX116" fmla="*/ 416621 w 765852"/>
              <a:gd name="connsiteY116" fmla="*/ 235716 h 260086"/>
              <a:gd name="connsiteX117" fmla="*/ 432748 w 765852"/>
              <a:gd name="connsiteY117" fmla="*/ 235716 h 260086"/>
              <a:gd name="connsiteX118" fmla="*/ 443512 w 765852"/>
              <a:gd name="connsiteY118" fmla="*/ 233368 h 260086"/>
              <a:gd name="connsiteX119" fmla="*/ 450728 w 765852"/>
              <a:gd name="connsiteY119" fmla="*/ 226681 h 260086"/>
              <a:gd name="connsiteX120" fmla="*/ 453295 w 765852"/>
              <a:gd name="connsiteY120" fmla="*/ 216583 h 260086"/>
              <a:gd name="connsiteX121" fmla="*/ 450774 w 765852"/>
              <a:gd name="connsiteY121" fmla="*/ 206521 h 260086"/>
              <a:gd name="connsiteX122" fmla="*/ 443558 w 765852"/>
              <a:gd name="connsiteY122" fmla="*/ 199871 h 260086"/>
              <a:gd name="connsiteX123" fmla="*/ 441779 w 765852"/>
              <a:gd name="connsiteY123" fmla="*/ 225351 h 260086"/>
              <a:gd name="connsiteX124" fmla="*/ 432033 w 765852"/>
              <a:gd name="connsiteY124" fmla="*/ 228635 h 260086"/>
              <a:gd name="connsiteX125" fmla="*/ 416621 w 765852"/>
              <a:gd name="connsiteY125" fmla="*/ 228635 h 260086"/>
              <a:gd name="connsiteX126" fmla="*/ 416621 w 765852"/>
              <a:gd name="connsiteY126" fmla="*/ 204622 h 260086"/>
              <a:gd name="connsiteX127" fmla="*/ 432125 w 765852"/>
              <a:gd name="connsiteY127" fmla="*/ 204622 h 260086"/>
              <a:gd name="connsiteX128" fmla="*/ 441825 w 765852"/>
              <a:gd name="connsiteY128" fmla="*/ 207860 h 260086"/>
              <a:gd name="connsiteX129" fmla="*/ 445410 w 765852"/>
              <a:gd name="connsiteY129" fmla="*/ 216592 h 260086"/>
              <a:gd name="connsiteX130" fmla="*/ 441779 w 765852"/>
              <a:gd name="connsiteY130" fmla="*/ 225361 h 260086"/>
              <a:gd name="connsiteX131" fmla="*/ 382889 w 765852"/>
              <a:gd name="connsiteY131" fmla="*/ 166805 h 260086"/>
              <a:gd name="connsiteX132" fmla="*/ 384375 w 765852"/>
              <a:gd name="connsiteY132" fmla="*/ 166805 h 260086"/>
              <a:gd name="connsiteX133" fmla="*/ 420554 w 765852"/>
              <a:gd name="connsiteY133" fmla="*/ 140114 h 260086"/>
              <a:gd name="connsiteX134" fmla="*/ 478399 w 765852"/>
              <a:gd name="connsiteY134" fmla="*/ 2128 h 260086"/>
              <a:gd name="connsiteX135" fmla="*/ 449096 w 765852"/>
              <a:gd name="connsiteY135" fmla="*/ 2128 h 260086"/>
              <a:gd name="connsiteX136" fmla="*/ 382889 w 765852"/>
              <a:gd name="connsiteY136" fmla="*/ 166814 h 260086"/>
              <a:gd name="connsiteX137" fmla="*/ 644368 w 765852"/>
              <a:gd name="connsiteY137" fmla="*/ 197523 h 260086"/>
              <a:gd name="connsiteX138" fmla="*/ 620714 w 765852"/>
              <a:gd name="connsiteY138" fmla="*/ 259554 h 260086"/>
              <a:gd name="connsiteX139" fmla="*/ 628690 w 765852"/>
              <a:gd name="connsiteY139" fmla="*/ 259554 h 260086"/>
              <a:gd name="connsiteX140" fmla="*/ 635246 w 765852"/>
              <a:gd name="connsiteY140" fmla="*/ 242806 h 260086"/>
              <a:gd name="connsiteX141" fmla="*/ 662266 w 765852"/>
              <a:gd name="connsiteY141" fmla="*/ 242806 h 260086"/>
              <a:gd name="connsiteX142" fmla="*/ 668821 w 765852"/>
              <a:gd name="connsiteY142" fmla="*/ 259554 h 260086"/>
              <a:gd name="connsiteX143" fmla="*/ 677055 w 765852"/>
              <a:gd name="connsiteY143" fmla="*/ 259554 h 260086"/>
              <a:gd name="connsiteX144" fmla="*/ 653491 w 765852"/>
              <a:gd name="connsiteY144" fmla="*/ 197523 h 260086"/>
              <a:gd name="connsiteX145" fmla="*/ 644368 w 765852"/>
              <a:gd name="connsiteY145" fmla="*/ 197523 h 260086"/>
              <a:gd name="connsiteX146" fmla="*/ 637547 w 765852"/>
              <a:gd name="connsiteY146" fmla="*/ 235808 h 260086"/>
              <a:gd name="connsiteX147" fmla="*/ 648705 w 765852"/>
              <a:gd name="connsiteY147" fmla="*/ 205943 h 260086"/>
              <a:gd name="connsiteX148" fmla="*/ 659955 w 765852"/>
              <a:gd name="connsiteY148" fmla="*/ 235808 h 260086"/>
              <a:gd name="connsiteX149" fmla="*/ 637538 w 765852"/>
              <a:gd name="connsiteY149" fmla="*/ 235808 h 260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</a:cxnLst>
            <a:rect l="l" t="t" r="r" b="b"/>
            <a:pathLst>
              <a:path w="765852" h="260086">
                <a:moveTo>
                  <a:pt x="739575" y="143884"/>
                </a:moveTo>
                <a:cubicBezTo>
                  <a:pt x="756519" y="128906"/>
                  <a:pt x="765852" y="107425"/>
                  <a:pt x="765852" y="83403"/>
                </a:cubicBezTo>
                <a:cubicBezTo>
                  <a:pt x="765852" y="59381"/>
                  <a:pt x="756519" y="37899"/>
                  <a:pt x="739575" y="22921"/>
                </a:cubicBezTo>
                <a:cubicBezTo>
                  <a:pt x="722613" y="7925"/>
                  <a:pt x="699307" y="0"/>
                  <a:pt x="672177" y="0"/>
                </a:cubicBezTo>
                <a:cubicBezTo>
                  <a:pt x="645047" y="0"/>
                  <a:pt x="621740" y="7925"/>
                  <a:pt x="604779" y="22921"/>
                </a:cubicBezTo>
                <a:cubicBezTo>
                  <a:pt x="587835" y="37899"/>
                  <a:pt x="578501" y="59381"/>
                  <a:pt x="578501" y="83403"/>
                </a:cubicBezTo>
                <a:cubicBezTo>
                  <a:pt x="578501" y="107425"/>
                  <a:pt x="587835" y="128906"/>
                  <a:pt x="604779" y="143884"/>
                </a:cubicBezTo>
                <a:cubicBezTo>
                  <a:pt x="621740" y="158881"/>
                  <a:pt x="645047" y="166805"/>
                  <a:pt x="672177" y="166805"/>
                </a:cubicBezTo>
                <a:cubicBezTo>
                  <a:pt x="699307" y="166805"/>
                  <a:pt x="722613" y="158881"/>
                  <a:pt x="739575" y="143884"/>
                </a:cubicBezTo>
                <a:close/>
                <a:moveTo>
                  <a:pt x="604595" y="83403"/>
                </a:moveTo>
                <a:cubicBezTo>
                  <a:pt x="604595" y="66489"/>
                  <a:pt x="610821" y="52135"/>
                  <a:pt x="622611" y="41871"/>
                </a:cubicBezTo>
                <a:cubicBezTo>
                  <a:pt x="634751" y="31305"/>
                  <a:pt x="651887" y="25719"/>
                  <a:pt x="672177" y="25719"/>
                </a:cubicBezTo>
                <a:cubicBezTo>
                  <a:pt x="692467" y="25719"/>
                  <a:pt x="709603" y="31305"/>
                  <a:pt x="721742" y="41871"/>
                </a:cubicBezTo>
                <a:cubicBezTo>
                  <a:pt x="733524" y="52126"/>
                  <a:pt x="739759" y="66489"/>
                  <a:pt x="739759" y="83403"/>
                </a:cubicBezTo>
                <a:cubicBezTo>
                  <a:pt x="739759" y="100316"/>
                  <a:pt x="733533" y="114671"/>
                  <a:pt x="721742" y="124934"/>
                </a:cubicBezTo>
                <a:cubicBezTo>
                  <a:pt x="709603" y="135501"/>
                  <a:pt x="692467" y="141077"/>
                  <a:pt x="672177" y="141077"/>
                </a:cubicBezTo>
                <a:cubicBezTo>
                  <a:pt x="651887" y="141077"/>
                  <a:pt x="634741" y="135491"/>
                  <a:pt x="622611" y="124934"/>
                </a:cubicBezTo>
                <a:cubicBezTo>
                  <a:pt x="610830" y="114671"/>
                  <a:pt x="604595" y="100316"/>
                  <a:pt x="604595" y="83403"/>
                </a:cubicBezTo>
                <a:close/>
                <a:moveTo>
                  <a:pt x="238310" y="207181"/>
                </a:moveTo>
                <a:cubicBezTo>
                  <a:pt x="241556" y="205118"/>
                  <a:pt x="245306" y="204081"/>
                  <a:pt x="249560" y="204081"/>
                </a:cubicBezTo>
                <a:cubicBezTo>
                  <a:pt x="254282" y="204081"/>
                  <a:pt x="258288" y="205292"/>
                  <a:pt x="261562" y="207713"/>
                </a:cubicBezTo>
                <a:cubicBezTo>
                  <a:pt x="264835" y="210135"/>
                  <a:pt x="267035" y="213501"/>
                  <a:pt x="268163" y="217812"/>
                </a:cubicBezTo>
                <a:lnTo>
                  <a:pt x="275874" y="217812"/>
                </a:lnTo>
                <a:cubicBezTo>
                  <a:pt x="274691" y="211373"/>
                  <a:pt x="271784" y="206292"/>
                  <a:pt x="267145" y="202568"/>
                </a:cubicBezTo>
                <a:cubicBezTo>
                  <a:pt x="262506" y="198844"/>
                  <a:pt x="256766" y="196982"/>
                  <a:pt x="249917" y="196982"/>
                </a:cubicBezTo>
                <a:cubicBezTo>
                  <a:pt x="244013" y="196982"/>
                  <a:pt x="238814" y="198293"/>
                  <a:pt x="234322" y="200926"/>
                </a:cubicBezTo>
                <a:cubicBezTo>
                  <a:pt x="229838" y="203558"/>
                  <a:pt x="226382" y="207264"/>
                  <a:pt x="223961" y="212052"/>
                </a:cubicBezTo>
                <a:cubicBezTo>
                  <a:pt x="221541" y="216840"/>
                  <a:pt x="220330" y="222334"/>
                  <a:pt x="220330" y="228534"/>
                </a:cubicBezTo>
                <a:cubicBezTo>
                  <a:pt x="220330" y="234734"/>
                  <a:pt x="221541" y="240302"/>
                  <a:pt x="223961" y="245062"/>
                </a:cubicBezTo>
                <a:cubicBezTo>
                  <a:pt x="226382" y="249823"/>
                  <a:pt x="229838" y="253510"/>
                  <a:pt x="234322" y="256142"/>
                </a:cubicBezTo>
                <a:cubicBezTo>
                  <a:pt x="238805" y="258775"/>
                  <a:pt x="244004" y="260086"/>
                  <a:pt x="249917" y="260086"/>
                </a:cubicBezTo>
                <a:cubicBezTo>
                  <a:pt x="256831" y="260086"/>
                  <a:pt x="262570" y="258224"/>
                  <a:pt x="267145" y="254501"/>
                </a:cubicBezTo>
                <a:cubicBezTo>
                  <a:pt x="271720" y="250777"/>
                  <a:pt x="274599" y="245695"/>
                  <a:pt x="275782" y="239256"/>
                </a:cubicBezTo>
                <a:lnTo>
                  <a:pt x="268071" y="239256"/>
                </a:lnTo>
                <a:cubicBezTo>
                  <a:pt x="266888" y="243631"/>
                  <a:pt x="264706" y="247007"/>
                  <a:pt x="261516" y="249401"/>
                </a:cubicBezTo>
                <a:cubicBezTo>
                  <a:pt x="258325" y="251795"/>
                  <a:pt x="254337" y="252987"/>
                  <a:pt x="249560" y="252987"/>
                </a:cubicBezTo>
                <a:cubicBezTo>
                  <a:pt x="245306" y="252987"/>
                  <a:pt x="241556" y="251951"/>
                  <a:pt x="238310" y="249887"/>
                </a:cubicBezTo>
                <a:cubicBezTo>
                  <a:pt x="235064" y="247823"/>
                  <a:pt x="232561" y="244925"/>
                  <a:pt x="230828" y="241201"/>
                </a:cubicBezTo>
                <a:cubicBezTo>
                  <a:pt x="229086" y="237477"/>
                  <a:pt x="228215" y="233258"/>
                  <a:pt x="228215" y="228525"/>
                </a:cubicBezTo>
                <a:cubicBezTo>
                  <a:pt x="228215" y="223792"/>
                  <a:pt x="229086" y="219499"/>
                  <a:pt x="230828" y="215812"/>
                </a:cubicBezTo>
                <a:cubicBezTo>
                  <a:pt x="232570" y="212125"/>
                  <a:pt x="235064" y="209245"/>
                  <a:pt x="238310" y="207172"/>
                </a:cubicBezTo>
                <a:close/>
                <a:moveTo>
                  <a:pt x="335580" y="197523"/>
                </a:moveTo>
                <a:lnTo>
                  <a:pt x="311925" y="259554"/>
                </a:lnTo>
                <a:lnTo>
                  <a:pt x="319892" y="259554"/>
                </a:lnTo>
                <a:lnTo>
                  <a:pt x="326448" y="242806"/>
                </a:lnTo>
                <a:lnTo>
                  <a:pt x="353467" y="242806"/>
                </a:lnTo>
                <a:lnTo>
                  <a:pt x="360023" y="259554"/>
                </a:lnTo>
                <a:lnTo>
                  <a:pt x="368256" y="259554"/>
                </a:lnTo>
                <a:lnTo>
                  <a:pt x="344693" y="197523"/>
                </a:lnTo>
                <a:lnTo>
                  <a:pt x="335570" y="197523"/>
                </a:lnTo>
                <a:close/>
                <a:moveTo>
                  <a:pt x="328758" y="235808"/>
                </a:moveTo>
                <a:lnTo>
                  <a:pt x="339916" y="205943"/>
                </a:lnTo>
                <a:lnTo>
                  <a:pt x="351166" y="235808"/>
                </a:lnTo>
                <a:lnTo>
                  <a:pt x="328749" y="235808"/>
                </a:lnTo>
                <a:close/>
                <a:moveTo>
                  <a:pt x="725437" y="197523"/>
                </a:moveTo>
                <a:lnTo>
                  <a:pt x="717736" y="197523"/>
                </a:lnTo>
                <a:lnTo>
                  <a:pt x="717736" y="259554"/>
                </a:lnTo>
                <a:lnTo>
                  <a:pt x="753704" y="259554"/>
                </a:lnTo>
                <a:lnTo>
                  <a:pt x="753704" y="252464"/>
                </a:lnTo>
                <a:lnTo>
                  <a:pt x="725446" y="252464"/>
                </a:lnTo>
                <a:lnTo>
                  <a:pt x="725446" y="197523"/>
                </a:lnTo>
                <a:close/>
                <a:moveTo>
                  <a:pt x="250953" y="2119"/>
                </a:moveTo>
                <a:lnTo>
                  <a:pt x="225566" y="2119"/>
                </a:lnTo>
                <a:lnTo>
                  <a:pt x="225566" y="164677"/>
                </a:lnTo>
                <a:lnTo>
                  <a:pt x="250953" y="164677"/>
                </a:lnTo>
                <a:lnTo>
                  <a:pt x="250953" y="2119"/>
                </a:lnTo>
                <a:close/>
                <a:moveTo>
                  <a:pt x="80592" y="62692"/>
                </a:moveTo>
                <a:lnTo>
                  <a:pt x="80592" y="164687"/>
                </a:lnTo>
                <a:cubicBezTo>
                  <a:pt x="80592" y="164687"/>
                  <a:pt x="106732" y="164687"/>
                  <a:pt x="106732" y="164687"/>
                </a:cubicBezTo>
                <a:lnTo>
                  <a:pt x="106713" y="62692"/>
                </a:lnTo>
                <a:cubicBezTo>
                  <a:pt x="106713" y="50282"/>
                  <a:pt x="102707" y="38523"/>
                  <a:pt x="95124" y="28700"/>
                </a:cubicBezTo>
                <a:lnTo>
                  <a:pt x="93648" y="26792"/>
                </a:lnTo>
                <a:lnTo>
                  <a:pt x="92172" y="28700"/>
                </a:lnTo>
                <a:cubicBezTo>
                  <a:pt x="84589" y="38523"/>
                  <a:pt x="80583" y="50273"/>
                  <a:pt x="80583" y="62692"/>
                </a:cubicBezTo>
                <a:close/>
                <a:moveTo>
                  <a:pt x="47273" y="2119"/>
                </a:moveTo>
                <a:lnTo>
                  <a:pt x="0" y="2119"/>
                </a:lnTo>
                <a:lnTo>
                  <a:pt x="0" y="26792"/>
                </a:lnTo>
                <a:lnTo>
                  <a:pt x="93648" y="26792"/>
                </a:lnTo>
                <a:lnTo>
                  <a:pt x="91328" y="23793"/>
                </a:lnTo>
                <a:cubicBezTo>
                  <a:pt x="80693" y="10025"/>
                  <a:pt x="64629" y="2119"/>
                  <a:pt x="47273" y="2119"/>
                </a:cubicBezTo>
                <a:close/>
                <a:moveTo>
                  <a:pt x="95968" y="23793"/>
                </a:moveTo>
                <a:lnTo>
                  <a:pt x="93648" y="26792"/>
                </a:lnTo>
                <a:lnTo>
                  <a:pt x="187296" y="26792"/>
                </a:lnTo>
                <a:lnTo>
                  <a:pt x="187296" y="2119"/>
                </a:lnTo>
                <a:lnTo>
                  <a:pt x="140023" y="2119"/>
                </a:lnTo>
                <a:cubicBezTo>
                  <a:pt x="122657" y="2119"/>
                  <a:pt x="106603" y="10016"/>
                  <a:pt x="95958" y="23793"/>
                </a:cubicBezTo>
                <a:close/>
                <a:moveTo>
                  <a:pt x="514844" y="164677"/>
                </a:moveTo>
                <a:lnTo>
                  <a:pt x="540232" y="164677"/>
                </a:lnTo>
                <a:lnTo>
                  <a:pt x="540232" y="2119"/>
                </a:lnTo>
                <a:lnTo>
                  <a:pt x="514844" y="2119"/>
                </a:lnTo>
                <a:lnTo>
                  <a:pt x="514844" y="164677"/>
                </a:lnTo>
                <a:close/>
                <a:moveTo>
                  <a:pt x="495205" y="259554"/>
                </a:moveTo>
                <a:lnTo>
                  <a:pt x="502915" y="259554"/>
                </a:lnTo>
                <a:lnTo>
                  <a:pt x="502915" y="197523"/>
                </a:lnTo>
                <a:lnTo>
                  <a:pt x="495205" y="197523"/>
                </a:lnTo>
                <a:lnTo>
                  <a:pt x="495205" y="259554"/>
                </a:lnTo>
                <a:close/>
                <a:moveTo>
                  <a:pt x="544816" y="204613"/>
                </a:moveTo>
                <a:lnTo>
                  <a:pt x="564923" y="204613"/>
                </a:lnTo>
                <a:lnTo>
                  <a:pt x="564923" y="259554"/>
                </a:lnTo>
                <a:lnTo>
                  <a:pt x="572633" y="259554"/>
                </a:lnTo>
                <a:lnTo>
                  <a:pt x="572633" y="204613"/>
                </a:lnTo>
                <a:lnTo>
                  <a:pt x="592740" y="204613"/>
                </a:lnTo>
                <a:lnTo>
                  <a:pt x="592740" y="197523"/>
                </a:lnTo>
                <a:lnTo>
                  <a:pt x="544816" y="197523"/>
                </a:lnTo>
                <a:lnTo>
                  <a:pt x="544816" y="204613"/>
                </a:lnTo>
                <a:close/>
                <a:moveTo>
                  <a:pt x="287389" y="2119"/>
                </a:moveTo>
                <a:cubicBezTo>
                  <a:pt x="287389" y="2119"/>
                  <a:pt x="335680" y="117220"/>
                  <a:pt x="345234" y="140105"/>
                </a:cubicBezTo>
                <a:cubicBezTo>
                  <a:pt x="356374" y="166796"/>
                  <a:pt x="374464" y="166796"/>
                  <a:pt x="381413" y="166796"/>
                </a:cubicBezTo>
                <a:lnTo>
                  <a:pt x="382899" y="166796"/>
                </a:lnTo>
                <a:lnTo>
                  <a:pt x="316692" y="2119"/>
                </a:lnTo>
                <a:lnTo>
                  <a:pt x="287389" y="2119"/>
                </a:lnTo>
                <a:close/>
                <a:moveTo>
                  <a:pt x="443549" y="199871"/>
                </a:moveTo>
                <a:cubicBezTo>
                  <a:pt x="440413" y="198303"/>
                  <a:pt x="436819" y="197523"/>
                  <a:pt x="432739" y="197523"/>
                </a:cubicBezTo>
                <a:lnTo>
                  <a:pt x="408910" y="197523"/>
                </a:lnTo>
                <a:lnTo>
                  <a:pt x="408910" y="259554"/>
                </a:lnTo>
                <a:lnTo>
                  <a:pt x="416621" y="259554"/>
                </a:lnTo>
                <a:lnTo>
                  <a:pt x="416621" y="235716"/>
                </a:lnTo>
                <a:lnTo>
                  <a:pt x="432748" y="235716"/>
                </a:lnTo>
                <a:cubicBezTo>
                  <a:pt x="436819" y="235716"/>
                  <a:pt x="440413" y="234936"/>
                  <a:pt x="443512" y="233368"/>
                </a:cubicBezTo>
                <a:cubicBezTo>
                  <a:pt x="446611" y="231799"/>
                  <a:pt x="449013" y="229571"/>
                  <a:pt x="450728" y="226681"/>
                </a:cubicBezTo>
                <a:cubicBezTo>
                  <a:pt x="452442" y="223783"/>
                  <a:pt x="453295" y="220417"/>
                  <a:pt x="453295" y="216583"/>
                </a:cubicBezTo>
                <a:cubicBezTo>
                  <a:pt x="453295" y="212749"/>
                  <a:pt x="452452" y="209392"/>
                  <a:pt x="450774" y="206521"/>
                </a:cubicBezTo>
                <a:cubicBezTo>
                  <a:pt x="449087" y="203659"/>
                  <a:pt x="446685" y="201439"/>
                  <a:pt x="443558" y="199871"/>
                </a:cubicBezTo>
                <a:close/>
                <a:moveTo>
                  <a:pt x="441779" y="225351"/>
                </a:moveTo>
                <a:cubicBezTo>
                  <a:pt x="439359" y="227534"/>
                  <a:pt x="436113" y="228635"/>
                  <a:pt x="432033" y="228635"/>
                </a:cubicBezTo>
                <a:lnTo>
                  <a:pt x="416621" y="228635"/>
                </a:lnTo>
                <a:lnTo>
                  <a:pt x="416621" y="204622"/>
                </a:lnTo>
                <a:lnTo>
                  <a:pt x="432125" y="204622"/>
                </a:lnTo>
                <a:cubicBezTo>
                  <a:pt x="436196" y="204622"/>
                  <a:pt x="439432" y="205705"/>
                  <a:pt x="441825" y="207860"/>
                </a:cubicBezTo>
                <a:cubicBezTo>
                  <a:pt x="444218" y="210015"/>
                  <a:pt x="445410" y="212923"/>
                  <a:pt x="445410" y="216592"/>
                </a:cubicBezTo>
                <a:cubicBezTo>
                  <a:pt x="445410" y="220261"/>
                  <a:pt x="444200" y="223178"/>
                  <a:pt x="441779" y="225361"/>
                </a:cubicBezTo>
                <a:close/>
                <a:moveTo>
                  <a:pt x="382889" y="166805"/>
                </a:moveTo>
                <a:lnTo>
                  <a:pt x="384375" y="166805"/>
                </a:lnTo>
                <a:cubicBezTo>
                  <a:pt x="391334" y="166805"/>
                  <a:pt x="409423" y="166805"/>
                  <a:pt x="420554" y="140114"/>
                </a:cubicBezTo>
                <a:cubicBezTo>
                  <a:pt x="430099" y="117230"/>
                  <a:pt x="478399" y="2128"/>
                  <a:pt x="478399" y="2128"/>
                </a:cubicBezTo>
                <a:lnTo>
                  <a:pt x="449096" y="2128"/>
                </a:lnTo>
                <a:lnTo>
                  <a:pt x="382889" y="166814"/>
                </a:lnTo>
                <a:close/>
                <a:moveTo>
                  <a:pt x="644368" y="197523"/>
                </a:moveTo>
                <a:lnTo>
                  <a:pt x="620714" y="259554"/>
                </a:lnTo>
                <a:lnTo>
                  <a:pt x="628690" y="259554"/>
                </a:lnTo>
                <a:lnTo>
                  <a:pt x="635246" y="242806"/>
                </a:lnTo>
                <a:lnTo>
                  <a:pt x="662266" y="242806"/>
                </a:lnTo>
                <a:lnTo>
                  <a:pt x="668821" y="259554"/>
                </a:lnTo>
                <a:lnTo>
                  <a:pt x="677055" y="259554"/>
                </a:lnTo>
                <a:lnTo>
                  <a:pt x="653491" y="197523"/>
                </a:lnTo>
                <a:lnTo>
                  <a:pt x="644368" y="197523"/>
                </a:lnTo>
                <a:close/>
                <a:moveTo>
                  <a:pt x="637547" y="235808"/>
                </a:moveTo>
                <a:lnTo>
                  <a:pt x="648705" y="205943"/>
                </a:lnTo>
                <a:lnTo>
                  <a:pt x="659955" y="235808"/>
                </a:lnTo>
                <a:lnTo>
                  <a:pt x="637538" y="235808"/>
                </a:lnTo>
                <a:close/>
              </a:path>
            </a:pathLst>
          </a:custGeom>
          <a:solidFill>
            <a:schemeClr val="bg1"/>
          </a:solidFill>
          <a:ln w="1061" cap="flat">
            <a:noFill/>
            <a:prstDash val="solid"/>
            <a:miter/>
          </a:ln>
        </p:spPr>
        <p:txBody>
          <a:bodyPr rtlCol="0" anchor="ctr"/>
          <a:lstStyle/>
          <a:p>
            <a:endParaRPr lang="pt-BR" sz="1092">
              <a:solidFill>
                <a:schemeClr val="bg1"/>
              </a:solidFill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509A8969-4CCE-CE82-D2FB-901A726879C5}"/>
              </a:ext>
            </a:extLst>
          </p:cNvPr>
          <p:cNvCxnSpPr/>
          <p:nvPr userDrawn="1"/>
        </p:nvCxnSpPr>
        <p:spPr>
          <a:xfrm>
            <a:off x="334964" y="185353"/>
            <a:ext cx="10415415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647950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469">
          <p15:clr>
            <a:srgbClr val="FBAE40"/>
          </p15:clr>
        </p15:guide>
        <p15:guide id="2" orient="horz" pos="3974">
          <p15:clr>
            <a:srgbClr val="FBAE40"/>
          </p15:clr>
        </p15:guide>
        <p15:guide id="3" orient="horz" pos="232">
          <p15:clr>
            <a:srgbClr val="FBAE40"/>
          </p15:clr>
        </p15:guide>
        <p15:guide id="4" pos="211">
          <p15:clr>
            <a:srgbClr val="FBAE40"/>
          </p15:clr>
        </p15:guide>
        <p15:guide id="5" orient="horz" pos="4065">
          <p15:clr>
            <a:srgbClr val="FBAE40"/>
          </p15:clr>
        </p15:guide>
        <p15:guide id="6" orient="horz" pos="799">
          <p15:clr>
            <a:srgbClr val="FBAE40"/>
          </p15:clr>
        </p15:guide>
        <p15:guide id="7" orient="horz" pos="935">
          <p15:clr>
            <a:srgbClr val="FBAE40"/>
          </p15:clr>
        </p15:guide>
      </p15:sldGuideLst>
    </p:ext>
  </p:extLst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ítulo | Box superior - High Yield">
    <p:bg>
      <p:bgPr>
        <a:gradFill>
          <a:gsLst>
            <a:gs pos="81000">
              <a:schemeClr val="tx1">
                <a:lumMod val="85000"/>
                <a:lumOff val="15000"/>
              </a:schemeClr>
            </a:gs>
            <a:gs pos="100000">
              <a:schemeClr val="tx1">
                <a:lumMod val="95000"/>
                <a:lumOff val="5000"/>
              </a:schemeClr>
            </a:gs>
            <a:gs pos="0">
              <a:schemeClr val="accent5"/>
            </a:gs>
          </a:gsLst>
          <a:lin ang="7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132BCE3-A04F-8602-64F7-7623C7EAF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61763" y="6482556"/>
            <a:ext cx="295275" cy="1692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 sz="1100">
                <a:solidFill>
                  <a:schemeClr val="bg1"/>
                </a:solidFill>
                <a:latin typeface="Versos" panose="020B0503020204030204" pitchFamily="34" charset="0"/>
                <a:cs typeface="Versos" panose="020B0503020204030204" pitchFamily="34" charset="0"/>
              </a:defRPr>
            </a:lvl1pPr>
          </a:lstStyle>
          <a:p>
            <a:fld id="{77667D73-C69A-4DAA-9003-24A825D36FE9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B13D7C-5A47-B0DF-B518-26E79F5D2DB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64" y="368301"/>
            <a:ext cx="10183813" cy="4308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err="1"/>
              <a:t>Título</a:t>
            </a:r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401465E-A8CD-A3BA-BE2A-9597492FDC6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4963" y="6482556"/>
            <a:ext cx="10980000" cy="180000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900">
                <a:latin typeface="Versos Light" panose="020B0403020204030204" pitchFamily="34" charset="0"/>
              </a:defRPr>
            </a:lvl2pPr>
            <a:lvl3pPr>
              <a:defRPr sz="900">
                <a:latin typeface="Versos Light" panose="020B0403020204030204" pitchFamily="34" charset="0"/>
              </a:defRPr>
            </a:lvl3pPr>
            <a:lvl4pPr>
              <a:defRPr sz="900">
                <a:latin typeface="Versos Light" panose="020B0403020204030204" pitchFamily="34" charset="0"/>
              </a:defRPr>
            </a:lvl4pPr>
            <a:lvl5pPr>
              <a:defRPr sz="900">
                <a:latin typeface="Versos Light" panose="020B0403020204030204" pitchFamily="34" charset="0"/>
              </a:defRPr>
            </a:lvl5pPr>
          </a:lstStyle>
          <a:p>
            <a:pPr lvl="0"/>
            <a:r>
              <a:rPr lang="en-US"/>
              <a:t>Fonte:</a:t>
            </a:r>
            <a:endParaRPr lang="pt-BR"/>
          </a:p>
        </p:txBody>
      </p:sp>
      <p:sp>
        <p:nvSpPr>
          <p:cNvPr id="10" name="Retângulo 5">
            <a:extLst>
              <a:ext uri="{FF2B5EF4-FFF2-40B4-BE49-F238E27FC236}">
                <a16:creationId xmlns:a16="http://schemas.microsoft.com/office/drawing/2014/main" id="{7D36360D-ABDB-2B93-AA05-C90BA9D483DB}"/>
              </a:ext>
            </a:extLst>
          </p:cNvPr>
          <p:cNvSpPr/>
          <p:nvPr userDrawn="1"/>
        </p:nvSpPr>
        <p:spPr>
          <a:xfrm>
            <a:off x="0" y="807794"/>
            <a:ext cx="12192000" cy="209118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092">
              <a:latin typeface="Versos" panose="020B0503020204030204" pitchFamily="34" charset="0"/>
            </a:endParaRP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2BF5896-7E11-14FB-06A4-95B1CAD37BF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83428" y="1045525"/>
            <a:ext cx="5421301" cy="156104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>
                <a:solidFill>
                  <a:schemeClr val="tx1"/>
                </a:solidFill>
                <a:latin typeface="Versos Light" panose="020B04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2" name="Conector Reto 6">
            <a:extLst>
              <a:ext uri="{FF2B5EF4-FFF2-40B4-BE49-F238E27FC236}">
                <a16:creationId xmlns:a16="http://schemas.microsoft.com/office/drawing/2014/main" id="{93D24C85-FAB3-23B7-3282-C0255DE4BF50}"/>
              </a:ext>
            </a:extLst>
          </p:cNvPr>
          <p:cNvCxnSpPr/>
          <p:nvPr userDrawn="1"/>
        </p:nvCxnSpPr>
        <p:spPr>
          <a:xfrm>
            <a:off x="583096" y="1364974"/>
            <a:ext cx="0" cy="156211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Reto 7">
            <a:extLst>
              <a:ext uri="{FF2B5EF4-FFF2-40B4-BE49-F238E27FC236}">
                <a16:creationId xmlns:a16="http://schemas.microsoft.com/office/drawing/2014/main" id="{A040BC7F-4356-241E-DE98-A14572A424F9}"/>
              </a:ext>
            </a:extLst>
          </p:cNvPr>
          <p:cNvCxnSpPr>
            <a:cxnSpLocks/>
          </p:cNvCxnSpPr>
          <p:nvPr userDrawn="1"/>
        </p:nvCxnSpPr>
        <p:spPr>
          <a:xfrm>
            <a:off x="6336683" y="1364974"/>
            <a:ext cx="0" cy="156211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3D29ABC6-2275-8D02-5D8F-6C312831087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437015" y="1045525"/>
            <a:ext cx="5420023" cy="158838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>
                <a:solidFill>
                  <a:schemeClr val="tx1"/>
                </a:solidFill>
                <a:latin typeface="Versos Light" panose="020B04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8">
            <a:extLst>
              <a:ext uri="{FF2B5EF4-FFF2-40B4-BE49-F238E27FC236}">
                <a16:creationId xmlns:a16="http://schemas.microsoft.com/office/drawing/2014/main" id="{D0831873-076C-11EE-AA1E-02508B9C565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86448" y="3021652"/>
            <a:ext cx="5296913" cy="23011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8">
            <a:extLst>
              <a:ext uri="{FF2B5EF4-FFF2-40B4-BE49-F238E27FC236}">
                <a16:creationId xmlns:a16="http://schemas.microsoft.com/office/drawing/2014/main" id="{89936DB2-1144-3AFC-1BBA-E1BDEB5020C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435706" y="3021652"/>
            <a:ext cx="5421332" cy="23011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Picture 8">
            <a:extLst>
              <a:ext uri="{FF2B5EF4-FFF2-40B4-BE49-F238E27FC236}">
                <a16:creationId xmlns:a16="http://schemas.microsoft.com/office/drawing/2014/main" id="{C3DE3459-A0CC-6831-FC59-0F2863B6F3C9}"/>
              </a:ext>
            </a:extLst>
          </p:cNvPr>
          <p:cNvSpPr/>
          <p:nvPr userDrawn="1"/>
        </p:nvSpPr>
        <p:spPr>
          <a:xfrm>
            <a:off x="11091186" y="377179"/>
            <a:ext cx="765852" cy="260086"/>
          </a:xfrm>
          <a:custGeom>
            <a:avLst/>
            <a:gdLst>
              <a:gd name="connsiteX0" fmla="*/ 739575 w 765852"/>
              <a:gd name="connsiteY0" fmla="*/ 143884 h 260086"/>
              <a:gd name="connsiteX1" fmla="*/ 765852 w 765852"/>
              <a:gd name="connsiteY1" fmla="*/ 83403 h 260086"/>
              <a:gd name="connsiteX2" fmla="*/ 739575 w 765852"/>
              <a:gd name="connsiteY2" fmla="*/ 22921 h 260086"/>
              <a:gd name="connsiteX3" fmla="*/ 672177 w 765852"/>
              <a:gd name="connsiteY3" fmla="*/ 0 h 260086"/>
              <a:gd name="connsiteX4" fmla="*/ 604779 w 765852"/>
              <a:gd name="connsiteY4" fmla="*/ 22921 h 260086"/>
              <a:gd name="connsiteX5" fmla="*/ 578501 w 765852"/>
              <a:gd name="connsiteY5" fmla="*/ 83403 h 260086"/>
              <a:gd name="connsiteX6" fmla="*/ 604779 w 765852"/>
              <a:gd name="connsiteY6" fmla="*/ 143884 h 260086"/>
              <a:gd name="connsiteX7" fmla="*/ 672177 w 765852"/>
              <a:gd name="connsiteY7" fmla="*/ 166805 h 260086"/>
              <a:gd name="connsiteX8" fmla="*/ 739575 w 765852"/>
              <a:gd name="connsiteY8" fmla="*/ 143884 h 260086"/>
              <a:gd name="connsiteX9" fmla="*/ 604595 w 765852"/>
              <a:gd name="connsiteY9" fmla="*/ 83403 h 260086"/>
              <a:gd name="connsiteX10" fmla="*/ 622611 w 765852"/>
              <a:gd name="connsiteY10" fmla="*/ 41871 h 260086"/>
              <a:gd name="connsiteX11" fmla="*/ 672177 w 765852"/>
              <a:gd name="connsiteY11" fmla="*/ 25719 h 260086"/>
              <a:gd name="connsiteX12" fmla="*/ 721742 w 765852"/>
              <a:gd name="connsiteY12" fmla="*/ 41871 h 260086"/>
              <a:gd name="connsiteX13" fmla="*/ 739759 w 765852"/>
              <a:gd name="connsiteY13" fmla="*/ 83403 h 260086"/>
              <a:gd name="connsiteX14" fmla="*/ 721742 w 765852"/>
              <a:gd name="connsiteY14" fmla="*/ 124934 h 260086"/>
              <a:gd name="connsiteX15" fmla="*/ 672177 w 765852"/>
              <a:gd name="connsiteY15" fmla="*/ 141077 h 260086"/>
              <a:gd name="connsiteX16" fmla="*/ 622611 w 765852"/>
              <a:gd name="connsiteY16" fmla="*/ 124934 h 260086"/>
              <a:gd name="connsiteX17" fmla="*/ 604595 w 765852"/>
              <a:gd name="connsiteY17" fmla="*/ 83403 h 260086"/>
              <a:gd name="connsiteX18" fmla="*/ 238310 w 765852"/>
              <a:gd name="connsiteY18" fmla="*/ 207181 h 260086"/>
              <a:gd name="connsiteX19" fmla="*/ 249560 w 765852"/>
              <a:gd name="connsiteY19" fmla="*/ 204081 h 260086"/>
              <a:gd name="connsiteX20" fmla="*/ 261562 w 765852"/>
              <a:gd name="connsiteY20" fmla="*/ 207713 h 260086"/>
              <a:gd name="connsiteX21" fmla="*/ 268163 w 765852"/>
              <a:gd name="connsiteY21" fmla="*/ 217812 h 260086"/>
              <a:gd name="connsiteX22" fmla="*/ 275874 w 765852"/>
              <a:gd name="connsiteY22" fmla="*/ 217812 h 260086"/>
              <a:gd name="connsiteX23" fmla="*/ 267145 w 765852"/>
              <a:gd name="connsiteY23" fmla="*/ 202568 h 260086"/>
              <a:gd name="connsiteX24" fmla="*/ 249917 w 765852"/>
              <a:gd name="connsiteY24" fmla="*/ 196982 h 260086"/>
              <a:gd name="connsiteX25" fmla="*/ 234322 w 765852"/>
              <a:gd name="connsiteY25" fmla="*/ 200926 h 260086"/>
              <a:gd name="connsiteX26" fmla="*/ 223961 w 765852"/>
              <a:gd name="connsiteY26" fmla="*/ 212052 h 260086"/>
              <a:gd name="connsiteX27" fmla="*/ 220330 w 765852"/>
              <a:gd name="connsiteY27" fmla="*/ 228534 h 260086"/>
              <a:gd name="connsiteX28" fmla="*/ 223961 w 765852"/>
              <a:gd name="connsiteY28" fmla="*/ 245062 h 260086"/>
              <a:gd name="connsiteX29" fmla="*/ 234322 w 765852"/>
              <a:gd name="connsiteY29" fmla="*/ 256142 h 260086"/>
              <a:gd name="connsiteX30" fmla="*/ 249917 w 765852"/>
              <a:gd name="connsiteY30" fmla="*/ 260086 h 260086"/>
              <a:gd name="connsiteX31" fmla="*/ 267145 w 765852"/>
              <a:gd name="connsiteY31" fmla="*/ 254501 h 260086"/>
              <a:gd name="connsiteX32" fmla="*/ 275782 w 765852"/>
              <a:gd name="connsiteY32" fmla="*/ 239256 h 260086"/>
              <a:gd name="connsiteX33" fmla="*/ 268071 w 765852"/>
              <a:gd name="connsiteY33" fmla="*/ 239256 h 260086"/>
              <a:gd name="connsiteX34" fmla="*/ 261516 w 765852"/>
              <a:gd name="connsiteY34" fmla="*/ 249401 h 260086"/>
              <a:gd name="connsiteX35" fmla="*/ 249560 w 765852"/>
              <a:gd name="connsiteY35" fmla="*/ 252987 h 260086"/>
              <a:gd name="connsiteX36" fmla="*/ 238310 w 765852"/>
              <a:gd name="connsiteY36" fmla="*/ 249887 h 260086"/>
              <a:gd name="connsiteX37" fmla="*/ 230828 w 765852"/>
              <a:gd name="connsiteY37" fmla="*/ 241201 h 260086"/>
              <a:gd name="connsiteX38" fmla="*/ 228215 w 765852"/>
              <a:gd name="connsiteY38" fmla="*/ 228525 h 260086"/>
              <a:gd name="connsiteX39" fmla="*/ 230828 w 765852"/>
              <a:gd name="connsiteY39" fmla="*/ 215812 h 260086"/>
              <a:gd name="connsiteX40" fmla="*/ 238310 w 765852"/>
              <a:gd name="connsiteY40" fmla="*/ 207172 h 260086"/>
              <a:gd name="connsiteX41" fmla="*/ 335580 w 765852"/>
              <a:gd name="connsiteY41" fmla="*/ 197523 h 260086"/>
              <a:gd name="connsiteX42" fmla="*/ 311925 w 765852"/>
              <a:gd name="connsiteY42" fmla="*/ 259554 h 260086"/>
              <a:gd name="connsiteX43" fmla="*/ 319892 w 765852"/>
              <a:gd name="connsiteY43" fmla="*/ 259554 h 260086"/>
              <a:gd name="connsiteX44" fmla="*/ 326448 w 765852"/>
              <a:gd name="connsiteY44" fmla="*/ 242806 h 260086"/>
              <a:gd name="connsiteX45" fmla="*/ 353467 w 765852"/>
              <a:gd name="connsiteY45" fmla="*/ 242806 h 260086"/>
              <a:gd name="connsiteX46" fmla="*/ 360023 w 765852"/>
              <a:gd name="connsiteY46" fmla="*/ 259554 h 260086"/>
              <a:gd name="connsiteX47" fmla="*/ 368256 w 765852"/>
              <a:gd name="connsiteY47" fmla="*/ 259554 h 260086"/>
              <a:gd name="connsiteX48" fmla="*/ 344693 w 765852"/>
              <a:gd name="connsiteY48" fmla="*/ 197523 h 260086"/>
              <a:gd name="connsiteX49" fmla="*/ 335570 w 765852"/>
              <a:gd name="connsiteY49" fmla="*/ 197523 h 260086"/>
              <a:gd name="connsiteX50" fmla="*/ 328758 w 765852"/>
              <a:gd name="connsiteY50" fmla="*/ 235808 h 260086"/>
              <a:gd name="connsiteX51" fmla="*/ 339916 w 765852"/>
              <a:gd name="connsiteY51" fmla="*/ 205943 h 260086"/>
              <a:gd name="connsiteX52" fmla="*/ 351166 w 765852"/>
              <a:gd name="connsiteY52" fmla="*/ 235808 h 260086"/>
              <a:gd name="connsiteX53" fmla="*/ 328749 w 765852"/>
              <a:gd name="connsiteY53" fmla="*/ 235808 h 260086"/>
              <a:gd name="connsiteX54" fmla="*/ 725437 w 765852"/>
              <a:gd name="connsiteY54" fmla="*/ 197523 h 260086"/>
              <a:gd name="connsiteX55" fmla="*/ 717736 w 765852"/>
              <a:gd name="connsiteY55" fmla="*/ 197523 h 260086"/>
              <a:gd name="connsiteX56" fmla="*/ 717736 w 765852"/>
              <a:gd name="connsiteY56" fmla="*/ 259554 h 260086"/>
              <a:gd name="connsiteX57" fmla="*/ 753704 w 765852"/>
              <a:gd name="connsiteY57" fmla="*/ 259554 h 260086"/>
              <a:gd name="connsiteX58" fmla="*/ 753704 w 765852"/>
              <a:gd name="connsiteY58" fmla="*/ 252464 h 260086"/>
              <a:gd name="connsiteX59" fmla="*/ 725446 w 765852"/>
              <a:gd name="connsiteY59" fmla="*/ 252464 h 260086"/>
              <a:gd name="connsiteX60" fmla="*/ 725446 w 765852"/>
              <a:gd name="connsiteY60" fmla="*/ 197523 h 260086"/>
              <a:gd name="connsiteX61" fmla="*/ 250953 w 765852"/>
              <a:gd name="connsiteY61" fmla="*/ 2119 h 260086"/>
              <a:gd name="connsiteX62" fmla="*/ 225566 w 765852"/>
              <a:gd name="connsiteY62" fmla="*/ 2119 h 260086"/>
              <a:gd name="connsiteX63" fmla="*/ 225566 w 765852"/>
              <a:gd name="connsiteY63" fmla="*/ 164677 h 260086"/>
              <a:gd name="connsiteX64" fmla="*/ 250953 w 765852"/>
              <a:gd name="connsiteY64" fmla="*/ 164677 h 260086"/>
              <a:gd name="connsiteX65" fmla="*/ 250953 w 765852"/>
              <a:gd name="connsiteY65" fmla="*/ 2119 h 260086"/>
              <a:gd name="connsiteX66" fmla="*/ 80592 w 765852"/>
              <a:gd name="connsiteY66" fmla="*/ 62692 h 260086"/>
              <a:gd name="connsiteX67" fmla="*/ 80592 w 765852"/>
              <a:gd name="connsiteY67" fmla="*/ 164687 h 260086"/>
              <a:gd name="connsiteX68" fmla="*/ 106732 w 765852"/>
              <a:gd name="connsiteY68" fmla="*/ 164687 h 260086"/>
              <a:gd name="connsiteX69" fmla="*/ 106713 w 765852"/>
              <a:gd name="connsiteY69" fmla="*/ 62692 h 260086"/>
              <a:gd name="connsiteX70" fmla="*/ 95124 w 765852"/>
              <a:gd name="connsiteY70" fmla="*/ 28700 h 260086"/>
              <a:gd name="connsiteX71" fmla="*/ 93648 w 765852"/>
              <a:gd name="connsiteY71" fmla="*/ 26792 h 260086"/>
              <a:gd name="connsiteX72" fmla="*/ 92172 w 765852"/>
              <a:gd name="connsiteY72" fmla="*/ 28700 h 260086"/>
              <a:gd name="connsiteX73" fmla="*/ 80583 w 765852"/>
              <a:gd name="connsiteY73" fmla="*/ 62692 h 260086"/>
              <a:gd name="connsiteX74" fmla="*/ 47273 w 765852"/>
              <a:gd name="connsiteY74" fmla="*/ 2119 h 260086"/>
              <a:gd name="connsiteX75" fmla="*/ 0 w 765852"/>
              <a:gd name="connsiteY75" fmla="*/ 2119 h 260086"/>
              <a:gd name="connsiteX76" fmla="*/ 0 w 765852"/>
              <a:gd name="connsiteY76" fmla="*/ 26792 h 260086"/>
              <a:gd name="connsiteX77" fmla="*/ 93648 w 765852"/>
              <a:gd name="connsiteY77" fmla="*/ 26792 h 260086"/>
              <a:gd name="connsiteX78" fmla="*/ 91328 w 765852"/>
              <a:gd name="connsiteY78" fmla="*/ 23793 h 260086"/>
              <a:gd name="connsiteX79" fmla="*/ 47273 w 765852"/>
              <a:gd name="connsiteY79" fmla="*/ 2119 h 260086"/>
              <a:gd name="connsiteX80" fmla="*/ 95968 w 765852"/>
              <a:gd name="connsiteY80" fmla="*/ 23793 h 260086"/>
              <a:gd name="connsiteX81" fmla="*/ 93648 w 765852"/>
              <a:gd name="connsiteY81" fmla="*/ 26792 h 260086"/>
              <a:gd name="connsiteX82" fmla="*/ 187296 w 765852"/>
              <a:gd name="connsiteY82" fmla="*/ 26792 h 260086"/>
              <a:gd name="connsiteX83" fmla="*/ 187296 w 765852"/>
              <a:gd name="connsiteY83" fmla="*/ 2119 h 260086"/>
              <a:gd name="connsiteX84" fmla="*/ 140023 w 765852"/>
              <a:gd name="connsiteY84" fmla="*/ 2119 h 260086"/>
              <a:gd name="connsiteX85" fmla="*/ 95958 w 765852"/>
              <a:gd name="connsiteY85" fmla="*/ 23793 h 260086"/>
              <a:gd name="connsiteX86" fmla="*/ 514844 w 765852"/>
              <a:gd name="connsiteY86" fmla="*/ 164677 h 260086"/>
              <a:gd name="connsiteX87" fmla="*/ 540232 w 765852"/>
              <a:gd name="connsiteY87" fmla="*/ 164677 h 260086"/>
              <a:gd name="connsiteX88" fmla="*/ 540232 w 765852"/>
              <a:gd name="connsiteY88" fmla="*/ 2119 h 260086"/>
              <a:gd name="connsiteX89" fmla="*/ 514844 w 765852"/>
              <a:gd name="connsiteY89" fmla="*/ 2119 h 260086"/>
              <a:gd name="connsiteX90" fmla="*/ 514844 w 765852"/>
              <a:gd name="connsiteY90" fmla="*/ 164677 h 260086"/>
              <a:gd name="connsiteX91" fmla="*/ 495205 w 765852"/>
              <a:gd name="connsiteY91" fmla="*/ 259554 h 260086"/>
              <a:gd name="connsiteX92" fmla="*/ 502915 w 765852"/>
              <a:gd name="connsiteY92" fmla="*/ 259554 h 260086"/>
              <a:gd name="connsiteX93" fmla="*/ 502915 w 765852"/>
              <a:gd name="connsiteY93" fmla="*/ 197523 h 260086"/>
              <a:gd name="connsiteX94" fmla="*/ 495205 w 765852"/>
              <a:gd name="connsiteY94" fmla="*/ 197523 h 260086"/>
              <a:gd name="connsiteX95" fmla="*/ 495205 w 765852"/>
              <a:gd name="connsiteY95" fmla="*/ 259554 h 260086"/>
              <a:gd name="connsiteX96" fmla="*/ 544816 w 765852"/>
              <a:gd name="connsiteY96" fmla="*/ 204613 h 260086"/>
              <a:gd name="connsiteX97" fmla="*/ 564923 w 765852"/>
              <a:gd name="connsiteY97" fmla="*/ 204613 h 260086"/>
              <a:gd name="connsiteX98" fmla="*/ 564923 w 765852"/>
              <a:gd name="connsiteY98" fmla="*/ 259554 h 260086"/>
              <a:gd name="connsiteX99" fmla="*/ 572633 w 765852"/>
              <a:gd name="connsiteY99" fmla="*/ 259554 h 260086"/>
              <a:gd name="connsiteX100" fmla="*/ 572633 w 765852"/>
              <a:gd name="connsiteY100" fmla="*/ 204613 h 260086"/>
              <a:gd name="connsiteX101" fmla="*/ 592740 w 765852"/>
              <a:gd name="connsiteY101" fmla="*/ 204613 h 260086"/>
              <a:gd name="connsiteX102" fmla="*/ 592740 w 765852"/>
              <a:gd name="connsiteY102" fmla="*/ 197523 h 260086"/>
              <a:gd name="connsiteX103" fmla="*/ 544816 w 765852"/>
              <a:gd name="connsiteY103" fmla="*/ 197523 h 260086"/>
              <a:gd name="connsiteX104" fmla="*/ 544816 w 765852"/>
              <a:gd name="connsiteY104" fmla="*/ 204613 h 260086"/>
              <a:gd name="connsiteX105" fmla="*/ 287389 w 765852"/>
              <a:gd name="connsiteY105" fmla="*/ 2119 h 260086"/>
              <a:gd name="connsiteX106" fmla="*/ 345234 w 765852"/>
              <a:gd name="connsiteY106" fmla="*/ 140105 h 260086"/>
              <a:gd name="connsiteX107" fmla="*/ 381413 w 765852"/>
              <a:gd name="connsiteY107" fmla="*/ 166796 h 260086"/>
              <a:gd name="connsiteX108" fmla="*/ 382899 w 765852"/>
              <a:gd name="connsiteY108" fmla="*/ 166796 h 260086"/>
              <a:gd name="connsiteX109" fmla="*/ 316692 w 765852"/>
              <a:gd name="connsiteY109" fmla="*/ 2119 h 260086"/>
              <a:gd name="connsiteX110" fmla="*/ 287389 w 765852"/>
              <a:gd name="connsiteY110" fmla="*/ 2119 h 260086"/>
              <a:gd name="connsiteX111" fmla="*/ 443549 w 765852"/>
              <a:gd name="connsiteY111" fmla="*/ 199871 h 260086"/>
              <a:gd name="connsiteX112" fmla="*/ 432739 w 765852"/>
              <a:gd name="connsiteY112" fmla="*/ 197523 h 260086"/>
              <a:gd name="connsiteX113" fmla="*/ 408910 w 765852"/>
              <a:gd name="connsiteY113" fmla="*/ 197523 h 260086"/>
              <a:gd name="connsiteX114" fmla="*/ 408910 w 765852"/>
              <a:gd name="connsiteY114" fmla="*/ 259554 h 260086"/>
              <a:gd name="connsiteX115" fmla="*/ 416621 w 765852"/>
              <a:gd name="connsiteY115" fmla="*/ 259554 h 260086"/>
              <a:gd name="connsiteX116" fmla="*/ 416621 w 765852"/>
              <a:gd name="connsiteY116" fmla="*/ 235716 h 260086"/>
              <a:gd name="connsiteX117" fmla="*/ 432748 w 765852"/>
              <a:gd name="connsiteY117" fmla="*/ 235716 h 260086"/>
              <a:gd name="connsiteX118" fmla="*/ 443512 w 765852"/>
              <a:gd name="connsiteY118" fmla="*/ 233368 h 260086"/>
              <a:gd name="connsiteX119" fmla="*/ 450728 w 765852"/>
              <a:gd name="connsiteY119" fmla="*/ 226681 h 260086"/>
              <a:gd name="connsiteX120" fmla="*/ 453295 w 765852"/>
              <a:gd name="connsiteY120" fmla="*/ 216583 h 260086"/>
              <a:gd name="connsiteX121" fmla="*/ 450774 w 765852"/>
              <a:gd name="connsiteY121" fmla="*/ 206521 h 260086"/>
              <a:gd name="connsiteX122" fmla="*/ 443558 w 765852"/>
              <a:gd name="connsiteY122" fmla="*/ 199871 h 260086"/>
              <a:gd name="connsiteX123" fmla="*/ 441779 w 765852"/>
              <a:gd name="connsiteY123" fmla="*/ 225351 h 260086"/>
              <a:gd name="connsiteX124" fmla="*/ 432033 w 765852"/>
              <a:gd name="connsiteY124" fmla="*/ 228635 h 260086"/>
              <a:gd name="connsiteX125" fmla="*/ 416621 w 765852"/>
              <a:gd name="connsiteY125" fmla="*/ 228635 h 260086"/>
              <a:gd name="connsiteX126" fmla="*/ 416621 w 765852"/>
              <a:gd name="connsiteY126" fmla="*/ 204622 h 260086"/>
              <a:gd name="connsiteX127" fmla="*/ 432125 w 765852"/>
              <a:gd name="connsiteY127" fmla="*/ 204622 h 260086"/>
              <a:gd name="connsiteX128" fmla="*/ 441825 w 765852"/>
              <a:gd name="connsiteY128" fmla="*/ 207860 h 260086"/>
              <a:gd name="connsiteX129" fmla="*/ 445410 w 765852"/>
              <a:gd name="connsiteY129" fmla="*/ 216592 h 260086"/>
              <a:gd name="connsiteX130" fmla="*/ 441779 w 765852"/>
              <a:gd name="connsiteY130" fmla="*/ 225361 h 260086"/>
              <a:gd name="connsiteX131" fmla="*/ 382889 w 765852"/>
              <a:gd name="connsiteY131" fmla="*/ 166805 h 260086"/>
              <a:gd name="connsiteX132" fmla="*/ 384375 w 765852"/>
              <a:gd name="connsiteY132" fmla="*/ 166805 h 260086"/>
              <a:gd name="connsiteX133" fmla="*/ 420554 w 765852"/>
              <a:gd name="connsiteY133" fmla="*/ 140114 h 260086"/>
              <a:gd name="connsiteX134" fmla="*/ 478399 w 765852"/>
              <a:gd name="connsiteY134" fmla="*/ 2128 h 260086"/>
              <a:gd name="connsiteX135" fmla="*/ 449096 w 765852"/>
              <a:gd name="connsiteY135" fmla="*/ 2128 h 260086"/>
              <a:gd name="connsiteX136" fmla="*/ 382889 w 765852"/>
              <a:gd name="connsiteY136" fmla="*/ 166814 h 260086"/>
              <a:gd name="connsiteX137" fmla="*/ 644368 w 765852"/>
              <a:gd name="connsiteY137" fmla="*/ 197523 h 260086"/>
              <a:gd name="connsiteX138" fmla="*/ 620714 w 765852"/>
              <a:gd name="connsiteY138" fmla="*/ 259554 h 260086"/>
              <a:gd name="connsiteX139" fmla="*/ 628690 w 765852"/>
              <a:gd name="connsiteY139" fmla="*/ 259554 h 260086"/>
              <a:gd name="connsiteX140" fmla="*/ 635246 w 765852"/>
              <a:gd name="connsiteY140" fmla="*/ 242806 h 260086"/>
              <a:gd name="connsiteX141" fmla="*/ 662266 w 765852"/>
              <a:gd name="connsiteY141" fmla="*/ 242806 h 260086"/>
              <a:gd name="connsiteX142" fmla="*/ 668821 w 765852"/>
              <a:gd name="connsiteY142" fmla="*/ 259554 h 260086"/>
              <a:gd name="connsiteX143" fmla="*/ 677055 w 765852"/>
              <a:gd name="connsiteY143" fmla="*/ 259554 h 260086"/>
              <a:gd name="connsiteX144" fmla="*/ 653491 w 765852"/>
              <a:gd name="connsiteY144" fmla="*/ 197523 h 260086"/>
              <a:gd name="connsiteX145" fmla="*/ 644368 w 765852"/>
              <a:gd name="connsiteY145" fmla="*/ 197523 h 260086"/>
              <a:gd name="connsiteX146" fmla="*/ 637547 w 765852"/>
              <a:gd name="connsiteY146" fmla="*/ 235808 h 260086"/>
              <a:gd name="connsiteX147" fmla="*/ 648705 w 765852"/>
              <a:gd name="connsiteY147" fmla="*/ 205943 h 260086"/>
              <a:gd name="connsiteX148" fmla="*/ 659955 w 765852"/>
              <a:gd name="connsiteY148" fmla="*/ 235808 h 260086"/>
              <a:gd name="connsiteX149" fmla="*/ 637538 w 765852"/>
              <a:gd name="connsiteY149" fmla="*/ 235808 h 260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</a:cxnLst>
            <a:rect l="l" t="t" r="r" b="b"/>
            <a:pathLst>
              <a:path w="765852" h="260086">
                <a:moveTo>
                  <a:pt x="739575" y="143884"/>
                </a:moveTo>
                <a:cubicBezTo>
                  <a:pt x="756519" y="128906"/>
                  <a:pt x="765852" y="107425"/>
                  <a:pt x="765852" y="83403"/>
                </a:cubicBezTo>
                <a:cubicBezTo>
                  <a:pt x="765852" y="59381"/>
                  <a:pt x="756519" y="37899"/>
                  <a:pt x="739575" y="22921"/>
                </a:cubicBezTo>
                <a:cubicBezTo>
                  <a:pt x="722613" y="7925"/>
                  <a:pt x="699307" y="0"/>
                  <a:pt x="672177" y="0"/>
                </a:cubicBezTo>
                <a:cubicBezTo>
                  <a:pt x="645047" y="0"/>
                  <a:pt x="621740" y="7925"/>
                  <a:pt x="604779" y="22921"/>
                </a:cubicBezTo>
                <a:cubicBezTo>
                  <a:pt x="587835" y="37899"/>
                  <a:pt x="578501" y="59381"/>
                  <a:pt x="578501" y="83403"/>
                </a:cubicBezTo>
                <a:cubicBezTo>
                  <a:pt x="578501" y="107425"/>
                  <a:pt x="587835" y="128906"/>
                  <a:pt x="604779" y="143884"/>
                </a:cubicBezTo>
                <a:cubicBezTo>
                  <a:pt x="621740" y="158881"/>
                  <a:pt x="645047" y="166805"/>
                  <a:pt x="672177" y="166805"/>
                </a:cubicBezTo>
                <a:cubicBezTo>
                  <a:pt x="699307" y="166805"/>
                  <a:pt x="722613" y="158881"/>
                  <a:pt x="739575" y="143884"/>
                </a:cubicBezTo>
                <a:close/>
                <a:moveTo>
                  <a:pt x="604595" y="83403"/>
                </a:moveTo>
                <a:cubicBezTo>
                  <a:pt x="604595" y="66489"/>
                  <a:pt x="610821" y="52135"/>
                  <a:pt x="622611" y="41871"/>
                </a:cubicBezTo>
                <a:cubicBezTo>
                  <a:pt x="634751" y="31305"/>
                  <a:pt x="651887" y="25719"/>
                  <a:pt x="672177" y="25719"/>
                </a:cubicBezTo>
                <a:cubicBezTo>
                  <a:pt x="692467" y="25719"/>
                  <a:pt x="709603" y="31305"/>
                  <a:pt x="721742" y="41871"/>
                </a:cubicBezTo>
                <a:cubicBezTo>
                  <a:pt x="733524" y="52126"/>
                  <a:pt x="739759" y="66489"/>
                  <a:pt x="739759" y="83403"/>
                </a:cubicBezTo>
                <a:cubicBezTo>
                  <a:pt x="739759" y="100316"/>
                  <a:pt x="733533" y="114671"/>
                  <a:pt x="721742" y="124934"/>
                </a:cubicBezTo>
                <a:cubicBezTo>
                  <a:pt x="709603" y="135501"/>
                  <a:pt x="692467" y="141077"/>
                  <a:pt x="672177" y="141077"/>
                </a:cubicBezTo>
                <a:cubicBezTo>
                  <a:pt x="651887" y="141077"/>
                  <a:pt x="634741" y="135491"/>
                  <a:pt x="622611" y="124934"/>
                </a:cubicBezTo>
                <a:cubicBezTo>
                  <a:pt x="610830" y="114671"/>
                  <a:pt x="604595" y="100316"/>
                  <a:pt x="604595" y="83403"/>
                </a:cubicBezTo>
                <a:close/>
                <a:moveTo>
                  <a:pt x="238310" y="207181"/>
                </a:moveTo>
                <a:cubicBezTo>
                  <a:pt x="241556" y="205118"/>
                  <a:pt x="245306" y="204081"/>
                  <a:pt x="249560" y="204081"/>
                </a:cubicBezTo>
                <a:cubicBezTo>
                  <a:pt x="254282" y="204081"/>
                  <a:pt x="258288" y="205292"/>
                  <a:pt x="261562" y="207713"/>
                </a:cubicBezTo>
                <a:cubicBezTo>
                  <a:pt x="264835" y="210135"/>
                  <a:pt x="267035" y="213501"/>
                  <a:pt x="268163" y="217812"/>
                </a:cubicBezTo>
                <a:lnTo>
                  <a:pt x="275874" y="217812"/>
                </a:lnTo>
                <a:cubicBezTo>
                  <a:pt x="274691" y="211373"/>
                  <a:pt x="271784" y="206292"/>
                  <a:pt x="267145" y="202568"/>
                </a:cubicBezTo>
                <a:cubicBezTo>
                  <a:pt x="262506" y="198844"/>
                  <a:pt x="256766" y="196982"/>
                  <a:pt x="249917" y="196982"/>
                </a:cubicBezTo>
                <a:cubicBezTo>
                  <a:pt x="244013" y="196982"/>
                  <a:pt x="238814" y="198293"/>
                  <a:pt x="234322" y="200926"/>
                </a:cubicBezTo>
                <a:cubicBezTo>
                  <a:pt x="229838" y="203558"/>
                  <a:pt x="226382" y="207264"/>
                  <a:pt x="223961" y="212052"/>
                </a:cubicBezTo>
                <a:cubicBezTo>
                  <a:pt x="221541" y="216840"/>
                  <a:pt x="220330" y="222334"/>
                  <a:pt x="220330" y="228534"/>
                </a:cubicBezTo>
                <a:cubicBezTo>
                  <a:pt x="220330" y="234734"/>
                  <a:pt x="221541" y="240302"/>
                  <a:pt x="223961" y="245062"/>
                </a:cubicBezTo>
                <a:cubicBezTo>
                  <a:pt x="226382" y="249823"/>
                  <a:pt x="229838" y="253510"/>
                  <a:pt x="234322" y="256142"/>
                </a:cubicBezTo>
                <a:cubicBezTo>
                  <a:pt x="238805" y="258775"/>
                  <a:pt x="244004" y="260086"/>
                  <a:pt x="249917" y="260086"/>
                </a:cubicBezTo>
                <a:cubicBezTo>
                  <a:pt x="256831" y="260086"/>
                  <a:pt x="262570" y="258224"/>
                  <a:pt x="267145" y="254501"/>
                </a:cubicBezTo>
                <a:cubicBezTo>
                  <a:pt x="271720" y="250777"/>
                  <a:pt x="274599" y="245695"/>
                  <a:pt x="275782" y="239256"/>
                </a:cubicBezTo>
                <a:lnTo>
                  <a:pt x="268071" y="239256"/>
                </a:lnTo>
                <a:cubicBezTo>
                  <a:pt x="266888" y="243631"/>
                  <a:pt x="264706" y="247007"/>
                  <a:pt x="261516" y="249401"/>
                </a:cubicBezTo>
                <a:cubicBezTo>
                  <a:pt x="258325" y="251795"/>
                  <a:pt x="254337" y="252987"/>
                  <a:pt x="249560" y="252987"/>
                </a:cubicBezTo>
                <a:cubicBezTo>
                  <a:pt x="245306" y="252987"/>
                  <a:pt x="241556" y="251951"/>
                  <a:pt x="238310" y="249887"/>
                </a:cubicBezTo>
                <a:cubicBezTo>
                  <a:pt x="235064" y="247823"/>
                  <a:pt x="232561" y="244925"/>
                  <a:pt x="230828" y="241201"/>
                </a:cubicBezTo>
                <a:cubicBezTo>
                  <a:pt x="229086" y="237477"/>
                  <a:pt x="228215" y="233258"/>
                  <a:pt x="228215" y="228525"/>
                </a:cubicBezTo>
                <a:cubicBezTo>
                  <a:pt x="228215" y="223792"/>
                  <a:pt x="229086" y="219499"/>
                  <a:pt x="230828" y="215812"/>
                </a:cubicBezTo>
                <a:cubicBezTo>
                  <a:pt x="232570" y="212125"/>
                  <a:pt x="235064" y="209245"/>
                  <a:pt x="238310" y="207172"/>
                </a:cubicBezTo>
                <a:close/>
                <a:moveTo>
                  <a:pt x="335580" y="197523"/>
                </a:moveTo>
                <a:lnTo>
                  <a:pt x="311925" y="259554"/>
                </a:lnTo>
                <a:lnTo>
                  <a:pt x="319892" y="259554"/>
                </a:lnTo>
                <a:lnTo>
                  <a:pt x="326448" y="242806"/>
                </a:lnTo>
                <a:lnTo>
                  <a:pt x="353467" y="242806"/>
                </a:lnTo>
                <a:lnTo>
                  <a:pt x="360023" y="259554"/>
                </a:lnTo>
                <a:lnTo>
                  <a:pt x="368256" y="259554"/>
                </a:lnTo>
                <a:lnTo>
                  <a:pt x="344693" y="197523"/>
                </a:lnTo>
                <a:lnTo>
                  <a:pt x="335570" y="197523"/>
                </a:lnTo>
                <a:close/>
                <a:moveTo>
                  <a:pt x="328758" y="235808"/>
                </a:moveTo>
                <a:lnTo>
                  <a:pt x="339916" y="205943"/>
                </a:lnTo>
                <a:lnTo>
                  <a:pt x="351166" y="235808"/>
                </a:lnTo>
                <a:lnTo>
                  <a:pt x="328749" y="235808"/>
                </a:lnTo>
                <a:close/>
                <a:moveTo>
                  <a:pt x="725437" y="197523"/>
                </a:moveTo>
                <a:lnTo>
                  <a:pt x="717736" y="197523"/>
                </a:lnTo>
                <a:lnTo>
                  <a:pt x="717736" y="259554"/>
                </a:lnTo>
                <a:lnTo>
                  <a:pt x="753704" y="259554"/>
                </a:lnTo>
                <a:lnTo>
                  <a:pt x="753704" y="252464"/>
                </a:lnTo>
                <a:lnTo>
                  <a:pt x="725446" y="252464"/>
                </a:lnTo>
                <a:lnTo>
                  <a:pt x="725446" y="197523"/>
                </a:lnTo>
                <a:close/>
                <a:moveTo>
                  <a:pt x="250953" y="2119"/>
                </a:moveTo>
                <a:lnTo>
                  <a:pt x="225566" y="2119"/>
                </a:lnTo>
                <a:lnTo>
                  <a:pt x="225566" y="164677"/>
                </a:lnTo>
                <a:lnTo>
                  <a:pt x="250953" y="164677"/>
                </a:lnTo>
                <a:lnTo>
                  <a:pt x="250953" y="2119"/>
                </a:lnTo>
                <a:close/>
                <a:moveTo>
                  <a:pt x="80592" y="62692"/>
                </a:moveTo>
                <a:lnTo>
                  <a:pt x="80592" y="164687"/>
                </a:lnTo>
                <a:cubicBezTo>
                  <a:pt x="80592" y="164687"/>
                  <a:pt x="106732" y="164687"/>
                  <a:pt x="106732" y="164687"/>
                </a:cubicBezTo>
                <a:lnTo>
                  <a:pt x="106713" y="62692"/>
                </a:lnTo>
                <a:cubicBezTo>
                  <a:pt x="106713" y="50282"/>
                  <a:pt x="102707" y="38523"/>
                  <a:pt x="95124" y="28700"/>
                </a:cubicBezTo>
                <a:lnTo>
                  <a:pt x="93648" y="26792"/>
                </a:lnTo>
                <a:lnTo>
                  <a:pt x="92172" y="28700"/>
                </a:lnTo>
                <a:cubicBezTo>
                  <a:pt x="84589" y="38523"/>
                  <a:pt x="80583" y="50273"/>
                  <a:pt x="80583" y="62692"/>
                </a:cubicBezTo>
                <a:close/>
                <a:moveTo>
                  <a:pt x="47273" y="2119"/>
                </a:moveTo>
                <a:lnTo>
                  <a:pt x="0" y="2119"/>
                </a:lnTo>
                <a:lnTo>
                  <a:pt x="0" y="26792"/>
                </a:lnTo>
                <a:lnTo>
                  <a:pt x="93648" y="26792"/>
                </a:lnTo>
                <a:lnTo>
                  <a:pt x="91328" y="23793"/>
                </a:lnTo>
                <a:cubicBezTo>
                  <a:pt x="80693" y="10025"/>
                  <a:pt x="64629" y="2119"/>
                  <a:pt x="47273" y="2119"/>
                </a:cubicBezTo>
                <a:close/>
                <a:moveTo>
                  <a:pt x="95968" y="23793"/>
                </a:moveTo>
                <a:lnTo>
                  <a:pt x="93648" y="26792"/>
                </a:lnTo>
                <a:lnTo>
                  <a:pt x="187296" y="26792"/>
                </a:lnTo>
                <a:lnTo>
                  <a:pt x="187296" y="2119"/>
                </a:lnTo>
                <a:lnTo>
                  <a:pt x="140023" y="2119"/>
                </a:lnTo>
                <a:cubicBezTo>
                  <a:pt x="122657" y="2119"/>
                  <a:pt x="106603" y="10016"/>
                  <a:pt x="95958" y="23793"/>
                </a:cubicBezTo>
                <a:close/>
                <a:moveTo>
                  <a:pt x="514844" y="164677"/>
                </a:moveTo>
                <a:lnTo>
                  <a:pt x="540232" y="164677"/>
                </a:lnTo>
                <a:lnTo>
                  <a:pt x="540232" y="2119"/>
                </a:lnTo>
                <a:lnTo>
                  <a:pt x="514844" y="2119"/>
                </a:lnTo>
                <a:lnTo>
                  <a:pt x="514844" y="164677"/>
                </a:lnTo>
                <a:close/>
                <a:moveTo>
                  <a:pt x="495205" y="259554"/>
                </a:moveTo>
                <a:lnTo>
                  <a:pt x="502915" y="259554"/>
                </a:lnTo>
                <a:lnTo>
                  <a:pt x="502915" y="197523"/>
                </a:lnTo>
                <a:lnTo>
                  <a:pt x="495205" y="197523"/>
                </a:lnTo>
                <a:lnTo>
                  <a:pt x="495205" y="259554"/>
                </a:lnTo>
                <a:close/>
                <a:moveTo>
                  <a:pt x="544816" y="204613"/>
                </a:moveTo>
                <a:lnTo>
                  <a:pt x="564923" y="204613"/>
                </a:lnTo>
                <a:lnTo>
                  <a:pt x="564923" y="259554"/>
                </a:lnTo>
                <a:lnTo>
                  <a:pt x="572633" y="259554"/>
                </a:lnTo>
                <a:lnTo>
                  <a:pt x="572633" y="204613"/>
                </a:lnTo>
                <a:lnTo>
                  <a:pt x="592740" y="204613"/>
                </a:lnTo>
                <a:lnTo>
                  <a:pt x="592740" y="197523"/>
                </a:lnTo>
                <a:lnTo>
                  <a:pt x="544816" y="197523"/>
                </a:lnTo>
                <a:lnTo>
                  <a:pt x="544816" y="204613"/>
                </a:lnTo>
                <a:close/>
                <a:moveTo>
                  <a:pt x="287389" y="2119"/>
                </a:moveTo>
                <a:cubicBezTo>
                  <a:pt x="287389" y="2119"/>
                  <a:pt x="335680" y="117220"/>
                  <a:pt x="345234" y="140105"/>
                </a:cubicBezTo>
                <a:cubicBezTo>
                  <a:pt x="356374" y="166796"/>
                  <a:pt x="374464" y="166796"/>
                  <a:pt x="381413" y="166796"/>
                </a:cubicBezTo>
                <a:lnTo>
                  <a:pt x="382899" y="166796"/>
                </a:lnTo>
                <a:lnTo>
                  <a:pt x="316692" y="2119"/>
                </a:lnTo>
                <a:lnTo>
                  <a:pt x="287389" y="2119"/>
                </a:lnTo>
                <a:close/>
                <a:moveTo>
                  <a:pt x="443549" y="199871"/>
                </a:moveTo>
                <a:cubicBezTo>
                  <a:pt x="440413" y="198303"/>
                  <a:pt x="436819" y="197523"/>
                  <a:pt x="432739" y="197523"/>
                </a:cubicBezTo>
                <a:lnTo>
                  <a:pt x="408910" y="197523"/>
                </a:lnTo>
                <a:lnTo>
                  <a:pt x="408910" y="259554"/>
                </a:lnTo>
                <a:lnTo>
                  <a:pt x="416621" y="259554"/>
                </a:lnTo>
                <a:lnTo>
                  <a:pt x="416621" y="235716"/>
                </a:lnTo>
                <a:lnTo>
                  <a:pt x="432748" y="235716"/>
                </a:lnTo>
                <a:cubicBezTo>
                  <a:pt x="436819" y="235716"/>
                  <a:pt x="440413" y="234936"/>
                  <a:pt x="443512" y="233368"/>
                </a:cubicBezTo>
                <a:cubicBezTo>
                  <a:pt x="446611" y="231799"/>
                  <a:pt x="449013" y="229571"/>
                  <a:pt x="450728" y="226681"/>
                </a:cubicBezTo>
                <a:cubicBezTo>
                  <a:pt x="452442" y="223783"/>
                  <a:pt x="453295" y="220417"/>
                  <a:pt x="453295" y="216583"/>
                </a:cubicBezTo>
                <a:cubicBezTo>
                  <a:pt x="453295" y="212749"/>
                  <a:pt x="452452" y="209392"/>
                  <a:pt x="450774" y="206521"/>
                </a:cubicBezTo>
                <a:cubicBezTo>
                  <a:pt x="449087" y="203659"/>
                  <a:pt x="446685" y="201439"/>
                  <a:pt x="443558" y="199871"/>
                </a:cubicBezTo>
                <a:close/>
                <a:moveTo>
                  <a:pt x="441779" y="225351"/>
                </a:moveTo>
                <a:cubicBezTo>
                  <a:pt x="439359" y="227534"/>
                  <a:pt x="436113" y="228635"/>
                  <a:pt x="432033" y="228635"/>
                </a:cubicBezTo>
                <a:lnTo>
                  <a:pt x="416621" y="228635"/>
                </a:lnTo>
                <a:lnTo>
                  <a:pt x="416621" y="204622"/>
                </a:lnTo>
                <a:lnTo>
                  <a:pt x="432125" y="204622"/>
                </a:lnTo>
                <a:cubicBezTo>
                  <a:pt x="436196" y="204622"/>
                  <a:pt x="439432" y="205705"/>
                  <a:pt x="441825" y="207860"/>
                </a:cubicBezTo>
                <a:cubicBezTo>
                  <a:pt x="444218" y="210015"/>
                  <a:pt x="445410" y="212923"/>
                  <a:pt x="445410" y="216592"/>
                </a:cubicBezTo>
                <a:cubicBezTo>
                  <a:pt x="445410" y="220261"/>
                  <a:pt x="444200" y="223178"/>
                  <a:pt x="441779" y="225361"/>
                </a:cubicBezTo>
                <a:close/>
                <a:moveTo>
                  <a:pt x="382889" y="166805"/>
                </a:moveTo>
                <a:lnTo>
                  <a:pt x="384375" y="166805"/>
                </a:lnTo>
                <a:cubicBezTo>
                  <a:pt x="391334" y="166805"/>
                  <a:pt x="409423" y="166805"/>
                  <a:pt x="420554" y="140114"/>
                </a:cubicBezTo>
                <a:cubicBezTo>
                  <a:pt x="430099" y="117230"/>
                  <a:pt x="478399" y="2128"/>
                  <a:pt x="478399" y="2128"/>
                </a:cubicBezTo>
                <a:lnTo>
                  <a:pt x="449096" y="2128"/>
                </a:lnTo>
                <a:lnTo>
                  <a:pt x="382889" y="166814"/>
                </a:lnTo>
                <a:close/>
                <a:moveTo>
                  <a:pt x="644368" y="197523"/>
                </a:moveTo>
                <a:lnTo>
                  <a:pt x="620714" y="259554"/>
                </a:lnTo>
                <a:lnTo>
                  <a:pt x="628690" y="259554"/>
                </a:lnTo>
                <a:lnTo>
                  <a:pt x="635246" y="242806"/>
                </a:lnTo>
                <a:lnTo>
                  <a:pt x="662266" y="242806"/>
                </a:lnTo>
                <a:lnTo>
                  <a:pt x="668821" y="259554"/>
                </a:lnTo>
                <a:lnTo>
                  <a:pt x="677055" y="259554"/>
                </a:lnTo>
                <a:lnTo>
                  <a:pt x="653491" y="197523"/>
                </a:lnTo>
                <a:lnTo>
                  <a:pt x="644368" y="197523"/>
                </a:lnTo>
                <a:close/>
                <a:moveTo>
                  <a:pt x="637547" y="235808"/>
                </a:moveTo>
                <a:lnTo>
                  <a:pt x="648705" y="205943"/>
                </a:lnTo>
                <a:lnTo>
                  <a:pt x="659955" y="235808"/>
                </a:lnTo>
                <a:lnTo>
                  <a:pt x="637538" y="235808"/>
                </a:lnTo>
                <a:close/>
              </a:path>
            </a:pathLst>
          </a:custGeom>
          <a:solidFill>
            <a:schemeClr val="bg1"/>
          </a:solidFill>
          <a:ln w="1061" cap="flat">
            <a:noFill/>
            <a:prstDash val="solid"/>
            <a:miter/>
          </a:ln>
        </p:spPr>
        <p:txBody>
          <a:bodyPr rtlCol="0" anchor="ctr"/>
          <a:lstStyle/>
          <a:p>
            <a:endParaRPr lang="pt-BR" sz="1092">
              <a:solidFill>
                <a:schemeClr val="bg1"/>
              </a:solidFill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1904FAD7-D1D8-06F3-6189-A8707EDC8E87}"/>
              </a:ext>
            </a:extLst>
          </p:cNvPr>
          <p:cNvCxnSpPr/>
          <p:nvPr userDrawn="1"/>
        </p:nvCxnSpPr>
        <p:spPr>
          <a:xfrm>
            <a:off x="334964" y="185353"/>
            <a:ext cx="10415415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687787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469">
          <p15:clr>
            <a:srgbClr val="FBAE40"/>
          </p15:clr>
        </p15:guide>
        <p15:guide id="2" orient="horz" pos="3974">
          <p15:clr>
            <a:srgbClr val="FBAE40"/>
          </p15:clr>
        </p15:guide>
        <p15:guide id="3" orient="horz" pos="232">
          <p15:clr>
            <a:srgbClr val="FBAE40"/>
          </p15:clr>
        </p15:guide>
        <p15:guide id="4" pos="211">
          <p15:clr>
            <a:srgbClr val="FBAE40"/>
          </p15:clr>
        </p15:guide>
        <p15:guide id="5" orient="horz" pos="4065">
          <p15:clr>
            <a:srgbClr val="FBAE40"/>
          </p15:clr>
        </p15:guide>
        <p15:guide id="6" orient="horz" pos="799">
          <p15:clr>
            <a:srgbClr val="FBAE40"/>
          </p15:clr>
        </p15:guide>
        <p15:guide id="7" orient="horz" pos="935">
          <p15:clr>
            <a:srgbClr val="FBAE40"/>
          </p15:clr>
        </p15:guide>
      </p15:sldGuideLst>
    </p:ext>
  </p:extLst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ítulo | Box lateral - High Yield">
    <p:bg>
      <p:bgPr>
        <a:gradFill>
          <a:gsLst>
            <a:gs pos="81000">
              <a:schemeClr val="tx1">
                <a:lumMod val="85000"/>
                <a:lumOff val="15000"/>
              </a:schemeClr>
            </a:gs>
            <a:gs pos="100000">
              <a:schemeClr val="tx1">
                <a:lumMod val="95000"/>
                <a:lumOff val="5000"/>
              </a:schemeClr>
            </a:gs>
            <a:gs pos="0">
              <a:schemeClr val="accent5"/>
            </a:gs>
          </a:gsLst>
          <a:lin ang="7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tângulo 1">
            <a:extLst>
              <a:ext uri="{FF2B5EF4-FFF2-40B4-BE49-F238E27FC236}">
                <a16:creationId xmlns:a16="http://schemas.microsoft.com/office/drawing/2014/main" id="{0B0E7351-5252-E626-42EB-CDCE7C083C49}"/>
              </a:ext>
            </a:extLst>
          </p:cNvPr>
          <p:cNvSpPr/>
          <p:nvPr userDrawn="1"/>
        </p:nvSpPr>
        <p:spPr>
          <a:xfrm>
            <a:off x="0" y="1"/>
            <a:ext cx="542002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092">
              <a:solidFill>
                <a:schemeClr val="tx1"/>
              </a:solidFill>
            </a:endParaRPr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132BCE3-A04F-8602-64F7-7623C7EAF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61763" y="6482556"/>
            <a:ext cx="295275" cy="1692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 sz="1100">
                <a:solidFill>
                  <a:schemeClr val="bg1"/>
                </a:solidFill>
                <a:latin typeface="Versos" panose="020B0503020204030204" pitchFamily="34" charset="0"/>
                <a:cs typeface="Versos" panose="020B0503020204030204" pitchFamily="34" charset="0"/>
              </a:defRPr>
            </a:lvl1pPr>
          </a:lstStyle>
          <a:p>
            <a:fld id="{77667D73-C69A-4DAA-9003-24A825D36FE9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B13D7C-5A47-B0DF-B518-26E79F5D2DB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64" y="368301"/>
            <a:ext cx="5085057" cy="4308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8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err="1"/>
              <a:t>Título</a:t>
            </a:r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401465E-A8CD-A3BA-BE2A-9597492FDC6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4963" y="6482556"/>
            <a:ext cx="10980000" cy="180000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chemeClr val="accent3"/>
                </a:solidFill>
                <a:latin typeface="Versos Light" panose="020B0403020204030204" pitchFamily="34" charset="0"/>
              </a:defRPr>
            </a:lvl1pPr>
            <a:lvl2pPr>
              <a:defRPr sz="900">
                <a:latin typeface="Versos Light" panose="020B0403020204030204" pitchFamily="34" charset="0"/>
              </a:defRPr>
            </a:lvl2pPr>
            <a:lvl3pPr>
              <a:defRPr sz="900">
                <a:latin typeface="Versos Light" panose="020B0403020204030204" pitchFamily="34" charset="0"/>
              </a:defRPr>
            </a:lvl3pPr>
            <a:lvl4pPr>
              <a:defRPr sz="900">
                <a:latin typeface="Versos Light" panose="020B0403020204030204" pitchFamily="34" charset="0"/>
              </a:defRPr>
            </a:lvl4pPr>
            <a:lvl5pPr>
              <a:defRPr sz="900">
                <a:latin typeface="Versos Light" panose="020B0403020204030204" pitchFamily="34" charset="0"/>
              </a:defRPr>
            </a:lvl5pPr>
          </a:lstStyle>
          <a:p>
            <a:pPr lvl="0"/>
            <a:r>
              <a:rPr lang="en-US"/>
              <a:t>Fonte:</a:t>
            </a:r>
            <a:endParaRPr lang="pt-BR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2BF5896-7E11-14FB-06A4-95B1CAD37BF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47027" y="1751285"/>
            <a:ext cx="4369353" cy="156104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>
                <a:solidFill>
                  <a:schemeClr val="tx1"/>
                </a:solidFill>
                <a:latin typeface="Versos Light" panose="020B04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3D29ABC6-2275-8D02-5D8F-6C312831087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33166" y="3849328"/>
            <a:ext cx="4383213" cy="158838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>
                <a:solidFill>
                  <a:schemeClr val="tx1"/>
                </a:solidFill>
                <a:latin typeface="Versos Light" panose="020B04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8">
            <a:extLst>
              <a:ext uri="{FF2B5EF4-FFF2-40B4-BE49-F238E27FC236}">
                <a16:creationId xmlns:a16="http://schemas.microsoft.com/office/drawing/2014/main" id="{89936DB2-1144-3AFC-1BBA-E1BDEB5020C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767047" y="1484313"/>
            <a:ext cx="6077927" cy="445872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2" name="Conector Reto 2">
            <a:extLst>
              <a:ext uri="{FF2B5EF4-FFF2-40B4-BE49-F238E27FC236}">
                <a16:creationId xmlns:a16="http://schemas.microsoft.com/office/drawing/2014/main" id="{D24BE17E-F6B3-8EAE-EC30-BB9C725FC11E}"/>
              </a:ext>
            </a:extLst>
          </p:cNvPr>
          <p:cNvCxnSpPr>
            <a:cxnSpLocks/>
          </p:cNvCxnSpPr>
          <p:nvPr userDrawn="1"/>
        </p:nvCxnSpPr>
        <p:spPr>
          <a:xfrm flipH="1">
            <a:off x="1" y="1482784"/>
            <a:ext cx="145773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Conector Reto 7">
            <a:extLst>
              <a:ext uri="{FF2B5EF4-FFF2-40B4-BE49-F238E27FC236}">
                <a16:creationId xmlns:a16="http://schemas.microsoft.com/office/drawing/2014/main" id="{0D6EA7A2-501E-AE25-217B-771E1489503C}"/>
              </a:ext>
            </a:extLst>
          </p:cNvPr>
          <p:cNvCxnSpPr>
            <a:cxnSpLocks/>
          </p:cNvCxnSpPr>
          <p:nvPr userDrawn="1"/>
        </p:nvCxnSpPr>
        <p:spPr>
          <a:xfrm flipH="1">
            <a:off x="1" y="3580828"/>
            <a:ext cx="145773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Picture 8">
            <a:extLst>
              <a:ext uri="{FF2B5EF4-FFF2-40B4-BE49-F238E27FC236}">
                <a16:creationId xmlns:a16="http://schemas.microsoft.com/office/drawing/2014/main" id="{620B58C1-6F30-634A-58EB-8F0407027A11}"/>
              </a:ext>
            </a:extLst>
          </p:cNvPr>
          <p:cNvSpPr/>
          <p:nvPr userDrawn="1"/>
        </p:nvSpPr>
        <p:spPr>
          <a:xfrm>
            <a:off x="11091186" y="377179"/>
            <a:ext cx="765852" cy="260086"/>
          </a:xfrm>
          <a:custGeom>
            <a:avLst/>
            <a:gdLst>
              <a:gd name="connsiteX0" fmla="*/ 739575 w 765852"/>
              <a:gd name="connsiteY0" fmla="*/ 143884 h 260086"/>
              <a:gd name="connsiteX1" fmla="*/ 765852 w 765852"/>
              <a:gd name="connsiteY1" fmla="*/ 83403 h 260086"/>
              <a:gd name="connsiteX2" fmla="*/ 739575 w 765852"/>
              <a:gd name="connsiteY2" fmla="*/ 22921 h 260086"/>
              <a:gd name="connsiteX3" fmla="*/ 672177 w 765852"/>
              <a:gd name="connsiteY3" fmla="*/ 0 h 260086"/>
              <a:gd name="connsiteX4" fmla="*/ 604779 w 765852"/>
              <a:gd name="connsiteY4" fmla="*/ 22921 h 260086"/>
              <a:gd name="connsiteX5" fmla="*/ 578501 w 765852"/>
              <a:gd name="connsiteY5" fmla="*/ 83403 h 260086"/>
              <a:gd name="connsiteX6" fmla="*/ 604779 w 765852"/>
              <a:gd name="connsiteY6" fmla="*/ 143884 h 260086"/>
              <a:gd name="connsiteX7" fmla="*/ 672177 w 765852"/>
              <a:gd name="connsiteY7" fmla="*/ 166805 h 260086"/>
              <a:gd name="connsiteX8" fmla="*/ 739575 w 765852"/>
              <a:gd name="connsiteY8" fmla="*/ 143884 h 260086"/>
              <a:gd name="connsiteX9" fmla="*/ 604595 w 765852"/>
              <a:gd name="connsiteY9" fmla="*/ 83403 h 260086"/>
              <a:gd name="connsiteX10" fmla="*/ 622611 w 765852"/>
              <a:gd name="connsiteY10" fmla="*/ 41871 h 260086"/>
              <a:gd name="connsiteX11" fmla="*/ 672177 w 765852"/>
              <a:gd name="connsiteY11" fmla="*/ 25719 h 260086"/>
              <a:gd name="connsiteX12" fmla="*/ 721742 w 765852"/>
              <a:gd name="connsiteY12" fmla="*/ 41871 h 260086"/>
              <a:gd name="connsiteX13" fmla="*/ 739759 w 765852"/>
              <a:gd name="connsiteY13" fmla="*/ 83403 h 260086"/>
              <a:gd name="connsiteX14" fmla="*/ 721742 w 765852"/>
              <a:gd name="connsiteY14" fmla="*/ 124934 h 260086"/>
              <a:gd name="connsiteX15" fmla="*/ 672177 w 765852"/>
              <a:gd name="connsiteY15" fmla="*/ 141077 h 260086"/>
              <a:gd name="connsiteX16" fmla="*/ 622611 w 765852"/>
              <a:gd name="connsiteY16" fmla="*/ 124934 h 260086"/>
              <a:gd name="connsiteX17" fmla="*/ 604595 w 765852"/>
              <a:gd name="connsiteY17" fmla="*/ 83403 h 260086"/>
              <a:gd name="connsiteX18" fmla="*/ 238310 w 765852"/>
              <a:gd name="connsiteY18" fmla="*/ 207181 h 260086"/>
              <a:gd name="connsiteX19" fmla="*/ 249560 w 765852"/>
              <a:gd name="connsiteY19" fmla="*/ 204081 h 260086"/>
              <a:gd name="connsiteX20" fmla="*/ 261562 w 765852"/>
              <a:gd name="connsiteY20" fmla="*/ 207713 h 260086"/>
              <a:gd name="connsiteX21" fmla="*/ 268163 w 765852"/>
              <a:gd name="connsiteY21" fmla="*/ 217812 h 260086"/>
              <a:gd name="connsiteX22" fmla="*/ 275874 w 765852"/>
              <a:gd name="connsiteY22" fmla="*/ 217812 h 260086"/>
              <a:gd name="connsiteX23" fmla="*/ 267145 w 765852"/>
              <a:gd name="connsiteY23" fmla="*/ 202568 h 260086"/>
              <a:gd name="connsiteX24" fmla="*/ 249917 w 765852"/>
              <a:gd name="connsiteY24" fmla="*/ 196982 h 260086"/>
              <a:gd name="connsiteX25" fmla="*/ 234322 w 765852"/>
              <a:gd name="connsiteY25" fmla="*/ 200926 h 260086"/>
              <a:gd name="connsiteX26" fmla="*/ 223961 w 765852"/>
              <a:gd name="connsiteY26" fmla="*/ 212052 h 260086"/>
              <a:gd name="connsiteX27" fmla="*/ 220330 w 765852"/>
              <a:gd name="connsiteY27" fmla="*/ 228534 h 260086"/>
              <a:gd name="connsiteX28" fmla="*/ 223961 w 765852"/>
              <a:gd name="connsiteY28" fmla="*/ 245062 h 260086"/>
              <a:gd name="connsiteX29" fmla="*/ 234322 w 765852"/>
              <a:gd name="connsiteY29" fmla="*/ 256142 h 260086"/>
              <a:gd name="connsiteX30" fmla="*/ 249917 w 765852"/>
              <a:gd name="connsiteY30" fmla="*/ 260086 h 260086"/>
              <a:gd name="connsiteX31" fmla="*/ 267145 w 765852"/>
              <a:gd name="connsiteY31" fmla="*/ 254501 h 260086"/>
              <a:gd name="connsiteX32" fmla="*/ 275782 w 765852"/>
              <a:gd name="connsiteY32" fmla="*/ 239256 h 260086"/>
              <a:gd name="connsiteX33" fmla="*/ 268071 w 765852"/>
              <a:gd name="connsiteY33" fmla="*/ 239256 h 260086"/>
              <a:gd name="connsiteX34" fmla="*/ 261516 w 765852"/>
              <a:gd name="connsiteY34" fmla="*/ 249401 h 260086"/>
              <a:gd name="connsiteX35" fmla="*/ 249560 w 765852"/>
              <a:gd name="connsiteY35" fmla="*/ 252987 h 260086"/>
              <a:gd name="connsiteX36" fmla="*/ 238310 w 765852"/>
              <a:gd name="connsiteY36" fmla="*/ 249887 h 260086"/>
              <a:gd name="connsiteX37" fmla="*/ 230828 w 765852"/>
              <a:gd name="connsiteY37" fmla="*/ 241201 h 260086"/>
              <a:gd name="connsiteX38" fmla="*/ 228215 w 765852"/>
              <a:gd name="connsiteY38" fmla="*/ 228525 h 260086"/>
              <a:gd name="connsiteX39" fmla="*/ 230828 w 765852"/>
              <a:gd name="connsiteY39" fmla="*/ 215812 h 260086"/>
              <a:gd name="connsiteX40" fmla="*/ 238310 w 765852"/>
              <a:gd name="connsiteY40" fmla="*/ 207172 h 260086"/>
              <a:gd name="connsiteX41" fmla="*/ 335580 w 765852"/>
              <a:gd name="connsiteY41" fmla="*/ 197523 h 260086"/>
              <a:gd name="connsiteX42" fmla="*/ 311925 w 765852"/>
              <a:gd name="connsiteY42" fmla="*/ 259554 h 260086"/>
              <a:gd name="connsiteX43" fmla="*/ 319892 w 765852"/>
              <a:gd name="connsiteY43" fmla="*/ 259554 h 260086"/>
              <a:gd name="connsiteX44" fmla="*/ 326448 w 765852"/>
              <a:gd name="connsiteY44" fmla="*/ 242806 h 260086"/>
              <a:gd name="connsiteX45" fmla="*/ 353467 w 765852"/>
              <a:gd name="connsiteY45" fmla="*/ 242806 h 260086"/>
              <a:gd name="connsiteX46" fmla="*/ 360023 w 765852"/>
              <a:gd name="connsiteY46" fmla="*/ 259554 h 260086"/>
              <a:gd name="connsiteX47" fmla="*/ 368256 w 765852"/>
              <a:gd name="connsiteY47" fmla="*/ 259554 h 260086"/>
              <a:gd name="connsiteX48" fmla="*/ 344693 w 765852"/>
              <a:gd name="connsiteY48" fmla="*/ 197523 h 260086"/>
              <a:gd name="connsiteX49" fmla="*/ 335570 w 765852"/>
              <a:gd name="connsiteY49" fmla="*/ 197523 h 260086"/>
              <a:gd name="connsiteX50" fmla="*/ 328758 w 765852"/>
              <a:gd name="connsiteY50" fmla="*/ 235808 h 260086"/>
              <a:gd name="connsiteX51" fmla="*/ 339916 w 765852"/>
              <a:gd name="connsiteY51" fmla="*/ 205943 h 260086"/>
              <a:gd name="connsiteX52" fmla="*/ 351166 w 765852"/>
              <a:gd name="connsiteY52" fmla="*/ 235808 h 260086"/>
              <a:gd name="connsiteX53" fmla="*/ 328749 w 765852"/>
              <a:gd name="connsiteY53" fmla="*/ 235808 h 260086"/>
              <a:gd name="connsiteX54" fmla="*/ 725437 w 765852"/>
              <a:gd name="connsiteY54" fmla="*/ 197523 h 260086"/>
              <a:gd name="connsiteX55" fmla="*/ 717736 w 765852"/>
              <a:gd name="connsiteY55" fmla="*/ 197523 h 260086"/>
              <a:gd name="connsiteX56" fmla="*/ 717736 w 765852"/>
              <a:gd name="connsiteY56" fmla="*/ 259554 h 260086"/>
              <a:gd name="connsiteX57" fmla="*/ 753704 w 765852"/>
              <a:gd name="connsiteY57" fmla="*/ 259554 h 260086"/>
              <a:gd name="connsiteX58" fmla="*/ 753704 w 765852"/>
              <a:gd name="connsiteY58" fmla="*/ 252464 h 260086"/>
              <a:gd name="connsiteX59" fmla="*/ 725446 w 765852"/>
              <a:gd name="connsiteY59" fmla="*/ 252464 h 260086"/>
              <a:gd name="connsiteX60" fmla="*/ 725446 w 765852"/>
              <a:gd name="connsiteY60" fmla="*/ 197523 h 260086"/>
              <a:gd name="connsiteX61" fmla="*/ 250953 w 765852"/>
              <a:gd name="connsiteY61" fmla="*/ 2119 h 260086"/>
              <a:gd name="connsiteX62" fmla="*/ 225566 w 765852"/>
              <a:gd name="connsiteY62" fmla="*/ 2119 h 260086"/>
              <a:gd name="connsiteX63" fmla="*/ 225566 w 765852"/>
              <a:gd name="connsiteY63" fmla="*/ 164677 h 260086"/>
              <a:gd name="connsiteX64" fmla="*/ 250953 w 765852"/>
              <a:gd name="connsiteY64" fmla="*/ 164677 h 260086"/>
              <a:gd name="connsiteX65" fmla="*/ 250953 w 765852"/>
              <a:gd name="connsiteY65" fmla="*/ 2119 h 260086"/>
              <a:gd name="connsiteX66" fmla="*/ 80592 w 765852"/>
              <a:gd name="connsiteY66" fmla="*/ 62692 h 260086"/>
              <a:gd name="connsiteX67" fmla="*/ 80592 w 765852"/>
              <a:gd name="connsiteY67" fmla="*/ 164687 h 260086"/>
              <a:gd name="connsiteX68" fmla="*/ 106732 w 765852"/>
              <a:gd name="connsiteY68" fmla="*/ 164687 h 260086"/>
              <a:gd name="connsiteX69" fmla="*/ 106713 w 765852"/>
              <a:gd name="connsiteY69" fmla="*/ 62692 h 260086"/>
              <a:gd name="connsiteX70" fmla="*/ 95124 w 765852"/>
              <a:gd name="connsiteY70" fmla="*/ 28700 h 260086"/>
              <a:gd name="connsiteX71" fmla="*/ 93648 w 765852"/>
              <a:gd name="connsiteY71" fmla="*/ 26792 h 260086"/>
              <a:gd name="connsiteX72" fmla="*/ 92172 w 765852"/>
              <a:gd name="connsiteY72" fmla="*/ 28700 h 260086"/>
              <a:gd name="connsiteX73" fmla="*/ 80583 w 765852"/>
              <a:gd name="connsiteY73" fmla="*/ 62692 h 260086"/>
              <a:gd name="connsiteX74" fmla="*/ 47273 w 765852"/>
              <a:gd name="connsiteY74" fmla="*/ 2119 h 260086"/>
              <a:gd name="connsiteX75" fmla="*/ 0 w 765852"/>
              <a:gd name="connsiteY75" fmla="*/ 2119 h 260086"/>
              <a:gd name="connsiteX76" fmla="*/ 0 w 765852"/>
              <a:gd name="connsiteY76" fmla="*/ 26792 h 260086"/>
              <a:gd name="connsiteX77" fmla="*/ 93648 w 765852"/>
              <a:gd name="connsiteY77" fmla="*/ 26792 h 260086"/>
              <a:gd name="connsiteX78" fmla="*/ 91328 w 765852"/>
              <a:gd name="connsiteY78" fmla="*/ 23793 h 260086"/>
              <a:gd name="connsiteX79" fmla="*/ 47273 w 765852"/>
              <a:gd name="connsiteY79" fmla="*/ 2119 h 260086"/>
              <a:gd name="connsiteX80" fmla="*/ 95968 w 765852"/>
              <a:gd name="connsiteY80" fmla="*/ 23793 h 260086"/>
              <a:gd name="connsiteX81" fmla="*/ 93648 w 765852"/>
              <a:gd name="connsiteY81" fmla="*/ 26792 h 260086"/>
              <a:gd name="connsiteX82" fmla="*/ 187296 w 765852"/>
              <a:gd name="connsiteY82" fmla="*/ 26792 h 260086"/>
              <a:gd name="connsiteX83" fmla="*/ 187296 w 765852"/>
              <a:gd name="connsiteY83" fmla="*/ 2119 h 260086"/>
              <a:gd name="connsiteX84" fmla="*/ 140023 w 765852"/>
              <a:gd name="connsiteY84" fmla="*/ 2119 h 260086"/>
              <a:gd name="connsiteX85" fmla="*/ 95958 w 765852"/>
              <a:gd name="connsiteY85" fmla="*/ 23793 h 260086"/>
              <a:gd name="connsiteX86" fmla="*/ 514844 w 765852"/>
              <a:gd name="connsiteY86" fmla="*/ 164677 h 260086"/>
              <a:gd name="connsiteX87" fmla="*/ 540232 w 765852"/>
              <a:gd name="connsiteY87" fmla="*/ 164677 h 260086"/>
              <a:gd name="connsiteX88" fmla="*/ 540232 w 765852"/>
              <a:gd name="connsiteY88" fmla="*/ 2119 h 260086"/>
              <a:gd name="connsiteX89" fmla="*/ 514844 w 765852"/>
              <a:gd name="connsiteY89" fmla="*/ 2119 h 260086"/>
              <a:gd name="connsiteX90" fmla="*/ 514844 w 765852"/>
              <a:gd name="connsiteY90" fmla="*/ 164677 h 260086"/>
              <a:gd name="connsiteX91" fmla="*/ 495205 w 765852"/>
              <a:gd name="connsiteY91" fmla="*/ 259554 h 260086"/>
              <a:gd name="connsiteX92" fmla="*/ 502915 w 765852"/>
              <a:gd name="connsiteY92" fmla="*/ 259554 h 260086"/>
              <a:gd name="connsiteX93" fmla="*/ 502915 w 765852"/>
              <a:gd name="connsiteY93" fmla="*/ 197523 h 260086"/>
              <a:gd name="connsiteX94" fmla="*/ 495205 w 765852"/>
              <a:gd name="connsiteY94" fmla="*/ 197523 h 260086"/>
              <a:gd name="connsiteX95" fmla="*/ 495205 w 765852"/>
              <a:gd name="connsiteY95" fmla="*/ 259554 h 260086"/>
              <a:gd name="connsiteX96" fmla="*/ 544816 w 765852"/>
              <a:gd name="connsiteY96" fmla="*/ 204613 h 260086"/>
              <a:gd name="connsiteX97" fmla="*/ 564923 w 765852"/>
              <a:gd name="connsiteY97" fmla="*/ 204613 h 260086"/>
              <a:gd name="connsiteX98" fmla="*/ 564923 w 765852"/>
              <a:gd name="connsiteY98" fmla="*/ 259554 h 260086"/>
              <a:gd name="connsiteX99" fmla="*/ 572633 w 765852"/>
              <a:gd name="connsiteY99" fmla="*/ 259554 h 260086"/>
              <a:gd name="connsiteX100" fmla="*/ 572633 w 765852"/>
              <a:gd name="connsiteY100" fmla="*/ 204613 h 260086"/>
              <a:gd name="connsiteX101" fmla="*/ 592740 w 765852"/>
              <a:gd name="connsiteY101" fmla="*/ 204613 h 260086"/>
              <a:gd name="connsiteX102" fmla="*/ 592740 w 765852"/>
              <a:gd name="connsiteY102" fmla="*/ 197523 h 260086"/>
              <a:gd name="connsiteX103" fmla="*/ 544816 w 765852"/>
              <a:gd name="connsiteY103" fmla="*/ 197523 h 260086"/>
              <a:gd name="connsiteX104" fmla="*/ 544816 w 765852"/>
              <a:gd name="connsiteY104" fmla="*/ 204613 h 260086"/>
              <a:gd name="connsiteX105" fmla="*/ 287389 w 765852"/>
              <a:gd name="connsiteY105" fmla="*/ 2119 h 260086"/>
              <a:gd name="connsiteX106" fmla="*/ 345234 w 765852"/>
              <a:gd name="connsiteY106" fmla="*/ 140105 h 260086"/>
              <a:gd name="connsiteX107" fmla="*/ 381413 w 765852"/>
              <a:gd name="connsiteY107" fmla="*/ 166796 h 260086"/>
              <a:gd name="connsiteX108" fmla="*/ 382899 w 765852"/>
              <a:gd name="connsiteY108" fmla="*/ 166796 h 260086"/>
              <a:gd name="connsiteX109" fmla="*/ 316692 w 765852"/>
              <a:gd name="connsiteY109" fmla="*/ 2119 h 260086"/>
              <a:gd name="connsiteX110" fmla="*/ 287389 w 765852"/>
              <a:gd name="connsiteY110" fmla="*/ 2119 h 260086"/>
              <a:gd name="connsiteX111" fmla="*/ 443549 w 765852"/>
              <a:gd name="connsiteY111" fmla="*/ 199871 h 260086"/>
              <a:gd name="connsiteX112" fmla="*/ 432739 w 765852"/>
              <a:gd name="connsiteY112" fmla="*/ 197523 h 260086"/>
              <a:gd name="connsiteX113" fmla="*/ 408910 w 765852"/>
              <a:gd name="connsiteY113" fmla="*/ 197523 h 260086"/>
              <a:gd name="connsiteX114" fmla="*/ 408910 w 765852"/>
              <a:gd name="connsiteY114" fmla="*/ 259554 h 260086"/>
              <a:gd name="connsiteX115" fmla="*/ 416621 w 765852"/>
              <a:gd name="connsiteY115" fmla="*/ 259554 h 260086"/>
              <a:gd name="connsiteX116" fmla="*/ 416621 w 765852"/>
              <a:gd name="connsiteY116" fmla="*/ 235716 h 260086"/>
              <a:gd name="connsiteX117" fmla="*/ 432748 w 765852"/>
              <a:gd name="connsiteY117" fmla="*/ 235716 h 260086"/>
              <a:gd name="connsiteX118" fmla="*/ 443512 w 765852"/>
              <a:gd name="connsiteY118" fmla="*/ 233368 h 260086"/>
              <a:gd name="connsiteX119" fmla="*/ 450728 w 765852"/>
              <a:gd name="connsiteY119" fmla="*/ 226681 h 260086"/>
              <a:gd name="connsiteX120" fmla="*/ 453295 w 765852"/>
              <a:gd name="connsiteY120" fmla="*/ 216583 h 260086"/>
              <a:gd name="connsiteX121" fmla="*/ 450774 w 765852"/>
              <a:gd name="connsiteY121" fmla="*/ 206521 h 260086"/>
              <a:gd name="connsiteX122" fmla="*/ 443558 w 765852"/>
              <a:gd name="connsiteY122" fmla="*/ 199871 h 260086"/>
              <a:gd name="connsiteX123" fmla="*/ 441779 w 765852"/>
              <a:gd name="connsiteY123" fmla="*/ 225351 h 260086"/>
              <a:gd name="connsiteX124" fmla="*/ 432033 w 765852"/>
              <a:gd name="connsiteY124" fmla="*/ 228635 h 260086"/>
              <a:gd name="connsiteX125" fmla="*/ 416621 w 765852"/>
              <a:gd name="connsiteY125" fmla="*/ 228635 h 260086"/>
              <a:gd name="connsiteX126" fmla="*/ 416621 w 765852"/>
              <a:gd name="connsiteY126" fmla="*/ 204622 h 260086"/>
              <a:gd name="connsiteX127" fmla="*/ 432125 w 765852"/>
              <a:gd name="connsiteY127" fmla="*/ 204622 h 260086"/>
              <a:gd name="connsiteX128" fmla="*/ 441825 w 765852"/>
              <a:gd name="connsiteY128" fmla="*/ 207860 h 260086"/>
              <a:gd name="connsiteX129" fmla="*/ 445410 w 765852"/>
              <a:gd name="connsiteY129" fmla="*/ 216592 h 260086"/>
              <a:gd name="connsiteX130" fmla="*/ 441779 w 765852"/>
              <a:gd name="connsiteY130" fmla="*/ 225361 h 260086"/>
              <a:gd name="connsiteX131" fmla="*/ 382889 w 765852"/>
              <a:gd name="connsiteY131" fmla="*/ 166805 h 260086"/>
              <a:gd name="connsiteX132" fmla="*/ 384375 w 765852"/>
              <a:gd name="connsiteY132" fmla="*/ 166805 h 260086"/>
              <a:gd name="connsiteX133" fmla="*/ 420554 w 765852"/>
              <a:gd name="connsiteY133" fmla="*/ 140114 h 260086"/>
              <a:gd name="connsiteX134" fmla="*/ 478399 w 765852"/>
              <a:gd name="connsiteY134" fmla="*/ 2128 h 260086"/>
              <a:gd name="connsiteX135" fmla="*/ 449096 w 765852"/>
              <a:gd name="connsiteY135" fmla="*/ 2128 h 260086"/>
              <a:gd name="connsiteX136" fmla="*/ 382889 w 765852"/>
              <a:gd name="connsiteY136" fmla="*/ 166814 h 260086"/>
              <a:gd name="connsiteX137" fmla="*/ 644368 w 765852"/>
              <a:gd name="connsiteY137" fmla="*/ 197523 h 260086"/>
              <a:gd name="connsiteX138" fmla="*/ 620714 w 765852"/>
              <a:gd name="connsiteY138" fmla="*/ 259554 h 260086"/>
              <a:gd name="connsiteX139" fmla="*/ 628690 w 765852"/>
              <a:gd name="connsiteY139" fmla="*/ 259554 h 260086"/>
              <a:gd name="connsiteX140" fmla="*/ 635246 w 765852"/>
              <a:gd name="connsiteY140" fmla="*/ 242806 h 260086"/>
              <a:gd name="connsiteX141" fmla="*/ 662266 w 765852"/>
              <a:gd name="connsiteY141" fmla="*/ 242806 h 260086"/>
              <a:gd name="connsiteX142" fmla="*/ 668821 w 765852"/>
              <a:gd name="connsiteY142" fmla="*/ 259554 h 260086"/>
              <a:gd name="connsiteX143" fmla="*/ 677055 w 765852"/>
              <a:gd name="connsiteY143" fmla="*/ 259554 h 260086"/>
              <a:gd name="connsiteX144" fmla="*/ 653491 w 765852"/>
              <a:gd name="connsiteY144" fmla="*/ 197523 h 260086"/>
              <a:gd name="connsiteX145" fmla="*/ 644368 w 765852"/>
              <a:gd name="connsiteY145" fmla="*/ 197523 h 260086"/>
              <a:gd name="connsiteX146" fmla="*/ 637547 w 765852"/>
              <a:gd name="connsiteY146" fmla="*/ 235808 h 260086"/>
              <a:gd name="connsiteX147" fmla="*/ 648705 w 765852"/>
              <a:gd name="connsiteY147" fmla="*/ 205943 h 260086"/>
              <a:gd name="connsiteX148" fmla="*/ 659955 w 765852"/>
              <a:gd name="connsiteY148" fmla="*/ 235808 h 260086"/>
              <a:gd name="connsiteX149" fmla="*/ 637538 w 765852"/>
              <a:gd name="connsiteY149" fmla="*/ 235808 h 260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</a:cxnLst>
            <a:rect l="l" t="t" r="r" b="b"/>
            <a:pathLst>
              <a:path w="765852" h="260086">
                <a:moveTo>
                  <a:pt x="739575" y="143884"/>
                </a:moveTo>
                <a:cubicBezTo>
                  <a:pt x="756519" y="128906"/>
                  <a:pt x="765852" y="107425"/>
                  <a:pt x="765852" y="83403"/>
                </a:cubicBezTo>
                <a:cubicBezTo>
                  <a:pt x="765852" y="59381"/>
                  <a:pt x="756519" y="37899"/>
                  <a:pt x="739575" y="22921"/>
                </a:cubicBezTo>
                <a:cubicBezTo>
                  <a:pt x="722613" y="7925"/>
                  <a:pt x="699307" y="0"/>
                  <a:pt x="672177" y="0"/>
                </a:cubicBezTo>
                <a:cubicBezTo>
                  <a:pt x="645047" y="0"/>
                  <a:pt x="621740" y="7925"/>
                  <a:pt x="604779" y="22921"/>
                </a:cubicBezTo>
                <a:cubicBezTo>
                  <a:pt x="587835" y="37899"/>
                  <a:pt x="578501" y="59381"/>
                  <a:pt x="578501" y="83403"/>
                </a:cubicBezTo>
                <a:cubicBezTo>
                  <a:pt x="578501" y="107425"/>
                  <a:pt x="587835" y="128906"/>
                  <a:pt x="604779" y="143884"/>
                </a:cubicBezTo>
                <a:cubicBezTo>
                  <a:pt x="621740" y="158881"/>
                  <a:pt x="645047" y="166805"/>
                  <a:pt x="672177" y="166805"/>
                </a:cubicBezTo>
                <a:cubicBezTo>
                  <a:pt x="699307" y="166805"/>
                  <a:pt x="722613" y="158881"/>
                  <a:pt x="739575" y="143884"/>
                </a:cubicBezTo>
                <a:close/>
                <a:moveTo>
                  <a:pt x="604595" y="83403"/>
                </a:moveTo>
                <a:cubicBezTo>
                  <a:pt x="604595" y="66489"/>
                  <a:pt x="610821" y="52135"/>
                  <a:pt x="622611" y="41871"/>
                </a:cubicBezTo>
                <a:cubicBezTo>
                  <a:pt x="634751" y="31305"/>
                  <a:pt x="651887" y="25719"/>
                  <a:pt x="672177" y="25719"/>
                </a:cubicBezTo>
                <a:cubicBezTo>
                  <a:pt x="692467" y="25719"/>
                  <a:pt x="709603" y="31305"/>
                  <a:pt x="721742" y="41871"/>
                </a:cubicBezTo>
                <a:cubicBezTo>
                  <a:pt x="733524" y="52126"/>
                  <a:pt x="739759" y="66489"/>
                  <a:pt x="739759" y="83403"/>
                </a:cubicBezTo>
                <a:cubicBezTo>
                  <a:pt x="739759" y="100316"/>
                  <a:pt x="733533" y="114671"/>
                  <a:pt x="721742" y="124934"/>
                </a:cubicBezTo>
                <a:cubicBezTo>
                  <a:pt x="709603" y="135501"/>
                  <a:pt x="692467" y="141077"/>
                  <a:pt x="672177" y="141077"/>
                </a:cubicBezTo>
                <a:cubicBezTo>
                  <a:pt x="651887" y="141077"/>
                  <a:pt x="634741" y="135491"/>
                  <a:pt x="622611" y="124934"/>
                </a:cubicBezTo>
                <a:cubicBezTo>
                  <a:pt x="610830" y="114671"/>
                  <a:pt x="604595" y="100316"/>
                  <a:pt x="604595" y="83403"/>
                </a:cubicBezTo>
                <a:close/>
                <a:moveTo>
                  <a:pt x="238310" y="207181"/>
                </a:moveTo>
                <a:cubicBezTo>
                  <a:pt x="241556" y="205118"/>
                  <a:pt x="245306" y="204081"/>
                  <a:pt x="249560" y="204081"/>
                </a:cubicBezTo>
                <a:cubicBezTo>
                  <a:pt x="254282" y="204081"/>
                  <a:pt x="258288" y="205292"/>
                  <a:pt x="261562" y="207713"/>
                </a:cubicBezTo>
                <a:cubicBezTo>
                  <a:pt x="264835" y="210135"/>
                  <a:pt x="267035" y="213501"/>
                  <a:pt x="268163" y="217812"/>
                </a:cubicBezTo>
                <a:lnTo>
                  <a:pt x="275874" y="217812"/>
                </a:lnTo>
                <a:cubicBezTo>
                  <a:pt x="274691" y="211373"/>
                  <a:pt x="271784" y="206292"/>
                  <a:pt x="267145" y="202568"/>
                </a:cubicBezTo>
                <a:cubicBezTo>
                  <a:pt x="262506" y="198844"/>
                  <a:pt x="256766" y="196982"/>
                  <a:pt x="249917" y="196982"/>
                </a:cubicBezTo>
                <a:cubicBezTo>
                  <a:pt x="244013" y="196982"/>
                  <a:pt x="238814" y="198293"/>
                  <a:pt x="234322" y="200926"/>
                </a:cubicBezTo>
                <a:cubicBezTo>
                  <a:pt x="229838" y="203558"/>
                  <a:pt x="226382" y="207264"/>
                  <a:pt x="223961" y="212052"/>
                </a:cubicBezTo>
                <a:cubicBezTo>
                  <a:pt x="221541" y="216840"/>
                  <a:pt x="220330" y="222334"/>
                  <a:pt x="220330" y="228534"/>
                </a:cubicBezTo>
                <a:cubicBezTo>
                  <a:pt x="220330" y="234734"/>
                  <a:pt x="221541" y="240302"/>
                  <a:pt x="223961" y="245062"/>
                </a:cubicBezTo>
                <a:cubicBezTo>
                  <a:pt x="226382" y="249823"/>
                  <a:pt x="229838" y="253510"/>
                  <a:pt x="234322" y="256142"/>
                </a:cubicBezTo>
                <a:cubicBezTo>
                  <a:pt x="238805" y="258775"/>
                  <a:pt x="244004" y="260086"/>
                  <a:pt x="249917" y="260086"/>
                </a:cubicBezTo>
                <a:cubicBezTo>
                  <a:pt x="256831" y="260086"/>
                  <a:pt x="262570" y="258224"/>
                  <a:pt x="267145" y="254501"/>
                </a:cubicBezTo>
                <a:cubicBezTo>
                  <a:pt x="271720" y="250777"/>
                  <a:pt x="274599" y="245695"/>
                  <a:pt x="275782" y="239256"/>
                </a:cubicBezTo>
                <a:lnTo>
                  <a:pt x="268071" y="239256"/>
                </a:lnTo>
                <a:cubicBezTo>
                  <a:pt x="266888" y="243631"/>
                  <a:pt x="264706" y="247007"/>
                  <a:pt x="261516" y="249401"/>
                </a:cubicBezTo>
                <a:cubicBezTo>
                  <a:pt x="258325" y="251795"/>
                  <a:pt x="254337" y="252987"/>
                  <a:pt x="249560" y="252987"/>
                </a:cubicBezTo>
                <a:cubicBezTo>
                  <a:pt x="245306" y="252987"/>
                  <a:pt x="241556" y="251951"/>
                  <a:pt x="238310" y="249887"/>
                </a:cubicBezTo>
                <a:cubicBezTo>
                  <a:pt x="235064" y="247823"/>
                  <a:pt x="232561" y="244925"/>
                  <a:pt x="230828" y="241201"/>
                </a:cubicBezTo>
                <a:cubicBezTo>
                  <a:pt x="229086" y="237477"/>
                  <a:pt x="228215" y="233258"/>
                  <a:pt x="228215" y="228525"/>
                </a:cubicBezTo>
                <a:cubicBezTo>
                  <a:pt x="228215" y="223792"/>
                  <a:pt x="229086" y="219499"/>
                  <a:pt x="230828" y="215812"/>
                </a:cubicBezTo>
                <a:cubicBezTo>
                  <a:pt x="232570" y="212125"/>
                  <a:pt x="235064" y="209245"/>
                  <a:pt x="238310" y="207172"/>
                </a:cubicBezTo>
                <a:close/>
                <a:moveTo>
                  <a:pt x="335580" y="197523"/>
                </a:moveTo>
                <a:lnTo>
                  <a:pt x="311925" y="259554"/>
                </a:lnTo>
                <a:lnTo>
                  <a:pt x="319892" y="259554"/>
                </a:lnTo>
                <a:lnTo>
                  <a:pt x="326448" y="242806"/>
                </a:lnTo>
                <a:lnTo>
                  <a:pt x="353467" y="242806"/>
                </a:lnTo>
                <a:lnTo>
                  <a:pt x="360023" y="259554"/>
                </a:lnTo>
                <a:lnTo>
                  <a:pt x="368256" y="259554"/>
                </a:lnTo>
                <a:lnTo>
                  <a:pt x="344693" y="197523"/>
                </a:lnTo>
                <a:lnTo>
                  <a:pt x="335570" y="197523"/>
                </a:lnTo>
                <a:close/>
                <a:moveTo>
                  <a:pt x="328758" y="235808"/>
                </a:moveTo>
                <a:lnTo>
                  <a:pt x="339916" y="205943"/>
                </a:lnTo>
                <a:lnTo>
                  <a:pt x="351166" y="235808"/>
                </a:lnTo>
                <a:lnTo>
                  <a:pt x="328749" y="235808"/>
                </a:lnTo>
                <a:close/>
                <a:moveTo>
                  <a:pt x="725437" y="197523"/>
                </a:moveTo>
                <a:lnTo>
                  <a:pt x="717736" y="197523"/>
                </a:lnTo>
                <a:lnTo>
                  <a:pt x="717736" y="259554"/>
                </a:lnTo>
                <a:lnTo>
                  <a:pt x="753704" y="259554"/>
                </a:lnTo>
                <a:lnTo>
                  <a:pt x="753704" y="252464"/>
                </a:lnTo>
                <a:lnTo>
                  <a:pt x="725446" y="252464"/>
                </a:lnTo>
                <a:lnTo>
                  <a:pt x="725446" y="197523"/>
                </a:lnTo>
                <a:close/>
                <a:moveTo>
                  <a:pt x="250953" y="2119"/>
                </a:moveTo>
                <a:lnTo>
                  <a:pt x="225566" y="2119"/>
                </a:lnTo>
                <a:lnTo>
                  <a:pt x="225566" y="164677"/>
                </a:lnTo>
                <a:lnTo>
                  <a:pt x="250953" y="164677"/>
                </a:lnTo>
                <a:lnTo>
                  <a:pt x="250953" y="2119"/>
                </a:lnTo>
                <a:close/>
                <a:moveTo>
                  <a:pt x="80592" y="62692"/>
                </a:moveTo>
                <a:lnTo>
                  <a:pt x="80592" y="164687"/>
                </a:lnTo>
                <a:cubicBezTo>
                  <a:pt x="80592" y="164687"/>
                  <a:pt x="106732" y="164687"/>
                  <a:pt x="106732" y="164687"/>
                </a:cubicBezTo>
                <a:lnTo>
                  <a:pt x="106713" y="62692"/>
                </a:lnTo>
                <a:cubicBezTo>
                  <a:pt x="106713" y="50282"/>
                  <a:pt x="102707" y="38523"/>
                  <a:pt x="95124" y="28700"/>
                </a:cubicBezTo>
                <a:lnTo>
                  <a:pt x="93648" y="26792"/>
                </a:lnTo>
                <a:lnTo>
                  <a:pt x="92172" y="28700"/>
                </a:lnTo>
                <a:cubicBezTo>
                  <a:pt x="84589" y="38523"/>
                  <a:pt x="80583" y="50273"/>
                  <a:pt x="80583" y="62692"/>
                </a:cubicBezTo>
                <a:close/>
                <a:moveTo>
                  <a:pt x="47273" y="2119"/>
                </a:moveTo>
                <a:lnTo>
                  <a:pt x="0" y="2119"/>
                </a:lnTo>
                <a:lnTo>
                  <a:pt x="0" y="26792"/>
                </a:lnTo>
                <a:lnTo>
                  <a:pt x="93648" y="26792"/>
                </a:lnTo>
                <a:lnTo>
                  <a:pt x="91328" y="23793"/>
                </a:lnTo>
                <a:cubicBezTo>
                  <a:pt x="80693" y="10025"/>
                  <a:pt x="64629" y="2119"/>
                  <a:pt x="47273" y="2119"/>
                </a:cubicBezTo>
                <a:close/>
                <a:moveTo>
                  <a:pt x="95968" y="23793"/>
                </a:moveTo>
                <a:lnTo>
                  <a:pt x="93648" y="26792"/>
                </a:lnTo>
                <a:lnTo>
                  <a:pt x="187296" y="26792"/>
                </a:lnTo>
                <a:lnTo>
                  <a:pt x="187296" y="2119"/>
                </a:lnTo>
                <a:lnTo>
                  <a:pt x="140023" y="2119"/>
                </a:lnTo>
                <a:cubicBezTo>
                  <a:pt x="122657" y="2119"/>
                  <a:pt x="106603" y="10016"/>
                  <a:pt x="95958" y="23793"/>
                </a:cubicBezTo>
                <a:close/>
                <a:moveTo>
                  <a:pt x="514844" y="164677"/>
                </a:moveTo>
                <a:lnTo>
                  <a:pt x="540232" y="164677"/>
                </a:lnTo>
                <a:lnTo>
                  <a:pt x="540232" y="2119"/>
                </a:lnTo>
                <a:lnTo>
                  <a:pt x="514844" y="2119"/>
                </a:lnTo>
                <a:lnTo>
                  <a:pt x="514844" y="164677"/>
                </a:lnTo>
                <a:close/>
                <a:moveTo>
                  <a:pt x="495205" y="259554"/>
                </a:moveTo>
                <a:lnTo>
                  <a:pt x="502915" y="259554"/>
                </a:lnTo>
                <a:lnTo>
                  <a:pt x="502915" y="197523"/>
                </a:lnTo>
                <a:lnTo>
                  <a:pt x="495205" y="197523"/>
                </a:lnTo>
                <a:lnTo>
                  <a:pt x="495205" y="259554"/>
                </a:lnTo>
                <a:close/>
                <a:moveTo>
                  <a:pt x="544816" y="204613"/>
                </a:moveTo>
                <a:lnTo>
                  <a:pt x="564923" y="204613"/>
                </a:lnTo>
                <a:lnTo>
                  <a:pt x="564923" y="259554"/>
                </a:lnTo>
                <a:lnTo>
                  <a:pt x="572633" y="259554"/>
                </a:lnTo>
                <a:lnTo>
                  <a:pt x="572633" y="204613"/>
                </a:lnTo>
                <a:lnTo>
                  <a:pt x="592740" y="204613"/>
                </a:lnTo>
                <a:lnTo>
                  <a:pt x="592740" y="197523"/>
                </a:lnTo>
                <a:lnTo>
                  <a:pt x="544816" y="197523"/>
                </a:lnTo>
                <a:lnTo>
                  <a:pt x="544816" y="204613"/>
                </a:lnTo>
                <a:close/>
                <a:moveTo>
                  <a:pt x="287389" y="2119"/>
                </a:moveTo>
                <a:cubicBezTo>
                  <a:pt x="287389" y="2119"/>
                  <a:pt x="335680" y="117220"/>
                  <a:pt x="345234" y="140105"/>
                </a:cubicBezTo>
                <a:cubicBezTo>
                  <a:pt x="356374" y="166796"/>
                  <a:pt x="374464" y="166796"/>
                  <a:pt x="381413" y="166796"/>
                </a:cubicBezTo>
                <a:lnTo>
                  <a:pt x="382899" y="166796"/>
                </a:lnTo>
                <a:lnTo>
                  <a:pt x="316692" y="2119"/>
                </a:lnTo>
                <a:lnTo>
                  <a:pt x="287389" y="2119"/>
                </a:lnTo>
                <a:close/>
                <a:moveTo>
                  <a:pt x="443549" y="199871"/>
                </a:moveTo>
                <a:cubicBezTo>
                  <a:pt x="440413" y="198303"/>
                  <a:pt x="436819" y="197523"/>
                  <a:pt x="432739" y="197523"/>
                </a:cubicBezTo>
                <a:lnTo>
                  <a:pt x="408910" y="197523"/>
                </a:lnTo>
                <a:lnTo>
                  <a:pt x="408910" y="259554"/>
                </a:lnTo>
                <a:lnTo>
                  <a:pt x="416621" y="259554"/>
                </a:lnTo>
                <a:lnTo>
                  <a:pt x="416621" y="235716"/>
                </a:lnTo>
                <a:lnTo>
                  <a:pt x="432748" y="235716"/>
                </a:lnTo>
                <a:cubicBezTo>
                  <a:pt x="436819" y="235716"/>
                  <a:pt x="440413" y="234936"/>
                  <a:pt x="443512" y="233368"/>
                </a:cubicBezTo>
                <a:cubicBezTo>
                  <a:pt x="446611" y="231799"/>
                  <a:pt x="449013" y="229571"/>
                  <a:pt x="450728" y="226681"/>
                </a:cubicBezTo>
                <a:cubicBezTo>
                  <a:pt x="452442" y="223783"/>
                  <a:pt x="453295" y="220417"/>
                  <a:pt x="453295" y="216583"/>
                </a:cubicBezTo>
                <a:cubicBezTo>
                  <a:pt x="453295" y="212749"/>
                  <a:pt x="452452" y="209392"/>
                  <a:pt x="450774" y="206521"/>
                </a:cubicBezTo>
                <a:cubicBezTo>
                  <a:pt x="449087" y="203659"/>
                  <a:pt x="446685" y="201439"/>
                  <a:pt x="443558" y="199871"/>
                </a:cubicBezTo>
                <a:close/>
                <a:moveTo>
                  <a:pt x="441779" y="225351"/>
                </a:moveTo>
                <a:cubicBezTo>
                  <a:pt x="439359" y="227534"/>
                  <a:pt x="436113" y="228635"/>
                  <a:pt x="432033" y="228635"/>
                </a:cubicBezTo>
                <a:lnTo>
                  <a:pt x="416621" y="228635"/>
                </a:lnTo>
                <a:lnTo>
                  <a:pt x="416621" y="204622"/>
                </a:lnTo>
                <a:lnTo>
                  <a:pt x="432125" y="204622"/>
                </a:lnTo>
                <a:cubicBezTo>
                  <a:pt x="436196" y="204622"/>
                  <a:pt x="439432" y="205705"/>
                  <a:pt x="441825" y="207860"/>
                </a:cubicBezTo>
                <a:cubicBezTo>
                  <a:pt x="444218" y="210015"/>
                  <a:pt x="445410" y="212923"/>
                  <a:pt x="445410" y="216592"/>
                </a:cubicBezTo>
                <a:cubicBezTo>
                  <a:pt x="445410" y="220261"/>
                  <a:pt x="444200" y="223178"/>
                  <a:pt x="441779" y="225361"/>
                </a:cubicBezTo>
                <a:close/>
                <a:moveTo>
                  <a:pt x="382889" y="166805"/>
                </a:moveTo>
                <a:lnTo>
                  <a:pt x="384375" y="166805"/>
                </a:lnTo>
                <a:cubicBezTo>
                  <a:pt x="391334" y="166805"/>
                  <a:pt x="409423" y="166805"/>
                  <a:pt x="420554" y="140114"/>
                </a:cubicBezTo>
                <a:cubicBezTo>
                  <a:pt x="430099" y="117230"/>
                  <a:pt x="478399" y="2128"/>
                  <a:pt x="478399" y="2128"/>
                </a:cubicBezTo>
                <a:lnTo>
                  <a:pt x="449096" y="2128"/>
                </a:lnTo>
                <a:lnTo>
                  <a:pt x="382889" y="166814"/>
                </a:lnTo>
                <a:close/>
                <a:moveTo>
                  <a:pt x="644368" y="197523"/>
                </a:moveTo>
                <a:lnTo>
                  <a:pt x="620714" y="259554"/>
                </a:lnTo>
                <a:lnTo>
                  <a:pt x="628690" y="259554"/>
                </a:lnTo>
                <a:lnTo>
                  <a:pt x="635246" y="242806"/>
                </a:lnTo>
                <a:lnTo>
                  <a:pt x="662266" y="242806"/>
                </a:lnTo>
                <a:lnTo>
                  <a:pt x="668821" y="259554"/>
                </a:lnTo>
                <a:lnTo>
                  <a:pt x="677055" y="259554"/>
                </a:lnTo>
                <a:lnTo>
                  <a:pt x="653491" y="197523"/>
                </a:lnTo>
                <a:lnTo>
                  <a:pt x="644368" y="197523"/>
                </a:lnTo>
                <a:close/>
                <a:moveTo>
                  <a:pt x="637547" y="235808"/>
                </a:moveTo>
                <a:lnTo>
                  <a:pt x="648705" y="205943"/>
                </a:lnTo>
                <a:lnTo>
                  <a:pt x="659955" y="235808"/>
                </a:lnTo>
                <a:lnTo>
                  <a:pt x="637538" y="235808"/>
                </a:lnTo>
                <a:close/>
              </a:path>
            </a:pathLst>
          </a:custGeom>
          <a:solidFill>
            <a:schemeClr val="bg1"/>
          </a:solidFill>
          <a:ln w="1061" cap="flat">
            <a:noFill/>
            <a:prstDash val="solid"/>
            <a:miter/>
          </a:ln>
        </p:spPr>
        <p:txBody>
          <a:bodyPr rtlCol="0" anchor="ctr"/>
          <a:lstStyle/>
          <a:p>
            <a:endParaRPr lang="pt-BR" sz="1092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561982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469">
          <p15:clr>
            <a:srgbClr val="FBAE40"/>
          </p15:clr>
        </p15:guide>
        <p15:guide id="2" orient="horz" pos="3974">
          <p15:clr>
            <a:srgbClr val="FBAE40"/>
          </p15:clr>
        </p15:guide>
        <p15:guide id="3" orient="horz" pos="232">
          <p15:clr>
            <a:srgbClr val="FBAE40"/>
          </p15:clr>
        </p15:guide>
        <p15:guide id="4" pos="211">
          <p15:clr>
            <a:srgbClr val="FBAE40"/>
          </p15:clr>
        </p15:guide>
        <p15:guide id="5" orient="horz" pos="4065">
          <p15:clr>
            <a:srgbClr val="FBAE40"/>
          </p15:clr>
        </p15:guide>
        <p15:guide id="6" orient="horz" pos="799">
          <p15:clr>
            <a:srgbClr val="FBAE40"/>
          </p15:clr>
        </p15:guide>
        <p15:guide id="7" orient="horz" pos="935">
          <p15:clr>
            <a:srgbClr val="FBAE40"/>
          </p15:clr>
        </p15:guide>
      </p15:sldGuideLst>
    </p:ext>
  </p:extLst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ítulo | 1 linha - High Grade">
    <p:bg>
      <p:bgPr>
        <a:gradFill>
          <a:gsLst>
            <a:gs pos="81000">
              <a:schemeClr val="tx1">
                <a:lumMod val="85000"/>
                <a:lumOff val="15000"/>
              </a:schemeClr>
            </a:gs>
            <a:gs pos="100000">
              <a:schemeClr val="tx1">
                <a:lumMod val="95000"/>
                <a:lumOff val="5000"/>
              </a:schemeClr>
            </a:gs>
            <a:gs pos="0">
              <a:schemeClr val="accent1"/>
            </a:gs>
          </a:gsLst>
          <a:lin ang="7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132BCE3-A04F-8602-64F7-7623C7EAF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61763" y="6482556"/>
            <a:ext cx="295275" cy="1692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 sz="1100">
                <a:solidFill>
                  <a:schemeClr val="bg1"/>
                </a:solidFill>
                <a:latin typeface="Versos" panose="020B0503020204030204" pitchFamily="34" charset="0"/>
                <a:cs typeface="Versos" panose="020B0503020204030204" pitchFamily="34" charset="0"/>
              </a:defRPr>
            </a:lvl1pPr>
          </a:lstStyle>
          <a:p>
            <a:fld id="{77667D73-C69A-4DAA-9003-24A825D36FE9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B13D7C-5A47-B0DF-B518-26E79F5D2DB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64" y="368301"/>
            <a:ext cx="10183813" cy="4308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err="1"/>
              <a:t>Título</a:t>
            </a:r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401465E-A8CD-A3BA-BE2A-9597492FDC6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4963" y="6482557"/>
            <a:ext cx="10980000" cy="138499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900">
                <a:latin typeface="Versos Light" panose="020B0403020204030204" pitchFamily="34" charset="0"/>
              </a:defRPr>
            </a:lvl2pPr>
            <a:lvl3pPr>
              <a:defRPr sz="900">
                <a:latin typeface="Versos Light" panose="020B0403020204030204" pitchFamily="34" charset="0"/>
              </a:defRPr>
            </a:lvl3pPr>
            <a:lvl4pPr>
              <a:defRPr sz="900">
                <a:latin typeface="Versos Light" panose="020B0403020204030204" pitchFamily="34" charset="0"/>
              </a:defRPr>
            </a:lvl4pPr>
            <a:lvl5pPr>
              <a:defRPr sz="900">
                <a:latin typeface="Versos Light" panose="020B0403020204030204" pitchFamily="34" charset="0"/>
              </a:defRPr>
            </a:lvl5pPr>
          </a:lstStyle>
          <a:p>
            <a:pPr lvl="0"/>
            <a:r>
              <a:rPr lang="en-US"/>
              <a:t>Fonte:</a:t>
            </a:r>
            <a:endParaRPr lang="pt-BR"/>
          </a:p>
        </p:txBody>
      </p:sp>
      <p:sp>
        <p:nvSpPr>
          <p:cNvPr id="12" name="Text Placeholder 8">
            <a:extLst>
              <a:ext uri="{FF2B5EF4-FFF2-40B4-BE49-F238E27FC236}">
                <a16:creationId xmlns:a16="http://schemas.microsoft.com/office/drawing/2014/main" id="{7A7A9582-3614-801A-785B-273FCD3E092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34964" y="1949414"/>
            <a:ext cx="11522075" cy="435931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7F86D482-580C-D22A-58CC-10B9C4F7EDD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34963" y="1518528"/>
            <a:ext cx="11522585" cy="21544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Picture 8">
            <a:extLst>
              <a:ext uri="{FF2B5EF4-FFF2-40B4-BE49-F238E27FC236}">
                <a16:creationId xmlns:a16="http://schemas.microsoft.com/office/drawing/2014/main" id="{57BCE67C-64C7-2D0C-0DC2-7A4B4CC314E0}"/>
              </a:ext>
            </a:extLst>
          </p:cNvPr>
          <p:cNvSpPr/>
          <p:nvPr userDrawn="1"/>
        </p:nvSpPr>
        <p:spPr>
          <a:xfrm>
            <a:off x="11091186" y="377179"/>
            <a:ext cx="765852" cy="260086"/>
          </a:xfrm>
          <a:custGeom>
            <a:avLst/>
            <a:gdLst>
              <a:gd name="connsiteX0" fmla="*/ 739575 w 765852"/>
              <a:gd name="connsiteY0" fmla="*/ 143884 h 260086"/>
              <a:gd name="connsiteX1" fmla="*/ 765852 w 765852"/>
              <a:gd name="connsiteY1" fmla="*/ 83403 h 260086"/>
              <a:gd name="connsiteX2" fmla="*/ 739575 w 765852"/>
              <a:gd name="connsiteY2" fmla="*/ 22921 h 260086"/>
              <a:gd name="connsiteX3" fmla="*/ 672177 w 765852"/>
              <a:gd name="connsiteY3" fmla="*/ 0 h 260086"/>
              <a:gd name="connsiteX4" fmla="*/ 604779 w 765852"/>
              <a:gd name="connsiteY4" fmla="*/ 22921 h 260086"/>
              <a:gd name="connsiteX5" fmla="*/ 578501 w 765852"/>
              <a:gd name="connsiteY5" fmla="*/ 83403 h 260086"/>
              <a:gd name="connsiteX6" fmla="*/ 604779 w 765852"/>
              <a:gd name="connsiteY6" fmla="*/ 143884 h 260086"/>
              <a:gd name="connsiteX7" fmla="*/ 672177 w 765852"/>
              <a:gd name="connsiteY7" fmla="*/ 166805 h 260086"/>
              <a:gd name="connsiteX8" fmla="*/ 739575 w 765852"/>
              <a:gd name="connsiteY8" fmla="*/ 143884 h 260086"/>
              <a:gd name="connsiteX9" fmla="*/ 604595 w 765852"/>
              <a:gd name="connsiteY9" fmla="*/ 83403 h 260086"/>
              <a:gd name="connsiteX10" fmla="*/ 622611 w 765852"/>
              <a:gd name="connsiteY10" fmla="*/ 41871 h 260086"/>
              <a:gd name="connsiteX11" fmla="*/ 672177 w 765852"/>
              <a:gd name="connsiteY11" fmla="*/ 25719 h 260086"/>
              <a:gd name="connsiteX12" fmla="*/ 721742 w 765852"/>
              <a:gd name="connsiteY12" fmla="*/ 41871 h 260086"/>
              <a:gd name="connsiteX13" fmla="*/ 739759 w 765852"/>
              <a:gd name="connsiteY13" fmla="*/ 83403 h 260086"/>
              <a:gd name="connsiteX14" fmla="*/ 721742 w 765852"/>
              <a:gd name="connsiteY14" fmla="*/ 124934 h 260086"/>
              <a:gd name="connsiteX15" fmla="*/ 672177 w 765852"/>
              <a:gd name="connsiteY15" fmla="*/ 141077 h 260086"/>
              <a:gd name="connsiteX16" fmla="*/ 622611 w 765852"/>
              <a:gd name="connsiteY16" fmla="*/ 124934 h 260086"/>
              <a:gd name="connsiteX17" fmla="*/ 604595 w 765852"/>
              <a:gd name="connsiteY17" fmla="*/ 83403 h 260086"/>
              <a:gd name="connsiteX18" fmla="*/ 238310 w 765852"/>
              <a:gd name="connsiteY18" fmla="*/ 207181 h 260086"/>
              <a:gd name="connsiteX19" fmla="*/ 249560 w 765852"/>
              <a:gd name="connsiteY19" fmla="*/ 204081 h 260086"/>
              <a:gd name="connsiteX20" fmla="*/ 261562 w 765852"/>
              <a:gd name="connsiteY20" fmla="*/ 207713 h 260086"/>
              <a:gd name="connsiteX21" fmla="*/ 268163 w 765852"/>
              <a:gd name="connsiteY21" fmla="*/ 217812 h 260086"/>
              <a:gd name="connsiteX22" fmla="*/ 275874 w 765852"/>
              <a:gd name="connsiteY22" fmla="*/ 217812 h 260086"/>
              <a:gd name="connsiteX23" fmla="*/ 267145 w 765852"/>
              <a:gd name="connsiteY23" fmla="*/ 202568 h 260086"/>
              <a:gd name="connsiteX24" fmla="*/ 249917 w 765852"/>
              <a:gd name="connsiteY24" fmla="*/ 196982 h 260086"/>
              <a:gd name="connsiteX25" fmla="*/ 234322 w 765852"/>
              <a:gd name="connsiteY25" fmla="*/ 200926 h 260086"/>
              <a:gd name="connsiteX26" fmla="*/ 223961 w 765852"/>
              <a:gd name="connsiteY26" fmla="*/ 212052 h 260086"/>
              <a:gd name="connsiteX27" fmla="*/ 220330 w 765852"/>
              <a:gd name="connsiteY27" fmla="*/ 228534 h 260086"/>
              <a:gd name="connsiteX28" fmla="*/ 223961 w 765852"/>
              <a:gd name="connsiteY28" fmla="*/ 245062 h 260086"/>
              <a:gd name="connsiteX29" fmla="*/ 234322 w 765852"/>
              <a:gd name="connsiteY29" fmla="*/ 256142 h 260086"/>
              <a:gd name="connsiteX30" fmla="*/ 249917 w 765852"/>
              <a:gd name="connsiteY30" fmla="*/ 260086 h 260086"/>
              <a:gd name="connsiteX31" fmla="*/ 267145 w 765852"/>
              <a:gd name="connsiteY31" fmla="*/ 254501 h 260086"/>
              <a:gd name="connsiteX32" fmla="*/ 275782 w 765852"/>
              <a:gd name="connsiteY32" fmla="*/ 239256 h 260086"/>
              <a:gd name="connsiteX33" fmla="*/ 268071 w 765852"/>
              <a:gd name="connsiteY33" fmla="*/ 239256 h 260086"/>
              <a:gd name="connsiteX34" fmla="*/ 261516 w 765852"/>
              <a:gd name="connsiteY34" fmla="*/ 249401 h 260086"/>
              <a:gd name="connsiteX35" fmla="*/ 249560 w 765852"/>
              <a:gd name="connsiteY35" fmla="*/ 252987 h 260086"/>
              <a:gd name="connsiteX36" fmla="*/ 238310 w 765852"/>
              <a:gd name="connsiteY36" fmla="*/ 249887 h 260086"/>
              <a:gd name="connsiteX37" fmla="*/ 230828 w 765852"/>
              <a:gd name="connsiteY37" fmla="*/ 241201 h 260086"/>
              <a:gd name="connsiteX38" fmla="*/ 228215 w 765852"/>
              <a:gd name="connsiteY38" fmla="*/ 228525 h 260086"/>
              <a:gd name="connsiteX39" fmla="*/ 230828 w 765852"/>
              <a:gd name="connsiteY39" fmla="*/ 215812 h 260086"/>
              <a:gd name="connsiteX40" fmla="*/ 238310 w 765852"/>
              <a:gd name="connsiteY40" fmla="*/ 207172 h 260086"/>
              <a:gd name="connsiteX41" fmla="*/ 335580 w 765852"/>
              <a:gd name="connsiteY41" fmla="*/ 197523 h 260086"/>
              <a:gd name="connsiteX42" fmla="*/ 311925 w 765852"/>
              <a:gd name="connsiteY42" fmla="*/ 259554 h 260086"/>
              <a:gd name="connsiteX43" fmla="*/ 319892 w 765852"/>
              <a:gd name="connsiteY43" fmla="*/ 259554 h 260086"/>
              <a:gd name="connsiteX44" fmla="*/ 326448 w 765852"/>
              <a:gd name="connsiteY44" fmla="*/ 242806 h 260086"/>
              <a:gd name="connsiteX45" fmla="*/ 353467 w 765852"/>
              <a:gd name="connsiteY45" fmla="*/ 242806 h 260086"/>
              <a:gd name="connsiteX46" fmla="*/ 360023 w 765852"/>
              <a:gd name="connsiteY46" fmla="*/ 259554 h 260086"/>
              <a:gd name="connsiteX47" fmla="*/ 368256 w 765852"/>
              <a:gd name="connsiteY47" fmla="*/ 259554 h 260086"/>
              <a:gd name="connsiteX48" fmla="*/ 344693 w 765852"/>
              <a:gd name="connsiteY48" fmla="*/ 197523 h 260086"/>
              <a:gd name="connsiteX49" fmla="*/ 335570 w 765852"/>
              <a:gd name="connsiteY49" fmla="*/ 197523 h 260086"/>
              <a:gd name="connsiteX50" fmla="*/ 328758 w 765852"/>
              <a:gd name="connsiteY50" fmla="*/ 235808 h 260086"/>
              <a:gd name="connsiteX51" fmla="*/ 339916 w 765852"/>
              <a:gd name="connsiteY51" fmla="*/ 205943 h 260086"/>
              <a:gd name="connsiteX52" fmla="*/ 351166 w 765852"/>
              <a:gd name="connsiteY52" fmla="*/ 235808 h 260086"/>
              <a:gd name="connsiteX53" fmla="*/ 328749 w 765852"/>
              <a:gd name="connsiteY53" fmla="*/ 235808 h 260086"/>
              <a:gd name="connsiteX54" fmla="*/ 725437 w 765852"/>
              <a:gd name="connsiteY54" fmla="*/ 197523 h 260086"/>
              <a:gd name="connsiteX55" fmla="*/ 717736 w 765852"/>
              <a:gd name="connsiteY55" fmla="*/ 197523 h 260086"/>
              <a:gd name="connsiteX56" fmla="*/ 717736 w 765852"/>
              <a:gd name="connsiteY56" fmla="*/ 259554 h 260086"/>
              <a:gd name="connsiteX57" fmla="*/ 753704 w 765852"/>
              <a:gd name="connsiteY57" fmla="*/ 259554 h 260086"/>
              <a:gd name="connsiteX58" fmla="*/ 753704 w 765852"/>
              <a:gd name="connsiteY58" fmla="*/ 252464 h 260086"/>
              <a:gd name="connsiteX59" fmla="*/ 725446 w 765852"/>
              <a:gd name="connsiteY59" fmla="*/ 252464 h 260086"/>
              <a:gd name="connsiteX60" fmla="*/ 725446 w 765852"/>
              <a:gd name="connsiteY60" fmla="*/ 197523 h 260086"/>
              <a:gd name="connsiteX61" fmla="*/ 250953 w 765852"/>
              <a:gd name="connsiteY61" fmla="*/ 2119 h 260086"/>
              <a:gd name="connsiteX62" fmla="*/ 225566 w 765852"/>
              <a:gd name="connsiteY62" fmla="*/ 2119 h 260086"/>
              <a:gd name="connsiteX63" fmla="*/ 225566 w 765852"/>
              <a:gd name="connsiteY63" fmla="*/ 164677 h 260086"/>
              <a:gd name="connsiteX64" fmla="*/ 250953 w 765852"/>
              <a:gd name="connsiteY64" fmla="*/ 164677 h 260086"/>
              <a:gd name="connsiteX65" fmla="*/ 250953 w 765852"/>
              <a:gd name="connsiteY65" fmla="*/ 2119 h 260086"/>
              <a:gd name="connsiteX66" fmla="*/ 80592 w 765852"/>
              <a:gd name="connsiteY66" fmla="*/ 62692 h 260086"/>
              <a:gd name="connsiteX67" fmla="*/ 80592 w 765852"/>
              <a:gd name="connsiteY67" fmla="*/ 164687 h 260086"/>
              <a:gd name="connsiteX68" fmla="*/ 106732 w 765852"/>
              <a:gd name="connsiteY68" fmla="*/ 164687 h 260086"/>
              <a:gd name="connsiteX69" fmla="*/ 106713 w 765852"/>
              <a:gd name="connsiteY69" fmla="*/ 62692 h 260086"/>
              <a:gd name="connsiteX70" fmla="*/ 95124 w 765852"/>
              <a:gd name="connsiteY70" fmla="*/ 28700 h 260086"/>
              <a:gd name="connsiteX71" fmla="*/ 93648 w 765852"/>
              <a:gd name="connsiteY71" fmla="*/ 26792 h 260086"/>
              <a:gd name="connsiteX72" fmla="*/ 92172 w 765852"/>
              <a:gd name="connsiteY72" fmla="*/ 28700 h 260086"/>
              <a:gd name="connsiteX73" fmla="*/ 80583 w 765852"/>
              <a:gd name="connsiteY73" fmla="*/ 62692 h 260086"/>
              <a:gd name="connsiteX74" fmla="*/ 47273 w 765852"/>
              <a:gd name="connsiteY74" fmla="*/ 2119 h 260086"/>
              <a:gd name="connsiteX75" fmla="*/ 0 w 765852"/>
              <a:gd name="connsiteY75" fmla="*/ 2119 h 260086"/>
              <a:gd name="connsiteX76" fmla="*/ 0 w 765852"/>
              <a:gd name="connsiteY76" fmla="*/ 26792 h 260086"/>
              <a:gd name="connsiteX77" fmla="*/ 93648 w 765852"/>
              <a:gd name="connsiteY77" fmla="*/ 26792 h 260086"/>
              <a:gd name="connsiteX78" fmla="*/ 91328 w 765852"/>
              <a:gd name="connsiteY78" fmla="*/ 23793 h 260086"/>
              <a:gd name="connsiteX79" fmla="*/ 47273 w 765852"/>
              <a:gd name="connsiteY79" fmla="*/ 2119 h 260086"/>
              <a:gd name="connsiteX80" fmla="*/ 95968 w 765852"/>
              <a:gd name="connsiteY80" fmla="*/ 23793 h 260086"/>
              <a:gd name="connsiteX81" fmla="*/ 93648 w 765852"/>
              <a:gd name="connsiteY81" fmla="*/ 26792 h 260086"/>
              <a:gd name="connsiteX82" fmla="*/ 187296 w 765852"/>
              <a:gd name="connsiteY82" fmla="*/ 26792 h 260086"/>
              <a:gd name="connsiteX83" fmla="*/ 187296 w 765852"/>
              <a:gd name="connsiteY83" fmla="*/ 2119 h 260086"/>
              <a:gd name="connsiteX84" fmla="*/ 140023 w 765852"/>
              <a:gd name="connsiteY84" fmla="*/ 2119 h 260086"/>
              <a:gd name="connsiteX85" fmla="*/ 95958 w 765852"/>
              <a:gd name="connsiteY85" fmla="*/ 23793 h 260086"/>
              <a:gd name="connsiteX86" fmla="*/ 514844 w 765852"/>
              <a:gd name="connsiteY86" fmla="*/ 164677 h 260086"/>
              <a:gd name="connsiteX87" fmla="*/ 540232 w 765852"/>
              <a:gd name="connsiteY87" fmla="*/ 164677 h 260086"/>
              <a:gd name="connsiteX88" fmla="*/ 540232 w 765852"/>
              <a:gd name="connsiteY88" fmla="*/ 2119 h 260086"/>
              <a:gd name="connsiteX89" fmla="*/ 514844 w 765852"/>
              <a:gd name="connsiteY89" fmla="*/ 2119 h 260086"/>
              <a:gd name="connsiteX90" fmla="*/ 514844 w 765852"/>
              <a:gd name="connsiteY90" fmla="*/ 164677 h 260086"/>
              <a:gd name="connsiteX91" fmla="*/ 495205 w 765852"/>
              <a:gd name="connsiteY91" fmla="*/ 259554 h 260086"/>
              <a:gd name="connsiteX92" fmla="*/ 502915 w 765852"/>
              <a:gd name="connsiteY92" fmla="*/ 259554 h 260086"/>
              <a:gd name="connsiteX93" fmla="*/ 502915 w 765852"/>
              <a:gd name="connsiteY93" fmla="*/ 197523 h 260086"/>
              <a:gd name="connsiteX94" fmla="*/ 495205 w 765852"/>
              <a:gd name="connsiteY94" fmla="*/ 197523 h 260086"/>
              <a:gd name="connsiteX95" fmla="*/ 495205 w 765852"/>
              <a:gd name="connsiteY95" fmla="*/ 259554 h 260086"/>
              <a:gd name="connsiteX96" fmla="*/ 544816 w 765852"/>
              <a:gd name="connsiteY96" fmla="*/ 204613 h 260086"/>
              <a:gd name="connsiteX97" fmla="*/ 564923 w 765852"/>
              <a:gd name="connsiteY97" fmla="*/ 204613 h 260086"/>
              <a:gd name="connsiteX98" fmla="*/ 564923 w 765852"/>
              <a:gd name="connsiteY98" fmla="*/ 259554 h 260086"/>
              <a:gd name="connsiteX99" fmla="*/ 572633 w 765852"/>
              <a:gd name="connsiteY99" fmla="*/ 259554 h 260086"/>
              <a:gd name="connsiteX100" fmla="*/ 572633 w 765852"/>
              <a:gd name="connsiteY100" fmla="*/ 204613 h 260086"/>
              <a:gd name="connsiteX101" fmla="*/ 592740 w 765852"/>
              <a:gd name="connsiteY101" fmla="*/ 204613 h 260086"/>
              <a:gd name="connsiteX102" fmla="*/ 592740 w 765852"/>
              <a:gd name="connsiteY102" fmla="*/ 197523 h 260086"/>
              <a:gd name="connsiteX103" fmla="*/ 544816 w 765852"/>
              <a:gd name="connsiteY103" fmla="*/ 197523 h 260086"/>
              <a:gd name="connsiteX104" fmla="*/ 544816 w 765852"/>
              <a:gd name="connsiteY104" fmla="*/ 204613 h 260086"/>
              <a:gd name="connsiteX105" fmla="*/ 287389 w 765852"/>
              <a:gd name="connsiteY105" fmla="*/ 2119 h 260086"/>
              <a:gd name="connsiteX106" fmla="*/ 345234 w 765852"/>
              <a:gd name="connsiteY106" fmla="*/ 140105 h 260086"/>
              <a:gd name="connsiteX107" fmla="*/ 381413 w 765852"/>
              <a:gd name="connsiteY107" fmla="*/ 166796 h 260086"/>
              <a:gd name="connsiteX108" fmla="*/ 382899 w 765852"/>
              <a:gd name="connsiteY108" fmla="*/ 166796 h 260086"/>
              <a:gd name="connsiteX109" fmla="*/ 316692 w 765852"/>
              <a:gd name="connsiteY109" fmla="*/ 2119 h 260086"/>
              <a:gd name="connsiteX110" fmla="*/ 287389 w 765852"/>
              <a:gd name="connsiteY110" fmla="*/ 2119 h 260086"/>
              <a:gd name="connsiteX111" fmla="*/ 443549 w 765852"/>
              <a:gd name="connsiteY111" fmla="*/ 199871 h 260086"/>
              <a:gd name="connsiteX112" fmla="*/ 432739 w 765852"/>
              <a:gd name="connsiteY112" fmla="*/ 197523 h 260086"/>
              <a:gd name="connsiteX113" fmla="*/ 408910 w 765852"/>
              <a:gd name="connsiteY113" fmla="*/ 197523 h 260086"/>
              <a:gd name="connsiteX114" fmla="*/ 408910 w 765852"/>
              <a:gd name="connsiteY114" fmla="*/ 259554 h 260086"/>
              <a:gd name="connsiteX115" fmla="*/ 416621 w 765852"/>
              <a:gd name="connsiteY115" fmla="*/ 259554 h 260086"/>
              <a:gd name="connsiteX116" fmla="*/ 416621 w 765852"/>
              <a:gd name="connsiteY116" fmla="*/ 235716 h 260086"/>
              <a:gd name="connsiteX117" fmla="*/ 432748 w 765852"/>
              <a:gd name="connsiteY117" fmla="*/ 235716 h 260086"/>
              <a:gd name="connsiteX118" fmla="*/ 443512 w 765852"/>
              <a:gd name="connsiteY118" fmla="*/ 233368 h 260086"/>
              <a:gd name="connsiteX119" fmla="*/ 450728 w 765852"/>
              <a:gd name="connsiteY119" fmla="*/ 226681 h 260086"/>
              <a:gd name="connsiteX120" fmla="*/ 453295 w 765852"/>
              <a:gd name="connsiteY120" fmla="*/ 216583 h 260086"/>
              <a:gd name="connsiteX121" fmla="*/ 450774 w 765852"/>
              <a:gd name="connsiteY121" fmla="*/ 206521 h 260086"/>
              <a:gd name="connsiteX122" fmla="*/ 443558 w 765852"/>
              <a:gd name="connsiteY122" fmla="*/ 199871 h 260086"/>
              <a:gd name="connsiteX123" fmla="*/ 441779 w 765852"/>
              <a:gd name="connsiteY123" fmla="*/ 225351 h 260086"/>
              <a:gd name="connsiteX124" fmla="*/ 432033 w 765852"/>
              <a:gd name="connsiteY124" fmla="*/ 228635 h 260086"/>
              <a:gd name="connsiteX125" fmla="*/ 416621 w 765852"/>
              <a:gd name="connsiteY125" fmla="*/ 228635 h 260086"/>
              <a:gd name="connsiteX126" fmla="*/ 416621 w 765852"/>
              <a:gd name="connsiteY126" fmla="*/ 204622 h 260086"/>
              <a:gd name="connsiteX127" fmla="*/ 432125 w 765852"/>
              <a:gd name="connsiteY127" fmla="*/ 204622 h 260086"/>
              <a:gd name="connsiteX128" fmla="*/ 441825 w 765852"/>
              <a:gd name="connsiteY128" fmla="*/ 207860 h 260086"/>
              <a:gd name="connsiteX129" fmla="*/ 445410 w 765852"/>
              <a:gd name="connsiteY129" fmla="*/ 216592 h 260086"/>
              <a:gd name="connsiteX130" fmla="*/ 441779 w 765852"/>
              <a:gd name="connsiteY130" fmla="*/ 225361 h 260086"/>
              <a:gd name="connsiteX131" fmla="*/ 382889 w 765852"/>
              <a:gd name="connsiteY131" fmla="*/ 166805 h 260086"/>
              <a:gd name="connsiteX132" fmla="*/ 384375 w 765852"/>
              <a:gd name="connsiteY132" fmla="*/ 166805 h 260086"/>
              <a:gd name="connsiteX133" fmla="*/ 420554 w 765852"/>
              <a:gd name="connsiteY133" fmla="*/ 140114 h 260086"/>
              <a:gd name="connsiteX134" fmla="*/ 478399 w 765852"/>
              <a:gd name="connsiteY134" fmla="*/ 2128 h 260086"/>
              <a:gd name="connsiteX135" fmla="*/ 449096 w 765852"/>
              <a:gd name="connsiteY135" fmla="*/ 2128 h 260086"/>
              <a:gd name="connsiteX136" fmla="*/ 382889 w 765852"/>
              <a:gd name="connsiteY136" fmla="*/ 166814 h 260086"/>
              <a:gd name="connsiteX137" fmla="*/ 644368 w 765852"/>
              <a:gd name="connsiteY137" fmla="*/ 197523 h 260086"/>
              <a:gd name="connsiteX138" fmla="*/ 620714 w 765852"/>
              <a:gd name="connsiteY138" fmla="*/ 259554 h 260086"/>
              <a:gd name="connsiteX139" fmla="*/ 628690 w 765852"/>
              <a:gd name="connsiteY139" fmla="*/ 259554 h 260086"/>
              <a:gd name="connsiteX140" fmla="*/ 635246 w 765852"/>
              <a:gd name="connsiteY140" fmla="*/ 242806 h 260086"/>
              <a:gd name="connsiteX141" fmla="*/ 662266 w 765852"/>
              <a:gd name="connsiteY141" fmla="*/ 242806 h 260086"/>
              <a:gd name="connsiteX142" fmla="*/ 668821 w 765852"/>
              <a:gd name="connsiteY142" fmla="*/ 259554 h 260086"/>
              <a:gd name="connsiteX143" fmla="*/ 677055 w 765852"/>
              <a:gd name="connsiteY143" fmla="*/ 259554 h 260086"/>
              <a:gd name="connsiteX144" fmla="*/ 653491 w 765852"/>
              <a:gd name="connsiteY144" fmla="*/ 197523 h 260086"/>
              <a:gd name="connsiteX145" fmla="*/ 644368 w 765852"/>
              <a:gd name="connsiteY145" fmla="*/ 197523 h 260086"/>
              <a:gd name="connsiteX146" fmla="*/ 637547 w 765852"/>
              <a:gd name="connsiteY146" fmla="*/ 235808 h 260086"/>
              <a:gd name="connsiteX147" fmla="*/ 648705 w 765852"/>
              <a:gd name="connsiteY147" fmla="*/ 205943 h 260086"/>
              <a:gd name="connsiteX148" fmla="*/ 659955 w 765852"/>
              <a:gd name="connsiteY148" fmla="*/ 235808 h 260086"/>
              <a:gd name="connsiteX149" fmla="*/ 637538 w 765852"/>
              <a:gd name="connsiteY149" fmla="*/ 235808 h 260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</a:cxnLst>
            <a:rect l="l" t="t" r="r" b="b"/>
            <a:pathLst>
              <a:path w="765852" h="260086">
                <a:moveTo>
                  <a:pt x="739575" y="143884"/>
                </a:moveTo>
                <a:cubicBezTo>
                  <a:pt x="756519" y="128906"/>
                  <a:pt x="765852" y="107425"/>
                  <a:pt x="765852" y="83403"/>
                </a:cubicBezTo>
                <a:cubicBezTo>
                  <a:pt x="765852" y="59381"/>
                  <a:pt x="756519" y="37899"/>
                  <a:pt x="739575" y="22921"/>
                </a:cubicBezTo>
                <a:cubicBezTo>
                  <a:pt x="722613" y="7925"/>
                  <a:pt x="699307" y="0"/>
                  <a:pt x="672177" y="0"/>
                </a:cubicBezTo>
                <a:cubicBezTo>
                  <a:pt x="645047" y="0"/>
                  <a:pt x="621740" y="7925"/>
                  <a:pt x="604779" y="22921"/>
                </a:cubicBezTo>
                <a:cubicBezTo>
                  <a:pt x="587835" y="37899"/>
                  <a:pt x="578501" y="59381"/>
                  <a:pt x="578501" y="83403"/>
                </a:cubicBezTo>
                <a:cubicBezTo>
                  <a:pt x="578501" y="107425"/>
                  <a:pt x="587835" y="128906"/>
                  <a:pt x="604779" y="143884"/>
                </a:cubicBezTo>
                <a:cubicBezTo>
                  <a:pt x="621740" y="158881"/>
                  <a:pt x="645047" y="166805"/>
                  <a:pt x="672177" y="166805"/>
                </a:cubicBezTo>
                <a:cubicBezTo>
                  <a:pt x="699307" y="166805"/>
                  <a:pt x="722613" y="158881"/>
                  <a:pt x="739575" y="143884"/>
                </a:cubicBezTo>
                <a:close/>
                <a:moveTo>
                  <a:pt x="604595" y="83403"/>
                </a:moveTo>
                <a:cubicBezTo>
                  <a:pt x="604595" y="66489"/>
                  <a:pt x="610821" y="52135"/>
                  <a:pt x="622611" y="41871"/>
                </a:cubicBezTo>
                <a:cubicBezTo>
                  <a:pt x="634751" y="31305"/>
                  <a:pt x="651887" y="25719"/>
                  <a:pt x="672177" y="25719"/>
                </a:cubicBezTo>
                <a:cubicBezTo>
                  <a:pt x="692467" y="25719"/>
                  <a:pt x="709603" y="31305"/>
                  <a:pt x="721742" y="41871"/>
                </a:cubicBezTo>
                <a:cubicBezTo>
                  <a:pt x="733524" y="52126"/>
                  <a:pt x="739759" y="66489"/>
                  <a:pt x="739759" y="83403"/>
                </a:cubicBezTo>
                <a:cubicBezTo>
                  <a:pt x="739759" y="100316"/>
                  <a:pt x="733533" y="114671"/>
                  <a:pt x="721742" y="124934"/>
                </a:cubicBezTo>
                <a:cubicBezTo>
                  <a:pt x="709603" y="135501"/>
                  <a:pt x="692467" y="141077"/>
                  <a:pt x="672177" y="141077"/>
                </a:cubicBezTo>
                <a:cubicBezTo>
                  <a:pt x="651887" y="141077"/>
                  <a:pt x="634741" y="135491"/>
                  <a:pt x="622611" y="124934"/>
                </a:cubicBezTo>
                <a:cubicBezTo>
                  <a:pt x="610830" y="114671"/>
                  <a:pt x="604595" y="100316"/>
                  <a:pt x="604595" y="83403"/>
                </a:cubicBezTo>
                <a:close/>
                <a:moveTo>
                  <a:pt x="238310" y="207181"/>
                </a:moveTo>
                <a:cubicBezTo>
                  <a:pt x="241556" y="205118"/>
                  <a:pt x="245306" y="204081"/>
                  <a:pt x="249560" y="204081"/>
                </a:cubicBezTo>
                <a:cubicBezTo>
                  <a:pt x="254282" y="204081"/>
                  <a:pt x="258288" y="205292"/>
                  <a:pt x="261562" y="207713"/>
                </a:cubicBezTo>
                <a:cubicBezTo>
                  <a:pt x="264835" y="210135"/>
                  <a:pt x="267035" y="213501"/>
                  <a:pt x="268163" y="217812"/>
                </a:cubicBezTo>
                <a:lnTo>
                  <a:pt x="275874" y="217812"/>
                </a:lnTo>
                <a:cubicBezTo>
                  <a:pt x="274691" y="211373"/>
                  <a:pt x="271784" y="206292"/>
                  <a:pt x="267145" y="202568"/>
                </a:cubicBezTo>
                <a:cubicBezTo>
                  <a:pt x="262506" y="198844"/>
                  <a:pt x="256766" y="196982"/>
                  <a:pt x="249917" y="196982"/>
                </a:cubicBezTo>
                <a:cubicBezTo>
                  <a:pt x="244013" y="196982"/>
                  <a:pt x="238814" y="198293"/>
                  <a:pt x="234322" y="200926"/>
                </a:cubicBezTo>
                <a:cubicBezTo>
                  <a:pt x="229838" y="203558"/>
                  <a:pt x="226382" y="207264"/>
                  <a:pt x="223961" y="212052"/>
                </a:cubicBezTo>
                <a:cubicBezTo>
                  <a:pt x="221541" y="216840"/>
                  <a:pt x="220330" y="222334"/>
                  <a:pt x="220330" y="228534"/>
                </a:cubicBezTo>
                <a:cubicBezTo>
                  <a:pt x="220330" y="234734"/>
                  <a:pt x="221541" y="240302"/>
                  <a:pt x="223961" y="245062"/>
                </a:cubicBezTo>
                <a:cubicBezTo>
                  <a:pt x="226382" y="249823"/>
                  <a:pt x="229838" y="253510"/>
                  <a:pt x="234322" y="256142"/>
                </a:cubicBezTo>
                <a:cubicBezTo>
                  <a:pt x="238805" y="258775"/>
                  <a:pt x="244004" y="260086"/>
                  <a:pt x="249917" y="260086"/>
                </a:cubicBezTo>
                <a:cubicBezTo>
                  <a:pt x="256831" y="260086"/>
                  <a:pt x="262570" y="258224"/>
                  <a:pt x="267145" y="254501"/>
                </a:cubicBezTo>
                <a:cubicBezTo>
                  <a:pt x="271720" y="250777"/>
                  <a:pt x="274599" y="245695"/>
                  <a:pt x="275782" y="239256"/>
                </a:cubicBezTo>
                <a:lnTo>
                  <a:pt x="268071" y="239256"/>
                </a:lnTo>
                <a:cubicBezTo>
                  <a:pt x="266888" y="243631"/>
                  <a:pt x="264706" y="247007"/>
                  <a:pt x="261516" y="249401"/>
                </a:cubicBezTo>
                <a:cubicBezTo>
                  <a:pt x="258325" y="251795"/>
                  <a:pt x="254337" y="252987"/>
                  <a:pt x="249560" y="252987"/>
                </a:cubicBezTo>
                <a:cubicBezTo>
                  <a:pt x="245306" y="252987"/>
                  <a:pt x="241556" y="251951"/>
                  <a:pt x="238310" y="249887"/>
                </a:cubicBezTo>
                <a:cubicBezTo>
                  <a:pt x="235064" y="247823"/>
                  <a:pt x="232561" y="244925"/>
                  <a:pt x="230828" y="241201"/>
                </a:cubicBezTo>
                <a:cubicBezTo>
                  <a:pt x="229086" y="237477"/>
                  <a:pt x="228215" y="233258"/>
                  <a:pt x="228215" y="228525"/>
                </a:cubicBezTo>
                <a:cubicBezTo>
                  <a:pt x="228215" y="223792"/>
                  <a:pt x="229086" y="219499"/>
                  <a:pt x="230828" y="215812"/>
                </a:cubicBezTo>
                <a:cubicBezTo>
                  <a:pt x="232570" y="212125"/>
                  <a:pt x="235064" y="209245"/>
                  <a:pt x="238310" y="207172"/>
                </a:cubicBezTo>
                <a:close/>
                <a:moveTo>
                  <a:pt x="335580" y="197523"/>
                </a:moveTo>
                <a:lnTo>
                  <a:pt x="311925" y="259554"/>
                </a:lnTo>
                <a:lnTo>
                  <a:pt x="319892" y="259554"/>
                </a:lnTo>
                <a:lnTo>
                  <a:pt x="326448" y="242806"/>
                </a:lnTo>
                <a:lnTo>
                  <a:pt x="353467" y="242806"/>
                </a:lnTo>
                <a:lnTo>
                  <a:pt x="360023" y="259554"/>
                </a:lnTo>
                <a:lnTo>
                  <a:pt x="368256" y="259554"/>
                </a:lnTo>
                <a:lnTo>
                  <a:pt x="344693" y="197523"/>
                </a:lnTo>
                <a:lnTo>
                  <a:pt x="335570" y="197523"/>
                </a:lnTo>
                <a:close/>
                <a:moveTo>
                  <a:pt x="328758" y="235808"/>
                </a:moveTo>
                <a:lnTo>
                  <a:pt x="339916" y="205943"/>
                </a:lnTo>
                <a:lnTo>
                  <a:pt x="351166" y="235808"/>
                </a:lnTo>
                <a:lnTo>
                  <a:pt x="328749" y="235808"/>
                </a:lnTo>
                <a:close/>
                <a:moveTo>
                  <a:pt x="725437" y="197523"/>
                </a:moveTo>
                <a:lnTo>
                  <a:pt x="717736" y="197523"/>
                </a:lnTo>
                <a:lnTo>
                  <a:pt x="717736" y="259554"/>
                </a:lnTo>
                <a:lnTo>
                  <a:pt x="753704" y="259554"/>
                </a:lnTo>
                <a:lnTo>
                  <a:pt x="753704" y="252464"/>
                </a:lnTo>
                <a:lnTo>
                  <a:pt x="725446" y="252464"/>
                </a:lnTo>
                <a:lnTo>
                  <a:pt x="725446" y="197523"/>
                </a:lnTo>
                <a:close/>
                <a:moveTo>
                  <a:pt x="250953" y="2119"/>
                </a:moveTo>
                <a:lnTo>
                  <a:pt x="225566" y="2119"/>
                </a:lnTo>
                <a:lnTo>
                  <a:pt x="225566" y="164677"/>
                </a:lnTo>
                <a:lnTo>
                  <a:pt x="250953" y="164677"/>
                </a:lnTo>
                <a:lnTo>
                  <a:pt x="250953" y="2119"/>
                </a:lnTo>
                <a:close/>
                <a:moveTo>
                  <a:pt x="80592" y="62692"/>
                </a:moveTo>
                <a:lnTo>
                  <a:pt x="80592" y="164687"/>
                </a:lnTo>
                <a:cubicBezTo>
                  <a:pt x="80592" y="164687"/>
                  <a:pt x="106732" y="164687"/>
                  <a:pt x="106732" y="164687"/>
                </a:cubicBezTo>
                <a:lnTo>
                  <a:pt x="106713" y="62692"/>
                </a:lnTo>
                <a:cubicBezTo>
                  <a:pt x="106713" y="50282"/>
                  <a:pt x="102707" y="38523"/>
                  <a:pt x="95124" y="28700"/>
                </a:cubicBezTo>
                <a:lnTo>
                  <a:pt x="93648" y="26792"/>
                </a:lnTo>
                <a:lnTo>
                  <a:pt x="92172" y="28700"/>
                </a:lnTo>
                <a:cubicBezTo>
                  <a:pt x="84589" y="38523"/>
                  <a:pt x="80583" y="50273"/>
                  <a:pt x="80583" y="62692"/>
                </a:cubicBezTo>
                <a:close/>
                <a:moveTo>
                  <a:pt x="47273" y="2119"/>
                </a:moveTo>
                <a:lnTo>
                  <a:pt x="0" y="2119"/>
                </a:lnTo>
                <a:lnTo>
                  <a:pt x="0" y="26792"/>
                </a:lnTo>
                <a:lnTo>
                  <a:pt x="93648" y="26792"/>
                </a:lnTo>
                <a:lnTo>
                  <a:pt x="91328" y="23793"/>
                </a:lnTo>
                <a:cubicBezTo>
                  <a:pt x="80693" y="10025"/>
                  <a:pt x="64629" y="2119"/>
                  <a:pt x="47273" y="2119"/>
                </a:cubicBezTo>
                <a:close/>
                <a:moveTo>
                  <a:pt x="95968" y="23793"/>
                </a:moveTo>
                <a:lnTo>
                  <a:pt x="93648" y="26792"/>
                </a:lnTo>
                <a:lnTo>
                  <a:pt x="187296" y="26792"/>
                </a:lnTo>
                <a:lnTo>
                  <a:pt x="187296" y="2119"/>
                </a:lnTo>
                <a:lnTo>
                  <a:pt x="140023" y="2119"/>
                </a:lnTo>
                <a:cubicBezTo>
                  <a:pt x="122657" y="2119"/>
                  <a:pt x="106603" y="10016"/>
                  <a:pt x="95958" y="23793"/>
                </a:cubicBezTo>
                <a:close/>
                <a:moveTo>
                  <a:pt x="514844" y="164677"/>
                </a:moveTo>
                <a:lnTo>
                  <a:pt x="540232" y="164677"/>
                </a:lnTo>
                <a:lnTo>
                  <a:pt x="540232" y="2119"/>
                </a:lnTo>
                <a:lnTo>
                  <a:pt x="514844" y="2119"/>
                </a:lnTo>
                <a:lnTo>
                  <a:pt x="514844" y="164677"/>
                </a:lnTo>
                <a:close/>
                <a:moveTo>
                  <a:pt x="495205" y="259554"/>
                </a:moveTo>
                <a:lnTo>
                  <a:pt x="502915" y="259554"/>
                </a:lnTo>
                <a:lnTo>
                  <a:pt x="502915" y="197523"/>
                </a:lnTo>
                <a:lnTo>
                  <a:pt x="495205" y="197523"/>
                </a:lnTo>
                <a:lnTo>
                  <a:pt x="495205" y="259554"/>
                </a:lnTo>
                <a:close/>
                <a:moveTo>
                  <a:pt x="544816" y="204613"/>
                </a:moveTo>
                <a:lnTo>
                  <a:pt x="564923" y="204613"/>
                </a:lnTo>
                <a:lnTo>
                  <a:pt x="564923" y="259554"/>
                </a:lnTo>
                <a:lnTo>
                  <a:pt x="572633" y="259554"/>
                </a:lnTo>
                <a:lnTo>
                  <a:pt x="572633" y="204613"/>
                </a:lnTo>
                <a:lnTo>
                  <a:pt x="592740" y="204613"/>
                </a:lnTo>
                <a:lnTo>
                  <a:pt x="592740" y="197523"/>
                </a:lnTo>
                <a:lnTo>
                  <a:pt x="544816" y="197523"/>
                </a:lnTo>
                <a:lnTo>
                  <a:pt x="544816" y="204613"/>
                </a:lnTo>
                <a:close/>
                <a:moveTo>
                  <a:pt x="287389" y="2119"/>
                </a:moveTo>
                <a:cubicBezTo>
                  <a:pt x="287389" y="2119"/>
                  <a:pt x="335680" y="117220"/>
                  <a:pt x="345234" y="140105"/>
                </a:cubicBezTo>
                <a:cubicBezTo>
                  <a:pt x="356374" y="166796"/>
                  <a:pt x="374464" y="166796"/>
                  <a:pt x="381413" y="166796"/>
                </a:cubicBezTo>
                <a:lnTo>
                  <a:pt x="382899" y="166796"/>
                </a:lnTo>
                <a:lnTo>
                  <a:pt x="316692" y="2119"/>
                </a:lnTo>
                <a:lnTo>
                  <a:pt x="287389" y="2119"/>
                </a:lnTo>
                <a:close/>
                <a:moveTo>
                  <a:pt x="443549" y="199871"/>
                </a:moveTo>
                <a:cubicBezTo>
                  <a:pt x="440413" y="198303"/>
                  <a:pt x="436819" y="197523"/>
                  <a:pt x="432739" y="197523"/>
                </a:cubicBezTo>
                <a:lnTo>
                  <a:pt x="408910" y="197523"/>
                </a:lnTo>
                <a:lnTo>
                  <a:pt x="408910" y="259554"/>
                </a:lnTo>
                <a:lnTo>
                  <a:pt x="416621" y="259554"/>
                </a:lnTo>
                <a:lnTo>
                  <a:pt x="416621" y="235716"/>
                </a:lnTo>
                <a:lnTo>
                  <a:pt x="432748" y="235716"/>
                </a:lnTo>
                <a:cubicBezTo>
                  <a:pt x="436819" y="235716"/>
                  <a:pt x="440413" y="234936"/>
                  <a:pt x="443512" y="233368"/>
                </a:cubicBezTo>
                <a:cubicBezTo>
                  <a:pt x="446611" y="231799"/>
                  <a:pt x="449013" y="229571"/>
                  <a:pt x="450728" y="226681"/>
                </a:cubicBezTo>
                <a:cubicBezTo>
                  <a:pt x="452442" y="223783"/>
                  <a:pt x="453295" y="220417"/>
                  <a:pt x="453295" y="216583"/>
                </a:cubicBezTo>
                <a:cubicBezTo>
                  <a:pt x="453295" y="212749"/>
                  <a:pt x="452452" y="209392"/>
                  <a:pt x="450774" y="206521"/>
                </a:cubicBezTo>
                <a:cubicBezTo>
                  <a:pt x="449087" y="203659"/>
                  <a:pt x="446685" y="201439"/>
                  <a:pt x="443558" y="199871"/>
                </a:cubicBezTo>
                <a:close/>
                <a:moveTo>
                  <a:pt x="441779" y="225351"/>
                </a:moveTo>
                <a:cubicBezTo>
                  <a:pt x="439359" y="227534"/>
                  <a:pt x="436113" y="228635"/>
                  <a:pt x="432033" y="228635"/>
                </a:cubicBezTo>
                <a:lnTo>
                  <a:pt x="416621" y="228635"/>
                </a:lnTo>
                <a:lnTo>
                  <a:pt x="416621" y="204622"/>
                </a:lnTo>
                <a:lnTo>
                  <a:pt x="432125" y="204622"/>
                </a:lnTo>
                <a:cubicBezTo>
                  <a:pt x="436196" y="204622"/>
                  <a:pt x="439432" y="205705"/>
                  <a:pt x="441825" y="207860"/>
                </a:cubicBezTo>
                <a:cubicBezTo>
                  <a:pt x="444218" y="210015"/>
                  <a:pt x="445410" y="212923"/>
                  <a:pt x="445410" y="216592"/>
                </a:cubicBezTo>
                <a:cubicBezTo>
                  <a:pt x="445410" y="220261"/>
                  <a:pt x="444200" y="223178"/>
                  <a:pt x="441779" y="225361"/>
                </a:cubicBezTo>
                <a:close/>
                <a:moveTo>
                  <a:pt x="382889" y="166805"/>
                </a:moveTo>
                <a:lnTo>
                  <a:pt x="384375" y="166805"/>
                </a:lnTo>
                <a:cubicBezTo>
                  <a:pt x="391334" y="166805"/>
                  <a:pt x="409423" y="166805"/>
                  <a:pt x="420554" y="140114"/>
                </a:cubicBezTo>
                <a:cubicBezTo>
                  <a:pt x="430099" y="117230"/>
                  <a:pt x="478399" y="2128"/>
                  <a:pt x="478399" y="2128"/>
                </a:cubicBezTo>
                <a:lnTo>
                  <a:pt x="449096" y="2128"/>
                </a:lnTo>
                <a:lnTo>
                  <a:pt x="382889" y="166814"/>
                </a:lnTo>
                <a:close/>
                <a:moveTo>
                  <a:pt x="644368" y="197523"/>
                </a:moveTo>
                <a:lnTo>
                  <a:pt x="620714" y="259554"/>
                </a:lnTo>
                <a:lnTo>
                  <a:pt x="628690" y="259554"/>
                </a:lnTo>
                <a:lnTo>
                  <a:pt x="635246" y="242806"/>
                </a:lnTo>
                <a:lnTo>
                  <a:pt x="662266" y="242806"/>
                </a:lnTo>
                <a:lnTo>
                  <a:pt x="668821" y="259554"/>
                </a:lnTo>
                <a:lnTo>
                  <a:pt x="677055" y="259554"/>
                </a:lnTo>
                <a:lnTo>
                  <a:pt x="653491" y="197523"/>
                </a:lnTo>
                <a:lnTo>
                  <a:pt x="644368" y="197523"/>
                </a:lnTo>
                <a:close/>
                <a:moveTo>
                  <a:pt x="637547" y="235808"/>
                </a:moveTo>
                <a:lnTo>
                  <a:pt x="648705" y="205943"/>
                </a:lnTo>
                <a:lnTo>
                  <a:pt x="659955" y="235808"/>
                </a:lnTo>
                <a:lnTo>
                  <a:pt x="637538" y="235808"/>
                </a:lnTo>
                <a:close/>
              </a:path>
            </a:pathLst>
          </a:custGeom>
          <a:solidFill>
            <a:schemeClr val="bg1"/>
          </a:solidFill>
          <a:ln w="1061" cap="flat">
            <a:noFill/>
            <a:prstDash val="solid"/>
            <a:miter/>
          </a:ln>
        </p:spPr>
        <p:txBody>
          <a:bodyPr rtlCol="0" anchor="ctr"/>
          <a:lstStyle/>
          <a:p>
            <a:endParaRPr lang="pt-BR" sz="1092">
              <a:solidFill>
                <a:schemeClr val="bg1"/>
              </a:solidFill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11FA1EDF-496D-FC00-C47D-BE89A3B7157A}"/>
              </a:ext>
            </a:extLst>
          </p:cNvPr>
          <p:cNvCxnSpPr/>
          <p:nvPr userDrawn="1"/>
        </p:nvCxnSpPr>
        <p:spPr>
          <a:xfrm>
            <a:off x="334964" y="185353"/>
            <a:ext cx="10415415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005019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469">
          <p15:clr>
            <a:srgbClr val="FBAE40"/>
          </p15:clr>
        </p15:guide>
        <p15:guide id="2" orient="horz" pos="3974">
          <p15:clr>
            <a:srgbClr val="FBAE40"/>
          </p15:clr>
        </p15:guide>
        <p15:guide id="3" orient="horz" pos="232">
          <p15:clr>
            <a:srgbClr val="FBAE40"/>
          </p15:clr>
        </p15:guide>
        <p15:guide id="4" pos="211">
          <p15:clr>
            <a:srgbClr val="FBAE40"/>
          </p15:clr>
        </p15:guide>
        <p15:guide id="5" orient="horz" pos="4065">
          <p15:clr>
            <a:srgbClr val="FBAE40"/>
          </p15:clr>
        </p15:guide>
        <p15:guide id="6" orient="horz" pos="799">
          <p15:clr>
            <a:srgbClr val="FBAE40"/>
          </p15:clr>
        </p15:guide>
        <p15:guide id="7" orient="horz" pos="935">
          <p15:clr>
            <a:srgbClr val="FBAE40"/>
          </p15:clr>
        </p15:guide>
      </p15:sldGuideLst>
    </p:ext>
  </p:extLst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ítulo | 6 Boxes - High Grade">
    <p:bg>
      <p:bgPr>
        <a:gradFill>
          <a:gsLst>
            <a:gs pos="81000">
              <a:schemeClr val="tx1">
                <a:lumMod val="85000"/>
                <a:lumOff val="15000"/>
              </a:schemeClr>
            </a:gs>
            <a:gs pos="100000">
              <a:schemeClr val="tx1">
                <a:lumMod val="95000"/>
                <a:lumOff val="5000"/>
              </a:schemeClr>
            </a:gs>
            <a:gs pos="0">
              <a:schemeClr val="accent1"/>
            </a:gs>
          </a:gsLst>
          <a:lin ang="7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132BCE3-A04F-8602-64F7-7623C7EAF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61763" y="6482556"/>
            <a:ext cx="295275" cy="1692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 sz="1100">
                <a:solidFill>
                  <a:schemeClr val="bg1"/>
                </a:solidFill>
                <a:latin typeface="Versos" panose="020B0503020204030204" pitchFamily="34" charset="0"/>
                <a:cs typeface="Versos" panose="020B0503020204030204" pitchFamily="34" charset="0"/>
              </a:defRPr>
            </a:lvl1pPr>
          </a:lstStyle>
          <a:p>
            <a:fld id="{77667D73-C69A-4DAA-9003-24A825D36FE9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B13D7C-5A47-B0DF-B518-26E79F5D2DB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64" y="368301"/>
            <a:ext cx="10183813" cy="4308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err="1"/>
              <a:t>Título</a:t>
            </a:r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401465E-A8CD-A3BA-BE2A-9597492FDC6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4963" y="6482557"/>
            <a:ext cx="10980000" cy="138499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900">
                <a:latin typeface="Versos Light" panose="020B0403020204030204" pitchFamily="34" charset="0"/>
              </a:defRPr>
            </a:lvl2pPr>
            <a:lvl3pPr>
              <a:defRPr sz="900">
                <a:latin typeface="Versos Light" panose="020B0403020204030204" pitchFamily="34" charset="0"/>
              </a:defRPr>
            </a:lvl3pPr>
            <a:lvl4pPr>
              <a:defRPr sz="900">
                <a:latin typeface="Versos Light" panose="020B0403020204030204" pitchFamily="34" charset="0"/>
              </a:defRPr>
            </a:lvl4pPr>
            <a:lvl5pPr>
              <a:defRPr sz="900">
                <a:latin typeface="Versos Light" panose="020B0403020204030204" pitchFamily="34" charset="0"/>
              </a:defRPr>
            </a:lvl5pPr>
          </a:lstStyle>
          <a:p>
            <a:pPr lvl="0"/>
            <a:r>
              <a:rPr lang="en-US"/>
              <a:t>Fonte:</a:t>
            </a:r>
            <a:endParaRPr lang="pt-BR"/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7F86D482-580C-D22A-58CC-10B9C4F7EDD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34963" y="1518527"/>
            <a:ext cx="3741737" cy="2313464"/>
          </a:xfrm>
          <a:prstGeom prst="rect">
            <a:avLst/>
          </a:prstGeom>
          <a:ln>
            <a:solidFill>
              <a:schemeClr val="bg1"/>
            </a:solidFill>
          </a:ln>
        </p:spPr>
        <p:txBody>
          <a:bodyPr lIns="36000" tIns="36000" rIns="36000" bIns="36000"/>
          <a:lstStyle>
            <a:lvl1pPr marL="0" indent="0">
              <a:buNone/>
              <a:defRPr sz="120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Picture 8">
            <a:extLst>
              <a:ext uri="{FF2B5EF4-FFF2-40B4-BE49-F238E27FC236}">
                <a16:creationId xmlns:a16="http://schemas.microsoft.com/office/drawing/2014/main" id="{57BCE67C-64C7-2D0C-0DC2-7A4B4CC314E0}"/>
              </a:ext>
            </a:extLst>
          </p:cNvPr>
          <p:cNvSpPr/>
          <p:nvPr userDrawn="1"/>
        </p:nvSpPr>
        <p:spPr>
          <a:xfrm>
            <a:off x="11091186" y="377179"/>
            <a:ext cx="765852" cy="260086"/>
          </a:xfrm>
          <a:custGeom>
            <a:avLst/>
            <a:gdLst>
              <a:gd name="connsiteX0" fmla="*/ 739575 w 765852"/>
              <a:gd name="connsiteY0" fmla="*/ 143884 h 260086"/>
              <a:gd name="connsiteX1" fmla="*/ 765852 w 765852"/>
              <a:gd name="connsiteY1" fmla="*/ 83403 h 260086"/>
              <a:gd name="connsiteX2" fmla="*/ 739575 w 765852"/>
              <a:gd name="connsiteY2" fmla="*/ 22921 h 260086"/>
              <a:gd name="connsiteX3" fmla="*/ 672177 w 765852"/>
              <a:gd name="connsiteY3" fmla="*/ 0 h 260086"/>
              <a:gd name="connsiteX4" fmla="*/ 604779 w 765852"/>
              <a:gd name="connsiteY4" fmla="*/ 22921 h 260086"/>
              <a:gd name="connsiteX5" fmla="*/ 578501 w 765852"/>
              <a:gd name="connsiteY5" fmla="*/ 83403 h 260086"/>
              <a:gd name="connsiteX6" fmla="*/ 604779 w 765852"/>
              <a:gd name="connsiteY6" fmla="*/ 143884 h 260086"/>
              <a:gd name="connsiteX7" fmla="*/ 672177 w 765852"/>
              <a:gd name="connsiteY7" fmla="*/ 166805 h 260086"/>
              <a:gd name="connsiteX8" fmla="*/ 739575 w 765852"/>
              <a:gd name="connsiteY8" fmla="*/ 143884 h 260086"/>
              <a:gd name="connsiteX9" fmla="*/ 604595 w 765852"/>
              <a:gd name="connsiteY9" fmla="*/ 83403 h 260086"/>
              <a:gd name="connsiteX10" fmla="*/ 622611 w 765852"/>
              <a:gd name="connsiteY10" fmla="*/ 41871 h 260086"/>
              <a:gd name="connsiteX11" fmla="*/ 672177 w 765852"/>
              <a:gd name="connsiteY11" fmla="*/ 25719 h 260086"/>
              <a:gd name="connsiteX12" fmla="*/ 721742 w 765852"/>
              <a:gd name="connsiteY12" fmla="*/ 41871 h 260086"/>
              <a:gd name="connsiteX13" fmla="*/ 739759 w 765852"/>
              <a:gd name="connsiteY13" fmla="*/ 83403 h 260086"/>
              <a:gd name="connsiteX14" fmla="*/ 721742 w 765852"/>
              <a:gd name="connsiteY14" fmla="*/ 124934 h 260086"/>
              <a:gd name="connsiteX15" fmla="*/ 672177 w 765852"/>
              <a:gd name="connsiteY15" fmla="*/ 141077 h 260086"/>
              <a:gd name="connsiteX16" fmla="*/ 622611 w 765852"/>
              <a:gd name="connsiteY16" fmla="*/ 124934 h 260086"/>
              <a:gd name="connsiteX17" fmla="*/ 604595 w 765852"/>
              <a:gd name="connsiteY17" fmla="*/ 83403 h 260086"/>
              <a:gd name="connsiteX18" fmla="*/ 238310 w 765852"/>
              <a:gd name="connsiteY18" fmla="*/ 207181 h 260086"/>
              <a:gd name="connsiteX19" fmla="*/ 249560 w 765852"/>
              <a:gd name="connsiteY19" fmla="*/ 204081 h 260086"/>
              <a:gd name="connsiteX20" fmla="*/ 261562 w 765852"/>
              <a:gd name="connsiteY20" fmla="*/ 207713 h 260086"/>
              <a:gd name="connsiteX21" fmla="*/ 268163 w 765852"/>
              <a:gd name="connsiteY21" fmla="*/ 217812 h 260086"/>
              <a:gd name="connsiteX22" fmla="*/ 275874 w 765852"/>
              <a:gd name="connsiteY22" fmla="*/ 217812 h 260086"/>
              <a:gd name="connsiteX23" fmla="*/ 267145 w 765852"/>
              <a:gd name="connsiteY23" fmla="*/ 202568 h 260086"/>
              <a:gd name="connsiteX24" fmla="*/ 249917 w 765852"/>
              <a:gd name="connsiteY24" fmla="*/ 196982 h 260086"/>
              <a:gd name="connsiteX25" fmla="*/ 234322 w 765852"/>
              <a:gd name="connsiteY25" fmla="*/ 200926 h 260086"/>
              <a:gd name="connsiteX26" fmla="*/ 223961 w 765852"/>
              <a:gd name="connsiteY26" fmla="*/ 212052 h 260086"/>
              <a:gd name="connsiteX27" fmla="*/ 220330 w 765852"/>
              <a:gd name="connsiteY27" fmla="*/ 228534 h 260086"/>
              <a:gd name="connsiteX28" fmla="*/ 223961 w 765852"/>
              <a:gd name="connsiteY28" fmla="*/ 245062 h 260086"/>
              <a:gd name="connsiteX29" fmla="*/ 234322 w 765852"/>
              <a:gd name="connsiteY29" fmla="*/ 256142 h 260086"/>
              <a:gd name="connsiteX30" fmla="*/ 249917 w 765852"/>
              <a:gd name="connsiteY30" fmla="*/ 260086 h 260086"/>
              <a:gd name="connsiteX31" fmla="*/ 267145 w 765852"/>
              <a:gd name="connsiteY31" fmla="*/ 254501 h 260086"/>
              <a:gd name="connsiteX32" fmla="*/ 275782 w 765852"/>
              <a:gd name="connsiteY32" fmla="*/ 239256 h 260086"/>
              <a:gd name="connsiteX33" fmla="*/ 268071 w 765852"/>
              <a:gd name="connsiteY33" fmla="*/ 239256 h 260086"/>
              <a:gd name="connsiteX34" fmla="*/ 261516 w 765852"/>
              <a:gd name="connsiteY34" fmla="*/ 249401 h 260086"/>
              <a:gd name="connsiteX35" fmla="*/ 249560 w 765852"/>
              <a:gd name="connsiteY35" fmla="*/ 252987 h 260086"/>
              <a:gd name="connsiteX36" fmla="*/ 238310 w 765852"/>
              <a:gd name="connsiteY36" fmla="*/ 249887 h 260086"/>
              <a:gd name="connsiteX37" fmla="*/ 230828 w 765852"/>
              <a:gd name="connsiteY37" fmla="*/ 241201 h 260086"/>
              <a:gd name="connsiteX38" fmla="*/ 228215 w 765852"/>
              <a:gd name="connsiteY38" fmla="*/ 228525 h 260086"/>
              <a:gd name="connsiteX39" fmla="*/ 230828 w 765852"/>
              <a:gd name="connsiteY39" fmla="*/ 215812 h 260086"/>
              <a:gd name="connsiteX40" fmla="*/ 238310 w 765852"/>
              <a:gd name="connsiteY40" fmla="*/ 207172 h 260086"/>
              <a:gd name="connsiteX41" fmla="*/ 335580 w 765852"/>
              <a:gd name="connsiteY41" fmla="*/ 197523 h 260086"/>
              <a:gd name="connsiteX42" fmla="*/ 311925 w 765852"/>
              <a:gd name="connsiteY42" fmla="*/ 259554 h 260086"/>
              <a:gd name="connsiteX43" fmla="*/ 319892 w 765852"/>
              <a:gd name="connsiteY43" fmla="*/ 259554 h 260086"/>
              <a:gd name="connsiteX44" fmla="*/ 326448 w 765852"/>
              <a:gd name="connsiteY44" fmla="*/ 242806 h 260086"/>
              <a:gd name="connsiteX45" fmla="*/ 353467 w 765852"/>
              <a:gd name="connsiteY45" fmla="*/ 242806 h 260086"/>
              <a:gd name="connsiteX46" fmla="*/ 360023 w 765852"/>
              <a:gd name="connsiteY46" fmla="*/ 259554 h 260086"/>
              <a:gd name="connsiteX47" fmla="*/ 368256 w 765852"/>
              <a:gd name="connsiteY47" fmla="*/ 259554 h 260086"/>
              <a:gd name="connsiteX48" fmla="*/ 344693 w 765852"/>
              <a:gd name="connsiteY48" fmla="*/ 197523 h 260086"/>
              <a:gd name="connsiteX49" fmla="*/ 335570 w 765852"/>
              <a:gd name="connsiteY49" fmla="*/ 197523 h 260086"/>
              <a:gd name="connsiteX50" fmla="*/ 328758 w 765852"/>
              <a:gd name="connsiteY50" fmla="*/ 235808 h 260086"/>
              <a:gd name="connsiteX51" fmla="*/ 339916 w 765852"/>
              <a:gd name="connsiteY51" fmla="*/ 205943 h 260086"/>
              <a:gd name="connsiteX52" fmla="*/ 351166 w 765852"/>
              <a:gd name="connsiteY52" fmla="*/ 235808 h 260086"/>
              <a:gd name="connsiteX53" fmla="*/ 328749 w 765852"/>
              <a:gd name="connsiteY53" fmla="*/ 235808 h 260086"/>
              <a:gd name="connsiteX54" fmla="*/ 725437 w 765852"/>
              <a:gd name="connsiteY54" fmla="*/ 197523 h 260086"/>
              <a:gd name="connsiteX55" fmla="*/ 717736 w 765852"/>
              <a:gd name="connsiteY55" fmla="*/ 197523 h 260086"/>
              <a:gd name="connsiteX56" fmla="*/ 717736 w 765852"/>
              <a:gd name="connsiteY56" fmla="*/ 259554 h 260086"/>
              <a:gd name="connsiteX57" fmla="*/ 753704 w 765852"/>
              <a:gd name="connsiteY57" fmla="*/ 259554 h 260086"/>
              <a:gd name="connsiteX58" fmla="*/ 753704 w 765852"/>
              <a:gd name="connsiteY58" fmla="*/ 252464 h 260086"/>
              <a:gd name="connsiteX59" fmla="*/ 725446 w 765852"/>
              <a:gd name="connsiteY59" fmla="*/ 252464 h 260086"/>
              <a:gd name="connsiteX60" fmla="*/ 725446 w 765852"/>
              <a:gd name="connsiteY60" fmla="*/ 197523 h 260086"/>
              <a:gd name="connsiteX61" fmla="*/ 250953 w 765852"/>
              <a:gd name="connsiteY61" fmla="*/ 2119 h 260086"/>
              <a:gd name="connsiteX62" fmla="*/ 225566 w 765852"/>
              <a:gd name="connsiteY62" fmla="*/ 2119 h 260086"/>
              <a:gd name="connsiteX63" fmla="*/ 225566 w 765852"/>
              <a:gd name="connsiteY63" fmla="*/ 164677 h 260086"/>
              <a:gd name="connsiteX64" fmla="*/ 250953 w 765852"/>
              <a:gd name="connsiteY64" fmla="*/ 164677 h 260086"/>
              <a:gd name="connsiteX65" fmla="*/ 250953 w 765852"/>
              <a:gd name="connsiteY65" fmla="*/ 2119 h 260086"/>
              <a:gd name="connsiteX66" fmla="*/ 80592 w 765852"/>
              <a:gd name="connsiteY66" fmla="*/ 62692 h 260086"/>
              <a:gd name="connsiteX67" fmla="*/ 80592 w 765852"/>
              <a:gd name="connsiteY67" fmla="*/ 164687 h 260086"/>
              <a:gd name="connsiteX68" fmla="*/ 106732 w 765852"/>
              <a:gd name="connsiteY68" fmla="*/ 164687 h 260086"/>
              <a:gd name="connsiteX69" fmla="*/ 106713 w 765852"/>
              <a:gd name="connsiteY69" fmla="*/ 62692 h 260086"/>
              <a:gd name="connsiteX70" fmla="*/ 95124 w 765852"/>
              <a:gd name="connsiteY70" fmla="*/ 28700 h 260086"/>
              <a:gd name="connsiteX71" fmla="*/ 93648 w 765852"/>
              <a:gd name="connsiteY71" fmla="*/ 26792 h 260086"/>
              <a:gd name="connsiteX72" fmla="*/ 92172 w 765852"/>
              <a:gd name="connsiteY72" fmla="*/ 28700 h 260086"/>
              <a:gd name="connsiteX73" fmla="*/ 80583 w 765852"/>
              <a:gd name="connsiteY73" fmla="*/ 62692 h 260086"/>
              <a:gd name="connsiteX74" fmla="*/ 47273 w 765852"/>
              <a:gd name="connsiteY74" fmla="*/ 2119 h 260086"/>
              <a:gd name="connsiteX75" fmla="*/ 0 w 765852"/>
              <a:gd name="connsiteY75" fmla="*/ 2119 h 260086"/>
              <a:gd name="connsiteX76" fmla="*/ 0 w 765852"/>
              <a:gd name="connsiteY76" fmla="*/ 26792 h 260086"/>
              <a:gd name="connsiteX77" fmla="*/ 93648 w 765852"/>
              <a:gd name="connsiteY77" fmla="*/ 26792 h 260086"/>
              <a:gd name="connsiteX78" fmla="*/ 91328 w 765852"/>
              <a:gd name="connsiteY78" fmla="*/ 23793 h 260086"/>
              <a:gd name="connsiteX79" fmla="*/ 47273 w 765852"/>
              <a:gd name="connsiteY79" fmla="*/ 2119 h 260086"/>
              <a:gd name="connsiteX80" fmla="*/ 95968 w 765852"/>
              <a:gd name="connsiteY80" fmla="*/ 23793 h 260086"/>
              <a:gd name="connsiteX81" fmla="*/ 93648 w 765852"/>
              <a:gd name="connsiteY81" fmla="*/ 26792 h 260086"/>
              <a:gd name="connsiteX82" fmla="*/ 187296 w 765852"/>
              <a:gd name="connsiteY82" fmla="*/ 26792 h 260086"/>
              <a:gd name="connsiteX83" fmla="*/ 187296 w 765852"/>
              <a:gd name="connsiteY83" fmla="*/ 2119 h 260086"/>
              <a:gd name="connsiteX84" fmla="*/ 140023 w 765852"/>
              <a:gd name="connsiteY84" fmla="*/ 2119 h 260086"/>
              <a:gd name="connsiteX85" fmla="*/ 95958 w 765852"/>
              <a:gd name="connsiteY85" fmla="*/ 23793 h 260086"/>
              <a:gd name="connsiteX86" fmla="*/ 514844 w 765852"/>
              <a:gd name="connsiteY86" fmla="*/ 164677 h 260086"/>
              <a:gd name="connsiteX87" fmla="*/ 540232 w 765852"/>
              <a:gd name="connsiteY87" fmla="*/ 164677 h 260086"/>
              <a:gd name="connsiteX88" fmla="*/ 540232 w 765852"/>
              <a:gd name="connsiteY88" fmla="*/ 2119 h 260086"/>
              <a:gd name="connsiteX89" fmla="*/ 514844 w 765852"/>
              <a:gd name="connsiteY89" fmla="*/ 2119 h 260086"/>
              <a:gd name="connsiteX90" fmla="*/ 514844 w 765852"/>
              <a:gd name="connsiteY90" fmla="*/ 164677 h 260086"/>
              <a:gd name="connsiteX91" fmla="*/ 495205 w 765852"/>
              <a:gd name="connsiteY91" fmla="*/ 259554 h 260086"/>
              <a:gd name="connsiteX92" fmla="*/ 502915 w 765852"/>
              <a:gd name="connsiteY92" fmla="*/ 259554 h 260086"/>
              <a:gd name="connsiteX93" fmla="*/ 502915 w 765852"/>
              <a:gd name="connsiteY93" fmla="*/ 197523 h 260086"/>
              <a:gd name="connsiteX94" fmla="*/ 495205 w 765852"/>
              <a:gd name="connsiteY94" fmla="*/ 197523 h 260086"/>
              <a:gd name="connsiteX95" fmla="*/ 495205 w 765852"/>
              <a:gd name="connsiteY95" fmla="*/ 259554 h 260086"/>
              <a:gd name="connsiteX96" fmla="*/ 544816 w 765852"/>
              <a:gd name="connsiteY96" fmla="*/ 204613 h 260086"/>
              <a:gd name="connsiteX97" fmla="*/ 564923 w 765852"/>
              <a:gd name="connsiteY97" fmla="*/ 204613 h 260086"/>
              <a:gd name="connsiteX98" fmla="*/ 564923 w 765852"/>
              <a:gd name="connsiteY98" fmla="*/ 259554 h 260086"/>
              <a:gd name="connsiteX99" fmla="*/ 572633 w 765852"/>
              <a:gd name="connsiteY99" fmla="*/ 259554 h 260086"/>
              <a:gd name="connsiteX100" fmla="*/ 572633 w 765852"/>
              <a:gd name="connsiteY100" fmla="*/ 204613 h 260086"/>
              <a:gd name="connsiteX101" fmla="*/ 592740 w 765852"/>
              <a:gd name="connsiteY101" fmla="*/ 204613 h 260086"/>
              <a:gd name="connsiteX102" fmla="*/ 592740 w 765852"/>
              <a:gd name="connsiteY102" fmla="*/ 197523 h 260086"/>
              <a:gd name="connsiteX103" fmla="*/ 544816 w 765852"/>
              <a:gd name="connsiteY103" fmla="*/ 197523 h 260086"/>
              <a:gd name="connsiteX104" fmla="*/ 544816 w 765852"/>
              <a:gd name="connsiteY104" fmla="*/ 204613 h 260086"/>
              <a:gd name="connsiteX105" fmla="*/ 287389 w 765852"/>
              <a:gd name="connsiteY105" fmla="*/ 2119 h 260086"/>
              <a:gd name="connsiteX106" fmla="*/ 345234 w 765852"/>
              <a:gd name="connsiteY106" fmla="*/ 140105 h 260086"/>
              <a:gd name="connsiteX107" fmla="*/ 381413 w 765852"/>
              <a:gd name="connsiteY107" fmla="*/ 166796 h 260086"/>
              <a:gd name="connsiteX108" fmla="*/ 382899 w 765852"/>
              <a:gd name="connsiteY108" fmla="*/ 166796 h 260086"/>
              <a:gd name="connsiteX109" fmla="*/ 316692 w 765852"/>
              <a:gd name="connsiteY109" fmla="*/ 2119 h 260086"/>
              <a:gd name="connsiteX110" fmla="*/ 287389 w 765852"/>
              <a:gd name="connsiteY110" fmla="*/ 2119 h 260086"/>
              <a:gd name="connsiteX111" fmla="*/ 443549 w 765852"/>
              <a:gd name="connsiteY111" fmla="*/ 199871 h 260086"/>
              <a:gd name="connsiteX112" fmla="*/ 432739 w 765852"/>
              <a:gd name="connsiteY112" fmla="*/ 197523 h 260086"/>
              <a:gd name="connsiteX113" fmla="*/ 408910 w 765852"/>
              <a:gd name="connsiteY113" fmla="*/ 197523 h 260086"/>
              <a:gd name="connsiteX114" fmla="*/ 408910 w 765852"/>
              <a:gd name="connsiteY114" fmla="*/ 259554 h 260086"/>
              <a:gd name="connsiteX115" fmla="*/ 416621 w 765852"/>
              <a:gd name="connsiteY115" fmla="*/ 259554 h 260086"/>
              <a:gd name="connsiteX116" fmla="*/ 416621 w 765852"/>
              <a:gd name="connsiteY116" fmla="*/ 235716 h 260086"/>
              <a:gd name="connsiteX117" fmla="*/ 432748 w 765852"/>
              <a:gd name="connsiteY117" fmla="*/ 235716 h 260086"/>
              <a:gd name="connsiteX118" fmla="*/ 443512 w 765852"/>
              <a:gd name="connsiteY118" fmla="*/ 233368 h 260086"/>
              <a:gd name="connsiteX119" fmla="*/ 450728 w 765852"/>
              <a:gd name="connsiteY119" fmla="*/ 226681 h 260086"/>
              <a:gd name="connsiteX120" fmla="*/ 453295 w 765852"/>
              <a:gd name="connsiteY120" fmla="*/ 216583 h 260086"/>
              <a:gd name="connsiteX121" fmla="*/ 450774 w 765852"/>
              <a:gd name="connsiteY121" fmla="*/ 206521 h 260086"/>
              <a:gd name="connsiteX122" fmla="*/ 443558 w 765852"/>
              <a:gd name="connsiteY122" fmla="*/ 199871 h 260086"/>
              <a:gd name="connsiteX123" fmla="*/ 441779 w 765852"/>
              <a:gd name="connsiteY123" fmla="*/ 225351 h 260086"/>
              <a:gd name="connsiteX124" fmla="*/ 432033 w 765852"/>
              <a:gd name="connsiteY124" fmla="*/ 228635 h 260086"/>
              <a:gd name="connsiteX125" fmla="*/ 416621 w 765852"/>
              <a:gd name="connsiteY125" fmla="*/ 228635 h 260086"/>
              <a:gd name="connsiteX126" fmla="*/ 416621 w 765852"/>
              <a:gd name="connsiteY126" fmla="*/ 204622 h 260086"/>
              <a:gd name="connsiteX127" fmla="*/ 432125 w 765852"/>
              <a:gd name="connsiteY127" fmla="*/ 204622 h 260086"/>
              <a:gd name="connsiteX128" fmla="*/ 441825 w 765852"/>
              <a:gd name="connsiteY128" fmla="*/ 207860 h 260086"/>
              <a:gd name="connsiteX129" fmla="*/ 445410 w 765852"/>
              <a:gd name="connsiteY129" fmla="*/ 216592 h 260086"/>
              <a:gd name="connsiteX130" fmla="*/ 441779 w 765852"/>
              <a:gd name="connsiteY130" fmla="*/ 225361 h 260086"/>
              <a:gd name="connsiteX131" fmla="*/ 382889 w 765852"/>
              <a:gd name="connsiteY131" fmla="*/ 166805 h 260086"/>
              <a:gd name="connsiteX132" fmla="*/ 384375 w 765852"/>
              <a:gd name="connsiteY132" fmla="*/ 166805 h 260086"/>
              <a:gd name="connsiteX133" fmla="*/ 420554 w 765852"/>
              <a:gd name="connsiteY133" fmla="*/ 140114 h 260086"/>
              <a:gd name="connsiteX134" fmla="*/ 478399 w 765852"/>
              <a:gd name="connsiteY134" fmla="*/ 2128 h 260086"/>
              <a:gd name="connsiteX135" fmla="*/ 449096 w 765852"/>
              <a:gd name="connsiteY135" fmla="*/ 2128 h 260086"/>
              <a:gd name="connsiteX136" fmla="*/ 382889 w 765852"/>
              <a:gd name="connsiteY136" fmla="*/ 166814 h 260086"/>
              <a:gd name="connsiteX137" fmla="*/ 644368 w 765852"/>
              <a:gd name="connsiteY137" fmla="*/ 197523 h 260086"/>
              <a:gd name="connsiteX138" fmla="*/ 620714 w 765852"/>
              <a:gd name="connsiteY138" fmla="*/ 259554 h 260086"/>
              <a:gd name="connsiteX139" fmla="*/ 628690 w 765852"/>
              <a:gd name="connsiteY139" fmla="*/ 259554 h 260086"/>
              <a:gd name="connsiteX140" fmla="*/ 635246 w 765852"/>
              <a:gd name="connsiteY140" fmla="*/ 242806 h 260086"/>
              <a:gd name="connsiteX141" fmla="*/ 662266 w 765852"/>
              <a:gd name="connsiteY141" fmla="*/ 242806 h 260086"/>
              <a:gd name="connsiteX142" fmla="*/ 668821 w 765852"/>
              <a:gd name="connsiteY142" fmla="*/ 259554 h 260086"/>
              <a:gd name="connsiteX143" fmla="*/ 677055 w 765852"/>
              <a:gd name="connsiteY143" fmla="*/ 259554 h 260086"/>
              <a:gd name="connsiteX144" fmla="*/ 653491 w 765852"/>
              <a:gd name="connsiteY144" fmla="*/ 197523 h 260086"/>
              <a:gd name="connsiteX145" fmla="*/ 644368 w 765852"/>
              <a:gd name="connsiteY145" fmla="*/ 197523 h 260086"/>
              <a:gd name="connsiteX146" fmla="*/ 637547 w 765852"/>
              <a:gd name="connsiteY146" fmla="*/ 235808 h 260086"/>
              <a:gd name="connsiteX147" fmla="*/ 648705 w 765852"/>
              <a:gd name="connsiteY147" fmla="*/ 205943 h 260086"/>
              <a:gd name="connsiteX148" fmla="*/ 659955 w 765852"/>
              <a:gd name="connsiteY148" fmla="*/ 235808 h 260086"/>
              <a:gd name="connsiteX149" fmla="*/ 637538 w 765852"/>
              <a:gd name="connsiteY149" fmla="*/ 235808 h 260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</a:cxnLst>
            <a:rect l="l" t="t" r="r" b="b"/>
            <a:pathLst>
              <a:path w="765852" h="260086">
                <a:moveTo>
                  <a:pt x="739575" y="143884"/>
                </a:moveTo>
                <a:cubicBezTo>
                  <a:pt x="756519" y="128906"/>
                  <a:pt x="765852" y="107425"/>
                  <a:pt x="765852" y="83403"/>
                </a:cubicBezTo>
                <a:cubicBezTo>
                  <a:pt x="765852" y="59381"/>
                  <a:pt x="756519" y="37899"/>
                  <a:pt x="739575" y="22921"/>
                </a:cubicBezTo>
                <a:cubicBezTo>
                  <a:pt x="722613" y="7925"/>
                  <a:pt x="699307" y="0"/>
                  <a:pt x="672177" y="0"/>
                </a:cubicBezTo>
                <a:cubicBezTo>
                  <a:pt x="645047" y="0"/>
                  <a:pt x="621740" y="7925"/>
                  <a:pt x="604779" y="22921"/>
                </a:cubicBezTo>
                <a:cubicBezTo>
                  <a:pt x="587835" y="37899"/>
                  <a:pt x="578501" y="59381"/>
                  <a:pt x="578501" y="83403"/>
                </a:cubicBezTo>
                <a:cubicBezTo>
                  <a:pt x="578501" y="107425"/>
                  <a:pt x="587835" y="128906"/>
                  <a:pt x="604779" y="143884"/>
                </a:cubicBezTo>
                <a:cubicBezTo>
                  <a:pt x="621740" y="158881"/>
                  <a:pt x="645047" y="166805"/>
                  <a:pt x="672177" y="166805"/>
                </a:cubicBezTo>
                <a:cubicBezTo>
                  <a:pt x="699307" y="166805"/>
                  <a:pt x="722613" y="158881"/>
                  <a:pt x="739575" y="143884"/>
                </a:cubicBezTo>
                <a:close/>
                <a:moveTo>
                  <a:pt x="604595" y="83403"/>
                </a:moveTo>
                <a:cubicBezTo>
                  <a:pt x="604595" y="66489"/>
                  <a:pt x="610821" y="52135"/>
                  <a:pt x="622611" y="41871"/>
                </a:cubicBezTo>
                <a:cubicBezTo>
                  <a:pt x="634751" y="31305"/>
                  <a:pt x="651887" y="25719"/>
                  <a:pt x="672177" y="25719"/>
                </a:cubicBezTo>
                <a:cubicBezTo>
                  <a:pt x="692467" y="25719"/>
                  <a:pt x="709603" y="31305"/>
                  <a:pt x="721742" y="41871"/>
                </a:cubicBezTo>
                <a:cubicBezTo>
                  <a:pt x="733524" y="52126"/>
                  <a:pt x="739759" y="66489"/>
                  <a:pt x="739759" y="83403"/>
                </a:cubicBezTo>
                <a:cubicBezTo>
                  <a:pt x="739759" y="100316"/>
                  <a:pt x="733533" y="114671"/>
                  <a:pt x="721742" y="124934"/>
                </a:cubicBezTo>
                <a:cubicBezTo>
                  <a:pt x="709603" y="135501"/>
                  <a:pt x="692467" y="141077"/>
                  <a:pt x="672177" y="141077"/>
                </a:cubicBezTo>
                <a:cubicBezTo>
                  <a:pt x="651887" y="141077"/>
                  <a:pt x="634741" y="135491"/>
                  <a:pt x="622611" y="124934"/>
                </a:cubicBezTo>
                <a:cubicBezTo>
                  <a:pt x="610830" y="114671"/>
                  <a:pt x="604595" y="100316"/>
                  <a:pt x="604595" y="83403"/>
                </a:cubicBezTo>
                <a:close/>
                <a:moveTo>
                  <a:pt x="238310" y="207181"/>
                </a:moveTo>
                <a:cubicBezTo>
                  <a:pt x="241556" y="205118"/>
                  <a:pt x="245306" y="204081"/>
                  <a:pt x="249560" y="204081"/>
                </a:cubicBezTo>
                <a:cubicBezTo>
                  <a:pt x="254282" y="204081"/>
                  <a:pt x="258288" y="205292"/>
                  <a:pt x="261562" y="207713"/>
                </a:cubicBezTo>
                <a:cubicBezTo>
                  <a:pt x="264835" y="210135"/>
                  <a:pt x="267035" y="213501"/>
                  <a:pt x="268163" y="217812"/>
                </a:cubicBezTo>
                <a:lnTo>
                  <a:pt x="275874" y="217812"/>
                </a:lnTo>
                <a:cubicBezTo>
                  <a:pt x="274691" y="211373"/>
                  <a:pt x="271784" y="206292"/>
                  <a:pt x="267145" y="202568"/>
                </a:cubicBezTo>
                <a:cubicBezTo>
                  <a:pt x="262506" y="198844"/>
                  <a:pt x="256766" y="196982"/>
                  <a:pt x="249917" y="196982"/>
                </a:cubicBezTo>
                <a:cubicBezTo>
                  <a:pt x="244013" y="196982"/>
                  <a:pt x="238814" y="198293"/>
                  <a:pt x="234322" y="200926"/>
                </a:cubicBezTo>
                <a:cubicBezTo>
                  <a:pt x="229838" y="203558"/>
                  <a:pt x="226382" y="207264"/>
                  <a:pt x="223961" y="212052"/>
                </a:cubicBezTo>
                <a:cubicBezTo>
                  <a:pt x="221541" y="216840"/>
                  <a:pt x="220330" y="222334"/>
                  <a:pt x="220330" y="228534"/>
                </a:cubicBezTo>
                <a:cubicBezTo>
                  <a:pt x="220330" y="234734"/>
                  <a:pt x="221541" y="240302"/>
                  <a:pt x="223961" y="245062"/>
                </a:cubicBezTo>
                <a:cubicBezTo>
                  <a:pt x="226382" y="249823"/>
                  <a:pt x="229838" y="253510"/>
                  <a:pt x="234322" y="256142"/>
                </a:cubicBezTo>
                <a:cubicBezTo>
                  <a:pt x="238805" y="258775"/>
                  <a:pt x="244004" y="260086"/>
                  <a:pt x="249917" y="260086"/>
                </a:cubicBezTo>
                <a:cubicBezTo>
                  <a:pt x="256831" y="260086"/>
                  <a:pt x="262570" y="258224"/>
                  <a:pt x="267145" y="254501"/>
                </a:cubicBezTo>
                <a:cubicBezTo>
                  <a:pt x="271720" y="250777"/>
                  <a:pt x="274599" y="245695"/>
                  <a:pt x="275782" y="239256"/>
                </a:cubicBezTo>
                <a:lnTo>
                  <a:pt x="268071" y="239256"/>
                </a:lnTo>
                <a:cubicBezTo>
                  <a:pt x="266888" y="243631"/>
                  <a:pt x="264706" y="247007"/>
                  <a:pt x="261516" y="249401"/>
                </a:cubicBezTo>
                <a:cubicBezTo>
                  <a:pt x="258325" y="251795"/>
                  <a:pt x="254337" y="252987"/>
                  <a:pt x="249560" y="252987"/>
                </a:cubicBezTo>
                <a:cubicBezTo>
                  <a:pt x="245306" y="252987"/>
                  <a:pt x="241556" y="251951"/>
                  <a:pt x="238310" y="249887"/>
                </a:cubicBezTo>
                <a:cubicBezTo>
                  <a:pt x="235064" y="247823"/>
                  <a:pt x="232561" y="244925"/>
                  <a:pt x="230828" y="241201"/>
                </a:cubicBezTo>
                <a:cubicBezTo>
                  <a:pt x="229086" y="237477"/>
                  <a:pt x="228215" y="233258"/>
                  <a:pt x="228215" y="228525"/>
                </a:cubicBezTo>
                <a:cubicBezTo>
                  <a:pt x="228215" y="223792"/>
                  <a:pt x="229086" y="219499"/>
                  <a:pt x="230828" y="215812"/>
                </a:cubicBezTo>
                <a:cubicBezTo>
                  <a:pt x="232570" y="212125"/>
                  <a:pt x="235064" y="209245"/>
                  <a:pt x="238310" y="207172"/>
                </a:cubicBezTo>
                <a:close/>
                <a:moveTo>
                  <a:pt x="335580" y="197523"/>
                </a:moveTo>
                <a:lnTo>
                  <a:pt x="311925" y="259554"/>
                </a:lnTo>
                <a:lnTo>
                  <a:pt x="319892" y="259554"/>
                </a:lnTo>
                <a:lnTo>
                  <a:pt x="326448" y="242806"/>
                </a:lnTo>
                <a:lnTo>
                  <a:pt x="353467" y="242806"/>
                </a:lnTo>
                <a:lnTo>
                  <a:pt x="360023" y="259554"/>
                </a:lnTo>
                <a:lnTo>
                  <a:pt x="368256" y="259554"/>
                </a:lnTo>
                <a:lnTo>
                  <a:pt x="344693" y="197523"/>
                </a:lnTo>
                <a:lnTo>
                  <a:pt x="335570" y="197523"/>
                </a:lnTo>
                <a:close/>
                <a:moveTo>
                  <a:pt x="328758" y="235808"/>
                </a:moveTo>
                <a:lnTo>
                  <a:pt x="339916" y="205943"/>
                </a:lnTo>
                <a:lnTo>
                  <a:pt x="351166" y="235808"/>
                </a:lnTo>
                <a:lnTo>
                  <a:pt x="328749" y="235808"/>
                </a:lnTo>
                <a:close/>
                <a:moveTo>
                  <a:pt x="725437" y="197523"/>
                </a:moveTo>
                <a:lnTo>
                  <a:pt x="717736" y="197523"/>
                </a:lnTo>
                <a:lnTo>
                  <a:pt x="717736" y="259554"/>
                </a:lnTo>
                <a:lnTo>
                  <a:pt x="753704" y="259554"/>
                </a:lnTo>
                <a:lnTo>
                  <a:pt x="753704" y="252464"/>
                </a:lnTo>
                <a:lnTo>
                  <a:pt x="725446" y="252464"/>
                </a:lnTo>
                <a:lnTo>
                  <a:pt x="725446" y="197523"/>
                </a:lnTo>
                <a:close/>
                <a:moveTo>
                  <a:pt x="250953" y="2119"/>
                </a:moveTo>
                <a:lnTo>
                  <a:pt x="225566" y="2119"/>
                </a:lnTo>
                <a:lnTo>
                  <a:pt x="225566" y="164677"/>
                </a:lnTo>
                <a:lnTo>
                  <a:pt x="250953" y="164677"/>
                </a:lnTo>
                <a:lnTo>
                  <a:pt x="250953" y="2119"/>
                </a:lnTo>
                <a:close/>
                <a:moveTo>
                  <a:pt x="80592" y="62692"/>
                </a:moveTo>
                <a:lnTo>
                  <a:pt x="80592" y="164687"/>
                </a:lnTo>
                <a:cubicBezTo>
                  <a:pt x="80592" y="164687"/>
                  <a:pt x="106732" y="164687"/>
                  <a:pt x="106732" y="164687"/>
                </a:cubicBezTo>
                <a:lnTo>
                  <a:pt x="106713" y="62692"/>
                </a:lnTo>
                <a:cubicBezTo>
                  <a:pt x="106713" y="50282"/>
                  <a:pt x="102707" y="38523"/>
                  <a:pt x="95124" y="28700"/>
                </a:cubicBezTo>
                <a:lnTo>
                  <a:pt x="93648" y="26792"/>
                </a:lnTo>
                <a:lnTo>
                  <a:pt x="92172" y="28700"/>
                </a:lnTo>
                <a:cubicBezTo>
                  <a:pt x="84589" y="38523"/>
                  <a:pt x="80583" y="50273"/>
                  <a:pt x="80583" y="62692"/>
                </a:cubicBezTo>
                <a:close/>
                <a:moveTo>
                  <a:pt x="47273" y="2119"/>
                </a:moveTo>
                <a:lnTo>
                  <a:pt x="0" y="2119"/>
                </a:lnTo>
                <a:lnTo>
                  <a:pt x="0" y="26792"/>
                </a:lnTo>
                <a:lnTo>
                  <a:pt x="93648" y="26792"/>
                </a:lnTo>
                <a:lnTo>
                  <a:pt x="91328" y="23793"/>
                </a:lnTo>
                <a:cubicBezTo>
                  <a:pt x="80693" y="10025"/>
                  <a:pt x="64629" y="2119"/>
                  <a:pt x="47273" y="2119"/>
                </a:cubicBezTo>
                <a:close/>
                <a:moveTo>
                  <a:pt x="95968" y="23793"/>
                </a:moveTo>
                <a:lnTo>
                  <a:pt x="93648" y="26792"/>
                </a:lnTo>
                <a:lnTo>
                  <a:pt x="187296" y="26792"/>
                </a:lnTo>
                <a:lnTo>
                  <a:pt x="187296" y="2119"/>
                </a:lnTo>
                <a:lnTo>
                  <a:pt x="140023" y="2119"/>
                </a:lnTo>
                <a:cubicBezTo>
                  <a:pt x="122657" y="2119"/>
                  <a:pt x="106603" y="10016"/>
                  <a:pt x="95958" y="23793"/>
                </a:cubicBezTo>
                <a:close/>
                <a:moveTo>
                  <a:pt x="514844" y="164677"/>
                </a:moveTo>
                <a:lnTo>
                  <a:pt x="540232" y="164677"/>
                </a:lnTo>
                <a:lnTo>
                  <a:pt x="540232" y="2119"/>
                </a:lnTo>
                <a:lnTo>
                  <a:pt x="514844" y="2119"/>
                </a:lnTo>
                <a:lnTo>
                  <a:pt x="514844" y="164677"/>
                </a:lnTo>
                <a:close/>
                <a:moveTo>
                  <a:pt x="495205" y="259554"/>
                </a:moveTo>
                <a:lnTo>
                  <a:pt x="502915" y="259554"/>
                </a:lnTo>
                <a:lnTo>
                  <a:pt x="502915" y="197523"/>
                </a:lnTo>
                <a:lnTo>
                  <a:pt x="495205" y="197523"/>
                </a:lnTo>
                <a:lnTo>
                  <a:pt x="495205" y="259554"/>
                </a:lnTo>
                <a:close/>
                <a:moveTo>
                  <a:pt x="544816" y="204613"/>
                </a:moveTo>
                <a:lnTo>
                  <a:pt x="564923" y="204613"/>
                </a:lnTo>
                <a:lnTo>
                  <a:pt x="564923" y="259554"/>
                </a:lnTo>
                <a:lnTo>
                  <a:pt x="572633" y="259554"/>
                </a:lnTo>
                <a:lnTo>
                  <a:pt x="572633" y="204613"/>
                </a:lnTo>
                <a:lnTo>
                  <a:pt x="592740" y="204613"/>
                </a:lnTo>
                <a:lnTo>
                  <a:pt x="592740" y="197523"/>
                </a:lnTo>
                <a:lnTo>
                  <a:pt x="544816" y="197523"/>
                </a:lnTo>
                <a:lnTo>
                  <a:pt x="544816" y="204613"/>
                </a:lnTo>
                <a:close/>
                <a:moveTo>
                  <a:pt x="287389" y="2119"/>
                </a:moveTo>
                <a:cubicBezTo>
                  <a:pt x="287389" y="2119"/>
                  <a:pt x="335680" y="117220"/>
                  <a:pt x="345234" y="140105"/>
                </a:cubicBezTo>
                <a:cubicBezTo>
                  <a:pt x="356374" y="166796"/>
                  <a:pt x="374464" y="166796"/>
                  <a:pt x="381413" y="166796"/>
                </a:cubicBezTo>
                <a:lnTo>
                  <a:pt x="382899" y="166796"/>
                </a:lnTo>
                <a:lnTo>
                  <a:pt x="316692" y="2119"/>
                </a:lnTo>
                <a:lnTo>
                  <a:pt x="287389" y="2119"/>
                </a:lnTo>
                <a:close/>
                <a:moveTo>
                  <a:pt x="443549" y="199871"/>
                </a:moveTo>
                <a:cubicBezTo>
                  <a:pt x="440413" y="198303"/>
                  <a:pt x="436819" y="197523"/>
                  <a:pt x="432739" y="197523"/>
                </a:cubicBezTo>
                <a:lnTo>
                  <a:pt x="408910" y="197523"/>
                </a:lnTo>
                <a:lnTo>
                  <a:pt x="408910" y="259554"/>
                </a:lnTo>
                <a:lnTo>
                  <a:pt x="416621" y="259554"/>
                </a:lnTo>
                <a:lnTo>
                  <a:pt x="416621" y="235716"/>
                </a:lnTo>
                <a:lnTo>
                  <a:pt x="432748" y="235716"/>
                </a:lnTo>
                <a:cubicBezTo>
                  <a:pt x="436819" y="235716"/>
                  <a:pt x="440413" y="234936"/>
                  <a:pt x="443512" y="233368"/>
                </a:cubicBezTo>
                <a:cubicBezTo>
                  <a:pt x="446611" y="231799"/>
                  <a:pt x="449013" y="229571"/>
                  <a:pt x="450728" y="226681"/>
                </a:cubicBezTo>
                <a:cubicBezTo>
                  <a:pt x="452442" y="223783"/>
                  <a:pt x="453295" y="220417"/>
                  <a:pt x="453295" y="216583"/>
                </a:cubicBezTo>
                <a:cubicBezTo>
                  <a:pt x="453295" y="212749"/>
                  <a:pt x="452452" y="209392"/>
                  <a:pt x="450774" y="206521"/>
                </a:cubicBezTo>
                <a:cubicBezTo>
                  <a:pt x="449087" y="203659"/>
                  <a:pt x="446685" y="201439"/>
                  <a:pt x="443558" y="199871"/>
                </a:cubicBezTo>
                <a:close/>
                <a:moveTo>
                  <a:pt x="441779" y="225351"/>
                </a:moveTo>
                <a:cubicBezTo>
                  <a:pt x="439359" y="227534"/>
                  <a:pt x="436113" y="228635"/>
                  <a:pt x="432033" y="228635"/>
                </a:cubicBezTo>
                <a:lnTo>
                  <a:pt x="416621" y="228635"/>
                </a:lnTo>
                <a:lnTo>
                  <a:pt x="416621" y="204622"/>
                </a:lnTo>
                <a:lnTo>
                  <a:pt x="432125" y="204622"/>
                </a:lnTo>
                <a:cubicBezTo>
                  <a:pt x="436196" y="204622"/>
                  <a:pt x="439432" y="205705"/>
                  <a:pt x="441825" y="207860"/>
                </a:cubicBezTo>
                <a:cubicBezTo>
                  <a:pt x="444218" y="210015"/>
                  <a:pt x="445410" y="212923"/>
                  <a:pt x="445410" y="216592"/>
                </a:cubicBezTo>
                <a:cubicBezTo>
                  <a:pt x="445410" y="220261"/>
                  <a:pt x="444200" y="223178"/>
                  <a:pt x="441779" y="225361"/>
                </a:cubicBezTo>
                <a:close/>
                <a:moveTo>
                  <a:pt x="382889" y="166805"/>
                </a:moveTo>
                <a:lnTo>
                  <a:pt x="384375" y="166805"/>
                </a:lnTo>
                <a:cubicBezTo>
                  <a:pt x="391334" y="166805"/>
                  <a:pt x="409423" y="166805"/>
                  <a:pt x="420554" y="140114"/>
                </a:cubicBezTo>
                <a:cubicBezTo>
                  <a:pt x="430099" y="117230"/>
                  <a:pt x="478399" y="2128"/>
                  <a:pt x="478399" y="2128"/>
                </a:cubicBezTo>
                <a:lnTo>
                  <a:pt x="449096" y="2128"/>
                </a:lnTo>
                <a:lnTo>
                  <a:pt x="382889" y="166814"/>
                </a:lnTo>
                <a:close/>
                <a:moveTo>
                  <a:pt x="644368" y="197523"/>
                </a:moveTo>
                <a:lnTo>
                  <a:pt x="620714" y="259554"/>
                </a:lnTo>
                <a:lnTo>
                  <a:pt x="628690" y="259554"/>
                </a:lnTo>
                <a:lnTo>
                  <a:pt x="635246" y="242806"/>
                </a:lnTo>
                <a:lnTo>
                  <a:pt x="662266" y="242806"/>
                </a:lnTo>
                <a:lnTo>
                  <a:pt x="668821" y="259554"/>
                </a:lnTo>
                <a:lnTo>
                  <a:pt x="677055" y="259554"/>
                </a:lnTo>
                <a:lnTo>
                  <a:pt x="653491" y="197523"/>
                </a:lnTo>
                <a:lnTo>
                  <a:pt x="644368" y="197523"/>
                </a:lnTo>
                <a:close/>
                <a:moveTo>
                  <a:pt x="637547" y="235808"/>
                </a:moveTo>
                <a:lnTo>
                  <a:pt x="648705" y="205943"/>
                </a:lnTo>
                <a:lnTo>
                  <a:pt x="659955" y="235808"/>
                </a:lnTo>
                <a:lnTo>
                  <a:pt x="637538" y="235808"/>
                </a:lnTo>
                <a:close/>
              </a:path>
            </a:pathLst>
          </a:custGeom>
          <a:solidFill>
            <a:schemeClr val="bg1"/>
          </a:solidFill>
          <a:ln w="1061" cap="flat">
            <a:noFill/>
            <a:prstDash val="solid"/>
            <a:miter/>
          </a:ln>
        </p:spPr>
        <p:txBody>
          <a:bodyPr rtlCol="0" anchor="ctr"/>
          <a:lstStyle/>
          <a:p>
            <a:endParaRPr lang="pt-BR" sz="1092">
              <a:solidFill>
                <a:schemeClr val="bg1"/>
              </a:solidFill>
            </a:endParaRPr>
          </a:p>
        </p:txBody>
      </p:sp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7858F1CA-0E09-F094-AD45-52092585CA1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225800" y="1518527"/>
            <a:ext cx="3740400" cy="2313464"/>
          </a:xfrm>
          <a:prstGeom prst="rect">
            <a:avLst/>
          </a:prstGeom>
          <a:ln>
            <a:solidFill>
              <a:schemeClr val="bg1"/>
            </a:solidFill>
          </a:ln>
        </p:spPr>
        <p:txBody>
          <a:bodyPr lIns="36000" tIns="36000" rIns="36000" bIns="36000"/>
          <a:lstStyle>
            <a:lvl1pPr marL="0" indent="0">
              <a:buNone/>
              <a:defRPr sz="120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4E170CD4-5C01-DD85-2A0A-98954D99CAC5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34962" y="3987408"/>
            <a:ext cx="3741737" cy="2313464"/>
          </a:xfrm>
          <a:prstGeom prst="rect">
            <a:avLst/>
          </a:prstGeom>
          <a:ln>
            <a:solidFill>
              <a:schemeClr val="bg1"/>
            </a:solidFill>
          </a:ln>
        </p:spPr>
        <p:txBody>
          <a:bodyPr lIns="36000" tIns="36000" rIns="36000" bIns="36000"/>
          <a:lstStyle>
            <a:lvl1pPr marL="0" indent="0">
              <a:buNone/>
              <a:defRPr sz="120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8">
            <a:extLst>
              <a:ext uri="{FF2B5EF4-FFF2-40B4-BE49-F238E27FC236}">
                <a16:creationId xmlns:a16="http://schemas.microsoft.com/office/drawing/2014/main" id="{10601806-BC35-9EEE-9C59-2DC0E49D5BA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4225799" y="3987408"/>
            <a:ext cx="3740400" cy="2313464"/>
          </a:xfrm>
          <a:prstGeom prst="rect">
            <a:avLst/>
          </a:prstGeom>
          <a:ln>
            <a:solidFill>
              <a:schemeClr val="bg1"/>
            </a:solidFill>
          </a:ln>
        </p:spPr>
        <p:txBody>
          <a:bodyPr lIns="36000" tIns="36000" rIns="36000" bIns="36000"/>
          <a:lstStyle>
            <a:lvl1pPr marL="0" indent="0">
              <a:buNone/>
              <a:defRPr sz="120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805EFAA-C04F-7113-90E8-A7D66AF3528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116638" y="1524793"/>
            <a:ext cx="3740400" cy="2313464"/>
          </a:xfrm>
          <a:prstGeom prst="rect">
            <a:avLst/>
          </a:prstGeom>
          <a:ln>
            <a:solidFill>
              <a:schemeClr val="bg1"/>
            </a:solidFill>
          </a:ln>
        </p:spPr>
        <p:txBody>
          <a:bodyPr lIns="36000" tIns="36000" rIns="36000" bIns="36000"/>
          <a:lstStyle>
            <a:lvl1pPr marL="0" indent="0">
              <a:buNone/>
              <a:defRPr sz="120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E9120CB5-4884-D14A-8682-CC106CAFBBE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116637" y="3993674"/>
            <a:ext cx="3740400" cy="2313464"/>
          </a:xfrm>
          <a:prstGeom prst="rect">
            <a:avLst/>
          </a:prstGeom>
          <a:ln>
            <a:solidFill>
              <a:schemeClr val="bg1"/>
            </a:solidFill>
          </a:ln>
        </p:spPr>
        <p:txBody>
          <a:bodyPr lIns="36000" tIns="36000" rIns="36000" bIns="36000"/>
          <a:lstStyle>
            <a:lvl1pPr marL="0" indent="0">
              <a:buNone/>
              <a:defRPr sz="120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8F86B63-CC31-1EAA-F721-707EF550B32A}"/>
              </a:ext>
            </a:extLst>
          </p:cNvPr>
          <p:cNvCxnSpPr/>
          <p:nvPr userDrawn="1"/>
        </p:nvCxnSpPr>
        <p:spPr>
          <a:xfrm>
            <a:off x="334964" y="185353"/>
            <a:ext cx="10415415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619503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469">
          <p15:clr>
            <a:srgbClr val="FBAE40"/>
          </p15:clr>
        </p15:guide>
        <p15:guide id="2" orient="horz" pos="3974">
          <p15:clr>
            <a:srgbClr val="FBAE40"/>
          </p15:clr>
        </p15:guide>
        <p15:guide id="3" orient="horz" pos="232">
          <p15:clr>
            <a:srgbClr val="FBAE40"/>
          </p15:clr>
        </p15:guide>
        <p15:guide id="4" pos="211">
          <p15:clr>
            <a:srgbClr val="FBAE40"/>
          </p15:clr>
        </p15:guide>
        <p15:guide id="5" orient="horz" pos="4065">
          <p15:clr>
            <a:srgbClr val="FBAE40"/>
          </p15:clr>
        </p15:guide>
        <p15:guide id="6" orient="horz" pos="799">
          <p15:clr>
            <a:srgbClr val="FBAE40"/>
          </p15:clr>
        </p15:guide>
        <p15:guide id="7" orient="horz" pos="935">
          <p15:clr>
            <a:srgbClr val="FBAE40"/>
          </p15:clr>
        </p15:guide>
      </p15:sldGuideLst>
    </p:ext>
  </p:extLst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ítulo | 5 Boxes - High Grade">
    <p:bg>
      <p:bgPr>
        <a:gradFill>
          <a:gsLst>
            <a:gs pos="81000">
              <a:schemeClr val="tx1">
                <a:lumMod val="85000"/>
                <a:lumOff val="15000"/>
              </a:schemeClr>
            </a:gs>
            <a:gs pos="100000">
              <a:schemeClr val="tx1">
                <a:lumMod val="95000"/>
                <a:lumOff val="5000"/>
              </a:schemeClr>
            </a:gs>
            <a:gs pos="0">
              <a:schemeClr val="accent1"/>
            </a:gs>
          </a:gsLst>
          <a:lin ang="7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132BCE3-A04F-8602-64F7-7623C7EAF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61763" y="6482556"/>
            <a:ext cx="295275" cy="1692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 sz="1100">
                <a:solidFill>
                  <a:schemeClr val="bg1"/>
                </a:solidFill>
                <a:latin typeface="Versos" panose="020B0503020204030204" pitchFamily="34" charset="0"/>
                <a:cs typeface="Versos" panose="020B0503020204030204" pitchFamily="34" charset="0"/>
              </a:defRPr>
            </a:lvl1pPr>
          </a:lstStyle>
          <a:p>
            <a:fld id="{77667D73-C69A-4DAA-9003-24A825D36FE9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B13D7C-5A47-B0DF-B518-26E79F5D2DB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64" y="368301"/>
            <a:ext cx="10183813" cy="4308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err="1"/>
              <a:t>Título</a:t>
            </a:r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401465E-A8CD-A3BA-BE2A-9597492FDC6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4963" y="6482557"/>
            <a:ext cx="10980000" cy="138499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900">
                <a:latin typeface="Versos Light" panose="020B0403020204030204" pitchFamily="34" charset="0"/>
              </a:defRPr>
            </a:lvl2pPr>
            <a:lvl3pPr>
              <a:defRPr sz="900">
                <a:latin typeface="Versos Light" panose="020B0403020204030204" pitchFamily="34" charset="0"/>
              </a:defRPr>
            </a:lvl3pPr>
            <a:lvl4pPr>
              <a:defRPr sz="900">
                <a:latin typeface="Versos Light" panose="020B0403020204030204" pitchFamily="34" charset="0"/>
              </a:defRPr>
            </a:lvl4pPr>
            <a:lvl5pPr>
              <a:defRPr sz="900">
                <a:latin typeface="Versos Light" panose="020B0403020204030204" pitchFamily="34" charset="0"/>
              </a:defRPr>
            </a:lvl5pPr>
          </a:lstStyle>
          <a:p>
            <a:pPr lvl="0"/>
            <a:r>
              <a:rPr lang="en-US"/>
              <a:t>Fonte:</a:t>
            </a:r>
            <a:endParaRPr lang="pt-BR"/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7F86D482-580C-D22A-58CC-10B9C4F7EDD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34963" y="1518527"/>
            <a:ext cx="3741737" cy="2313464"/>
          </a:xfrm>
          <a:prstGeom prst="rect">
            <a:avLst/>
          </a:prstGeom>
          <a:ln>
            <a:solidFill>
              <a:schemeClr val="bg1"/>
            </a:solidFill>
          </a:ln>
        </p:spPr>
        <p:txBody>
          <a:bodyPr lIns="36000" tIns="36000" rIns="36000" bIns="36000"/>
          <a:lstStyle>
            <a:lvl1pPr marL="0" indent="0">
              <a:buNone/>
              <a:defRPr sz="120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Picture 8">
            <a:extLst>
              <a:ext uri="{FF2B5EF4-FFF2-40B4-BE49-F238E27FC236}">
                <a16:creationId xmlns:a16="http://schemas.microsoft.com/office/drawing/2014/main" id="{57BCE67C-64C7-2D0C-0DC2-7A4B4CC314E0}"/>
              </a:ext>
            </a:extLst>
          </p:cNvPr>
          <p:cNvSpPr/>
          <p:nvPr userDrawn="1"/>
        </p:nvSpPr>
        <p:spPr>
          <a:xfrm>
            <a:off x="11091186" y="377179"/>
            <a:ext cx="765852" cy="260086"/>
          </a:xfrm>
          <a:custGeom>
            <a:avLst/>
            <a:gdLst>
              <a:gd name="connsiteX0" fmla="*/ 739575 w 765852"/>
              <a:gd name="connsiteY0" fmla="*/ 143884 h 260086"/>
              <a:gd name="connsiteX1" fmla="*/ 765852 w 765852"/>
              <a:gd name="connsiteY1" fmla="*/ 83403 h 260086"/>
              <a:gd name="connsiteX2" fmla="*/ 739575 w 765852"/>
              <a:gd name="connsiteY2" fmla="*/ 22921 h 260086"/>
              <a:gd name="connsiteX3" fmla="*/ 672177 w 765852"/>
              <a:gd name="connsiteY3" fmla="*/ 0 h 260086"/>
              <a:gd name="connsiteX4" fmla="*/ 604779 w 765852"/>
              <a:gd name="connsiteY4" fmla="*/ 22921 h 260086"/>
              <a:gd name="connsiteX5" fmla="*/ 578501 w 765852"/>
              <a:gd name="connsiteY5" fmla="*/ 83403 h 260086"/>
              <a:gd name="connsiteX6" fmla="*/ 604779 w 765852"/>
              <a:gd name="connsiteY6" fmla="*/ 143884 h 260086"/>
              <a:gd name="connsiteX7" fmla="*/ 672177 w 765852"/>
              <a:gd name="connsiteY7" fmla="*/ 166805 h 260086"/>
              <a:gd name="connsiteX8" fmla="*/ 739575 w 765852"/>
              <a:gd name="connsiteY8" fmla="*/ 143884 h 260086"/>
              <a:gd name="connsiteX9" fmla="*/ 604595 w 765852"/>
              <a:gd name="connsiteY9" fmla="*/ 83403 h 260086"/>
              <a:gd name="connsiteX10" fmla="*/ 622611 w 765852"/>
              <a:gd name="connsiteY10" fmla="*/ 41871 h 260086"/>
              <a:gd name="connsiteX11" fmla="*/ 672177 w 765852"/>
              <a:gd name="connsiteY11" fmla="*/ 25719 h 260086"/>
              <a:gd name="connsiteX12" fmla="*/ 721742 w 765852"/>
              <a:gd name="connsiteY12" fmla="*/ 41871 h 260086"/>
              <a:gd name="connsiteX13" fmla="*/ 739759 w 765852"/>
              <a:gd name="connsiteY13" fmla="*/ 83403 h 260086"/>
              <a:gd name="connsiteX14" fmla="*/ 721742 w 765852"/>
              <a:gd name="connsiteY14" fmla="*/ 124934 h 260086"/>
              <a:gd name="connsiteX15" fmla="*/ 672177 w 765852"/>
              <a:gd name="connsiteY15" fmla="*/ 141077 h 260086"/>
              <a:gd name="connsiteX16" fmla="*/ 622611 w 765852"/>
              <a:gd name="connsiteY16" fmla="*/ 124934 h 260086"/>
              <a:gd name="connsiteX17" fmla="*/ 604595 w 765852"/>
              <a:gd name="connsiteY17" fmla="*/ 83403 h 260086"/>
              <a:gd name="connsiteX18" fmla="*/ 238310 w 765852"/>
              <a:gd name="connsiteY18" fmla="*/ 207181 h 260086"/>
              <a:gd name="connsiteX19" fmla="*/ 249560 w 765852"/>
              <a:gd name="connsiteY19" fmla="*/ 204081 h 260086"/>
              <a:gd name="connsiteX20" fmla="*/ 261562 w 765852"/>
              <a:gd name="connsiteY20" fmla="*/ 207713 h 260086"/>
              <a:gd name="connsiteX21" fmla="*/ 268163 w 765852"/>
              <a:gd name="connsiteY21" fmla="*/ 217812 h 260086"/>
              <a:gd name="connsiteX22" fmla="*/ 275874 w 765852"/>
              <a:gd name="connsiteY22" fmla="*/ 217812 h 260086"/>
              <a:gd name="connsiteX23" fmla="*/ 267145 w 765852"/>
              <a:gd name="connsiteY23" fmla="*/ 202568 h 260086"/>
              <a:gd name="connsiteX24" fmla="*/ 249917 w 765852"/>
              <a:gd name="connsiteY24" fmla="*/ 196982 h 260086"/>
              <a:gd name="connsiteX25" fmla="*/ 234322 w 765852"/>
              <a:gd name="connsiteY25" fmla="*/ 200926 h 260086"/>
              <a:gd name="connsiteX26" fmla="*/ 223961 w 765852"/>
              <a:gd name="connsiteY26" fmla="*/ 212052 h 260086"/>
              <a:gd name="connsiteX27" fmla="*/ 220330 w 765852"/>
              <a:gd name="connsiteY27" fmla="*/ 228534 h 260086"/>
              <a:gd name="connsiteX28" fmla="*/ 223961 w 765852"/>
              <a:gd name="connsiteY28" fmla="*/ 245062 h 260086"/>
              <a:gd name="connsiteX29" fmla="*/ 234322 w 765852"/>
              <a:gd name="connsiteY29" fmla="*/ 256142 h 260086"/>
              <a:gd name="connsiteX30" fmla="*/ 249917 w 765852"/>
              <a:gd name="connsiteY30" fmla="*/ 260086 h 260086"/>
              <a:gd name="connsiteX31" fmla="*/ 267145 w 765852"/>
              <a:gd name="connsiteY31" fmla="*/ 254501 h 260086"/>
              <a:gd name="connsiteX32" fmla="*/ 275782 w 765852"/>
              <a:gd name="connsiteY32" fmla="*/ 239256 h 260086"/>
              <a:gd name="connsiteX33" fmla="*/ 268071 w 765852"/>
              <a:gd name="connsiteY33" fmla="*/ 239256 h 260086"/>
              <a:gd name="connsiteX34" fmla="*/ 261516 w 765852"/>
              <a:gd name="connsiteY34" fmla="*/ 249401 h 260086"/>
              <a:gd name="connsiteX35" fmla="*/ 249560 w 765852"/>
              <a:gd name="connsiteY35" fmla="*/ 252987 h 260086"/>
              <a:gd name="connsiteX36" fmla="*/ 238310 w 765852"/>
              <a:gd name="connsiteY36" fmla="*/ 249887 h 260086"/>
              <a:gd name="connsiteX37" fmla="*/ 230828 w 765852"/>
              <a:gd name="connsiteY37" fmla="*/ 241201 h 260086"/>
              <a:gd name="connsiteX38" fmla="*/ 228215 w 765852"/>
              <a:gd name="connsiteY38" fmla="*/ 228525 h 260086"/>
              <a:gd name="connsiteX39" fmla="*/ 230828 w 765852"/>
              <a:gd name="connsiteY39" fmla="*/ 215812 h 260086"/>
              <a:gd name="connsiteX40" fmla="*/ 238310 w 765852"/>
              <a:gd name="connsiteY40" fmla="*/ 207172 h 260086"/>
              <a:gd name="connsiteX41" fmla="*/ 335580 w 765852"/>
              <a:gd name="connsiteY41" fmla="*/ 197523 h 260086"/>
              <a:gd name="connsiteX42" fmla="*/ 311925 w 765852"/>
              <a:gd name="connsiteY42" fmla="*/ 259554 h 260086"/>
              <a:gd name="connsiteX43" fmla="*/ 319892 w 765852"/>
              <a:gd name="connsiteY43" fmla="*/ 259554 h 260086"/>
              <a:gd name="connsiteX44" fmla="*/ 326448 w 765852"/>
              <a:gd name="connsiteY44" fmla="*/ 242806 h 260086"/>
              <a:gd name="connsiteX45" fmla="*/ 353467 w 765852"/>
              <a:gd name="connsiteY45" fmla="*/ 242806 h 260086"/>
              <a:gd name="connsiteX46" fmla="*/ 360023 w 765852"/>
              <a:gd name="connsiteY46" fmla="*/ 259554 h 260086"/>
              <a:gd name="connsiteX47" fmla="*/ 368256 w 765852"/>
              <a:gd name="connsiteY47" fmla="*/ 259554 h 260086"/>
              <a:gd name="connsiteX48" fmla="*/ 344693 w 765852"/>
              <a:gd name="connsiteY48" fmla="*/ 197523 h 260086"/>
              <a:gd name="connsiteX49" fmla="*/ 335570 w 765852"/>
              <a:gd name="connsiteY49" fmla="*/ 197523 h 260086"/>
              <a:gd name="connsiteX50" fmla="*/ 328758 w 765852"/>
              <a:gd name="connsiteY50" fmla="*/ 235808 h 260086"/>
              <a:gd name="connsiteX51" fmla="*/ 339916 w 765852"/>
              <a:gd name="connsiteY51" fmla="*/ 205943 h 260086"/>
              <a:gd name="connsiteX52" fmla="*/ 351166 w 765852"/>
              <a:gd name="connsiteY52" fmla="*/ 235808 h 260086"/>
              <a:gd name="connsiteX53" fmla="*/ 328749 w 765852"/>
              <a:gd name="connsiteY53" fmla="*/ 235808 h 260086"/>
              <a:gd name="connsiteX54" fmla="*/ 725437 w 765852"/>
              <a:gd name="connsiteY54" fmla="*/ 197523 h 260086"/>
              <a:gd name="connsiteX55" fmla="*/ 717736 w 765852"/>
              <a:gd name="connsiteY55" fmla="*/ 197523 h 260086"/>
              <a:gd name="connsiteX56" fmla="*/ 717736 w 765852"/>
              <a:gd name="connsiteY56" fmla="*/ 259554 h 260086"/>
              <a:gd name="connsiteX57" fmla="*/ 753704 w 765852"/>
              <a:gd name="connsiteY57" fmla="*/ 259554 h 260086"/>
              <a:gd name="connsiteX58" fmla="*/ 753704 w 765852"/>
              <a:gd name="connsiteY58" fmla="*/ 252464 h 260086"/>
              <a:gd name="connsiteX59" fmla="*/ 725446 w 765852"/>
              <a:gd name="connsiteY59" fmla="*/ 252464 h 260086"/>
              <a:gd name="connsiteX60" fmla="*/ 725446 w 765852"/>
              <a:gd name="connsiteY60" fmla="*/ 197523 h 260086"/>
              <a:gd name="connsiteX61" fmla="*/ 250953 w 765852"/>
              <a:gd name="connsiteY61" fmla="*/ 2119 h 260086"/>
              <a:gd name="connsiteX62" fmla="*/ 225566 w 765852"/>
              <a:gd name="connsiteY62" fmla="*/ 2119 h 260086"/>
              <a:gd name="connsiteX63" fmla="*/ 225566 w 765852"/>
              <a:gd name="connsiteY63" fmla="*/ 164677 h 260086"/>
              <a:gd name="connsiteX64" fmla="*/ 250953 w 765852"/>
              <a:gd name="connsiteY64" fmla="*/ 164677 h 260086"/>
              <a:gd name="connsiteX65" fmla="*/ 250953 w 765852"/>
              <a:gd name="connsiteY65" fmla="*/ 2119 h 260086"/>
              <a:gd name="connsiteX66" fmla="*/ 80592 w 765852"/>
              <a:gd name="connsiteY66" fmla="*/ 62692 h 260086"/>
              <a:gd name="connsiteX67" fmla="*/ 80592 w 765852"/>
              <a:gd name="connsiteY67" fmla="*/ 164687 h 260086"/>
              <a:gd name="connsiteX68" fmla="*/ 106732 w 765852"/>
              <a:gd name="connsiteY68" fmla="*/ 164687 h 260086"/>
              <a:gd name="connsiteX69" fmla="*/ 106713 w 765852"/>
              <a:gd name="connsiteY69" fmla="*/ 62692 h 260086"/>
              <a:gd name="connsiteX70" fmla="*/ 95124 w 765852"/>
              <a:gd name="connsiteY70" fmla="*/ 28700 h 260086"/>
              <a:gd name="connsiteX71" fmla="*/ 93648 w 765852"/>
              <a:gd name="connsiteY71" fmla="*/ 26792 h 260086"/>
              <a:gd name="connsiteX72" fmla="*/ 92172 w 765852"/>
              <a:gd name="connsiteY72" fmla="*/ 28700 h 260086"/>
              <a:gd name="connsiteX73" fmla="*/ 80583 w 765852"/>
              <a:gd name="connsiteY73" fmla="*/ 62692 h 260086"/>
              <a:gd name="connsiteX74" fmla="*/ 47273 w 765852"/>
              <a:gd name="connsiteY74" fmla="*/ 2119 h 260086"/>
              <a:gd name="connsiteX75" fmla="*/ 0 w 765852"/>
              <a:gd name="connsiteY75" fmla="*/ 2119 h 260086"/>
              <a:gd name="connsiteX76" fmla="*/ 0 w 765852"/>
              <a:gd name="connsiteY76" fmla="*/ 26792 h 260086"/>
              <a:gd name="connsiteX77" fmla="*/ 93648 w 765852"/>
              <a:gd name="connsiteY77" fmla="*/ 26792 h 260086"/>
              <a:gd name="connsiteX78" fmla="*/ 91328 w 765852"/>
              <a:gd name="connsiteY78" fmla="*/ 23793 h 260086"/>
              <a:gd name="connsiteX79" fmla="*/ 47273 w 765852"/>
              <a:gd name="connsiteY79" fmla="*/ 2119 h 260086"/>
              <a:gd name="connsiteX80" fmla="*/ 95968 w 765852"/>
              <a:gd name="connsiteY80" fmla="*/ 23793 h 260086"/>
              <a:gd name="connsiteX81" fmla="*/ 93648 w 765852"/>
              <a:gd name="connsiteY81" fmla="*/ 26792 h 260086"/>
              <a:gd name="connsiteX82" fmla="*/ 187296 w 765852"/>
              <a:gd name="connsiteY82" fmla="*/ 26792 h 260086"/>
              <a:gd name="connsiteX83" fmla="*/ 187296 w 765852"/>
              <a:gd name="connsiteY83" fmla="*/ 2119 h 260086"/>
              <a:gd name="connsiteX84" fmla="*/ 140023 w 765852"/>
              <a:gd name="connsiteY84" fmla="*/ 2119 h 260086"/>
              <a:gd name="connsiteX85" fmla="*/ 95958 w 765852"/>
              <a:gd name="connsiteY85" fmla="*/ 23793 h 260086"/>
              <a:gd name="connsiteX86" fmla="*/ 514844 w 765852"/>
              <a:gd name="connsiteY86" fmla="*/ 164677 h 260086"/>
              <a:gd name="connsiteX87" fmla="*/ 540232 w 765852"/>
              <a:gd name="connsiteY87" fmla="*/ 164677 h 260086"/>
              <a:gd name="connsiteX88" fmla="*/ 540232 w 765852"/>
              <a:gd name="connsiteY88" fmla="*/ 2119 h 260086"/>
              <a:gd name="connsiteX89" fmla="*/ 514844 w 765852"/>
              <a:gd name="connsiteY89" fmla="*/ 2119 h 260086"/>
              <a:gd name="connsiteX90" fmla="*/ 514844 w 765852"/>
              <a:gd name="connsiteY90" fmla="*/ 164677 h 260086"/>
              <a:gd name="connsiteX91" fmla="*/ 495205 w 765852"/>
              <a:gd name="connsiteY91" fmla="*/ 259554 h 260086"/>
              <a:gd name="connsiteX92" fmla="*/ 502915 w 765852"/>
              <a:gd name="connsiteY92" fmla="*/ 259554 h 260086"/>
              <a:gd name="connsiteX93" fmla="*/ 502915 w 765852"/>
              <a:gd name="connsiteY93" fmla="*/ 197523 h 260086"/>
              <a:gd name="connsiteX94" fmla="*/ 495205 w 765852"/>
              <a:gd name="connsiteY94" fmla="*/ 197523 h 260086"/>
              <a:gd name="connsiteX95" fmla="*/ 495205 w 765852"/>
              <a:gd name="connsiteY95" fmla="*/ 259554 h 260086"/>
              <a:gd name="connsiteX96" fmla="*/ 544816 w 765852"/>
              <a:gd name="connsiteY96" fmla="*/ 204613 h 260086"/>
              <a:gd name="connsiteX97" fmla="*/ 564923 w 765852"/>
              <a:gd name="connsiteY97" fmla="*/ 204613 h 260086"/>
              <a:gd name="connsiteX98" fmla="*/ 564923 w 765852"/>
              <a:gd name="connsiteY98" fmla="*/ 259554 h 260086"/>
              <a:gd name="connsiteX99" fmla="*/ 572633 w 765852"/>
              <a:gd name="connsiteY99" fmla="*/ 259554 h 260086"/>
              <a:gd name="connsiteX100" fmla="*/ 572633 w 765852"/>
              <a:gd name="connsiteY100" fmla="*/ 204613 h 260086"/>
              <a:gd name="connsiteX101" fmla="*/ 592740 w 765852"/>
              <a:gd name="connsiteY101" fmla="*/ 204613 h 260086"/>
              <a:gd name="connsiteX102" fmla="*/ 592740 w 765852"/>
              <a:gd name="connsiteY102" fmla="*/ 197523 h 260086"/>
              <a:gd name="connsiteX103" fmla="*/ 544816 w 765852"/>
              <a:gd name="connsiteY103" fmla="*/ 197523 h 260086"/>
              <a:gd name="connsiteX104" fmla="*/ 544816 w 765852"/>
              <a:gd name="connsiteY104" fmla="*/ 204613 h 260086"/>
              <a:gd name="connsiteX105" fmla="*/ 287389 w 765852"/>
              <a:gd name="connsiteY105" fmla="*/ 2119 h 260086"/>
              <a:gd name="connsiteX106" fmla="*/ 345234 w 765852"/>
              <a:gd name="connsiteY106" fmla="*/ 140105 h 260086"/>
              <a:gd name="connsiteX107" fmla="*/ 381413 w 765852"/>
              <a:gd name="connsiteY107" fmla="*/ 166796 h 260086"/>
              <a:gd name="connsiteX108" fmla="*/ 382899 w 765852"/>
              <a:gd name="connsiteY108" fmla="*/ 166796 h 260086"/>
              <a:gd name="connsiteX109" fmla="*/ 316692 w 765852"/>
              <a:gd name="connsiteY109" fmla="*/ 2119 h 260086"/>
              <a:gd name="connsiteX110" fmla="*/ 287389 w 765852"/>
              <a:gd name="connsiteY110" fmla="*/ 2119 h 260086"/>
              <a:gd name="connsiteX111" fmla="*/ 443549 w 765852"/>
              <a:gd name="connsiteY111" fmla="*/ 199871 h 260086"/>
              <a:gd name="connsiteX112" fmla="*/ 432739 w 765852"/>
              <a:gd name="connsiteY112" fmla="*/ 197523 h 260086"/>
              <a:gd name="connsiteX113" fmla="*/ 408910 w 765852"/>
              <a:gd name="connsiteY113" fmla="*/ 197523 h 260086"/>
              <a:gd name="connsiteX114" fmla="*/ 408910 w 765852"/>
              <a:gd name="connsiteY114" fmla="*/ 259554 h 260086"/>
              <a:gd name="connsiteX115" fmla="*/ 416621 w 765852"/>
              <a:gd name="connsiteY115" fmla="*/ 259554 h 260086"/>
              <a:gd name="connsiteX116" fmla="*/ 416621 w 765852"/>
              <a:gd name="connsiteY116" fmla="*/ 235716 h 260086"/>
              <a:gd name="connsiteX117" fmla="*/ 432748 w 765852"/>
              <a:gd name="connsiteY117" fmla="*/ 235716 h 260086"/>
              <a:gd name="connsiteX118" fmla="*/ 443512 w 765852"/>
              <a:gd name="connsiteY118" fmla="*/ 233368 h 260086"/>
              <a:gd name="connsiteX119" fmla="*/ 450728 w 765852"/>
              <a:gd name="connsiteY119" fmla="*/ 226681 h 260086"/>
              <a:gd name="connsiteX120" fmla="*/ 453295 w 765852"/>
              <a:gd name="connsiteY120" fmla="*/ 216583 h 260086"/>
              <a:gd name="connsiteX121" fmla="*/ 450774 w 765852"/>
              <a:gd name="connsiteY121" fmla="*/ 206521 h 260086"/>
              <a:gd name="connsiteX122" fmla="*/ 443558 w 765852"/>
              <a:gd name="connsiteY122" fmla="*/ 199871 h 260086"/>
              <a:gd name="connsiteX123" fmla="*/ 441779 w 765852"/>
              <a:gd name="connsiteY123" fmla="*/ 225351 h 260086"/>
              <a:gd name="connsiteX124" fmla="*/ 432033 w 765852"/>
              <a:gd name="connsiteY124" fmla="*/ 228635 h 260086"/>
              <a:gd name="connsiteX125" fmla="*/ 416621 w 765852"/>
              <a:gd name="connsiteY125" fmla="*/ 228635 h 260086"/>
              <a:gd name="connsiteX126" fmla="*/ 416621 w 765852"/>
              <a:gd name="connsiteY126" fmla="*/ 204622 h 260086"/>
              <a:gd name="connsiteX127" fmla="*/ 432125 w 765852"/>
              <a:gd name="connsiteY127" fmla="*/ 204622 h 260086"/>
              <a:gd name="connsiteX128" fmla="*/ 441825 w 765852"/>
              <a:gd name="connsiteY128" fmla="*/ 207860 h 260086"/>
              <a:gd name="connsiteX129" fmla="*/ 445410 w 765852"/>
              <a:gd name="connsiteY129" fmla="*/ 216592 h 260086"/>
              <a:gd name="connsiteX130" fmla="*/ 441779 w 765852"/>
              <a:gd name="connsiteY130" fmla="*/ 225361 h 260086"/>
              <a:gd name="connsiteX131" fmla="*/ 382889 w 765852"/>
              <a:gd name="connsiteY131" fmla="*/ 166805 h 260086"/>
              <a:gd name="connsiteX132" fmla="*/ 384375 w 765852"/>
              <a:gd name="connsiteY132" fmla="*/ 166805 h 260086"/>
              <a:gd name="connsiteX133" fmla="*/ 420554 w 765852"/>
              <a:gd name="connsiteY133" fmla="*/ 140114 h 260086"/>
              <a:gd name="connsiteX134" fmla="*/ 478399 w 765852"/>
              <a:gd name="connsiteY134" fmla="*/ 2128 h 260086"/>
              <a:gd name="connsiteX135" fmla="*/ 449096 w 765852"/>
              <a:gd name="connsiteY135" fmla="*/ 2128 h 260086"/>
              <a:gd name="connsiteX136" fmla="*/ 382889 w 765852"/>
              <a:gd name="connsiteY136" fmla="*/ 166814 h 260086"/>
              <a:gd name="connsiteX137" fmla="*/ 644368 w 765852"/>
              <a:gd name="connsiteY137" fmla="*/ 197523 h 260086"/>
              <a:gd name="connsiteX138" fmla="*/ 620714 w 765852"/>
              <a:gd name="connsiteY138" fmla="*/ 259554 h 260086"/>
              <a:gd name="connsiteX139" fmla="*/ 628690 w 765852"/>
              <a:gd name="connsiteY139" fmla="*/ 259554 h 260086"/>
              <a:gd name="connsiteX140" fmla="*/ 635246 w 765852"/>
              <a:gd name="connsiteY140" fmla="*/ 242806 h 260086"/>
              <a:gd name="connsiteX141" fmla="*/ 662266 w 765852"/>
              <a:gd name="connsiteY141" fmla="*/ 242806 h 260086"/>
              <a:gd name="connsiteX142" fmla="*/ 668821 w 765852"/>
              <a:gd name="connsiteY142" fmla="*/ 259554 h 260086"/>
              <a:gd name="connsiteX143" fmla="*/ 677055 w 765852"/>
              <a:gd name="connsiteY143" fmla="*/ 259554 h 260086"/>
              <a:gd name="connsiteX144" fmla="*/ 653491 w 765852"/>
              <a:gd name="connsiteY144" fmla="*/ 197523 h 260086"/>
              <a:gd name="connsiteX145" fmla="*/ 644368 w 765852"/>
              <a:gd name="connsiteY145" fmla="*/ 197523 h 260086"/>
              <a:gd name="connsiteX146" fmla="*/ 637547 w 765852"/>
              <a:gd name="connsiteY146" fmla="*/ 235808 h 260086"/>
              <a:gd name="connsiteX147" fmla="*/ 648705 w 765852"/>
              <a:gd name="connsiteY147" fmla="*/ 205943 h 260086"/>
              <a:gd name="connsiteX148" fmla="*/ 659955 w 765852"/>
              <a:gd name="connsiteY148" fmla="*/ 235808 h 260086"/>
              <a:gd name="connsiteX149" fmla="*/ 637538 w 765852"/>
              <a:gd name="connsiteY149" fmla="*/ 235808 h 260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</a:cxnLst>
            <a:rect l="l" t="t" r="r" b="b"/>
            <a:pathLst>
              <a:path w="765852" h="260086">
                <a:moveTo>
                  <a:pt x="739575" y="143884"/>
                </a:moveTo>
                <a:cubicBezTo>
                  <a:pt x="756519" y="128906"/>
                  <a:pt x="765852" y="107425"/>
                  <a:pt x="765852" y="83403"/>
                </a:cubicBezTo>
                <a:cubicBezTo>
                  <a:pt x="765852" y="59381"/>
                  <a:pt x="756519" y="37899"/>
                  <a:pt x="739575" y="22921"/>
                </a:cubicBezTo>
                <a:cubicBezTo>
                  <a:pt x="722613" y="7925"/>
                  <a:pt x="699307" y="0"/>
                  <a:pt x="672177" y="0"/>
                </a:cubicBezTo>
                <a:cubicBezTo>
                  <a:pt x="645047" y="0"/>
                  <a:pt x="621740" y="7925"/>
                  <a:pt x="604779" y="22921"/>
                </a:cubicBezTo>
                <a:cubicBezTo>
                  <a:pt x="587835" y="37899"/>
                  <a:pt x="578501" y="59381"/>
                  <a:pt x="578501" y="83403"/>
                </a:cubicBezTo>
                <a:cubicBezTo>
                  <a:pt x="578501" y="107425"/>
                  <a:pt x="587835" y="128906"/>
                  <a:pt x="604779" y="143884"/>
                </a:cubicBezTo>
                <a:cubicBezTo>
                  <a:pt x="621740" y="158881"/>
                  <a:pt x="645047" y="166805"/>
                  <a:pt x="672177" y="166805"/>
                </a:cubicBezTo>
                <a:cubicBezTo>
                  <a:pt x="699307" y="166805"/>
                  <a:pt x="722613" y="158881"/>
                  <a:pt x="739575" y="143884"/>
                </a:cubicBezTo>
                <a:close/>
                <a:moveTo>
                  <a:pt x="604595" y="83403"/>
                </a:moveTo>
                <a:cubicBezTo>
                  <a:pt x="604595" y="66489"/>
                  <a:pt x="610821" y="52135"/>
                  <a:pt x="622611" y="41871"/>
                </a:cubicBezTo>
                <a:cubicBezTo>
                  <a:pt x="634751" y="31305"/>
                  <a:pt x="651887" y="25719"/>
                  <a:pt x="672177" y="25719"/>
                </a:cubicBezTo>
                <a:cubicBezTo>
                  <a:pt x="692467" y="25719"/>
                  <a:pt x="709603" y="31305"/>
                  <a:pt x="721742" y="41871"/>
                </a:cubicBezTo>
                <a:cubicBezTo>
                  <a:pt x="733524" y="52126"/>
                  <a:pt x="739759" y="66489"/>
                  <a:pt x="739759" y="83403"/>
                </a:cubicBezTo>
                <a:cubicBezTo>
                  <a:pt x="739759" y="100316"/>
                  <a:pt x="733533" y="114671"/>
                  <a:pt x="721742" y="124934"/>
                </a:cubicBezTo>
                <a:cubicBezTo>
                  <a:pt x="709603" y="135501"/>
                  <a:pt x="692467" y="141077"/>
                  <a:pt x="672177" y="141077"/>
                </a:cubicBezTo>
                <a:cubicBezTo>
                  <a:pt x="651887" y="141077"/>
                  <a:pt x="634741" y="135491"/>
                  <a:pt x="622611" y="124934"/>
                </a:cubicBezTo>
                <a:cubicBezTo>
                  <a:pt x="610830" y="114671"/>
                  <a:pt x="604595" y="100316"/>
                  <a:pt x="604595" y="83403"/>
                </a:cubicBezTo>
                <a:close/>
                <a:moveTo>
                  <a:pt x="238310" y="207181"/>
                </a:moveTo>
                <a:cubicBezTo>
                  <a:pt x="241556" y="205118"/>
                  <a:pt x="245306" y="204081"/>
                  <a:pt x="249560" y="204081"/>
                </a:cubicBezTo>
                <a:cubicBezTo>
                  <a:pt x="254282" y="204081"/>
                  <a:pt x="258288" y="205292"/>
                  <a:pt x="261562" y="207713"/>
                </a:cubicBezTo>
                <a:cubicBezTo>
                  <a:pt x="264835" y="210135"/>
                  <a:pt x="267035" y="213501"/>
                  <a:pt x="268163" y="217812"/>
                </a:cubicBezTo>
                <a:lnTo>
                  <a:pt x="275874" y="217812"/>
                </a:lnTo>
                <a:cubicBezTo>
                  <a:pt x="274691" y="211373"/>
                  <a:pt x="271784" y="206292"/>
                  <a:pt x="267145" y="202568"/>
                </a:cubicBezTo>
                <a:cubicBezTo>
                  <a:pt x="262506" y="198844"/>
                  <a:pt x="256766" y="196982"/>
                  <a:pt x="249917" y="196982"/>
                </a:cubicBezTo>
                <a:cubicBezTo>
                  <a:pt x="244013" y="196982"/>
                  <a:pt x="238814" y="198293"/>
                  <a:pt x="234322" y="200926"/>
                </a:cubicBezTo>
                <a:cubicBezTo>
                  <a:pt x="229838" y="203558"/>
                  <a:pt x="226382" y="207264"/>
                  <a:pt x="223961" y="212052"/>
                </a:cubicBezTo>
                <a:cubicBezTo>
                  <a:pt x="221541" y="216840"/>
                  <a:pt x="220330" y="222334"/>
                  <a:pt x="220330" y="228534"/>
                </a:cubicBezTo>
                <a:cubicBezTo>
                  <a:pt x="220330" y="234734"/>
                  <a:pt x="221541" y="240302"/>
                  <a:pt x="223961" y="245062"/>
                </a:cubicBezTo>
                <a:cubicBezTo>
                  <a:pt x="226382" y="249823"/>
                  <a:pt x="229838" y="253510"/>
                  <a:pt x="234322" y="256142"/>
                </a:cubicBezTo>
                <a:cubicBezTo>
                  <a:pt x="238805" y="258775"/>
                  <a:pt x="244004" y="260086"/>
                  <a:pt x="249917" y="260086"/>
                </a:cubicBezTo>
                <a:cubicBezTo>
                  <a:pt x="256831" y="260086"/>
                  <a:pt x="262570" y="258224"/>
                  <a:pt x="267145" y="254501"/>
                </a:cubicBezTo>
                <a:cubicBezTo>
                  <a:pt x="271720" y="250777"/>
                  <a:pt x="274599" y="245695"/>
                  <a:pt x="275782" y="239256"/>
                </a:cubicBezTo>
                <a:lnTo>
                  <a:pt x="268071" y="239256"/>
                </a:lnTo>
                <a:cubicBezTo>
                  <a:pt x="266888" y="243631"/>
                  <a:pt x="264706" y="247007"/>
                  <a:pt x="261516" y="249401"/>
                </a:cubicBezTo>
                <a:cubicBezTo>
                  <a:pt x="258325" y="251795"/>
                  <a:pt x="254337" y="252987"/>
                  <a:pt x="249560" y="252987"/>
                </a:cubicBezTo>
                <a:cubicBezTo>
                  <a:pt x="245306" y="252987"/>
                  <a:pt x="241556" y="251951"/>
                  <a:pt x="238310" y="249887"/>
                </a:cubicBezTo>
                <a:cubicBezTo>
                  <a:pt x="235064" y="247823"/>
                  <a:pt x="232561" y="244925"/>
                  <a:pt x="230828" y="241201"/>
                </a:cubicBezTo>
                <a:cubicBezTo>
                  <a:pt x="229086" y="237477"/>
                  <a:pt x="228215" y="233258"/>
                  <a:pt x="228215" y="228525"/>
                </a:cubicBezTo>
                <a:cubicBezTo>
                  <a:pt x="228215" y="223792"/>
                  <a:pt x="229086" y="219499"/>
                  <a:pt x="230828" y="215812"/>
                </a:cubicBezTo>
                <a:cubicBezTo>
                  <a:pt x="232570" y="212125"/>
                  <a:pt x="235064" y="209245"/>
                  <a:pt x="238310" y="207172"/>
                </a:cubicBezTo>
                <a:close/>
                <a:moveTo>
                  <a:pt x="335580" y="197523"/>
                </a:moveTo>
                <a:lnTo>
                  <a:pt x="311925" y="259554"/>
                </a:lnTo>
                <a:lnTo>
                  <a:pt x="319892" y="259554"/>
                </a:lnTo>
                <a:lnTo>
                  <a:pt x="326448" y="242806"/>
                </a:lnTo>
                <a:lnTo>
                  <a:pt x="353467" y="242806"/>
                </a:lnTo>
                <a:lnTo>
                  <a:pt x="360023" y="259554"/>
                </a:lnTo>
                <a:lnTo>
                  <a:pt x="368256" y="259554"/>
                </a:lnTo>
                <a:lnTo>
                  <a:pt x="344693" y="197523"/>
                </a:lnTo>
                <a:lnTo>
                  <a:pt x="335570" y="197523"/>
                </a:lnTo>
                <a:close/>
                <a:moveTo>
                  <a:pt x="328758" y="235808"/>
                </a:moveTo>
                <a:lnTo>
                  <a:pt x="339916" y="205943"/>
                </a:lnTo>
                <a:lnTo>
                  <a:pt x="351166" y="235808"/>
                </a:lnTo>
                <a:lnTo>
                  <a:pt x="328749" y="235808"/>
                </a:lnTo>
                <a:close/>
                <a:moveTo>
                  <a:pt x="725437" y="197523"/>
                </a:moveTo>
                <a:lnTo>
                  <a:pt x="717736" y="197523"/>
                </a:lnTo>
                <a:lnTo>
                  <a:pt x="717736" y="259554"/>
                </a:lnTo>
                <a:lnTo>
                  <a:pt x="753704" y="259554"/>
                </a:lnTo>
                <a:lnTo>
                  <a:pt x="753704" y="252464"/>
                </a:lnTo>
                <a:lnTo>
                  <a:pt x="725446" y="252464"/>
                </a:lnTo>
                <a:lnTo>
                  <a:pt x="725446" y="197523"/>
                </a:lnTo>
                <a:close/>
                <a:moveTo>
                  <a:pt x="250953" y="2119"/>
                </a:moveTo>
                <a:lnTo>
                  <a:pt x="225566" y="2119"/>
                </a:lnTo>
                <a:lnTo>
                  <a:pt x="225566" y="164677"/>
                </a:lnTo>
                <a:lnTo>
                  <a:pt x="250953" y="164677"/>
                </a:lnTo>
                <a:lnTo>
                  <a:pt x="250953" y="2119"/>
                </a:lnTo>
                <a:close/>
                <a:moveTo>
                  <a:pt x="80592" y="62692"/>
                </a:moveTo>
                <a:lnTo>
                  <a:pt x="80592" y="164687"/>
                </a:lnTo>
                <a:cubicBezTo>
                  <a:pt x="80592" y="164687"/>
                  <a:pt x="106732" y="164687"/>
                  <a:pt x="106732" y="164687"/>
                </a:cubicBezTo>
                <a:lnTo>
                  <a:pt x="106713" y="62692"/>
                </a:lnTo>
                <a:cubicBezTo>
                  <a:pt x="106713" y="50282"/>
                  <a:pt x="102707" y="38523"/>
                  <a:pt x="95124" y="28700"/>
                </a:cubicBezTo>
                <a:lnTo>
                  <a:pt x="93648" y="26792"/>
                </a:lnTo>
                <a:lnTo>
                  <a:pt x="92172" y="28700"/>
                </a:lnTo>
                <a:cubicBezTo>
                  <a:pt x="84589" y="38523"/>
                  <a:pt x="80583" y="50273"/>
                  <a:pt x="80583" y="62692"/>
                </a:cubicBezTo>
                <a:close/>
                <a:moveTo>
                  <a:pt x="47273" y="2119"/>
                </a:moveTo>
                <a:lnTo>
                  <a:pt x="0" y="2119"/>
                </a:lnTo>
                <a:lnTo>
                  <a:pt x="0" y="26792"/>
                </a:lnTo>
                <a:lnTo>
                  <a:pt x="93648" y="26792"/>
                </a:lnTo>
                <a:lnTo>
                  <a:pt x="91328" y="23793"/>
                </a:lnTo>
                <a:cubicBezTo>
                  <a:pt x="80693" y="10025"/>
                  <a:pt x="64629" y="2119"/>
                  <a:pt x="47273" y="2119"/>
                </a:cubicBezTo>
                <a:close/>
                <a:moveTo>
                  <a:pt x="95968" y="23793"/>
                </a:moveTo>
                <a:lnTo>
                  <a:pt x="93648" y="26792"/>
                </a:lnTo>
                <a:lnTo>
                  <a:pt x="187296" y="26792"/>
                </a:lnTo>
                <a:lnTo>
                  <a:pt x="187296" y="2119"/>
                </a:lnTo>
                <a:lnTo>
                  <a:pt x="140023" y="2119"/>
                </a:lnTo>
                <a:cubicBezTo>
                  <a:pt x="122657" y="2119"/>
                  <a:pt x="106603" y="10016"/>
                  <a:pt x="95958" y="23793"/>
                </a:cubicBezTo>
                <a:close/>
                <a:moveTo>
                  <a:pt x="514844" y="164677"/>
                </a:moveTo>
                <a:lnTo>
                  <a:pt x="540232" y="164677"/>
                </a:lnTo>
                <a:lnTo>
                  <a:pt x="540232" y="2119"/>
                </a:lnTo>
                <a:lnTo>
                  <a:pt x="514844" y="2119"/>
                </a:lnTo>
                <a:lnTo>
                  <a:pt x="514844" y="164677"/>
                </a:lnTo>
                <a:close/>
                <a:moveTo>
                  <a:pt x="495205" y="259554"/>
                </a:moveTo>
                <a:lnTo>
                  <a:pt x="502915" y="259554"/>
                </a:lnTo>
                <a:lnTo>
                  <a:pt x="502915" y="197523"/>
                </a:lnTo>
                <a:lnTo>
                  <a:pt x="495205" y="197523"/>
                </a:lnTo>
                <a:lnTo>
                  <a:pt x="495205" y="259554"/>
                </a:lnTo>
                <a:close/>
                <a:moveTo>
                  <a:pt x="544816" y="204613"/>
                </a:moveTo>
                <a:lnTo>
                  <a:pt x="564923" y="204613"/>
                </a:lnTo>
                <a:lnTo>
                  <a:pt x="564923" y="259554"/>
                </a:lnTo>
                <a:lnTo>
                  <a:pt x="572633" y="259554"/>
                </a:lnTo>
                <a:lnTo>
                  <a:pt x="572633" y="204613"/>
                </a:lnTo>
                <a:lnTo>
                  <a:pt x="592740" y="204613"/>
                </a:lnTo>
                <a:lnTo>
                  <a:pt x="592740" y="197523"/>
                </a:lnTo>
                <a:lnTo>
                  <a:pt x="544816" y="197523"/>
                </a:lnTo>
                <a:lnTo>
                  <a:pt x="544816" y="204613"/>
                </a:lnTo>
                <a:close/>
                <a:moveTo>
                  <a:pt x="287389" y="2119"/>
                </a:moveTo>
                <a:cubicBezTo>
                  <a:pt x="287389" y="2119"/>
                  <a:pt x="335680" y="117220"/>
                  <a:pt x="345234" y="140105"/>
                </a:cubicBezTo>
                <a:cubicBezTo>
                  <a:pt x="356374" y="166796"/>
                  <a:pt x="374464" y="166796"/>
                  <a:pt x="381413" y="166796"/>
                </a:cubicBezTo>
                <a:lnTo>
                  <a:pt x="382899" y="166796"/>
                </a:lnTo>
                <a:lnTo>
                  <a:pt x="316692" y="2119"/>
                </a:lnTo>
                <a:lnTo>
                  <a:pt x="287389" y="2119"/>
                </a:lnTo>
                <a:close/>
                <a:moveTo>
                  <a:pt x="443549" y="199871"/>
                </a:moveTo>
                <a:cubicBezTo>
                  <a:pt x="440413" y="198303"/>
                  <a:pt x="436819" y="197523"/>
                  <a:pt x="432739" y="197523"/>
                </a:cubicBezTo>
                <a:lnTo>
                  <a:pt x="408910" y="197523"/>
                </a:lnTo>
                <a:lnTo>
                  <a:pt x="408910" y="259554"/>
                </a:lnTo>
                <a:lnTo>
                  <a:pt x="416621" y="259554"/>
                </a:lnTo>
                <a:lnTo>
                  <a:pt x="416621" y="235716"/>
                </a:lnTo>
                <a:lnTo>
                  <a:pt x="432748" y="235716"/>
                </a:lnTo>
                <a:cubicBezTo>
                  <a:pt x="436819" y="235716"/>
                  <a:pt x="440413" y="234936"/>
                  <a:pt x="443512" y="233368"/>
                </a:cubicBezTo>
                <a:cubicBezTo>
                  <a:pt x="446611" y="231799"/>
                  <a:pt x="449013" y="229571"/>
                  <a:pt x="450728" y="226681"/>
                </a:cubicBezTo>
                <a:cubicBezTo>
                  <a:pt x="452442" y="223783"/>
                  <a:pt x="453295" y="220417"/>
                  <a:pt x="453295" y="216583"/>
                </a:cubicBezTo>
                <a:cubicBezTo>
                  <a:pt x="453295" y="212749"/>
                  <a:pt x="452452" y="209392"/>
                  <a:pt x="450774" y="206521"/>
                </a:cubicBezTo>
                <a:cubicBezTo>
                  <a:pt x="449087" y="203659"/>
                  <a:pt x="446685" y="201439"/>
                  <a:pt x="443558" y="199871"/>
                </a:cubicBezTo>
                <a:close/>
                <a:moveTo>
                  <a:pt x="441779" y="225351"/>
                </a:moveTo>
                <a:cubicBezTo>
                  <a:pt x="439359" y="227534"/>
                  <a:pt x="436113" y="228635"/>
                  <a:pt x="432033" y="228635"/>
                </a:cubicBezTo>
                <a:lnTo>
                  <a:pt x="416621" y="228635"/>
                </a:lnTo>
                <a:lnTo>
                  <a:pt x="416621" y="204622"/>
                </a:lnTo>
                <a:lnTo>
                  <a:pt x="432125" y="204622"/>
                </a:lnTo>
                <a:cubicBezTo>
                  <a:pt x="436196" y="204622"/>
                  <a:pt x="439432" y="205705"/>
                  <a:pt x="441825" y="207860"/>
                </a:cubicBezTo>
                <a:cubicBezTo>
                  <a:pt x="444218" y="210015"/>
                  <a:pt x="445410" y="212923"/>
                  <a:pt x="445410" y="216592"/>
                </a:cubicBezTo>
                <a:cubicBezTo>
                  <a:pt x="445410" y="220261"/>
                  <a:pt x="444200" y="223178"/>
                  <a:pt x="441779" y="225361"/>
                </a:cubicBezTo>
                <a:close/>
                <a:moveTo>
                  <a:pt x="382889" y="166805"/>
                </a:moveTo>
                <a:lnTo>
                  <a:pt x="384375" y="166805"/>
                </a:lnTo>
                <a:cubicBezTo>
                  <a:pt x="391334" y="166805"/>
                  <a:pt x="409423" y="166805"/>
                  <a:pt x="420554" y="140114"/>
                </a:cubicBezTo>
                <a:cubicBezTo>
                  <a:pt x="430099" y="117230"/>
                  <a:pt x="478399" y="2128"/>
                  <a:pt x="478399" y="2128"/>
                </a:cubicBezTo>
                <a:lnTo>
                  <a:pt x="449096" y="2128"/>
                </a:lnTo>
                <a:lnTo>
                  <a:pt x="382889" y="166814"/>
                </a:lnTo>
                <a:close/>
                <a:moveTo>
                  <a:pt x="644368" y="197523"/>
                </a:moveTo>
                <a:lnTo>
                  <a:pt x="620714" y="259554"/>
                </a:lnTo>
                <a:lnTo>
                  <a:pt x="628690" y="259554"/>
                </a:lnTo>
                <a:lnTo>
                  <a:pt x="635246" y="242806"/>
                </a:lnTo>
                <a:lnTo>
                  <a:pt x="662266" y="242806"/>
                </a:lnTo>
                <a:lnTo>
                  <a:pt x="668821" y="259554"/>
                </a:lnTo>
                <a:lnTo>
                  <a:pt x="677055" y="259554"/>
                </a:lnTo>
                <a:lnTo>
                  <a:pt x="653491" y="197523"/>
                </a:lnTo>
                <a:lnTo>
                  <a:pt x="644368" y="197523"/>
                </a:lnTo>
                <a:close/>
                <a:moveTo>
                  <a:pt x="637547" y="235808"/>
                </a:moveTo>
                <a:lnTo>
                  <a:pt x="648705" y="205943"/>
                </a:lnTo>
                <a:lnTo>
                  <a:pt x="659955" y="235808"/>
                </a:lnTo>
                <a:lnTo>
                  <a:pt x="637538" y="235808"/>
                </a:lnTo>
                <a:close/>
              </a:path>
            </a:pathLst>
          </a:custGeom>
          <a:solidFill>
            <a:schemeClr val="bg1"/>
          </a:solidFill>
          <a:ln w="1061" cap="flat">
            <a:noFill/>
            <a:prstDash val="solid"/>
            <a:miter/>
          </a:ln>
        </p:spPr>
        <p:txBody>
          <a:bodyPr rtlCol="0" anchor="ctr"/>
          <a:lstStyle/>
          <a:p>
            <a:endParaRPr lang="pt-BR" sz="1092">
              <a:solidFill>
                <a:schemeClr val="bg1"/>
              </a:solidFill>
            </a:endParaRPr>
          </a:p>
        </p:txBody>
      </p:sp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7858F1CA-0E09-F094-AD45-52092585CA1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225800" y="1518527"/>
            <a:ext cx="3740400" cy="2313464"/>
          </a:xfrm>
          <a:prstGeom prst="rect">
            <a:avLst/>
          </a:prstGeom>
          <a:ln>
            <a:solidFill>
              <a:schemeClr val="bg1"/>
            </a:solidFill>
          </a:ln>
        </p:spPr>
        <p:txBody>
          <a:bodyPr lIns="36000" tIns="36000" rIns="36000" bIns="36000"/>
          <a:lstStyle>
            <a:lvl1pPr marL="0" indent="0">
              <a:buNone/>
              <a:defRPr sz="120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4E170CD4-5C01-DD85-2A0A-98954D99CAC5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34962" y="3987408"/>
            <a:ext cx="3741737" cy="2313464"/>
          </a:xfrm>
          <a:prstGeom prst="rect">
            <a:avLst/>
          </a:prstGeom>
          <a:ln>
            <a:solidFill>
              <a:schemeClr val="bg1"/>
            </a:solidFill>
          </a:ln>
        </p:spPr>
        <p:txBody>
          <a:bodyPr lIns="36000" tIns="36000" rIns="36000" bIns="36000"/>
          <a:lstStyle>
            <a:lvl1pPr marL="0" indent="0">
              <a:buNone/>
              <a:defRPr sz="120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8">
            <a:extLst>
              <a:ext uri="{FF2B5EF4-FFF2-40B4-BE49-F238E27FC236}">
                <a16:creationId xmlns:a16="http://schemas.microsoft.com/office/drawing/2014/main" id="{10601806-BC35-9EEE-9C59-2DC0E49D5BA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4225799" y="3987408"/>
            <a:ext cx="3740400" cy="2313464"/>
          </a:xfrm>
          <a:prstGeom prst="rect">
            <a:avLst/>
          </a:prstGeom>
          <a:ln>
            <a:solidFill>
              <a:schemeClr val="bg1"/>
            </a:solidFill>
          </a:ln>
        </p:spPr>
        <p:txBody>
          <a:bodyPr lIns="36000" tIns="36000" rIns="36000" bIns="36000"/>
          <a:lstStyle>
            <a:lvl1pPr marL="0" indent="0">
              <a:buNone/>
              <a:defRPr sz="120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805EFAA-C04F-7113-90E8-A7D66AF3528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116638" y="1524793"/>
            <a:ext cx="3740400" cy="4776079"/>
          </a:xfrm>
          <a:prstGeom prst="rect">
            <a:avLst/>
          </a:prstGeom>
          <a:ln>
            <a:solidFill>
              <a:schemeClr val="bg1"/>
            </a:solidFill>
          </a:ln>
        </p:spPr>
        <p:txBody>
          <a:bodyPr lIns="36000" tIns="36000" rIns="36000" bIns="36000"/>
          <a:lstStyle>
            <a:lvl1pPr marL="0" indent="0">
              <a:buNone/>
              <a:defRPr sz="120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1984F0D-6B5E-38C9-C788-1C5ADE9D6048}"/>
              </a:ext>
            </a:extLst>
          </p:cNvPr>
          <p:cNvCxnSpPr/>
          <p:nvPr userDrawn="1"/>
        </p:nvCxnSpPr>
        <p:spPr>
          <a:xfrm>
            <a:off x="334964" y="185353"/>
            <a:ext cx="10415415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1762212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469">
          <p15:clr>
            <a:srgbClr val="FBAE40"/>
          </p15:clr>
        </p15:guide>
        <p15:guide id="2" orient="horz" pos="3974">
          <p15:clr>
            <a:srgbClr val="FBAE40"/>
          </p15:clr>
        </p15:guide>
        <p15:guide id="3" orient="horz" pos="232">
          <p15:clr>
            <a:srgbClr val="FBAE40"/>
          </p15:clr>
        </p15:guide>
        <p15:guide id="4" pos="211">
          <p15:clr>
            <a:srgbClr val="FBAE40"/>
          </p15:clr>
        </p15:guide>
        <p15:guide id="5" orient="horz" pos="4065">
          <p15:clr>
            <a:srgbClr val="FBAE40"/>
          </p15:clr>
        </p15:guide>
        <p15:guide id="6" orient="horz" pos="799">
          <p15:clr>
            <a:srgbClr val="FBAE40"/>
          </p15:clr>
        </p15:guide>
        <p15:guide id="7" orient="horz" pos="935">
          <p15:clr>
            <a:srgbClr val="FBAE40"/>
          </p15:clr>
        </p15:guide>
      </p15:sldGuideLst>
    </p:ext>
  </p:extLst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ítulo | 4 Boxes - High Grade">
    <p:bg>
      <p:bgPr>
        <a:gradFill>
          <a:gsLst>
            <a:gs pos="81000">
              <a:schemeClr val="tx1">
                <a:lumMod val="85000"/>
                <a:lumOff val="15000"/>
              </a:schemeClr>
            </a:gs>
            <a:gs pos="100000">
              <a:schemeClr val="tx1">
                <a:lumMod val="95000"/>
                <a:lumOff val="5000"/>
              </a:schemeClr>
            </a:gs>
            <a:gs pos="0">
              <a:schemeClr val="accent1"/>
            </a:gs>
          </a:gsLst>
          <a:lin ang="7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132BCE3-A04F-8602-64F7-7623C7EAF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61763" y="6482556"/>
            <a:ext cx="295275" cy="1692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 sz="1100">
                <a:solidFill>
                  <a:schemeClr val="bg1"/>
                </a:solidFill>
                <a:latin typeface="Versos" panose="020B0503020204030204" pitchFamily="34" charset="0"/>
                <a:cs typeface="Versos" panose="020B0503020204030204" pitchFamily="34" charset="0"/>
              </a:defRPr>
            </a:lvl1pPr>
          </a:lstStyle>
          <a:p>
            <a:fld id="{77667D73-C69A-4DAA-9003-24A825D36FE9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B13D7C-5A47-B0DF-B518-26E79F5D2DB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64" y="368301"/>
            <a:ext cx="10183813" cy="4308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err="1"/>
              <a:t>Título</a:t>
            </a:r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401465E-A8CD-A3BA-BE2A-9597492FDC6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4963" y="6482557"/>
            <a:ext cx="10980000" cy="138499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900">
                <a:latin typeface="Versos Light" panose="020B0403020204030204" pitchFamily="34" charset="0"/>
              </a:defRPr>
            </a:lvl2pPr>
            <a:lvl3pPr>
              <a:defRPr sz="900">
                <a:latin typeface="Versos Light" panose="020B0403020204030204" pitchFamily="34" charset="0"/>
              </a:defRPr>
            </a:lvl3pPr>
            <a:lvl4pPr>
              <a:defRPr sz="900">
                <a:latin typeface="Versos Light" panose="020B0403020204030204" pitchFamily="34" charset="0"/>
              </a:defRPr>
            </a:lvl4pPr>
            <a:lvl5pPr>
              <a:defRPr sz="900">
                <a:latin typeface="Versos Light" panose="020B0403020204030204" pitchFamily="34" charset="0"/>
              </a:defRPr>
            </a:lvl5pPr>
          </a:lstStyle>
          <a:p>
            <a:pPr lvl="0"/>
            <a:r>
              <a:rPr lang="en-US"/>
              <a:t>Fonte:</a:t>
            </a:r>
            <a:endParaRPr lang="pt-BR"/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7F86D482-580C-D22A-58CC-10B9C4F7EDD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34963" y="1518527"/>
            <a:ext cx="3741737" cy="2313464"/>
          </a:xfrm>
          <a:prstGeom prst="rect">
            <a:avLst/>
          </a:prstGeom>
          <a:ln>
            <a:solidFill>
              <a:schemeClr val="bg1"/>
            </a:solidFill>
          </a:ln>
        </p:spPr>
        <p:txBody>
          <a:bodyPr lIns="36000" tIns="36000" rIns="36000" bIns="36000"/>
          <a:lstStyle>
            <a:lvl1pPr marL="0" indent="0">
              <a:buNone/>
              <a:defRPr sz="120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Picture 8">
            <a:extLst>
              <a:ext uri="{FF2B5EF4-FFF2-40B4-BE49-F238E27FC236}">
                <a16:creationId xmlns:a16="http://schemas.microsoft.com/office/drawing/2014/main" id="{57BCE67C-64C7-2D0C-0DC2-7A4B4CC314E0}"/>
              </a:ext>
            </a:extLst>
          </p:cNvPr>
          <p:cNvSpPr/>
          <p:nvPr userDrawn="1"/>
        </p:nvSpPr>
        <p:spPr>
          <a:xfrm>
            <a:off x="11091186" y="377179"/>
            <a:ext cx="765852" cy="260086"/>
          </a:xfrm>
          <a:custGeom>
            <a:avLst/>
            <a:gdLst>
              <a:gd name="connsiteX0" fmla="*/ 739575 w 765852"/>
              <a:gd name="connsiteY0" fmla="*/ 143884 h 260086"/>
              <a:gd name="connsiteX1" fmla="*/ 765852 w 765852"/>
              <a:gd name="connsiteY1" fmla="*/ 83403 h 260086"/>
              <a:gd name="connsiteX2" fmla="*/ 739575 w 765852"/>
              <a:gd name="connsiteY2" fmla="*/ 22921 h 260086"/>
              <a:gd name="connsiteX3" fmla="*/ 672177 w 765852"/>
              <a:gd name="connsiteY3" fmla="*/ 0 h 260086"/>
              <a:gd name="connsiteX4" fmla="*/ 604779 w 765852"/>
              <a:gd name="connsiteY4" fmla="*/ 22921 h 260086"/>
              <a:gd name="connsiteX5" fmla="*/ 578501 w 765852"/>
              <a:gd name="connsiteY5" fmla="*/ 83403 h 260086"/>
              <a:gd name="connsiteX6" fmla="*/ 604779 w 765852"/>
              <a:gd name="connsiteY6" fmla="*/ 143884 h 260086"/>
              <a:gd name="connsiteX7" fmla="*/ 672177 w 765852"/>
              <a:gd name="connsiteY7" fmla="*/ 166805 h 260086"/>
              <a:gd name="connsiteX8" fmla="*/ 739575 w 765852"/>
              <a:gd name="connsiteY8" fmla="*/ 143884 h 260086"/>
              <a:gd name="connsiteX9" fmla="*/ 604595 w 765852"/>
              <a:gd name="connsiteY9" fmla="*/ 83403 h 260086"/>
              <a:gd name="connsiteX10" fmla="*/ 622611 w 765852"/>
              <a:gd name="connsiteY10" fmla="*/ 41871 h 260086"/>
              <a:gd name="connsiteX11" fmla="*/ 672177 w 765852"/>
              <a:gd name="connsiteY11" fmla="*/ 25719 h 260086"/>
              <a:gd name="connsiteX12" fmla="*/ 721742 w 765852"/>
              <a:gd name="connsiteY12" fmla="*/ 41871 h 260086"/>
              <a:gd name="connsiteX13" fmla="*/ 739759 w 765852"/>
              <a:gd name="connsiteY13" fmla="*/ 83403 h 260086"/>
              <a:gd name="connsiteX14" fmla="*/ 721742 w 765852"/>
              <a:gd name="connsiteY14" fmla="*/ 124934 h 260086"/>
              <a:gd name="connsiteX15" fmla="*/ 672177 w 765852"/>
              <a:gd name="connsiteY15" fmla="*/ 141077 h 260086"/>
              <a:gd name="connsiteX16" fmla="*/ 622611 w 765852"/>
              <a:gd name="connsiteY16" fmla="*/ 124934 h 260086"/>
              <a:gd name="connsiteX17" fmla="*/ 604595 w 765852"/>
              <a:gd name="connsiteY17" fmla="*/ 83403 h 260086"/>
              <a:gd name="connsiteX18" fmla="*/ 238310 w 765852"/>
              <a:gd name="connsiteY18" fmla="*/ 207181 h 260086"/>
              <a:gd name="connsiteX19" fmla="*/ 249560 w 765852"/>
              <a:gd name="connsiteY19" fmla="*/ 204081 h 260086"/>
              <a:gd name="connsiteX20" fmla="*/ 261562 w 765852"/>
              <a:gd name="connsiteY20" fmla="*/ 207713 h 260086"/>
              <a:gd name="connsiteX21" fmla="*/ 268163 w 765852"/>
              <a:gd name="connsiteY21" fmla="*/ 217812 h 260086"/>
              <a:gd name="connsiteX22" fmla="*/ 275874 w 765852"/>
              <a:gd name="connsiteY22" fmla="*/ 217812 h 260086"/>
              <a:gd name="connsiteX23" fmla="*/ 267145 w 765852"/>
              <a:gd name="connsiteY23" fmla="*/ 202568 h 260086"/>
              <a:gd name="connsiteX24" fmla="*/ 249917 w 765852"/>
              <a:gd name="connsiteY24" fmla="*/ 196982 h 260086"/>
              <a:gd name="connsiteX25" fmla="*/ 234322 w 765852"/>
              <a:gd name="connsiteY25" fmla="*/ 200926 h 260086"/>
              <a:gd name="connsiteX26" fmla="*/ 223961 w 765852"/>
              <a:gd name="connsiteY26" fmla="*/ 212052 h 260086"/>
              <a:gd name="connsiteX27" fmla="*/ 220330 w 765852"/>
              <a:gd name="connsiteY27" fmla="*/ 228534 h 260086"/>
              <a:gd name="connsiteX28" fmla="*/ 223961 w 765852"/>
              <a:gd name="connsiteY28" fmla="*/ 245062 h 260086"/>
              <a:gd name="connsiteX29" fmla="*/ 234322 w 765852"/>
              <a:gd name="connsiteY29" fmla="*/ 256142 h 260086"/>
              <a:gd name="connsiteX30" fmla="*/ 249917 w 765852"/>
              <a:gd name="connsiteY30" fmla="*/ 260086 h 260086"/>
              <a:gd name="connsiteX31" fmla="*/ 267145 w 765852"/>
              <a:gd name="connsiteY31" fmla="*/ 254501 h 260086"/>
              <a:gd name="connsiteX32" fmla="*/ 275782 w 765852"/>
              <a:gd name="connsiteY32" fmla="*/ 239256 h 260086"/>
              <a:gd name="connsiteX33" fmla="*/ 268071 w 765852"/>
              <a:gd name="connsiteY33" fmla="*/ 239256 h 260086"/>
              <a:gd name="connsiteX34" fmla="*/ 261516 w 765852"/>
              <a:gd name="connsiteY34" fmla="*/ 249401 h 260086"/>
              <a:gd name="connsiteX35" fmla="*/ 249560 w 765852"/>
              <a:gd name="connsiteY35" fmla="*/ 252987 h 260086"/>
              <a:gd name="connsiteX36" fmla="*/ 238310 w 765852"/>
              <a:gd name="connsiteY36" fmla="*/ 249887 h 260086"/>
              <a:gd name="connsiteX37" fmla="*/ 230828 w 765852"/>
              <a:gd name="connsiteY37" fmla="*/ 241201 h 260086"/>
              <a:gd name="connsiteX38" fmla="*/ 228215 w 765852"/>
              <a:gd name="connsiteY38" fmla="*/ 228525 h 260086"/>
              <a:gd name="connsiteX39" fmla="*/ 230828 w 765852"/>
              <a:gd name="connsiteY39" fmla="*/ 215812 h 260086"/>
              <a:gd name="connsiteX40" fmla="*/ 238310 w 765852"/>
              <a:gd name="connsiteY40" fmla="*/ 207172 h 260086"/>
              <a:gd name="connsiteX41" fmla="*/ 335580 w 765852"/>
              <a:gd name="connsiteY41" fmla="*/ 197523 h 260086"/>
              <a:gd name="connsiteX42" fmla="*/ 311925 w 765852"/>
              <a:gd name="connsiteY42" fmla="*/ 259554 h 260086"/>
              <a:gd name="connsiteX43" fmla="*/ 319892 w 765852"/>
              <a:gd name="connsiteY43" fmla="*/ 259554 h 260086"/>
              <a:gd name="connsiteX44" fmla="*/ 326448 w 765852"/>
              <a:gd name="connsiteY44" fmla="*/ 242806 h 260086"/>
              <a:gd name="connsiteX45" fmla="*/ 353467 w 765852"/>
              <a:gd name="connsiteY45" fmla="*/ 242806 h 260086"/>
              <a:gd name="connsiteX46" fmla="*/ 360023 w 765852"/>
              <a:gd name="connsiteY46" fmla="*/ 259554 h 260086"/>
              <a:gd name="connsiteX47" fmla="*/ 368256 w 765852"/>
              <a:gd name="connsiteY47" fmla="*/ 259554 h 260086"/>
              <a:gd name="connsiteX48" fmla="*/ 344693 w 765852"/>
              <a:gd name="connsiteY48" fmla="*/ 197523 h 260086"/>
              <a:gd name="connsiteX49" fmla="*/ 335570 w 765852"/>
              <a:gd name="connsiteY49" fmla="*/ 197523 h 260086"/>
              <a:gd name="connsiteX50" fmla="*/ 328758 w 765852"/>
              <a:gd name="connsiteY50" fmla="*/ 235808 h 260086"/>
              <a:gd name="connsiteX51" fmla="*/ 339916 w 765852"/>
              <a:gd name="connsiteY51" fmla="*/ 205943 h 260086"/>
              <a:gd name="connsiteX52" fmla="*/ 351166 w 765852"/>
              <a:gd name="connsiteY52" fmla="*/ 235808 h 260086"/>
              <a:gd name="connsiteX53" fmla="*/ 328749 w 765852"/>
              <a:gd name="connsiteY53" fmla="*/ 235808 h 260086"/>
              <a:gd name="connsiteX54" fmla="*/ 725437 w 765852"/>
              <a:gd name="connsiteY54" fmla="*/ 197523 h 260086"/>
              <a:gd name="connsiteX55" fmla="*/ 717736 w 765852"/>
              <a:gd name="connsiteY55" fmla="*/ 197523 h 260086"/>
              <a:gd name="connsiteX56" fmla="*/ 717736 w 765852"/>
              <a:gd name="connsiteY56" fmla="*/ 259554 h 260086"/>
              <a:gd name="connsiteX57" fmla="*/ 753704 w 765852"/>
              <a:gd name="connsiteY57" fmla="*/ 259554 h 260086"/>
              <a:gd name="connsiteX58" fmla="*/ 753704 w 765852"/>
              <a:gd name="connsiteY58" fmla="*/ 252464 h 260086"/>
              <a:gd name="connsiteX59" fmla="*/ 725446 w 765852"/>
              <a:gd name="connsiteY59" fmla="*/ 252464 h 260086"/>
              <a:gd name="connsiteX60" fmla="*/ 725446 w 765852"/>
              <a:gd name="connsiteY60" fmla="*/ 197523 h 260086"/>
              <a:gd name="connsiteX61" fmla="*/ 250953 w 765852"/>
              <a:gd name="connsiteY61" fmla="*/ 2119 h 260086"/>
              <a:gd name="connsiteX62" fmla="*/ 225566 w 765852"/>
              <a:gd name="connsiteY62" fmla="*/ 2119 h 260086"/>
              <a:gd name="connsiteX63" fmla="*/ 225566 w 765852"/>
              <a:gd name="connsiteY63" fmla="*/ 164677 h 260086"/>
              <a:gd name="connsiteX64" fmla="*/ 250953 w 765852"/>
              <a:gd name="connsiteY64" fmla="*/ 164677 h 260086"/>
              <a:gd name="connsiteX65" fmla="*/ 250953 w 765852"/>
              <a:gd name="connsiteY65" fmla="*/ 2119 h 260086"/>
              <a:gd name="connsiteX66" fmla="*/ 80592 w 765852"/>
              <a:gd name="connsiteY66" fmla="*/ 62692 h 260086"/>
              <a:gd name="connsiteX67" fmla="*/ 80592 w 765852"/>
              <a:gd name="connsiteY67" fmla="*/ 164687 h 260086"/>
              <a:gd name="connsiteX68" fmla="*/ 106732 w 765852"/>
              <a:gd name="connsiteY68" fmla="*/ 164687 h 260086"/>
              <a:gd name="connsiteX69" fmla="*/ 106713 w 765852"/>
              <a:gd name="connsiteY69" fmla="*/ 62692 h 260086"/>
              <a:gd name="connsiteX70" fmla="*/ 95124 w 765852"/>
              <a:gd name="connsiteY70" fmla="*/ 28700 h 260086"/>
              <a:gd name="connsiteX71" fmla="*/ 93648 w 765852"/>
              <a:gd name="connsiteY71" fmla="*/ 26792 h 260086"/>
              <a:gd name="connsiteX72" fmla="*/ 92172 w 765852"/>
              <a:gd name="connsiteY72" fmla="*/ 28700 h 260086"/>
              <a:gd name="connsiteX73" fmla="*/ 80583 w 765852"/>
              <a:gd name="connsiteY73" fmla="*/ 62692 h 260086"/>
              <a:gd name="connsiteX74" fmla="*/ 47273 w 765852"/>
              <a:gd name="connsiteY74" fmla="*/ 2119 h 260086"/>
              <a:gd name="connsiteX75" fmla="*/ 0 w 765852"/>
              <a:gd name="connsiteY75" fmla="*/ 2119 h 260086"/>
              <a:gd name="connsiteX76" fmla="*/ 0 w 765852"/>
              <a:gd name="connsiteY76" fmla="*/ 26792 h 260086"/>
              <a:gd name="connsiteX77" fmla="*/ 93648 w 765852"/>
              <a:gd name="connsiteY77" fmla="*/ 26792 h 260086"/>
              <a:gd name="connsiteX78" fmla="*/ 91328 w 765852"/>
              <a:gd name="connsiteY78" fmla="*/ 23793 h 260086"/>
              <a:gd name="connsiteX79" fmla="*/ 47273 w 765852"/>
              <a:gd name="connsiteY79" fmla="*/ 2119 h 260086"/>
              <a:gd name="connsiteX80" fmla="*/ 95968 w 765852"/>
              <a:gd name="connsiteY80" fmla="*/ 23793 h 260086"/>
              <a:gd name="connsiteX81" fmla="*/ 93648 w 765852"/>
              <a:gd name="connsiteY81" fmla="*/ 26792 h 260086"/>
              <a:gd name="connsiteX82" fmla="*/ 187296 w 765852"/>
              <a:gd name="connsiteY82" fmla="*/ 26792 h 260086"/>
              <a:gd name="connsiteX83" fmla="*/ 187296 w 765852"/>
              <a:gd name="connsiteY83" fmla="*/ 2119 h 260086"/>
              <a:gd name="connsiteX84" fmla="*/ 140023 w 765852"/>
              <a:gd name="connsiteY84" fmla="*/ 2119 h 260086"/>
              <a:gd name="connsiteX85" fmla="*/ 95958 w 765852"/>
              <a:gd name="connsiteY85" fmla="*/ 23793 h 260086"/>
              <a:gd name="connsiteX86" fmla="*/ 514844 w 765852"/>
              <a:gd name="connsiteY86" fmla="*/ 164677 h 260086"/>
              <a:gd name="connsiteX87" fmla="*/ 540232 w 765852"/>
              <a:gd name="connsiteY87" fmla="*/ 164677 h 260086"/>
              <a:gd name="connsiteX88" fmla="*/ 540232 w 765852"/>
              <a:gd name="connsiteY88" fmla="*/ 2119 h 260086"/>
              <a:gd name="connsiteX89" fmla="*/ 514844 w 765852"/>
              <a:gd name="connsiteY89" fmla="*/ 2119 h 260086"/>
              <a:gd name="connsiteX90" fmla="*/ 514844 w 765852"/>
              <a:gd name="connsiteY90" fmla="*/ 164677 h 260086"/>
              <a:gd name="connsiteX91" fmla="*/ 495205 w 765852"/>
              <a:gd name="connsiteY91" fmla="*/ 259554 h 260086"/>
              <a:gd name="connsiteX92" fmla="*/ 502915 w 765852"/>
              <a:gd name="connsiteY92" fmla="*/ 259554 h 260086"/>
              <a:gd name="connsiteX93" fmla="*/ 502915 w 765852"/>
              <a:gd name="connsiteY93" fmla="*/ 197523 h 260086"/>
              <a:gd name="connsiteX94" fmla="*/ 495205 w 765852"/>
              <a:gd name="connsiteY94" fmla="*/ 197523 h 260086"/>
              <a:gd name="connsiteX95" fmla="*/ 495205 w 765852"/>
              <a:gd name="connsiteY95" fmla="*/ 259554 h 260086"/>
              <a:gd name="connsiteX96" fmla="*/ 544816 w 765852"/>
              <a:gd name="connsiteY96" fmla="*/ 204613 h 260086"/>
              <a:gd name="connsiteX97" fmla="*/ 564923 w 765852"/>
              <a:gd name="connsiteY97" fmla="*/ 204613 h 260086"/>
              <a:gd name="connsiteX98" fmla="*/ 564923 w 765852"/>
              <a:gd name="connsiteY98" fmla="*/ 259554 h 260086"/>
              <a:gd name="connsiteX99" fmla="*/ 572633 w 765852"/>
              <a:gd name="connsiteY99" fmla="*/ 259554 h 260086"/>
              <a:gd name="connsiteX100" fmla="*/ 572633 w 765852"/>
              <a:gd name="connsiteY100" fmla="*/ 204613 h 260086"/>
              <a:gd name="connsiteX101" fmla="*/ 592740 w 765852"/>
              <a:gd name="connsiteY101" fmla="*/ 204613 h 260086"/>
              <a:gd name="connsiteX102" fmla="*/ 592740 w 765852"/>
              <a:gd name="connsiteY102" fmla="*/ 197523 h 260086"/>
              <a:gd name="connsiteX103" fmla="*/ 544816 w 765852"/>
              <a:gd name="connsiteY103" fmla="*/ 197523 h 260086"/>
              <a:gd name="connsiteX104" fmla="*/ 544816 w 765852"/>
              <a:gd name="connsiteY104" fmla="*/ 204613 h 260086"/>
              <a:gd name="connsiteX105" fmla="*/ 287389 w 765852"/>
              <a:gd name="connsiteY105" fmla="*/ 2119 h 260086"/>
              <a:gd name="connsiteX106" fmla="*/ 345234 w 765852"/>
              <a:gd name="connsiteY106" fmla="*/ 140105 h 260086"/>
              <a:gd name="connsiteX107" fmla="*/ 381413 w 765852"/>
              <a:gd name="connsiteY107" fmla="*/ 166796 h 260086"/>
              <a:gd name="connsiteX108" fmla="*/ 382899 w 765852"/>
              <a:gd name="connsiteY108" fmla="*/ 166796 h 260086"/>
              <a:gd name="connsiteX109" fmla="*/ 316692 w 765852"/>
              <a:gd name="connsiteY109" fmla="*/ 2119 h 260086"/>
              <a:gd name="connsiteX110" fmla="*/ 287389 w 765852"/>
              <a:gd name="connsiteY110" fmla="*/ 2119 h 260086"/>
              <a:gd name="connsiteX111" fmla="*/ 443549 w 765852"/>
              <a:gd name="connsiteY111" fmla="*/ 199871 h 260086"/>
              <a:gd name="connsiteX112" fmla="*/ 432739 w 765852"/>
              <a:gd name="connsiteY112" fmla="*/ 197523 h 260086"/>
              <a:gd name="connsiteX113" fmla="*/ 408910 w 765852"/>
              <a:gd name="connsiteY113" fmla="*/ 197523 h 260086"/>
              <a:gd name="connsiteX114" fmla="*/ 408910 w 765852"/>
              <a:gd name="connsiteY114" fmla="*/ 259554 h 260086"/>
              <a:gd name="connsiteX115" fmla="*/ 416621 w 765852"/>
              <a:gd name="connsiteY115" fmla="*/ 259554 h 260086"/>
              <a:gd name="connsiteX116" fmla="*/ 416621 w 765852"/>
              <a:gd name="connsiteY116" fmla="*/ 235716 h 260086"/>
              <a:gd name="connsiteX117" fmla="*/ 432748 w 765852"/>
              <a:gd name="connsiteY117" fmla="*/ 235716 h 260086"/>
              <a:gd name="connsiteX118" fmla="*/ 443512 w 765852"/>
              <a:gd name="connsiteY118" fmla="*/ 233368 h 260086"/>
              <a:gd name="connsiteX119" fmla="*/ 450728 w 765852"/>
              <a:gd name="connsiteY119" fmla="*/ 226681 h 260086"/>
              <a:gd name="connsiteX120" fmla="*/ 453295 w 765852"/>
              <a:gd name="connsiteY120" fmla="*/ 216583 h 260086"/>
              <a:gd name="connsiteX121" fmla="*/ 450774 w 765852"/>
              <a:gd name="connsiteY121" fmla="*/ 206521 h 260086"/>
              <a:gd name="connsiteX122" fmla="*/ 443558 w 765852"/>
              <a:gd name="connsiteY122" fmla="*/ 199871 h 260086"/>
              <a:gd name="connsiteX123" fmla="*/ 441779 w 765852"/>
              <a:gd name="connsiteY123" fmla="*/ 225351 h 260086"/>
              <a:gd name="connsiteX124" fmla="*/ 432033 w 765852"/>
              <a:gd name="connsiteY124" fmla="*/ 228635 h 260086"/>
              <a:gd name="connsiteX125" fmla="*/ 416621 w 765852"/>
              <a:gd name="connsiteY125" fmla="*/ 228635 h 260086"/>
              <a:gd name="connsiteX126" fmla="*/ 416621 w 765852"/>
              <a:gd name="connsiteY126" fmla="*/ 204622 h 260086"/>
              <a:gd name="connsiteX127" fmla="*/ 432125 w 765852"/>
              <a:gd name="connsiteY127" fmla="*/ 204622 h 260086"/>
              <a:gd name="connsiteX128" fmla="*/ 441825 w 765852"/>
              <a:gd name="connsiteY128" fmla="*/ 207860 h 260086"/>
              <a:gd name="connsiteX129" fmla="*/ 445410 w 765852"/>
              <a:gd name="connsiteY129" fmla="*/ 216592 h 260086"/>
              <a:gd name="connsiteX130" fmla="*/ 441779 w 765852"/>
              <a:gd name="connsiteY130" fmla="*/ 225361 h 260086"/>
              <a:gd name="connsiteX131" fmla="*/ 382889 w 765852"/>
              <a:gd name="connsiteY131" fmla="*/ 166805 h 260086"/>
              <a:gd name="connsiteX132" fmla="*/ 384375 w 765852"/>
              <a:gd name="connsiteY132" fmla="*/ 166805 h 260086"/>
              <a:gd name="connsiteX133" fmla="*/ 420554 w 765852"/>
              <a:gd name="connsiteY133" fmla="*/ 140114 h 260086"/>
              <a:gd name="connsiteX134" fmla="*/ 478399 w 765852"/>
              <a:gd name="connsiteY134" fmla="*/ 2128 h 260086"/>
              <a:gd name="connsiteX135" fmla="*/ 449096 w 765852"/>
              <a:gd name="connsiteY135" fmla="*/ 2128 h 260086"/>
              <a:gd name="connsiteX136" fmla="*/ 382889 w 765852"/>
              <a:gd name="connsiteY136" fmla="*/ 166814 h 260086"/>
              <a:gd name="connsiteX137" fmla="*/ 644368 w 765852"/>
              <a:gd name="connsiteY137" fmla="*/ 197523 h 260086"/>
              <a:gd name="connsiteX138" fmla="*/ 620714 w 765852"/>
              <a:gd name="connsiteY138" fmla="*/ 259554 h 260086"/>
              <a:gd name="connsiteX139" fmla="*/ 628690 w 765852"/>
              <a:gd name="connsiteY139" fmla="*/ 259554 h 260086"/>
              <a:gd name="connsiteX140" fmla="*/ 635246 w 765852"/>
              <a:gd name="connsiteY140" fmla="*/ 242806 h 260086"/>
              <a:gd name="connsiteX141" fmla="*/ 662266 w 765852"/>
              <a:gd name="connsiteY141" fmla="*/ 242806 h 260086"/>
              <a:gd name="connsiteX142" fmla="*/ 668821 w 765852"/>
              <a:gd name="connsiteY142" fmla="*/ 259554 h 260086"/>
              <a:gd name="connsiteX143" fmla="*/ 677055 w 765852"/>
              <a:gd name="connsiteY143" fmla="*/ 259554 h 260086"/>
              <a:gd name="connsiteX144" fmla="*/ 653491 w 765852"/>
              <a:gd name="connsiteY144" fmla="*/ 197523 h 260086"/>
              <a:gd name="connsiteX145" fmla="*/ 644368 w 765852"/>
              <a:gd name="connsiteY145" fmla="*/ 197523 h 260086"/>
              <a:gd name="connsiteX146" fmla="*/ 637547 w 765852"/>
              <a:gd name="connsiteY146" fmla="*/ 235808 h 260086"/>
              <a:gd name="connsiteX147" fmla="*/ 648705 w 765852"/>
              <a:gd name="connsiteY147" fmla="*/ 205943 h 260086"/>
              <a:gd name="connsiteX148" fmla="*/ 659955 w 765852"/>
              <a:gd name="connsiteY148" fmla="*/ 235808 h 260086"/>
              <a:gd name="connsiteX149" fmla="*/ 637538 w 765852"/>
              <a:gd name="connsiteY149" fmla="*/ 235808 h 260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</a:cxnLst>
            <a:rect l="l" t="t" r="r" b="b"/>
            <a:pathLst>
              <a:path w="765852" h="260086">
                <a:moveTo>
                  <a:pt x="739575" y="143884"/>
                </a:moveTo>
                <a:cubicBezTo>
                  <a:pt x="756519" y="128906"/>
                  <a:pt x="765852" y="107425"/>
                  <a:pt x="765852" y="83403"/>
                </a:cubicBezTo>
                <a:cubicBezTo>
                  <a:pt x="765852" y="59381"/>
                  <a:pt x="756519" y="37899"/>
                  <a:pt x="739575" y="22921"/>
                </a:cubicBezTo>
                <a:cubicBezTo>
                  <a:pt x="722613" y="7925"/>
                  <a:pt x="699307" y="0"/>
                  <a:pt x="672177" y="0"/>
                </a:cubicBezTo>
                <a:cubicBezTo>
                  <a:pt x="645047" y="0"/>
                  <a:pt x="621740" y="7925"/>
                  <a:pt x="604779" y="22921"/>
                </a:cubicBezTo>
                <a:cubicBezTo>
                  <a:pt x="587835" y="37899"/>
                  <a:pt x="578501" y="59381"/>
                  <a:pt x="578501" y="83403"/>
                </a:cubicBezTo>
                <a:cubicBezTo>
                  <a:pt x="578501" y="107425"/>
                  <a:pt x="587835" y="128906"/>
                  <a:pt x="604779" y="143884"/>
                </a:cubicBezTo>
                <a:cubicBezTo>
                  <a:pt x="621740" y="158881"/>
                  <a:pt x="645047" y="166805"/>
                  <a:pt x="672177" y="166805"/>
                </a:cubicBezTo>
                <a:cubicBezTo>
                  <a:pt x="699307" y="166805"/>
                  <a:pt x="722613" y="158881"/>
                  <a:pt x="739575" y="143884"/>
                </a:cubicBezTo>
                <a:close/>
                <a:moveTo>
                  <a:pt x="604595" y="83403"/>
                </a:moveTo>
                <a:cubicBezTo>
                  <a:pt x="604595" y="66489"/>
                  <a:pt x="610821" y="52135"/>
                  <a:pt x="622611" y="41871"/>
                </a:cubicBezTo>
                <a:cubicBezTo>
                  <a:pt x="634751" y="31305"/>
                  <a:pt x="651887" y="25719"/>
                  <a:pt x="672177" y="25719"/>
                </a:cubicBezTo>
                <a:cubicBezTo>
                  <a:pt x="692467" y="25719"/>
                  <a:pt x="709603" y="31305"/>
                  <a:pt x="721742" y="41871"/>
                </a:cubicBezTo>
                <a:cubicBezTo>
                  <a:pt x="733524" y="52126"/>
                  <a:pt x="739759" y="66489"/>
                  <a:pt x="739759" y="83403"/>
                </a:cubicBezTo>
                <a:cubicBezTo>
                  <a:pt x="739759" y="100316"/>
                  <a:pt x="733533" y="114671"/>
                  <a:pt x="721742" y="124934"/>
                </a:cubicBezTo>
                <a:cubicBezTo>
                  <a:pt x="709603" y="135501"/>
                  <a:pt x="692467" y="141077"/>
                  <a:pt x="672177" y="141077"/>
                </a:cubicBezTo>
                <a:cubicBezTo>
                  <a:pt x="651887" y="141077"/>
                  <a:pt x="634741" y="135491"/>
                  <a:pt x="622611" y="124934"/>
                </a:cubicBezTo>
                <a:cubicBezTo>
                  <a:pt x="610830" y="114671"/>
                  <a:pt x="604595" y="100316"/>
                  <a:pt x="604595" y="83403"/>
                </a:cubicBezTo>
                <a:close/>
                <a:moveTo>
                  <a:pt x="238310" y="207181"/>
                </a:moveTo>
                <a:cubicBezTo>
                  <a:pt x="241556" y="205118"/>
                  <a:pt x="245306" y="204081"/>
                  <a:pt x="249560" y="204081"/>
                </a:cubicBezTo>
                <a:cubicBezTo>
                  <a:pt x="254282" y="204081"/>
                  <a:pt x="258288" y="205292"/>
                  <a:pt x="261562" y="207713"/>
                </a:cubicBezTo>
                <a:cubicBezTo>
                  <a:pt x="264835" y="210135"/>
                  <a:pt x="267035" y="213501"/>
                  <a:pt x="268163" y="217812"/>
                </a:cubicBezTo>
                <a:lnTo>
                  <a:pt x="275874" y="217812"/>
                </a:lnTo>
                <a:cubicBezTo>
                  <a:pt x="274691" y="211373"/>
                  <a:pt x="271784" y="206292"/>
                  <a:pt x="267145" y="202568"/>
                </a:cubicBezTo>
                <a:cubicBezTo>
                  <a:pt x="262506" y="198844"/>
                  <a:pt x="256766" y="196982"/>
                  <a:pt x="249917" y="196982"/>
                </a:cubicBezTo>
                <a:cubicBezTo>
                  <a:pt x="244013" y="196982"/>
                  <a:pt x="238814" y="198293"/>
                  <a:pt x="234322" y="200926"/>
                </a:cubicBezTo>
                <a:cubicBezTo>
                  <a:pt x="229838" y="203558"/>
                  <a:pt x="226382" y="207264"/>
                  <a:pt x="223961" y="212052"/>
                </a:cubicBezTo>
                <a:cubicBezTo>
                  <a:pt x="221541" y="216840"/>
                  <a:pt x="220330" y="222334"/>
                  <a:pt x="220330" y="228534"/>
                </a:cubicBezTo>
                <a:cubicBezTo>
                  <a:pt x="220330" y="234734"/>
                  <a:pt x="221541" y="240302"/>
                  <a:pt x="223961" y="245062"/>
                </a:cubicBezTo>
                <a:cubicBezTo>
                  <a:pt x="226382" y="249823"/>
                  <a:pt x="229838" y="253510"/>
                  <a:pt x="234322" y="256142"/>
                </a:cubicBezTo>
                <a:cubicBezTo>
                  <a:pt x="238805" y="258775"/>
                  <a:pt x="244004" y="260086"/>
                  <a:pt x="249917" y="260086"/>
                </a:cubicBezTo>
                <a:cubicBezTo>
                  <a:pt x="256831" y="260086"/>
                  <a:pt x="262570" y="258224"/>
                  <a:pt x="267145" y="254501"/>
                </a:cubicBezTo>
                <a:cubicBezTo>
                  <a:pt x="271720" y="250777"/>
                  <a:pt x="274599" y="245695"/>
                  <a:pt x="275782" y="239256"/>
                </a:cubicBezTo>
                <a:lnTo>
                  <a:pt x="268071" y="239256"/>
                </a:lnTo>
                <a:cubicBezTo>
                  <a:pt x="266888" y="243631"/>
                  <a:pt x="264706" y="247007"/>
                  <a:pt x="261516" y="249401"/>
                </a:cubicBezTo>
                <a:cubicBezTo>
                  <a:pt x="258325" y="251795"/>
                  <a:pt x="254337" y="252987"/>
                  <a:pt x="249560" y="252987"/>
                </a:cubicBezTo>
                <a:cubicBezTo>
                  <a:pt x="245306" y="252987"/>
                  <a:pt x="241556" y="251951"/>
                  <a:pt x="238310" y="249887"/>
                </a:cubicBezTo>
                <a:cubicBezTo>
                  <a:pt x="235064" y="247823"/>
                  <a:pt x="232561" y="244925"/>
                  <a:pt x="230828" y="241201"/>
                </a:cubicBezTo>
                <a:cubicBezTo>
                  <a:pt x="229086" y="237477"/>
                  <a:pt x="228215" y="233258"/>
                  <a:pt x="228215" y="228525"/>
                </a:cubicBezTo>
                <a:cubicBezTo>
                  <a:pt x="228215" y="223792"/>
                  <a:pt x="229086" y="219499"/>
                  <a:pt x="230828" y="215812"/>
                </a:cubicBezTo>
                <a:cubicBezTo>
                  <a:pt x="232570" y="212125"/>
                  <a:pt x="235064" y="209245"/>
                  <a:pt x="238310" y="207172"/>
                </a:cubicBezTo>
                <a:close/>
                <a:moveTo>
                  <a:pt x="335580" y="197523"/>
                </a:moveTo>
                <a:lnTo>
                  <a:pt x="311925" y="259554"/>
                </a:lnTo>
                <a:lnTo>
                  <a:pt x="319892" y="259554"/>
                </a:lnTo>
                <a:lnTo>
                  <a:pt x="326448" y="242806"/>
                </a:lnTo>
                <a:lnTo>
                  <a:pt x="353467" y="242806"/>
                </a:lnTo>
                <a:lnTo>
                  <a:pt x="360023" y="259554"/>
                </a:lnTo>
                <a:lnTo>
                  <a:pt x="368256" y="259554"/>
                </a:lnTo>
                <a:lnTo>
                  <a:pt x="344693" y="197523"/>
                </a:lnTo>
                <a:lnTo>
                  <a:pt x="335570" y="197523"/>
                </a:lnTo>
                <a:close/>
                <a:moveTo>
                  <a:pt x="328758" y="235808"/>
                </a:moveTo>
                <a:lnTo>
                  <a:pt x="339916" y="205943"/>
                </a:lnTo>
                <a:lnTo>
                  <a:pt x="351166" y="235808"/>
                </a:lnTo>
                <a:lnTo>
                  <a:pt x="328749" y="235808"/>
                </a:lnTo>
                <a:close/>
                <a:moveTo>
                  <a:pt x="725437" y="197523"/>
                </a:moveTo>
                <a:lnTo>
                  <a:pt x="717736" y="197523"/>
                </a:lnTo>
                <a:lnTo>
                  <a:pt x="717736" y="259554"/>
                </a:lnTo>
                <a:lnTo>
                  <a:pt x="753704" y="259554"/>
                </a:lnTo>
                <a:lnTo>
                  <a:pt x="753704" y="252464"/>
                </a:lnTo>
                <a:lnTo>
                  <a:pt x="725446" y="252464"/>
                </a:lnTo>
                <a:lnTo>
                  <a:pt x="725446" y="197523"/>
                </a:lnTo>
                <a:close/>
                <a:moveTo>
                  <a:pt x="250953" y="2119"/>
                </a:moveTo>
                <a:lnTo>
                  <a:pt x="225566" y="2119"/>
                </a:lnTo>
                <a:lnTo>
                  <a:pt x="225566" y="164677"/>
                </a:lnTo>
                <a:lnTo>
                  <a:pt x="250953" y="164677"/>
                </a:lnTo>
                <a:lnTo>
                  <a:pt x="250953" y="2119"/>
                </a:lnTo>
                <a:close/>
                <a:moveTo>
                  <a:pt x="80592" y="62692"/>
                </a:moveTo>
                <a:lnTo>
                  <a:pt x="80592" y="164687"/>
                </a:lnTo>
                <a:cubicBezTo>
                  <a:pt x="80592" y="164687"/>
                  <a:pt x="106732" y="164687"/>
                  <a:pt x="106732" y="164687"/>
                </a:cubicBezTo>
                <a:lnTo>
                  <a:pt x="106713" y="62692"/>
                </a:lnTo>
                <a:cubicBezTo>
                  <a:pt x="106713" y="50282"/>
                  <a:pt x="102707" y="38523"/>
                  <a:pt x="95124" y="28700"/>
                </a:cubicBezTo>
                <a:lnTo>
                  <a:pt x="93648" y="26792"/>
                </a:lnTo>
                <a:lnTo>
                  <a:pt x="92172" y="28700"/>
                </a:lnTo>
                <a:cubicBezTo>
                  <a:pt x="84589" y="38523"/>
                  <a:pt x="80583" y="50273"/>
                  <a:pt x="80583" y="62692"/>
                </a:cubicBezTo>
                <a:close/>
                <a:moveTo>
                  <a:pt x="47273" y="2119"/>
                </a:moveTo>
                <a:lnTo>
                  <a:pt x="0" y="2119"/>
                </a:lnTo>
                <a:lnTo>
                  <a:pt x="0" y="26792"/>
                </a:lnTo>
                <a:lnTo>
                  <a:pt x="93648" y="26792"/>
                </a:lnTo>
                <a:lnTo>
                  <a:pt x="91328" y="23793"/>
                </a:lnTo>
                <a:cubicBezTo>
                  <a:pt x="80693" y="10025"/>
                  <a:pt x="64629" y="2119"/>
                  <a:pt x="47273" y="2119"/>
                </a:cubicBezTo>
                <a:close/>
                <a:moveTo>
                  <a:pt x="95968" y="23793"/>
                </a:moveTo>
                <a:lnTo>
                  <a:pt x="93648" y="26792"/>
                </a:lnTo>
                <a:lnTo>
                  <a:pt x="187296" y="26792"/>
                </a:lnTo>
                <a:lnTo>
                  <a:pt x="187296" y="2119"/>
                </a:lnTo>
                <a:lnTo>
                  <a:pt x="140023" y="2119"/>
                </a:lnTo>
                <a:cubicBezTo>
                  <a:pt x="122657" y="2119"/>
                  <a:pt x="106603" y="10016"/>
                  <a:pt x="95958" y="23793"/>
                </a:cubicBezTo>
                <a:close/>
                <a:moveTo>
                  <a:pt x="514844" y="164677"/>
                </a:moveTo>
                <a:lnTo>
                  <a:pt x="540232" y="164677"/>
                </a:lnTo>
                <a:lnTo>
                  <a:pt x="540232" y="2119"/>
                </a:lnTo>
                <a:lnTo>
                  <a:pt x="514844" y="2119"/>
                </a:lnTo>
                <a:lnTo>
                  <a:pt x="514844" y="164677"/>
                </a:lnTo>
                <a:close/>
                <a:moveTo>
                  <a:pt x="495205" y="259554"/>
                </a:moveTo>
                <a:lnTo>
                  <a:pt x="502915" y="259554"/>
                </a:lnTo>
                <a:lnTo>
                  <a:pt x="502915" y="197523"/>
                </a:lnTo>
                <a:lnTo>
                  <a:pt x="495205" y="197523"/>
                </a:lnTo>
                <a:lnTo>
                  <a:pt x="495205" y="259554"/>
                </a:lnTo>
                <a:close/>
                <a:moveTo>
                  <a:pt x="544816" y="204613"/>
                </a:moveTo>
                <a:lnTo>
                  <a:pt x="564923" y="204613"/>
                </a:lnTo>
                <a:lnTo>
                  <a:pt x="564923" y="259554"/>
                </a:lnTo>
                <a:lnTo>
                  <a:pt x="572633" y="259554"/>
                </a:lnTo>
                <a:lnTo>
                  <a:pt x="572633" y="204613"/>
                </a:lnTo>
                <a:lnTo>
                  <a:pt x="592740" y="204613"/>
                </a:lnTo>
                <a:lnTo>
                  <a:pt x="592740" y="197523"/>
                </a:lnTo>
                <a:lnTo>
                  <a:pt x="544816" y="197523"/>
                </a:lnTo>
                <a:lnTo>
                  <a:pt x="544816" y="204613"/>
                </a:lnTo>
                <a:close/>
                <a:moveTo>
                  <a:pt x="287389" y="2119"/>
                </a:moveTo>
                <a:cubicBezTo>
                  <a:pt x="287389" y="2119"/>
                  <a:pt x="335680" y="117220"/>
                  <a:pt x="345234" y="140105"/>
                </a:cubicBezTo>
                <a:cubicBezTo>
                  <a:pt x="356374" y="166796"/>
                  <a:pt x="374464" y="166796"/>
                  <a:pt x="381413" y="166796"/>
                </a:cubicBezTo>
                <a:lnTo>
                  <a:pt x="382899" y="166796"/>
                </a:lnTo>
                <a:lnTo>
                  <a:pt x="316692" y="2119"/>
                </a:lnTo>
                <a:lnTo>
                  <a:pt x="287389" y="2119"/>
                </a:lnTo>
                <a:close/>
                <a:moveTo>
                  <a:pt x="443549" y="199871"/>
                </a:moveTo>
                <a:cubicBezTo>
                  <a:pt x="440413" y="198303"/>
                  <a:pt x="436819" y="197523"/>
                  <a:pt x="432739" y="197523"/>
                </a:cubicBezTo>
                <a:lnTo>
                  <a:pt x="408910" y="197523"/>
                </a:lnTo>
                <a:lnTo>
                  <a:pt x="408910" y="259554"/>
                </a:lnTo>
                <a:lnTo>
                  <a:pt x="416621" y="259554"/>
                </a:lnTo>
                <a:lnTo>
                  <a:pt x="416621" y="235716"/>
                </a:lnTo>
                <a:lnTo>
                  <a:pt x="432748" y="235716"/>
                </a:lnTo>
                <a:cubicBezTo>
                  <a:pt x="436819" y="235716"/>
                  <a:pt x="440413" y="234936"/>
                  <a:pt x="443512" y="233368"/>
                </a:cubicBezTo>
                <a:cubicBezTo>
                  <a:pt x="446611" y="231799"/>
                  <a:pt x="449013" y="229571"/>
                  <a:pt x="450728" y="226681"/>
                </a:cubicBezTo>
                <a:cubicBezTo>
                  <a:pt x="452442" y="223783"/>
                  <a:pt x="453295" y="220417"/>
                  <a:pt x="453295" y="216583"/>
                </a:cubicBezTo>
                <a:cubicBezTo>
                  <a:pt x="453295" y="212749"/>
                  <a:pt x="452452" y="209392"/>
                  <a:pt x="450774" y="206521"/>
                </a:cubicBezTo>
                <a:cubicBezTo>
                  <a:pt x="449087" y="203659"/>
                  <a:pt x="446685" y="201439"/>
                  <a:pt x="443558" y="199871"/>
                </a:cubicBezTo>
                <a:close/>
                <a:moveTo>
                  <a:pt x="441779" y="225351"/>
                </a:moveTo>
                <a:cubicBezTo>
                  <a:pt x="439359" y="227534"/>
                  <a:pt x="436113" y="228635"/>
                  <a:pt x="432033" y="228635"/>
                </a:cubicBezTo>
                <a:lnTo>
                  <a:pt x="416621" y="228635"/>
                </a:lnTo>
                <a:lnTo>
                  <a:pt x="416621" y="204622"/>
                </a:lnTo>
                <a:lnTo>
                  <a:pt x="432125" y="204622"/>
                </a:lnTo>
                <a:cubicBezTo>
                  <a:pt x="436196" y="204622"/>
                  <a:pt x="439432" y="205705"/>
                  <a:pt x="441825" y="207860"/>
                </a:cubicBezTo>
                <a:cubicBezTo>
                  <a:pt x="444218" y="210015"/>
                  <a:pt x="445410" y="212923"/>
                  <a:pt x="445410" y="216592"/>
                </a:cubicBezTo>
                <a:cubicBezTo>
                  <a:pt x="445410" y="220261"/>
                  <a:pt x="444200" y="223178"/>
                  <a:pt x="441779" y="225361"/>
                </a:cubicBezTo>
                <a:close/>
                <a:moveTo>
                  <a:pt x="382889" y="166805"/>
                </a:moveTo>
                <a:lnTo>
                  <a:pt x="384375" y="166805"/>
                </a:lnTo>
                <a:cubicBezTo>
                  <a:pt x="391334" y="166805"/>
                  <a:pt x="409423" y="166805"/>
                  <a:pt x="420554" y="140114"/>
                </a:cubicBezTo>
                <a:cubicBezTo>
                  <a:pt x="430099" y="117230"/>
                  <a:pt x="478399" y="2128"/>
                  <a:pt x="478399" y="2128"/>
                </a:cubicBezTo>
                <a:lnTo>
                  <a:pt x="449096" y="2128"/>
                </a:lnTo>
                <a:lnTo>
                  <a:pt x="382889" y="166814"/>
                </a:lnTo>
                <a:close/>
                <a:moveTo>
                  <a:pt x="644368" y="197523"/>
                </a:moveTo>
                <a:lnTo>
                  <a:pt x="620714" y="259554"/>
                </a:lnTo>
                <a:lnTo>
                  <a:pt x="628690" y="259554"/>
                </a:lnTo>
                <a:lnTo>
                  <a:pt x="635246" y="242806"/>
                </a:lnTo>
                <a:lnTo>
                  <a:pt x="662266" y="242806"/>
                </a:lnTo>
                <a:lnTo>
                  <a:pt x="668821" y="259554"/>
                </a:lnTo>
                <a:lnTo>
                  <a:pt x="677055" y="259554"/>
                </a:lnTo>
                <a:lnTo>
                  <a:pt x="653491" y="197523"/>
                </a:lnTo>
                <a:lnTo>
                  <a:pt x="644368" y="197523"/>
                </a:lnTo>
                <a:close/>
                <a:moveTo>
                  <a:pt x="637547" y="235808"/>
                </a:moveTo>
                <a:lnTo>
                  <a:pt x="648705" y="205943"/>
                </a:lnTo>
                <a:lnTo>
                  <a:pt x="659955" y="235808"/>
                </a:lnTo>
                <a:lnTo>
                  <a:pt x="637538" y="235808"/>
                </a:lnTo>
                <a:close/>
              </a:path>
            </a:pathLst>
          </a:custGeom>
          <a:solidFill>
            <a:schemeClr val="bg1"/>
          </a:solidFill>
          <a:ln w="1061" cap="flat">
            <a:noFill/>
            <a:prstDash val="solid"/>
            <a:miter/>
          </a:ln>
        </p:spPr>
        <p:txBody>
          <a:bodyPr rtlCol="0" anchor="ctr"/>
          <a:lstStyle/>
          <a:p>
            <a:endParaRPr lang="pt-BR" sz="1092">
              <a:solidFill>
                <a:schemeClr val="bg1"/>
              </a:solidFill>
            </a:endParaRPr>
          </a:p>
        </p:txBody>
      </p:sp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7858F1CA-0E09-F094-AD45-52092585CA1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225800" y="1518527"/>
            <a:ext cx="3740400" cy="4776078"/>
          </a:xfrm>
          <a:prstGeom prst="rect">
            <a:avLst/>
          </a:prstGeom>
          <a:ln>
            <a:solidFill>
              <a:schemeClr val="bg1"/>
            </a:solidFill>
          </a:ln>
        </p:spPr>
        <p:txBody>
          <a:bodyPr lIns="36000" tIns="36000" rIns="36000" bIns="36000"/>
          <a:lstStyle>
            <a:lvl1pPr marL="0" indent="0">
              <a:buNone/>
              <a:defRPr sz="120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4E170CD4-5C01-DD85-2A0A-98954D99CAC5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34962" y="3987408"/>
            <a:ext cx="3741737" cy="2313464"/>
          </a:xfrm>
          <a:prstGeom prst="rect">
            <a:avLst/>
          </a:prstGeom>
          <a:ln>
            <a:solidFill>
              <a:schemeClr val="bg1"/>
            </a:solidFill>
          </a:ln>
        </p:spPr>
        <p:txBody>
          <a:bodyPr lIns="36000" tIns="36000" rIns="36000" bIns="36000"/>
          <a:lstStyle>
            <a:lvl1pPr marL="0" indent="0">
              <a:buNone/>
              <a:defRPr sz="120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805EFAA-C04F-7113-90E8-A7D66AF3528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116638" y="1524793"/>
            <a:ext cx="3740400" cy="4776079"/>
          </a:xfrm>
          <a:prstGeom prst="rect">
            <a:avLst/>
          </a:prstGeom>
          <a:ln>
            <a:solidFill>
              <a:schemeClr val="bg1"/>
            </a:solidFill>
          </a:ln>
        </p:spPr>
        <p:txBody>
          <a:bodyPr lIns="36000" tIns="36000" rIns="36000" bIns="36000"/>
          <a:lstStyle>
            <a:lvl1pPr marL="0" indent="0">
              <a:buNone/>
              <a:defRPr sz="120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5ABCE8D-7E28-9176-5F42-ED60E4527C5E}"/>
              </a:ext>
            </a:extLst>
          </p:cNvPr>
          <p:cNvCxnSpPr/>
          <p:nvPr userDrawn="1"/>
        </p:nvCxnSpPr>
        <p:spPr>
          <a:xfrm>
            <a:off x="334964" y="185353"/>
            <a:ext cx="10415415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469719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469">
          <p15:clr>
            <a:srgbClr val="FBAE40"/>
          </p15:clr>
        </p15:guide>
        <p15:guide id="2" orient="horz" pos="3974">
          <p15:clr>
            <a:srgbClr val="FBAE40"/>
          </p15:clr>
        </p15:guide>
        <p15:guide id="3" orient="horz" pos="232">
          <p15:clr>
            <a:srgbClr val="FBAE40"/>
          </p15:clr>
        </p15:guide>
        <p15:guide id="4" pos="211">
          <p15:clr>
            <a:srgbClr val="FBAE40"/>
          </p15:clr>
        </p15:guide>
        <p15:guide id="5" orient="horz" pos="4065">
          <p15:clr>
            <a:srgbClr val="FBAE40"/>
          </p15:clr>
        </p15:guide>
        <p15:guide id="6" orient="horz" pos="799">
          <p15:clr>
            <a:srgbClr val="FBAE40"/>
          </p15:clr>
        </p15:guide>
        <p15:guide id="7" orient="horz" pos="935">
          <p15:clr>
            <a:srgbClr val="FBAE40"/>
          </p15:clr>
        </p15:guide>
      </p15:sldGuideLst>
    </p:ext>
  </p:extLst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ítulo | 2 linhas - High Grade">
    <p:bg>
      <p:bgPr>
        <a:gradFill>
          <a:gsLst>
            <a:gs pos="81000">
              <a:schemeClr val="tx1">
                <a:lumMod val="85000"/>
                <a:lumOff val="15000"/>
              </a:schemeClr>
            </a:gs>
            <a:gs pos="100000">
              <a:schemeClr val="tx1">
                <a:lumMod val="95000"/>
                <a:lumOff val="5000"/>
              </a:schemeClr>
            </a:gs>
            <a:gs pos="0">
              <a:schemeClr val="accent1"/>
            </a:gs>
          </a:gsLst>
          <a:lin ang="7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B13D7C-5A47-B0DF-B518-26E79F5D2DB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64" y="368301"/>
            <a:ext cx="10183813" cy="4308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err="1"/>
              <a:t>Título</a:t>
            </a:r>
            <a:endParaRPr lang="en-US"/>
          </a:p>
        </p:txBody>
      </p:sp>
      <p:sp>
        <p:nvSpPr>
          <p:cNvPr id="2" name="Espaço Reservado para Número de Slide 5">
            <a:extLst>
              <a:ext uri="{FF2B5EF4-FFF2-40B4-BE49-F238E27FC236}">
                <a16:creationId xmlns:a16="http://schemas.microsoft.com/office/drawing/2014/main" id="{21758EB3-F057-8CDF-FF61-35E724EF59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61763" y="6482556"/>
            <a:ext cx="295275" cy="1692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 sz="1100">
                <a:solidFill>
                  <a:schemeClr val="bg1"/>
                </a:solidFill>
                <a:latin typeface="Versos" panose="020B0503020204030204" pitchFamily="34" charset="0"/>
                <a:cs typeface="Versos" panose="020B0503020204030204" pitchFamily="34" charset="0"/>
              </a:defRPr>
            </a:lvl1pPr>
          </a:lstStyle>
          <a:p>
            <a:fld id="{77667D73-C69A-4DAA-9003-24A825D36FE9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7" name="Text Placeholder 8">
            <a:extLst>
              <a:ext uri="{FF2B5EF4-FFF2-40B4-BE49-F238E27FC236}">
                <a16:creationId xmlns:a16="http://schemas.microsoft.com/office/drawing/2014/main" id="{5629EC08-34A0-4F4F-BF0C-DAE3D73CA1C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34964" y="1949414"/>
            <a:ext cx="5648397" cy="435931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F37A98A2-2A9D-056F-7CA4-B986B817076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4963" y="6482557"/>
            <a:ext cx="10980000" cy="138499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900">
                <a:latin typeface="Versos Light" panose="020B0403020204030204" pitchFamily="34" charset="0"/>
              </a:defRPr>
            </a:lvl2pPr>
            <a:lvl3pPr>
              <a:defRPr sz="900">
                <a:latin typeface="Versos Light" panose="020B0403020204030204" pitchFamily="34" charset="0"/>
              </a:defRPr>
            </a:lvl3pPr>
            <a:lvl4pPr>
              <a:defRPr sz="900">
                <a:latin typeface="Versos Light" panose="020B0403020204030204" pitchFamily="34" charset="0"/>
              </a:defRPr>
            </a:lvl4pPr>
            <a:lvl5pPr>
              <a:defRPr sz="900">
                <a:latin typeface="Versos Light" panose="020B0403020204030204" pitchFamily="34" charset="0"/>
              </a:defRPr>
            </a:lvl5pPr>
          </a:lstStyle>
          <a:p>
            <a:pPr lvl="0"/>
            <a:r>
              <a:rPr lang="en-US"/>
              <a:t>Fonte:</a:t>
            </a:r>
            <a:endParaRPr lang="pt-BR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ECBC137-580C-65EB-C713-E63CDBDB515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208641" y="1949414"/>
            <a:ext cx="5648397" cy="435931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D1CF13AF-F1F7-29D7-F0C3-C23BE528C9A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34964" y="1518528"/>
            <a:ext cx="5648397" cy="21544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47497781-FD6B-9B5D-3237-9AD784B8880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208641" y="1518528"/>
            <a:ext cx="5648397" cy="21544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Picture 8">
            <a:extLst>
              <a:ext uri="{FF2B5EF4-FFF2-40B4-BE49-F238E27FC236}">
                <a16:creationId xmlns:a16="http://schemas.microsoft.com/office/drawing/2014/main" id="{EB78A079-9AB0-B349-256E-BC9ED4CF0623}"/>
              </a:ext>
            </a:extLst>
          </p:cNvPr>
          <p:cNvSpPr/>
          <p:nvPr userDrawn="1"/>
        </p:nvSpPr>
        <p:spPr>
          <a:xfrm>
            <a:off x="11091186" y="377179"/>
            <a:ext cx="765852" cy="260086"/>
          </a:xfrm>
          <a:custGeom>
            <a:avLst/>
            <a:gdLst>
              <a:gd name="connsiteX0" fmla="*/ 739575 w 765852"/>
              <a:gd name="connsiteY0" fmla="*/ 143884 h 260086"/>
              <a:gd name="connsiteX1" fmla="*/ 765852 w 765852"/>
              <a:gd name="connsiteY1" fmla="*/ 83403 h 260086"/>
              <a:gd name="connsiteX2" fmla="*/ 739575 w 765852"/>
              <a:gd name="connsiteY2" fmla="*/ 22921 h 260086"/>
              <a:gd name="connsiteX3" fmla="*/ 672177 w 765852"/>
              <a:gd name="connsiteY3" fmla="*/ 0 h 260086"/>
              <a:gd name="connsiteX4" fmla="*/ 604779 w 765852"/>
              <a:gd name="connsiteY4" fmla="*/ 22921 h 260086"/>
              <a:gd name="connsiteX5" fmla="*/ 578501 w 765852"/>
              <a:gd name="connsiteY5" fmla="*/ 83403 h 260086"/>
              <a:gd name="connsiteX6" fmla="*/ 604779 w 765852"/>
              <a:gd name="connsiteY6" fmla="*/ 143884 h 260086"/>
              <a:gd name="connsiteX7" fmla="*/ 672177 w 765852"/>
              <a:gd name="connsiteY7" fmla="*/ 166805 h 260086"/>
              <a:gd name="connsiteX8" fmla="*/ 739575 w 765852"/>
              <a:gd name="connsiteY8" fmla="*/ 143884 h 260086"/>
              <a:gd name="connsiteX9" fmla="*/ 604595 w 765852"/>
              <a:gd name="connsiteY9" fmla="*/ 83403 h 260086"/>
              <a:gd name="connsiteX10" fmla="*/ 622611 w 765852"/>
              <a:gd name="connsiteY10" fmla="*/ 41871 h 260086"/>
              <a:gd name="connsiteX11" fmla="*/ 672177 w 765852"/>
              <a:gd name="connsiteY11" fmla="*/ 25719 h 260086"/>
              <a:gd name="connsiteX12" fmla="*/ 721742 w 765852"/>
              <a:gd name="connsiteY12" fmla="*/ 41871 h 260086"/>
              <a:gd name="connsiteX13" fmla="*/ 739759 w 765852"/>
              <a:gd name="connsiteY13" fmla="*/ 83403 h 260086"/>
              <a:gd name="connsiteX14" fmla="*/ 721742 w 765852"/>
              <a:gd name="connsiteY14" fmla="*/ 124934 h 260086"/>
              <a:gd name="connsiteX15" fmla="*/ 672177 w 765852"/>
              <a:gd name="connsiteY15" fmla="*/ 141077 h 260086"/>
              <a:gd name="connsiteX16" fmla="*/ 622611 w 765852"/>
              <a:gd name="connsiteY16" fmla="*/ 124934 h 260086"/>
              <a:gd name="connsiteX17" fmla="*/ 604595 w 765852"/>
              <a:gd name="connsiteY17" fmla="*/ 83403 h 260086"/>
              <a:gd name="connsiteX18" fmla="*/ 238310 w 765852"/>
              <a:gd name="connsiteY18" fmla="*/ 207181 h 260086"/>
              <a:gd name="connsiteX19" fmla="*/ 249560 w 765852"/>
              <a:gd name="connsiteY19" fmla="*/ 204081 h 260086"/>
              <a:gd name="connsiteX20" fmla="*/ 261562 w 765852"/>
              <a:gd name="connsiteY20" fmla="*/ 207713 h 260086"/>
              <a:gd name="connsiteX21" fmla="*/ 268163 w 765852"/>
              <a:gd name="connsiteY21" fmla="*/ 217812 h 260086"/>
              <a:gd name="connsiteX22" fmla="*/ 275874 w 765852"/>
              <a:gd name="connsiteY22" fmla="*/ 217812 h 260086"/>
              <a:gd name="connsiteX23" fmla="*/ 267145 w 765852"/>
              <a:gd name="connsiteY23" fmla="*/ 202568 h 260086"/>
              <a:gd name="connsiteX24" fmla="*/ 249917 w 765852"/>
              <a:gd name="connsiteY24" fmla="*/ 196982 h 260086"/>
              <a:gd name="connsiteX25" fmla="*/ 234322 w 765852"/>
              <a:gd name="connsiteY25" fmla="*/ 200926 h 260086"/>
              <a:gd name="connsiteX26" fmla="*/ 223961 w 765852"/>
              <a:gd name="connsiteY26" fmla="*/ 212052 h 260086"/>
              <a:gd name="connsiteX27" fmla="*/ 220330 w 765852"/>
              <a:gd name="connsiteY27" fmla="*/ 228534 h 260086"/>
              <a:gd name="connsiteX28" fmla="*/ 223961 w 765852"/>
              <a:gd name="connsiteY28" fmla="*/ 245062 h 260086"/>
              <a:gd name="connsiteX29" fmla="*/ 234322 w 765852"/>
              <a:gd name="connsiteY29" fmla="*/ 256142 h 260086"/>
              <a:gd name="connsiteX30" fmla="*/ 249917 w 765852"/>
              <a:gd name="connsiteY30" fmla="*/ 260086 h 260086"/>
              <a:gd name="connsiteX31" fmla="*/ 267145 w 765852"/>
              <a:gd name="connsiteY31" fmla="*/ 254501 h 260086"/>
              <a:gd name="connsiteX32" fmla="*/ 275782 w 765852"/>
              <a:gd name="connsiteY32" fmla="*/ 239256 h 260086"/>
              <a:gd name="connsiteX33" fmla="*/ 268071 w 765852"/>
              <a:gd name="connsiteY33" fmla="*/ 239256 h 260086"/>
              <a:gd name="connsiteX34" fmla="*/ 261516 w 765852"/>
              <a:gd name="connsiteY34" fmla="*/ 249401 h 260086"/>
              <a:gd name="connsiteX35" fmla="*/ 249560 w 765852"/>
              <a:gd name="connsiteY35" fmla="*/ 252987 h 260086"/>
              <a:gd name="connsiteX36" fmla="*/ 238310 w 765852"/>
              <a:gd name="connsiteY36" fmla="*/ 249887 h 260086"/>
              <a:gd name="connsiteX37" fmla="*/ 230828 w 765852"/>
              <a:gd name="connsiteY37" fmla="*/ 241201 h 260086"/>
              <a:gd name="connsiteX38" fmla="*/ 228215 w 765852"/>
              <a:gd name="connsiteY38" fmla="*/ 228525 h 260086"/>
              <a:gd name="connsiteX39" fmla="*/ 230828 w 765852"/>
              <a:gd name="connsiteY39" fmla="*/ 215812 h 260086"/>
              <a:gd name="connsiteX40" fmla="*/ 238310 w 765852"/>
              <a:gd name="connsiteY40" fmla="*/ 207172 h 260086"/>
              <a:gd name="connsiteX41" fmla="*/ 335580 w 765852"/>
              <a:gd name="connsiteY41" fmla="*/ 197523 h 260086"/>
              <a:gd name="connsiteX42" fmla="*/ 311925 w 765852"/>
              <a:gd name="connsiteY42" fmla="*/ 259554 h 260086"/>
              <a:gd name="connsiteX43" fmla="*/ 319892 w 765852"/>
              <a:gd name="connsiteY43" fmla="*/ 259554 h 260086"/>
              <a:gd name="connsiteX44" fmla="*/ 326448 w 765852"/>
              <a:gd name="connsiteY44" fmla="*/ 242806 h 260086"/>
              <a:gd name="connsiteX45" fmla="*/ 353467 w 765852"/>
              <a:gd name="connsiteY45" fmla="*/ 242806 h 260086"/>
              <a:gd name="connsiteX46" fmla="*/ 360023 w 765852"/>
              <a:gd name="connsiteY46" fmla="*/ 259554 h 260086"/>
              <a:gd name="connsiteX47" fmla="*/ 368256 w 765852"/>
              <a:gd name="connsiteY47" fmla="*/ 259554 h 260086"/>
              <a:gd name="connsiteX48" fmla="*/ 344693 w 765852"/>
              <a:gd name="connsiteY48" fmla="*/ 197523 h 260086"/>
              <a:gd name="connsiteX49" fmla="*/ 335570 w 765852"/>
              <a:gd name="connsiteY49" fmla="*/ 197523 h 260086"/>
              <a:gd name="connsiteX50" fmla="*/ 328758 w 765852"/>
              <a:gd name="connsiteY50" fmla="*/ 235808 h 260086"/>
              <a:gd name="connsiteX51" fmla="*/ 339916 w 765852"/>
              <a:gd name="connsiteY51" fmla="*/ 205943 h 260086"/>
              <a:gd name="connsiteX52" fmla="*/ 351166 w 765852"/>
              <a:gd name="connsiteY52" fmla="*/ 235808 h 260086"/>
              <a:gd name="connsiteX53" fmla="*/ 328749 w 765852"/>
              <a:gd name="connsiteY53" fmla="*/ 235808 h 260086"/>
              <a:gd name="connsiteX54" fmla="*/ 725437 w 765852"/>
              <a:gd name="connsiteY54" fmla="*/ 197523 h 260086"/>
              <a:gd name="connsiteX55" fmla="*/ 717736 w 765852"/>
              <a:gd name="connsiteY55" fmla="*/ 197523 h 260086"/>
              <a:gd name="connsiteX56" fmla="*/ 717736 w 765852"/>
              <a:gd name="connsiteY56" fmla="*/ 259554 h 260086"/>
              <a:gd name="connsiteX57" fmla="*/ 753704 w 765852"/>
              <a:gd name="connsiteY57" fmla="*/ 259554 h 260086"/>
              <a:gd name="connsiteX58" fmla="*/ 753704 w 765852"/>
              <a:gd name="connsiteY58" fmla="*/ 252464 h 260086"/>
              <a:gd name="connsiteX59" fmla="*/ 725446 w 765852"/>
              <a:gd name="connsiteY59" fmla="*/ 252464 h 260086"/>
              <a:gd name="connsiteX60" fmla="*/ 725446 w 765852"/>
              <a:gd name="connsiteY60" fmla="*/ 197523 h 260086"/>
              <a:gd name="connsiteX61" fmla="*/ 250953 w 765852"/>
              <a:gd name="connsiteY61" fmla="*/ 2119 h 260086"/>
              <a:gd name="connsiteX62" fmla="*/ 225566 w 765852"/>
              <a:gd name="connsiteY62" fmla="*/ 2119 h 260086"/>
              <a:gd name="connsiteX63" fmla="*/ 225566 w 765852"/>
              <a:gd name="connsiteY63" fmla="*/ 164677 h 260086"/>
              <a:gd name="connsiteX64" fmla="*/ 250953 w 765852"/>
              <a:gd name="connsiteY64" fmla="*/ 164677 h 260086"/>
              <a:gd name="connsiteX65" fmla="*/ 250953 w 765852"/>
              <a:gd name="connsiteY65" fmla="*/ 2119 h 260086"/>
              <a:gd name="connsiteX66" fmla="*/ 80592 w 765852"/>
              <a:gd name="connsiteY66" fmla="*/ 62692 h 260086"/>
              <a:gd name="connsiteX67" fmla="*/ 80592 w 765852"/>
              <a:gd name="connsiteY67" fmla="*/ 164687 h 260086"/>
              <a:gd name="connsiteX68" fmla="*/ 106732 w 765852"/>
              <a:gd name="connsiteY68" fmla="*/ 164687 h 260086"/>
              <a:gd name="connsiteX69" fmla="*/ 106713 w 765852"/>
              <a:gd name="connsiteY69" fmla="*/ 62692 h 260086"/>
              <a:gd name="connsiteX70" fmla="*/ 95124 w 765852"/>
              <a:gd name="connsiteY70" fmla="*/ 28700 h 260086"/>
              <a:gd name="connsiteX71" fmla="*/ 93648 w 765852"/>
              <a:gd name="connsiteY71" fmla="*/ 26792 h 260086"/>
              <a:gd name="connsiteX72" fmla="*/ 92172 w 765852"/>
              <a:gd name="connsiteY72" fmla="*/ 28700 h 260086"/>
              <a:gd name="connsiteX73" fmla="*/ 80583 w 765852"/>
              <a:gd name="connsiteY73" fmla="*/ 62692 h 260086"/>
              <a:gd name="connsiteX74" fmla="*/ 47273 w 765852"/>
              <a:gd name="connsiteY74" fmla="*/ 2119 h 260086"/>
              <a:gd name="connsiteX75" fmla="*/ 0 w 765852"/>
              <a:gd name="connsiteY75" fmla="*/ 2119 h 260086"/>
              <a:gd name="connsiteX76" fmla="*/ 0 w 765852"/>
              <a:gd name="connsiteY76" fmla="*/ 26792 h 260086"/>
              <a:gd name="connsiteX77" fmla="*/ 93648 w 765852"/>
              <a:gd name="connsiteY77" fmla="*/ 26792 h 260086"/>
              <a:gd name="connsiteX78" fmla="*/ 91328 w 765852"/>
              <a:gd name="connsiteY78" fmla="*/ 23793 h 260086"/>
              <a:gd name="connsiteX79" fmla="*/ 47273 w 765852"/>
              <a:gd name="connsiteY79" fmla="*/ 2119 h 260086"/>
              <a:gd name="connsiteX80" fmla="*/ 95968 w 765852"/>
              <a:gd name="connsiteY80" fmla="*/ 23793 h 260086"/>
              <a:gd name="connsiteX81" fmla="*/ 93648 w 765852"/>
              <a:gd name="connsiteY81" fmla="*/ 26792 h 260086"/>
              <a:gd name="connsiteX82" fmla="*/ 187296 w 765852"/>
              <a:gd name="connsiteY82" fmla="*/ 26792 h 260086"/>
              <a:gd name="connsiteX83" fmla="*/ 187296 w 765852"/>
              <a:gd name="connsiteY83" fmla="*/ 2119 h 260086"/>
              <a:gd name="connsiteX84" fmla="*/ 140023 w 765852"/>
              <a:gd name="connsiteY84" fmla="*/ 2119 h 260086"/>
              <a:gd name="connsiteX85" fmla="*/ 95958 w 765852"/>
              <a:gd name="connsiteY85" fmla="*/ 23793 h 260086"/>
              <a:gd name="connsiteX86" fmla="*/ 514844 w 765852"/>
              <a:gd name="connsiteY86" fmla="*/ 164677 h 260086"/>
              <a:gd name="connsiteX87" fmla="*/ 540232 w 765852"/>
              <a:gd name="connsiteY87" fmla="*/ 164677 h 260086"/>
              <a:gd name="connsiteX88" fmla="*/ 540232 w 765852"/>
              <a:gd name="connsiteY88" fmla="*/ 2119 h 260086"/>
              <a:gd name="connsiteX89" fmla="*/ 514844 w 765852"/>
              <a:gd name="connsiteY89" fmla="*/ 2119 h 260086"/>
              <a:gd name="connsiteX90" fmla="*/ 514844 w 765852"/>
              <a:gd name="connsiteY90" fmla="*/ 164677 h 260086"/>
              <a:gd name="connsiteX91" fmla="*/ 495205 w 765852"/>
              <a:gd name="connsiteY91" fmla="*/ 259554 h 260086"/>
              <a:gd name="connsiteX92" fmla="*/ 502915 w 765852"/>
              <a:gd name="connsiteY92" fmla="*/ 259554 h 260086"/>
              <a:gd name="connsiteX93" fmla="*/ 502915 w 765852"/>
              <a:gd name="connsiteY93" fmla="*/ 197523 h 260086"/>
              <a:gd name="connsiteX94" fmla="*/ 495205 w 765852"/>
              <a:gd name="connsiteY94" fmla="*/ 197523 h 260086"/>
              <a:gd name="connsiteX95" fmla="*/ 495205 w 765852"/>
              <a:gd name="connsiteY95" fmla="*/ 259554 h 260086"/>
              <a:gd name="connsiteX96" fmla="*/ 544816 w 765852"/>
              <a:gd name="connsiteY96" fmla="*/ 204613 h 260086"/>
              <a:gd name="connsiteX97" fmla="*/ 564923 w 765852"/>
              <a:gd name="connsiteY97" fmla="*/ 204613 h 260086"/>
              <a:gd name="connsiteX98" fmla="*/ 564923 w 765852"/>
              <a:gd name="connsiteY98" fmla="*/ 259554 h 260086"/>
              <a:gd name="connsiteX99" fmla="*/ 572633 w 765852"/>
              <a:gd name="connsiteY99" fmla="*/ 259554 h 260086"/>
              <a:gd name="connsiteX100" fmla="*/ 572633 w 765852"/>
              <a:gd name="connsiteY100" fmla="*/ 204613 h 260086"/>
              <a:gd name="connsiteX101" fmla="*/ 592740 w 765852"/>
              <a:gd name="connsiteY101" fmla="*/ 204613 h 260086"/>
              <a:gd name="connsiteX102" fmla="*/ 592740 w 765852"/>
              <a:gd name="connsiteY102" fmla="*/ 197523 h 260086"/>
              <a:gd name="connsiteX103" fmla="*/ 544816 w 765852"/>
              <a:gd name="connsiteY103" fmla="*/ 197523 h 260086"/>
              <a:gd name="connsiteX104" fmla="*/ 544816 w 765852"/>
              <a:gd name="connsiteY104" fmla="*/ 204613 h 260086"/>
              <a:gd name="connsiteX105" fmla="*/ 287389 w 765852"/>
              <a:gd name="connsiteY105" fmla="*/ 2119 h 260086"/>
              <a:gd name="connsiteX106" fmla="*/ 345234 w 765852"/>
              <a:gd name="connsiteY106" fmla="*/ 140105 h 260086"/>
              <a:gd name="connsiteX107" fmla="*/ 381413 w 765852"/>
              <a:gd name="connsiteY107" fmla="*/ 166796 h 260086"/>
              <a:gd name="connsiteX108" fmla="*/ 382899 w 765852"/>
              <a:gd name="connsiteY108" fmla="*/ 166796 h 260086"/>
              <a:gd name="connsiteX109" fmla="*/ 316692 w 765852"/>
              <a:gd name="connsiteY109" fmla="*/ 2119 h 260086"/>
              <a:gd name="connsiteX110" fmla="*/ 287389 w 765852"/>
              <a:gd name="connsiteY110" fmla="*/ 2119 h 260086"/>
              <a:gd name="connsiteX111" fmla="*/ 443549 w 765852"/>
              <a:gd name="connsiteY111" fmla="*/ 199871 h 260086"/>
              <a:gd name="connsiteX112" fmla="*/ 432739 w 765852"/>
              <a:gd name="connsiteY112" fmla="*/ 197523 h 260086"/>
              <a:gd name="connsiteX113" fmla="*/ 408910 w 765852"/>
              <a:gd name="connsiteY113" fmla="*/ 197523 h 260086"/>
              <a:gd name="connsiteX114" fmla="*/ 408910 w 765852"/>
              <a:gd name="connsiteY114" fmla="*/ 259554 h 260086"/>
              <a:gd name="connsiteX115" fmla="*/ 416621 w 765852"/>
              <a:gd name="connsiteY115" fmla="*/ 259554 h 260086"/>
              <a:gd name="connsiteX116" fmla="*/ 416621 w 765852"/>
              <a:gd name="connsiteY116" fmla="*/ 235716 h 260086"/>
              <a:gd name="connsiteX117" fmla="*/ 432748 w 765852"/>
              <a:gd name="connsiteY117" fmla="*/ 235716 h 260086"/>
              <a:gd name="connsiteX118" fmla="*/ 443512 w 765852"/>
              <a:gd name="connsiteY118" fmla="*/ 233368 h 260086"/>
              <a:gd name="connsiteX119" fmla="*/ 450728 w 765852"/>
              <a:gd name="connsiteY119" fmla="*/ 226681 h 260086"/>
              <a:gd name="connsiteX120" fmla="*/ 453295 w 765852"/>
              <a:gd name="connsiteY120" fmla="*/ 216583 h 260086"/>
              <a:gd name="connsiteX121" fmla="*/ 450774 w 765852"/>
              <a:gd name="connsiteY121" fmla="*/ 206521 h 260086"/>
              <a:gd name="connsiteX122" fmla="*/ 443558 w 765852"/>
              <a:gd name="connsiteY122" fmla="*/ 199871 h 260086"/>
              <a:gd name="connsiteX123" fmla="*/ 441779 w 765852"/>
              <a:gd name="connsiteY123" fmla="*/ 225351 h 260086"/>
              <a:gd name="connsiteX124" fmla="*/ 432033 w 765852"/>
              <a:gd name="connsiteY124" fmla="*/ 228635 h 260086"/>
              <a:gd name="connsiteX125" fmla="*/ 416621 w 765852"/>
              <a:gd name="connsiteY125" fmla="*/ 228635 h 260086"/>
              <a:gd name="connsiteX126" fmla="*/ 416621 w 765852"/>
              <a:gd name="connsiteY126" fmla="*/ 204622 h 260086"/>
              <a:gd name="connsiteX127" fmla="*/ 432125 w 765852"/>
              <a:gd name="connsiteY127" fmla="*/ 204622 h 260086"/>
              <a:gd name="connsiteX128" fmla="*/ 441825 w 765852"/>
              <a:gd name="connsiteY128" fmla="*/ 207860 h 260086"/>
              <a:gd name="connsiteX129" fmla="*/ 445410 w 765852"/>
              <a:gd name="connsiteY129" fmla="*/ 216592 h 260086"/>
              <a:gd name="connsiteX130" fmla="*/ 441779 w 765852"/>
              <a:gd name="connsiteY130" fmla="*/ 225361 h 260086"/>
              <a:gd name="connsiteX131" fmla="*/ 382889 w 765852"/>
              <a:gd name="connsiteY131" fmla="*/ 166805 h 260086"/>
              <a:gd name="connsiteX132" fmla="*/ 384375 w 765852"/>
              <a:gd name="connsiteY132" fmla="*/ 166805 h 260086"/>
              <a:gd name="connsiteX133" fmla="*/ 420554 w 765852"/>
              <a:gd name="connsiteY133" fmla="*/ 140114 h 260086"/>
              <a:gd name="connsiteX134" fmla="*/ 478399 w 765852"/>
              <a:gd name="connsiteY134" fmla="*/ 2128 h 260086"/>
              <a:gd name="connsiteX135" fmla="*/ 449096 w 765852"/>
              <a:gd name="connsiteY135" fmla="*/ 2128 h 260086"/>
              <a:gd name="connsiteX136" fmla="*/ 382889 w 765852"/>
              <a:gd name="connsiteY136" fmla="*/ 166814 h 260086"/>
              <a:gd name="connsiteX137" fmla="*/ 644368 w 765852"/>
              <a:gd name="connsiteY137" fmla="*/ 197523 h 260086"/>
              <a:gd name="connsiteX138" fmla="*/ 620714 w 765852"/>
              <a:gd name="connsiteY138" fmla="*/ 259554 h 260086"/>
              <a:gd name="connsiteX139" fmla="*/ 628690 w 765852"/>
              <a:gd name="connsiteY139" fmla="*/ 259554 h 260086"/>
              <a:gd name="connsiteX140" fmla="*/ 635246 w 765852"/>
              <a:gd name="connsiteY140" fmla="*/ 242806 h 260086"/>
              <a:gd name="connsiteX141" fmla="*/ 662266 w 765852"/>
              <a:gd name="connsiteY141" fmla="*/ 242806 h 260086"/>
              <a:gd name="connsiteX142" fmla="*/ 668821 w 765852"/>
              <a:gd name="connsiteY142" fmla="*/ 259554 h 260086"/>
              <a:gd name="connsiteX143" fmla="*/ 677055 w 765852"/>
              <a:gd name="connsiteY143" fmla="*/ 259554 h 260086"/>
              <a:gd name="connsiteX144" fmla="*/ 653491 w 765852"/>
              <a:gd name="connsiteY144" fmla="*/ 197523 h 260086"/>
              <a:gd name="connsiteX145" fmla="*/ 644368 w 765852"/>
              <a:gd name="connsiteY145" fmla="*/ 197523 h 260086"/>
              <a:gd name="connsiteX146" fmla="*/ 637547 w 765852"/>
              <a:gd name="connsiteY146" fmla="*/ 235808 h 260086"/>
              <a:gd name="connsiteX147" fmla="*/ 648705 w 765852"/>
              <a:gd name="connsiteY147" fmla="*/ 205943 h 260086"/>
              <a:gd name="connsiteX148" fmla="*/ 659955 w 765852"/>
              <a:gd name="connsiteY148" fmla="*/ 235808 h 260086"/>
              <a:gd name="connsiteX149" fmla="*/ 637538 w 765852"/>
              <a:gd name="connsiteY149" fmla="*/ 235808 h 260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</a:cxnLst>
            <a:rect l="l" t="t" r="r" b="b"/>
            <a:pathLst>
              <a:path w="765852" h="260086">
                <a:moveTo>
                  <a:pt x="739575" y="143884"/>
                </a:moveTo>
                <a:cubicBezTo>
                  <a:pt x="756519" y="128906"/>
                  <a:pt x="765852" y="107425"/>
                  <a:pt x="765852" y="83403"/>
                </a:cubicBezTo>
                <a:cubicBezTo>
                  <a:pt x="765852" y="59381"/>
                  <a:pt x="756519" y="37899"/>
                  <a:pt x="739575" y="22921"/>
                </a:cubicBezTo>
                <a:cubicBezTo>
                  <a:pt x="722613" y="7925"/>
                  <a:pt x="699307" y="0"/>
                  <a:pt x="672177" y="0"/>
                </a:cubicBezTo>
                <a:cubicBezTo>
                  <a:pt x="645047" y="0"/>
                  <a:pt x="621740" y="7925"/>
                  <a:pt x="604779" y="22921"/>
                </a:cubicBezTo>
                <a:cubicBezTo>
                  <a:pt x="587835" y="37899"/>
                  <a:pt x="578501" y="59381"/>
                  <a:pt x="578501" y="83403"/>
                </a:cubicBezTo>
                <a:cubicBezTo>
                  <a:pt x="578501" y="107425"/>
                  <a:pt x="587835" y="128906"/>
                  <a:pt x="604779" y="143884"/>
                </a:cubicBezTo>
                <a:cubicBezTo>
                  <a:pt x="621740" y="158881"/>
                  <a:pt x="645047" y="166805"/>
                  <a:pt x="672177" y="166805"/>
                </a:cubicBezTo>
                <a:cubicBezTo>
                  <a:pt x="699307" y="166805"/>
                  <a:pt x="722613" y="158881"/>
                  <a:pt x="739575" y="143884"/>
                </a:cubicBezTo>
                <a:close/>
                <a:moveTo>
                  <a:pt x="604595" y="83403"/>
                </a:moveTo>
                <a:cubicBezTo>
                  <a:pt x="604595" y="66489"/>
                  <a:pt x="610821" y="52135"/>
                  <a:pt x="622611" y="41871"/>
                </a:cubicBezTo>
                <a:cubicBezTo>
                  <a:pt x="634751" y="31305"/>
                  <a:pt x="651887" y="25719"/>
                  <a:pt x="672177" y="25719"/>
                </a:cubicBezTo>
                <a:cubicBezTo>
                  <a:pt x="692467" y="25719"/>
                  <a:pt x="709603" y="31305"/>
                  <a:pt x="721742" y="41871"/>
                </a:cubicBezTo>
                <a:cubicBezTo>
                  <a:pt x="733524" y="52126"/>
                  <a:pt x="739759" y="66489"/>
                  <a:pt x="739759" y="83403"/>
                </a:cubicBezTo>
                <a:cubicBezTo>
                  <a:pt x="739759" y="100316"/>
                  <a:pt x="733533" y="114671"/>
                  <a:pt x="721742" y="124934"/>
                </a:cubicBezTo>
                <a:cubicBezTo>
                  <a:pt x="709603" y="135501"/>
                  <a:pt x="692467" y="141077"/>
                  <a:pt x="672177" y="141077"/>
                </a:cubicBezTo>
                <a:cubicBezTo>
                  <a:pt x="651887" y="141077"/>
                  <a:pt x="634741" y="135491"/>
                  <a:pt x="622611" y="124934"/>
                </a:cubicBezTo>
                <a:cubicBezTo>
                  <a:pt x="610830" y="114671"/>
                  <a:pt x="604595" y="100316"/>
                  <a:pt x="604595" y="83403"/>
                </a:cubicBezTo>
                <a:close/>
                <a:moveTo>
                  <a:pt x="238310" y="207181"/>
                </a:moveTo>
                <a:cubicBezTo>
                  <a:pt x="241556" y="205118"/>
                  <a:pt x="245306" y="204081"/>
                  <a:pt x="249560" y="204081"/>
                </a:cubicBezTo>
                <a:cubicBezTo>
                  <a:pt x="254282" y="204081"/>
                  <a:pt x="258288" y="205292"/>
                  <a:pt x="261562" y="207713"/>
                </a:cubicBezTo>
                <a:cubicBezTo>
                  <a:pt x="264835" y="210135"/>
                  <a:pt x="267035" y="213501"/>
                  <a:pt x="268163" y="217812"/>
                </a:cubicBezTo>
                <a:lnTo>
                  <a:pt x="275874" y="217812"/>
                </a:lnTo>
                <a:cubicBezTo>
                  <a:pt x="274691" y="211373"/>
                  <a:pt x="271784" y="206292"/>
                  <a:pt x="267145" y="202568"/>
                </a:cubicBezTo>
                <a:cubicBezTo>
                  <a:pt x="262506" y="198844"/>
                  <a:pt x="256766" y="196982"/>
                  <a:pt x="249917" y="196982"/>
                </a:cubicBezTo>
                <a:cubicBezTo>
                  <a:pt x="244013" y="196982"/>
                  <a:pt x="238814" y="198293"/>
                  <a:pt x="234322" y="200926"/>
                </a:cubicBezTo>
                <a:cubicBezTo>
                  <a:pt x="229838" y="203558"/>
                  <a:pt x="226382" y="207264"/>
                  <a:pt x="223961" y="212052"/>
                </a:cubicBezTo>
                <a:cubicBezTo>
                  <a:pt x="221541" y="216840"/>
                  <a:pt x="220330" y="222334"/>
                  <a:pt x="220330" y="228534"/>
                </a:cubicBezTo>
                <a:cubicBezTo>
                  <a:pt x="220330" y="234734"/>
                  <a:pt x="221541" y="240302"/>
                  <a:pt x="223961" y="245062"/>
                </a:cubicBezTo>
                <a:cubicBezTo>
                  <a:pt x="226382" y="249823"/>
                  <a:pt x="229838" y="253510"/>
                  <a:pt x="234322" y="256142"/>
                </a:cubicBezTo>
                <a:cubicBezTo>
                  <a:pt x="238805" y="258775"/>
                  <a:pt x="244004" y="260086"/>
                  <a:pt x="249917" y="260086"/>
                </a:cubicBezTo>
                <a:cubicBezTo>
                  <a:pt x="256831" y="260086"/>
                  <a:pt x="262570" y="258224"/>
                  <a:pt x="267145" y="254501"/>
                </a:cubicBezTo>
                <a:cubicBezTo>
                  <a:pt x="271720" y="250777"/>
                  <a:pt x="274599" y="245695"/>
                  <a:pt x="275782" y="239256"/>
                </a:cubicBezTo>
                <a:lnTo>
                  <a:pt x="268071" y="239256"/>
                </a:lnTo>
                <a:cubicBezTo>
                  <a:pt x="266888" y="243631"/>
                  <a:pt x="264706" y="247007"/>
                  <a:pt x="261516" y="249401"/>
                </a:cubicBezTo>
                <a:cubicBezTo>
                  <a:pt x="258325" y="251795"/>
                  <a:pt x="254337" y="252987"/>
                  <a:pt x="249560" y="252987"/>
                </a:cubicBezTo>
                <a:cubicBezTo>
                  <a:pt x="245306" y="252987"/>
                  <a:pt x="241556" y="251951"/>
                  <a:pt x="238310" y="249887"/>
                </a:cubicBezTo>
                <a:cubicBezTo>
                  <a:pt x="235064" y="247823"/>
                  <a:pt x="232561" y="244925"/>
                  <a:pt x="230828" y="241201"/>
                </a:cubicBezTo>
                <a:cubicBezTo>
                  <a:pt x="229086" y="237477"/>
                  <a:pt x="228215" y="233258"/>
                  <a:pt x="228215" y="228525"/>
                </a:cubicBezTo>
                <a:cubicBezTo>
                  <a:pt x="228215" y="223792"/>
                  <a:pt x="229086" y="219499"/>
                  <a:pt x="230828" y="215812"/>
                </a:cubicBezTo>
                <a:cubicBezTo>
                  <a:pt x="232570" y="212125"/>
                  <a:pt x="235064" y="209245"/>
                  <a:pt x="238310" y="207172"/>
                </a:cubicBezTo>
                <a:close/>
                <a:moveTo>
                  <a:pt x="335580" y="197523"/>
                </a:moveTo>
                <a:lnTo>
                  <a:pt x="311925" y="259554"/>
                </a:lnTo>
                <a:lnTo>
                  <a:pt x="319892" y="259554"/>
                </a:lnTo>
                <a:lnTo>
                  <a:pt x="326448" y="242806"/>
                </a:lnTo>
                <a:lnTo>
                  <a:pt x="353467" y="242806"/>
                </a:lnTo>
                <a:lnTo>
                  <a:pt x="360023" y="259554"/>
                </a:lnTo>
                <a:lnTo>
                  <a:pt x="368256" y="259554"/>
                </a:lnTo>
                <a:lnTo>
                  <a:pt x="344693" y="197523"/>
                </a:lnTo>
                <a:lnTo>
                  <a:pt x="335570" y="197523"/>
                </a:lnTo>
                <a:close/>
                <a:moveTo>
                  <a:pt x="328758" y="235808"/>
                </a:moveTo>
                <a:lnTo>
                  <a:pt x="339916" y="205943"/>
                </a:lnTo>
                <a:lnTo>
                  <a:pt x="351166" y="235808"/>
                </a:lnTo>
                <a:lnTo>
                  <a:pt x="328749" y="235808"/>
                </a:lnTo>
                <a:close/>
                <a:moveTo>
                  <a:pt x="725437" y="197523"/>
                </a:moveTo>
                <a:lnTo>
                  <a:pt x="717736" y="197523"/>
                </a:lnTo>
                <a:lnTo>
                  <a:pt x="717736" y="259554"/>
                </a:lnTo>
                <a:lnTo>
                  <a:pt x="753704" y="259554"/>
                </a:lnTo>
                <a:lnTo>
                  <a:pt x="753704" y="252464"/>
                </a:lnTo>
                <a:lnTo>
                  <a:pt x="725446" y="252464"/>
                </a:lnTo>
                <a:lnTo>
                  <a:pt x="725446" y="197523"/>
                </a:lnTo>
                <a:close/>
                <a:moveTo>
                  <a:pt x="250953" y="2119"/>
                </a:moveTo>
                <a:lnTo>
                  <a:pt x="225566" y="2119"/>
                </a:lnTo>
                <a:lnTo>
                  <a:pt x="225566" y="164677"/>
                </a:lnTo>
                <a:lnTo>
                  <a:pt x="250953" y="164677"/>
                </a:lnTo>
                <a:lnTo>
                  <a:pt x="250953" y="2119"/>
                </a:lnTo>
                <a:close/>
                <a:moveTo>
                  <a:pt x="80592" y="62692"/>
                </a:moveTo>
                <a:lnTo>
                  <a:pt x="80592" y="164687"/>
                </a:lnTo>
                <a:cubicBezTo>
                  <a:pt x="80592" y="164687"/>
                  <a:pt x="106732" y="164687"/>
                  <a:pt x="106732" y="164687"/>
                </a:cubicBezTo>
                <a:lnTo>
                  <a:pt x="106713" y="62692"/>
                </a:lnTo>
                <a:cubicBezTo>
                  <a:pt x="106713" y="50282"/>
                  <a:pt x="102707" y="38523"/>
                  <a:pt x="95124" y="28700"/>
                </a:cubicBezTo>
                <a:lnTo>
                  <a:pt x="93648" y="26792"/>
                </a:lnTo>
                <a:lnTo>
                  <a:pt x="92172" y="28700"/>
                </a:lnTo>
                <a:cubicBezTo>
                  <a:pt x="84589" y="38523"/>
                  <a:pt x="80583" y="50273"/>
                  <a:pt x="80583" y="62692"/>
                </a:cubicBezTo>
                <a:close/>
                <a:moveTo>
                  <a:pt x="47273" y="2119"/>
                </a:moveTo>
                <a:lnTo>
                  <a:pt x="0" y="2119"/>
                </a:lnTo>
                <a:lnTo>
                  <a:pt x="0" y="26792"/>
                </a:lnTo>
                <a:lnTo>
                  <a:pt x="93648" y="26792"/>
                </a:lnTo>
                <a:lnTo>
                  <a:pt x="91328" y="23793"/>
                </a:lnTo>
                <a:cubicBezTo>
                  <a:pt x="80693" y="10025"/>
                  <a:pt x="64629" y="2119"/>
                  <a:pt x="47273" y="2119"/>
                </a:cubicBezTo>
                <a:close/>
                <a:moveTo>
                  <a:pt x="95968" y="23793"/>
                </a:moveTo>
                <a:lnTo>
                  <a:pt x="93648" y="26792"/>
                </a:lnTo>
                <a:lnTo>
                  <a:pt x="187296" y="26792"/>
                </a:lnTo>
                <a:lnTo>
                  <a:pt x="187296" y="2119"/>
                </a:lnTo>
                <a:lnTo>
                  <a:pt x="140023" y="2119"/>
                </a:lnTo>
                <a:cubicBezTo>
                  <a:pt x="122657" y="2119"/>
                  <a:pt x="106603" y="10016"/>
                  <a:pt x="95958" y="23793"/>
                </a:cubicBezTo>
                <a:close/>
                <a:moveTo>
                  <a:pt x="514844" y="164677"/>
                </a:moveTo>
                <a:lnTo>
                  <a:pt x="540232" y="164677"/>
                </a:lnTo>
                <a:lnTo>
                  <a:pt x="540232" y="2119"/>
                </a:lnTo>
                <a:lnTo>
                  <a:pt x="514844" y="2119"/>
                </a:lnTo>
                <a:lnTo>
                  <a:pt x="514844" y="164677"/>
                </a:lnTo>
                <a:close/>
                <a:moveTo>
                  <a:pt x="495205" y="259554"/>
                </a:moveTo>
                <a:lnTo>
                  <a:pt x="502915" y="259554"/>
                </a:lnTo>
                <a:lnTo>
                  <a:pt x="502915" y="197523"/>
                </a:lnTo>
                <a:lnTo>
                  <a:pt x="495205" y="197523"/>
                </a:lnTo>
                <a:lnTo>
                  <a:pt x="495205" y="259554"/>
                </a:lnTo>
                <a:close/>
                <a:moveTo>
                  <a:pt x="544816" y="204613"/>
                </a:moveTo>
                <a:lnTo>
                  <a:pt x="564923" y="204613"/>
                </a:lnTo>
                <a:lnTo>
                  <a:pt x="564923" y="259554"/>
                </a:lnTo>
                <a:lnTo>
                  <a:pt x="572633" y="259554"/>
                </a:lnTo>
                <a:lnTo>
                  <a:pt x="572633" y="204613"/>
                </a:lnTo>
                <a:lnTo>
                  <a:pt x="592740" y="204613"/>
                </a:lnTo>
                <a:lnTo>
                  <a:pt x="592740" y="197523"/>
                </a:lnTo>
                <a:lnTo>
                  <a:pt x="544816" y="197523"/>
                </a:lnTo>
                <a:lnTo>
                  <a:pt x="544816" y="204613"/>
                </a:lnTo>
                <a:close/>
                <a:moveTo>
                  <a:pt x="287389" y="2119"/>
                </a:moveTo>
                <a:cubicBezTo>
                  <a:pt x="287389" y="2119"/>
                  <a:pt x="335680" y="117220"/>
                  <a:pt x="345234" y="140105"/>
                </a:cubicBezTo>
                <a:cubicBezTo>
                  <a:pt x="356374" y="166796"/>
                  <a:pt x="374464" y="166796"/>
                  <a:pt x="381413" y="166796"/>
                </a:cubicBezTo>
                <a:lnTo>
                  <a:pt x="382899" y="166796"/>
                </a:lnTo>
                <a:lnTo>
                  <a:pt x="316692" y="2119"/>
                </a:lnTo>
                <a:lnTo>
                  <a:pt x="287389" y="2119"/>
                </a:lnTo>
                <a:close/>
                <a:moveTo>
                  <a:pt x="443549" y="199871"/>
                </a:moveTo>
                <a:cubicBezTo>
                  <a:pt x="440413" y="198303"/>
                  <a:pt x="436819" y="197523"/>
                  <a:pt x="432739" y="197523"/>
                </a:cubicBezTo>
                <a:lnTo>
                  <a:pt x="408910" y="197523"/>
                </a:lnTo>
                <a:lnTo>
                  <a:pt x="408910" y="259554"/>
                </a:lnTo>
                <a:lnTo>
                  <a:pt x="416621" y="259554"/>
                </a:lnTo>
                <a:lnTo>
                  <a:pt x="416621" y="235716"/>
                </a:lnTo>
                <a:lnTo>
                  <a:pt x="432748" y="235716"/>
                </a:lnTo>
                <a:cubicBezTo>
                  <a:pt x="436819" y="235716"/>
                  <a:pt x="440413" y="234936"/>
                  <a:pt x="443512" y="233368"/>
                </a:cubicBezTo>
                <a:cubicBezTo>
                  <a:pt x="446611" y="231799"/>
                  <a:pt x="449013" y="229571"/>
                  <a:pt x="450728" y="226681"/>
                </a:cubicBezTo>
                <a:cubicBezTo>
                  <a:pt x="452442" y="223783"/>
                  <a:pt x="453295" y="220417"/>
                  <a:pt x="453295" y="216583"/>
                </a:cubicBezTo>
                <a:cubicBezTo>
                  <a:pt x="453295" y="212749"/>
                  <a:pt x="452452" y="209392"/>
                  <a:pt x="450774" y="206521"/>
                </a:cubicBezTo>
                <a:cubicBezTo>
                  <a:pt x="449087" y="203659"/>
                  <a:pt x="446685" y="201439"/>
                  <a:pt x="443558" y="199871"/>
                </a:cubicBezTo>
                <a:close/>
                <a:moveTo>
                  <a:pt x="441779" y="225351"/>
                </a:moveTo>
                <a:cubicBezTo>
                  <a:pt x="439359" y="227534"/>
                  <a:pt x="436113" y="228635"/>
                  <a:pt x="432033" y="228635"/>
                </a:cubicBezTo>
                <a:lnTo>
                  <a:pt x="416621" y="228635"/>
                </a:lnTo>
                <a:lnTo>
                  <a:pt x="416621" y="204622"/>
                </a:lnTo>
                <a:lnTo>
                  <a:pt x="432125" y="204622"/>
                </a:lnTo>
                <a:cubicBezTo>
                  <a:pt x="436196" y="204622"/>
                  <a:pt x="439432" y="205705"/>
                  <a:pt x="441825" y="207860"/>
                </a:cubicBezTo>
                <a:cubicBezTo>
                  <a:pt x="444218" y="210015"/>
                  <a:pt x="445410" y="212923"/>
                  <a:pt x="445410" y="216592"/>
                </a:cubicBezTo>
                <a:cubicBezTo>
                  <a:pt x="445410" y="220261"/>
                  <a:pt x="444200" y="223178"/>
                  <a:pt x="441779" y="225361"/>
                </a:cubicBezTo>
                <a:close/>
                <a:moveTo>
                  <a:pt x="382889" y="166805"/>
                </a:moveTo>
                <a:lnTo>
                  <a:pt x="384375" y="166805"/>
                </a:lnTo>
                <a:cubicBezTo>
                  <a:pt x="391334" y="166805"/>
                  <a:pt x="409423" y="166805"/>
                  <a:pt x="420554" y="140114"/>
                </a:cubicBezTo>
                <a:cubicBezTo>
                  <a:pt x="430099" y="117230"/>
                  <a:pt x="478399" y="2128"/>
                  <a:pt x="478399" y="2128"/>
                </a:cubicBezTo>
                <a:lnTo>
                  <a:pt x="449096" y="2128"/>
                </a:lnTo>
                <a:lnTo>
                  <a:pt x="382889" y="166814"/>
                </a:lnTo>
                <a:close/>
                <a:moveTo>
                  <a:pt x="644368" y="197523"/>
                </a:moveTo>
                <a:lnTo>
                  <a:pt x="620714" y="259554"/>
                </a:lnTo>
                <a:lnTo>
                  <a:pt x="628690" y="259554"/>
                </a:lnTo>
                <a:lnTo>
                  <a:pt x="635246" y="242806"/>
                </a:lnTo>
                <a:lnTo>
                  <a:pt x="662266" y="242806"/>
                </a:lnTo>
                <a:lnTo>
                  <a:pt x="668821" y="259554"/>
                </a:lnTo>
                <a:lnTo>
                  <a:pt x="677055" y="259554"/>
                </a:lnTo>
                <a:lnTo>
                  <a:pt x="653491" y="197523"/>
                </a:lnTo>
                <a:lnTo>
                  <a:pt x="644368" y="197523"/>
                </a:lnTo>
                <a:close/>
                <a:moveTo>
                  <a:pt x="637547" y="235808"/>
                </a:moveTo>
                <a:lnTo>
                  <a:pt x="648705" y="205943"/>
                </a:lnTo>
                <a:lnTo>
                  <a:pt x="659955" y="235808"/>
                </a:lnTo>
                <a:lnTo>
                  <a:pt x="637538" y="235808"/>
                </a:lnTo>
                <a:close/>
              </a:path>
            </a:pathLst>
          </a:custGeom>
          <a:solidFill>
            <a:schemeClr val="bg1"/>
          </a:solidFill>
          <a:ln w="1061" cap="flat">
            <a:noFill/>
            <a:prstDash val="solid"/>
            <a:miter/>
          </a:ln>
        </p:spPr>
        <p:txBody>
          <a:bodyPr rtlCol="0" anchor="ctr"/>
          <a:lstStyle/>
          <a:p>
            <a:endParaRPr lang="pt-BR" sz="1092">
              <a:solidFill>
                <a:schemeClr val="bg1"/>
              </a:solidFill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B199F5B5-BC6B-B426-BC59-B48B46CF1637}"/>
              </a:ext>
            </a:extLst>
          </p:cNvPr>
          <p:cNvCxnSpPr/>
          <p:nvPr userDrawn="1"/>
        </p:nvCxnSpPr>
        <p:spPr>
          <a:xfrm>
            <a:off x="334964" y="185353"/>
            <a:ext cx="10415415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073570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469">
          <p15:clr>
            <a:srgbClr val="FBAE40"/>
          </p15:clr>
        </p15:guide>
        <p15:guide id="2" orient="horz" pos="3974">
          <p15:clr>
            <a:srgbClr val="FBAE40"/>
          </p15:clr>
        </p15:guide>
        <p15:guide id="3" orient="horz" pos="232">
          <p15:clr>
            <a:srgbClr val="FBAE40"/>
          </p15:clr>
        </p15:guide>
        <p15:guide id="4" pos="211">
          <p15:clr>
            <a:srgbClr val="FBAE40"/>
          </p15:clr>
        </p15:guide>
        <p15:guide id="5" orient="horz" pos="4065">
          <p15:clr>
            <a:srgbClr val="FBAE40"/>
          </p15:clr>
        </p15:guide>
        <p15:guide id="6" orient="horz" pos="799">
          <p15:clr>
            <a:srgbClr val="FBAE40"/>
          </p15:clr>
        </p15:guide>
        <p15:guide id="7" orient="horz" pos="935">
          <p15:clr>
            <a:srgbClr val="FBAE40"/>
          </p15:clr>
        </p15:guide>
      </p15:sldGuideLst>
    </p:ext>
  </p:extLst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ítulo | Box superior - High Grade">
    <p:bg>
      <p:bgPr>
        <a:gradFill>
          <a:gsLst>
            <a:gs pos="81000">
              <a:schemeClr val="tx1">
                <a:lumMod val="85000"/>
                <a:lumOff val="15000"/>
              </a:schemeClr>
            </a:gs>
            <a:gs pos="100000">
              <a:schemeClr val="tx1">
                <a:lumMod val="95000"/>
                <a:lumOff val="5000"/>
              </a:schemeClr>
            </a:gs>
            <a:gs pos="0">
              <a:schemeClr val="accent1"/>
            </a:gs>
          </a:gsLst>
          <a:lin ang="7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132BCE3-A04F-8602-64F7-7623C7EAF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61763" y="6482556"/>
            <a:ext cx="295275" cy="1692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 sz="1100">
                <a:solidFill>
                  <a:schemeClr val="bg1"/>
                </a:solidFill>
                <a:latin typeface="Versos" panose="020B0503020204030204" pitchFamily="34" charset="0"/>
                <a:cs typeface="Versos" panose="020B0503020204030204" pitchFamily="34" charset="0"/>
              </a:defRPr>
            </a:lvl1pPr>
          </a:lstStyle>
          <a:p>
            <a:fld id="{77667D73-C69A-4DAA-9003-24A825D36FE9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B13D7C-5A47-B0DF-B518-26E79F5D2DB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64" y="368301"/>
            <a:ext cx="10183813" cy="4308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err="1"/>
              <a:t>Título</a:t>
            </a:r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401465E-A8CD-A3BA-BE2A-9597492FDC6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4963" y="6482556"/>
            <a:ext cx="10980000" cy="180000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900">
                <a:latin typeface="Versos Light" panose="020B0403020204030204" pitchFamily="34" charset="0"/>
              </a:defRPr>
            </a:lvl2pPr>
            <a:lvl3pPr>
              <a:defRPr sz="900">
                <a:latin typeface="Versos Light" panose="020B0403020204030204" pitchFamily="34" charset="0"/>
              </a:defRPr>
            </a:lvl3pPr>
            <a:lvl4pPr>
              <a:defRPr sz="900">
                <a:latin typeface="Versos Light" panose="020B0403020204030204" pitchFamily="34" charset="0"/>
              </a:defRPr>
            </a:lvl4pPr>
            <a:lvl5pPr>
              <a:defRPr sz="900">
                <a:latin typeface="Versos Light" panose="020B0403020204030204" pitchFamily="34" charset="0"/>
              </a:defRPr>
            </a:lvl5pPr>
          </a:lstStyle>
          <a:p>
            <a:pPr lvl="0"/>
            <a:r>
              <a:rPr lang="en-US"/>
              <a:t>Fonte:</a:t>
            </a:r>
            <a:endParaRPr lang="pt-BR"/>
          </a:p>
        </p:txBody>
      </p:sp>
      <p:sp>
        <p:nvSpPr>
          <p:cNvPr id="10" name="Retângulo 5">
            <a:extLst>
              <a:ext uri="{FF2B5EF4-FFF2-40B4-BE49-F238E27FC236}">
                <a16:creationId xmlns:a16="http://schemas.microsoft.com/office/drawing/2014/main" id="{7D36360D-ABDB-2B93-AA05-C90BA9D483DB}"/>
              </a:ext>
            </a:extLst>
          </p:cNvPr>
          <p:cNvSpPr/>
          <p:nvPr userDrawn="1"/>
        </p:nvSpPr>
        <p:spPr>
          <a:xfrm>
            <a:off x="0" y="807794"/>
            <a:ext cx="12192000" cy="209118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092">
              <a:latin typeface="Versos" panose="020B0503020204030204" pitchFamily="34" charset="0"/>
            </a:endParaRP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2BF5896-7E11-14FB-06A4-95B1CAD37BF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83428" y="1045525"/>
            <a:ext cx="5421301" cy="156104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>
                <a:solidFill>
                  <a:schemeClr val="tx1"/>
                </a:solidFill>
                <a:latin typeface="Versos Light" panose="020B04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2" name="Conector Reto 6">
            <a:extLst>
              <a:ext uri="{FF2B5EF4-FFF2-40B4-BE49-F238E27FC236}">
                <a16:creationId xmlns:a16="http://schemas.microsoft.com/office/drawing/2014/main" id="{93D24C85-FAB3-23B7-3282-C0255DE4BF50}"/>
              </a:ext>
            </a:extLst>
          </p:cNvPr>
          <p:cNvCxnSpPr/>
          <p:nvPr userDrawn="1"/>
        </p:nvCxnSpPr>
        <p:spPr>
          <a:xfrm>
            <a:off x="583096" y="1364974"/>
            <a:ext cx="0" cy="156211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Reto 7">
            <a:extLst>
              <a:ext uri="{FF2B5EF4-FFF2-40B4-BE49-F238E27FC236}">
                <a16:creationId xmlns:a16="http://schemas.microsoft.com/office/drawing/2014/main" id="{A040BC7F-4356-241E-DE98-A14572A424F9}"/>
              </a:ext>
            </a:extLst>
          </p:cNvPr>
          <p:cNvCxnSpPr>
            <a:cxnSpLocks/>
          </p:cNvCxnSpPr>
          <p:nvPr userDrawn="1"/>
        </p:nvCxnSpPr>
        <p:spPr>
          <a:xfrm>
            <a:off x="6336683" y="1364974"/>
            <a:ext cx="0" cy="156211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3D29ABC6-2275-8D02-5D8F-6C312831087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437015" y="1045525"/>
            <a:ext cx="5420023" cy="158838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>
                <a:solidFill>
                  <a:schemeClr val="tx1"/>
                </a:solidFill>
                <a:latin typeface="Versos Light" panose="020B04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8">
            <a:extLst>
              <a:ext uri="{FF2B5EF4-FFF2-40B4-BE49-F238E27FC236}">
                <a16:creationId xmlns:a16="http://schemas.microsoft.com/office/drawing/2014/main" id="{D0831873-076C-11EE-AA1E-02508B9C565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86448" y="3021652"/>
            <a:ext cx="5296913" cy="23011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8">
            <a:extLst>
              <a:ext uri="{FF2B5EF4-FFF2-40B4-BE49-F238E27FC236}">
                <a16:creationId xmlns:a16="http://schemas.microsoft.com/office/drawing/2014/main" id="{89936DB2-1144-3AFC-1BBA-E1BDEB5020C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435706" y="3021652"/>
            <a:ext cx="5421332" cy="23011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Picture 8">
            <a:extLst>
              <a:ext uri="{FF2B5EF4-FFF2-40B4-BE49-F238E27FC236}">
                <a16:creationId xmlns:a16="http://schemas.microsoft.com/office/drawing/2014/main" id="{C3DE3459-A0CC-6831-FC59-0F2863B6F3C9}"/>
              </a:ext>
            </a:extLst>
          </p:cNvPr>
          <p:cNvSpPr/>
          <p:nvPr userDrawn="1"/>
        </p:nvSpPr>
        <p:spPr>
          <a:xfrm>
            <a:off x="11091186" y="377179"/>
            <a:ext cx="765852" cy="260086"/>
          </a:xfrm>
          <a:custGeom>
            <a:avLst/>
            <a:gdLst>
              <a:gd name="connsiteX0" fmla="*/ 739575 w 765852"/>
              <a:gd name="connsiteY0" fmla="*/ 143884 h 260086"/>
              <a:gd name="connsiteX1" fmla="*/ 765852 w 765852"/>
              <a:gd name="connsiteY1" fmla="*/ 83403 h 260086"/>
              <a:gd name="connsiteX2" fmla="*/ 739575 w 765852"/>
              <a:gd name="connsiteY2" fmla="*/ 22921 h 260086"/>
              <a:gd name="connsiteX3" fmla="*/ 672177 w 765852"/>
              <a:gd name="connsiteY3" fmla="*/ 0 h 260086"/>
              <a:gd name="connsiteX4" fmla="*/ 604779 w 765852"/>
              <a:gd name="connsiteY4" fmla="*/ 22921 h 260086"/>
              <a:gd name="connsiteX5" fmla="*/ 578501 w 765852"/>
              <a:gd name="connsiteY5" fmla="*/ 83403 h 260086"/>
              <a:gd name="connsiteX6" fmla="*/ 604779 w 765852"/>
              <a:gd name="connsiteY6" fmla="*/ 143884 h 260086"/>
              <a:gd name="connsiteX7" fmla="*/ 672177 w 765852"/>
              <a:gd name="connsiteY7" fmla="*/ 166805 h 260086"/>
              <a:gd name="connsiteX8" fmla="*/ 739575 w 765852"/>
              <a:gd name="connsiteY8" fmla="*/ 143884 h 260086"/>
              <a:gd name="connsiteX9" fmla="*/ 604595 w 765852"/>
              <a:gd name="connsiteY9" fmla="*/ 83403 h 260086"/>
              <a:gd name="connsiteX10" fmla="*/ 622611 w 765852"/>
              <a:gd name="connsiteY10" fmla="*/ 41871 h 260086"/>
              <a:gd name="connsiteX11" fmla="*/ 672177 w 765852"/>
              <a:gd name="connsiteY11" fmla="*/ 25719 h 260086"/>
              <a:gd name="connsiteX12" fmla="*/ 721742 w 765852"/>
              <a:gd name="connsiteY12" fmla="*/ 41871 h 260086"/>
              <a:gd name="connsiteX13" fmla="*/ 739759 w 765852"/>
              <a:gd name="connsiteY13" fmla="*/ 83403 h 260086"/>
              <a:gd name="connsiteX14" fmla="*/ 721742 w 765852"/>
              <a:gd name="connsiteY14" fmla="*/ 124934 h 260086"/>
              <a:gd name="connsiteX15" fmla="*/ 672177 w 765852"/>
              <a:gd name="connsiteY15" fmla="*/ 141077 h 260086"/>
              <a:gd name="connsiteX16" fmla="*/ 622611 w 765852"/>
              <a:gd name="connsiteY16" fmla="*/ 124934 h 260086"/>
              <a:gd name="connsiteX17" fmla="*/ 604595 w 765852"/>
              <a:gd name="connsiteY17" fmla="*/ 83403 h 260086"/>
              <a:gd name="connsiteX18" fmla="*/ 238310 w 765852"/>
              <a:gd name="connsiteY18" fmla="*/ 207181 h 260086"/>
              <a:gd name="connsiteX19" fmla="*/ 249560 w 765852"/>
              <a:gd name="connsiteY19" fmla="*/ 204081 h 260086"/>
              <a:gd name="connsiteX20" fmla="*/ 261562 w 765852"/>
              <a:gd name="connsiteY20" fmla="*/ 207713 h 260086"/>
              <a:gd name="connsiteX21" fmla="*/ 268163 w 765852"/>
              <a:gd name="connsiteY21" fmla="*/ 217812 h 260086"/>
              <a:gd name="connsiteX22" fmla="*/ 275874 w 765852"/>
              <a:gd name="connsiteY22" fmla="*/ 217812 h 260086"/>
              <a:gd name="connsiteX23" fmla="*/ 267145 w 765852"/>
              <a:gd name="connsiteY23" fmla="*/ 202568 h 260086"/>
              <a:gd name="connsiteX24" fmla="*/ 249917 w 765852"/>
              <a:gd name="connsiteY24" fmla="*/ 196982 h 260086"/>
              <a:gd name="connsiteX25" fmla="*/ 234322 w 765852"/>
              <a:gd name="connsiteY25" fmla="*/ 200926 h 260086"/>
              <a:gd name="connsiteX26" fmla="*/ 223961 w 765852"/>
              <a:gd name="connsiteY26" fmla="*/ 212052 h 260086"/>
              <a:gd name="connsiteX27" fmla="*/ 220330 w 765852"/>
              <a:gd name="connsiteY27" fmla="*/ 228534 h 260086"/>
              <a:gd name="connsiteX28" fmla="*/ 223961 w 765852"/>
              <a:gd name="connsiteY28" fmla="*/ 245062 h 260086"/>
              <a:gd name="connsiteX29" fmla="*/ 234322 w 765852"/>
              <a:gd name="connsiteY29" fmla="*/ 256142 h 260086"/>
              <a:gd name="connsiteX30" fmla="*/ 249917 w 765852"/>
              <a:gd name="connsiteY30" fmla="*/ 260086 h 260086"/>
              <a:gd name="connsiteX31" fmla="*/ 267145 w 765852"/>
              <a:gd name="connsiteY31" fmla="*/ 254501 h 260086"/>
              <a:gd name="connsiteX32" fmla="*/ 275782 w 765852"/>
              <a:gd name="connsiteY32" fmla="*/ 239256 h 260086"/>
              <a:gd name="connsiteX33" fmla="*/ 268071 w 765852"/>
              <a:gd name="connsiteY33" fmla="*/ 239256 h 260086"/>
              <a:gd name="connsiteX34" fmla="*/ 261516 w 765852"/>
              <a:gd name="connsiteY34" fmla="*/ 249401 h 260086"/>
              <a:gd name="connsiteX35" fmla="*/ 249560 w 765852"/>
              <a:gd name="connsiteY35" fmla="*/ 252987 h 260086"/>
              <a:gd name="connsiteX36" fmla="*/ 238310 w 765852"/>
              <a:gd name="connsiteY36" fmla="*/ 249887 h 260086"/>
              <a:gd name="connsiteX37" fmla="*/ 230828 w 765852"/>
              <a:gd name="connsiteY37" fmla="*/ 241201 h 260086"/>
              <a:gd name="connsiteX38" fmla="*/ 228215 w 765852"/>
              <a:gd name="connsiteY38" fmla="*/ 228525 h 260086"/>
              <a:gd name="connsiteX39" fmla="*/ 230828 w 765852"/>
              <a:gd name="connsiteY39" fmla="*/ 215812 h 260086"/>
              <a:gd name="connsiteX40" fmla="*/ 238310 w 765852"/>
              <a:gd name="connsiteY40" fmla="*/ 207172 h 260086"/>
              <a:gd name="connsiteX41" fmla="*/ 335580 w 765852"/>
              <a:gd name="connsiteY41" fmla="*/ 197523 h 260086"/>
              <a:gd name="connsiteX42" fmla="*/ 311925 w 765852"/>
              <a:gd name="connsiteY42" fmla="*/ 259554 h 260086"/>
              <a:gd name="connsiteX43" fmla="*/ 319892 w 765852"/>
              <a:gd name="connsiteY43" fmla="*/ 259554 h 260086"/>
              <a:gd name="connsiteX44" fmla="*/ 326448 w 765852"/>
              <a:gd name="connsiteY44" fmla="*/ 242806 h 260086"/>
              <a:gd name="connsiteX45" fmla="*/ 353467 w 765852"/>
              <a:gd name="connsiteY45" fmla="*/ 242806 h 260086"/>
              <a:gd name="connsiteX46" fmla="*/ 360023 w 765852"/>
              <a:gd name="connsiteY46" fmla="*/ 259554 h 260086"/>
              <a:gd name="connsiteX47" fmla="*/ 368256 w 765852"/>
              <a:gd name="connsiteY47" fmla="*/ 259554 h 260086"/>
              <a:gd name="connsiteX48" fmla="*/ 344693 w 765852"/>
              <a:gd name="connsiteY48" fmla="*/ 197523 h 260086"/>
              <a:gd name="connsiteX49" fmla="*/ 335570 w 765852"/>
              <a:gd name="connsiteY49" fmla="*/ 197523 h 260086"/>
              <a:gd name="connsiteX50" fmla="*/ 328758 w 765852"/>
              <a:gd name="connsiteY50" fmla="*/ 235808 h 260086"/>
              <a:gd name="connsiteX51" fmla="*/ 339916 w 765852"/>
              <a:gd name="connsiteY51" fmla="*/ 205943 h 260086"/>
              <a:gd name="connsiteX52" fmla="*/ 351166 w 765852"/>
              <a:gd name="connsiteY52" fmla="*/ 235808 h 260086"/>
              <a:gd name="connsiteX53" fmla="*/ 328749 w 765852"/>
              <a:gd name="connsiteY53" fmla="*/ 235808 h 260086"/>
              <a:gd name="connsiteX54" fmla="*/ 725437 w 765852"/>
              <a:gd name="connsiteY54" fmla="*/ 197523 h 260086"/>
              <a:gd name="connsiteX55" fmla="*/ 717736 w 765852"/>
              <a:gd name="connsiteY55" fmla="*/ 197523 h 260086"/>
              <a:gd name="connsiteX56" fmla="*/ 717736 w 765852"/>
              <a:gd name="connsiteY56" fmla="*/ 259554 h 260086"/>
              <a:gd name="connsiteX57" fmla="*/ 753704 w 765852"/>
              <a:gd name="connsiteY57" fmla="*/ 259554 h 260086"/>
              <a:gd name="connsiteX58" fmla="*/ 753704 w 765852"/>
              <a:gd name="connsiteY58" fmla="*/ 252464 h 260086"/>
              <a:gd name="connsiteX59" fmla="*/ 725446 w 765852"/>
              <a:gd name="connsiteY59" fmla="*/ 252464 h 260086"/>
              <a:gd name="connsiteX60" fmla="*/ 725446 w 765852"/>
              <a:gd name="connsiteY60" fmla="*/ 197523 h 260086"/>
              <a:gd name="connsiteX61" fmla="*/ 250953 w 765852"/>
              <a:gd name="connsiteY61" fmla="*/ 2119 h 260086"/>
              <a:gd name="connsiteX62" fmla="*/ 225566 w 765852"/>
              <a:gd name="connsiteY62" fmla="*/ 2119 h 260086"/>
              <a:gd name="connsiteX63" fmla="*/ 225566 w 765852"/>
              <a:gd name="connsiteY63" fmla="*/ 164677 h 260086"/>
              <a:gd name="connsiteX64" fmla="*/ 250953 w 765852"/>
              <a:gd name="connsiteY64" fmla="*/ 164677 h 260086"/>
              <a:gd name="connsiteX65" fmla="*/ 250953 w 765852"/>
              <a:gd name="connsiteY65" fmla="*/ 2119 h 260086"/>
              <a:gd name="connsiteX66" fmla="*/ 80592 w 765852"/>
              <a:gd name="connsiteY66" fmla="*/ 62692 h 260086"/>
              <a:gd name="connsiteX67" fmla="*/ 80592 w 765852"/>
              <a:gd name="connsiteY67" fmla="*/ 164687 h 260086"/>
              <a:gd name="connsiteX68" fmla="*/ 106732 w 765852"/>
              <a:gd name="connsiteY68" fmla="*/ 164687 h 260086"/>
              <a:gd name="connsiteX69" fmla="*/ 106713 w 765852"/>
              <a:gd name="connsiteY69" fmla="*/ 62692 h 260086"/>
              <a:gd name="connsiteX70" fmla="*/ 95124 w 765852"/>
              <a:gd name="connsiteY70" fmla="*/ 28700 h 260086"/>
              <a:gd name="connsiteX71" fmla="*/ 93648 w 765852"/>
              <a:gd name="connsiteY71" fmla="*/ 26792 h 260086"/>
              <a:gd name="connsiteX72" fmla="*/ 92172 w 765852"/>
              <a:gd name="connsiteY72" fmla="*/ 28700 h 260086"/>
              <a:gd name="connsiteX73" fmla="*/ 80583 w 765852"/>
              <a:gd name="connsiteY73" fmla="*/ 62692 h 260086"/>
              <a:gd name="connsiteX74" fmla="*/ 47273 w 765852"/>
              <a:gd name="connsiteY74" fmla="*/ 2119 h 260086"/>
              <a:gd name="connsiteX75" fmla="*/ 0 w 765852"/>
              <a:gd name="connsiteY75" fmla="*/ 2119 h 260086"/>
              <a:gd name="connsiteX76" fmla="*/ 0 w 765852"/>
              <a:gd name="connsiteY76" fmla="*/ 26792 h 260086"/>
              <a:gd name="connsiteX77" fmla="*/ 93648 w 765852"/>
              <a:gd name="connsiteY77" fmla="*/ 26792 h 260086"/>
              <a:gd name="connsiteX78" fmla="*/ 91328 w 765852"/>
              <a:gd name="connsiteY78" fmla="*/ 23793 h 260086"/>
              <a:gd name="connsiteX79" fmla="*/ 47273 w 765852"/>
              <a:gd name="connsiteY79" fmla="*/ 2119 h 260086"/>
              <a:gd name="connsiteX80" fmla="*/ 95968 w 765852"/>
              <a:gd name="connsiteY80" fmla="*/ 23793 h 260086"/>
              <a:gd name="connsiteX81" fmla="*/ 93648 w 765852"/>
              <a:gd name="connsiteY81" fmla="*/ 26792 h 260086"/>
              <a:gd name="connsiteX82" fmla="*/ 187296 w 765852"/>
              <a:gd name="connsiteY82" fmla="*/ 26792 h 260086"/>
              <a:gd name="connsiteX83" fmla="*/ 187296 w 765852"/>
              <a:gd name="connsiteY83" fmla="*/ 2119 h 260086"/>
              <a:gd name="connsiteX84" fmla="*/ 140023 w 765852"/>
              <a:gd name="connsiteY84" fmla="*/ 2119 h 260086"/>
              <a:gd name="connsiteX85" fmla="*/ 95958 w 765852"/>
              <a:gd name="connsiteY85" fmla="*/ 23793 h 260086"/>
              <a:gd name="connsiteX86" fmla="*/ 514844 w 765852"/>
              <a:gd name="connsiteY86" fmla="*/ 164677 h 260086"/>
              <a:gd name="connsiteX87" fmla="*/ 540232 w 765852"/>
              <a:gd name="connsiteY87" fmla="*/ 164677 h 260086"/>
              <a:gd name="connsiteX88" fmla="*/ 540232 w 765852"/>
              <a:gd name="connsiteY88" fmla="*/ 2119 h 260086"/>
              <a:gd name="connsiteX89" fmla="*/ 514844 w 765852"/>
              <a:gd name="connsiteY89" fmla="*/ 2119 h 260086"/>
              <a:gd name="connsiteX90" fmla="*/ 514844 w 765852"/>
              <a:gd name="connsiteY90" fmla="*/ 164677 h 260086"/>
              <a:gd name="connsiteX91" fmla="*/ 495205 w 765852"/>
              <a:gd name="connsiteY91" fmla="*/ 259554 h 260086"/>
              <a:gd name="connsiteX92" fmla="*/ 502915 w 765852"/>
              <a:gd name="connsiteY92" fmla="*/ 259554 h 260086"/>
              <a:gd name="connsiteX93" fmla="*/ 502915 w 765852"/>
              <a:gd name="connsiteY93" fmla="*/ 197523 h 260086"/>
              <a:gd name="connsiteX94" fmla="*/ 495205 w 765852"/>
              <a:gd name="connsiteY94" fmla="*/ 197523 h 260086"/>
              <a:gd name="connsiteX95" fmla="*/ 495205 w 765852"/>
              <a:gd name="connsiteY95" fmla="*/ 259554 h 260086"/>
              <a:gd name="connsiteX96" fmla="*/ 544816 w 765852"/>
              <a:gd name="connsiteY96" fmla="*/ 204613 h 260086"/>
              <a:gd name="connsiteX97" fmla="*/ 564923 w 765852"/>
              <a:gd name="connsiteY97" fmla="*/ 204613 h 260086"/>
              <a:gd name="connsiteX98" fmla="*/ 564923 w 765852"/>
              <a:gd name="connsiteY98" fmla="*/ 259554 h 260086"/>
              <a:gd name="connsiteX99" fmla="*/ 572633 w 765852"/>
              <a:gd name="connsiteY99" fmla="*/ 259554 h 260086"/>
              <a:gd name="connsiteX100" fmla="*/ 572633 w 765852"/>
              <a:gd name="connsiteY100" fmla="*/ 204613 h 260086"/>
              <a:gd name="connsiteX101" fmla="*/ 592740 w 765852"/>
              <a:gd name="connsiteY101" fmla="*/ 204613 h 260086"/>
              <a:gd name="connsiteX102" fmla="*/ 592740 w 765852"/>
              <a:gd name="connsiteY102" fmla="*/ 197523 h 260086"/>
              <a:gd name="connsiteX103" fmla="*/ 544816 w 765852"/>
              <a:gd name="connsiteY103" fmla="*/ 197523 h 260086"/>
              <a:gd name="connsiteX104" fmla="*/ 544816 w 765852"/>
              <a:gd name="connsiteY104" fmla="*/ 204613 h 260086"/>
              <a:gd name="connsiteX105" fmla="*/ 287389 w 765852"/>
              <a:gd name="connsiteY105" fmla="*/ 2119 h 260086"/>
              <a:gd name="connsiteX106" fmla="*/ 345234 w 765852"/>
              <a:gd name="connsiteY106" fmla="*/ 140105 h 260086"/>
              <a:gd name="connsiteX107" fmla="*/ 381413 w 765852"/>
              <a:gd name="connsiteY107" fmla="*/ 166796 h 260086"/>
              <a:gd name="connsiteX108" fmla="*/ 382899 w 765852"/>
              <a:gd name="connsiteY108" fmla="*/ 166796 h 260086"/>
              <a:gd name="connsiteX109" fmla="*/ 316692 w 765852"/>
              <a:gd name="connsiteY109" fmla="*/ 2119 h 260086"/>
              <a:gd name="connsiteX110" fmla="*/ 287389 w 765852"/>
              <a:gd name="connsiteY110" fmla="*/ 2119 h 260086"/>
              <a:gd name="connsiteX111" fmla="*/ 443549 w 765852"/>
              <a:gd name="connsiteY111" fmla="*/ 199871 h 260086"/>
              <a:gd name="connsiteX112" fmla="*/ 432739 w 765852"/>
              <a:gd name="connsiteY112" fmla="*/ 197523 h 260086"/>
              <a:gd name="connsiteX113" fmla="*/ 408910 w 765852"/>
              <a:gd name="connsiteY113" fmla="*/ 197523 h 260086"/>
              <a:gd name="connsiteX114" fmla="*/ 408910 w 765852"/>
              <a:gd name="connsiteY114" fmla="*/ 259554 h 260086"/>
              <a:gd name="connsiteX115" fmla="*/ 416621 w 765852"/>
              <a:gd name="connsiteY115" fmla="*/ 259554 h 260086"/>
              <a:gd name="connsiteX116" fmla="*/ 416621 w 765852"/>
              <a:gd name="connsiteY116" fmla="*/ 235716 h 260086"/>
              <a:gd name="connsiteX117" fmla="*/ 432748 w 765852"/>
              <a:gd name="connsiteY117" fmla="*/ 235716 h 260086"/>
              <a:gd name="connsiteX118" fmla="*/ 443512 w 765852"/>
              <a:gd name="connsiteY118" fmla="*/ 233368 h 260086"/>
              <a:gd name="connsiteX119" fmla="*/ 450728 w 765852"/>
              <a:gd name="connsiteY119" fmla="*/ 226681 h 260086"/>
              <a:gd name="connsiteX120" fmla="*/ 453295 w 765852"/>
              <a:gd name="connsiteY120" fmla="*/ 216583 h 260086"/>
              <a:gd name="connsiteX121" fmla="*/ 450774 w 765852"/>
              <a:gd name="connsiteY121" fmla="*/ 206521 h 260086"/>
              <a:gd name="connsiteX122" fmla="*/ 443558 w 765852"/>
              <a:gd name="connsiteY122" fmla="*/ 199871 h 260086"/>
              <a:gd name="connsiteX123" fmla="*/ 441779 w 765852"/>
              <a:gd name="connsiteY123" fmla="*/ 225351 h 260086"/>
              <a:gd name="connsiteX124" fmla="*/ 432033 w 765852"/>
              <a:gd name="connsiteY124" fmla="*/ 228635 h 260086"/>
              <a:gd name="connsiteX125" fmla="*/ 416621 w 765852"/>
              <a:gd name="connsiteY125" fmla="*/ 228635 h 260086"/>
              <a:gd name="connsiteX126" fmla="*/ 416621 w 765852"/>
              <a:gd name="connsiteY126" fmla="*/ 204622 h 260086"/>
              <a:gd name="connsiteX127" fmla="*/ 432125 w 765852"/>
              <a:gd name="connsiteY127" fmla="*/ 204622 h 260086"/>
              <a:gd name="connsiteX128" fmla="*/ 441825 w 765852"/>
              <a:gd name="connsiteY128" fmla="*/ 207860 h 260086"/>
              <a:gd name="connsiteX129" fmla="*/ 445410 w 765852"/>
              <a:gd name="connsiteY129" fmla="*/ 216592 h 260086"/>
              <a:gd name="connsiteX130" fmla="*/ 441779 w 765852"/>
              <a:gd name="connsiteY130" fmla="*/ 225361 h 260086"/>
              <a:gd name="connsiteX131" fmla="*/ 382889 w 765852"/>
              <a:gd name="connsiteY131" fmla="*/ 166805 h 260086"/>
              <a:gd name="connsiteX132" fmla="*/ 384375 w 765852"/>
              <a:gd name="connsiteY132" fmla="*/ 166805 h 260086"/>
              <a:gd name="connsiteX133" fmla="*/ 420554 w 765852"/>
              <a:gd name="connsiteY133" fmla="*/ 140114 h 260086"/>
              <a:gd name="connsiteX134" fmla="*/ 478399 w 765852"/>
              <a:gd name="connsiteY134" fmla="*/ 2128 h 260086"/>
              <a:gd name="connsiteX135" fmla="*/ 449096 w 765852"/>
              <a:gd name="connsiteY135" fmla="*/ 2128 h 260086"/>
              <a:gd name="connsiteX136" fmla="*/ 382889 w 765852"/>
              <a:gd name="connsiteY136" fmla="*/ 166814 h 260086"/>
              <a:gd name="connsiteX137" fmla="*/ 644368 w 765852"/>
              <a:gd name="connsiteY137" fmla="*/ 197523 h 260086"/>
              <a:gd name="connsiteX138" fmla="*/ 620714 w 765852"/>
              <a:gd name="connsiteY138" fmla="*/ 259554 h 260086"/>
              <a:gd name="connsiteX139" fmla="*/ 628690 w 765852"/>
              <a:gd name="connsiteY139" fmla="*/ 259554 h 260086"/>
              <a:gd name="connsiteX140" fmla="*/ 635246 w 765852"/>
              <a:gd name="connsiteY140" fmla="*/ 242806 h 260086"/>
              <a:gd name="connsiteX141" fmla="*/ 662266 w 765852"/>
              <a:gd name="connsiteY141" fmla="*/ 242806 h 260086"/>
              <a:gd name="connsiteX142" fmla="*/ 668821 w 765852"/>
              <a:gd name="connsiteY142" fmla="*/ 259554 h 260086"/>
              <a:gd name="connsiteX143" fmla="*/ 677055 w 765852"/>
              <a:gd name="connsiteY143" fmla="*/ 259554 h 260086"/>
              <a:gd name="connsiteX144" fmla="*/ 653491 w 765852"/>
              <a:gd name="connsiteY144" fmla="*/ 197523 h 260086"/>
              <a:gd name="connsiteX145" fmla="*/ 644368 w 765852"/>
              <a:gd name="connsiteY145" fmla="*/ 197523 h 260086"/>
              <a:gd name="connsiteX146" fmla="*/ 637547 w 765852"/>
              <a:gd name="connsiteY146" fmla="*/ 235808 h 260086"/>
              <a:gd name="connsiteX147" fmla="*/ 648705 w 765852"/>
              <a:gd name="connsiteY147" fmla="*/ 205943 h 260086"/>
              <a:gd name="connsiteX148" fmla="*/ 659955 w 765852"/>
              <a:gd name="connsiteY148" fmla="*/ 235808 h 260086"/>
              <a:gd name="connsiteX149" fmla="*/ 637538 w 765852"/>
              <a:gd name="connsiteY149" fmla="*/ 235808 h 260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</a:cxnLst>
            <a:rect l="l" t="t" r="r" b="b"/>
            <a:pathLst>
              <a:path w="765852" h="260086">
                <a:moveTo>
                  <a:pt x="739575" y="143884"/>
                </a:moveTo>
                <a:cubicBezTo>
                  <a:pt x="756519" y="128906"/>
                  <a:pt x="765852" y="107425"/>
                  <a:pt x="765852" y="83403"/>
                </a:cubicBezTo>
                <a:cubicBezTo>
                  <a:pt x="765852" y="59381"/>
                  <a:pt x="756519" y="37899"/>
                  <a:pt x="739575" y="22921"/>
                </a:cubicBezTo>
                <a:cubicBezTo>
                  <a:pt x="722613" y="7925"/>
                  <a:pt x="699307" y="0"/>
                  <a:pt x="672177" y="0"/>
                </a:cubicBezTo>
                <a:cubicBezTo>
                  <a:pt x="645047" y="0"/>
                  <a:pt x="621740" y="7925"/>
                  <a:pt x="604779" y="22921"/>
                </a:cubicBezTo>
                <a:cubicBezTo>
                  <a:pt x="587835" y="37899"/>
                  <a:pt x="578501" y="59381"/>
                  <a:pt x="578501" y="83403"/>
                </a:cubicBezTo>
                <a:cubicBezTo>
                  <a:pt x="578501" y="107425"/>
                  <a:pt x="587835" y="128906"/>
                  <a:pt x="604779" y="143884"/>
                </a:cubicBezTo>
                <a:cubicBezTo>
                  <a:pt x="621740" y="158881"/>
                  <a:pt x="645047" y="166805"/>
                  <a:pt x="672177" y="166805"/>
                </a:cubicBezTo>
                <a:cubicBezTo>
                  <a:pt x="699307" y="166805"/>
                  <a:pt x="722613" y="158881"/>
                  <a:pt x="739575" y="143884"/>
                </a:cubicBezTo>
                <a:close/>
                <a:moveTo>
                  <a:pt x="604595" y="83403"/>
                </a:moveTo>
                <a:cubicBezTo>
                  <a:pt x="604595" y="66489"/>
                  <a:pt x="610821" y="52135"/>
                  <a:pt x="622611" y="41871"/>
                </a:cubicBezTo>
                <a:cubicBezTo>
                  <a:pt x="634751" y="31305"/>
                  <a:pt x="651887" y="25719"/>
                  <a:pt x="672177" y="25719"/>
                </a:cubicBezTo>
                <a:cubicBezTo>
                  <a:pt x="692467" y="25719"/>
                  <a:pt x="709603" y="31305"/>
                  <a:pt x="721742" y="41871"/>
                </a:cubicBezTo>
                <a:cubicBezTo>
                  <a:pt x="733524" y="52126"/>
                  <a:pt x="739759" y="66489"/>
                  <a:pt x="739759" y="83403"/>
                </a:cubicBezTo>
                <a:cubicBezTo>
                  <a:pt x="739759" y="100316"/>
                  <a:pt x="733533" y="114671"/>
                  <a:pt x="721742" y="124934"/>
                </a:cubicBezTo>
                <a:cubicBezTo>
                  <a:pt x="709603" y="135501"/>
                  <a:pt x="692467" y="141077"/>
                  <a:pt x="672177" y="141077"/>
                </a:cubicBezTo>
                <a:cubicBezTo>
                  <a:pt x="651887" y="141077"/>
                  <a:pt x="634741" y="135491"/>
                  <a:pt x="622611" y="124934"/>
                </a:cubicBezTo>
                <a:cubicBezTo>
                  <a:pt x="610830" y="114671"/>
                  <a:pt x="604595" y="100316"/>
                  <a:pt x="604595" y="83403"/>
                </a:cubicBezTo>
                <a:close/>
                <a:moveTo>
                  <a:pt x="238310" y="207181"/>
                </a:moveTo>
                <a:cubicBezTo>
                  <a:pt x="241556" y="205118"/>
                  <a:pt x="245306" y="204081"/>
                  <a:pt x="249560" y="204081"/>
                </a:cubicBezTo>
                <a:cubicBezTo>
                  <a:pt x="254282" y="204081"/>
                  <a:pt x="258288" y="205292"/>
                  <a:pt x="261562" y="207713"/>
                </a:cubicBezTo>
                <a:cubicBezTo>
                  <a:pt x="264835" y="210135"/>
                  <a:pt x="267035" y="213501"/>
                  <a:pt x="268163" y="217812"/>
                </a:cubicBezTo>
                <a:lnTo>
                  <a:pt x="275874" y="217812"/>
                </a:lnTo>
                <a:cubicBezTo>
                  <a:pt x="274691" y="211373"/>
                  <a:pt x="271784" y="206292"/>
                  <a:pt x="267145" y="202568"/>
                </a:cubicBezTo>
                <a:cubicBezTo>
                  <a:pt x="262506" y="198844"/>
                  <a:pt x="256766" y="196982"/>
                  <a:pt x="249917" y="196982"/>
                </a:cubicBezTo>
                <a:cubicBezTo>
                  <a:pt x="244013" y="196982"/>
                  <a:pt x="238814" y="198293"/>
                  <a:pt x="234322" y="200926"/>
                </a:cubicBezTo>
                <a:cubicBezTo>
                  <a:pt x="229838" y="203558"/>
                  <a:pt x="226382" y="207264"/>
                  <a:pt x="223961" y="212052"/>
                </a:cubicBezTo>
                <a:cubicBezTo>
                  <a:pt x="221541" y="216840"/>
                  <a:pt x="220330" y="222334"/>
                  <a:pt x="220330" y="228534"/>
                </a:cubicBezTo>
                <a:cubicBezTo>
                  <a:pt x="220330" y="234734"/>
                  <a:pt x="221541" y="240302"/>
                  <a:pt x="223961" y="245062"/>
                </a:cubicBezTo>
                <a:cubicBezTo>
                  <a:pt x="226382" y="249823"/>
                  <a:pt x="229838" y="253510"/>
                  <a:pt x="234322" y="256142"/>
                </a:cubicBezTo>
                <a:cubicBezTo>
                  <a:pt x="238805" y="258775"/>
                  <a:pt x="244004" y="260086"/>
                  <a:pt x="249917" y="260086"/>
                </a:cubicBezTo>
                <a:cubicBezTo>
                  <a:pt x="256831" y="260086"/>
                  <a:pt x="262570" y="258224"/>
                  <a:pt x="267145" y="254501"/>
                </a:cubicBezTo>
                <a:cubicBezTo>
                  <a:pt x="271720" y="250777"/>
                  <a:pt x="274599" y="245695"/>
                  <a:pt x="275782" y="239256"/>
                </a:cubicBezTo>
                <a:lnTo>
                  <a:pt x="268071" y="239256"/>
                </a:lnTo>
                <a:cubicBezTo>
                  <a:pt x="266888" y="243631"/>
                  <a:pt x="264706" y="247007"/>
                  <a:pt x="261516" y="249401"/>
                </a:cubicBezTo>
                <a:cubicBezTo>
                  <a:pt x="258325" y="251795"/>
                  <a:pt x="254337" y="252987"/>
                  <a:pt x="249560" y="252987"/>
                </a:cubicBezTo>
                <a:cubicBezTo>
                  <a:pt x="245306" y="252987"/>
                  <a:pt x="241556" y="251951"/>
                  <a:pt x="238310" y="249887"/>
                </a:cubicBezTo>
                <a:cubicBezTo>
                  <a:pt x="235064" y="247823"/>
                  <a:pt x="232561" y="244925"/>
                  <a:pt x="230828" y="241201"/>
                </a:cubicBezTo>
                <a:cubicBezTo>
                  <a:pt x="229086" y="237477"/>
                  <a:pt x="228215" y="233258"/>
                  <a:pt x="228215" y="228525"/>
                </a:cubicBezTo>
                <a:cubicBezTo>
                  <a:pt x="228215" y="223792"/>
                  <a:pt x="229086" y="219499"/>
                  <a:pt x="230828" y="215812"/>
                </a:cubicBezTo>
                <a:cubicBezTo>
                  <a:pt x="232570" y="212125"/>
                  <a:pt x="235064" y="209245"/>
                  <a:pt x="238310" y="207172"/>
                </a:cubicBezTo>
                <a:close/>
                <a:moveTo>
                  <a:pt x="335580" y="197523"/>
                </a:moveTo>
                <a:lnTo>
                  <a:pt x="311925" y="259554"/>
                </a:lnTo>
                <a:lnTo>
                  <a:pt x="319892" y="259554"/>
                </a:lnTo>
                <a:lnTo>
                  <a:pt x="326448" y="242806"/>
                </a:lnTo>
                <a:lnTo>
                  <a:pt x="353467" y="242806"/>
                </a:lnTo>
                <a:lnTo>
                  <a:pt x="360023" y="259554"/>
                </a:lnTo>
                <a:lnTo>
                  <a:pt x="368256" y="259554"/>
                </a:lnTo>
                <a:lnTo>
                  <a:pt x="344693" y="197523"/>
                </a:lnTo>
                <a:lnTo>
                  <a:pt x="335570" y="197523"/>
                </a:lnTo>
                <a:close/>
                <a:moveTo>
                  <a:pt x="328758" y="235808"/>
                </a:moveTo>
                <a:lnTo>
                  <a:pt x="339916" y="205943"/>
                </a:lnTo>
                <a:lnTo>
                  <a:pt x="351166" y="235808"/>
                </a:lnTo>
                <a:lnTo>
                  <a:pt x="328749" y="235808"/>
                </a:lnTo>
                <a:close/>
                <a:moveTo>
                  <a:pt x="725437" y="197523"/>
                </a:moveTo>
                <a:lnTo>
                  <a:pt x="717736" y="197523"/>
                </a:lnTo>
                <a:lnTo>
                  <a:pt x="717736" y="259554"/>
                </a:lnTo>
                <a:lnTo>
                  <a:pt x="753704" y="259554"/>
                </a:lnTo>
                <a:lnTo>
                  <a:pt x="753704" y="252464"/>
                </a:lnTo>
                <a:lnTo>
                  <a:pt x="725446" y="252464"/>
                </a:lnTo>
                <a:lnTo>
                  <a:pt x="725446" y="197523"/>
                </a:lnTo>
                <a:close/>
                <a:moveTo>
                  <a:pt x="250953" y="2119"/>
                </a:moveTo>
                <a:lnTo>
                  <a:pt x="225566" y="2119"/>
                </a:lnTo>
                <a:lnTo>
                  <a:pt x="225566" y="164677"/>
                </a:lnTo>
                <a:lnTo>
                  <a:pt x="250953" y="164677"/>
                </a:lnTo>
                <a:lnTo>
                  <a:pt x="250953" y="2119"/>
                </a:lnTo>
                <a:close/>
                <a:moveTo>
                  <a:pt x="80592" y="62692"/>
                </a:moveTo>
                <a:lnTo>
                  <a:pt x="80592" y="164687"/>
                </a:lnTo>
                <a:cubicBezTo>
                  <a:pt x="80592" y="164687"/>
                  <a:pt x="106732" y="164687"/>
                  <a:pt x="106732" y="164687"/>
                </a:cubicBezTo>
                <a:lnTo>
                  <a:pt x="106713" y="62692"/>
                </a:lnTo>
                <a:cubicBezTo>
                  <a:pt x="106713" y="50282"/>
                  <a:pt x="102707" y="38523"/>
                  <a:pt x="95124" y="28700"/>
                </a:cubicBezTo>
                <a:lnTo>
                  <a:pt x="93648" y="26792"/>
                </a:lnTo>
                <a:lnTo>
                  <a:pt x="92172" y="28700"/>
                </a:lnTo>
                <a:cubicBezTo>
                  <a:pt x="84589" y="38523"/>
                  <a:pt x="80583" y="50273"/>
                  <a:pt x="80583" y="62692"/>
                </a:cubicBezTo>
                <a:close/>
                <a:moveTo>
                  <a:pt x="47273" y="2119"/>
                </a:moveTo>
                <a:lnTo>
                  <a:pt x="0" y="2119"/>
                </a:lnTo>
                <a:lnTo>
                  <a:pt x="0" y="26792"/>
                </a:lnTo>
                <a:lnTo>
                  <a:pt x="93648" y="26792"/>
                </a:lnTo>
                <a:lnTo>
                  <a:pt x="91328" y="23793"/>
                </a:lnTo>
                <a:cubicBezTo>
                  <a:pt x="80693" y="10025"/>
                  <a:pt x="64629" y="2119"/>
                  <a:pt x="47273" y="2119"/>
                </a:cubicBezTo>
                <a:close/>
                <a:moveTo>
                  <a:pt x="95968" y="23793"/>
                </a:moveTo>
                <a:lnTo>
                  <a:pt x="93648" y="26792"/>
                </a:lnTo>
                <a:lnTo>
                  <a:pt x="187296" y="26792"/>
                </a:lnTo>
                <a:lnTo>
                  <a:pt x="187296" y="2119"/>
                </a:lnTo>
                <a:lnTo>
                  <a:pt x="140023" y="2119"/>
                </a:lnTo>
                <a:cubicBezTo>
                  <a:pt x="122657" y="2119"/>
                  <a:pt x="106603" y="10016"/>
                  <a:pt x="95958" y="23793"/>
                </a:cubicBezTo>
                <a:close/>
                <a:moveTo>
                  <a:pt x="514844" y="164677"/>
                </a:moveTo>
                <a:lnTo>
                  <a:pt x="540232" y="164677"/>
                </a:lnTo>
                <a:lnTo>
                  <a:pt x="540232" y="2119"/>
                </a:lnTo>
                <a:lnTo>
                  <a:pt x="514844" y="2119"/>
                </a:lnTo>
                <a:lnTo>
                  <a:pt x="514844" y="164677"/>
                </a:lnTo>
                <a:close/>
                <a:moveTo>
                  <a:pt x="495205" y="259554"/>
                </a:moveTo>
                <a:lnTo>
                  <a:pt x="502915" y="259554"/>
                </a:lnTo>
                <a:lnTo>
                  <a:pt x="502915" y="197523"/>
                </a:lnTo>
                <a:lnTo>
                  <a:pt x="495205" y="197523"/>
                </a:lnTo>
                <a:lnTo>
                  <a:pt x="495205" y="259554"/>
                </a:lnTo>
                <a:close/>
                <a:moveTo>
                  <a:pt x="544816" y="204613"/>
                </a:moveTo>
                <a:lnTo>
                  <a:pt x="564923" y="204613"/>
                </a:lnTo>
                <a:lnTo>
                  <a:pt x="564923" y="259554"/>
                </a:lnTo>
                <a:lnTo>
                  <a:pt x="572633" y="259554"/>
                </a:lnTo>
                <a:lnTo>
                  <a:pt x="572633" y="204613"/>
                </a:lnTo>
                <a:lnTo>
                  <a:pt x="592740" y="204613"/>
                </a:lnTo>
                <a:lnTo>
                  <a:pt x="592740" y="197523"/>
                </a:lnTo>
                <a:lnTo>
                  <a:pt x="544816" y="197523"/>
                </a:lnTo>
                <a:lnTo>
                  <a:pt x="544816" y="204613"/>
                </a:lnTo>
                <a:close/>
                <a:moveTo>
                  <a:pt x="287389" y="2119"/>
                </a:moveTo>
                <a:cubicBezTo>
                  <a:pt x="287389" y="2119"/>
                  <a:pt x="335680" y="117220"/>
                  <a:pt x="345234" y="140105"/>
                </a:cubicBezTo>
                <a:cubicBezTo>
                  <a:pt x="356374" y="166796"/>
                  <a:pt x="374464" y="166796"/>
                  <a:pt x="381413" y="166796"/>
                </a:cubicBezTo>
                <a:lnTo>
                  <a:pt x="382899" y="166796"/>
                </a:lnTo>
                <a:lnTo>
                  <a:pt x="316692" y="2119"/>
                </a:lnTo>
                <a:lnTo>
                  <a:pt x="287389" y="2119"/>
                </a:lnTo>
                <a:close/>
                <a:moveTo>
                  <a:pt x="443549" y="199871"/>
                </a:moveTo>
                <a:cubicBezTo>
                  <a:pt x="440413" y="198303"/>
                  <a:pt x="436819" y="197523"/>
                  <a:pt x="432739" y="197523"/>
                </a:cubicBezTo>
                <a:lnTo>
                  <a:pt x="408910" y="197523"/>
                </a:lnTo>
                <a:lnTo>
                  <a:pt x="408910" y="259554"/>
                </a:lnTo>
                <a:lnTo>
                  <a:pt x="416621" y="259554"/>
                </a:lnTo>
                <a:lnTo>
                  <a:pt x="416621" y="235716"/>
                </a:lnTo>
                <a:lnTo>
                  <a:pt x="432748" y="235716"/>
                </a:lnTo>
                <a:cubicBezTo>
                  <a:pt x="436819" y="235716"/>
                  <a:pt x="440413" y="234936"/>
                  <a:pt x="443512" y="233368"/>
                </a:cubicBezTo>
                <a:cubicBezTo>
                  <a:pt x="446611" y="231799"/>
                  <a:pt x="449013" y="229571"/>
                  <a:pt x="450728" y="226681"/>
                </a:cubicBezTo>
                <a:cubicBezTo>
                  <a:pt x="452442" y="223783"/>
                  <a:pt x="453295" y="220417"/>
                  <a:pt x="453295" y="216583"/>
                </a:cubicBezTo>
                <a:cubicBezTo>
                  <a:pt x="453295" y="212749"/>
                  <a:pt x="452452" y="209392"/>
                  <a:pt x="450774" y="206521"/>
                </a:cubicBezTo>
                <a:cubicBezTo>
                  <a:pt x="449087" y="203659"/>
                  <a:pt x="446685" y="201439"/>
                  <a:pt x="443558" y="199871"/>
                </a:cubicBezTo>
                <a:close/>
                <a:moveTo>
                  <a:pt x="441779" y="225351"/>
                </a:moveTo>
                <a:cubicBezTo>
                  <a:pt x="439359" y="227534"/>
                  <a:pt x="436113" y="228635"/>
                  <a:pt x="432033" y="228635"/>
                </a:cubicBezTo>
                <a:lnTo>
                  <a:pt x="416621" y="228635"/>
                </a:lnTo>
                <a:lnTo>
                  <a:pt x="416621" y="204622"/>
                </a:lnTo>
                <a:lnTo>
                  <a:pt x="432125" y="204622"/>
                </a:lnTo>
                <a:cubicBezTo>
                  <a:pt x="436196" y="204622"/>
                  <a:pt x="439432" y="205705"/>
                  <a:pt x="441825" y="207860"/>
                </a:cubicBezTo>
                <a:cubicBezTo>
                  <a:pt x="444218" y="210015"/>
                  <a:pt x="445410" y="212923"/>
                  <a:pt x="445410" y="216592"/>
                </a:cubicBezTo>
                <a:cubicBezTo>
                  <a:pt x="445410" y="220261"/>
                  <a:pt x="444200" y="223178"/>
                  <a:pt x="441779" y="225361"/>
                </a:cubicBezTo>
                <a:close/>
                <a:moveTo>
                  <a:pt x="382889" y="166805"/>
                </a:moveTo>
                <a:lnTo>
                  <a:pt x="384375" y="166805"/>
                </a:lnTo>
                <a:cubicBezTo>
                  <a:pt x="391334" y="166805"/>
                  <a:pt x="409423" y="166805"/>
                  <a:pt x="420554" y="140114"/>
                </a:cubicBezTo>
                <a:cubicBezTo>
                  <a:pt x="430099" y="117230"/>
                  <a:pt x="478399" y="2128"/>
                  <a:pt x="478399" y="2128"/>
                </a:cubicBezTo>
                <a:lnTo>
                  <a:pt x="449096" y="2128"/>
                </a:lnTo>
                <a:lnTo>
                  <a:pt x="382889" y="166814"/>
                </a:lnTo>
                <a:close/>
                <a:moveTo>
                  <a:pt x="644368" y="197523"/>
                </a:moveTo>
                <a:lnTo>
                  <a:pt x="620714" y="259554"/>
                </a:lnTo>
                <a:lnTo>
                  <a:pt x="628690" y="259554"/>
                </a:lnTo>
                <a:lnTo>
                  <a:pt x="635246" y="242806"/>
                </a:lnTo>
                <a:lnTo>
                  <a:pt x="662266" y="242806"/>
                </a:lnTo>
                <a:lnTo>
                  <a:pt x="668821" y="259554"/>
                </a:lnTo>
                <a:lnTo>
                  <a:pt x="677055" y="259554"/>
                </a:lnTo>
                <a:lnTo>
                  <a:pt x="653491" y="197523"/>
                </a:lnTo>
                <a:lnTo>
                  <a:pt x="644368" y="197523"/>
                </a:lnTo>
                <a:close/>
                <a:moveTo>
                  <a:pt x="637547" y="235808"/>
                </a:moveTo>
                <a:lnTo>
                  <a:pt x="648705" y="205943"/>
                </a:lnTo>
                <a:lnTo>
                  <a:pt x="659955" y="235808"/>
                </a:lnTo>
                <a:lnTo>
                  <a:pt x="637538" y="235808"/>
                </a:lnTo>
                <a:close/>
              </a:path>
            </a:pathLst>
          </a:custGeom>
          <a:solidFill>
            <a:schemeClr val="bg1"/>
          </a:solidFill>
          <a:ln w="1061" cap="flat">
            <a:noFill/>
            <a:prstDash val="solid"/>
            <a:miter/>
          </a:ln>
        </p:spPr>
        <p:txBody>
          <a:bodyPr rtlCol="0" anchor="ctr"/>
          <a:lstStyle/>
          <a:p>
            <a:endParaRPr lang="pt-BR" sz="1092">
              <a:solidFill>
                <a:schemeClr val="bg1"/>
              </a:solidFill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E9E5CEC1-15EA-7E91-EAE8-795FFF71F653}"/>
              </a:ext>
            </a:extLst>
          </p:cNvPr>
          <p:cNvCxnSpPr/>
          <p:nvPr userDrawn="1"/>
        </p:nvCxnSpPr>
        <p:spPr>
          <a:xfrm>
            <a:off x="334964" y="185353"/>
            <a:ext cx="10415415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564686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469">
          <p15:clr>
            <a:srgbClr val="FBAE40"/>
          </p15:clr>
        </p15:guide>
        <p15:guide id="2" orient="horz" pos="3974">
          <p15:clr>
            <a:srgbClr val="FBAE40"/>
          </p15:clr>
        </p15:guide>
        <p15:guide id="3" orient="horz" pos="232">
          <p15:clr>
            <a:srgbClr val="FBAE40"/>
          </p15:clr>
        </p15:guide>
        <p15:guide id="4" pos="211">
          <p15:clr>
            <a:srgbClr val="FBAE40"/>
          </p15:clr>
        </p15:guide>
        <p15:guide id="5" orient="horz" pos="4065">
          <p15:clr>
            <a:srgbClr val="FBAE40"/>
          </p15:clr>
        </p15:guide>
        <p15:guide id="6" orient="horz" pos="799">
          <p15:clr>
            <a:srgbClr val="FBAE40"/>
          </p15:clr>
        </p15:guide>
        <p15:guide id="7" orient="horz" pos="935">
          <p15:clr>
            <a:srgbClr val="FBAE40"/>
          </p15:clr>
        </p15:guide>
      </p15:sldGuideLst>
    </p:ext>
  </p:extLst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ítulo | Box lateral - High Grade">
    <p:bg>
      <p:bgPr>
        <a:gradFill>
          <a:gsLst>
            <a:gs pos="81000">
              <a:schemeClr val="tx1">
                <a:lumMod val="85000"/>
                <a:lumOff val="15000"/>
              </a:schemeClr>
            </a:gs>
            <a:gs pos="100000">
              <a:schemeClr val="tx1">
                <a:lumMod val="95000"/>
                <a:lumOff val="5000"/>
              </a:schemeClr>
            </a:gs>
            <a:gs pos="0">
              <a:schemeClr val="accent1"/>
            </a:gs>
          </a:gsLst>
          <a:lin ang="7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tângulo 1">
            <a:extLst>
              <a:ext uri="{FF2B5EF4-FFF2-40B4-BE49-F238E27FC236}">
                <a16:creationId xmlns:a16="http://schemas.microsoft.com/office/drawing/2014/main" id="{0B0E7351-5252-E626-42EB-CDCE7C083C49}"/>
              </a:ext>
            </a:extLst>
          </p:cNvPr>
          <p:cNvSpPr/>
          <p:nvPr userDrawn="1"/>
        </p:nvSpPr>
        <p:spPr>
          <a:xfrm>
            <a:off x="0" y="1"/>
            <a:ext cx="542002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092">
              <a:solidFill>
                <a:schemeClr val="tx1"/>
              </a:solidFill>
            </a:endParaRPr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132BCE3-A04F-8602-64F7-7623C7EAF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61763" y="6482556"/>
            <a:ext cx="295275" cy="1692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 sz="1100">
                <a:solidFill>
                  <a:schemeClr val="bg1"/>
                </a:solidFill>
                <a:latin typeface="Versos" panose="020B0503020204030204" pitchFamily="34" charset="0"/>
                <a:cs typeface="Versos" panose="020B0503020204030204" pitchFamily="34" charset="0"/>
              </a:defRPr>
            </a:lvl1pPr>
          </a:lstStyle>
          <a:p>
            <a:fld id="{77667D73-C69A-4DAA-9003-24A825D36FE9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B13D7C-5A47-B0DF-B518-26E79F5D2DB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64" y="368301"/>
            <a:ext cx="5085057" cy="4308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8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err="1"/>
              <a:t>Título</a:t>
            </a:r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401465E-A8CD-A3BA-BE2A-9597492FDC6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4963" y="6482556"/>
            <a:ext cx="10980000" cy="180000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chemeClr val="accent3"/>
                </a:solidFill>
                <a:latin typeface="Versos Light" panose="020B0403020204030204" pitchFamily="34" charset="0"/>
              </a:defRPr>
            </a:lvl1pPr>
            <a:lvl2pPr>
              <a:defRPr sz="900">
                <a:latin typeface="Versos Light" panose="020B0403020204030204" pitchFamily="34" charset="0"/>
              </a:defRPr>
            </a:lvl2pPr>
            <a:lvl3pPr>
              <a:defRPr sz="900">
                <a:latin typeface="Versos Light" panose="020B0403020204030204" pitchFamily="34" charset="0"/>
              </a:defRPr>
            </a:lvl3pPr>
            <a:lvl4pPr>
              <a:defRPr sz="900">
                <a:latin typeface="Versos Light" panose="020B0403020204030204" pitchFamily="34" charset="0"/>
              </a:defRPr>
            </a:lvl4pPr>
            <a:lvl5pPr>
              <a:defRPr sz="900">
                <a:latin typeface="Versos Light" panose="020B0403020204030204" pitchFamily="34" charset="0"/>
              </a:defRPr>
            </a:lvl5pPr>
          </a:lstStyle>
          <a:p>
            <a:pPr lvl="0"/>
            <a:r>
              <a:rPr lang="en-US"/>
              <a:t>Fonte:</a:t>
            </a:r>
            <a:endParaRPr lang="pt-BR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2BF5896-7E11-14FB-06A4-95B1CAD37BF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47027" y="1751285"/>
            <a:ext cx="4369353" cy="156104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>
                <a:solidFill>
                  <a:schemeClr val="tx1"/>
                </a:solidFill>
                <a:latin typeface="Versos Light" panose="020B04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3D29ABC6-2275-8D02-5D8F-6C312831087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33166" y="3849328"/>
            <a:ext cx="4383213" cy="158838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>
                <a:solidFill>
                  <a:schemeClr val="tx1"/>
                </a:solidFill>
                <a:latin typeface="Versos Light" panose="020B04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8">
            <a:extLst>
              <a:ext uri="{FF2B5EF4-FFF2-40B4-BE49-F238E27FC236}">
                <a16:creationId xmlns:a16="http://schemas.microsoft.com/office/drawing/2014/main" id="{89936DB2-1144-3AFC-1BBA-E1BDEB5020C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767047" y="1484313"/>
            <a:ext cx="6077927" cy="445872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2" name="Conector Reto 2">
            <a:extLst>
              <a:ext uri="{FF2B5EF4-FFF2-40B4-BE49-F238E27FC236}">
                <a16:creationId xmlns:a16="http://schemas.microsoft.com/office/drawing/2014/main" id="{D24BE17E-F6B3-8EAE-EC30-BB9C725FC11E}"/>
              </a:ext>
            </a:extLst>
          </p:cNvPr>
          <p:cNvCxnSpPr>
            <a:cxnSpLocks/>
          </p:cNvCxnSpPr>
          <p:nvPr userDrawn="1"/>
        </p:nvCxnSpPr>
        <p:spPr>
          <a:xfrm flipH="1">
            <a:off x="1" y="1482784"/>
            <a:ext cx="145773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Conector Reto 7">
            <a:extLst>
              <a:ext uri="{FF2B5EF4-FFF2-40B4-BE49-F238E27FC236}">
                <a16:creationId xmlns:a16="http://schemas.microsoft.com/office/drawing/2014/main" id="{0D6EA7A2-501E-AE25-217B-771E1489503C}"/>
              </a:ext>
            </a:extLst>
          </p:cNvPr>
          <p:cNvCxnSpPr>
            <a:cxnSpLocks/>
          </p:cNvCxnSpPr>
          <p:nvPr userDrawn="1"/>
        </p:nvCxnSpPr>
        <p:spPr>
          <a:xfrm flipH="1">
            <a:off x="1" y="3580828"/>
            <a:ext cx="145773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Picture 8">
            <a:extLst>
              <a:ext uri="{FF2B5EF4-FFF2-40B4-BE49-F238E27FC236}">
                <a16:creationId xmlns:a16="http://schemas.microsoft.com/office/drawing/2014/main" id="{620B58C1-6F30-634A-58EB-8F0407027A11}"/>
              </a:ext>
            </a:extLst>
          </p:cNvPr>
          <p:cNvSpPr/>
          <p:nvPr userDrawn="1"/>
        </p:nvSpPr>
        <p:spPr>
          <a:xfrm>
            <a:off x="11091186" y="377179"/>
            <a:ext cx="765852" cy="260086"/>
          </a:xfrm>
          <a:custGeom>
            <a:avLst/>
            <a:gdLst>
              <a:gd name="connsiteX0" fmla="*/ 739575 w 765852"/>
              <a:gd name="connsiteY0" fmla="*/ 143884 h 260086"/>
              <a:gd name="connsiteX1" fmla="*/ 765852 w 765852"/>
              <a:gd name="connsiteY1" fmla="*/ 83403 h 260086"/>
              <a:gd name="connsiteX2" fmla="*/ 739575 w 765852"/>
              <a:gd name="connsiteY2" fmla="*/ 22921 h 260086"/>
              <a:gd name="connsiteX3" fmla="*/ 672177 w 765852"/>
              <a:gd name="connsiteY3" fmla="*/ 0 h 260086"/>
              <a:gd name="connsiteX4" fmla="*/ 604779 w 765852"/>
              <a:gd name="connsiteY4" fmla="*/ 22921 h 260086"/>
              <a:gd name="connsiteX5" fmla="*/ 578501 w 765852"/>
              <a:gd name="connsiteY5" fmla="*/ 83403 h 260086"/>
              <a:gd name="connsiteX6" fmla="*/ 604779 w 765852"/>
              <a:gd name="connsiteY6" fmla="*/ 143884 h 260086"/>
              <a:gd name="connsiteX7" fmla="*/ 672177 w 765852"/>
              <a:gd name="connsiteY7" fmla="*/ 166805 h 260086"/>
              <a:gd name="connsiteX8" fmla="*/ 739575 w 765852"/>
              <a:gd name="connsiteY8" fmla="*/ 143884 h 260086"/>
              <a:gd name="connsiteX9" fmla="*/ 604595 w 765852"/>
              <a:gd name="connsiteY9" fmla="*/ 83403 h 260086"/>
              <a:gd name="connsiteX10" fmla="*/ 622611 w 765852"/>
              <a:gd name="connsiteY10" fmla="*/ 41871 h 260086"/>
              <a:gd name="connsiteX11" fmla="*/ 672177 w 765852"/>
              <a:gd name="connsiteY11" fmla="*/ 25719 h 260086"/>
              <a:gd name="connsiteX12" fmla="*/ 721742 w 765852"/>
              <a:gd name="connsiteY12" fmla="*/ 41871 h 260086"/>
              <a:gd name="connsiteX13" fmla="*/ 739759 w 765852"/>
              <a:gd name="connsiteY13" fmla="*/ 83403 h 260086"/>
              <a:gd name="connsiteX14" fmla="*/ 721742 w 765852"/>
              <a:gd name="connsiteY14" fmla="*/ 124934 h 260086"/>
              <a:gd name="connsiteX15" fmla="*/ 672177 w 765852"/>
              <a:gd name="connsiteY15" fmla="*/ 141077 h 260086"/>
              <a:gd name="connsiteX16" fmla="*/ 622611 w 765852"/>
              <a:gd name="connsiteY16" fmla="*/ 124934 h 260086"/>
              <a:gd name="connsiteX17" fmla="*/ 604595 w 765852"/>
              <a:gd name="connsiteY17" fmla="*/ 83403 h 260086"/>
              <a:gd name="connsiteX18" fmla="*/ 238310 w 765852"/>
              <a:gd name="connsiteY18" fmla="*/ 207181 h 260086"/>
              <a:gd name="connsiteX19" fmla="*/ 249560 w 765852"/>
              <a:gd name="connsiteY19" fmla="*/ 204081 h 260086"/>
              <a:gd name="connsiteX20" fmla="*/ 261562 w 765852"/>
              <a:gd name="connsiteY20" fmla="*/ 207713 h 260086"/>
              <a:gd name="connsiteX21" fmla="*/ 268163 w 765852"/>
              <a:gd name="connsiteY21" fmla="*/ 217812 h 260086"/>
              <a:gd name="connsiteX22" fmla="*/ 275874 w 765852"/>
              <a:gd name="connsiteY22" fmla="*/ 217812 h 260086"/>
              <a:gd name="connsiteX23" fmla="*/ 267145 w 765852"/>
              <a:gd name="connsiteY23" fmla="*/ 202568 h 260086"/>
              <a:gd name="connsiteX24" fmla="*/ 249917 w 765852"/>
              <a:gd name="connsiteY24" fmla="*/ 196982 h 260086"/>
              <a:gd name="connsiteX25" fmla="*/ 234322 w 765852"/>
              <a:gd name="connsiteY25" fmla="*/ 200926 h 260086"/>
              <a:gd name="connsiteX26" fmla="*/ 223961 w 765852"/>
              <a:gd name="connsiteY26" fmla="*/ 212052 h 260086"/>
              <a:gd name="connsiteX27" fmla="*/ 220330 w 765852"/>
              <a:gd name="connsiteY27" fmla="*/ 228534 h 260086"/>
              <a:gd name="connsiteX28" fmla="*/ 223961 w 765852"/>
              <a:gd name="connsiteY28" fmla="*/ 245062 h 260086"/>
              <a:gd name="connsiteX29" fmla="*/ 234322 w 765852"/>
              <a:gd name="connsiteY29" fmla="*/ 256142 h 260086"/>
              <a:gd name="connsiteX30" fmla="*/ 249917 w 765852"/>
              <a:gd name="connsiteY30" fmla="*/ 260086 h 260086"/>
              <a:gd name="connsiteX31" fmla="*/ 267145 w 765852"/>
              <a:gd name="connsiteY31" fmla="*/ 254501 h 260086"/>
              <a:gd name="connsiteX32" fmla="*/ 275782 w 765852"/>
              <a:gd name="connsiteY32" fmla="*/ 239256 h 260086"/>
              <a:gd name="connsiteX33" fmla="*/ 268071 w 765852"/>
              <a:gd name="connsiteY33" fmla="*/ 239256 h 260086"/>
              <a:gd name="connsiteX34" fmla="*/ 261516 w 765852"/>
              <a:gd name="connsiteY34" fmla="*/ 249401 h 260086"/>
              <a:gd name="connsiteX35" fmla="*/ 249560 w 765852"/>
              <a:gd name="connsiteY35" fmla="*/ 252987 h 260086"/>
              <a:gd name="connsiteX36" fmla="*/ 238310 w 765852"/>
              <a:gd name="connsiteY36" fmla="*/ 249887 h 260086"/>
              <a:gd name="connsiteX37" fmla="*/ 230828 w 765852"/>
              <a:gd name="connsiteY37" fmla="*/ 241201 h 260086"/>
              <a:gd name="connsiteX38" fmla="*/ 228215 w 765852"/>
              <a:gd name="connsiteY38" fmla="*/ 228525 h 260086"/>
              <a:gd name="connsiteX39" fmla="*/ 230828 w 765852"/>
              <a:gd name="connsiteY39" fmla="*/ 215812 h 260086"/>
              <a:gd name="connsiteX40" fmla="*/ 238310 w 765852"/>
              <a:gd name="connsiteY40" fmla="*/ 207172 h 260086"/>
              <a:gd name="connsiteX41" fmla="*/ 335580 w 765852"/>
              <a:gd name="connsiteY41" fmla="*/ 197523 h 260086"/>
              <a:gd name="connsiteX42" fmla="*/ 311925 w 765852"/>
              <a:gd name="connsiteY42" fmla="*/ 259554 h 260086"/>
              <a:gd name="connsiteX43" fmla="*/ 319892 w 765852"/>
              <a:gd name="connsiteY43" fmla="*/ 259554 h 260086"/>
              <a:gd name="connsiteX44" fmla="*/ 326448 w 765852"/>
              <a:gd name="connsiteY44" fmla="*/ 242806 h 260086"/>
              <a:gd name="connsiteX45" fmla="*/ 353467 w 765852"/>
              <a:gd name="connsiteY45" fmla="*/ 242806 h 260086"/>
              <a:gd name="connsiteX46" fmla="*/ 360023 w 765852"/>
              <a:gd name="connsiteY46" fmla="*/ 259554 h 260086"/>
              <a:gd name="connsiteX47" fmla="*/ 368256 w 765852"/>
              <a:gd name="connsiteY47" fmla="*/ 259554 h 260086"/>
              <a:gd name="connsiteX48" fmla="*/ 344693 w 765852"/>
              <a:gd name="connsiteY48" fmla="*/ 197523 h 260086"/>
              <a:gd name="connsiteX49" fmla="*/ 335570 w 765852"/>
              <a:gd name="connsiteY49" fmla="*/ 197523 h 260086"/>
              <a:gd name="connsiteX50" fmla="*/ 328758 w 765852"/>
              <a:gd name="connsiteY50" fmla="*/ 235808 h 260086"/>
              <a:gd name="connsiteX51" fmla="*/ 339916 w 765852"/>
              <a:gd name="connsiteY51" fmla="*/ 205943 h 260086"/>
              <a:gd name="connsiteX52" fmla="*/ 351166 w 765852"/>
              <a:gd name="connsiteY52" fmla="*/ 235808 h 260086"/>
              <a:gd name="connsiteX53" fmla="*/ 328749 w 765852"/>
              <a:gd name="connsiteY53" fmla="*/ 235808 h 260086"/>
              <a:gd name="connsiteX54" fmla="*/ 725437 w 765852"/>
              <a:gd name="connsiteY54" fmla="*/ 197523 h 260086"/>
              <a:gd name="connsiteX55" fmla="*/ 717736 w 765852"/>
              <a:gd name="connsiteY55" fmla="*/ 197523 h 260086"/>
              <a:gd name="connsiteX56" fmla="*/ 717736 w 765852"/>
              <a:gd name="connsiteY56" fmla="*/ 259554 h 260086"/>
              <a:gd name="connsiteX57" fmla="*/ 753704 w 765852"/>
              <a:gd name="connsiteY57" fmla="*/ 259554 h 260086"/>
              <a:gd name="connsiteX58" fmla="*/ 753704 w 765852"/>
              <a:gd name="connsiteY58" fmla="*/ 252464 h 260086"/>
              <a:gd name="connsiteX59" fmla="*/ 725446 w 765852"/>
              <a:gd name="connsiteY59" fmla="*/ 252464 h 260086"/>
              <a:gd name="connsiteX60" fmla="*/ 725446 w 765852"/>
              <a:gd name="connsiteY60" fmla="*/ 197523 h 260086"/>
              <a:gd name="connsiteX61" fmla="*/ 250953 w 765852"/>
              <a:gd name="connsiteY61" fmla="*/ 2119 h 260086"/>
              <a:gd name="connsiteX62" fmla="*/ 225566 w 765852"/>
              <a:gd name="connsiteY62" fmla="*/ 2119 h 260086"/>
              <a:gd name="connsiteX63" fmla="*/ 225566 w 765852"/>
              <a:gd name="connsiteY63" fmla="*/ 164677 h 260086"/>
              <a:gd name="connsiteX64" fmla="*/ 250953 w 765852"/>
              <a:gd name="connsiteY64" fmla="*/ 164677 h 260086"/>
              <a:gd name="connsiteX65" fmla="*/ 250953 w 765852"/>
              <a:gd name="connsiteY65" fmla="*/ 2119 h 260086"/>
              <a:gd name="connsiteX66" fmla="*/ 80592 w 765852"/>
              <a:gd name="connsiteY66" fmla="*/ 62692 h 260086"/>
              <a:gd name="connsiteX67" fmla="*/ 80592 w 765852"/>
              <a:gd name="connsiteY67" fmla="*/ 164687 h 260086"/>
              <a:gd name="connsiteX68" fmla="*/ 106732 w 765852"/>
              <a:gd name="connsiteY68" fmla="*/ 164687 h 260086"/>
              <a:gd name="connsiteX69" fmla="*/ 106713 w 765852"/>
              <a:gd name="connsiteY69" fmla="*/ 62692 h 260086"/>
              <a:gd name="connsiteX70" fmla="*/ 95124 w 765852"/>
              <a:gd name="connsiteY70" fmla="*/ 28700 h 260086"/>
              <a:gd name="connsiteX71" fmla="*/ 93648 w 765852"/>
              <a:gd name="connsiteY71" fmla="*/ 26792 h 260086"/>
              <a:gd name="connsiteX72" fmla="*/ 92172 w 765852"/>
              <a:gd name="connsiteY72" fmla="*/ 28700 h 260086"/>
              <a:gd name="connsiteX73" fmla="*/ 80583 w 765852"/>
              <a:gd name="connsiteY73" fmla="*/ 62692 h 260086"/>
              <a:gd name="connsiteX74" fmla="*/ 47273 w 765852"/>
              <a:gd name="connsiteY74" fmla="*/ 2119 h 260086"/>
              <a:gd name="connsiteX75" fmla="*/ 0 w 765852"/>
              <a:gd name="connsiteY75" fmla="*/ 2119 h 260086"/>
              <a:gd name="connsiteX76" fmla="*/ 0 w 765852"/>
              <a:gd name="connsiteY76" fmla="*/ 26792 h 260086"/>
              <a:gd name="connsiteX77" fmla="*/ 93648 w 765852"/>
              <a:gd name="connsiteY77" fmla="*/ 26792 h 260086"/>
              <a:gd name="connsiteX78" fmla="*/ 91328 w 765852"/>
              <a:gd name="connsiteY78" fmla="*/ 23793 h 260086"/>
              <a:gd name="connsiteX79" fmla="*/ 47273 w 765852"/>
              <a:gd name="connsiteY79" fmla="*/ 2119 h 260086"/>
              <a:gd name="connsiteX80" fmla="*/ 95968 w 765852"/>
              <a:gd name="connsiteY80" fmla="*/ 23793 h 260086"/>
              <a:gd name="connsiteX81" fmla="*/ 93648 w 765852"/>
              <a:gd name="connsiteY81" fmla="*/ 26792 h 260086"/>
              <a:gd name="connsiteX82" fmla="*/ 187296 w 765852"/>
              <a:gd name="connsiteY82" fmla="*/ 26792 h 260086"/>
              <a:gd name="connsiteX83" fmla="*/ 187296 w 765852"/>
              <a:gd name="connsiteY83" fmla="*/ 2119 h 260086"/>
              <a:gd name="connsiteX84" fmla="*/ 140023 w 765852"/>
              <a:gd name="connsiteY84" fmla="*/ 2119 h 260086"/>
              <a:gd name="connsiteX85" fmla="*/ 95958 w 765852"/>
              <a:gd name="connsiteY85" fmla="*/ 23793 h 260086"/>
              <a:gd name="connsiteX86" fmla="*/ 514844 w 765852"/>
              <a:gd name="connsiteY86" fmla="*/ 164677 h 260086"/>
              <a:gd name="connsiteX87" fmla="*/ 540232 w 765852"/>
              <a:gd name="connsiteY87" fmla="*/ 164677 h 260086"/>
              <a:gd name="connsiteX88" fmla="*/ 540232 w 765852"/>
              <a:gd name="connsiteY88" fmla="*/ 2119 h 260086"/>
              <a:gd name="connsiteX89" fmla="*/ 514844 w 765852"/>
              <a:gd name="connsiteY89" fmla="*/ 2119 h 260086"/>
              <a:gd name="connsiteX90" fmla="*/ 514844 w 765852"/>
              <a:gd name="connsiteY90" fmla="*/ 164677 h 260086"/>
              <a:gd name="connsiteX91" fmla="*/ 495205 w 765852"/>
              <a:gd name="connsiteY91" fmla="*/ 259554 h 260086"/>
              <a:gd name="connsiteX92" fmla="*/ 502915 w 765852"/>
              <a:gd name="connsiteY92" fmla="*/ 259554 h 260086"/>
              <a:gd name="connsiteX93" fmla="*/ 502915 w 765852"/>
              <a:gd name="connsiteY93" fmla="*/ 197523 h 260086"/>
              <a:gd name="connsiteX94" fmla="*/ 495205 w 765852"/>
              <a:gd name="connsiteY94" fmla="*/ 197523 h 260086"/>
              <a:gd name="connsiteX95" fmla="*/ 495205 w 765852"/>
              <a:gd name="connsiteY95" fmla="*/ 259554 h 260086"/>
              <a:gd name="connsiteX96" fmla="*/ 544816 w 765852"/>
              <a:gd name="connsiteY96" fmla="*/ 204613 h 260086"/>
              <a:gd name="connsiteX97" fmla="*/ 564923 w 765852"/>
              <a:gd name="connsiteY97" fmla="*/ 204613 h 260086"/>
              <a:gd name="connsiteX98" fmla="*/ 564923 w 765852"/>
              <a:gd name="connsiteY98" fmla="*/ 259554 h 260086"/>
              <a:gd name="connsiteX99" fmla="*/ 572633 w 765852"/>
              <a:gd name="connsiteY99" fmla="*/ 259554 h 260086"/>
              <a:gd name="connsiteX100" fmla="*/ 572633 w 765852"/>
              <a:gd name="connsiteY100" fmla="*/ 204613 h 260086"/>
              <a:gd name="connsiteX101" fmla="*/ 592740 w 765852"/>
              <a:gd name="connsiteY101" fmla="*/ 204613 h 260086"/>
              <a:gd name="connsiteX102" fmla="*/ 592740 w 765852"/>
              <a:gd name="connsiteY102" fmla="*/ 197523 h 260086"/>
              <a:gd name="connsiteX103" fmla="*/ 544816 w 765852"/>
              <a:gd name="connsiteY103" fmla="*/ 197523 h 260086"/>
              <a:gd name="connsiteX104" fmla="*/ 544816 w 765852"/>
              <a:gd name="connsiteY104" fmla="*/ 204613 h 260086"/>
              <a:gd name="connsiteX105" fmla="*/ 287389 w 765852"/>
              <a:gd name="connsiteY105" fmla="*/ 2119 h 260086"/>
              <a:gd name="connsiteX106" fmla="*/ 345234 w 765852"/>
              <a:gd name="connsiteY106" fmla="*/ 140105 h 260086"/>
              <a:gd name="connsiteX107" fmla="*/ 381413 w 765852"/>
              <a:gd name="connsiteY107" fmla="*/ 166796 h 260086"/>
              <a:gd name="connsiteX108" fmla="*/ 382899 w 765852"/>
              <a:gd name="connsiteY108" fmla="*/ 166796 h 260086"/>
              <a:gd name="connsiteX109" fmla="*/ 316692 w 765852"/>
              <a:gd name="connsiteY109" fmla="*/ 2119 h 260086"/>
              <a:gd name="connsiteX110" fmla="*/ 287389 w 765852"/>
              <a:gd name="connsiteY110" fmla="*/ 2119 h 260086"/>
              <a:gd name="connsiteX111" fmla="*/ 443549 w 765852"/>
              <a:gd name="connsiteY111" fmla="*/ 199871 h 260086"/>
              <a:gd name="connsiteX112" fmla="*/ 432739 w 765852"/>
              <a:gd name="connsiteY112" fmla="*/ 197523 h 260086"/>
              <a:gd name="connsiteX113" fmla="*/ 408910 w 765852"/>
              <a:gd name="connsiteY113" fmla="*/ 197523 h 260086"/>
              <a:gd name="connsiteX114" fmla="*/ 408910 w 765852"/>
              <a:gd name="connsiteY114" fmla="*/ 259554 h 260086"/>
              <a:gd name="connsiteX115" fmla="*/ 416621 w 765852"/>
              <a:gd name="connsiteY115" fmla="*/ 259554 h 260086"/>
              <a:gd name="connsiteX116" fmla="*/ 416621 w 765852"/>
              <a:gd name="connsiteY116" fmla="*/ 235716 h 260086"/>
              <a:gd name="connsiteX117" fmla="*/ 432748 w 765852"/>
              <a:gd name="connsiteY117" fmla="*/ 235716 h 260086"/>
              <a:gd name="connsiteX118" fmla="*/ 443512 w 765852"/>
              <a:gd name="connsiteY118" fmla="*/ 233368 h 260086"/>
              <a:gd name="connsiteX119" fmla="*/ 450728 w 765852"/>
              <a:gd name="connsiteY119" fmla="*/ 226681 h 260086"/>
              <a:gd name="connsiteX120" fmla="*/ 453295 w 765852"/>
              <a:gd name="connsiteY120" fmla="*/ 216583 h 260086"/>
              <a:gd name="connsiteX121" fmla="*/ 450774 w 765852"/>
              <a:gd name="connsiteY121" fmla="*/ 206521 h 260086"/>
              <a:gd name="connsiteX122" fmla="*/ 443558 w 765852"/>
              <a:gd name="connsiteY122" fmla="*/ 199871 h 260086"/>
              <a:gd name="connsiteX123" fmla="*/ 441779 w 765852"/>
              <a:gd name="connsiteY123" fmla="*/ 225351 h 260086"/>
              <a:gd name="connsiteX124" fmla="*/ 432033 w 765852"/>
              <a:gd name="connsiteY124" fmla="*/ 228635 h 260086"/>
              <a:gd name="connsiteX125" fmla="*/ 416621 w 765852"/>
              <a:gd name="connsiteY125" fmla="*/ 228635 h 260086"/>
              <a:gd name="connsiteX126" fmla="*/ 416621 w 765852"/>
              <a:gd name="connsiteY126" fmla="*/ 204622 h 260086"/>
              <a:gd name="connsiteX127" fmla="*/ 432125 w 765852"/>
              <a:gd name="connsiteY127" fmla="*/ 204622 h 260086"/>
              <a:gd name="connsiteX128" fmla="*/ 441825 w 765852"/>
              <a:gd name="connsiteY128" fmla="*/ 207860 h 260086"/>
              <a:gd name="connsiteX129" fmla="*/ 445410 w 765852"/>
              <a:gd name="connsiteY129" fmla="*/ 216592 h 260086"/>
              <a:gd name="connsiteX130" fmla="*/ 441779 w 765852"/>
              <a:gd name="connsiteY130" fmla="*/ 225361 h 260086"/>
              <a:gd name="connsiteX131" fmla="*/ 382889 w 765852"/>
              <a:gd name="connsiteY131" fmla="*/ 166805 h 260086"/>
              <a:gd name="connsiteX132" fmla="*/ 384375 w 765852"/>
              <a:gd name="connsiteY132" fmla="*/ 166805 h 260086"/>
              <a:gd name="connsiteX133" fmla="*/ 420554 w 765852"/>
              <a:gd name="connsiteY133" fmla="*/ 140114 h 260086"/>
              <a:gd name="connsiteX134" fmla="*/ 478399 w 765852"/>
              <a:gd name="connsiteY134" fmla="*/ 2128 h 260086"/>
              <a:gd name="connsiteX135" fmla="*/ 449096 w 765852"/>
              <a:gd name="connsiteY135" fmla="*/ 2128 h 260086"/>
              <a:gd name="connsiteX136" fmla="*/ 382889 w 765852"/>
              <a:gd name="connsiteY136" fmla="*/ 166814 h 260086"/>
              <a:gd name="connsiteX137" fmla="*/ 644368 w 765852"/>
              <a:gd name="connsiteY137" fmla="*/ 197523 h 260086"/>
              <a:gd name="connsiteX138" fmla="*/ 620714 w 765852"/>
              <a:gd name="connsiteY138" fmla="*/ 259554 h 260086"/>
              <a:gd name="connsiteX139" fmla="*/ 628690 w 765852"/>
              <a:gd name="connsiteY139" fmla="*/ 259554 h 260086"/>
              <a:gd name="connsiteX140" fmla="*/ 635246 w 765852"/>
              <a:gd name="connsiteY140" fmla="*/ 242806 h 260086"/>
              <a:gd name="connsiteX141" fmla="*/ 662266 w 765852"/>
              <a:gd name="connsiteY141" fmla="*/ 242806 h 260086"/>
              <a:gd name="connsiteX142" fmla="*/ 668821 w 765852"/>
              <a:gd name="connsiteY142" fmla="*/ 259554 h 260086"/>
              <a:gd name="connsiteX143" fmla="*/ 677055 w 765852"/>
              <a:gd name="connsiteY143" fmla="*/ 259554 h 260086"/>
              <a:gd name="connsiteX144" fmla="*/ 653491 w 765852"/>
              <a:gd name="connsiteY144" fmla="*/ 197523 h 260086"/>
              <a:gd name="connsiteX145" fmla="*/ 644368 w 765852"/>
              <a:gd name="connsiteY145" fmla="*/ 197523 h 260086"/>
              <a:gd name="connsiteX146" fmla="*/ 637547 w 765852"/>
              <a:gd name="connsiteY146" fmla="*/ 235808 h 260086"/>
              <a:gd name="connsiteX147" fmla="*/ 648705 w 765852"/>
              <a:gd name="connsiteY147" fmla="*/ 205943 h 260086"/>
              <a:gd name="connsiteX148" fmla="*/ 659955 w 765852"/>
              <a:gd name="connsiteY148" fmla="*/ 235808 h 260086"/>
              <a:gd name="connsiteX149" fmla="*/ 637538 w 765852"/>
              <a:gd name="connsiteY149" fmla="*/ 235808 h 260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</a:cxnLst>
            <a:rect l="l" t="t" r="r" b="b"/>
            <a:pathLst>
              <a:path w="765852" h="260086">
                <a:moveTo>
                  <a:pt x="739575" y="143884"/>
                </a:moveTo>
                <a:cubicBezTo>
                  <a:pt x="756519" y="128906"/>
                  <a:pt x="765852" y="107425"/>
                  <a:pt x="765852" y="83403"/>
                </a:cubicBezTo>
                <a:cubicBezTo>
                  <a:pt x="765852" y="59381"/>
                  <a:pt x="756519" y="37899"/>
                  <a:pt x="739575" y="22921"/>
                </a:cubicBezTo>
                <a:cubicBezTo>
                  <a:pt x="722613" y="7925"/>
                  <a:pt x="699307" y="0"/>
                  <a:pt x="672177" y="0"/>
                </a:cubicBezTo>
                <a:cubicBezTo>
                  <a:pt x="645047" y="0"/>
                  <a:pt x="621740" y="7925"/>
                  <a:pt x="604779" y="22921"/>
                </a:cubicBezTo>
                <a:cubicBezTo>
                  <a:pt x="587835" y="37899"/>
                  <a:pt x="578501" y="59381"/>
                  <a:pt x="578501" y="83403"/>
                </a:cubicBezTo>
                <a:cubicBezTo>
                  <a:pt x="578501" y="107425"/>
                  <a:pt x="587835" y="128906"/>
                  <a:pt x="604779" y="143884"/>
                </a:cubicBezTo>
                <a:cubicBezTo>
                  <a:pt x="621740" y="158881"/>
                  <a:pt x="645047" y="166805"/>
                  <a:pt x="672177" y="166805"/>
                </a:cubicBezTo>
                <a:cubicBezTo>
                  <a:pt x="699307" y="166805"/>
                  <a:pt x="722613" y="158881"/>
                  <a:pt x="739575" y="143884"/>
                </a:cubicBezTo>
                <a:close/>
                <a:moveTo>
                  <a:pt x="604595" y="83403"/>
                </a:moveTo>
                <a:cubicBezTo>
                  <a:pt x="604595" y="66489"/>
                  <a:pt x="610821" y="52135"/>
                  <a:pt x="622611" y="41871"/>
                </a:cubicBezTo>
                <a:cubicBezTo>
                  <a:pt x="634751" y="31305"/>
                  <a:pt x="651887" y="25719"/>
                  <a:pt x="672177" y="25719"/>
                </a:cubicBezTo>
                <a:cubicBezTo>
                  <a:pt x="692467" y="25719"/>
                  <a:pt x="709603" y="31305"/>
                  <a:pt x="721742" y="41871"/>
                </a:cubicBezTo>
                <a:cubicBezTo>
                  <a:pt x="733524" y="52126"/>
                  <a:pt x="739759" y="66489"/>
                  <a:pt x="739759" y="83403"/>
                </a:cubicBezTo>
                <a:cubicBezTo>
                  <a:pt x="739759" y="100316"/>
                  <a:pt x="733533" y="114671"/>
                  <a:pt x="721742" y="124934"/>
                </a:cubicBezTo>
                <a:cubicBezTo>
                  <a:pt x="709603" y="135501"/>
                  <a:pt x="692467" y="141077"/>
                  <a:pt x="672177" y="141077"/>
                </a:cubicBezTo>
                <a:cubicBezTo>
                  <a:pt x="651887" y="141077"/>
                  <a:pt x="634741" y="135491"/>
                  <a:pt x="622611" y="124934"/>
                </a:cubicBezTo>
                <a:cubicBezTo>
                  <a:pt x="610830" y="114671"/>
                  <a:pt x="604595" y="100316"/>
                  <a:pt x="604595" y="83403"/>
                </a:cubicBezTo>
                <a:close/>
                <a:moveTo>
                  <a:pt x="238310" y="207181"/>
                </a:moveTo>
                <a:cubicBezTo>
                  <a:pt x="241556" y="205118"/>
                  <a:pt x="245306" y="204081"/>
                  <a:pt x="249560" y="204081"/>
                </a:cubicBezTo>
                <a:cubicBezTo>
                  <a:pt x="254282" y="204081"/>
                  <a:pt x="258288" y="205292"/>
                  <a:pt x="261562" y="207713"/>
                </a:cubicBezTo>
                <a:cubicBezTo>
                  <a:pt x="264835" y="210135"/>
                  <a:pt x="267035" y="213501"/>
                  <a:pt x="268163" y="217812"/>
                </a:cubicBezTo>
                <a:lnTo>
                  <a:pt x="275874" y="217812"/>
                </a:lnTo>
                <a:cubicBezTo>
                  <a:pt x="274691" y="211373"/>
                  <a:pt x="271784" y="206292"/>
                  <a:pt x="267145" y="202568"/>
                </a:cubicBezTo>
                <a:cubicBezTo>
                  <a:pt x="262506" y="198844"/>
                  <a:pt x="256766" y="196982"/>
                  <a:pt x="249917" y="196982"/>
                </a:cubicBezTo>
                <a:cubicBezTo>
                  <a:pt x="244013" y="196982"/>
                  <a:pt x="238814" y="198293"/>
                  <a:pt x="234322" y="200926"/>
                </a:cubicBezTo>
                <a:cubicBezTo>
                  <a:pt x="229838" y="203558"/>
                  <a:pt x="226382" y="207264"/>
                  <a:pt x="223961" y="212052"/>
                </a:cubicBezTo>
                <a:cubicBezTo>
                  <a:pt x="221541" y="216840"/>
                  <a:pt x="220330" y="222334"/>
                  <a:pt x="220330" y="228534"/>
                </a:cubicBezTo>
                <a:cubicBezTo>
                  <a:pt x="220330" y="234734"/>
                  <a:pt x="221541" y="240302"/>
                  <a:pt x="223961" y="245062"/>
                </a:cubicBezTo>
                <a:cubicBezTo>
                  <a:pt x="226382" y="249823"/>
                  <a:pt x="229838" y="253510"/>
                  <a:pt x="234322" y="256142"/>
                </a:cubicBezTo>
                <a:cubicBezTo>
                  <a:pt x="238805" y="258775"/>
                  <a:pt x="244004" y="260086"/>
                  <a:pt x="249917" y="260086"/>
                </a:cubicBezTo>
                <a:cubicBezTo>
                  <a:pt x="256831" y="260086"/>
                  <a:pt x="262570" y="258224"/>
                  <a:pt x="267145" y="254501"/>
                </a:cubicBezTo>
                <a:cubicBezTo>
                  <a:pt x="271720" y="250777"/>
                  <a:pt x="274599" y="245695"/>
                  <a:pt x="275782" y="239256"/>
                </a:cubicBezTo>
                <a:lnTo>
                  <a:pt x="268071" y="239256"/>
                </a:lnTo>
                <a:cubicBezTo>
                  <a:pt x="266888" y="243631"/>
                  <a:pt x="264706" y="247007"/>
                  <a:pt x="261516" y="249401"/>
                </a:cubicBezTo>
                <a:cubicBezTo>
                  <a:pt x="258325" y="251795"/>
                  <a:pt x="254337" y="252987"/>
                  <a:pt x="249560" y="252987"/>
                </a:cubicBezTo>
                <a:cubicBezTo>
                  <a:pt x="245306" y="252987"/>
                  <a:pt x="241556" y="251951"/>
                  <a:pt x="238310" y="249887"/>
                </a:cubicBezTo>
                <a:cubicBezTo>
                  <a:pt x="235064" y="247823"/>
                  <a:pt x="232561" y="244925"/>
                  <a:pt x="230828" y="241201"/>
                </a:cubicBezTo>
                <a:cubicBezTo>
                  <a:pt x="229086" y="237477"/>
                  <a:pt x="228215" y="233258"/>
                  <a:pt x="228215" y="228525"/>
                </a:cubicBezTo>
                <a:cubicBezTo>
                  <a:pt x="228215" y="223792"/>
                  <a:pt x="229086" y="219499"/>
                  <a:pt x="230828" y="215812"/>
                </a:cubicBezTo>
                <a:cubicBezTo>
                  <a:pt x="232570" y="212125"/>
                  <a:pt x="235064" y="209245"/>
                  <a:pt x="238310" y="207172"/>
                </a:cubicBezTo>
                <a:close/>
                <a:moveTo>
                  <a:pt x="335580" y="197523"/>
                </a:moveTo>
                <a:lnTo>
                  <a:pt x="311925" y="259554"/>
                </a:lnTo>
                <a:lnTo>
                  <a:pt x="319892" y="259554"/>
                </a:lnTo>
                <a:lnTo>
                  <a:pt x="326448" y="242806"/>
                </a:lnTo>
                <a:lnTo>
                  <a:pt x="353467" y="242806"/>
                </a:lnTo>
                <a:lnTo>
                  <a:pt x="360023" y="259554"/>
                </a:lnTo>
                <a:lnTo>
                  <a:pt x="368256" y="259554"/>
                </a:lnTo>
                <a:lnTo>
                  <a:pt x="344693" y="197523"/>
                </a:lnTo>
                <a:lnTo>
                  <a:pt x="335570" y="197523"/>
                </a:lnTo>
                <a:close/>
                <a:moveTo>
                  <a:pt x="328758" y="235808"/>
                </a:moveTo>
                <a:lnTo>
                  <a:pt x="339916" y="205943"/>
                </a:lnTo>
                <a:lnTo>
                  <a:pt x="351166" y="235808"/>
                </a:lnTo>
                <a:lnTo>
                  <a:pt x="328749" y="235808"/>
                </a:lnTo>
                <a:close/>
                <a:moveTo>
                  <a:pt x="725437" y="197523"/>
                </a:moveTo>
                <a:lnTo>
                  <a:pt x="717736" y="197523"/>
                </a:lnTo>
                <a:lnTo>
                  <a:pt x="717736" y="259554"/>
                </a:lnTo>
                <a:lnTo>
                  <a:pt x="753704" y="259554"/>
                </a:lnTo>
                <a:lnTo>
                  <a:pt x="753704" y="252464"/>
                </a:lnTo>
                <a:lnTo>
                  <a:pt x="725446" y="252464"/>
                </a:lnTo>
                <a:lnTo>
                  <a:pt x="725446" y="197523"/>
                </a:lnTo>
                <a:close/>
                <a:moveTo>
                  <a:pt x="250953" y="2119"/>
                </a:moveTo>
                <a:lnTo>
                  <a:pt x="225566" y="2119"/>
                </a:lnTo>
                <a:lnTo>
                  <a:pt x="225566" y="164677"/>
                </a:lnTo>
                <a:lnTo>
                  <a:pt x="250953" y="164677"/>
                </a:lnTo>
                <a:lnTo>
                  <a:pt x="250953" y="2119"/>
                </a:lnTo>
                <a:close/>
                <a:moveTo>
                  <a:pt x="80592" y="62692"/>
                </a:moveTo>
                <a:lnTo>
                  <a:pt x="80592" y="164687"/>
                </a:lnTo>
                <a:cubicBezTo>
                  <a:pt x="80592" y="164687"/>
                  <a:pt x="106732" y="164687"/>
                  <a:pt x="106732" y="164687"/>
                </a:cubicBezTo>
                <a:lnTo>
                  <a:pt x="106713" y="62692"/>
                </a:lnTo>
                <a:cubicBezTo>
                  <a:pt x="106713" y="50282"/>
                  <a:pt x="102707" y="38523"/>
                  <a:pt x="95124" y="28700"/>
                </a:cubicBezTo>
                <a:lnTo>
                  <a:pt x="93648" y="26792"/>
                </a:lnTo>
                <a:lnTo>
                  <a:pt x="92172" y="28700"/>
                </a:lnTo>
                <a:cubicBezTo>
                  <a:pt x="84589" y="38523"/>
                  <a:pt x="80583" y="50273"/>
                  <a:pt x="80583" y="62692"/>
                </a:cubicBezTo>
                <a:close/>
                <a:moveTo>
                  <a:pt x="47273" y="2119"/>
                </a:moveTo>
                <a:lnTo>
                  <a:pt x="0" y="2119"/>
                </a:lnTo>
                <a:lnTo>
                  <a:pt x="0" y="26792"/>
                </a:lnTo>
                <a:lnTo>
                  <a:pt x="93648" y="26792"/>
                </a:lnTo>
                <a:lnTo>
                  <a:pt x="91328" y="23793"/>
                </a:lnTo>
                <a:cubicBezTo>
                  <a:pt x="80693" y="10025"/>
                  <a:pt x="64629" y="2119"/>
                  <a:pt x="47273" y="2119"/>
                </a:cubicBezTo>
                <a:close/>
                <a:moveTo>
                  <a:pt x="95968" y="23793"/>
                </a:moveTo>
                <a:lnTo>
                  <a:pt x="93648" y="26792"/>
                </a:lnTo>
                <a:lnTo>
                  <a:pt x="187296" y="26792"/>
                </a:lnTo>
                <a:lnTo>
                  <a:pt x="187296" y="2119"/>
                </a:lnTo>
                <a:lnTo>
                  <a:pt x="140023" y="2119"/>
                </a:lnTo>
                <a:cubicBezTo>
                  <a:pt x="122657" y="2119"/>
                  <a:pt x="106603" y="10016"/>
                  <a:pt x="95958" y="23793"/>
                </a:cubicBezTo>
                <a:close/>
                <a:moveTo>
                  <a:pt x="514844" y="164677"/>
                </a:moveTo>
                <a:lnTo>
                  <a:pt x="540232" y="164677"/>
                </a:lnTo>
                <a:lnTo>
                  <a:pt x="540232" y="2119"/>
                </a:lnTo>
                <a:lnTo>
                  <a:pt x="514844" y="2119"/>
                </a:lnTo>
                <a:lnTo>
                  <a:pt x="514844" y="164677"/>
                </a:lnTo>
                <a:close/>
                <a:moveTo>
                  <a:pt x="495205" y="259554"/>
                </a:moveTo>
                <a:lnTo>
                  <a:pt x="502915" y="259554"/>
                </a:lnTo>
                <a:lnTo>
                  <a:pt x="502915" y="197523"/>
                </a:lnTo>
                <a:lnTo>
                  <a:pt x="495205" y="197523"/>
                </a:lnTo>
                <a:lnTo>
                  <a:pt x="495205" y="259554"/>
                </a:lnTo>
                <a:close/>
                <a:moveTo>
                  <a:pt x="544816" y="204613"/>
                </a:moveTo>
                <a:lnTo>
                  <a:pt x="564923" y="204613"/>
                </a:lnTo>
                <a:lnTo>
                  <a:pt x="564923" y="259554"/>
                </a:lnTo>
                <a:lnTo>
                  <a:pt x="572633" y="259554"/>
                </a:lnTo>
                <a:lnTo>
                  <a:pt x="572633" y="204613"/>
                </a:lnTo>
                <a:lnTo>
                  <a:pt x="592740" y="204613"/>
                </a:lnTo>
                <a:lnTo>
                  <a:pt x="592740" y="197523"/>
                </a:lnTo>
                <a:lnTo>
                  <a:pt x="544816" y="197523"/>
                </a:lnTo>
                <a:lnTo>
                  <a:pt x="544816" y="204613"/>
                </a:lnTo>
                <a:close/>
                <a:moveTo>
                  <a:pt x="287389" y="2119"/>
                </a:moveTo>
                <a:cubicBezTo>
                  <a:pt x="287389" y="2119"/>
                  <a:pt x="335680" y="117220"/>
                  <a:pt x="345234" y="140105"/>
                </a:cubicBezTo>
                <a:cubicBezTo>
                  <a:pt x="356374" y="166796"/>
                  <a:pt x="374464" y="166796"/>
                  <a:pt x="381413" y="166796"/>
                </a:cubicBezTo>
                <a:lnTo>
                  <a:pt x="382899" y="166796"/>
                </a:lnTo>
                <a:lnTo>
                  <a:pt x="316692" y="2119"/>
                </a:lnTo>
                <a:lnTo>
                  <a:pt x="287389" y="2119"/>
                </a:lnTo>
                <a:close/>
                <a:moveTo>
                  <a:pt x="443549" y="199871"/>
                </a:moveTo>
                <a:cubicBezTo>
                  <a:pt x="440413" y="198303"/>
                  <a:pt x="436819" y="197523"/>
                  <a:pt x="432739" y="197523"/>
                </a:cubicBezTo>
                <a:lnTo>
                  <a:pt x="408910" y="197523"/>
                </a:lnTo>
                <a:lnTo>
                  <a:pt x="408910" y="259554"/>
                </a:lnTo>
                <a:lnTo>
                  <a:pt x="416621" y="259554"/>
                </a:lnTo>
                <a:lnTo>
                  <a:pt x="416621" y="235716"/>
                </a:lnTo>
                <a:lnTo>
                  <a:pt x="432748" y="235716"/>
                </a:lnTo>
                <a:cubicBezTo>
                  <a:pt x="436819" y="235716"/>
                  <a:pt x="440413" y="234936"/>
                  <a:pt x="443512" y="233368"/>
                </a:cubicBezTo>
                <a:cubicBezTo>
                  <a:pt x="446611" y="231799"/>
                  <a:pt x="449013" y="229571"/>
                  <a:pt x="450728" y="226681"/>
                </a:cubicBezTo>
                <a:cubicBezTo>
                  <a:pt x="452442" y="223783"/>
                  <a:pt x="453295" y="220417"/>
                  <a:pt x="453295" y="216583"/>
                </a:cubicBezTo>
                <a:cubicBezTo>
                  <a:pt x="453295" y="212749"/>
                  <a:pt x="452452" y="209392"/>
                  <a:pt x="450774" y="206521"/>
                </a:cubicBezTo>
                <a:cubicBezTo>
                  <a:pt x="449087" y="203659"/>
                  <a:pt x="446685" y="201439"/>
                  <a:pt x="443558" y="199871"/>
                </a:cubicBezTo>
                <a:close/>
                <a:moveTo>
                  <a:pt x="441779" y="225351"/>
                </a:moveTo>
                <a:cubicBezTo>
                  <a:pt x="439359" y="227534"/>
                  <a:pt x="436113" y="228635"/>
                  <a:pt x="432033" y="228635"/>
                </a:cubicBezTo>
                <a:lnTo>
                  <a:pt x="416621" y="228635"/>
                </a:lnTo>
                <a:lnTo>
                  <a:pt x="416621" y="204622"/>
                </a:lnTo>
                <a:lnTo>
                  <a:pt x="432125" y="204622"/>
                </a:lnTo>
                <a:cubicBezTo>
                  <a:pt x="436196" y="204622"/>
                  <a:pt x="439432" y="205705"/>
                  <a:pt x="441825" y="207860"/>
                </a:cubicBezTo>
                <a:cubicBezTo>
                  <a:pt x="444218" y="210015"/>
                  <a:pt x="445410" y="212923"/>
                  <a:pt x="445410" y="216592"/>
                </a:cubicBezTo>
                <a:cubicBezTo>
                  <a:pt x="445410" y="220261"/>
                  <a:pt x="444200" y="223178"/>
                  <a:pt x="441779" y="225361"/>
                </a:cubicBezTo>
                <a:close/>
                <a:moveTo>
                  <a:pt x="382889" y="166805"/>
                </a:moveTo>
                <a:lnTo>
                  <a:pt x="384375" y="166805"/>
                </a:lnTo>
                <a:cubicBezTo>
                  <a:pt x="391334" y="166805"/>
                  <a:pt x="409423" y="166805"/>
                  <a:pt x="420554" y="140114"/>
                </a:cubicBezTo>
                <a:cubicBezTo>
                  <a:pt x="430099" y="117230"/>
                  <a:pt x="478399" y="2128"/>
                  <a:pt x="478399" y="2128"/>
                </a:cubicBezTo>
                <a:lnTo>
                  <a:pt x="449096" y="2128"/>
                </a:lnTo>
                <a:lnTo>
                  <a:pt x="382889" y="166814"/>
                </a:lnTo>
                <a:close/>
                <a:moveTo>
                  <a:pt x="644368" y="197523"/>
                </a:moveTo>
                <a:lnTo>
                  <a:pt x="620714" y="259554"/>
                </a:lnTo>
                <a:lnTo>
                  <a:pt x="628690" y="259554"/>
                </a:lnTo>
                <a:lnTo>
                  <a:pt x="635246" y="242806"/>
                </a:lnTo>
                <a:lnTo>
                  <a:pt x="662266" y="242806"/>
                </a:lnTo>
                <a:lnTo>
                  <a:pt x="668821" y="259554"/>
                </a:lnTo>
                <a:lnTo>
                  <a:pt x="677055" y="259554"/>
                </a:lnTo>
                <a:lnTo>
                  <a:pt x="653491" y="197523"/>
                </a:lnTo>
                <a:lnTo>
                  <a:pt x="644368" y="197523"/>
                </a:lnTo>
                <a:close/>
                <a:moveTo>
                  <a:pt x="637547" y="235808"/>
                </a:moveTo>
                <a:lnTo>
                  <a:pt x="648705" y="205943"/>
                </a:lnTo>
                <a:lnTo>
                  <a:pt x="659955" y="235808"/>
                </a:lnTo>
                <a:lnTo>
                  <a:pt x="637538" y="235808"/>
                </a:lnTo>
                <a:close/>
              </a:path>
            </a:pathLst>
          </a:custGeom>
          <a:solidFill>
            <a:schemeClr val="bg1"/>
          </a:solidFill>
          <a:ln w="1061" cap="flat">
            <a:noFill/>
            <a:prstDash val="solid"/>
            <a:miter/>
          </a:ln>
        </p:spPr>
        <p:txBody>
          <a:bodyPr rtlCol="0" anchor="ctr"/>
          <a:lstStyle/>
          <a:p>
            <a:endParaRPr lang="pt-BR" sz="1092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95526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469">
          <p15:clr>
            <a:srgbClr val="FBAE40"/>
          </p15:clr>
        </p15:guide>
        <p15:guide id="2" orient="horz" pos="3974">
          <p15:clr>
            <a:srgbClr val="FBAE40"/>
          </p15:clr>
        </p15:guide>
        <p15:guide id="3" orient="horz" pos="232">
          <p15:clr>
            <a:srgbClr val="FBAE40"/>
          </p15:clr>
        </p15:guide>
        <p15:guide id="4" pos="211">
          <p15:clr>
            <a:srgbClr val="FBAE40"/>
          </p15:clr>
        </p15:guide>
        <p15:guide id="5" orient="horz" pos="4065">
          <p15:clr>
            <a:srgbClr val="FBAE40"/>
          </p15:clr>
        </p15:guide>
        <p15:guide id="6" orient="horz" pos="799">
          <p15:clr>
            <a:srgbClr val="FBAE40"/>
          </p15:clr>
        </p15:guide>
        <p15:guide id="7" orient="horz" pos="935">
          <p15:clr>
            <a:srgbClr val="FBAE40"/>
          </p15:clr>
        </p15:guide>
      </p15:sldGuideLst>
    </p:ext>
  </p:extLst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Título | 1 linha - Escuro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132BCE3-A04F-8602-64F7-7623C7EAF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61763" y="6482556"/>
            <a:ext cx="295275" cy="1692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 sz="1100">
                <a:solidFill>
                  <a:schemeClr val="bg1"/>
                </a:solidFill>
                <a:latin typeface="Versos" panose="020B0503020204030204" pitchFamily="34" charset="0"/>
                <a:cs typeface="Versos" panose="020B0503020204030204" pitchFamily="34" charset="0"/>
              </a:defRPr>
            </a:lvl1pPr>
          </a:lstStyle>
          <a:p>
            <a:fld id="{77667D73-C69A-4DAA-9003-24A825D36FE9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B13D7C-5A47-B0DF-B518-26E79F5D2DB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64" y="368301"/>
            <a:ext cx="10183813" cy="4308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8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err="1"/>
              <a:t>Título</a:t>
            </a:r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401465E-A8CD-A3BA-BE2A-9597492FDC6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4963" y="6482557"/>
            <a:ext cx="10980000" cy="138499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900">
                <a:latin typeface="Versos Light" panose="020B0403020204030204" pitchFamily="34" charset="0"/>
              </a:defRPr>
            </a:lvl2pPr>
            <a:lvl3pPr>
              <a:defRPr sz="900">
                <a:latin typeface="Versos Light" panose="020B0403020204030204" pitchFamily="34" charset="0"/>
              </a:defRPr>
            </a:lvl3pPr>
            <a:lvl4pPr>
              <a:defRPr sz="900">
                <a:latin typeface="Versos Light" panose="020B0403020204030204" pitchFamily="34" charset="0"/>
              </a:defRPr>
            </a:lvl4pPr>
            <a:lvl5pPr>
              <a:defRPr sz="900">
                <a:latin typeface="Versos Light" panose="020B0403020204030204" pitchFamily="34" charset="0"/>
              </a:defRPr>
            </a:lvl5pPr>
          </a:lstStyle>
          <a:p>
            <a:pPr lvl="0"/>
            <a:r>
              <a:rPr lang="en-US"/>
              <a:t>Fonte:</a:t>
            </a:r>
            <a:endParaRPr lang="pt-BR"/>
          </a:p>
        </p:txBody>
      </p:sp>
      <p:sp>
        <p:nvSpPr>
          <p:cNvPr id="12" name="Text Placeholder 8">
            <a:extLst>
              <a:ext uri="{FF2B5EF4-FFF2-40B4-BE49-F238E27FC236}">
                <a16:creationId xmlns:a16="http://schemas.microsoft.com/office/drawing/2014/main" id="{7A7A9582-3614-801A-785B-273FCD3E092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34964" y="1949414"/>
            <a:ext cx="11522075" cy="435931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7F86D482-580C-D22A-58CC-10B9C4F7EDD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34963" y="1518528"/>
            <a:ext cx="11522585" cy="21544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Picture 8">
            <a:extLst>
              <a:ext uri="{FF2B5EF4-FFF2-40B4-BE49-F238E27FC236}">
                <a16:creationId xmlns:a16="http://schemas.microsoft.com/office/drawing/2014/main" id="{57BCE67C-64C7-2D0C-0DC2-7A4B4CC314E0}"/>
              </a:ext>
            </a:extLst>
          </p:cNvPr>
          <p:cNvSpPr/>
          <p:nvPr userDrawn="1"/>
        </p:nvSpPr>
        <p:spPr>
          <a:xfrm>
            <a:off x="11091186" y="377179"/>
            <a:ext cx="765852" cy="260086"/>
          </a:xfrm>
          <a:custGeom>
            <a:avLst/>
            <a:gdLst>
              <a:gd name="connsiteX0" fmla="*/ 739575 w 765852"/>
              <a:gd name="connsiteY0" fmla="*/ 143884 h 260086"/>
              <a:gd name="connsiteX1" fmla="*/ 765852 w 765852"/>
              <a:gd name="connsiteY1" fmla="*/ 83403 h 260086"/>
              <a:gd name="connsiteX2" fmla="*/ 739575 w 765852"/>
              <a:gd name="connsiteY2" fmla="*/ 22921 h 260086"/>
              <a:gd name="connsiteX3" fmla="*/ 672177 w 765852"/>
              <a:gd name="connsiteY3" fmla="*/ 0 h 260086"/>
              <a:gd name="connsiteX4" fmla="*/ 604779 w 765852"/>
              <a:gd name="connsiteY4" fmla="*/ 22921 h 260086"/>
              <a:gd name="connsiteX5" fmla="*/ 578501 w 765852"/>
              <a:gd name="connsiteY5" fmla="*/ 83403 h 260086"/>
              <a:gd name="connsiteX6" fmla="*/ 604779 w 765852"/>
              <a:gd name="connsiteY6" fmla="*/ 143884 h 260086"/>
              <a:gd name="connsiteX7" fmla="*/ 672177 w 765852"/>
              <a:gd name="connsiteY7" fmla="*/ 166805 h 260086"/>
              <a:gd name="connsiteX8" fmla="*/ 739575 w 765852"/>
              <a:gd name="connsiteY8" fmla="*/ 143884 h 260086"/>
              <a:gd name="connsiteX9" fmla="*/ 604595 w 765852"/>
              <a:gd name="connsiteY9" fmla="*/ 83403 h 260086"/>
              <a:gd name="connsiteX10" fmla="*/ 622611 w 765852"/>
              <a:gd name="connsiteY10" fmla="*/ 41871 h 260086"/>
              <a:gd name="connsiteX11" fmla="*/ 672177 w 765852"/>
              <a:gd name="connsiteY11" fmla="*/ 25719 h 260086"/>
              <a:gd name="connsiteX12" fmla="*/ 721742 w 765852"/>
              <a:gd name="connsiteY12" fmla="*/ 41871 h 260086"/>
              <a:gd name="connsiteX13" fmla="*/ 739759 w 765852"/>
              <a:gd name="connsiteY13" fmla="*/ 83403 h 260086"/>
              <a:gd name="connsiteX14" fmla="*/ 721742 w 765852"/>
              <a:gd name="connsiteY14" fmla="*/ 124934 h 260086"/>
              <a:gd name="connsiteX15" fmla="*/ 672177 w 765852"/>
              <a:gd name="connsiteY15" fmla="*/ 141077 h 260086"/>
              <a:gd name="connsiteX16" fmla="*/ 622611 w 765852"/>
              <a:gd name="connsiteY16" fmla="*/ 124934 h 260086"/>
              <a:gd name="connsiteX17" fmla="*/ 604595 w 765852"/>
              <a:gd name="connsiteY17" fmla="*/ 83403 h 260086"/>
              <a:gd name="connsiteX18" fmla="*/ 238310 w 765852"/>
              <a:gd name="connsiteY18" fmla="*/ 207181 h 260086"/>
              <a:gd name="connsiteX19" fmla="*/ 249560 w 765852"/>
              <a:gd name="connsiteY19" fmla="*/ 204081 h 260086"/>
              <a:gd name="connsiteX20" fmla="*/ 261562 w 765852"/>
              <a:gd name="connsiteY20" fmla="*/ 207713 h 260086"/>
              <a:gd name="connsiteX21" fmla="*/ 268163 w 765852"/>
              <a:gd name="connsiteY21" fmla="*/ 217812 h 260086"/>
              <a:gd name="connsiteX22" fmla="*/ 275874 w 765852"/>
              <a:gd name="connsiteY22" fmla="*/ 217812 h 260086"/>
              <a:gd name="connsiteX23" fmla="*/ 267145 w 765852"/>
              <a:gd name="connsiteY23" fmla="*/ 202568 h 260086"/>
              <a:gd name="connsiteX24" fmla="*/ 249917 w 765852"/>
              <a:gd name="connsiteY24" fmla="*/ 196982 h 260086"/>
              <a:gd name="connsiteX25" fmla="*/ 234322 w 765852"/>
              <a:gd name="connsiteY25" fmla="*/ 200926 h 260086"/>
              <a:gd name="connsiteX26" fmla="*/ 223961 w 765852"/>
              <a:gd name="connsiteY26" fmla="*/ 212052 h 260086"/>
              <a:gd name="connsiteX27" fmla="*/ 220330 w 765852"/>
              <a:gd name="connsiteY27" fmla="*/ 228534 h 260086"/>
              <a:gd name="connsiteX28" fmla="*/ 223961 w 765852"/>
              <a:gd name="connsiteY28" fmla="*/ 245062 h 260086"/>
              <a:gd name="connsiteX29" fmla="*/ 234322 w 765852"/>
              <a:gd name="connsiteY29" fmla="*/ 256142 h 260086"/>
              <a:gd name="connsiteX30" fmla="*/ 249917 w 765852"/>
              <a:gd name="connsiteY30" fmla="*/ 260086 h 260086"/>
              <a:gd name="connsiteX31" fmla="*/ 267145 w 765852"/>
              <a:gd name="connsiteY31" fmla="*/ 254501 h 260086"/>
              <a:gd name="connsiteX32" fmla="*/ 275782 w 765852"/>
              <a:gd name="connsiteY32" fmla="*/ 239256 h 260086"/>
              <a:gd name="connsiteX33" fmla="*/ 268071 w 765852"/>
              <a:gd name="connsiteY33" fmla="*/ 239256 h 260086"/>
              <a:gd name="connsiteX34" fmla="*/ 261516 w 765852"/>
              <a:gd name="connsiteY34" fmla="*/ 249401 h 260086"/>
              <a:gd name="connsiteX35" fmla="*/ 249560 w 765852"/>
              <a:gd name="connsiteY35" fmla="*/ 252987 h 260086"/>
              <a:gd name="connsiteX36" fmla="*/ 238310 w 765852"/>
              <a:gd name="connsiteY36" fmla="*/ 249887 h 260086"/>
              <a:gd name="connsiteX37" fmla="*/ 230828 w 765852"/>
              <a:gd name="connsiteY37" fmla="*/ 241201 h 260086"/>
              <a:gd name="connsiteX38" fmla="*/ 228215 w 765852"/>
              <a:gd name="connsiteY38" fmla="*/ 228525 h 260086"/>
              <a:gd name="connsiteX39" fmla="*/ 230828 w 765852"/>
              <a:gd name="connsiteY39" fmla="*/ 215812 h 260086"/>
              <a:gd name="connsiteX40" fmla="*/ 238310 w 765852"/>
              <a:gd name="connsiteY40" fmla="*/ 207172 h 260086"/>
              <a:gd name="connsiteX41" fmla="*/ 335580 w 765852"/>
              <a:gd name="connsiteY41" fmla="*/ 197523 h 260086"/>
              <a:gd name="connsiteX42" fmla="*/ 311925 w 765852"/>
              <a:gd name="connsiteY42" fmla="*/ 259554 h 260086"/>
              <a:gd name="connsiteX43" fmla="*/ 319892 w 765852"/>
              <a:gd name="connsiteY43" fmla="*/ 259554 h 260086"/>
              <a:gd name="connsiteX44" fmla="*/ 326448 w 765852"/>
              <a:gd name="connsiteY44" fmla="*/ 242806 h 260086"/>
              <a:gd name="connsiteX45" fmla="*/ 353467 w 765852"/>
              <a:gd name="connsiteY45" fmla="*/ 242806 h 260086"/>
              <a:gd name="connsiteX46" fmla="*/ 360023 w 765852"/>
              <a:gd name="connsiteY46" fmla="*/ 259554 h 260086"/>
              <a:gd name="connsiteX47" fmla="*/ 368256 w 765852"/>
              <a:gd name="connsiteY47" fmla="*/ 259554 h 260086"/>
              <a:gd name="connsiteX48" fmla="*/ 344693 w 765852"/>
              <a:gd name="connsiteY48" fmla="*/ 197523 h 260086"/>
              <a:gd name="connsiteX49" fmla="*/ 335570 w 765852"/>
              <a:gd name="connsiteY49" fmla="*/ 197523 h 260086"/>
              <a:gd name="connsiteX50" fmla="*/ 328758 w 765852"/>
              <a:gd name="connsiteY50" fmla="*/ 235808 h 260086"/>
              <a:gd name="connsiteX51" fmla="*/ 339916 w 765852"/>
              <a:gd name="connsiteY51" fmla="*/ 205943 h 260086"/>
              <a:gd name="connsiteX52" fmla="*/ 351166 w 765852"/>
              <a:gd name="connsiteY52" fmla="*/ 235808 h 260086"/>
              <a:gd name="connsiteX53" fmla="*/ 328749 w 765852"/>
              <a:gd name="connsiteY53" fmla="*/ 235808 h 260086"/>
              <a:gd name="connsiteX54" fmla="*/ 725437 w 765852"/>
              <a:gd name="connsiteY54" fmla="*/ 197523 h 260086"/>
              <a:gd name="connsiteX55" fmla="*/ 717736 w 765852"/>
              <a:gd name="connsiteY55" fmla="*/ 197523 h 260086"/>
              <a:gd name="connsiteX56" fmla="*/ 717736 w 765852"/>
              <a:gd name="connsiteY56" fmla="*/ 259554 h 260086"/>
              <a:gd name="connsiteX57" fmla="*/ 753704 w 765852"/>
              <a:gd name="connsiteY57" fmla="*/ 259554 h 260086"/>
              <a:gd name="connsiteX58" fmla="*/ 753704 w 765852"/>
              <a:gd name="connsiteY58" fmla="*/ 252464 h 260086"/>
              <a:gd name="connsiteX59" fmla="*/ 725446 w 765852"/>
              <a:gd name="connsiteY59" fmla="*/ 252464 h 260086"/>
              <a:gd name="connsiteX60" fmla="*/ 725446 w 765852"/>
              <a:gd name="connsiteY60" fmla="*/ 197523 h 260086"/>
              <a:gd name="connsiteX61" fmla="*/ 250953 w 765852"/>
              <a:gd name="connsiteY61" fmla="*/ 2119 h 260086"/>
              <a:gd name="connsiteX62" fmla="*/ 225566 w 765852"/>
              <a:gd name="connsiteY62" fmla="*/ 2119 h 260086"/>
              <a:gd name="connsiteX63" fmla="*/ 225566 w 765852"/>
              <a:gd name="connsiteY63" fmla="*/ 164677 h 260086"/>
              <a:gd name="connsiteX64" fmla="*/ 250953 w 765852"/>
              <a:gd name="connsiteY64" fmla="*/ 164677 h 260086"/>
              <a:gd name="connsiteX65" fmla="*/ 250953 w 765852"/>
              <a:gd name="connsiteY65" fmla="*/ 2119 h 260086"/>
              <a:gd name="connsiteX66" fmla="*/ 80592 w 765852"/>
              <a:gd name="connsiteY66" fmla="*/ 62692 h 260086"/>
              <a:gd name="connsiteX67" fmla="*/ 80592 w 765852"/>
              <a:gd name="connsiteY67" fmla="*/ 164687 h 260086"/>
              <a:gd name="connsiteX68" fmla="*/ 106732 w 765852"/>
              <a:gd name="connsiteY68" fmla="*/ 164687 h 260086"/>
              <a:gd name="connsiteX69" fmla="*/ 106713 w 765852"/>
              <a:gd name="connsiteY69" fmla="*/ 62692 h 260086"/>
              <a:gd name="connsiteX70" fmla="*/ 95124 w 765852"/>
              <a:gd name="connsiteY70" fmla="*/ 28700 h 260086"/>
              <a:gd name="connsiteX71" fmla="*/ 93648 w 765852"/>
              <a:gd name="connsiteY71" fmla="*/ 26792 h 260086"/>
              <a:gd name="connsiteX72" fmla="*/ 92172 w 765852"/>
              <a:gd name="connsiteY72" fmla="*/ 28700 h 260086"/>
              <a:gd name="connsiteX73" fmla="*/ 80583 w 765852"/>
              <a:gd name="connsiteY73" fmla="*/ 62692 h 260086"/>
              <a:gd name="connsiteX74" fmla="*/ 47273 w 765852"/>
              <a:gd name="connsiteY74" fmla="*/ 2119 h 260086"/>
              <a:gd name="connsiteX75" fmla="*/ 0 w 765852"/>
              <a:gd name="connsiteY75" fmla="*/ 2119 h 260086"/>
              <a:gd name="connsiteX76" fmla="*/ 0 w 765852"/>
              <a:gd name="connsiteY76" fmla="*/ 26792 h 260086"/>
              <a:gd name="connsiteX77" fmla="*/ 93648 w 765852"/>
              <a:gd name="connsiteY77" fmla="*/ 26792 h 260086"/>
              <a:gd name="connsiteX78" fmla="*/ 91328 w 765852"/>
              <a:gd name="connsiteY78" fmla="*/ 23793 h 260086"/>
              <a:gd name="connsiteX79" fmla="*/ 47273 w 765852"/>
              <a:gd name="connsiteY79" fmla="*/ 2119 h 260086"/>
              <a:gd name="connsiteX80" fmla="*/ 95968 w 765852"/>
              <a:gd name="connsiteY80" fmla="*/ 23793 h 260086"/>
              <a:gd name="connsiteX81" fmla="*/ 93648 w 765852"/>
              <a:gd name="connsiteY81" fmla="*/ 26792 h 260086"/>
              <a:gd name="connsiteX82" fmla="*/ 187296 w 765852"/>
              <a:gd name="connsiteY82" fmla="*/ 26792 h 260086"/>
              <a:gd name="connsiteX83" fmla="*/ 187296 w 765852"/>
              <a:gd name="connsiteY83" fmla="*/ 2119 h 260086"/>
              <a:gd name="connsiteX84" fmla="*/ 140023 w 765852"/>
              <a:gd name="connsiteY84" fmla="*/ 2119 h 260086"/>
              <a:gd name="connsiteX85" fmla="*/ 95958 w 765852"/>
              <a:gd name="connsiteY85" fmla="*/ 23793 h 260086"/>
              <a:gd name="connsiteX86" fmla="*/ 514844 w 765852"/>
              <a:gd name="connsiteY86" fmla="*/ 164677 h 260086"/>
              <a:gd name="connsiteX87" fmla="*/ 540232 w 765852"/>
              <a:gd name="connsiteY87" fmla="*/ 164677 h 260086"/>
              <a:gd name="connsiteX88" fmla="*/ 540232 w 765852"/>
              <a:gd name="connsiteY88" fmla="*/ 2119 h 260086"/>
              <a:gd name="connsiteX89" fmla="*/ 514844 w 765852"/>
              <a:gd name="connsiteY89" fmla="*/ 2119 h 260086"/>
              <a:gd name="connsiteX90" fmla="*/ 514844 w 765852"/>
              <a:gd name="connsiteY90" fmla="*/ 164677 h 260086"/>
              <a:gd name="connsiteX91" fmla="*/ 495205 w 765852"/>
              <a:gd name="connsiteY91" fmla="*/ 259554 h 260086"/>
              <a:gd name="connsiteX92" fmla="*/ 502915 w 765852"/>
              <a:gd name="connsiteY92" fmla="*/ 259554 h 260086"/>
              <a:gd name="connsiteX93" fmla="*/ 502915 w 765852"/>
              <a:gd name="connsiteY93" fmla="*/ 197523 h 260086"/>
              <a:gd name="connsiteX94" fmla="*/ 495205 w 765852"/>
              <a:gd name="connsiteY94" fmla="*/ 197523 h 260086"/>
              <a:gd name="connsiteX95" fmla="*/ 495205 w 765852"/>
              <a:gd name="connsiteY95" fmla="*/ 259554 h 260086"/>
              <a:gd name="connsiteX96" fmla="*/ 544816 w 765852"/>
              <a:gd name="connsiteY96" fmla="*/ 204613 h 260086"/>
              <a:gd name="connsiteX97" fmla="*/ 564923 w 765852"/>
              <a:gd name="connsiteY97" fmla="*/ 204613 h 260086"/>
              <a:gd name="connsiteX98" fmla="*/ 564923 w 765852"/>
              <a:gd name="connsiteY98" fmla="*/ 259554 h 260086"/>
              <a:gd name="connsiteX99" fmla="*/ 572633 w 765852"/>
              <a:gd name="connsiteY99" fmla="*/ 259554 h 260086"/>
              <a:gd name="connsiteX100" fmla="*/ 572633 w 765852"/>
              <a:gd name="connsiteY100" fmla="*/ 204613 h 260086"/>
              <a:gd name="connsiteX101" fmla="*/ 592740 w 765852"/>
              <a:gd name="connsiteY101" fmla="*/ 204613 h 260086"/>
              <a:gd name="connsiteX102" fmla="*/ 592740 w 765852"/>
              <a:gd name="connsiteY102" fmla="*/ 197523 h 260086"/>
              <a:gd name="connsiteX103" fmla="*/ 544816 w 765852"/>
              <a:gd name="connsiteY103" fmla="*/ 197523 h 260086"/>
              <a:gd name="connsiteX104" fmla="*/ 544816 w 765852"/>
              <a:gd name="connsiteY104" fmla="*/ 204613 h 260086"/>
              <a:gd name="connsiteX105" fmla="*/ 287389 w 765852"/>
              <a:gd name="connsiteY105" fmla="*/ 2119 h 260086"/>
              <a:gd name="connsiteX106" fmla="*/ 345234 w 765852"/>
              <a:gd name="connsiteY106" fmla="*/ 140105 h 260086"/>
              <a:gd name="connsiteX107" fmla="*/ 381413 w 765852"/>
              <a:gd name="connsiteY107" fmla="*/ 166796 h 260086"/>
              <a:gd name="connsiteX108" fmla="*/ 382899 w 765852"/>
              <a:gd name="connsiteY108" fmla="*/ 166796 h 260086"/>
              <a:gd name="connsiteX109" fmla="*/ 316692 w 765852"/>
              <a:gd name="connsiteY109" fmla="*/ 2119 h 260086"/>
              <a:gd name="connsiteX110" fmla="*/ 287389 w 765852"/>
              <a:gd name="connsiteY110" fmla="*/ 2119 h 260086"/>
              <a:gd name="connsiteX111" fmla="*/ 443549 w 765852"/>
              <a:gd name="connsiteY111" fmla="*/ 199871 h 260086"/>
              <a:gd name="connsiteX112" fmla="*/ 432739 w 765852"/>
              <a:gd name="connsiteY112" fmla="*/ 197523 h 260086"/>
              <a:gd name="connsiteX113" fmla="*/ 408910 w 765852"/>
              <a:gd name="connsiteY113" fmla="*/ 197523 h 260086"/>
              <a:gd name="connsiteX114" fmla="*/ 408910 w 765852"/>
              <a:gd name="connsiteY114" fmla="*/ 259554 h 260086"/>
              <a:gd name="connsiteX115" fmla="*/ 416621 w 765852"/>
              <a:gd name="connsiteY115" fmla="*/ 259554 h 260086"/>
              <a:gd name="connsiteX116" fmla="*/ 416621 w 765852"/>
              <a:gd name="connsiteY116" fmla="*/ 235716 h 260086"/>
              <a:gd name="connsiteX117" fmla="*/ 432748 w 765852"/>
              <a:gd name="connsiteY117" fmla="*/ 235716 h 260086"/>
              <a:gd name="connsiteX118" fmla="*/ 443512 w 765852"/>
              <a:gd name="connsiteY118" fmla="*/ 233368 h 260086"/>
              <a:gd name="connsiteX119" fmla="*/ 450728 w 765852"/>
              <a:gd name="connsiteY119" fmla="*/ 226681 h 260086"/>
              <a:gd name="connsiteX120" fmla="*/ 453295 w 765852"/>
              <a:gd name="connsiteY120" fmla="*/ 216583 h 260086"/>
              <a:gd name="connsiteX121" fmla="*/ 450774 w 765852"/>
              <a:gd name="connsiteY121" fmla="*/ 206521 h 260086"/>
              <a:gd name="connsiteX122" fmla="*/ 443558 w 765852"/>
              <a:gd name="connsiteY122" fmla="*/ 199871 h 260086"/>
              <a:gd name="connsiteX123" fmla="*/ 441779 w 765852"/>
              <a:gd name="connsiteY123" fmla="*/ 225351 h 260086"/>
              <a:gd name="connsiteX124" fmla="*/ 432033 w 765852"/>
              <a:gd name="connsiteY124" fmla="*/ 228635 h 260086"/>
              <a:gd name="connsiteX125" fmla="*/ 416621 w 765852"/>
              <a:gd name="connsiteY125" fmla="*/ 228635 h 260086"/>
              <a:gd name="connsiteX126" fmla="*/ 416621 w 765852"/>
              <a:gd name="connsiteY126" fmla="*/ 204622 h 260086"/>
              <a:gd name="connsiteX127" fmla="*/ 432125 w 765852"/>
              <a:gd name="connsiteY127" fmla="*/ 204622 h 260086"/>
              <a:gd name="connsiteX128" fmla="*/ 441825 w 765852"/>
              <a:gd name="connsiteY128" fmla="*/ 207860 h 260086"/>
              <a:gd name="connsiteX129" fmla="*/ 445410 w 765852"/>
              <a:gd name="connsiteY129" fmla="*/ 216592 h 260086"/>
              <a:gd name="connsiteX130" fmla="*/ 441779 w 765852"/>
              <a:gd name="connsiteY130" fmla="*/ 225361 h 260086"/>
              <a:gd name="connsiteX131" fmla="*/ 382889 w 765852"/>
              <a:gd name="connsiteY131" fmla="*/ 166805 h 260086"/>
              <a:gd name="connsiteX132" fmla="*/ 384375 w 765852"/>
              <a:gd name="connsiteY132" fmla="*/ 166805 h 260086"/>
              <a:gd name="connsiteX133" fmla="*/ 420554 w 765852"/>
              <a:gd name="connsiteY133" fmla="*/ 140114 h 260086"/>
              <a:gd name="connsiteX134" fmla="*/ 478399 w 765852"/>
              <a:gd name="connsiteY134" fmla="*/ 2128 h 260086"/>
              <a:gd name="connsiteX135" fmla="*/ 449096 w 765852"/>
              <a:gd name="connsiteY135" fmla="*/ 2128 h 260086"/>
              <a:gd name="connsiteX136" fmla="*/ 382889 w 765852"/>
              <a:gd name="connsiteY136" fmla="*/ 166814 h 260086"/>
              <a:gd name="connsiteX137" fmla="*/ 644368 w 765852"/>
              <a:gd name="connsiteY137" fmla="*/ 197523 h 260086"/>
              <a:gd name="connsiteX138" fmla="*/ 620714 w 765852"/>
              <a:gd name="connsiteY138" fmla="*/ 259554 h 260086"/>
              <a:gd name="connsiteX139" fmla="*/ 628690 w 765852"/>
              <a:gd name="connsiteY139" fmla="*/ 259554 h 260086"/>
              <a:gd name="connsiteX140" fmla="*/ 635246 w 765852"/>
              <a:gd name="connsiteY140" fmla="*/ 242806 h 260086"/>
              <a:gd name="connsiteX141" fmla="*/ 662266 w 765852"/>
              <a:gd name="connsiteY141" fmla="*/ 242806 h 260086"/>
              <a:gd name="connsiteX142" fmla="*/ 668821 w 765852"/>
              <a:gd name="connsiteY142" fmla="*/ 259554 h 260086"/>
              <a:gd name="connsiteX143" fmla="*/ 677055 w 765852"/>
              <a:gd name="connsiteY143" fmla="*/ 259554 h 260086"/>
              <a:gd name="connsiteX144" fmla="*/ 653491 w 765852"/>
              <a:gd name="connsiteY144" fmla="*/ 197523 h 260086"/>
              <a:gd name="connsiteX145" fmla="*/ 644368 w 765852"/>
              <a:gd name="connsiteY145" fmla="*/ 197523 h 260086"/>
              <a:gd name="connsiteX146" fmla="*/ 637547 w 765852"/>
              <a:gd name="connsiteY146" fmla="*/ 235808 h 260086"/>
              <a:gd name="connsiteX147" fmla="*/ 648705 w 765852"/>
              <a:gd name="connsiteY147" fmla="*/ 205943 h 260086"/>
              <a:gd name="connsiteX148" fmla="*/ 659955 w 765852"/>
              <a:gd name="connsiteY148" fmla="*/ 235808 h 260086"/>
              <a:gd name="connsiteX149" fmla="*/ 637538 w 765852"/>
              <a:gd name="connsiteY149" fmla="*/ 235808 h 260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</a:cxnLst>
            <a:rect l="l" t="t" r="r" b="b"/>
            <a:pathLst>
              <a:path w="765852" h="260086">
                <a:moveTo>
                  <a:pt x="739575" y="143884"/>
                </a:moveTo>
                <a:cubicBezTo>
                  <a:pt x="756519" y="128906"/>
                  <a:pt x="765852" y="107425"/>
                  <a:pt x="765852" y="83403"/>
                </a:cubicBezTo>
                <a:cubicBezTo>
                  <a:pt x="765852" y="59381"/>
                  <a:pt x="756519" y="37899"/>
                  <a:pt x="739575" y="22921"/>
                </a:cubicBezTo>
                <a:cubicBezTo>
                  <a:pt x="722613" y="7925"/>
                  <a:pt x="699307" y="0"/>
                  <a:pt x="672177" y="0"/>
                </a:cubicBezTo>
                <a:cubicBezTo>
                  <a:pt x="645047" y="0"/>
                  <a:pt x="621740" y="7925"/>
                  <a:pt x="604779" y="22921"/>
                </a:cubicBezTo>
                <a:cubicBezTo>
                  <a:pt x="587835" y="37899"/>
                  <a:pt x="578501" y="59381"/>
                  <a:pt x="578501" y="83403"/>
                </a:cubicBezTo>
                <a:cubicBezTo>
                  <a:pt x="578501" y="107425"/>
                  <a:pt x="587835" y="128906"/>
                  <a:pt x="604779" y="143884"/>
                </a:cubicBezTo>
                <a:cubicBezTo>
                  <a:pt x="621740" y="158881"/>
                  <a:pt x="645047" y="166805"/>
                  <a:pt x="672177" y="166805"/>
                </a:cubicBezTo>
                <a:cubicBezTo>
                  <a:pt x="699307" y="166805"/>
                  <a:pt x="722613" y="158881"/>
                  <a:pt x="739575" y="143884"/>
                </a:cubicBezTo>
                <a:close/>
                <a:moveTo>
                  <a:pt x="604595" y="83403"/>
                </a:moveTo>
                <a:cubicBezTo>
                  <a:pt x="604595" y="66489"/>
                  <a:pt x="610821" y="52135"/>
                  <a:pt x="622611" y="41871"/>
                </a:cubicBezTo>
                <a:cubicBezTo>
                  <a:pt x="634751" y="31305"/>
                  <a:pt x="651887" y="25719"/>
                  <a:pt x="672177" y="25719"/>
                </a:cubicBezTo>
                <a:cubicBezTo>
                  <a:pt x="692467" y="25719"/>
                  <a:pt x="709603" y="31305"/>
                  <a:pt x="721742" y="41871"/>
                </a:cubicBezTo>
                <a:cubicBezTo>
                  <a:pt x="733524" y="52126"/>
                  <a:pt x="739759" y="66489"/>
                  <a:pt x="739759" y="83403"/>
                </a:cubicBezTo>
                <a:cubicBezTo>
                  <a:pt x="739759" y="100316"/>
                  <a:pt x="733533" y="114671"/>
                  <a:pt x="721742" y="124934"/>
                </a:cubicBezTo>
                <a:cubicBezTo>
                  <a:pt x="709603" y="135501"/>
                  <a:pt x="692467" y="141077"/>
                  <a:pt x="672177" y="141077"/>
                </a:cubicBezTo>
                <a:cubicBezTo>
                  <a:pt x="651887" y="141077"/>
                  <a:pt x="634741" y="135491"/>
                  <a:pt x="622611" y="124934"/>
                </a:cubicBezTo>
                <a:cubicBezTo>
                  <a:pt x="610830" y="114671"/>
                  <a:pt x="604595" y="100316"/>
                  <a:pt x="604595" y="83403"/>
                </a:cubicBezTo>
                <a:close/>
                <a:moveTo>
                  <a:pt x="238310" y="207181"/>
                </a:moveTo>
                <a:cubicBezTo>
                  <a:pt x="241556" y="205118"/>
                  <a:pt x="245306" y="204081"/>
                  <a:pt x="249560" y="204081"/>
                </a:cubicBezTo>
                <a:cubicBezTo>
                  <a:pt x="254282" y="204081"/>
                  <a:pt x="258288" y="205292"/>
                  <a:pt x="261562" y="207713"/>
                </a:cubicBezTo>
                <a:cubicBezTo>
                  <a:pt x="264835" y="210135"/>
                  <a:pt x="267035" y="213501"/>
                  <a:pt x="268163" y="217812"/>
                </a:cubicBezTo>
                <a:lnTo>
                  <a:pt x="275874" y="217812"/>
                </a:lnTo>
                <a:cubicBezTo>
                  <a:pt x="274691" y="211373"/>
                  <a:pt x="271784" y="206292"/>
                  <a:pt x="267145" y="202568"/>
                </a:cubicBezTo>
                <a:cubicBezTo>
                  <a:pt x="262506" y="198844"/>
                  <a:pt x="256766" y="196982"/>
                  <a:pt x="249917" y="196982"/>
                </a:cubicBezTo>
                <a:cubicBezTo>
                  <a:pt x="244013" y="196982"/>
                  <a:pt x="238814" y="198293"/>
                  <a:pt x="234322" y="200926"/>
                </a:cubicBezTo>
                <a:cubicBezTo>
                  <a:pt x="229838" y="203558"/>
                  <a:pt x="226382" y="207264"/>
                  <a:pt x="223961" y="212052"/>
                </a:cubicBezTo>
                <a:cubicBezTo>
                  <a:pt x="221541" y="216840"/>
                  <a:pt x="220330" y="222334"/>
                  <a:pt x="220330" y="228534"/>
                </a:cubicBezTo>
                <a:cubicBezTo>
                  <a:pt x="220330" y="234734"/>
                  <a:pt x="221541" y="240302"/>
                  <a:pt x="223961" y="245062"/>
                </a:cubicBezTo>
                <a:cubicBezTo>
                  <a:pt x="226382" y="249823"/>
                  <a:pt x="229838" y="253510"/>
                  <a:pt x="234322" y="256142"/>
                </a:cubicBezTo>
                <a:cubicBezTo>
                  <a:pt x="238805" y="258775"/>
                  <a:pt x="244004" y="260086"/>
                  <a:pt x="249917" y="260086"/>
                </a:cubicBezTo>
                <a:cubicBezTo>
                  <a:pt x="256831" y="260086"/>
                  <a:pt x="262570" y="258224"/>
                  <a:pt x="267145" y="254501"/>
                </a:cubicBezTo>
                <a:cubicBezTo>
                  <a:pt x="271720" y="250777"/>
                  <a:pt x="274599" y="245695"/>
                  <a:pt x="275782" y="239256"/>
                </a:cubicBezTo>
                <a:lnTo>
                  <a:pt x="268071" y="239256"/>
                </a:lnTo>
                <a:cubicBezTo>
                  <a:pt x="266888" y="243631"/>
                  <a:pt x="264706" y="247007"/>
                  <a:pt x="261516" y="249401"/>
                </a:cubicBezTo>
                <a:cubicBezTo>
                  <a:pt x="258325" y="251795"/>
                  <a:pt x="254337" y="252987"/>
                  <a:pt x="249560" y="252987"/>
                </a:cubicBezTo>
                <a:cubicBezTo>
                  <a:pt x="245306" y="252987"/>
                  <a:pt x="241556" y="251951"/>
                  <a:pt x="238310" y="249887"/>
                </a:cubicBezTo>
                <a:cubicBezTo>
                  <a:pt x="235064" y="247823"/>
                  <a:pt x="232561" y="244925"/>
                  <a:pt x="230828" y="241201"/>
                </a:cubicBezTo>
                <a:cubicBezTo>
                  <a:pt x="229086" y="237477"/>
                  <a:pt x="228215" y="233258"/>
                  <a:pt x="228215" y="228525"/>
                </a:cubicBezTo>
                <a:cubicBezTo>
                  <a:pt x="228215" y="223792"/>
                  <a:pt x="229086" y="219499"/>
                  <a:pt x="230828" y="215812"/>
                </a:cubicBezTo>
                <a:cubicBezTo>
                  <a:pt x="232570" y="212125"/>
                  <a:pt x="235064" y="209245"/>
                  <a:pt x="238310" y="207172"/>
                </a:cubicBezTo>
                <a:close/>
                <a:moveTo>
                  <a:pt x="335580" y="197523"/>
                </a:moveTo>
                <a:lnTo>
                  <a:pt x="311925" y="259554"/>
                </a:lnTo>
                <a:lnTo>
                  <a:pt x="319892" y="259554"/>
                </a:lnTo>
                <a:lnTo>
                  <a:pt x="326448" y="242806"/>
                </a:lnTo>
                <a:lnTo>
                  <a:pt x="353467" y="242806"/>
                </a:lnTo>
                <a:lnTo>
                  <a:pt x="360023" y="259554"/>
                </a:lnTo>
                <a:lnTo>
                  <a:pt x="368256" y="259554"/>
                </a:lnTo>
                <a:lnTo>
                  <a:pt x="344693" y="197523"/>
                </a:lnTo>
                <a:lnTo>
                  <a:pt x="335570" y="197523"/>
                </a:lnTo>
                <a:close/>
                <a:moveTo>
                  <a:pt x="328758" y="235808"/>
                </a:moveTo>
                <a:lnTo>
                  <a:pt x="339916" y="205943"/>
                </a:lnTo>
                <a:lnTo>
                  <a:pt x="351166" y="235808"/>
                </a:lnTo>
                <a:lnTo>
                  <a:pt x="328749" y="235808"/>
                </a:lnTo>
                <a:close/>
                <a:moveTo>
                  <a:pt x="725437" y="197523"/>
                </a:moveTo>
                <a:lnTo>
                  <a:pt x="717736" y="197523"/>
                </a:lnTo>
                <a:lnTo>
                  <a:pt x="717736" y="259554"/>
                </a:lnTo>
                <a:lnTo>
                  <a:pt x="753704" y="259554"/>
                </a:lnTo>
                <a:lnTo>
                  <a:pt x="753704" y="252464"/>
                </a:lnTo>
                <a:lnTo>
                  <a:pt x="725446" y="252464"/>
                </a:lnTo>
                <a:lnTo>
                  <a:pt x="725446" y="197523"/>
                </a:lnTo>
                <a:close/>
                <a:moveTo>
                  <a:pt x="250953" y="2119"/>
                </a:moveTo>
                <a:lnTo>
                  <a:pt x="225566" y="2119"/>
                </a:lnTo>
                <a:lnTo>
                  <a:pt x="225566" y="164677"/>
                </a:lnTo>
                <a:lnTo>
                  <a:pt x="250953" y="164677"/>
                </a:lnTo>
                <a:lnTo>
                  <a:pt x="250953" y="2119"/>
                </a:lnTo>
                <a:close/>
                <a:moveTo>
                  <a:pt x="80592" y="62692"/>
                </a:moveTo>
                <a:lnTo>
                  <a:pt x="80592" y="164687"/>
                </a:lnTo>
                <a:cubicBezTo>
                  <a:pt x="80592" y="164687"/>
                  <a:pt x="106732" y="164687"/>
                  <a:pt x="106732" y="164687"/>
                </a:cubicBezTo>
                <a:lnTo>
                  <a:pt x="106713" y="62692"/>
                </a:lnTo>
                <a:cubicBezTo>
                  <a:pt x="106713" y="50282"/>
                  <a:pt x="102707" y="38523"/>
                  <a:pt x="95124" y="28700"/>
                </a:cubicBezTo>
                <a:lnTo>
                  <a:pt x="93648" y="26792"/>
                </a:lnTo>
                <a:lnTo>
                  <a:pt x="92172" y="28700"/>
                </a:lnTo>
                <a:cubicBezTo>
                  <a:pt x="84589" y="38523"/>
                  <a:pt x="80583" y="50273"/>
                  <a:pt x="80583" y="62692"/>
                </a:cubicBezTo>
                <a:close/>
                <a:moveTo>
                  <a:pt x="47273" y="2119"/>
                </a:moveTo>
                <a:lnTo>
                  <a:pt x="0" y="2119"/>
                </a:lnTo>
                <a:lnTo>
                  <a:pt x="0" y="26792"/>
                </a:lnTo>
                <a:lnTo>
                  <a:pt x="93648" y="26792"/>
                </a:lnTo>
                <a:lnTo>
                  <a:pt x="91328" y="23793"/>
                </a:lnTo>
                <a:cubicBezTo>
                  <a:pt x="80693" y="10025"/>
                  <a:pt x="64629" y="2119"/>
                  <a:pt x="47273" y="2119"/>
                </a:cubicBezTo>
                <a:close/>
                <a:moveTo>
                  <a:pt x="95968" y="23793"/>
                </a:moveTo>
                <a:lnTo>
                  <a:pt x="93648" y="26792"/>
                </a:lnTo>
                <a:lnTo>
                  <a:pt x="187296" y="26792"/>
                </a:lnTo>
                <a:lnTo>
                  <a:pt x="187296" y="2119"/>
                </a:lnTo>
                <a:lnTo>
                  <a:pt x="140023" y="2119"/>
                </a:lnTo>
                <a:cubicBezTo>
                  <a:pt x="122657" y="2119"/>
                  <a:pt x="106603" y="10016"/>
                  <a:pt x="95958" y="23793"/>
                </a:cubicBezTo>
                <a:close/>
                <a:moveTo>
                  <a:pt x="514844" y="164677"/>
                </a:moveTo>
                <a:lnTo>
                  <a:pt x="540232" y="164677"/>
                </a:lnTo>
                <a:lnTo>
                  <a:pt x="540232" y="2119"/>
                </a:lnTo>
                <a:lnTo>
                  <a:pt x="514844" y="2119"/>
                </a:lnTo>
                <a:lnTo>
                  <a:pt x="514844" y="164677"/>
                </a:lnTo>
                <a:close/>
                <a:moveTo>
                  <a:pt x="495205" y="259554"/>
                </a:moveTo>
                <a:lnTo>
                  <a:pt x="502915" y="259554"/>
                </a:lnTo>
                <a:lnTo>
                  <a:pt x="502915" y="197523"/>
                </a:lnTo>
                <a:lnTo>
                  <a:pt x="495205" y="197523"/>
                </a:lnTo>
                <a:lnTo>
                  <a:pt x="495205" y="259554"/>
                </a:lnTo>
                <a:close/>
                <a:moveTo>
                  <a:pt x="544816" y="204613"/>
                </a:moveTo>
                <a:lnTo>
                  <a:pt x="564923" y="204613"/>
                </a:lnTo>
                <a:lnTo>
                  <a:pt x="564923" y="259554"/>
                </a:lnTo>
                <a:lnTo>
                  <a:pt x="572633" y="259554"/>
                </a:lnTo>
                <a:lnTo>
                  <a:pt x="572633" y="204613"/>
                </a:lnTo>
                <a:lnTo>
                  <a:pt x="592740" y="204613"/>
                </a:lnTo>
                <a:lnTo>
                  <a:pt x="592740" y="197523"/>
                </a:lnTo>
                <a:lnTo>
                  <a:pt x="544816" y="197523"/>
                </a:lnTo>
                <a:lnTo>
                  <a:pt x="544816" y="204613"/>
                </a:lnTo>
                <a:close/>
                <a:moveTo>
                  <a:pt x="287389" y="2119"/>
                </a:moveTo>
                <a:cubicBezTo>
                  <a:pt x="287389" y="2119"/>
                  <a:pt x="335680" y="117220"/>
                  <a:pt x="345234" y="140105"/>
                </a:cubicBezTo>
                <a:cubicBezTo>
                  <a:pt x="356374" y="166796"/>
                  <a:pt x="374464" y="166796"/>
                  <a:pt x="381413" y="166796"/>
                </a:cubicBezTo>
                <a:lnTo>
                  <a:pt x="382899" y="166796"/>
                </a:lnTo>
                <a:lnTo>
                  <a:pt x="316692" y="2119"/>
                </a:lnTo>
                <a:lnTo>
                  <a:pt x="287389" y="2119"/>
                </a:lnTo>
                <a:close/>
                <a:moveTo>
                  <a:pt x="443549" y="199871"/>
                </a:moveTo>
                <a:cubicBezTo>
                  <a:pt x="440413" y="198303"/>
                  <a:pt x="436819" y="197523"/>
                  <a:pt x="432739" y="197523"/>
                </a:cubicBezTo>
                <a:lnTo>
                  <a:pt x="408910" y="197523"/>
                </a:lnTo>
                <a:lnTo>
                  <a:pt x="408910" y="259554"/>
                </a:lnTo>
                <a:lnTo>
                  <a:pt x="416621" y="259554"/>
                </a:lnTo>
                <a:lnTo>
                  <a:pt x="416621" y="235716"/>
                </a:lnTo>
                <a:lnTo>
                  <a:pt x="432748" y="235716"/>
                </a:lnTo>
                <a:cubicBezTo>
                  <a:pt x="436819" y="235716"/>
                  <a:pt x="440413" y="234936"/>
                  <a:pt x="443512" y="233368"/>
                </a:cubicBezTo>
                <a:cubicBezTo>
                  <a:pt x="446611" y="231799"/>
                  <a:pt x="449013" y="229571"/>
                  <a:pt x="450728" y="226681"/>
                </a:cubicBezTo>
                <a:cubicBezTo>
                  <a:pt x="452442" y="223783"/>
                  <a:pt x="453295" y="220417"/>
                  <a:pt x="453295" y="216583"/>
                </a:cubicBezTo>
                <a:cubicBezTo>
                  <a:pt x="453295" y="212749"/>
                  <a:pt x="452452" y="209392"/>
                  <a:pt x="450774" y="206521"/>
                </a:cubicBezTo>
                <a:cubicBezTo>
                  <a:pt x="449087" y="203659"/>
                  <a:pt x="446685" y="201439"/>
                  <a:pt x="443558" y="199871"/>
                </a:cubicBezTo>
                <a:close/>
                <a:moveTo>
                  <a:pt x="441779" y="225351"/>
                </a:moveTo>
                <a:cubicBezTo>
                  <a:pt x="439359" y="227534"/>
                  <a:pt x="436113" y="228635"/>
                  <a:pt x="432033" y="228635"/>
                </a:cubicBezTo>
                <a:lnTo>
                  <a:pt x="416621" y="228635"/>
                </a:lnTo>
                <a:lnTo>
                  <a:pt x="416621" y="204622"/>
                </a:lnTo>
                <a:lnTo>
                  <a:pt x="432125" y="204622"/>
                </a:lnTo>
                <a:cubicBezTo>
                  <a:pt x="436196" y="204622"/>
                  <a:pt x="439432" y="205705"/>
                  <a:pt x="441825" y="207860"/>
                </a:cubicBezTo>
                <a:cubicBezTo>
                  <a:pt x="444218" y="210015"/>
                  <a:pt x="445410" y="212923"/>
                  <a:pt x="445410" y="216592"/>
                </a:cubicBezTo>
                <a:cubicBezTo>
                  <a:pt x="445410" y="220261"/>
                  <a:pt x="444200" y="223178"/>
                  <a:pt x="441779" y="225361"/>
                </a:cubicBezTo>
                <a:close/>
                <a:moveTo>
                  <a:pt x="382889" y="166805"/>
                </a:moveTo>
                <a:lnTo>
                  <a:pt x="384375" y="166805"/>
                </a:lnTo>
                <a:cubicBezTo>
                  <a:pt x="391334" y="166805"/>
                  <a:pt x="409423" y="166805"/>
                  <a:pt x="420554" y="140114"/>
                </a:cubicBezTo>
                <a:cubicBezTo>
                  <a:pt x="430099" y="117230"/>
                  <a:pt x="478399" y="2128"/>
                  <a:pt x="478399" y="2128"/>
                </a:cubicBezTo>
                <a:lnTo>
                  <a:pt x="449096" y="2128"/>
                </a:lnTo>
                <a:lnTo>
                  <a:pt x="382889" y="166814"/>
                </a:lnTo>
                <a:close/>
                <a:moveTo>
                  <a:pt x="644368" y="197523"/>
                </a:moveTo>
                <a:lnTo>
                  <a:pt x="620714" y="259554"/>
                </a:lnTo>
                <a:lnTo>
                  <a:pt x="628690" y="259554"/>
                </a:lnTo>
                <a:lnTo>
                  <a:pt x="635246" y="242806"/>
                </a:lnTo>
                <a:lnTo>
                  <a:pt x="662266" y="242806"/>
                </a:lnTo>
                <a:lnTo>
                  <a:pt x="668821" y="259554"/>
                </a:lnTo>
                <a:lnTo>
                  <a:pt x="677055" y="259554"/>
                </a:lnTo>
                <a:lnTo>
                  <a:pt x="653491" y="197523"/>
                </a:lnTo>
                <a:lnTo>
                  <a:pt x="644368" y="197523"/>
                </a:lnTo>
                <a:close/>
                <a:moveTo>
                  <a:pt x="637547" y="235808"/>
                </a:moveTo>
                <a:lnTo>
                  <a:pt x="648705" y="205943"/>
                </a:lnTo>
                <a:lnTo>
                  <a:pt x="659955" y="235808"/>
                </a:lnTo>
                <a:lnTo>
                  <a:pt x="637538" y="235808"/>
                </a:lnTo>
                <a:close/>
              </a:path>
            </a:pathLst>
          </a:custGeom>
          <a:solidFill>
            <a:schemeClr val="bg1"/>
          </a:solidFill>
          <a:ln w="1061" cap="flat">
            <a:noFill/>
            <a:prstDash val="solid"/>
            <a:miter/>
          </a:ln>
        </p:spPr>
        <p:txBody>
          <a:bodyPr rtlCol="0" anchor="ctr"/>
          <a:lstStyle/>
          <a:p>
            <a:endParaRPr lang="pt-BR" sz="1092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909718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469">
          <p15:clr>
            <a:srgbClr val="FBAE40"/>
          </p15:clr>
        </p15:guide>
        <p15:guide id="2" orient="horz" pos="3974">
          <p15:clr>
            <a:srgbClr val="FBAE40"/>
          </p15:clr>
        </p15:guide>
        <p15:guide id="3" orient="horz" pos="232">
          <p15:clr>
            <a:srgbClr val="FBAE40"/>
          </p15:clr>
        </p15:guide>
        <p15:guide id="4" pos="211">
          <p15:clr>
            <a:srgbClr val="FBAE40"/>
          </p15:clr>
        </p15:guide>
        <p15:guide id="5" orient="horz" pos="4065">
          <p15:clr>
            <a:srgbClr val="FBAE40"/>
          </p15:clr>
        </p15:guide>
        <p15:guide id="6" orient="horz" pos="799">
          <p15:clr>
            <a:srgbClr val="FBAE40"/>
          </p15:clr>
        </p15:guide>
        <p15:guide id="7" orient="horz" pos="935">
          <p15:clr>
            <a:srgbClr val="FBAE40"/>
          </p15:clr>
        </p15:guide>
      </p15:sldGuideLst>
    </p:ext>
  </p:extLst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_Título | 1 linha - Black">
    <p:bg>
      <p:bgPr>
        <a:gradFill>
          <a:gsLst>
            <a:gs pos="100000">
              <a:schemeClr val="tx1">
                <a:lumMod val="95000"/>
                <a:lumOff val="5000"/>
              </a:schemeClr>
            </a:gs>
            <a:gs pos="0">
              <a:schemeClr val="tx1">
                <a:lumMod val="85000"/>
                <a:lumOff val="15000"/>
              </a:schemeClr>
            </a:gs>
          </a:gsLst>
          <a:lin ang="7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132BCE3-A04F-8602-64F7-7623C7EAF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61763" y="6482556"/>
            <a:ext cx="295275" cy="1692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 sz="1100">
                <a:solidFill>
                  <a:schemeClr val="bg1"/>
                </a:solidFill>
                <a:latin typeface="Versos" panose="020B0503020204030204" pitchFamily="34" charset="0"/>
                <a:cs typeface="Versos" panose="020B0503020204030204" pitchFamily="34" charset="0"/>
              </a:defRPr>
            </a:lvl1pPr>
          </a:lstStyle>
          <a:p>
            <a:fld id="{77667D73-C69A-4DAA-9003-24A825D36FE9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B13D7C-5A47-B0DF-B518-26E79F5D2DB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64" y="368301"/>
            <a:ext cx="10183813" cy="4308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err="1"/>
              <a:t>Título</a:t>
            </a:r>
            <a:endParaRPr lang="en-US"/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7F86D482-580C-D22A-58CC-10B9C4F7EDD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34963" y="1518528"/>
            <a:ext cx="11522585" cy="21544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Picture 8">
            <a:extLst>
              <a:ext uri="{FF2B5EF4-FFF2-40B4-BE49-F238E27FC236}">
                <a16:creationId xmlns:a16="http://schemas.microsoft.com/office/drawing/2014/main" id="{57BCE67C-64C7-2D0C-0DC2-7A4B4CC314E0}"/>
              </a:ext>
            </a:extLst>
          </p:cNvPr>
          <p:cNvSpPr/>
          <p:nvPr userDrawn="1"/>
        </p:nvSpPr>
        <p:spPr>
          <a:xfrm>
            <a:off x="11091186" y="377179"/>
            <a:ext cx="765852" cy="260086"/>
          </a:xfrm>
          <a:custGeom>
            <a:avLst/>
            <a:gdLst>
              <a:gd name="connsiteX0" fmla="*/ 739575 w 765852"/>
              <a:gd name="connsiteY0" fmla="*/ 143884 h 260086"/>
              <a:gd name="connsiteX1" fmla="*/ 765852 w 765852"/>
              <a:gd name="connsiteY1" fmla="*/ 83403 h 260086"/>
              <a:gd name="connsiteX2" fmla="*/ 739575 w 765852"/>
              <a:gd name="connsiteY2" fmla="*/ 22921 h 260086"/>
              <a:gd name="connsiteX3" fmla="*/ 672177 w 765852"/>
              <a:gd name="connsiteY3" fmla="*/ 0 h 260086"/>
              <a:gd name="connsiteX4" fmla="*/ 604779 w 765852"/>
              <a:gd name="connsiteY4" fmla="*/ 22921 h 260086"/>
              <a:gd name="connsiteX5" fmla="*/ 578501 w 765852"/>
              <a:gd name="connsiteY5" fmla="*/ 83403 h 260086"/>
              <a:gd name="connsiteX6" fmla="*/ 604779 w 765852"/>
              <a:gd name="connsiteY6" fmla="*/ 143884 h 260086"/>
              <a:gd name="connsiteX7" fmla="*/ 672177 w 765852"/>
              <a:gd name="connsiteY7" fmla="*/ 166805 h 260086"/>
              <a:gd name="connsiteX8" fmla="*/ 739575 w 765852"/>
              <a:gd name="connsiteY8" fmla="*/ 143884 h 260086"/>
              <a:gd name="connsiteX9" fmla="*/ 604595 w 765852"/>
              <a:gd name="connsiteY9" fmla="*/ 83403 h 260086"/>
              <a:gd name="connsiteX10" fmla="*/ 622611 w 765852"/>
              <a:gd name="connsiteY10" fmla="*/ 41871 h 260086"/>
              <a:gd name="connsiteX11" fmla="*/ 672177 w 765852"/>
              <a:gd name="connsiteY11" fmla="*/ 25719 h 260086"/>
              <a:gd name="connsiteX12" fmla="*/ 721742 w 765852"/>
              <a:gd name="connsiteY12" fmla="*/ 41871 h 260086"/>
              <a:gd name="connsiteX13" fmla="*/ 739759 w 765852"/>
              <a:gd name="connsiteY13" fmla="*/ 83403 h 260086"/>
              <a:gd name="connsiteX14" fmla="*/ 721742 w 765852"/>
              <a:gd name="connsiteY14" fmla="*/ 124934 h 260086"/>
              <a:gd name="connsiteX15" fmla="*/ 672177 w 765852"/>
              <a:gd name="connsiteY15" fmla="*/ 141077 h 260086"/>
              <a:gd name="connsiteX16" fmla="*/ 622611 w 765852"/>
              <a:gd name="connsiteY16" fmla="*/ 124934 h 260086"/>
              <a:gd name="connsiteX17" fmla="*/ 604595 w 765852"/>
              <a:gd name="connsiteY17" fmla="*/ 83403 h 260086"/>
              <a:gd name="connsiteX18" fmla="*/ 238310 w 765852"/>
              <a:gd name="connsiteY18" fmla="*/ 207181 h 260086"/>
              <a:gd name="connsiteX19" fmla="*/ 249560 w 765852"/>
              <a:gd name="connsiteY19" fmla="*/ 204081 h 260086"/>
              <a:gd name="connsiteX20" fmla="*/ 261562 w 765852"/>
              <a:gd name="connsiteY20" fmla="*/ 207713 h 260086"/>
              <a:gd name="connsiteX21" fmla="*/ 268163 w 765852"/>
              <a:gd name="connsiteY21" fmla="*/ 217812 h 260086"/>
              <a:gd name="connsiteX22" fmla="*/ 275874 w 765852"/>
              <a:gd name="connsiteY22" fmla="*/ 217812 h 260086"/>
              <a:gd name="connsiteX23" fmla="*/ 267145 w 765852"/>
              <a:gd name="connsiteY23" fmla="*/ 202568 h 260086"/>
              <a:gd name="connsiteX24" fmla="*/ 249917 w 765852"/>
              <a:gd name="connsiteY24" fmla="*/ 196982 h 260086"/>
              <a:gd name="connsiteX25" fmla="*/ 234322 w 765852"/>
              <a:gd name="connsiteY25" fmla="*/ 200926 h 260086"/>
              <a:gd name="connsiteX26" fmla="*/ 223961 w 765852"/>
              <a:gd name="connsiteY26" fmla="*/ 212052 h 260086"/>
              <a:gd name="connsiteX27" fmla="*/ 220330 w 765852"/>
              <a:gd name="connsiteY27" fmla="*/ 228534 h 260086"/>
              <a:gd name="connsiteX28" fmla="*/ 223961 w 765852"/>
              <a:gd name="connsiteY28" fmla="*/ 245062 h 260086"/>
              <a:gd name="connsiteX29" fmla="*/ 234322 w 765852"/>
              <a:gd name="connsiteY29" fmla="*/ 256142 h 260086"/>
              <a:gd name="connsiteX30" fmla="*/ 249917 w 765852"/>
              <a:gd name="connsiteY30" fmla="*/ 260086 h 260086"/>
              <a:gd name="connsiteX31" fmla="*/ 267145 w 765852"/>
              <a:gd name="connsiteY31" fmla="*/ 254501 h 260086"/>
              <a:gd name="connsiteX32" fmla="*/ 275782 w 765852"/>
              <a:gd name="connsiteY32" fmla="*/ 239256 h 260086"/>
              <a:gd name="connsiteX33" fmla="*/ 268071 w 765852"/>
              <a:gd name="connsiteY33" fmla="*/ 239256 h 260086"/>
              <a:gd name="connsiteX34" fmla="*/ 261516 w 765852"/>
              <a:gd name="connsiteY34" fmla="*/ 249401 h 260086"/>
              <a:gd name="connsiteX35" fmla="*/ 249560 w 765852"/>
              <a:gd name="connsiteY35" fmla="*/ 252987 h 260086"/>
              <a:gd name="connsiteX36" fmla="*/ 238310 w 765852"/>
              <a:gd name="connsiteY36" fmla="*/ 249887 h 260086"/>
              <a:gd name="connsiteX37" fmla="*/ 230828 w 765852"/>
              <a:gd name="connsiteY37" fmla="*/ 241201 h 260086"/>
              <a:gd name="connsiteX38" fmla="*/ 228215 w 765852"/>
              <a:gd name="connsiteY38" fmla="*/ 228525 h 260086"/>
              <a:gd name="connsiteX39" fmla="*/ 230828 w 765852"/>
              <a:gd name="connsiteY39" fmla="*/ 215812 h 260086"/>
              <a:gd name="connsiteX40" fmla="*/ 238310 w 765852"/>
              <a:gd name="connsiteY40" fmla="*/ 207172 h 260086"/>
              <a:gd name="connsiteX41" fmla="*/ 335580 w 765852"/>
              <a:gd name="connsiteY41" fmla="*/ 197523 h 260086"/>
              <a:gd name="connsiteX42" fmla="*/ 311925 w 765852"/>
              <a:gd name="connsiteY42" fmla="*/ 259554 h 260086"/>
              <a:gd name="connsiteX43" fmla="*/ 319892 w 765852"/>
              <a:gd name="connsiteY43" fmla="*/ 259554 h 260086"/>
              <a:gd name="connsiteX44" fmla="*/ 326448 w 765852"/>
              <a:gd name="connsiteY44" fmla="*/ 242806 h 260086"/>
              <a:gd name="connsiteX45" fmla="*/ 353467 w 765852"/>
              <a:gd name="connsiteY45" fmla="*/ 242806 h 260086"/>
              <a:gd name="connsiteX46" fmla="*/ 360023 w 765852"/>
              <a:gd name="connsiteY46" fmla="*/ 259554 h 260086"/>
              <a:gd name="connsiteX47" fmla="*/ 368256 w 765852"/>
              <a:gd name="connsiteY47" fmla="*/ 259554 h 260086"/>
              <a:gd name="connsiteX48" fmla="*/ 344693 w 765852"/>
              <a:gd name="connsiteY48" fmla="*/ 197523 h 260086"/>
              <a:gd name="connsiteX49" fmla="*/ 335570 w 765852"/>
              <a:gd name="connsiteY49" fmla="*/ 197523 h 260086"/>
              <a:gd name="connsiteX50" fmla="*/ 328758 w 765852"/>
              <a:gd name="connsiteY50" fmla="*/ 235808 h 260086"/>
              <a:gd name="connsiteX51" fmla="*/ 339916 w 765852"/>
              <a:gd name="connsiteY51" fmla="*/ 205943 h 260086"/>
              <a:gd name="connsiteX52" fmla="*/ 351166 w 765852"/>
              <a:gd name="connsiteY52" fmla="*/ 235808 h 260086"/>
              <a:gd name="connsiteX53" fmla="*/ 328749 w 765852"/>
              <a:gd name="connsiteY53" fmla="*/ 235808 h 260086"/>
              <a:gd name="connsiteX54" fmla="*/ 725437 w 765852"/>
              <a:gd name="connsiteY54" fmla="*/ 197523 h 260086"/>
              <a:gd name="connsiteX55" fmla="*/ 717736 w 765852"/>
              <a:gd name="connsiteY55" fmla="*/ 197523 h 260086"/>
              <a:gd name="connsiteX56" fmla="*/ 717736 w 765852"/>
              <a:gd name="connsiteY56" fmla="*/ 259554 h 260086"/>
              <a:gd name="connsiteX57" fmla="*/ 753704 w 765852"/>
              <a:gd name="connsiteY57" fmla="*/ 259554 h 260086"/>
              <a:gd name="connsiteX58" fmla="*/ 753704 w 765852"/>
              <a:gd name="connsiteY58" fmla="*/ 252464 h 260086"/>
              <a:gd name="connsiteX59" fmla="*/ 725446 w 765852"/>
              <a:gd name="connsiteY59" fmla="*/ 252464 h 260086"/>
              <a:gd name="connsiteX60" fmla="*/ 725446 w 765852"/>
              <a:gd name="connsiteY60" fmla="*/ 197523 h 260086"/>
              <a:gd name="connsiteX61" fmla="*/ 250953 w 765852"/>
              <a:gd name="connsiteY61" fmla="*/ 2119 h 260086"/>
              <a:gd name="connsiteX62" fmla="*/ 225566 w 765852"/>
              <a:gd name="connsiteY62" fmla="*/ 2119 h 260086"/>
              <a:gd name="connsiteX63" fmla="*/ 225566 w 765852"/>
              <a:gd name="connsiteY63" fmla="*/ 164677 h 260086"/>
              <a:gd name="connsiteX64" fmla="*/ 250953 w 765852"/>
              <a:gd name="connsiteY64" fmla="*/ 164677 h 260086"/>
              <a:gd name="connsiteX65" fmla="*/ 250953 w 765852"/>
              <a:gd name="connsiteY65" fmla="*/ 2119 h 260086"/>
              <a:gd name="connsiteX66" fmla="*/ 80592 w 765852"/>
              <a:gd name="connsiteY66" fmla="*/ 62692 h 260086"/>
              <a:gd name="connsiteX67" fmla="*/ 80592 w 765852"/>
              <a:gd name="connsiteY67" fmla="*/ 164687 h 260086"/>
              <a:gd name="connsiteX68" fmla="*/ 106732 w 765852"/>
              <a:gd name="connsiteY68" fmla="*/ 164687 h 260086"/>
              <a:gd name="connsiteX69" fmla="*/ 106713 w 765852"/>
              <a:gd name="connsiteY69" fmla="*/ 62692 h 260086"/>
              <a:gd name="connsiteX70" fmla="*/ 95124 w 765852"/>
              <a:gd name="connsiteY70" fmla="*/ 28700 h 260086"/>
              <a:gd name="connsiteX71" fmla="*/ 93648 w 765852"/>
              <a:gd name="connsiteY71" fmla="*/ 26792 h 260086"/>
              <a:gd name="connsiteX72" fmla="*/ 92172 w 765852"/>
              <a:gd name="connsiteY72" fmla="*/ 28700 h 260086"/>
              <a:gd name="connsiteX73" fmla="*/ 80583 w 765852"/>
              <a:gd name="connsiteY73" fmla="*/ 62692 h 260086"/>
              <a:gd name="connsiteX74" fmla="*/ 47273 w 765852"/>
              <a:gd name="connsiteY74" fmla="*/ 2119 h 260086"/>
              <a:gd name="connsiteX75" fmla="*/ 0 w 765852"/>
              <a:gd name="connsiteY75" fmla="*/ 2119 h 260086"/>
              <a:gd name="connsiteX76" fmla="*/ 0 w 765852"/>
              <a:gd name="connsiteY76" fmla="*/ 26792 h 260086"/>
              <a:gd name="connsiteX77" fmla="*/ 93648 w 765852"/>
              <a:gd name="connsiteY77" fmla="*/ 26792 h 260086"/>
              <a:gd name="connsiteX78" fmla="*/ 91328 w 765852"/>
              <a:gd name="connsiteY78" fmla="*/ 23793 h 260086"/>
              <a:gd name="connsiteX79" fmla="*/ 47273 w 765852"/>
              <a:gd name="connsiteY79" fmla="*/ 2119 h 260086"/>
              <a:gd name="connsiteX80" fmla="*/ 95968 w 765852"/>
              <a:gd name="connsiteY80" fmla="*/ 23793 h 260086"/>
              <a:gd name="connsiteX81" fmla="*/ 93648 w 765852"/>
              <a:gd name="connsiteY81" fmla="*/ 26792 h 260086"/>
              <a:gd name="connsiteX82" fmla="*/ 187296 w 765852"/>
              <a:gd name="connsiteY82" fmla="*/ 26792 h 260086"/>
              <a:gd name="connsiteX83" fmla="*/ 187296 w 765852"/>
              <a:gd name="connsiteY83" fmla="*/ 2119 h 260086"/>
              <a:gd name="connsiteX84" fmla="*/ 140023 w 765852"/>
              <a:gd name="connsiteY84" fmla="*/ 2119 h 260086"/>
              <a:gd name="connsiteX85" fmla="*/ 95958 w 765852"/>
              <a:gd name="connsiteY85" fmla="*/ 23793 h 260086"/>
              <a:gd name="connsiteX86" fmla="*/ 514844 w 765852"/>
              <a:gd name="connsiteY86" fmla="*/ 164677 h 260086"/>
              <a:gd name="connsiteX87" fmla="*/ 540232 w 765852"/>
              <a:gd name="connsiteY87" fmla="*/ 164677 h 260086"/>
              <a:gd name="connsiteX88" fmla="*/ 540232 w 765852"/>
              <a:gd name="connsiteY88" fmla="*/ 2119 h 260086"/>
              <a:gd name="connsiteX89" fmla="*/ 514844 w 765852"/>
              <a:gd name="connsiteY89" fmla="*/ 2119 h 260086"/>
              <a:gd name="connsiteX90" fmla="*/ 514844 w 765852"/>
              <a:gd name="connsiteY90" fmla="*/ 164677 h 260086"/>
              <a:gd name="connsiteX91" fmla="*/ 495205 w 765852"/>
              <a:gd name="connsiteY91" fmla="*/ 259554 h 260086"/>
              <a:gd name="connsiteX92" fmla="*/ 502915 w 765852"/>
              <a:gd name="connsiteY92" fmla="*/ 259554 h 260086"/>
              <a:gd name="connsiteX93" fmla="*/ 502915 w 765852"/>
              <a:gd name="connsiteY93" fmla="*/ 197523 h 260086"/>
              <a:gd name="connsiteX94" fmla="*/ 495205 w 765852"/>
              <a:gd name="connsiteY94" fmla="*/ 197523 h 260086"/>
              <a:gd name="connsiteX95" fmla="*/ 495205 w 765852"/>
              <a:gd name="connsiteY95" fmla="*/ 259554 h 260086"/>
              <a:gd name="connsiteX96" fmla="*/ 544816 w 765852"/>
              <a:gd name="connsiteY96" fmla="*/ 204613 h 260086"/>
              <a:gd name="connsiteX97" fmla="*/ 564923 w 765852"/>
              <a:gd name="connsiteY97" fmla="*/ 204613 h 260086"/>
              <a:gd name="connsiteX98" fmla="*/ 564923 w 765852"/>
              <a:gd name="connsiteY98" fmla="*/ 259554 h 260086"/>
              <a:gd name="connsiteX99" fmla="*/ 572633 w 765852"/>
              <a:gd name="connsiteY99" fmla="*/ 259554 h 260086"/>
              <a:gd name="connsiteX100" fmla="*/ 572633 w 765852"/>
              <a:gd name="connsiteY100" fmla="*/ 204613 h 260086"/>
              <a:gd name="connsiteX101" fmla="*/ 592740 w 765852"/>
              <a:gd name="connsiteY101" fmla="*/ 204613 h 260086"/>
              <a:gd name="connsiteX102" fmla="*/ 592740 w 765852"/>
              <a:gd name="connsiteY102" fmla="*/ 197523 h 260086"/>
              <a:gd name="connsiteX103" fmla="*/ 544816 w 765852"/>
              <a:gd name="connsiteY103" fmla="*/ 197523 h 260086"/>
              <a:gd name="connsiteX104" fmla="*/ 544816 w 765852"/>
              <a:gd name="connsiteY104" fmla="*/ 204613 h 260086"/>
              <a:gd name="connsiteX105" fmla="*/ 287389 w 765852"/>
              <a:gd name="connsiteY105" fmla="*/ 2119 h 260086"/>
              <a:gd name="connsiteX106" fmla="*/ 345234 w 765852"/>
              <a:gd name="connsiteY106" fmla="*/ 140105 h 260086"/>
              <a:gd name="connsiteX107" fmla="*/ 381413 w 765852"/>
              <a:gd name="connsiteY107" fmla="*/ 166796 h 260086"/>
              <a:gd name="connsiteX108" fmla="*/ 382899 w 765852"/>
              <a:gd name="connsiteY108" fmla="*/ 166796 h 260086"/>
              <a:gd name="connsiteX109" fmla="*/ 316692 w 765852"/>
              <a:gd name="connsiteY109" fmla="*/ 2119 h 260086"/>
              <a:gd name="connsiteX110" fmla="*/ 287389 w 765852"/>
              <a:gd name="connsiteY110" fmla="*/ 2119 h 260086"/>
              <a:gd name="connsiteX111" fmla="*/ 443549 w 765852"/>
              <a:gd name="connsiteY111" fmla="*/ 199871 h 260086"/>
              <a:gd name="connsiteX112" fmla="*/ 432739 w 765852"/>
              <a:gd name="connsiteY112" fmla="*/ 197523 h 260086"/>
              <a:gd name="connsiteX113" fmla="*/ 408910 w 765852"/>
              <a:gd name="connsiteY113" fmla="*/ 197523 h 260086"/>
              <a:gd name="connsiteX114" fmla="*/ 408910 w 765852"/>
              <a:gd name="connsiteY114" fmla="*/ 259554 h 260086"/>
              <a:gd name="connsiteX115" fmla="*/ 416621 w 765852"/>
              <a:gd name="connsiteY115" fmla="*/ 259554 h 260086"/>
              <a:gd name="connsiteX116" fmla="*/ 416621 w 765852"/>
              <a:gd name="connsiteY116" fmla="*/ 235716 h 260086"/>
              <a:gd name="connsiteX117" fmla="*/ 432748 w 765852"/>
              <a:gd name="connsiteY117" fmla="*/ 235716 h 260086"/>
              <a:gd name="connsiteX118" fmla="*/ 443512 w 765852"/>
              <a:gd name="connsiteY118" fmla="*/ 233368 h 260086"/>
              <a:gd name="connsiteX119" fmla="*/ 450728 w 765852"/>
              <a:gd name="connsiteY119" fmla="*/ 226681 h 260086"/>
              <a:gd name="connsiteX120" fmla="*/ 453295 w 765852"/>
              <a:gd name="connsiteY120" fmla="*/ 216583 h 260086"/>
              <a:gd name="connsiteX121" fmla="*/ 450774 w 765852"/>
              <a:gd name="connsiteY121" fmla="*/ 206521 h 260086"/>
              <a:gd name="connsiteX122" fmla="*/ 443558 w 765852"/>
              <a:gd name="connsiteY122" fmla="*/ 199871 h 260086"/>
              <a:gd name="connsiteX123" fmla="*/ 441779 w 765852"/>
              <a:gd name="connsiteY123" fmla="*/ 225351 h 260086"/>
              <a:gd name="connsiteX124" fmla="*/ 432033 w 765852"/>
              <a:gd name="connsiteY124" fmla="*/ 228635 h 260086"/>
              <a:gd name="connsiteX125" fmla="*/ 416621 w 765852"/>
              <a:gd name="connsiteY125" fmla="*/ 228635 h 260086"/>
              <a:gd name="connsiteX126" fmla="*/ 416621 w 765852"/>
              <a:gd name="connsiteY126" fmla="*/ 204622 h 260086"/>
              <a:gd name="connsiteX127" fmla="*/ 432125 w 765852"/>
              <a:gd name="connsiteY127" fmla="*/ 204622 h 260086"/>
              <a:gd name="connsiteX128" fmla="*/ 441825 w 765852"/>
              <a:gd name="connsiteY128" fmla="*/ 207860 h 260086"/>
              <a:gd name="connsiteX129" fmla="*/ 445410 w 765852"/>
              <a:gd name="connsiteY129" fmla="*/ 216592 h 260086"/>
              <a:gd name="connsiteX130" fmla="*/ 441779 w 765852"/>
              <a:gd name="connsiteY130" fmla="*/ 225361 h 260086"/>
              <a:gd name="connsiteX131" fmla="*/ 382889 w 765852"/>
              <a:gd name="connsiteY131" fmla="*/ 166805 h 260086"/>
              <a:gd name="connsiteX132" fmla="*/ 384375 w 765852"/>
              <a:gd name="connsiteY132" fmla="*/ 166805 h 260086"/>
              <a:gd name="connsiteX133" fmla="*/ 420554 w 765852"/>
              <a:gd name="connsiteY133" fmla="*/ 140114 h 260086"/>
              <a:gd name="connsiteX134" fmla="*/ 478399 w 765852"/>
              <a:gd name="connsiteY134" fmla="*/ 2128 h 260086"/>
              <a:gd name="connsiteX135" fmla="*/ 449096 w 765852"/>
              <a:gd name="connsiteY135" fmla="*/ 2128 h 260086"/>
              <a:gd name="connsiteX136" fmla="*/ 382889 w 765852"/>
              <a:gd name="connsiteY136" fmla="*/ 166814 h 260086"/>
              <a:gd name="connsiteX137" fmla="*/ 644368 w 765852"/>
              <a:gd name="connsiteY137" fmla="*/ 197523 h 260086"/>
              <a:gd name="connsiteX138" fmla="*/ 620714 w 765852"/>
              <a:gd name="connsiteY138" fmla="*/ 259554 h 260086"/>
              <a:gd name="connsiteX139" fmla="*/ 628690 w 765852"/>
              <a:gd name="connsiteY139" fmla="*/ 259554 h 260086"/>
              <a:gd name="connsiteX140" fmla="*/ 635246 w 765852"/>
              <a:gd name="connsiteY140" fmla="*/ 242806 h 260086"/>
              <a:gd name="connsiteX141" fmla="*/ 662266 w 765852"/>
              <a:gd name="connsiteY141" fmla="*/ 242806 h 260086"/>
              <a:gd name="connsiteX142" fmla="*/ 668821 w 765852"/>
              <a:gd name="connsiteY142" fmla="*/ 259554 h 260086"/>
              <a:gd name="connsiteX143" fmla="*/ 677055 w 765852"/>
              <a:gd name="connsiteY143" fmla="*/ 259554 h 260086"/>
              <a:gd name="connsiteX144" fmla="*/ 653491 w 765852"/>
              <a:gd name="connsiteY144" fmla="*/ 197523 h 260086"/>
              <a:gd name="connsiteX145" fmla="*/ 644368 w 765852"/>
              <a:gd name="connsiteY145" fmla="*/ 197523 h 260086"/>
              <a:gd name="connsiteX146" fmla="*/ 637547 w 765852"/>
              <a:gd name="connsiteY146" fmla="*/ 235808 h 260086"/>
              <a:gd name="connsiteX147" fmla="*/ 648705 w 765852"/>
              <a:gd name="connsiteY147" fmla="*/ 205943 h 260086"/>
              <a:gd name="connsiteX148" fmla="*/ 659955 w 765852"/>
              <a:gd name="connsiteY148" fmla="*/ 235808 h 260086"/>
              <a:gd name="connsiteX149" fmla="*/ 637538 w 765852"/>
              <a:gd name="connsiteY149" fmla="*/ 235808 h 260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</a:cxnLst>
            <a:rect l="l" t="t" r="r" b="b"/>
            <a:pathLst>
              <a:path w="765852" h="260086">
                <a:moveTo>
                  <a:pt x="739575" y="143884"/>
                </a:moveTo>
                <a:cubicBezTo>
                  <a:pt x="756519" y="128906"/>
                  <a:pt x="765852" y="107425"/>
                  <a:pt x="765852" y="83403"/>
                </a:cubicBezTo>
                <a:cubicBezTo>
                  <a:pt x="765852" y="59381"/>
                  <a:pt x="756519" y="37899"/>
                  <a:pt x="739575" y="22921"/>
                </a:cubicBezTo>
                <a:cubicBezTo>
                  <a:pt x="722613" y="7925"/>
                  <a:pt x="699307" y="0"/>
                  <a:pt x="672177" y="0"/>
                </a:cubicBezTo>
                <a:cubicBezTo>
                  <a:pt x="645047" y="0"/>
                  <a:pt x="621740" y="7925"/>
                  <a:pt x="604779" y="22921"/>
                </a:cubicBezTo>
                <a:cubicBezTo>
                  <a:pt x="587835" y="37899"/>
                  <a:pt x="578501" y="59381"/>
                  <a:pt x="578501" y="83403"/>
                </a:cubicBezTo>
                <a:cubicBezTo>
                  <a:pt x="578501" y="107425"/>
                  <a:pt x="587835" y="128906"/>
                  <a:pt x="604779" y="143884"/>
                </a:cubicBezTo>
                <a:cubicBezTo>
                  <a:pt x="621740" y="158881"/>
                  <a:pt x="645047" y="166805"/>
                  <a:pt x="672177" y="166805"/>
                </a:cubicBezTo>
                <a:cubicBezTo>
                  <a:pt x="699307" y="166805"/>
                  <a:pt x="722613" y="158881"/>
                  <a:pt x="739575" y="143884"/>
                </a:cubicBezTo>
                <a:close/>
                <a:moveTo>
                  <a:pt x="604595" y="83403"/>
                </a:moveTo>
                <a:cubicBezTo>
                  <a:pt x="604595" y="66489"/>
                  <a:pt x="610821" y="52135"/>
                  <a:pt x="622611" y="41871"/>
                </a:cubicBezTo>
                <a:cubicBezTo>
                  <a:pt x="634751" y="31305"/>
                  <a:pt x="651887" y="25719"/>
                  <a:pt x="672177" y="25719"/>
                </a:cubicBezTo>
                <a:cubicBezTo>
                  <a:pt x="692467" y="25719"/>
                  <a:pt x="709603" y="31305"/>
                  <a:pt x="721742" y="41871"/>
                </a:cubicBezTo>
                <a:cubicBezTo>
                  <a:pt x="733524" y="52126"/>
                  <a:pt x="739759" y="66489"/>
                  <a:pt x="739759" y="83403"/>
                </a:cubicBezTo>
                <a:cubicBezTo>
                  <a:pt x="739759" y="100316"/>
                  <a:pt x="733533" y="114671"/>
                  <a:pt x="721742" y="124934"/>
                </a:cubicBezTo>
                <a:cubicBezTo>
                  <a:pt x="709603" y="135501"/>
                  <a:pt x="692467" y="141077"/>
                  <a:pt x="672177" y="141077"/>
                </a:cubicBezTo>
                <a:cubicBezTo>
                  <a:pt x="651887" y="141077"/>
                  <a:pt x="634741" y="135491"/>
                  <a:pt x="622611" y="124934"/>
                </a:cubicBezTo>
                <a:cubicBezTo>
                  <a:pt x="610830" y="114671"/>
                  <a:pt x="604595" y="100316"/>
                  <a:pt x="604595" y="83403"/>
                </a:cubicBezTo>
                <a:close/>
                <a:moveTo>
                  <a:pt x="238310" y="207181"/>
                </a:moveTo>
                <a:cubicBezTo>
                  <a:pt x="241556" y="205118"/>
                  <a:pt x="245306" y="204081"/>
                  <a:pt x="249560" y="204081"/>
                </a:cubicBezTo>
                <a:cubicBezTo>
                  <a:pt x="254282" y="204081"/>
                  <a:pt x="258288" y="205292"/>
                  <a:pt x="261562" y="207713"/>
                </a:cubicBezTo>
                <a:cubicBezTo>
                  <a:pt x="264835" y="210135"/>
                  <a:pt x="267035" y="213501"/>
                  <a:pt x="268163" y="217812"/>
                </a:cubicBezTo>
                <a:lnTo>
                  <a:pt x="275874" y="217812"/>
                </a:lnTo>
                <a:cubicBezTo>
                  <a:pt x="274691" y="211373"/>
                  <a:pt x="271784" y="206292"/>
                  <a:pt x="267145" y="202568"/>
                </a:cubicBezTo>
                <a:cubicBezTo>
                  <a:pt x="262506" y="198844"/>
                  <a:pt x="256766" y="196982"/>
                  <a:pt x="249917" y="196982"/>
                </a:cubicBezTo>
                <a:cubicBezTo>
                  <a:pt x="244013" y="196982"/>
                  <a:pt x="238814" y="198293"/>
                  <a:pt x="234322" y="200926"/>
                </a:cubicBezTo>
                <a:cubicBezTo>
                  <a:pt x="229838" y="203558"/>
                  <a:pt x="226382" y="207264"/>
                  <a:pt x="223961" y="212052"/>
                </a:cubicBezTo>
                <a:cubicBezTo>
                  <a:pt x="221541" y="216840"/>
                  <a:pt x="220330" y="222334"/>
                  <a:pt x="220330" y="228534"/>
                </a:cubicBezTo>
                <a:cubicBezTo>
                  <a:pt x="220330" y="234734"/>
                  <a:pt x="221541" y="240302"/>
                  <a:pt x="223961" y="245062"/>
                </a:cubicBezTo>
                <a:cubicBezTo>
                  <a:pt x="226382" y="249823"/>
                  <a:pt x="229838" y="253510"/>
                  <a:pt x="234322" y="256142"/>
                </a:cubicBezTo>
                <a:cubicBezTo>
                  <a:pt x="238805" y="258775"/>
                  <a:pt x="244004" y="260086"/>
                  <a:pt x="249917" y="260086"/>
                </a:cubicBezTo>
                <a:cubicBezTo>
                  <a:pt x="256831" y="260086"/>
                  <a:pt x="262570" y="258224"/>
                  <a:pt x="267145" y="254501"/>
                </a:cubicBezTo>
                <a:cubicBezTo>
                  <a:pt x="271720" y="250777"/>
                  <a:pt x="274599" y="245695"/>
                  <a:pt x="275782" y="239256"/>
                </a:cubicBezTo>
                <a:lnTo>
                  <a:pt x="268071" y="239256"/>
                </a:lnTo>
                <a:cubicBezTo>
                  <a:pt x="266888" y="243631"/>
                  <a:pt x="264706" y="247007"/>
                  <a:pt x="261516" y="249401"/>
                </a:cubicBezTo>
                <a:cubicBezTo>
                  <a:pt x="258325" y="251795"/>
                  <a:pt x="254337" y="252987"/>
                  <a:pt x="249560" y="252987"/>
                </a:cubicBezTo>
                <a:cubicBezTo>
                  <a:pt x="245306" y="252987"/>
                  <a:pt x="241556" y="251951"/>
                  <a:pt x="238310" y="249887"/>
                </a:cubicBezTo>
                <a:cubicBezTo>
                  <a:pt x="235064" y="247823"/>
                  <a:pt x="232561" y="244925"/>
                  <a:pt x="230828" y="241201"/>
                </a:cubicBezTo>
                <a:cubicBezTo>
                  <a:pt x="229086" y="237477"/>
                  <a:pt x="228215" y="233258"/>
                  <a:pt x="228215" y="228525"/>
                </a:cubicBezTo>
                <a:cubicBezTo>
                  <a:pt x="228215" y="223792"/>
                  <a:pt x="229086" y="219499"/>
                  <a:pt x="230828" y="215812"/>
                </a:cubicBezTo>
                <a:cubicBezTo>
                  <a:pt x="232570" y="212125"/>
                  <a:pt x="235064" y="209245"/>
                  <a:pt x="238310" y="207172"/>
                </a:cubicBezTo>
                <a:close/>
                <a:moveTo>
                  <a:pt x="335580" y="197523"/>
                </a:moveTo>
                <a:lnTo>
                  <a:pt x="311925" y="259554"/>
                </a:lnTo>
                <a:lnTo>
                  <a:pt x="319892" y="259554"/>
                </a:lnTo>
                <a:lnTo>
                  <a:pt x="326448" y="242806"/>
                </a:lnTo>
                <a:lnTo>
                  <a:pt x="353467" y="242806"/>
                </a:lnTo>
                <a:lnTo>
                  <a:pt x="360023" y="259554"/>
                </a:lnTo>
                <a:lnTo>
                  <a:pt x="368256" y="259554"/>
                </a:lnTo>
                <a:lnTo>
                  <a:pt x="344693" y="197523"/>
                </a:lnTo>
                <a:lnTo>
                  <a:pt x="335570" y="197523"/>
                </a:lnTo>
                <a:close/>
                <a:moveTo>
                  <a:pt x="328758" y="235808"/>
                </a:moveTo>
                <a:lnTo>
                  <a:pt x="339916" y="205943"/>
                </a:lnTo>
                <a:lnTo>
                  <a:pt x="351166" y="235808"/>
                </a:lnTo>
                <a:lnTo>
                  <a:pt x="328749" y="235808"/>
                </a:lnTo>
                <a:close/>
                <a:moveTo>
                  <a:pt x="725437" y="197523"/>
                </a:moveTo>
                <a:lnTo>
                  <a:pt x="717736" y="197523"/>
                </a:lnTo>
                <a:lnTo>
                  <a:pt x="717736" y="259554"/>
                </a:lnTo>
                <a:lnTo>
                  <a:pt x="753704" y="259554"/>
                </a:lnTo>
                <a:lnTo>
                  <a:pt x="753704" y="252464"/>
                </a:lnTo>
                <a:lnTo>
                  <a:pt x="725446" y="252464"/>
                </a:lnTo>
                <a:lnTo>
                  <a:pt x="725446" y="197523"/>
                </a:lnTo>
                <a:close/>
                <a:moveTo>
                  <a:pt x="250953" y="2119"/>
                </a:moveTo>
                <a:lnTo>
                  <a:pt x="225566" y="2119"/>
                </a:lnTo>
                <a:lnTo>
                  <a:pt x="225566" y="164677"/>
                </a:lnTo>
                <a:lnTo>
                  <a:pt x="250953" y="164677"/>
                </a:lnTo>
                <a:lnTo>
                  <a:pt x="250953" y="2119"/>
                </a:lnTo>
                <a:close/>
                <a:moveTo>
                  <a:pt x="80592" y="62692"/>
                </a:moveTo>
                <a:lnTo>
                  <a:pt x="80592" y="164687"/>
                </a:lnTo>
                <a:cubicBezTo>
                  <a:pt x="80592" y="164687"/>
                  <a:pt x="106732" y="164687"/>
                  <a:pt x="106732" y="164687"/>
                </a:cubicBezTo>
                <a:lnTo>
                  <a:pt x="106713" y="62692"/>
                </a:lnTo>
                <a:cubicBezTo>
                  <a:pt x="106713" y="50282"/>
                  <a:pt x="102707" y="38523"/>
                  <a:pt x="95124" y="28700"/>
                </a:cubicBezTo>
                <a:lnTo>
                  <a:pt x="93648" y="26792"/>
                </a:lnTo>
                <a:lnTo>
                  <a:pt x="92172" y="28700"/>
                </a:lnTo>
                <a:cubicBezTo>
                  <a:pt x="84589" y="38523"/>
                  <a:pt x="80583" y="50273"/>
                  <a:pt x="80583" y="62692"/>
                </a:cubicBezTo>
                <a:close/>
                <a:moveTo>
                  <a:pt x="47273" y="2119"/>
                </a:moveTo>
                <a:lnTo>
                  <a:pt x="0" y="2119"/>
                </a:lnTo>
                <a:lnTo>
                  <a:pt x="0" y="26792"/>
                </a:lnTo>
                <a:lnTo>
                  <a:pt x="93648" y="26792"/>
                </a:lnTo>
                <a:lnTo>
                  <a:pt x="91328" y="23793"/>
                </a:lnTo>
                <a:cubicBezTo>
                  <a:pt x="80693" y="10025"/>
                  <a:pt x="64629" y="2119"/>
                  <a:pt x="47273" y="2119"/>
                </a:cubicBezTo>
                <a:close/>
                <a:moveTo>
                  <a:pt x="95968" y="23793"/>
                </a:moveTo>
                <a:lnTo>
                  <a:pt x="93648" y="26792"/>
                </a:lnTo>
                <a:lnTo>
                  <a:pt x="187296" y="26792"/>
                </a:lnTo>
                <a:lnTo>
                  <a:pt x="187296" y="2119"/>
                </a:lnTo>
                <a:lnTo>
                  <a:pt x="140023" y="2119"/>
                </a:lnTo>
                <a:cubicBezTo>
                  <a:pt x="122657" y="2119"/>
                  <a:pt x="106603" y="10016"/>
                  <a:pt x="95958" y="23793"/>
                </a:cubicBezTo>
                <a:close/>
                <a:moveTo>
                  <a:pt x="514844" y="164677"/>
                </a:moveTo>
                <a:lnTo>
                  <a:pt x="540232" y="164677"/>
                </a:lnTo>
                <a:lnTo>
                  <a:pt x="540232" y="2119"/>
                </a:lnTo>
                <a:lnTo>
                  <a:pt x="514844" y="2119"/>
                </a:lnTo>
                <a:lnTo>
                  <a:pt x="514844" y="164677"/>
                </a:lnTo>
                <a:close/>
                <a:moveTo>
                  <a:pt x="495205" y="259554"/>
                </a:moveTo>
                <a:lnTo>
                  <a:pt x="502915" y="259554"/>
                </a:lnTo>
                <a:lnTo>
                  <a:pt x="502915" y="197523"/>
                </a:lnTo>
                <a:lnTo>
                  <a:pt x="495205" y="197523"/>
                </a:lnTo>
                <a:lnTo>
                  <a:pt x="495205" y="259554"/>
                </a:lnTo>
                <a:close/>
                <a:moveTo>
                  <a:pt x="544816" y="204613"/>
                </a:moveTo>
                <a:lnTo>
                  <a:pt x="564923" y="204613"/>
                </a:lnTo>
                <a:lnTo>
                  <a:pt x="564923" y="259554"/>
                </a:lnTo>
                <a:lnTo>
                  <a:pt x="572633" y="259554"/>
                </a:lnTo>
                <a:lnTo>
                  <a:pt x="572633" y="204613"/>
                </a:lnTo>
                <a:lnTo>
                  <a:pt x="592740" y="204613"/>
                </a:lnTo>
                <a:lnTo>
                  <a:pt x="592740" y="197523"/>
                </a:lnTo>
                <a:lnTo>
                  <a:pt x="544816" y="197523"/>
                </a:lnTo>
                <a:lnTo>
                  <a:pt x="544816" y="204613"/>
                </a:lnTo>
                <a:close/>
                <a:moveTo>
                  <a:pt x="287389" y="2119"/>
                </a:moveTo>
                <a:cubicBezTo>
                  <a:pt x="287389" y="2119"/>
                  <a:pt x="335680" y="117220"/>
                  <a:pt x="345234" y="140105"/>
                </a:cubicBezTo>
                <a:cubicBezTo>
                  <a:pt x="356374" y="166796"/>
                  <a:pt x="374464" y="166796"/>
                  <a:pt x="381413" y="166796"/>
                </a:cubicBezTo>
                <a:lnTo>
                  <a:pt x="382899" y="166796"/>
                </a:lnTo>
                <a:lnTo>
                  <a:pt x="316692" y="2119"/>
                </a:lnTo>
                <a:lnTo>
                  <a:pt x="287389" y="2119"/>
                </a:lnTo>
                <a:close/>
                <a:moveTo>
                  <a:pt x="443549" y="199871"/>
                </a:moveTo>
                <a:cubicBezTo>
                  <a:pt x="440413" y="198303"/>
                  <a:pt x="436819" y="197523"/>
                  <a:pt x="432739" y="197523"/>
                </a:cubicBezTo>
                <a:lnTo>
                  <a:pt x="408910" y="197523"/>
                </a:lnTo>
                <a:lnTo>
                  <a:pt x="408910" y="259554"/>
                </a:lnTo>
                <a:lnTo>
                  <a:pt x="416621" y="259554"/>
                </a:lnTo>
                <a:lnTo>
                  <a:pt x="416621" y="235716"/>
                </a:lnTo>
                <a:lnTo>
                  <a:pt x="432748" y="235716"/>
                </a:lnTo>
                <a:cubicBezTo>
                  <a:pt x="436819" y="235716"/>
                  <a:pt x="440413" y="234936"/>
                  <a:pt x="443512" y="233368"/>
                </a:cubicBezTo>
                <a:cubicBezTo>
                  <a:pt x="446611" y="231799"/>
                  <a:pt x="449013" y="229571"/>
                  <a:pt x="450728" y="226681"/>
                </a:cubicBezTo>
                <a:cubicBezTo>
                  <a:pt x="452442" y="223783"/>
                  <a:pt x="453295" y="220417"/>
                  <a:pt x="453295" y="216583"/>
                </a:cubicBezTo>
                <a:cubicBezTo>
                  <a:pt x="453295" y="212749"/>
                  <a:pt x="452452" y="209392"/>
                  <a:pt x="450774" y="206521"/>
                </a:cubicBezTo>
                <a:cubicBezTo>
                  <a:pt x="449087" y="203659"/>
                  <a:pt x="446685" y="201439"/>
                  <a:pt x="443558" y="199871"/>
                </a:cubicBezTo>
                <a:close/>
                <a:moveTo>
                  <a:pt x="441779" y="225351"/>
                </a:moveTo>
                <a:cubicBezTo>
                  <a:pt x="439359" y="227534"/>
                  <a:pt x="436113" y="228635"/>
                  <a:pt x="432033" y="228635"/>
                </a:cubicBezTo>
                <a:lnTo>
                  <a:pt x="416621" y="228635"/>
                </a:lnTo>
                <a:lnTo>
                  <a:pt x="416621" y="204622"/>
                </a:lnTo>
                <a:lnTo>
                  <a:pt x="432125" y="204622"/>
                </a:lnTo>
                <a:cubicBezTo>
                  <a:pt x="436196" y="204622"/>
                  <a:pt x="439432" y="205705"/>
                  <a:pt x="441825" y="207860"/>
                </a:cubicBezTo>
                <a:cubicBezTo>
                  <a:pt x="444218" y="210015"/>
                  <a:pt x="445410" y="212923"/>
                  <a:pt x="445410" y="216592"/>
                </a:cubicBezTo>
                <a:cubicBezTo>
                  <a:pt x="445410" y="220261"/>
                  <a:pt x="444200" y="223178"/>
                  <a:pt x="441779" y="225361"/>
                </a:cubicBezTo>
                <a:close/>
                <a:moveTo>
                  <a:pt x="382889" y="166805"/>
                </a:moveTo>
                <a:lnTo>
                  <a:pt x="384375" y="166805"/>
                </a:lnTo>
                <a:cubicBezTo>
                  <a:pt x="391334" y="166805"/>
                  <a:pt x="409423" y="166805"/>
                  <a:pt x="420554" y="140114"/>
                </a:cubicBezTo>
                <a:cubicBezTo>
                  <a:pt x="430099" y="117230"/>
                  <a:pt x="478399" y="2128"/>
                  <a:pt x="478399" y="2128"/>
                </a:cubicBezTo>
                <a:lnTo>
                  <a:pt x="449096" y="2128"/>
                </a:lnTo>
                <a:lnTo>
                  <a:pt x="382889" y="166814"/>
                </a:lnTo>
                <a:close/>
                <a:moveTo>
                  <a:pt x="644368" y="197523"/>
                </a:moveTo>
                <a:lnTo>
                  <a:pt x="620714" y="259554"/>
                </a:lnTo>
                <a:lnTo>
                  <a:pt x="628690" y="259554"/>
                </a:lnTo>
                <a:lnTo>
                  <a:pt x="635246" y="242806"/>
                </a:lnTo>
                <a:lnTo>
                  <a:pt x="662266" y="242806"/>
                </a:lnTo>
                <a:lnTo>
                  <a:pt x="668821" y="259554"/>
                </a:lnTo>
                <a:lnTo>
                  <a:pt x="677055" y="259554"/>
                </a:lnTo>
                <a:lnTo>
                  <a:pt x="653491" y="197523"/>
                </a:lnTo>
                <a:lnTo>
                  <a:pt x="644368" y="197523"/>
                </a:lnTo>
                <a:close/>
                <a:moveTo>
                  <a:pt x="637547" y="235808"/>
                </a:moveTo>
                <a:lnTo>
                  <a:pt x="648705" y="205943"/>
                </a:lnTo>
                <a:lnTo>
                  <a:pt x="659955" y="235808"/>
                </a:lnTo>
                <a:lnTo>
                  <a:pt x="637538" y="235808"/>
                </a:lnTo>
                <a:close/>
              </a:path>
            </a:pathLst>
          </a:custGeom>
          <a:solidFill>
            <a:schemeClr val="bg1"/>
          </a:solidFill>
          <a:ln w="1061" cap="flat">
            <a:noFill/>
            <a:prstDash val="solid"/>
            <a:miter/>
          </a:ln>
        </p:spPr>
        <p:txBody>
          <a:bodyPr rtlCol="0" anchor="ctr"/>
          <a:lstStyle/>
          <a:p>
            <a:endParaRPr lang="pt-BR" sz="1092">
              <a:solidFill>
                <a:schemeClr val="bg1"/>
              </a:solidFill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1E210A61-F7AF-5C56-9539-494DD44ED880}"/>
              </a:ext>
            </a:extLst>
          </p:cNvPr>
          <p:cNvCxnSpPr/>
          <p:nvPr userDrawn="1"/>
        </p:nvCxnSpPr>
        <p:spPr>
          <a:xfrm>
            <a:off x="334964" y="185353"/>
            <a:ext cx="10415415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object 5">
            <a:extLst>
              <a:ext uri="{FF2B5EF4-FFF2-40B4-BE49-F238E27FC236}">
                <a16:creationId xmlns:a16="http://schemas.microsoft.com/office/drawing/2014/main" id="{6BE3BE47-1A4F-1F57-925B-0AD426F278E9}"/>
              </a:ext>
            </a:extLst>
          </p:cNvPr>
          <p:cNvSpPr/>
          <p:nvPr userDrawn="1"/>
        </p:nvSpPr>
        <p:spPr>
          <a:xfrm flipV="1">
            <a:off x="334962" y="6294309"/>
            <a:ext cx="10183814" cy="256427"/>
          </a:xfrm>
          <a:custGeom>
            <a:avLst/>
            <a:gdLst/>
            <a:ahLst/>
            <a:cxnLst/>
            <a:rect l="l" t="t" r="r" b="b"/>
            <a:pathLst>
              <a:path w="19125565">
                <a:moveTo>
                  <a:pt x="0" y="0"/>
                </a:moveTo>
                <a:lnTo>
                  <a:pt x="19125114" y="0"/>
                </a:lnTo>
              </a:path>
            </a:pathLst>
          </a:custGeom>
          <a:ln w="635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55446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kumimoji="0" sz="1092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88818173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469">
          <p15:clr>
            <a:srgbClr val="FBAE40"/>
          </p15:clr>
        </p15:guide>
        <p15:guide id="2" orient="horz" pos="3974">
          <p15:clr>
            <a:srgbClr val="FBAE40"/>
          </p15:clr>
        </p15:guide>
        <p15:guide id="3" orient="horz" pos="232">
          <p15:clr>
            <a:srgbClr val="FBAE40"/>
          </p15:clr>
        </p15:guide>
        <p15:guide id="4" pos="211">
          <p15:clr>
            <a:srgbClr val="FBAE40"/>
          </p15:clr>
        </p15:guide>
        <p15:guide id="5" orient="horz" pos="4065">
          <p15:clr>
            <a:srgbClr val="FBAE40"/>
          </p15:clr>
        </p15:guide>
        <p15:guide id="6" orient="horz" pos="799">
          <p15:clr>
            <a:srgbClr val="FBAE40"/>
          </p15:clr>
        </p15:guide>
        <p15:guide id="7" orient="horz" pos="935">
          <p15:clr>
            <a:srgbClr val="FBAE40"/>
          </p15:clr>
        </p15:guide>
      </p15:sldGuideLst>
    </p:ext>
  </p:extLst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9_Título | 1 linha - Black">
    <p:bg>
      <p:bgPr>
        <a:gradFill>
          <a:gsLst>
            <a:gs pos="100000">
              <a:schemeClr val="tx1">
                <a:lumMod val="95000"/>
                <a:lumOff val="5000"/>
              </a:schemeClr>
            </a:gs>
            <a:gs pos="0">
              <a:schemeClr val="tx1">
                <a:lumMod val="85000"/>
                <a:lumOff val="15000"/>
              </a:schemeClr>
            </a:gs>
          </a:gsLst>
          <a:lin ang="7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132BCE3-A04F-8602-64F7-7623C7EAF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61763" y="6482556"/>
            <a:ext cx="295275" cy="1692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 sz="1100">
                <a:solidFill>
                  <a:schemeClr val="bg1"/>
                </a:solidFill>
                <a:latin typeface="Versos" panose="020B0503020204030204" pitchFamily="34" charset="0"/>
                <a:cs typeface="Versos" panose="020B0503020204030204" pitchFamily="34" charset="0"/>
              </a:defRPr>
            </a:lvl1pPr>
          </a:lstStyle>
          <a:p>
            <a:fld id="{77667D73-C69A-4DAA-9003-24A825D36FE9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B13D7C-5A47-B0DF-B518-26E79F5D2DB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64" y="368301"/>
            <a:ext cx="10183813" cy="4308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err="1"/>
              <a:t>Título</a:t>
            </a:r>
            <a:endParaRPr lang="en-US"/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7F86D482-580C-D22A-58CC-10B9C4F7EDD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34963" y="1518528"/>
            <a:ext cx="11522585" cy="21544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Picture 8">
            <a:extLst>
              <a:ext uri="{FF2B5EF4-FFF2-40B4-BE49-F238E27FC236}">
                <a16:creationId xmlns:a16="http://schemas.microsoft.com/office/drawing/2014/main" id="{57BCE67C-64C7-2D0C-0DC2-7A4B4CC314E0}"/>
              </a:ext>
            </a:extLst>
          </p:cNvPr>
          <p:cNvSpPr/>
          <p:nvPr userDrawn="1"/>
        </p:nvSpPr>
        <p:spPr>
          <a:xfrm>
            <a:off x="11091186" y="377179"/>
            <a:ext cx="765852" cy="260086"/>
          </a:xfrm>
          <a:custGeom>
            <a:avLst/>
            <a:gdLst>
              <a:gd name="connsiteX0" fmla="*/ 739575 w 765852"/>
              <a:gd name="connsiteY0" fmla="*/ 143884 h 260086"/>
              <a:gd name="connsiteX1" fmla="*/ 765852 w 765852"/>
              <a:gd name="connsiteY1" fmla="*/ 83403 h 260086"/>
              <a:gd name="connsiteX2" fmla="*/ 739575 w 765852"/>
              <a:gd name="connsiteY2" fmla="*/ 22921 h 260086"/>
              <a:gd name="connsiteX3" fmla="*/ 672177 w 765852"/>
              <a:gd name="connsiteY3" fmla="*/ 0 h 260086"/>
              <a:gd name="connsiteX4" fmla="*/ 604779 w 765852"/>
              <a:gd name="connsiteY4" fmla="*/ 22921 h 260086"/>
              <a:gd name="connsiteX5" fmla="*/ 578501 w 765852"/>
              <a:gd name="connsiteY5" fmla="*/ 83403 h 260086"/>
              <a:gd name="connsiteX6" fmla="*/ 604779 w 765852"/>
              <a:gd name="connsiteY6" fmla="*/ 143884 h 260086"/>
              <a:gd name="connsiteX7" fmla="*/ 672177 w 765852"/>
              <a:gd name="connsiteY7" fmla="*/ 166805 h 260086"/>
              <a:gd name="connsiteX8" fmla="*/ 739575 w 765852"/>
              <a:gd name="connsiteY8" fmla="*/ 143884 h 260086"/>
              <a:gd name="connsiteX9" fmla="*/ 604595 w 765852"/>
              <a:gd name="connsiteY9" fmla="*/ 83403 h 260086"/>
              <a:gd name="connsiteX10" fmla="*/ 622611 w 765852"/>
              <a:gd name="connsiteY10" fmla="*/ 41871 h 260086"/>
              <a:gd name="connsiteX11" fmla="*/ 672177 w 765852"/>
              <a:gd name="connsiteY11" fmla="*/ 25719 h 260086"/>
              <a:gd name="connsiteX12" fmla="*/ 721742 w 765852"/>
              <a:gd name="connsiteY12" fmla="*/ 41871 h 260086"/>
              <a:gd name="connsiteX13" fmla="*/ 739759 w 765852"/>
              <a:gd name="connsiteY13" fmla="*/ 83403 h 260086"/>
              <a:gd name="connsiteX14" fmla="*/ 721742 w 765852"/>
              <a:gd name="connsiteY14" fmla="*/ 124934 h 260086"/>
              <a:gd name="connsiteX15" fmla="*/ 672177 w 765852"/>
              <a:gd name="connsiteY15" fmla="*/ 141077 h 260086"/>
              <a:gd name="connsiteX16" fmla="*/ 622611 w 765852"/>
              <a:gd name="connsiteY16" fmla="*/ 124934 h 260086"/>
              <a:gd name="connsiteX17" fmla="*/ 604595 w 765852"/>
              <a:gd name="connsiteY17" fmla="*/ 83403 h 260086"/>
              <a:gd name="connsiteX18" fmla="*/ 238310 w 765852"/>
              <a:gd name="connsiteY18" fmla="*/ 207181 h 260086"/>
              <a:gd name="connsiteX19" fmla="*/ 249560 w 765852"/>
              <a:gd name="connsiteY19" fmla="*/ 204081 h 260086"/>
              <a:gd name="connsiteX20" fmla="*/ 261562 w 765852"/>
              <a:gd name="connsiteY20" fmla="*/ 207713 h 260086"/>
              <a:gd name="connsiteX21" fmla="*/ 268163 w 765852"/>
              <a:gd name="connsiteY21" fmla="*/ 217812 h 260086"/>
              <a:gd name="connsiteX22" fmla="*/ 275874 w 765852"/>
              <a:gd name="connsiteY22" fmla="*/ 217812 h 260086"/>
              <a:gd name="connsiteX23" fmla="*/ 267145 w 765852"/>
              <a:gd name="connsiteY23" fmla="*/ 202568 h 260086"/>
              <a:gd name="connsiteX24" fmla="*/ 249917 w 765852"/>
              <a:gd name="connsiteY24" fmla="*/ 196982 h 260086"/>
              <a:gd name="connsiteX25" fmla="*/ 234322 w 765852"/>
              <a:gd name="connsiteY25" fmla="*/ 200926 h 260086"/>
              <a:gd name="connsiteX26" fmla="*/ 223961 w 765852"/>
              <a:gd name="connsiteY26" fmla="*/ 212052 h 260086"/>
              <a:gd name="connsiteX27" fmla="*/ 220330 w 765852"/>
              <a:gd name="connsiteY27" fmla="*/ 228534 h 260086"/>
              <a:gd name="connsiteX28" fmla="*/ 223961 w 765852"/>
              <a:gd name="connsiteY28" fmla="*/ 245062 h 260086"/>
              <a:gd name="connsiteX29" fmla="*/ 234322 w 765852"/>
              <a:gd name="connsiteY29" fmla="*/ 256142 h 260086"/>
              <a:gd name="connsiteX30" fmla="*/ 249917 w 765852"/>
              <a:gd name="connsiteY30" fmla="*/ 260086 h 260086"/>
              <a:gd name="connsiteX31" fmla="*/ 267145 w 765852"/>
              <a:gd name="connsiteY31" fmla="*/ 254501 h 260086"/>
              <a:gd name="connsiteX32" fmla="*/ 275782 w 765852"/>
              <a:gd name="connsiteY32" fmla="*/ 239256 h 260086"/>
              <a:gd name="connsiteX33" fmla="*/ 268071 w 765852"/>
              <a:gd name="connsiteY33" fmla="*/ 239256 h 260086"/>
              <a:gd name="connsiteX34" fmla="*/ 261516 w 765852"/>
              <a:gd name="connsiteY34" fmla="*/ 249401 h 260086"/>
              <a:gd name="connsiteX35" fmla="*/ 249560 w 765852"/>
              <a:gd name="connsiteY35" fmla="*/ 252987 h 260086"/>
              <a:gd name="connsiteX36" fmla="*/ 238310 w 765852"/>
              <a:gd name="connsiteY36" fmla="*/ 249887 h 260086"/>
              <a:gd name="connsiteX37" fmla="*/ 230828 w 765852"/>
              <a:gd name="connsiteY37" fmla="*/ 241201 h 260086"/>
              <a:gd name="connsiteX38" fmla="*/ 228215 w 765852"/>
              <a:gd name="connsiteY38" fmla="*/ 228525 h 260086"/>
              <a:gd name="connsiteX39" fmla="*/ 230828 w 765852"/>
              <a:gd name="connsiteY39" fmla="*/ 215812 h 260086"/>
              <a:gd name="connsiteX40" fmla="*/ 238310 w 765852"/>
              <a:gd name="connsiteY40" fmla="*/ 207172 h 260086"/>
              <a:gd name="connsiteX41" fmla="*/ 335580 w 765852"/>
              <a:gd name="connsiteY41" fmla="*/ 197523 h 260086"/>
              <a:gd name="connsiteX42" fmla="*/ 311925 w 765852"/>
              <a:gd name="connsiteY42" fmla="*/ 259554 h 260086"/>
              <a:gd name="connsiteX43" fmla="*/ 319892 w 765852"/>
              <a:gd name="connsiteY43" fmla="*/ 259554 h 260086"/>
              <a:gd name="connsiteX44" fmla="*/ 326448 w 765852"/>
              <a:gd name="connsiteY44" fmla="*/ 242806 h 260086"/>
              <a:gd name="connsiteX45" fmla="*/ 353467 w 765852"/>
              <a:gd name="connsiteY45" fmla="*/ 242806 h 260086"/>
              <a:gd name="connsiteX46" fmla="*/ 360023 w 765852"/>
              <a:gd name="connsiteY46" fmla="*/ 259554 h 260086"/>
              <a:gd name="connsiteX47" fmla="*/ 368256 w 765852"/>
              <a:gd name="connsiteY47" fmla="*/ 259554 h 260086"/>
              <a:gd name="connsiteX48" fmla="*/ 344693 w 765852"/>
              <a:gd name="connsiteY48" fmla="*/ 197523 h 260086"/>
              <a:gd name="connsiteX49" fmla="*/ 335570 w 765852"/>
              <a:gd name="connsiteY49" fmla="*/ 197523 h 260086"/>
              <a:gd name="connsiteX50" fmla="*/ 328758 w 765852"/>
              <a:gd name="connsiteY50" fmla="*/ 235808 h 260086"/>
              <a:gd name="connsiteX51" fmla="*/ 339916 w 765852"/>
              <a:gd name="connsiteY51" fmla="*/ 205943 h 260086"/>
              <a:gd name="connsiteX52" fmla="*/ 351166 w 765852"/>
              <a:gd name="connsiteY52" fmla="*/ 235808 h 260086"/>
              <a:gd name="connsiteX53" fmla="*/ 328749 w 765852"/>
              <a:gd name="connsiteY53" fmla="*/ 235808 h 260086"/>
              <a:gd name="connsiteX54" fmla="*/ 725437 w 765852"/>
              <a:gd name="connsiteY54" fmla="*/ 197523 h 260086"/>
              <a:gd name="connsiteX55" fmla="*/ 717736 w 765852"/>
              <a:gd name="connsiteY55" fmla="*/ 197523 h 260086"/>
              <a:gd name="connsiteX56" fmla="*/ 717736 w 765852"/>
              <a:gd name="connsiteY56" fmla="*/ 259554 h 260086"/>
              <a:gd name="connsiteX57" fmla="*/ 753704 w 765852"/>
              <a:gd name="connsiteY57" fmla="*/ 259554 h 260086"/>
              <a:gd name="connsiteX58" fmla="*/ 753704 w 765852"/>
              <a:gd name="connsiteY58" fmla="*/ 252464 h 260086"/>
              <a:gd name="connsiteX59" fmla="*/ 725446 w 765852"/>
              <a:gd name="connsiteY59" fmla="*/ 252464 h 260086"/>
              <a:gd name="connsiteX60" fmla="*/ 725446 w 765852"/>
              <a:gd name="connsiteY60" fmla="*/ 197523 h 260086"/>
              <a:gd name="connsiteX61" fmla="*/ 250953 w 765852"/>
              <a:gd name="connsiteY61" fmla="*/ 2119 h 260086"/>
              <a:gd name="connsiteX62" fmla="*/ 225566 w 765852"/>
              <a:gd name="connsiteY62" fmla="*/ 2119 h 260086"/>
              <a:gd name="connsiteX63" fmla="*/ 225566 w 765852"/>
              <a:gd name="connsiteY63" fmla="*/ 164677 h 260086"/>
              <a:gd name="connsiteX64" fmla="*/ 250953 w 765852"/>
              <a:gd name="connsiteY64" fmla="*/ 164677 h 260086"/>
              <a:gd name="connsiteX65" fmla="*/ 250953 w 765852"/>
              <a:gd name="connsiteY65" fmla="*/ 2119 h 260086"/>
              <a:gd name="connsiteX66" fmla="*/ 80592 w 765852"/>
              <a:gd name="connsiteY66" fmla="*/ 62692 h 260086"/>
              <a:gd name="connsiteX67" fmla="*/ 80592 w 765852"/>
              <a:gd name="connsiteY67" fmla="*/ 164687 h 260086"/>
              <a:gd name="connsiteX68" fmla="*/ 106732 w 765852"/>
              <a:gd name="connsiteY68" fmla="*/ 164687 h 260086"/>
              <a:gd name="connsiteX69" fmla="*/ 106713 w 765852"/>
              <a:gd name="connsiteY69" fmla="*/ 62692 h 260086"/>
              <a:gd name="connsiteX70" fmla="*/ 95124 w 765852"/>
              <a:gd name="connsiteY70" fmla="*/ 28700 h 260086"/>
              <a:gd name="connsiteX71" fmla="*/ 93648 w 765852"/>
              <a:gd name="connsiteY71" fmla="*/ 26792 h 260086"/>
              <a:gd name="connsiteX72" fmla="*/ 92172 w 765852"/>
              <a:gd name="connsiteY72" fmla="*/ 28700 h 260086"/>
              <a:gd name="connsiteX73" fmla="*/ 80583 w 765852"/>
              <a:gd name="connsiteY73" fmla="*/ 62692 h 260086"/>
              <a:gd name="connsiteX74" fmla="*/ 47273 w 765852"/>
              <a:gd name="connsiteY74" fmla="*/ 2119 h 260086"/>
              <a:gd name="connsiteX75" fmla="*/ 0 w 765852"/>
              <a:gd name="connsiteY75" fmla="*/ 2119 h 260086"/>
              <a:gd name="connsiteX76" fmla="*/ 0 w 765852"/>
              <a:gd name="connsiteY76" fmla="*/ 26792 h 260086"/>
              <a:gd name="connsiteX77" fmla="*/ 93648 w 765852"/>
              <a:gd name="connsiteY77" fmla="*/ 26792 h 260086"/>
              <a:gd name="connsiteX78" fmla="*/ 91328 w 765852"/>
              <a:gd name="connsiteY78" fmla="*/ 23793 h 260086"/>
              <a:gd name="connsiteX79" fmla="*/ 47273 w 765852"/>
              <a:gd name="connsiteY79" fmla="*/ 2119 h 260086"/>
              <a:gd name="connsiteX80" fmla="*/ 95968 w 765852"/>
              <a:gd name="connsiteY80" fmla="*/ 23793 h 260086"/>
              <a:gd name="connsiteX81" fmla="*/ 93648 w 765852"/>
              <a:gd name="connsiteY81" fmla="*/ 26792 h 260086"/>
              <a:gd name="connsiteX82" fmla="*/ 187296 w 765852"/>
              <a:gd name="connsiteY82" fmla="*/ 26792 h 260086"/>
              <a:gd name="connsiteX83" fmla="*/ 187296 w 765852"/>
              <a:gd name="connsiteY83" fmla="*/ 2119 h 260086"/>
              <a:gd name="connsiteX84" fmla="*/ 140023 w 765852"/>
              <a:gd name="connsiteY84" fmla="*/ 2119 h 260086"/>
              <a:gd name="connsiteX85" fmla="*/ 95958 w 765852"/>
              <a:gd name="connsiteY85" fmla="*/ 23793 h 260086"/>
              <a:gd name="connsiteX86" fmla="*/ 514844 w 765852"/>
              <a:gd name="connsiteY86" fmla="*/ 164677 h 260086"/>
              <a:gd name="connsiteX87" fmla="*/ 540232 w 765852"/>
              <a:gd name="connsiteY87" fmla="*/ 164677 h 260086"/>
              <a:gd name="connsiteX88" fmla="*/ 540232 w 765852"/>
              <a:gd name="connsiteY88" fmla="*/ 2119 h 260086"/>
              <a:gd name="connsiteX89" fmla="*/ 514844 w 765852"/>
              <a:gd name="connsiteY89" fmla="*/ 2119 h 260086"/>
              <a:gd name="connsiteX90" fmla="*/ 514844 w 765852"/>
              <a:gd name="connsiteY90" fmla="*/ 164677 h 260086"/>
              <a:gd name="connsiteX91" fmla="*/ 495205 w 765852"/>
              <a:gd name="connsiteY91" fmla="*/ 259554 h 260086"/>
              <a:gd name="connsiteX92" fmla="*/ 502915 w 765852"/>
              <a:gd name="connsiteY92" fmla="*/ 259554 h 260086"/>
              <a:gd name="connsiteX93" fmla="*/ 502915 w 765852"/>
              <a:gd name="connsiteY93" fmla="*/ 197523 h 260086"/>
              <a:gd name="connsiteX94" fmla="*/ 495205 w 765852"/>
              <a:gd name="connsiteY94" fmla="*/ 197523 h 260086"/>
              <a:gd name="connsiteX95" fmla="*/ 495205 w 765852"/>
              <a:gd name="connsiteY95" fmla="*/ 259554 h 260086"/>
              <a:gd name="connsiteX96" fmla="*/ 544816 w 765852"/>
              <a:gd name="connsiteY96" fmla="*/ 204613 h 260086"/>
              <a:gd name="connsiteX97" fmla="*/ 564923 w 765852"/>
              <a:gd name="connsiteY97" fmla="*/ 204613 h 260086"/>
              <a:gd name="connsiteX98" fmla="*/ 564923 w 765852"/>
              <a:gd name="connsiteY98" fmla="*/ 259554 h 260086"/>
              <a:gd name="connsiteX99" fmla="*/ 572633 w 765852"/>
              <a:gd name="connsiteY99" fmla="*/ 259554 h 260086"/>
              <a:gd name="connsiteX100" fmla="*/ 572633 w 765852"/>
              <a:gd name="connsiteY100" fmla="*/ 204613 h 260086"/>
              <a:gd name="connsiteX101" fmla="*/ 592740 w 765852"/>
              <a:gd name="connsiteY101" fmla="*/ 204613 h 260086"/>
              <a:gd name="connsiteX102" fmla="*/ 592740 w 765852"/>
              <a:gd name="connsiteY102" fmla="*/ 197523 h 260086"/>
              <a:gd name="connsiteX103" fmla="*/ 544816 w 765852"/>
              <a:gd name="connsiteY103" fmla="*/ 197523 h 260086"/>
              <a:gd name="connsiteX104" fmla="*/ 544816 w 765852"/>
              <a:gd name="connsiteY104" fmla="*/ 204613 h 260086"/>
              <a:gd name="connsiteX105" fmla="*/ 287389 w 765852"/>
              <a:gd name="connsiteY105" fmla="*/ 2119 h 260086"/>
              <a:gd name="connsiteX106" fmla="*/ 345234 w 765852"/>
              <a:gd name="connsiteY106" fmla="*/ 140105 h 260086"/>
              <a:gd name="connsiteX107" fmla="*/ 381413 w 765852"/>
              <a:gd name="connsiteY107" fmla="*/ 166796 h 260086"/>
              <a:gd name="connsiteX108" fmla="*/ 382899 w 765852"/>
              <a:gd name="connsiteY108" fmla="*/ 166796 h 260086"/>
              <a:gd name="connsiteX109" fmla="*/ 316692 w 765852"/>
              <a:gd name="connsiteY109" fmla="*/ 2119 h 260086"/>
              <a:gd name="connsiteX110" fmla="*/ 287389 w 765852"/>
              <a:gd name="connsiteY110" fmla="*/ 2119 h 260086"/>
              <a:gd name="connsiteX111" fmla="*/ 443549 w 765852"/>
              <a:gd name="connsiteY111" fmla="*/ 199871 h 260086"/>
              <a:gd name="connsiteX112" fmla="*/ 432739 w 765852"/>
              <a:gd name="connsiteY112" fmla="*/ 197523 h 260086"/>
              <a:gd name="connsiteX113" fmla="*/ 408910 w 765852"/>
              <a:gd name="connsiteY113" fmla="*/ 197523 h 260086"/>
              <a:gd name="connsiteX114" fmla="*/ 408910 w 765852"/>
              <a:gd name="connsiteY114" fmla="*/ 259554 h 260086"/>
              <a:gd name="connsiteX115" fmla="*/ 416621 w 765852"/>
              <a:gd name="connsiteY115" fmla="*/ 259554 h 260086"/>
              <a:gd name="connsiteX116" fmla="*/ 416621 w 765852"/>
              <a:gd name="connsiteY116" fmla="*/ 235716 h 260086"/>
              <a:gd name="connsiteX117" fmla="*/ 432748 w 765852"/>
              <a:gd name="connsiteY117" fmla="*/ 235716 h 260086"/>
              <a:gd name="connsiteX118" fmla="*/ 443512 w 765852"/>
              <a:gd name="connsiteY118" fmla="*/ 233368 h 260086"/>
              <a:gd name="connsiteX119" fmla="*/ 450728 w 765852"/>
              <a:gd name="connsiteY119" fmla="*/ 226681 h 260086"/>
              <a:gd name="connsiteX120" fmla="*/ 453295 w 765852"/>
              <a:gd name="connsiteY120" fmla="*/ 216583 h 260086"/>
              <a:gd name="connsiteX121" fmla="*/ 450774 w 765852"/>
              <a:gd name="connsiteY121" fmla="*/ 206521 h 260086"/>
              <a:gd name="connsiteX122" fmla="*/ 443558 w 765852"/>
              <a:gd name="connsiteY122" fmla="*/ 199871 h 260086"/>
              <a:gd name="connsiteX123" fmla="*/ 441779 w 765852"/>
              <a:gd name="connsiteY123" fmla="*/ 225351 h 260086"/>
              <a:gd name="connsiteX124" fmla="*/ 432033 w 765852"/>
              <a:gd name="connsiteY124" fmla="*/ 228635 h 260086"/>
              <a:gd name="connsiteX125" fmla="*/ 416621 w 765852"/>
              <a:gd name="connsiteY125" fmla="*/ 228635 h 260086"/>
              <a:gd name="connsiteX126" fmla="*/ 416621 w 765852"/>
              <a:gd name="connsiteY126" fmla="*/ 204622 h 260086"/>
              <a:gd name="connsiteX127" fmla="*/ 432125 w 765852"/>
              <a:gd name="connsiteY127" fmla="*/ 204622 h 260086"/>
              <a:gd name="connsiteX128" fmla="*/ 441825 w 765852"/>
              <a:gd name="connsiteY128" fmla="*/ 207860 h 260086"/>
              <a:gd name="connsiteX129" fmla="*/ 445410 w 765852"/>
              <a:gd name="connsiteY129" fmla="*/ 216592 h 260086"/>
              <a:gd name="connsiteX130" fmla="*/ 441779 w 765852"/>
              <a:gd name="connsiteY130" fmla="*/ 225361 h 260086"/>
              <a:gd name="connsiteX131" fmla="*/ 382889 w 765852"/>
              <a:gd name="connsiteY131" fmla="*/ 166805 h 260086"/>
              <a:gd name="connsiteX132" fmla="*/ 384375 w 765852"/>
              <a:gd name="connsiteY132" fmla="*/ 166805 h 260086"/>
              <a:gd name="connsiteX133" fmla="*/ 420554 w 765852"/>
              <a:gd name="connsiteY133" fmla="*/ 140114 h 260086"/>
              <a:gd name="connsiteX134" fmla="*/ 478399 w 765852"/>
              <a:gd name="connsiteY134" fmla="*/ 2128 h 260086"/>
              <a:gd name="connsiteX135" fmla="*/ 449096 w 765852"/>
              <a:gd name="connsiteY135" fmla="*/ 2128 h 260086"/>
              <a:gd name="connsiteX136" fmla="*/ 382889 w 765852"/>
              <a:gd name="connsiteY136" fmla="*/ 166814 h 260086"/>
              <a:gd name="connsiteX137" fmla="*/ 644368 w 765852"/>
              <a:gd name="connsiteY137" fmla="*/ 197523 h 260086"/>
              <a:gd name="connsiteX138" fmla="*/ 620714 w 765852"/>
              <a:gd name="connsiteY138" fmla="*/ 259554 h 260086"/>
              <a:gd name="connsiteX139" fmla="*/ 628690 w 765852"/>
              <a:gd name="connsiteY139" fmla="*/ 259554 h 260086"/>
              <a:gd name="connsiteX140" fmla="*/ 635246 w 765852"/>
              <a:gd name="connsiteY140" fmla="*/ 242806 h 260086"/>
              <a:gd name="connsiteX141" fmla="*/ 662266 w 765852"/>
              <a:gd name="connsiteY141" fmla="*/ 242806 h 260086"/>
              <a:gd name="connsiteX142" fmla="*/ 668821 w 765852"/>
              <a:gd name="connsiteY142" fmla="*/ 259554 h 260086"/>
              <a:gd name="connsiteX143" fmla="*/ 677055 w 765852"/>
              <a:gd name="connsiteY143" fmla="*/ 259554 h 260086"/>
              <a:gd name="connsiteX144" fmla="*/ 653491 w 765852"/>
              <a:gd name="connsiteY144" fmla="*/ 197523 h 260086"/>
              <a:gd name="connsiteX145" fmla="*/ 644368 w 765852"/>
              <a:gd name="connsiteY145" fmla="*/ 197523 h 260086"/>
              <a:gd name="connsiteX146" fmla="*/ 637547 w 765852"/>
              <a:gd name="connsiteY146" fmla="*/ 235808 h 260086"/>
              <a:gd name="connsiteX147" fmla="*/ 648705 w 765852"/>
              <a:gd name="connsiteY147" fmla="*/ 205943 h 260086"/>
              <a:gd name="connsiteX148" fmla="*/ 659955 w 765852"/>
              <a:gd name="connsiteY148" fmla="*/ 235808 h 260086"/>
              <a:gd name="connsiteX149" fmla="*/ 637538 w 765852"/>
              <a:gd name="connsiteY149" fmla="*/ 235808 h 260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</a:cxnLst>
            <a:rect l="l" t="t" r="r" b="b"/>
            <a:pathLst>
              <a:path w="765852" h="260086">
                <a:moveTo>
                  <a:pt x="739575" y="143884"/>
                </a:moveTo>
                <a:cubicBezTo>
                  <a:pt x="756519" y="128906"/>
                  <a:pt x="765852" y="107425"/>
                  <a:pt x="765852" y="83403"/>
                </a:cubicBezTo>
                <a:cubicBezTo>
                  <a:pt x="765852" y="59381"/>
                  <a:pt x="756519" y="37899"/>
                  <a:pt x="739575" y="22921"/>
                </a:cubicBezTo>
                <a:cubicBezTo>
                  <a:pt x="722613" y="7925"/>
                  <a:pt x="699307" y="0"/>
                  <a:pt x="672177" y="0"/>
                </a:cubicBezTo>
                <a:cubicBezTo>
                  <a:pt x="645047" y="0"/>
                  <a:pt x="621740" y="7925"/>
                  <a:pt x="604779" y="22921"/>
                </a:cubicBezTo>
                <a:cubicBezTo>
                  <a:pt x="587835" y="37899"/>
                  <a:pt x="578501" y="59381"/>
                  <a:pt x="578501" y="83403"/>
                </a:cubicBezTo>
                <a:cubicBezTo>
                  <a:pt x="578501" y="107425"/>
                  <a:pt x="587835" y="128906"/>
                  <a:pt x="604779" y="143884"/>
                </a:cubicBezTo>
                <a:cubicBezTo>
                  <a:pt x="621740" y="158881"/>
                  <a:pt x="645047" y="166805"/>
                  <a:pt x="672177" y="166805"/>
                </a:cubicBezTo>
                <a:cubicBezTo>
                  <a:pt x="699307" y="166805"/>
                  <a:pt x="722613" y="158881"/>
                  <a:pt x="739575" y="143884"/>
                </a:cubicBezTo>
                <a:close/>
                <a:moveTo>
                  <a:pt x="604595" y="83403"/>
                </a:moveTo>
                <a:cubicBezTo>
                  <a:pt x="604595" y="66489"/>
                  <a:pt x="610821" y="52135"/>
                  <a:pt x="622611" y="41871"/>
                </a:cubicBezTo>
                <a:cubicBezTo>
                  <a:pt x="634751" y="31305"/>
                  <a:pt x="651887" y="25719"/>
                  <a:pt x="672177" y="25719"/>
                </a:cubicBezTo>
                <a:cubicBezTo>
                  <a:pt x="692467" y="25719"/>
                  <a:pt x="709603" y="31305"/>
                  <a:pt x="721742" y="41871"/>
                </a:cubicBezTo>
                <a:cubicBezTo>
                  <a:pt x="733524" y="52126"/>
                  <a:pt x="739759" y="66489"/>
                  <a:pt x="739759" y="83403"/>
                </a:cubicBezTo>
                <a:cubicBezTo>
                  <a:pt x="739759" y="100316"/>
                  <a:pt x="733533" y="114671"/>
                  <a:pt x="721742" y="124934"/>
                </a:cubicBezTo>
                <a:cubicBezTo>
                  <a:pt x="709603" y="135501"/>
                  <a:pt x="692467" y="141077"/>
                  <a:pt x="672177" y="141077"/>
                </a:cubicBezTo>
                <a:cubicBezTo>
                  <a:pt x="651887" y="141077"/>
                  <a:pt x="634741" y="135491"/>
                  <a:pt x="622611" y="124934"/>
                </a:cubicBezTo>
                <a:cubicBezTo>
                  <a:pt x="610830" y="114671"/>
                  <a:pt x="604595" y="100316"/>
                  <a:pt x="604595" y="83403"/>
                </a:cubicBezTo>
                <a:close/>
                <a:moveTo>
                  <a:pt x="238310" y="207181"/>
                </a:moveTo>
                <a:cubicBezTo>
                  <a:pt x="241556" y="205118"/>
                  <a:pt x="245306" y="204081"/>
                  <a:pt x="249560" y="204081"/>
                </a:cubicBezTo>
                <a:cubicBezTo>
                  <a:pt x="254282" y="204081"/>
                  <a:pt x="258288" y="205292"/>
                  <a:pt x="261562" y="207713"/>
                </a:cubicBezTo>
                <a:cubicBezTo>
                  <a:pt x="264835" y="210135"/>
                  <a:pt x="267035" y="213501"/>
                  <a:pt x="268163" y="217812"/>
                </a:cubicBezTo>
                <a:lnTo>
                  <a:pt x="275874" y="217812"/>
                </a:lnTo>
                <a:cubicBezTo>
                  <a:pt x="274691" y="211373"/>
                  <a:pt x="271784" y="206292"/>
                  <a:pt x="267145" y="202568"/>
                </a:cubicBezTo>
                <a:cubicBezTo>
                  <a:pt x="262506" y="198844"/>
                  <a:pt x="256766" y="196982"/>
                  <a:pt x="249917" y="196982"/>
                </a:cubicBezTo>
                <a:cubicBezTo>
                  <a:pt x="244013" y="196982"/>
                  <a:pt x="238814" y="198293"/>
                  <a:pt x="234322" y="200926"/>
                </a:cubicBezTo>
                <a:cubicBezTo>
                  <a:pt x="229838" y="203558"/>
                  <a:pt x="226382" y="207264"/>
                  <a:pt x="223961" y="212052"/>
                </a:cubicBezTo>
                <a:cubicBezTo>
                  <a:pt x="221541" y="216840"/>
                  <a:pt x="220330" y="222334"/>
                  <a:pt x="220330" y="228534"/>
                </a:cubicBezTo>
                <a:cubicBezTo>
                  <a:pt x="220330" y="234734"/>
                  <a:pt x="221541" y="240302"/>
                  <a:pt x="223961" y="245062"/>
                </a:cubicBezTo>
                <a:cubicBezTo>
                  <a:pt x="226382" y="249823"/>
                  <a:pt x="229838" y="253510"/>
                  <a:pt x="234322" y="256142"/>
                </a:cubicBezTo>
                <a:cubicBezTo>
                  <a:pt x="238805" y="258775"/>
                  <a:pt x="244004" y="260086"/>
                  <a:pt x="249917" y="260086"/>
                </a:cubicBezTo>
                <a:cubicBezTo>
                  <a:pt x="256831" y="260086"/>
                  <a:pt x="262570" y="258224"/>
                  <a:pt x="267145" y="254501"/>
                </a:cubicBezTo>
                <a:cubicBezTo>
                  <a:pt x="271720" y="250777"/>
                  <a:pt x="274599" y="245695"/>
                  <a:pt x="275782" y="239256"/>
                </a:cubicBezTo>
                <a:lnTo>
                  <a:pt x="268071" y="239256"/>
                </a:lnTo>
                <a:cubicBezTo>
                  <a:pt x="266888" y="243631"/>
                  <a:pt x="264706" y="247007"/>
                  <a:pt x="261516" y="249401"/>
                </a:cubicBezTo>
                <a:cubicBezTo>
                  <a:pt x="258325" y="251795"/>
                  <a:pt x="254337" y="252987"/>
                  <a:pt x="249560" y="252987"/>
                </a:cubicBezTo>
                <a:cubicBezTo>
                  <a:pt x="245306" y="252987"/>
                  <a:pt x="241556" y="251951"/>
                  <a:pt x="238310" y="249887"/>
                </a:cubicBezTo>
                <a:cubicBezTo>
                  <a:pt x="235064" y="247823"/>
                  <a:pt x="232561" y="244925"/>
                  <a:pt x="230828" y="241201"/>
                </a:cubicBezTo>
                <a:cubicBezTo>
                  <a:pt x="229086" y="237477"/>
                  <a:pt x="228215" y="233258"/>
                  <a:pt x="228215" y="228525"/>
                </a:cubicBezTo>
                <a:cubicBezTo>
                  <a:pt x="228215" y="223792"/>
                  <a:pt x="229086" y="219499"/>
                  <a:pt x="230828" y="215812"/>
                </a:cubicBezTo>
                <a:cubicBezTo>
                  <a:pt x="232570" y="212125"/>
                  <a:pt x="235064" y="209245"/>
                  <a:pt x="238310" y="207172"/>
                </a:cubicBezTo>
                <a:close/>
                <a:moveTo>
                  <a:pt x="335580" y="197523"/>
                </a:moveTo>
                <a:lnTo>
                  <a:pt x="311925" y="259554"/>
                </a:lnTo>
                <a:lnTo>
                  <a:pt x="319892" y="259554"/>
                </a:lnTo>
                <a:lnTo>
                  <a:pt x="326448" y="242806"/>
                </a:lnTo>
                <a:lnTo>
                  <a:pt x="353467" y="242806"/>
                </a:lnTo>
                <a:lnTo>
                  <a:pt x="360023" y="259554"/>
                </a:lnTo>
                <a:lnTo>
                  <a:pt x="368256" y="259554"/>
                </a:lnTo>
                <a:lnTo>
                  <a:pt x="344693" y="197523"/>
                </a:lnTo>
                <a:lnTo>
                  <a:pt x="335570" y="197523"/>
                </a:lnTo>
                <a:close/>
                <a:moveTo>
                  <a:pt x="328758" y="235808"/>
                </a:moveTo>
                <a:lnTo>
                  <a:pt x="339916" y="205943"/>
                </a:lnTo>
                <a:lnTo>
                  <a:pt x="351166" y="235808"/>
                </a:lnTo>
                <a:lnTo>
                  <a:pt x="328749" y="235808"/>
                </a:lnTo>
                <a:close/>
                <a:moveTo>
                  <a:pt x="725437" y="197523"/>
                </a:moveTo>
                <a:lnTo>
                  <a:pt x="717736" y="197523"/>
                </a:lnTo>
                <a:lnTo>
                  <a:pt x="717736" y="259554"/>
                </a:lnTo>
                <a:lnTo>
                  <a:pt x="753704" y="259554"/>
                </a:lnTo>
                <a:lnTo>
                  <a:pt x="753704" y="252464"/>
                </a:lnTo>
                <a:lnTo>
                  <a:pt x="725446" y="252464"/>
                </a:lnTo>
                <a:lnTo>
                  <a:pt x="725446" y="197523"/>
                </a:lnTo>
                <a:close/>
                <a:moveTo>
                  <a:pt x="250953" y="2119"/>
                </a:moveTo>
                <a:lnTo>
                  <a:pt x="225566" y="2119"/>
                </a:lnTo>
                <a:lnTo>
                  <a:pt x="225566" y="164677"/>
                </a:lnTo>
                <a:lnTo>
                  <a:pt x="250953" y="164677"/>
                </a:lnTo>
                <a:lnTo>
                  <a:pt x="250953" y="2119"/>
                </a:lnTo>
                <a:close/>
                <a:moveTo>
                  <a:pt x="80592" y="62692"/>
                </a:moveTo>
                <a:lnTo>
                  <a:pt x="80592" y="164687"/>
                </a:lnTo>
                <a:cubicBezTo>
                  <a:pt x="80592" y="164687"/>
                  <a:pt x="106732" y="164687"/>
                  <a:pt x="106732" y="164687"/>
                </a:cubicBezTo>
                <a:lnTo>
                  <a:pt x="106713" y="62692"/>
                </a:lnTo>
                <a:cubicBezTo>
                  <a:pt x="106713" y="50282"/>
                  <a:pt x="102707" y="38523"/>
                  <a:pt x="95124" y="28700"/>
                </a:cubicBezTo>
                <a:lnTo>
                  <a:pt x="93648" y="26792"/>
                </a:lnTo>
                <a:lnTo>
                  <a:pt x="92172" y="28700"/>
                </a:lnTo>
                <a:cubicBezTo>
                  <a:pt x="84589" y="38523"/>
                  <a:pt x="80583" y="50273"/>
                  <a:pt x="80583" y="62692"/>
                </a:cubicBezTo>
                <a:close/>
                <a:moveTo>
                  <a:pt x="47273" y="2119"/>
                </a:moveTo>
                <a:lnTo>
                  <a:pt x="0" y="2119"/>
                </a:lnTo>
                <a:lnTo>
                  <a:pt x="0" y="26792"/>
                </a:lnTo>
                <a:lnTo>
                  <a:pt x="93648" y="26792"/>
                </a:lnTo>
                <a:lnTo>
                  <a:pt x="91328" y="23793"/>
                </a:lnTo>
                <a:cubicBezTo>
                  <a:pt x="80693" y="10025"/>
                  <a:pt x="64629" y="2119"/>
                  <a:pt x="47273" y="2119"/>
                </a:cubicBezTo>
                <a:close/>
                <a:moveTo>
                  <a:pt x="95968" y="23793"/>
                </a:moveTo>
                <a:lnTo>
                  <a:pt x="93648" y="26792"/>
                </a:lnTo>
                <a:lnTo>
                  <a:pt x="187296" y="26792"/>
                </a:lnTo>
                <a:lnTo>
                  <a:pt x="187296" y="2119"/>
                </a:lnTo>
                <a:lnTo>
                  <a:pt x="140023" y="2119"/>
                </a:lnTo>
                <a:cubicBezTo>
                  <a:pt x="122657" y="2119"/>
                  <a:pt x="106603" y="10016"/>
                  <a:pt x="95958" y="23793"/>
                </a:cubicBezTo>
                <a:close/>
                <a:moveTo>
                  <a:pt x="514844" y="164677"/>
                </a:moveTo>
                <a:lnTo>
                  <a:pt x="540232" y="164677"/>
                </a:lnTo>
                <a:lnTo>
                  <a:pt x="540232" y="2119"/>
                </a:lnTo>
                <a:lnTo>
                  <a:pt x="514844" y="2119"/>
                </a:lnTo>
                <a:lnTo>
                  <a:pt x="514844" y="164677"/>
                </a:lnTo>
                <a:close/>
                <a:moveTo>
                  <a:pt x="495205" y="259554"/>
                </a:moveTo>
                <a:lnTo>
                  <a:pt x="502915" y="259554"/>
                </a:lnTo>
                <a:lnTo>
                  <a:pt x="502915" y="197523"/>
                </a:lnTo>
                <a:lnTo>
                  <a:pt x="495205" y="197523"/>
                </a:lnTo>
                <a:lnTo>
                  <a:pt x="495205" y="259554"/>
                </a:lnTo>
                <a:close/>
                <a:moveTo>
                  <a:pt x="544816" y="204613"/>
                </a:moveTo>
                <a:lnTo>
                  <a:pt x="564923" y="204613"/>
                </a:lnTo>
                <a:lnTo>
                  <a:pt x="564923" y="259554"/>
                </a:lnTo>
                <a:lnTo>
                  <a:pt x="572633" y="259554"/>
                </a:lnTo>
                <a:lnTo>
                  <a:pt x="572633" y="204613"/>
                </a:lnTo>
                <a:lnTo>
                  <a:pt x="592740" y="204613"/>
                </a:lnTo>
                <a:lnTo>
                  <a:pt x="592740" y="197523"/>
                </a:lnTo>
                <a:lnTo>
                  <a:pt x="544816" y="197523"/>
                </a:lnTo>
                <a:lnTo>
                  <a:pt x="544816" y="204613"/>
                </a:lnTo>
                <a:close/>
                <a:moveTo>
                  <a:pt x="287389" y="2119"/>
                </a:moveTo>
                <a:cubicBezTo>
                  <a:pt x="287389" y="2119"/>
                  <a:pt x="335680" y="117220"/>
                  <a:pt x="345234" y="140105"/>
                </a:cubicBezTo>
                <a:cubicBezTo>
                  <a:pt x="356374" y="166796"/>
                  <a:pt x="374464" y="166796"/>
                  <a:pt x="381413" y="166796"/>
                </a:cubicBezTo>
                <a:lnTo>
                  <a:pt x="382899" y="166796"/>
                </a:lnTo>
                <a:lnTo>
                  <a:pt x="316692" y="2119"/>
                </a:lnTo>
                <a:lnTo>
                  <a:pt x="287389" y="2119"/>
                </a:lnTo>
                <a:close/>
                <a:moveTo>
                  <a:pt x="443549" y="199871"/>
                </a:moveTo>
                <a:cubicBezTo>
                  <a:pt x="440413" y="198303"/>
                  <a:pt x="436819" y="197523"/>
                  <a:pt x="432739" y="197523"/>
                </a:cubicBezTo>
                <a:lnTo>
                  <a:pt x="408910" y="197523"/>
                </a:lnTo>
                <a:lnTo>
                  <a:pt x="408910" y="259554"/>
                </a:lnTo>
                <a:lnTo>
                  <a:pt x="416621" y="259554"/>
                </a:lnTo>
                <a:lnTo>
                  <a:pt x="416621" y="235716"/>
                </a:lnTo>
                <a:lnTo>
                  <a:pt x="432748" y="235716"/>
                </a:lnTo>
                <a:cubicBezTo>
                  <a:pt x="436819" y="235716"/>
                  <a:pt x="440413" y="234936"/>
                  <a:pt x="443512" y="233368"/>
                </a:cubicBezTo>
                <a:cubicBezTo>
                  <a:pt x="446611" y="231799"/>
                  <a:pt x="449013" y="229571"/>
                  <a:pt x="450728" y="226681"/>
                </a:cubicBezTo>
                <a:cubicBezTo>
                  <a:pt x="452442" y="223783"/>
                  <a:pt x="453295" y="220417"/>
                  <a:pt x="453295" y="216583"/>
                </a:cubicBezTo>
                <a:cubicBezTo>
                  <a:pt x="453295" y="212749"/>
                  <a:pt x="452452" y="209392"/>
                  <a:pt x="450774" y="206521"/>
                </a:cubicBezTo>
                <a:cubicBezTo>
                  <a:pt x="449087" y="203659"/>
                  <a:pt x="446685" y="201439"/>
                  <a:pt x="443558" y="199871"/>
                </a:cubicBezTo>
                <a:close/>
                <a:moveTo>
                  <a:pt x="441779" y="225351"/>
                </a:moveTo>
                <a:cubicBezTo>
                  <a:pt x="439359" y="227534"/>
                  <a:pt x="436113" y="228635"/>
                  <a:pt x="432033" y="228635"/>
                </a:cubicBezTo>
                <a:lnTo>
                  <a:pt x="416621" y="228635"/>
                </a:lnTo>
                <a:lnTo>
                  <a:pt x="416621" y="204622"/>
                </a:lnTo>
                <a:lnTo>
                  <a:pt x="432125" y="204622"/>
                </a:lnTo>
                <a:cubicBezTo>
                  <a:pt x="436196" y="204622"/>
                  <a:pt x="439432" y="205705"/>
                  <a:pt x="441825" y="207860"/>
                </a:cubicBezTo>
                <a:cubicBezTo>
                  <a:pt x="444218" y="210015"/>
                  <a:pt x="445410" y="212923"/>
                  <a:pt x="445410" y="216592"/>
                </a:cubicBezTo>
                <a:cubicBezTo>
                  <a:pt x="445410" y="220261"/>
                  <a:pt x="444200" y="223178"/>
                  <a:pt x="441779" y="225361"/>
                </a:cubicBezTo>
                <a:close/>
                <a:moveTo>
                  <a:pt x="382889" y="166805"/>
                </a:moveTo>
                <a:lnTo>
                  <a:pt x="384375" y="166805"/>
                </a:lnTo>
                <a:cubicBezTo>
                  <a:pt x="391334" y="166805"/>
                  <a:pt x="409423" y="166805"/>
                  <a:pt x="420554" y="140114"/>
                </a:cubicBezTo>
                <a:cubicBezTo>
                  <a:pt x="430099" y="117230"/>
                  <a:pt x="478399" y="2128"/>
                  <a:pt x="478399" y="2128"/>
                </a:cubicBezTo>
                <a:lnTo>
                  <a:pt x="449096" y="2128"/>
                </a:lnTo>
                <a:lnTo>
                  <a:pt x="382889" y="166814"/>
                </a:lnTo>
                <a:close/>
                <a:moveTo>
                  <a:pt x="644368" y="197523"/>
                </a:moveTo>
                <a:lnTo>
                  <a:pt x="620714" y="259554"/>
                </a:lnTo>
                <a:lnTo>
                  <a:pt x="628690" y="259554"/>
                </a:lnTo>
                <a:lnTo>
                  <a:pt x="635246" y="242806"/>
                </a:lnTo>
                <a:lnTo>
                  <a:pt x="662266" y="242806"/>
                </a:lnTo>
                <a:lnTo>
                  <a:pt x="668821" y="259554"/>
                </a:lnTo>
                <a:lnTo>
                  <a:pt x="677055" y="259554"/>
                </a:lnTo>
                <a:lnTo>
                  <a:pt x="653491" y="197523"/>
                </a:lnTo>
                <a:lnTo>
                  <a:pt x="644368" y="197523"/>
                </a:lnTo>
                <a:close/>
                <a:moveTo>
                  <a:pt x="637547" y="235808"/>
                </a:moveTo>
                <a:lnTo>
                  <a:pt x="648705" y="205943"/>
                </a:lnTo>
                <a:lnTo>
                  <a:pt x="659955" y="235808"/>
                </a:lnTo>
                <a:lnTo>
                  <a:pt x="637538" y="235808"/>
                </a:lnTo>
                <a:close/>
              </a:path>
            </a:pathLst>
          </a:custGeom>
          <a:solidFill>
            <a:schemeClr val="bg1"/>
          </a:solidFill>
          <a:ln w="1061" cap="flat">
            <a:noFill/>
            <a:prstDash val="solid"/>
            <a:miter/>
          </a:ln>
        </p:spPr>
        <p:txBody>
          <a:bodyPr rtlCol="0" anchor="ctr"/>
          <a:lstStyle/>
          <a:p>
            <a:endParaRPr lang="pt-BR" sz="1092">
              <a:solidFill>
                <a:schemeClr val="bg1"/>
              </a:solidFill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1E210A61-F7AF-5C56-9539-494DD44ED880}"/>
              </a:ext>
            </a:extLst>
          </p:cNvPr>
          <p:cNvCxnSpPr/>
          <p:nvPr userDrawn="1"/>
        </p:nvCxnSpPr>
        <p:spPr>
          <a:xfrm>
            <a:off x="334964" y="185353"/>
            <a:ext cx="10415415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DA6C6735-2EA6-4401-8EF0-95EE6C287F44}"/>
              </a:ext>
            </a:extLst>
          </p:cNvPr>
          <p:cNvCxnSpPr>
            <a:cxnSpLocks/>
          </p:cNvCxnSpPr>
          <p:nvPr userDrawn="1"/>
        </p:nvCxnSpPr>
        <p:spPr>
          <a:xfrm>
            <a:off x="334963" y="6573705"/>
            <a:ext cx="11094148" cy="0"/>
          </a:xfrm>
          <a:prstGeom prst="line">
            <a:avLst/>
          </a:prstGeom>
          <a:noFill/>
          <a:ln w="9525" cap="flat" cmpd="sng" algn="ctr">
            <a:solidFill>
              <a:schemeClr val="tx1">
                <a:lumMod val="85000"/>
                <a:lumOff val="15000"/>
              </a:schemeClr>
            </a:solidFill>
            <a:prstDash val="solid"/>
          </a:ln>
          <a:effectLst/>
        </p:spPr>
      </p:cxnSp>
    </p:spTree>
    <p:extLst>
      <p:ext uri="{BB962C8B-B14F-4D97-AF65-F5344CB8AC3E}">
        <p14:creationId xmlns:p14="http://schemas.microsoft.com/office/powerpoint/2010/main" val="31122707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469">
          <p15:clr>
            <a:srgbClr val="FBAE40"/>
          </p15:clr>
        </p15:guide>
        <p15:guide id="2" orient="horz" pos="3974">
          <p15:clr>
            <a:srgbClr val="FBAE40"/>
          </p15:clr>
        </p15:guide>
        <p15:guide id="3" orient="horz" pos="232">
          <p15:clr>
            <a:srgbClr val="FBAE40"/>
          </p15:clr>
        </p15:guide>
        <p15:guide id="4" pos="211">
          <p15:clr>
            <a:srgbClr val="FBAE40"/>
          </p15:clr>
        </p15:guide>
        <p15:guide id="5" orient="horz" pos="4065">
          <p15:clr>
            <a:srgbClr val="FBAE40"/>
          </p15:clr>
        </p15:guide>
        <p15:guide id="6" orient="horz" pos="799">
          <p15:clr>
            <a:srgbClr val="FBAE40"/>
          </p15:clr>
        </p15:guide>
        <p15:guide id="7" orient="horz" pos="935">
          <p15:clr>
            <a:srgbClr val="FBAE40"/>
          </p15:clr>
        </p15:guide>
      </p15:sldGuideLst>
    </p:ext>
  </p:extLst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8_Título | 1 linha - Black">
    <p:bg>
      <p:bgPr>
        <a:solidFill>
          <a:schemeClr val="tx1">
            <a:lumMod val="95000"/>
            <a:lumOff val="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132BCE3-A04F-8602-64F7-7623C7EAF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61763" y="6482556"/>
            <a:ext cx="295275" cy="1692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 sz="1100">
                <a:solidFill>
                  <a:schemeClr val="bg1"/>
                </a:solidFill>
                <a:latin typeface="Versos" panose="020B0503020204030204" pitchFamily="34" charset="0"/>
                <a:cs typeface="Versos" panose="020B0503020204030204" pitchFamily="34" charset="0"/>
              </a:defRPr>
            </a:lvl1pPr>
          </a:lstStyle>
          <a:p>
            <a:fld id="{77667D73-C69A-4DAA-9003-24A825D36FE9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B13D7C-5A47-B0DF-B518-26E79F5D2DB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64" y="368301"/>
            <a:ext cx="10183813" cy="4308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err="1"/>
              <a:t>Título</a:t>
            </a:r>
            <a:endParaRPr lang="en-US"/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7F86D482-580C-D22A-58CC-10B9C4F7EDD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34963" y="1518528"/>
            <a:ext cx="11522585" cy="21544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Picture 8">
            <a:extLst>
              <a:ext uri="{FF2B5EF4-FFF2-40B4-BE49-F238E27FC236}">
                <a16:creationId xmlns:a16="http://schemas.microsoft.com/office/drawing/2014/main" id="{57BCE67C-64C7-2D0C-0DC2-7A4B4CC314E0}"/>
              </a:ext>
            </a:extLst>
          </p:cNvPr>
          <p:cNvSpPr/>
          <p:nvPr userDrawn="1"/>
        </p:nvSpPr>
        <p:spPr>
          <a:xfrm>
            <a:off x="11091186" y="377179"/>
            <a:ext cx="765852" cy="260086"/>
          </a:xfrm>
          <a:custGeom>
            <a:avLst/>
            <a:gdLst>
              <a:gd name="connsiteX0" fmla="*/ 739575 w 765852"/>
              <a:gd name="connsiteY0" fmla="*/ 143884 h 260086"/>
              <a:gd name="connsiteX1" fmla="*/ 765852 w 765852"/>
              <a:gd name="connsiteY1" fmla="*/ 83403 h 260086"/>
              <a:gd name="connsiteX2" fmla="*/ 739575 w 765852"/>
              <a:gd name="connsiteY2" fmla="*/ 22921 h 260086"/>
              <a:gd name="connsiteX3" fmla="*/ 672177 w 765852"/>
              <a:gd name="connsiteY3" fmla="*/ 0 h 260086"/>
              <a:gd name="connsiteX4" fmla="*/ 604779 w 765852"/>
              <a:gd name="connsiteY4" fmla="*/ 22921 h 260086"/>
              <a:gd name="connsiteX5" fmla="*/ 578501 w 765852"/>
              <a:gd name="connsiteY5" fmla="*/ 83403 h 260086"/>
              <a:gd name="connsiteX6" fmla="*/ 604779 w 765852"/>
              <a:gd name="connsiteY6" fmla="*/ 143884 h 260086"/>
              <a:gd name="connsiteX7" fmla="*/ 672177 w 765852"/>
              <a:gd name="connsiteY7" fmla="*/ 166805 h 260086"/>
              <a:gd name="connsiteX8" fmla="*/ 739575 w 765852"/>
              <a:gd name="connsiteY8" fmla="*/ 143884 h 260086"/>
              <a:gd name="connsiteX9" fmla="*/ 604595 w 765852"/>
              <a:gd name="connsiteY9" fmla="*/ 83403 h 260086"/>
              <a:gd name="connsiteX10" fmla="*/ 622611 w 765852"/>
              <a:gd name="connsiteY10" fmla="*/ 41871 h 260086"/>
              <a:gd name="connsiteX11" fmla="*/ 672177 w 765852"/>
              <a:gd name="connsiteY11" fmla="*/ 25719 h 260086"/>
              <a:gd name="connsiteX12" fmla="*/ 721742 w 765852"/>
              <a:gd name="connsiteY12" fmla="*/ 41871 h 260086"/>
              <a:gd name="connsiteX13" fmla="*/ 739759 w 765852"/>
              <a:gd name="connsiteY13" fmla="*/ 83403 h 260086"/>
              <a:gd name="connsiteX14" fmla="*/ 721742 w 765852"/>
              <a:gd name="connsiteY14" fmla="*/ 124934 h 260086"/>
              <a:gd name="connsiteX15" fmla="*/ 672177 w 765852"/>
              <a:gd name="connsiteY15" fmla="*/ 141077 h 260086"/>
              <a:gd name="connsiteX16" fmla="*/ 622611 w 765852"/>
              <a:gd name="connsiteY16" fmla="*/ 124934 h 260086"/>
              <a:gd name="connsiteX17" fmla="*/ 604595 w 765852"/>
              <a:gd name="connsiteY17" fmla="*/ 83403 h 260086"/>
              <a:gd name="connsiteX18" fmla="*/ 238310 w 765852"/>
              <a:gd name="connsiteY18" fmla="*/ 207181 h 260086"/>
              <a:gd name="connsiteX19" fmla="*/ 249560 w 765852"/>
              <a:gd name="connsiteY19" fmla="*/ 204081 h 260086"/>
              <a:gd name="connsiteX20" fmla="*/ 261562 w 765852"/>
              <a:gd name="connsiteY20" fmla="*/ 207713 h 260086"/>
              <a:gd name="connsiteX21" fmla="*/ 268163 w 765852"/>
              <a:gd name="connsiteY21" fmla="*/ 217812 h 260086"/>
              <a:gd name="connsiteX22" fmla="*/ 275874 w 765852"/>
              <a:gd name="connsiteY22" fmla="*/ 217812 h 260086"/>
              <a:gd name="connsiteX23" fmla="*/ 267145 w 765852"/>
              <a:gd name="connsiteY23" fmla="*/ 202568 h 260086"/>
              <a:gd name="connsiteX24" fmla="*/ 249917 w 765852"/>
              <a:gd name="connsiteY24" fmla="*/ 196982 h 260086"/>
              <a:gd name="connsiteX25" fmla="*/ 234322 w 765852"/>
              <a:gd name="connsiteY25" fmla="*/ 200926 h 260086"/>
              <a:gd name="connsiteX26" fmla="*/ 223961 w 765852"/>
              <a:gd name="connsiteY26" fmla="*/ 212052 h 260086"/>
              <a:gd name="connsiteX27" fmla="*/ 220330 w 765852"/>
              <a:gd name="connsiteY27" fmla="*/ 228534 h 260086"/>
              <a:gd name="connsiteX28" fmla="*/ 223961 w 765852"/>
              <a:gd name="connsiteY28" fmla="*/ 245062 h 260086"/>
              <a:gd name="connsiteX29" fmla="*/ 234322 w 765852"/>
              <a:gd name="connsiteY29" fmla="*/ 256142 h 260086"/>
              <a:gd name="connsiteX30" fmla="*/ 249917 w 765852"/>
              <a:gd name="connsiteY30" fmla="*/ 260086 h 260086"/>
              <a:gd name="connsiteX31" fmla="*/ 267145 w 765852"/>
              <a:gd name="connsiteY31" fmla="*/ 254501 h 260086"/>
              <a:gd name="connsiteX32" fmla="*/ 275782 w 765852"/>
              <a:gd name="connsiteY32" fmla="*/ 239256 h 260086"/>
              <a:gd name="connsiteX33" fmla="*/ 268071 w 765852"/>
              <a:gd name="connsiteY33" fmla="*/ 239256 h 260086"/>
              <a:gd name="connsiteX34" fmla="*/ 261516 w 765852"/>
              <a:gd name="connsiteY34" fmla="*/ 249401 h 260086"/>
              <a:gd name="connsiteX35" fmla="*/ 249560 w 765852"/>
              <a:gd name="connsiteY35" fmla="*/ 252987 h 260086"/>
              <a:gd name="connsiteX36" fmla="*/ 238310 w 765852"/>
              <a:gd name="connsiteY36" fmla="*/ 249887 h 260086"/>
              <a:gd name="connsiteX37" fmla="*/ 230828 w 765852"/>
              <a:gd name="connsiteY37" fmla="*/ 241201 h 260086"/>
              <a:gd name="connsiteX38" fmla="*/ 228215 w 765852"/>
              <a:gd name="connsiteY38" fmla="*/ 228525 h 260086"/>
              <a:gd name="connsiteX39" fmla="*/ 230828 w 765852"/>
              <a:gd name="connsiteY39" fmla="*/ 215812 h 260086"/>
              <a:gd name="connsiteX40" fmla="*/ 238310 w 765852"/>
              <a:gd name="connsiteY40" fmla="*/ 207172 h 260086"/>
              <a:gd name="connsiteX41" fmla="*/ 335580 w 765852"/>
              <a:gd name="connsiteY41" fmla="*/ 197523 h 260086"/>
              <a:gd name="connsiteX42" fmla="*/ 311925 w 765852"/>
              <a:gd name="connsiteY42" fmla="*/ 259554 h 260086"/>
              <a:gd name="connsiteX43" fmla="*/ 319892 w 765852"/>
              <a:gd name="connsiteY43" fmla="*/ 259554 h 260086"/>
              <a:gd name="connsiteX44" fmla="*/ 326448 w 765852"/>
              <a:gd name="connsiteY44" fmla="*/ 242806 h 260086"/>
              <a:gd name="connsiteX45" fmla="*/ 353467 w 765852"/>
              <a:gd name="connsiteY45" fmla="*/ 242806 h 260086"/>
              <a:gd name="connsiteX46" fmla="*/ 360023 w 765852"/>
              <a:gd name="connsiteY46" fmla="*/ 259554 h 260086"/>
              <a:gd name="connsiteX47" fmla="*/ 368256 w 765852"/>
              <a:gd name="connsiteY47" fmla="*/ 259554 h 260086"/>
              <a:gd name="connsiteX48" fmla="*/ 344693 w 765852"/>
              <a:gd name="connsiteY48" fmla="*/ 197523 h 260086"/>
              <a:gd name="connsiteX49" fmla="*/ 335570 w 765852"/>
              <a:gd name="connsiteY49" fmla="*/ 197523 h 260086"/>
              <a:gd name="connsiteX50" fmla="*/ 328758 w 765852"/>
              <a:gd name="connsiteY50" fmla="*/ 235808 h 260086"/>
              <a:gd name="connsiteX51" fmla="*/ 339916 w 765852"/>
              <a:gd name="connsiteY51" fmla="*/ 205943 h 260086"/>
              <a:gd name="connsiteX52" fmla="*/ 351166 w 765852"/>
              <a:gd name="connsiteY52" fmla="*/ 235808 h 260086"/>
              <a:gd name="connsiteX53" fmla="*/ 328749 w 765852"/>
              <a:gd name="connsiteY53" fmla="*/ 235808 h 260086"/>
              <a:gd name="connsiteX54" fmla="*/ 725437 w 765852"/>
              <a:gd name="connsiteY54" fmla="*/ 197523 h 260086"/>
              <a:gd name="connsiteX55" fmla="*/ 717736 w 765852"/>
              <a:gd name="connsiteY55" fmla="*/ 197523 h 260086"/>
              <a:gd name="connsiteX56" fmla="*/ 717736 w 765852"/>
              <a:gd name="connsiteY56" fmla="*/ 259554 h 260086"/>
              <a:gd name="connsiteX57" fmla="*/ 753704 w 765852"/>
              <a:gd name="connsiteY57" fmla="*/ 259554 h 260086"/>
              <a:gd name="connsiteX58" fmla="*/ 753704 w 765852"/>
              <a:gd name="connsiteY58" fmla="*/ 252464 h 260086"/>
              <a:gd name="connsiteX59" fmla="*/ 725446 w 765852"/>
              <a:gd name="connsiteY59" fmla="*/ 252464 h 260086"/>
              <a:gd name="connsiteX60" fmla="*/ 725446 w 765852"/>
              <a:gd name="connsiteY60" fmla="*/ 197523 h 260086"/>
              <a:gd name="connsiteX61" fmla="*/ 250953 w 765852"/>
              <a:gd name="connsiteY61" fmla="*/ 2119 h 260086"/>
              <a:gd name="connsiteX62" fmla="*/ 225566 w 765852"/>
              <a:gd name="connsiteY62" fmla="*/ 2119 h 260086"/>
              <a:gd name="connsiteX63" fmla="*/ 225566 w 765852"/>
              <a:gd name="connsiteY63" fmla="*/ 164677 h 260086"/>
              <a:gd name="connsiteX64" fmla="*/ 250953 w 765852"/>
              <a:gd name="connsiteY64" fmla="*/ 164677 h 260086"/>
              <a:gd name="connsiteX65" fmla="*/ 250953 w 765852"/>
              <a:gd name="connsiteY65" fmla="*/ 2119 h 260086"/>
              <a:gd name="connsiteX66" fmla="*/ 80592 w 765852"/>
              <a:gd name="connsiteY66" fmla="*/ 62692 h 260086"/>
              <a:gd name="connsiteX67" fmla="*/ 80592 w 765852"/>
              <a:gd name="connsiteY67" fmla="*/ 164687 h 260086"/>
              <a:gd name="connsiteX68" fmla="*/ 106732 w 765852"/>
              <a:gd name="connsiteY68" fmla="*/ 164687 h 260086"/>
              <a:gd name="connsiteX69" fmla="*/ 106713 w 765852"/>
              <a:gd name="connsiteY69" fmla="*/ 62692 h 260086"/>
              <a:gd name="connsiteX70" fmla="*/ 95124 w 765852"/>
              <a:gd name="connsiteY70" fmla="*/ 28700 h 260086"/>
              <a:gd name="connsiteX71" fmla="*/ 93648 w 765852"/>
              <a:gd name="connsiteY71" fmla="*/ 26792 h 260086"/>
              <a:gd name="connsiteX72" fmla="*/ 92172 w 765852"/>
              <a:gd name="connsiteY72" fmla="*/ 28700 h 260086"/>
              <a:gd name="connsiteX73" fmla="*/ 80583 w 765852"/>
              <a:gd name="connsiteY73" fmla="*/ 62692 h 260086"/>
              <a:gd name="connsiteX74" fmla="*/ 47273 w 765852"/>
              <a:gd name="connsiteY74" fmla="*/ 2119 h 260086"/>
              <a:gd name="connsiteX75" fmla="*/ 0 w 765852"/>
              <a:gd name="connsiteY75" fmla="*/ 2119 h 260086"/>
              <a:gd name="connsiteX76" fmla="*/ 0 w 765852"/>
              <a:gd name="connsiteY76" fmla="*/ 26792 h 260086"/>
              <a:gd name="connsiteX77" fmla="*/ 93648 w 765852"/>
              <a:gd name="connsiteY77" fmla="*/ 26792 h 260086"/>
              <a:gd name="connsiteX78" fmla="*/ 91328 w 765852"/>
              <a:gd name="connsiteY78" fmla="*/ 23793 h 260086"/>
              <a:gd name="connsiteX79" fmla="*/ 47273 w 765852"/>
              <a:gd name="connsiteY79" fmla="*/ 2119 h 260086"/>
              <a:gd name="connsiteX80" fmla="*/ 95968 w 765852"/>
              <a:gd name="connsiteY80" fmla="*/ 23793 h 260086"/>
              <a:gd name="connsiteX81" fmla="*/ 93648 w 765852"/>
              <a:gd name="connsiteY81" fmla="*/ 26792 h 260086"/>
              <a:gd name="connsiteX82" fmla="*/ 187296 w 765852"/>
              <a:gd name="connsiteY82" fmla="*/ 26792 h 260086"/>
              <a:gd name="connsiteX83" fmla="*/ 187296 w 765852"/>
              <a:gd name="connsiteY83" fmla="*/ 2119 h 260086"/>
              <a:gd name="connsiteX84" fmla="*/ 140023 w 765852"/>
              <a:gd name="connsiteY84" fmla="*/ 2119 h 260086"/>
              <a:gd name="connsiteX85" fmla="*/ 95958 w 765852"/>
              <a:gd name="connsiteY85" fmla="*/ 23793 h 260086"/>
              <a:gd name="connsiteX86" fmla="*/ 514844 w 765852"/>
              <a:gd name="connsiteY86" fmla="*/ 164677 h 260086"/>
              <a:gd name="connsiteX87" fmla="*/ 540232 w 765852"/>
              <a:gd name="connsiteY87" fmla="*/ 164677 h 260086"/>
              <a:gd name="connsiteX88" fmla="*/ 540232 w 765852"/>
              <a:gd name="connsiteY88" fmla="*/ 2119 h 260086"/>
              <a:gd name="connsiteX89" fmla="*/ 514844 w 765852"/>
              <a:gd name="connsiteY89" fmla="*/ 2119 h 260086"/>
              <a:gd name="connsiteX90" fmla="*/ 514844 w 765852"/>
              <a:gd name="connsiteY90" fmla="*/ 164677 h 260086"/>
              <a:gd name="connsiteX91" fmla="*/ 495205 w 765852"/>
              <a:gd name="connsiteY91" fmla="*/ 259554 h 260086"/>
              <a:gd name="connsiteX92" fmla="*/ 502915 w 765852"/>
              <a:gd name="connsiteY92" fmla="*/ 259554 h 260086"/>
              <a:gd name="connsiteX93" fmla="*/ 502915 w 765852"/>
              <a:gd name="connsiteY93" fmla="*/ 197523 h 260086"/>
              <a:gd name="connsiteX94" fmla="*/ 495205 w 765852"/>
              <a:gd name="connsiteY94" fmla="*/ 197523 h 260086"/>
              <a:gd name="connsiteX95" fmla="*/ 495205 w 765852"/>
              <a:gd name="connsiteY95" fmla="*/ 259554 h 260086"/>
              <a:gd name="connsiteX96" fmla="*/ 544816 w 765852"/>
              <a:gd name="connsiteY96" fmla="*/ 204613 h 260086"/>
              <a:gd name="connsiteX97" fmla="*/ 564923 w 765852"/>
              <a:gd name="connsiteY97" fmla="*/ 204613 h 260086"/>
              <a:gd name="connsiteX98" fmla="*/ 564923 w 765852"/>
              <a:gd name="connsiteY98" fmla="*/ 259554 h 260086"/>
              <a:gd name="connsiteX99" fmla="*/ 572633 w 765852"/>
              <a:gd name="connsiteY99" fmla="*/ 259554 h 260086"/>
              <a:gd name="connsiteX100" fmla="*/ 572633 w 765852"/>
              <a:gd name="connsiteY100" fmla="*/ 204613 h 260086"/>
              <a:gd name="connsiteX101" fmla="*/ 592740 w 765852"/>
              <a:gd name="connsiteY101" fmla="*/ 204613 h 260086"/>
              <a:gd name="connsiteX102" fmla="*/ 592740 w 765852"/>
              <a:gd name="connsiteY102" fmla="*/ 197523 h 260086"/>
              <a:gd name="connsiteX103" fmla="*/ 544816 w 765852"/>
              <a:gd name="connsiteY103" fmla="*/ 197523 h 260086"/>
              <a:gd name="connsiteX104" fmla="*/ 544816 w 765852"/>
              <a:gd name="connsiteY104" fmla="*/ 204613 h 260086"/>
              <a:gd name="connsiteX105" fmla="*/ 287389 w 765852"/>
              <a:gd name="connsiteY105" fmla="*/ 2119 h 260086"/>
              <a:gd name="connsiteX106" fmla="*/ 345234 w 765852"/>
              <a:gd name="connsiteY106" fmla="*/ 140105 h 260086"/>
              <a:gd name="connsiteX107" fmla="*/ 381413 w 765852"/>
              <a:gd name="connsiteY107" fmla="*/ 166796 h 260086"/>
              <a:gd name="connsiteX108" fmla="*/ 382899 w 765852"/>
              <a:gd name="connsiteY108" fmla="*/ 166796 h 260086"/>
              <a:gd name="connsiteX109" fmla="*/ 316692 w 765852"/>
              <a:gd name="connsiteY109" fmla="*/ 2119 h 260086"/>
              <a:gd name="connsiteX110" fmla="*/ 287389 w 765852"/>
              <a:gd name="connsiteY110" fmla="*/ 2119 h 260086"/>
              <a:gd name="connsiteX111" fmla="*/ 443549 w 765852"/>
              <a:gd name="connsiteY111" fmla="*/ 199871 h 260086"/>
              <a:gd name="connsiteX112" fmla="*/ 432739 w 765852"/>
              <a:gd name="connsiteY112" fmla="*/ 197523 h 260086"/>
              <a:gd name="connsiteX113" fmla="*/ 408910 w 765852"/>
              <a:gd name="connsiteY113" fmla="*/ 197523 h 260086"/>
              <a:gd name="connsiteX114" fmla="*/ 408910 w 765852"/>
              <a:gd name="connsiteY114" fmla="*/ 259554 h 260086"/>
              <a:gd name="connsiteX115" fmla="*/ 416621 w 765852"/>
              <a:gd name="connsiteY115" fmla="*/ 259554 h 260086"/>
              <a:gd name="connsiteX116" fmla="*/ 416621 w 765852"/>
              <a:gd name="connsiteY116" fmla="*/ 235716 h 260086"/>
              <a:gd name="connsiteX117" fmla="*/ 432748 w 765852"/>
              <a:gd name="connsiteY117" fmla="*/ 235716 h 260086"/>
              <a:gd name="connsiteX118" fmla="*/ 443512 w 765852"/>
              <a:gd name="connsiteY118" fmla="*/ 233368 h 260086"/>
              <a:gd name="connsiteX119" fmla="*/ 450728 w 765852"/>
              <a:gd name="connsiteY119" fmla="*/ 226681 h 260086"/>
              <a:gd name="connsiteX120" fmla="*/ 453295 w 765852"/>
              <a:gd name="connsiteY120" fmla="*/ 216583 h 260086"/>
              <a:gd name="connsiteX121" fmla="*/ 450774 w 765852"/>
              <a:gd name="connsiteY121" fmla="*/ 206521 h 260086"/>
              <a:gd name="connsiteX122" fmla="*/ 443558 w 765852"/>
              <a:gd name="connsiteY122" fmla="*/ 199871 h 260086"/>
              <a:gd name="connsiteX123" fmla="*/ 441779 w 765852"/>
              <a:gd name="connsiteY123" fmla="*/ 225351 h 260086"/>
              <a:gd name="connsiteX124" fmla="*/ 432033 w 765852"/>
              <a:gd name="connsiteY124" fmla="*/ 228635 h 260086"/>
              <a:gd name="connsiteX125" fmla="*/ 416621 w 765852"/>
              <a:gd name="connsiteY125" fmla="*/ 228635 h 260086"/>
              <a:gd name="connsiteX126" fmla="*/ 416621 w 765852"/>
              <a:gd name="connsiteY126" fmla="*/ 204622 h 260086"/>
              <a:gd name="connsiteX127" fmla="*/ 432125 w 765852"/>
              <a:gd name="connsiteY127" fmla="*/ 204622 h 260086"/>
              <a:gd name="connsiteX128" fmla="*/ 441825 w 765852"/>
              <a:gd name="connsiteY128" fmla="*/ 207860 h 260086"/>
              <a:gd name="connsiteX129" fmla="*/ 445410 w 765852"/>
              <a:gd name="connsiteY129" fmla="*/ 216592 h 260086"/>
              <a:gd name="connsiteX130" fmla="*/ 441779 w 765852"/>
              <a:gd name="connsiteY130" fmla="*/ 225361 h 260086"/>
              <a:gd name="connsiteX131" fmla="*/ 382889 w 765852"/>
              <a:gd name="connsiteY131" fmla="*/ 166805 h 260086"/>
              <a:gd name="connsiteX132" fmla="*/ 384375 w 765852"/>
              <a:gd name="connsiteY132" fmla="*/ 166805 h 260086"/>
              <a:gd name="connsiteX133" fmla="*/ 420554 w 765852"/>
              <a:gd name="connsiteY133" fmla="*/ 140114 h 260086"/>
              <a:gd name="connsiteX134" fmla="*/ 478399 w 765852"/>
              <a:gd name="connsiteY134" fmla="*/ 2128 h 260086"/>
              <a:gd name="connsiteX135" fmla="*/ 449096 w 765852"/>
              <a:gd name="connsiteY135" fmla="*/ 2128 h 260086"/>
              <a:gd name="connsiteX136" fmla="*/ 382889 w 765852"/>
              <a:gd name="connsiteY136" fmla="*/ 166814 h 260086"/>
              <a:gd name="connsiteX137" fmla="*/ 644368 w 765852"/>
              <a:gd name="connsiteY137" fmla="*/ 197523 h 260086"/>
              <a:gd name="connsiteX138" fmla="*/ 620714 w 765852"/>
              <a:gd name="connsiteY138" fmla="*/ 259554 h 260086"/>
              <a:gd name="connsiteX139" fmla="*/ 628690 w 765852"/>
              <a:gd name="connsiteY139" fmla="*/ 259554 h 260086"/>
              <a:gd name="connsiteX140" fmla="*/ 635246 w 765852"/>
              <a:gd name="connsiteY140" fmla="*/ 242806 h 260086"/>
              <a:gd name="connsiteX141" fmla="*/ 662266 w 765852"/>
              <a:gd name="connsiteY141" fmla="*/ 242806 h 260086"/>
              <a:gd name="connsiteX142" fmla="*/ 668821 w 765852"/>
              <a:gd name="connsiteY142" fmla="*/ 259554 h 260086"/>
              <a:gd name="connsiteX143" fmla="*/ 677055 w 765852"/>
              <a:gd name="connsiteY143" fmla="*/ 259554 h 260086"/>
              <a:gd name="connsiteX144" fmla="*/ 653491 w 765852"/>
              <a:gd name="connsiteY144" fmla="*/ 197523 h 260086"/>
              <a:gd name="connsiteX145" fmla="*/ 644368 w 765852"/>
              <a:gd name="connsiteY145" fmla="*/ 197523 h 260086"/>
              <a:gd name="connsiteX146" fmla="*/ 637547 w 765852"/>
              <a:gd name="connsiteY146" fmla="*/ 235808 h 260086"/>
              <a:gd name="connsiteX147" fmla="*/ 648705 w 765852"/>
              <a:gd name="connsiteY147" fmla="*/ 205943 h 260086"/>
              <a:gd name="connsiteX148" fmla="*/ 659955 w 765852"/>
              <a:gd name="connsiteY148" fmla="*/ 235808 h 260086"/>
              <a:gd name="connsiteX149" fmla="*/ 637538 w 765852"/>
              <a:gd name="connsiteY149" fmla="*/ 235808 h 260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</a:cxnLst>
            <a:rect l="l" t="t" r="r" b="b"/>
            <a:pathLst>
              <a:path w="765852" h="260086">
                <a:moveTo>
                  <a:pt x="739575" y="143884"/>
                </a:moveTo>
                <a:cubicBezTo>
                  <a:pt x="756519" y="128906"/>
                  <a:pt x="765852" y="107425"/>
                  <a:pt x="765852" y="83403"/>
                </a:cubicBezTo>
                <a:cubicBezTo>
                  <a:pt x="765852" y="59381"/>
                  <a:pt x="756519" y="37899"/>
                  <a:pt x="739575" y="22921"/>
                </a:cubicBezTo>
                <a:cubicBezTo>
                  <a:pt x="722613" y="7925"/>
                  <a:pt x="699307" y="0"/>
                  <a:pt x="672177" y="0"/>
                </a:cubicBezTo>
                <a:cubicBezTo>
                  <a:pt x="645047" y="0"/>
                  <a:pt x="621740" y="7925"/>
                  <a:pt x="604779" y="22921"/>
                </a:cubicBezTo>
                <a:cubicBezTo>
                  <a:pt x="587835" y="37899"/>
                  <a:pt x="578501" y="59381"/>
                  <a:pt x="578501" y="83403"/>
                </a:cubicBezTo>
                <a:cubicBezTo>
                  <a:pt x="578501" y="107425"/>
                  <a:pt x="587835" y="128906"/>
                  <a:pt x="604779" y="143884"/>
                </a:cubicBezTo>
                <a:cubicBezTo>
                  <a:pt x="621740" y="158881"/>
                  <a:pt x="645047" y="166805"/>
                  <a:pt x="672177" y="166805"/>
                </a:cubicBezTo>
                <a:cubicBezTo>
                  <a:pt x="699307" y="166805"/>
                  <a:pt x="722613" y="158881"/>
                  <a:pt x="739575" y="143884"/>
                </a:cubicBezTo>
                <a:close/>
                <a:moveTo>
                  <a:pt x="604595" y="83403"/>
                </a:moveTo>
                <a:cubicBezTo>
                  <a:pt x="604595" y="66489"/>
                  <a:pt x="610821" y="52135"/>
                  <a:pt x="622611" y="41871"/>
                </a:cubicBezTo>
                <a:cubicBezTo>
                  <a:pt x="634751" y="31305"/>
                  <a:pt x="651887" y="25719"/>
                  <a:pt x="672177" y="25719"/>
                </a:cubicBezTo>
                <a:cubicBezTo>
                  <a:pt x="692467" y="25719"/>
                  <a:pt x="709603" y="31305"/>
                  <a:pt x="721742" y="41871"/>
                </a:cubicBezTo>
                <a:cubicBezTo>
                  <a:pt x="733524" y="52126"/>
                  <a:pt x="739759" y="66489"/>
                  <a:pt x="739759" y="83403"/>
                </a:cubicBezTo>
                <a:cubicBezTo>
                  <a:pt x="739759" y="100316"/>
                  <a:pt x="733533" y="114671"/>
                  <a:pt x="721742" y="124934"/>
                </a:cubicBezTo>
                <a:cubicBezTo>
                  <a:pt x="709603" y="135501"/>
                  <a:pt x="692467" y="141077"/>
                  <a:pt x="672177" y="141077"/>
                </a:cubicBezTo>
                <a:cubicBezTo>
                  <a:pt x="651887" y="141077"/>
                  <a:pt x="634741" y="135491"/>
                  <a:pt x="622611" y="124934"/>
                </a:cubicBezTo>
                <a:cubicBezTo>
                  <a:pt x="610830" y="114671"/>
                  <a:pt x="604595" y="100316"/>
                  <a:pt x="604595" y="83403"/>
                </a:cubicBezTo>
                <a:close/>
                <a:moveTo>
                  <a:pt x="238310" y="207181"/>
                </a:moveTo>
                <a:cubicBezTo>
                  <a:pt x="241556" y="205118"/>
                  <a:pt x="245306" y="204081"/>
                  <a:pt x="249560" y="204081"/>
                </a:cubicBezTo>
                <a:cubicBezTo>
                  <a:pt x="254282" y="204081"/>
                  <a:pt x="258288" y="205292"/>
                  <a:pt x="261562" y="207713"/>
                </a:cubicBezTo>
                <a:cubicBezTo>
                  <a:pt x="264835" y="210135"/>
                  <a:pt x="267035" y="213501"/>
                  <a:pt x="268163" y="217812"/>
                </a:cubicBezTo>
                <a:lnTo>
                  <a:pt x="275874" y="217812"/>
                </a:lnTo>
                <a:cubicBezTo>
                  <a:pt x="274691" y="211373"/>
                  <a:pt x="271784" y="206292"/>
                  <a:pt x="267145" y="202568"/>
                </a:cubicBezTo>
                <a:cubicBezTo>
                  <a:pt x="262506" y="198844"/>
                  <a:pt x="256766" y="196982"/>
                  <a:pt x="249917" y="196982"/>
                </a:cubicBezTo>
                <a:cubicBezTo>
                  <a:pt x="244013" y="196982"/>
                  <a:pt x="238814" y="198293"/>
                  <a:pt x="234322" y="200926"/>
                </a:cubicBezTo>
                <a:cubicBezTo>
                  <a:pt x="229838" y="203558"/>
                  <a:pt x="226382" y="207264"/>
                  <a:pt x="223961" y="212052"/>
                </a:cubicBezTo>
                <a:cubicBezTo>
                  <a:pt x="221541" y="216840"/>
                  <a:pt x="220330" y="222334"/>
                  <a:pt x="220330" y="228534"/>
                </a:cubicBezTo>
                <a:cubicBezTo>
                  <a:pt x="220330" y="234734"/>
                  <a:pt x="221541" y="240302"/>
                  <a:pt x="223961" y="245062"/>
                </a:cubicBezTo>
                <a:cubicBezTo>
                  <a:pt x="226382" y="249823"/>
                  <a:pt x="229838" y="253510"/>
                  <a:pt x="234322" y="256142"/>
                </a:cubicBezTo>
                <a:cubicBezTo>
                  <a:pt x="238805" y="258775"/>
                  <a:pt x="244004" y="260086"/>
                  <a:pt x="249917" y="260086"/>
                </a:cubicBezTo>
                <a:cubicBezTo>
                  <a:pt x="256831" y="260086"/>
                  <a:pt x="262570" y="258224"/>
                  <a:pt x="267145" y="254501"/>
                </a:cubicBezTo>
                <a:cubicBezTo>
                  <a:pt x="271720" y="250777"/>
                  <a:pt x="274599" y="245695"/>
                  <a:pt x="275782" y="239256"/>
                </a:cubicBezTo>
                <a:lnTo>
                  <a:pt x="268071" y="239256"/>
                </a:lnTo>
                <a:cubicBezTo>
                  <a:pt x="266888" y="243631"/>
                  <a:pt x="264706" y="247007"/>
                  <a:pt x="261516" y="249401"/>
                </a:cubicBezTo>
                <a:cubicBezTo>
                  <a:pt x="258325" y="251795"/>
                  <a:pt x="254337" y="252987"/>
                  <a:pt x="249560" y="252987"/>
                </a:cubicBezTo>
                <a:cubicBezTo>
                  <a:pt x="245306" y="252987"/>
                  <a:pt x="241556" y="251951"/>
                  <a:pt x="238310" y="249887"/>
                </a:cubicBezTo>
                <a:cubicBezTo>
                  <a:pt x="235064" y="247823"/>
                  <a:pt x="232561" y="244925"/>
                  <a:pt x="230828" y="241201"/>
                </a:cubicBezTo>
                <a:cubicBezTo>
                  <a:pt x="229086" y="237477"/>
                  <a:pt x="228215" y="233258"/>
                  <a:pt x="228215" y="228525"/>
                </a:cubicBezTo>
                <a:cubicBezTo>
                  <a:pt x="228215" y="223792"/>
                  <a:pt x="229086" y="219499"/>
                  <a:pt x="230828" y="215812"/>
                </a:cubicBezTo>
                <a:cubicBezTo>
                  <a:pt x="232570" y="212125"/>
                  <a:pt x="235064" y="209245"/>
                  <a:pt x="238310" y="207172"/>
                </a:cubicBezTo>
                <a:close/>
                <a:moveTo>
                  <a:pt x="335580" y="197523"/>
                </a:moveTo>
                <a:lnTo>
                  <a:pt x="311925" y="259554"/>
                </a:lnTo>
                <a:lnTo>
                  <a:pt x="319892" y="259554"/>
                </a:lnTo>
                <a:lnTo>
                  <a:pt x="326448" y="242806"/>
                </a:lnTo>
                <a:lnTo>
                  <a:pt x="353467" y="242806"/>
                </a:lnTo>
                <a:lnTo>
                  <a:pt x="360023" y="259554"/>
                </a:lnTo>
                <a:lnTo>
                  <a:pt x="368256" y="259554"/>
                </a:lnTo>
                <a:lnTo>
                  <a:pt x="344693" y="197523"/>
                </a:lnTo>
                <a:lnTo>
                  <a:pt x="335570" y="197523"/>
                </a:lnTo>
                <a:close/>
                <a:moveTo>
                  <a:pt x="328758" y="235808"/>
                </a:moveTo>
                <a:lnTo>
                  <a:pt x="339916" y="205943"/>
                </a:lnTo>
                <a:lnTo>
                  <a:pt x="351166" y="235808"/>
                </a:lnTo>
                <a:lnTo>
                  <a:pt x="328749" y="235808"/>
                </a:lnTo>
                <a:close/>
                <a:moveTo>
                  <a:pt x="725437" y="197523"/>
                </a:moveTo>
                <a:lnTo>
                  <a:pt x="717736" y="197523"/>
                </a:lnTo>
                <a:lnTo>
                  <a:pt x="717736" y="259554"/>
                </a:lnTo>
                <a:lnTo>
                  <a:pt x="753704" y="259554"/>
                </a:lnTo>
                <a:lnTo>
                  <a:pt x="753704" y="252464"/>
                </a:lnTo>
                <a:lnTo>
                  <a:pt x="725446" y="252464"/>
                </a:lnTo>
                <a:lnTo>
                  <a:pt x="725446" y="197523"/>
                </a:lnTo>
                <a:close/>
                <a:moveTo>
                  <a:pt x="250953" y="2119"/>
                </a:moveTo>
                <a:lnTo>
                  <a:pt x="225566" y="2119"/>
                </a:lnTo>
                <a:lnTo>
                  <a:pt x="225566" y="164677"/>
                </a:lnTo>
                <a:lnTo>
                  <a:pt x="250953" y="164677"/>
                </a:lnTo>
                <a:lnTo>
                  <a:pt x="250953" y="2119"/>
                </a:lnTo>
                <a:close/>
                <a:moveTo>
                  <a:pt x="80592" y="62692"/>
                </a:moveTo>
                <a:lnTo>
                  <a:pt x="80592" y="164687"/>
                </a:lnTo>
                <a:cubicBezTo>
                  <a:pt x="80592" y="164687"/>
                  <a:pt x="106732" y="164687"/>
                  <a:pt x="106732" y="164687"/>
                </a:cubicBezTo>
                <a:lnTo>
                  <a:pt x="106713" y="62692"/>
                </a:lnTo>
                <a:cubicBezTo>
                  <a:pt x="106713" y="50282"/>
                  <a:pt x="102707" y="38523"/>
                  <a:pt x="95124" y="28700"/>
                </a:cubicBezTo>
                <a:lnTo>
                  <a:pt x="93648" y="26792"/>
                </a:lnTo>
                <a:lnTo>
                  <a:pt x="92172" y="28700"/>
                </a:lnTo>
                <a:cubicBezTo>
                  <a:pt x="84589" y="38523"/>
                  <a:pt x="80583" y="50273"/>
                  <a:pt x="80583" y="62692"/>
                </a:cubicBezTo>
                <a:close/>
                <a:moveTo>
                  <a:pt x="47273" y="2119"/>
                </a:moveTo>
                <a:lnTo>
                  <a:pt x="0" y="2119"/>
                </a:lnTo>
                <a:lnTo>
                  <a:pt x="0" y="26792"/>
                </a:lnTo>
                <a:lnTo>
                  <a:pt x="93648" y="26792"/>
                </a:lnTo>
                <a:lnTo>
                  <a:pt x="91328" y="23793"/>
                </a:lnTo>
                <a:cubicBezTo>
                  <a:pt x="80693" y="10025"/>
                  <a:pt x="64629" y="2119"/>
                  <a:pt x="47273" y="2119"/>
                </a:cubicBezTo>
                <a:close/>
                <a:moveTo>
                  <a:pt x="95968" y="23793"/>
                </a:moveTo>
                <a:lnTo>
                  <a:pt x="93648" y="26792"/>
                </a:lnTo>
                <a:lnTo>
                  <a:pt x="187296" y="26792"/>
                </a:lnTo>
                <a:lnTo>
                  <a:pt x="187296" y="2119"/>
                </a:lnTo>
                <a:lnTo>
                  <a:pt x="140023" y="2119"/>
                </a:lnTo>
                <a:cubicBezTo>
                  <a:pt x="122657" y="2119"/>
                  <a:pt x="106603" y="10016"/>
                  <a:pt x="95958" y="23793"/>
                </a:cubicBezTo>
                <a:close/>
                <a:moveTo>
                  <a:pt x="514844" y="164677"/>
                </a:moveTo>
                <a:lnTo>
                  <a:pt x="540232" y="164677"/>
                </a:lnTo>
                <a:lnTo>
                  <a:pt x="540232" y="2119"/>
                </a:lnTo>
                <a:lnTo>
                  <a:pt x="514844" y="2119"/>
                </a:lnTo>
                <a:lnTo>
                  <a:pt x="514844" y="164677"/>
                </a:lnTo>
                <a:close/>
                <a:moveTo>
                  <a:pt x="495205" y="259554"/>
                </a:moveTo>
                <a:lnTo>
                  <a:pt x="502915" y="259554"/>
                </a:lnTo>
                <a:lnTo>
                  <a:pt x="502915" y="197523"/>
                </a:lnTo>
                <a:lnTo>
                  <a:pt x="495205" y="197523"/>
                </a:lnTo>
                <a:lnTo>
                  <a:pt x="495205" y="259554"/>
                </a:lnTo>
                <a:close/>
                <a:moveTo>
                  <a:pt x="544816" y="204613"/>
                </a:moveTo>
                <a:lnTo>
                  <a:pt x="564923" y="204613"/>
                </a:lnTo>
                <a:lnTo>
                  <a:pt x="564923" y="259554"/>
                </a:lnTo>
                <a:lnTo>
                  <a:pt x="572633" y="259554"/>
                </a:lnTo>
                <a:lnTo>
                  <a:pt x="572633" y="204613"/>
                </a:lnTo>
                <a:lnTo>
                  <a:pt x="592740" y="204613"/>
                </a:lnTo>
                <a:lnTo>
                  <a:pt x="592740" y="197523"/>
                </a:lnTo>
                <a:lnTo>
                  <a:pt x="544816" y="197523"/>
                </a:lnTo>
                <a:lnTo>
                  <a:pt x="544816" y="204613"/>
                </a:lnTo>
                <a:close/>
                <a:moveTo>
                  <a:pt x="287389" y="2119"/>
                </a:moveTo>
                <a:cubicBezTo>
                  <a:pt x="287389" y="2119"/>
                  <a:pt x="335680" y="117220"/>
                  <a:pt x="345234" y="140105"/>
                </a:cubicBezTo>
                <a:cubicBezTo>
                  <a:pt x="356374" y="166796"/>
                  <a:pt x="374464" y="166796"/>
                  <a:pt x="381413" y="166796"/>
                </a:cubicBezTo>
                <a:lnTo>
                  <a:pt x="382899" y="166796"/>
                </a:lnTo>
                <a:lnTo>
                  <a:pt x="316692" y="2119"/>
                </a:lnTo>
                <a:lnTo>
                  <a:pt x="287389" y="2119"/>
                </a:lnTo>
                <a:close/>
                <a:moveTo>
                  <a:pt x="443549" y="199871"/>
                </a:moveTo>
                <a:cubicBezTo>
                  <a:pt x="440413" y="198303"/>
                  <a:pt x="436819" y="197523"/>
                  <a:pt x="432739" y="197523"/>
                </a:cubicBezTo>
                <a:lnTo>
                  <a:pt x="408910" y="197523"/>
                </a:lnTo>
                <a:lnTo>
                  <a:pt x="408910" y="259554"/>
                </a:lnTo>
                <a:lnTo>
                  <a:pt x="416621" y="259554"/>
                </a:lnTo>
                <a:lnTo>
                  <a:pt x="416621" y="235716"/>
                </a:lnTo>
                <a:lnTo>
                  <a:pt x="432748" y="235716"/>
                </a:lnTo>
                <a:cubicBezTo>
                  <a:pt x="436819" y="235716"/>
                  <a:pt x="440413" y="234936"/>
                  <a:pt x="443512" y="233368"/>
                </a:cubicBezTo>
                <a:cubicBezTo>
                  <a:pt x="446611" y="231799"/>
                  <a:pt x="449013" y="229571"/>
                  <a:pt x="450728" y="226681"/>
                </a:cubicBezTo>
                <a:cubicBezTo>
                  <a:pt x="452442" y="223783"/>
                  <a:pt x="453295" y="220417"/>
                  <a:pt x="453295" y="216583"/>
                </a:cubicBezTo>
                <a:cubicBezTo>
                  <a:pt x="453295" y="212749"/>
                  <a:pt x="452452" y="209392"/>
                  <a:pt x="450774" y="206521"/>
                </a:cubicBezTo>
                <a:cubicBezTo>
                  <a:pt x="449087" y="203659"/>
                  <a:pt x="446685" y="201439"/>
                  <a:pt x="443558" y="199871"/>
                </a:cubicBezTo>
                <a:close/>
                <a:moveTo>
                  <a:pt x="441779" y="225351"/>
                </a:moveTo>
                <a:cubicBezTo>
                  <a:pt x="439359" y="227534"/>
                  <a:pt x="436113" y="228635"/>
                  <a:pt x="432033" y="228635"/>
                </a:cubicBezTo>
                <a:lnTo>
                  <a:pt x="416621" y="228635"/>
                </a:lnTo>
                <a:lnTo>
                  <a:pt x="416621" y="204622"/>
                </a:lnTo>
                <a:lnTo>
                  <a:pt x="432125" y="204622"/>
                </a:lnTo>
                <a:cubicBezTo>
                  <a:pt x="436196" y="204622"/>
                  <a:pt x="439432" y="205705"/>
                  <a:pt x="441825" y="207860"/>
                </a:cubicBezTo>
                <a:cubicBezTo>
                  <a:pt x="444218" y="210015"/>
                  <a:pt x="445410" y="212923"/>
                  <a:pt x="445410" y="216592"/>
                </a:cubicBezTo>
                <a:cubicBezTo>
                  <a:pt x="445410" y="220261"/>
                  <a:pt x="444200" y="223178"/>
                  <a:pt x="441779" y="225361"/>
                </a:cubicBezTo>
                <a:close/>
                <a:moveTo>
                  <a:pt x="382889" y="166805"/>
                </a:moveTo>
                <a:lnTo>
                  <a:pt x="384375" y="166805"/>
                </a:lnTo>
                <a:cubicBezTo>
                  <a:pt x="391334" y="166805"/>
                  <a:pt x="409423" y="166805"/>
                  <a:pt x="420554" y="140114"/>
                </a:cubicBezTo>
                <a:cubicBezTo>
                  <a:pt x="430099" y="117230"/>
                  <a:pt x="478399" y="2128"/>
                  <a:pt x="478399" y="2128"/>
                </a:cubicBezTo>
                <a:lnTo>
                  <a:pt x="449096" y="2128"/>
                </a:lnTo>
                <a:lnTo>
                  <a:pt x="382889" y="166814"/>
                </a:lnTo>
                <a:close/>
                <a:moveTo>
                  <a:pt x="644368" y="197523"/>
                </a:moveTo>
                <a:lnTo>
                  <a:pt x="620714" y="259554"/>
                </a:lnTo>
                <a:lnTo>
                  <a:pt x="628690" y="259554"/>
                </a:lnTo>
                <a:lnTo>
                  <a:pt x="635246" y="242806"/>
                </a:lnTo>
                <a:lnTo>
                  <a:pt x="662266" y="242806"/>
                </a:lnTo>
                <a:lnTo>
                  <a:pt x="668821" y="259554"/>
                </a:lnTo>
                <a:lnTo>
                  <a:pt x="677055" y="259554"/>
                </a:lnTo>
                <a:lnTo>
                  <a:pt x="653491" y="197523"/>
                </a:lnTo>
                <a:lnTo>
                  <a:pt x="644368" y="197523"/>
                </a:lnTo>
                <a:close/>
                <a:moveTo>
                  <a:pt x="637547" y="235808"/>
                </a:moveTo>
                <a:lnTo>
                  <a:pt x="648705" y="205943"/>
                </a:lnTo>
                <a:lnTo>
                  <a:pt x="659955" y="235808"/>
                </a:lnTo>
                <a:lnTo>
                  <a:pt x="637538" y="235808"/>
                </a:lnTo>
                <a:close/>
              </a:path>
            </a:pathLst>
          </a:custGeom>
          <a:solidFill>
            <a:schemeClr val="bg1"/>
          </a:solidFill>
          <a:ln w="1061" cap="flat">
            <a:noFill/>
            <a:prstDash val="solid"/>
            <a:miter/>
          </a:ln>
        </p:spPr>
        <p:txBody>
          <a:bodyPr rtlCol="0" anchor="ctr"/>
          <a:lstStyle/>
          <a:p>
            <a:endParaRPr lang="pt-BR" sz="1092">
              <a:solidFill>
                <a:schemeClr val="bg1"/>
              </a:solidFill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1E210A61-F7AF-5C56-9539-494DD44ED880}"/>
              </a:ext>
            </a:extLst>
          </p:cNvPr>
          <p:cNvCxnSpPr/>
          <p:nvPr userDrawn="1"/>
        </p:nvCxnSpPr>
        <p:spPr>
          <a:xfrm>
            <a:off x="334964" y="185353"/>
            <a:ext cx="10415415" cy="0"/>
          </a:xfrm>
          <a:prstGeom prst="line">
            <a:avLst/>
          </a:prstGeom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42233D2-9F78-8FB4-6848-6FABD836DEBB}"/>
              </a:ext>
            </a:extLst>
          </p:cNvPr>
          <p:cNvCxnSpPr>
            <a:cxnSpLocks/>
          </p:cNvCxnSpPr>
          <p:nvPr userDrawn="1"/>
        </p:nvCxnSpPr>
        <p:spPr>
          <a:xfrm>
            <a:off x="334963" y="6573705"/>
            <a:ext cx="11094148" cy="0"/>
          </a:xfrm>
          <a:prstGeom prst="line">
            <a:avLst/>
          </a:prstGeom>
          <a:noFill/>
          <a:ln w="9525" cap="flat" cmpd="sng" algn="ctr">
            <a:solidFill>
              <a:schemeClr val="tx1">
                <a:lumMod val="85000"/>
                <a:lumOff val="15000"/>
              </a:schemeClr>
            </a:solidFill>
            <a:prstDash val="solid"/>
          </a:ln>
          <a:effectLst/>
        </p:spPr>
      </p:cxnSp>
    </p:spTree>
    <p:extLst>
      <p:ext uri="{BB962C8B-B14F-4D97-AF65-F5344CB8AC3E}">
        <p14:creationId xmlns:p14="http://schemas.microsoft.com/office/powerpoint/2010/main" val="247606790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2319">
          <p15:clr>
            <a:srgbClr val="FBAE40"/>
          </p15:clr>
        </p15:guide>
        <p15:guide id="4" pos="211">
          <p15:clr>
            <a:srgbClr val="FBAE40"/>
          </p15:clr>
        </p15:guide>
        <p15:guide id="5" orient="horz" pos="6919">
          <p15:clr>
            <a:srgbClr val="FBAE40"/>
          </p15:clr>
        </p15:guide>
        <p15:guide id="6" orient="horz" pos="840">
          <p15:clr>
            <a:srgbClr val="FBAE40"/>
          </p15:clr>
        </p15:guide>
        <p15:guide id="7" orient="horz" pos="935">
          <p15:clr>
            <a:srgbClr val="FBAE40"/>
          </p15:clr>
        </p15:guide>
        <p15:guide id="8" orient="horz" pos="6714">
          <p15:clr>
            <a:srgbClr val="FBAE40"/>
          </p15:clr>
        </p15:guide>
        <p15:guide id="9" orient="horz" pos="1022">
          <p15:clr>
            <a:srgbClr val="FBAE40"/>
          </p15:clr>
        </p15:guide>
        <p15:guide id="10" orient="horz" pos="183">
          <p15:clr>
            <a:srgbClr val="FBAE40"/>
          </p15:clr>
        </p15:guide>
        <p15:guide id="11" pos="7469">
          <p15:clr>
            <a:srgbClr val="FBAE40"/>
          </p15:clr>
        </p15:guide>
        <p15:guide id="12" orient="horz" pos="4020">
          <p15:clr>
            <a:srgbClr val="FBAE40"/>
          </p15:clr>
        </p15:guide>
        <p15:guide id="13" orient="horz" pos="4065">
          <p15:clr>
            <a:srgbClr val="FBAE40"/>
          </p15:clr>
        </p15:guide>
        <p15:guide id="14" orient="horz" pos="4201">
          <p15:clr>
            <a:srgbClr val="FBAE40"/>
          </p15:clr>
        </p15:guide>
      </p15:sldGuideLst>
    </p:ext>
  </p:extLst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3_Título | 1 linha - Black">
    <p:bg>
      <p:bgPr>
        <a:solidFill>
          <a:schemeClr val="tx1">
            <a:lumMod val="95000"/>
            <a:lumOff val="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132BCE3-A04F-8602-64F7-7623C7EAF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61763" y="6482556"/>
            <a:ext cx="295275" cy="1692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 sz="1100">
                <a:solidFill>
                  <a:schemeClr val="bg1"/>
                </a:solidFill>
                <a:latin typeface="Versos" panose="020B0503020204030204" pitchFamily="34" charset="0"/>
                <a:cs typeface="Versos" panose="020B0503020204030204" pitchFamily="34" charset="0"/>
              </a:defRPr>
            </a:lvl1pPr>
          </a:lstStyle>
          <a:p>
            <a:fld id="{77667D73-C69A-4DAA-9003-24A825D36FE9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B13D7C-5A47-B0DF-B518-26E79F5D2DB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64" y="368301"/>
            <a:ext cx="10183813" cy="4308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err="1"/>
              <a:t>Título</a:t>
            </a:r>
            <a:endParaRPr lang="en-US"/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7F86D482-580C-D22A-58CC-10B9C4F7EDD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34963" y="1518528"/>
            <a:ext cx="11522585" cy="21544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Picture 8">
            <a:extLst>
              <a:ext uri="{FF2B5EF4-FFF2-40B4-BE49-F238E27FC236}">
                <a16:creationId xmlns:a16="http://schemas.microsoft.com/office/drawing/2014/main" id="{57BCE67C-64C7-2D0C-0DC2-7A4B4CC314E0}"/>
              </a:ext>
            </a:extLst>
          </p:cNvPr>
          <p:cNvSpPr/>
          <p:nvPr userDrawn="1"/>
        </p:nvSpPr>
        <p:spPr>
          <a:xfrm>
            <a:off x="11091186" y="377179"/>
            <a:ext cx="765852" cy="260086"/>
          </a:xfrm>
          <a:custGeom>
            <a:avLst/>
            <a:gdLst>
              <a:gd name="connsiteX0" fmla="*/ 739575 w 765852"/>
              <a:gd name="connsiteY0" fmla="*/ 143884 h 260086"/>
              <a:gd name="connsiteX1" fmla="*/ 765852 w 765852"/>
              <a:gd name="connsiteY1" fmla="*/ 83403 h 260086"/>
              <a:gd name="connsiteX2" fmla="*/ 739575 w 765852"/>
              <a:gd name="connsiteY2" fmla="*/ 22921 h 260086"/>
              <a:gd name="connsiteX3" fmla="*/ 672177 w 765852"/>
              <a:gd name="connsiteY3" fmla="*/ 0 h 260086"/>
              <a:gd name="connsiteX4" fmla="*/ 604779 w 765852"/>
              <a:gd name="connsiteY4" fmla="*/ 22921 h 260086"/>
              <a:gd name="connsiteX5" fmla="*/ 578501 w 765852"/>
              <a:gd name="connsiteY5" fmla="*/ 83403 h 260086"/>
              <a:gd name="connsiteX6" fmla="*/ 604779 w 765852"/>
              <a:gd name="connsiteY6" fmla="*/ 143884 h 260086"/>
              <a:gd name="connsiteX7" fmla="*/ 672177 w 765852"/>
              <a:gd name="connsiteY7" fmla="*/ 166805 h 260086"/>
              <a:gd name="connsiteX8" fmla="*/ 739575 w 765852"/>
              <a:gd name="connsiteY8" fmla="*/ 143884 h 260086"/>
              <a:gd name="connsiteX9" fmla="*/ 604595 w 765852"/>
              <a:gd name="connsiteY9" fmla="*/ 83403 h 260086"/>
              <a:gd name="connsiteX10" fmla="*/ 622611 w 765852"/>
              <a:gd name="connsiteY10" fmla="*/ 41871 h 260086"/>
              <a:gd name="connsiteX11" fmla="*/ 672177 w 765852"/>
              <a:gd name="connsiteY11" fmla="*/ 25719 h 260086"/>
              <a:gd name="connsiteX12" fmla="*/ 721742 w 765852"/>
              <a:gd name="connsiteY12" fmla="*/ 41871 h 260086"/>
              <a:gd name="connsiteX13" fmla="*/ 739759 w 765852"/>
              <a:gd name="connsiteY13" fmla="*/ 83403 h 260086"/>
              <a:gd name="connsiteX14" fmla="*/ 721742 w 765852"/>
              <a:gd name="connsiteY14" fmla="*/ 124934 h 260086"/>
              <a:gd name="connsiteX15" fmla="*/ 672177 w 765852"/>
              <a:gd name="connsiteY15" fmla="*/ 141077 h 260086"/>
              <a:gd name="connsiteX16" fmla="*/ 622611 w 765852"/>
              <a:gd name="connsiteY16" fmla="*/ 124934 h 260086"/>
              <a:gd name="connsiteX17" fmla="*/ 604595 w 765852"/>
              <a:gd name="connsiteY17" fmla="*/ 83403 h 260086"/>
              <a:gd name="connsiteX18" fmla="*/ 238310 w 765852"/>
              <a:gd name="connsiteY18" fmla="*/ 207181 h 260086"/>
              <a:gd name="connsiteX19" fmla="*/ 249560 w 765852"/>
              <a:gd name="connsiteY19" fmla="*/ 204081 h 260086"/>
              <a:gd name="connsiteX20" fmla="*/ 261562 w 765852"/>
              <a:gd name="connsiteY20" fmla="*/ 207713 h 260086"/>
              <a:gd name="connsiteX21" fmla="*/ 268163 w 765852"/>
              <a:gd name="connsiteY21" fmla="*/ 217812 h 260086"/>
              <a:gd name="connsiteX22" fmla="*/ 275874 w 765852"/>
              <a:gd name="connsiteY22" fmla="*/ 217812 h 260086"/>
              <a:gd name="connsiteX23" fmla="*/ 267145 w 765852"/>
              <a:gd name="connsiteY23" fmla="*/ 202568 h 260086"/>
              <a:gd name="connsiteX24" fmla="*/ 249917 w 765852"/>
              <a:gd name="connsiteY24" fmla="*/ 196982 h 260086"/>
              <a:gd name="connsiteX25" fmla="*/ 234322 w 765852"/>
              <a:gd name="connsiteY25" fmla="*/ 200926 h 260086"/>
              <a:gd name="connsiteX26" fmla="*/ 223961 w 765852"/>
              <a:gd name="connsiteY26" fmla="*/ 212052 h 260086"/>
              <a:gd name="connsiteX27" fmla="*/ 220330 w 765852"/>
              <a:gd name="connsiteY27" fmla="*/ 228534 h 260086"/>
              <a:gd name="connsiteX28" fmla="*/ 223961 w 765852"/>
              <a:gd name="connsiteY28" fmla="*/ 245062 h 260086"/>
              <a:gd name="connsiteX29" fmla="*/ 234322 w 765852"/>
              <a:gd name="connsiteY29" fmla="*/ 256142 h 260086"/>
              <a:gd name="connsiteX30" fmla="*/ 249917 w 765852"/>
              <a:gd name="connsiteY30" fmla="*/ 260086 h 260086"/>
              <a:gd name="connsiteX31" fmla="*/ 267145 w 765852"/>
              <a:gd name="connsiteY31" fmla="*/ 254501 h 260086"/>
              <a:gd name="connsiteX32" fmla="*/ 275782 w 765852"/>
              <a:gd name="connsiteY32" fmla="*/ 239256 h 260086"/>
              <a:gd name="connsiteX33" fmla="*/ 268071 w 765852"/>
              <a:gd name="connsiteY33" fmla="*/ 239256 h 260086"/>
              <a:gd name="connsiteX34" fmla="*/ 261516 w 765852"/>
              <a:gd name="connsiteY34" fmla="*/ 249401 h 260086"/>
              <a:gd name="connsiteX35" fmla="*/ 249560 w 765852"/>
              <a:gd name="connsiteY35" fmla="*/ 252987 h 260086"/>
              <a:gd name="connsiteX36" fmla="*/ 238310 w 765852"/>
              <a:gd name="connsiteY36" fmla="*/ 249887 h 260086"/>
              <a:gd name="connsiteX37" fmla="*/ 230828 w 765852"/>
              <a:gd name="connsiteY37" fmla="*/ 241201 h 260086"/>
              <a:gd name="connsiteX38" fmla="*/ 228215 w 765852"/>
              <a:gd name="connsiteY38" fmla="*/ 228525 h 260086"/>
              <a:gd name="connsiteX39" fmla="*/ 230828 w 765852"/>
              <a:gd name="connsiteY39" fmla="*/ 215812 h 260086"/>
              <a:gd name="connsiteX40" fmla="*/ 238310 w 765852"/>
              <a:gd name="connsiteY40" fmla="*/ 207172 h 260086"/>
              <a:gd name="connsiteX41" fmla="*/ 335580 w 765852"/>
              <a:gd name="connsiteY41" fmla="*/ 197523 h 260086"/>
              <a:gd name="connsiteX42" fmla="*/ 311925 w 765852"/>
              <a:gd name="connsiteY42" fmla="*/ 259554 h 260086"/>
              <a:gd name="connsiteX43" fmla="*/ 319892 w 765852"/>
              <a:gd name="connsiteY43" fmla="*/ 259554 h 260086"/>
              <a:gd name="connsiteX44" fmla="*/ 326448 w 765852"/>
              <a:gd name="connsiteY44" fmla="*/ 242806 h 260086"/>
              <a:gd name="connsiteX45" fmla="*/ 353467 w 765852"/>
              <a:gd name="connsiteY45" fmla="*/ 242806 h 260086"/>
              <a:gd name="connsiteX46" fmla="*/ 360023 w 765852"/>
              <a:gd name="connsiteY46" fmla="*/ 259554 h 260086"/>
              <a:gd name="connsiteX47" fmla="*/ 368256 w 765852"/>
              <a:gd name="connsiteY47" fmla="*/ 259554 h 260086"/>
              <a:gd name="connsiteX48" fmla="*/ 344693 w 765852"/>
              <a:gd name="connsiteY48" fmla="*/ 197523 h 260086"/>
              <a:gd name="connsiteX49" fmla="*/ 335570 w 765852"/>
              <a:gd name="connsiteY49" fmla="*/ 197523 h 260086"/>
              <a:gd name="connsiteX50" fmla="*/ 328758 w 765852"/>
              <a:gd name="connsiteY50" fmla="*/ 235808 h 260086"/>
              <a:gd name="connsiteX51" fmla="*/ 339916 w 765852"/>
              <a:gd name="connsiteY51" fmla="*/ 205943 h 260086"/>
              <a:gd name="connsiteX52" fmla="*/ 351166 w 765852"/>
              <a:gd name="connsiteY52" fmla="*/ 235808 h 260086"/>
              <a:gd name="connsiteX53" fmla="*/ 328749 w 765852"/>
              <a:gd name="connsiteY53" fmla="*/ 235808 h 260086"/>
              <a:gd name="connsiteX54" fmla="*/ 725437 w 765852"/>
              <a:gd name="connsiteY54" fmla="*/ 197523 h 260086"/>
              <a:gd name="connsiteX55" fmla="*/ 717736 w 765852"/>
              <a:gd name="connsiteY55" fmla="*/ 197523 h 260086"/>
              <a:gd name="connsiteX56" fmla="*/ 717736 w 765852"/>
              <a:gd name="connsiteY56" fmla="*/ 259554 h 260086"/>
              <a:gd name="connsiteX57" fmla="*/ 753704 w 765852"/>
              <a:gd name="connsiteY57" fmla="*/ 259554 h 260086"/>
              <a:gd name="connsiteX58" fmla="*/ 753704 w 765852"/>
              <a:gd name="connsiteY58" fmla="*/ 252464 h 260086"/>
              <a:gd name="connsiteX59" fmla="*/ 725446 w 765852"/>
              <a:gd name="connsiteY59" fmla="*/ 252464 h 260086"/>
              <a:gd name="connsiteX60" fmla="*/ 725446 w 765852"/>
              <a:gd name="connsiteY60" fmla="*/ 197523 h 260086"/>
              <a:gd name="connsiteX61" fmla="*/ 250953 w 765852"/>
              <a:gd name="connsiteY61" fmla="*/ 2119 h 260086"/>
              <a:gd name="connsiteX62" fmla="*/ 225566 w 765852"/>
              <a:gd name="connsiteY62" fmla="*/ 2119 h 260086"/>
              <a:gd name="connsiteX63" fmla="*/ 225566 w 765852"/>
              <a:gd name="connsiteY63" fmla="*/ 164677 h 260086"/>
              <a:gd name="connsiteX64" fmla="*/ 250953 w 765852"/>
              <a:gd name="connsiteY64" fmla="*/ 164677 h 260086"/>
              <a:gd name="connsiteX65" fmla="*/ 250953 w 765852"/>
              <a:gd name="connsiteY65" fmla="*/ 2119 h 260086"/>
              <a:gd name="connsiteX66" fmla="*/ 80592 w 765852"/>
              <a:gd name="connsiteY66" fmla="*/ 62692 h 260086"/>
              <a:gd name="connsiteX67" fmla="*/ 80592 w 765852"/>
              <a:gd name="connsiteY67" fmla="*/ 164687 h 260086"/>
              <a:gd name="connsiteX68" fmla="*/ 106732 w 765852"/>
              <a:gd name="connsiteY68" fmla="*/ 164687 h 260086"/>
              <a:gd name="connsiteX69" fmla="*/ 106713 w 765852"/>
              <a:gd name="connsiteY69" fmla="*/ 62692 h 260086"/>
              <a:gd name="connsiteX70" fmla="*/ 95124 w 765852"/>
              <a:gd name="connsiteY70" fmla="*/ 28700 h 260086"/>
              <a:gd name="connsiteX71" fmla="*/ 93648 w 765852"/>
              <a:gd name="connsiteY71" fmla="*/ 26792 h 260086"/>
              <a:gd name="connsiteX72" fmla="*/ 92172 w 765852"/>
              <a:gd name="connsiteY72" fmla="*/ 28700 h 260086"/>
              <a:gd name="connsiteX73" fmla="*/ 80583 w 765852"/>
              <a:gd name="connsiteY73" fmla="*/ 62692 h 260086"/>
              <a:gd name="connsiteX74" fmla="*/ 47273 w 765852"/>
              <a:gd name="connsiteY74" fmla="*/ 2119 h 260086"/>
              <a:gd name="connsiteX75" fmla="*/ 0 w 765852"/>
              <a:gd name="connsiteY75" fmla="*/ 2119 h 260086"/>
              <a:gd name="connsiteX76" fmla="*/ 0 w 765852"/>
              <a:gd name="connsiteY76" fmla="*/ 26792 h 260086"/>
              <a:gd name="connsiteX77" fmla="*/ 93648 w 765852"/>
              <a:gd name="connsiteY77" fmla="*/ 26792 h 260086"/>
              <a:gd name="connsiteX78" fmla="*/ 91328 w 765852"/>
              <a:gd name="connsiteY78" fmla="*/ 23793 h 260086"/>
              <a:gd name="connsiteX79" fmla="*/ 47273 w 765852"/>
              <a:gd name="connsiteY79" fmla="*/ 2119 h 260086"/>
              <a:gd name="connsiteX80" fmla="*/ 95968 w 765852"/>
              <a:gd name="connsiteY80" fmla="*/ 23793 h 260086"/>
              <a:gd name="connsiteX81" fmla="*/ 93648 w 765852"/>
              <a:gd name="connsiteY81" fmla="*/ 26792 h 260086"/>
              <a:gd name="connsiteX82" fmla="*/ 187296 w 765852"/>
              <a:gd name="connsiteY82" fmla="*/ 26792 h 260086"/>
              <a:gd name="connsiteX83" fmla="*/ 187296 w 765852"/>
              <a:gd name="connsiteY83" fmla="*/ 2119 h 260086"/>
              <a:gd name="connsiteX84" fmla="*/ 140023 w 765852"/>
              <a:gd name="connsiteY84" fmla="*/ 2119 h 260086"/>
              <a:gd name="connsiteX85" fmla="*/ 95958 w 765852"/>
              <a:gd name="connsiteY85" fmla="*/ 23793 h 260086"/>
              <a:gd name="connsiteX86" fmla="*/ 514844 w 765852"/>
              <a:gd name="connsiteY86" fmla="*/ 164677 h 260086"/>
              <a:gd name="connsiteX87" fmla="*/ 540232 w 765852"/>
              <a:gd name="connsiteY87" fmla="*/ 164677 h 260086"/>
              <a:gd name="connsiteX88" fmla="*/ 540232 w 765852"/>
              <a:gd name="connsiteY88" fmla="*/ 2119 h 260086"/>
              <a:gd name="connsiteX89" fmla="*/ 514844 w 765852"/>
              <a:gd name="connsiteY89" fmla="*/ 2119 h 260086"/>
              <a:gd name="connsiteX90" fmla="*/ 514844 w 765852"/>
              <a:gd name="connsiteY90" fmla="*/ 164677 h 260086"/>
              <a:gd name="connsiteX91" fmla="*/ 495205 w 765852"/>
              <a:gd name="connsiteY91" fmla="*/ 259554 h 260086"/>
              <a:gd name="connsiteX92" fmla="*/ 502915 w 765852"/>
              <a:gd name="connsiteY92" fmla="*/ 259554 h 260086"/>
              <a:gd name="connsiteX93" fmla="*/ 502915 w 765852"/>
              <a:gd name="connsiteY93" fmla="*/ 197523 h 260086"/>
              <a:gd name="connsiteX94" fmla="*/ 495205 w 765852"/>
              <a:gd name="connsiteY94" fmla="*/ 197523 h 260086"/>
              <a:gd name="connsiteX95" fmla="*/ 495205 w 765852"/>
              <a:gd name="connsiteY95" fmla="*/ 259554 h 260086"/>
              <a:gd name="connsiteX96" fmla="*/ 544816 w 765852"/>
              <a:gd name="connsiteY96" fmla="*/ 204613 h 260086"/>
              <a:gd name="connsiteX97" fmla="*/ 564923 w 765852"/>
              <a:gd name="connsiteY97" fmla="*/ 204613 h 260086"/>
              <a:gd name="connsiteX98" fmla="*/ 564923 w 765852"/>
              <a:gd name="connsiteY98" fmla="*/ 259554 h 260086"/>
              <a:gd name="connsiteX99" fmla="*/ 572633 w 765852"/>
              <a:gd name="connsiteY99" fmla="*/ 259554 h 260086"/>
              <a:gd name="connsiteX100" fmla="*/ 572633 w 765852"/>
              <a:gd name="connsiteY100" fmla="*/ 204613 h 260086"/>
              <a:gd name="connsiteX101" fmla="*/ 592740 w 765852"/>
              <a:gd name="connsiteY101" fmla="*/ 204613 h 260086"/>
              <a:gd name="connsiteX102" fmla="*/ 592740 w 765852"/>
              <a:gd name="connsiteY102" fmla="*/ 197523 h 260086"/>
              <a:gd name="connsiteX103" fmla="*/ 544816 w 765852"/>
              <a:gd name="connsiteY103" fmla="*/ 197523 h 260086"/>
              <a:gd name="connsiteX104" fmla="*/ 544816 w 765852"/>
              <a:gd name="connsiteY104" fmla="*/ 204613 h 260086"/>
              <a:gd name="connsiteX105" fmla="*/ 287389 w 765852"/>
              <a:gd name="connsiteY105" fmla="*/ 2119 h 260086"/>
              <a:gd name="connsiteX106" fmla="*/ 345234 w 765852"/>
              <a:gd name="connsiteY106" fmla="*/ 140105 h 260086"/>
              <a:gd name="connsiteX107" fmla="*/ 381413 w 765852"/>
              <a:gd name="connsiteY107" fmla="*/ 166796 h 260086"/>
              <a:gd name="connsiteX108" fmla="*/ 382899 w 765852"/>
              <a:gd name="connsiteY108" fmla="*/ 166796 h 260086"/>
              <a:gd name="connsiteX109" fmla="*/ 316692 w 765852"/>
              <a:gd name="connsiteY109" fmla="*/ 2119 h 260086"/>
              <a:gd name="connsiteX110" fmla="*/ 287389 w 765852"/>
              <a:gd name="connsiteY110" fmla="*/ 2119 h 260086"/>
              <a:gd name="connsiteX111" fmla="*/ 443549 w 765852"/>
              <a:gd name="connsiteY111" fmla="*/ 199871 h 260086"/>
              <a:gd name="connsiteX112" fmla="*/ 432739 w 765852"/>
              <a:gd name="connsiteY112" fmla="*/ 197523 h 260086"/>
              <a:gd name="connsiteX113" fmla="*/ 408910 w 765852"/>
              <a:gd name="connsiteY113" fmla="*/ 197523 h 260086"/>
              <a:gd name="connsiteX114" fmla="*/ 408910 w 765852"/>
              <a:gd name="connsiteY114" fmla="*/ 259554 h 260086"/>
              <a:gd name="connsiteX115" fmla="*/ 416621 w 765852"/>
              <a:gd name="connsiteY115" fmla="*/ 259554 h 260086"/>
              <a:gd name="connsiteX116" fmla="*/ 416621 w 765852"/>
              <a:gd name="connsiteY116" fmla="*/ 235716 h 260086"/>
              <a:gd name="connsiteX117" fmla="*/ 432748 w 765852"/>
              <a:gd name="connsiteY117" fmla="*/ 235716 h 260086"/>
              <a:gd name="connsiteX118" fmla="*/ 443512 w 765852"/>
              <a:gd name="connsiteY118" fmla="*/ 233368 h 260086"/>
              <a:gd name="connsiteX119" fmla="*/ 450728 w 765852"/>
              <a:gd name="connsiteY119" fmla="*/ 226681 h 260086"/>
              <a:gd name="connsiteX120" fmla="*/ 453295 w 765852"/>
              <a:gd name="connsiteY120" fmla="*/ 216583 h 260086"/>
              <a:gd name="connsiteX121" fmla="*/ 450774 w 765852"/>
              <a:gd name="connsiteY121" fmla="*/ 206521 h 260086"/>
              <a:gd name="connsiteX122" fmla="*/ 443558 w 765852"/>
              <a:gd name="connsiteY122" fmla="*/ 199871 h 260086"/>
              <a:gd name="connsiteX123" fmla="*/ 441779 w 765852"/>
              <a:gd name="connsiteY123" fmla="*/ 225351 h 260086"/>
              <a:gd name="connsiteX124" fmla="*/ 432033 w 765852"/>
              <a:gd name="connsiteY124" fmla="*/ 228635 h 260086"/>
              <a:gd name="connsiteX125" fmla="*/ 416621 w 765852"/>
              <a:gd name="connsiteY125" fmla="*/ 228635 h 260086"/>
              <a:gd name="connsiteX126" fmla="*/ 416621 w 765852"/>
              <a:gd name="connsiteY126" fmla="*/ 204622 h 260086"/>
              <a:gd name="connsiteX127" fmla="*/ 432125 w 765852"/>
              <a:gd name="connsiteY127" fmla="*/ 204622 h 260086"/>
              <a:gd name="connsiteX128" fmla="*/ 441825 w 765852"/>
              <a:gd name="connsiteY128" fmla="*/ 207860 h 260086"/>
              <a:gd name="connsiteX129" fmla="*/ 445410 w 765852"/>
              <a:gd name="connsiteY129" fmla="*/ 216592 h 260086"/>
              <a:gd name="connsiteX130" fmla="*/ 441779 w 765852"/>
              <a:gd name="connsiteY130" fmla="*/ 225361 h 260086"/>
              <a:gd name="connsiteX131" fmla="*/ 382889 w 765852"/>
              <a:gd name="connsiteY131" fmla="*/ 166805 h 260086"/>
              <a:gd name="connsiteX132" fmla="*/ 384375 w 765852"/>
              <a:gd name="connsiteY132" fmla="*/ 166805 h 260086"/>
              <a:gd name="connsiteX133" fmla="*/ 420554 w 765852"/>
              <a:gd name="connsiteY133" fmla="*/ 140114 h 260086"/>
              <a:gd name="connsiteX134" fmla="*/ 478399 w 765852"/>
              <a:gd name="connsiteY134" fmla="*/ 2128 h 260086"/>
              <a:gd name="connsiteX135" fmla="*/ 449096 w 765852"/>
              <a:gd name="connsiteY135" fmla="*/ 2128 h 260086"/>
              <a:gd name="connsiteX136" fmla="*/ 382889 w 765852"/>
              <a:gd name="connsiteY136" fmla="*/ 166814 h 260086"/>
              <a:gd name="connsiteX137" fmla="*/ 644368 w 765852"/>
              <a:gd name="connsiteY137" fmla="*/ 197523 h 260086"/>
              <a:gd name="connsiteX138" fmla="*/ 620714 w 765852"/>
              <a:gd name="connsiteY138" fmla="*/ 259554 h 260086"/>
              <a:gd name="connsiteX139" fmla="*/ 628690 w 765852"/>
              <a:gd name="connsiteY139" fmla="*/ 259554 h 260086"/>
              <a:gd name="connsiteX140" fmla="*/ 635246 w 765852"/>
              <a:gd name="connsiteY140" fmla="*/ 242806 h 260086"/>
              <a:gd name="connsiteX141" fmla="*/ 662266 w 765852"/>
              <a:gd name="connsiteY141" fmla="*/ 242806 h 260086"/>
              <a:gd name="connsiteX142" fmla="*/ 668821 w 765852"/>
              <a:gd name="connsiteY142" fmla="*/ 259554 h 260086"/>
              <a:gd name="connsiteX143" fmla="*/ 677055 w 765852"/>
              <a:gd name="connsiteY143" fmla="*/ 259554 h 260086"/>
              <a:gd name="connsiteX144" fmla="*/ 653491 w 765852"/>
              <a:gd name="connsiteY144" fmla="*/ 197523 h 260086"/>
              <a:gd name="connsiteX145" fmla="*/ 644368 w 765852"/>
              <a:gd name="connsiteY145" fmla="*/ 197523 h 260086"/>
              <a:gd name="connsiteX146" fmla="*/ 637547 w 765852"/>
              <a:gd name="connsiteY146" fmla="*/ 235808 h 260086"/>
              <a:gd name="connsiteX147" fmla="*/ 648705 w 765852"/>
              <a:gd name="connsiteY147" fmla="*/ 205943 h 260086"/>
              <a:gd name="connsiteX148" fmla="*/ 659955 w 765852"/>
              <a:gd name="connsiteY148" fmla="*/ 235808 h 260086"/>
              <a:gd name="connsiteX149" fmla="*/ 637538 w 765852"/>
              <a:gd name="connsiteY149" fmla="*/ 235808 h 260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</a:cxnLst>
            <a:rect l="l" t="t" r="r" b="b"/>
            <a:pathLst>
              <a:path w="765852" h="260086">
                <a:moveTo>
                  <a:pt x="739575" y="143884"/>
                </a:moveTo>
                <a:cubicBezTo>
                  <a:pt x="756519" y="128906"/>
                  <a:pt x="765852" y="107425"/>
                  <a:pt x="765852" y="83403"/>
                </a:cubicBezTo>
                <a:cubicBezTo>
                  <a:pt x="765852" y="59381"/>
                  <a:pt x="756519" y="37899"/>
                  <a:pt x="739575" y="22921"/>
                </a:cubicBezTo>
                <a:cubicBezTo>
                  <a:pt x="722613" y="7925"/>
                  <a:pt x="699307" y="0"/>
                  <a:pt x="672177" y="0"/>
                </a:cubicBezTo>
                <a:cubicBezTo>
                  <a:pt x="645047" y="0"/>
                  <a:pt x="621740" y="7925"/>
                  <a:pt x="604779" y="22921"/>
                </a:cubicBezTo>
                <a:cubicBezTo>
                  <a:pt x="587835" y="37899"/>
                  <a:pt x="578501" y="59381"/>
                  <a:pt x="578501" y="83403"/>
                </a:cubicBezTo>
                <a:cubicBezTo>
                  <a:pt x="578501" y="107425"/>
                  <a:pt x="587835" y="128906"/>
                  <a:pt x="604779" y="143884"/>
                </a:cubicBezTo>
                <a:cubicBezTo>
                  <a:pt x="621740" y="158881"/>
                  <a:pt x="645047" y="166805"/>
                  <a:pt x="672177" y="166805"/>
                </a:cubicBezTo>
                <a:cubicBezTo>
                  <a:pt x="699307" y="166805"/>
                  <a:pt x="722613" y="158881"/>
                  <a:pt x="739575" y="143884"/>
                </a:cubicBezTo>
                <a:close/>
                <a:moveTo>
                  <a:pt x="604595" y="83403"/>
                </a:moveTo>
                <a:cubicBezTo>
                  <a:pt x="604595" y="66489"/>
                  <a:pt x="610821" y="52135"/>
                  <a:pt x="622611" y="41871"/>
                </a:cubicBezTo>
                <a:cubicBezTo>
                  <a:pt x="634751" y="31305"/>
                  <a:pt x="651887" y="25719"/>
                  <a:pt x="672177" y="25719"/>
                </a:cubicBezTo>
                <a:cubicBezTo>
                  <a:pt x="692467" y="25719"/>
                  <a:pt x="709603" y="31305"/>
                  <a:pt x="721742" y="41871"/>
                </a:cubicBezTo>
                <a:cubicBezTo>
                  <a:pt x="733524" y="52126"/>
                  <a:pt x="739759" y="66489"/>
                  <a:pt x="739759" y="83403"/>
                </a:cubicBezTo>
                <a:cubicBezTo>
                  <a:pt x="739759" y="100316"/>
                  <a:pt x="733533" y="114671"/>
                  <a:pt x="721742" y="124934"/>
                </a:cubicBezTo>
                <a:cubicBezTo>
                  <a:pt x="709603" y="135501"/>
                  <a:pt x="692467" y="141077"/>
                  <a:pt x="672177" y="141077"/>
                </a:cubicBezTo>
                <a:cubicBezTo>
                  <a:pt x="651887" y="141077"/>
                  <a:pt x="634741" y="135491"/>
                  <a:pt x="622611" y="124934"/>
                </a:cubicBezTo>
                <a:cubicBezTo>
                  <a:pt x="610830" y="114671"/>
                  <a:pt x="604595" y="100316"/>
                  <a:pt x="604595" y="83403"/>
                </a:cubicBezTo>
                <a:close/>
                <a:moveTo>
                  <a:pt x="238310" y="207181"/>
                </a:moveTo>
                <a:cubicBezTo>
                  <a:pt x="241556" y="205118"/>
                  <a:pt x="245306" y="204081"/>
                  <a:pt x="249560" y="204081"/>
                </a:cubicBezTo>
                <a:cubicBezTo>
                  <a:pt x="254282" y="204081"/>
                  <a:pt x="258288" y="205292"/>
                  <a:pt x="261562" y="207713"/>
                </a:cubicBezTo>
                <a:cubicBezTo>
                  <a:pt x="264835" y="210135"/>
                  <a:pt x="267035" y="213501"/>
                  <a:pt x="268163" y="217812"/>
                </a:cubicBezTo>
                <a:lnTo>
                  <a:pt x="275874" y="217812"/>
                </a:lnTo>
                <a:cubicBezTo>
                  <a:pt x="274691" y="211373"/>
                  <a:pt x="271784" y="206292"/>
                  <a:pt x="267145" y="202568"/>
                </a:cubicBezTo>
                <a:cubicBezTo>
                  <a:pt x="262506" y="198844"/>
                  <a:pt x="256766" y="196982"/>
                  <a:pt x="249917" y="196982"/>
                </a:cubicBezTo>
                <a:cubicBezTo>
                  <a:pt x="244013" y="196982"/>
                  <a:pt x="238814" y="198293"/>
                  <a:pt x="234322" y="200926"/>
                </a:cubicBezTo>
                <a:cubicBezTo>
                  <a:pt x="229838" y="203558"/>
                  <a:pt x="226382" y="207264"/>
                  <a:pt x="223961" y="212052"/>
                </a:cubicBezTo>
                <a:cubicBezTo>
                  <a:pt x="221541" y="216840"/>
                  <a:pt x="220330" y="222334"/>
                  <a:pt x="220330" y="228534"/>
                </a:cubicBezTo>
                <a:cubicBezTo>
                  <a:pt x="220330" y="234734"/>
                  <a:pt x="221541" y="240302"/>
                  <a:pt x="223961" y="245062"/>
                </a:cubicBezTo>
                <a:cubicBezTo>
                  <a:pt x="226382" y="249823"/>
                  <a:pt x="229838" y="253510"/>
                  <a:pt x="234322" y="256142"/>
                </a:cubicBezTo>
                <a:cubicBezTo>
                  <a:pt x="238805" y="258775"/>
                  <a:pt x="244004" y="260086"/>
                  <a:pt x="249917" y="260086"/>
                </a:cubicBezTo>
                <a:cubicBezTo>
                  <a:pt x="256831" y="260086"/>
                  <a:pt x="262570" y="258224"/>
                  <a:pt x="267145" y="254501"/>
                </a:cubicBezTo>
                <a:cubicBezTo>
                  <a:pt x="271720" y="250777"/>
                  <a:pt x="274599" y="245695"/>
                  <a:pt x="275782" y="239256"/>
                </a:cubicBezTo>
                <a:lnTo>
                  <a:pt x="268071" y="239256"/>
                </a:lnTo>
                <a:cubicBezTo>
                  <a:pt x="266888" y="243631"/>
                  <a:pt x="264706" y="247007"/>
                  <a:pt x="261516" y="249401"/>
                </a:cubicBezTo>
                <a:cubicBezTo>
                  <a:pt x="258325" y="251795"/>
                  <a:pt x="254337" y="252987"/>
                  <a:pt x="249560" y="252987"/>
                </a:cubicBezTo>
                <a:cubicBezTo>
                  <a:pt x="245306" y="252987"/>
                  <a:pt x="241556" y="251951"/>
                  <a:pt x="238310" y="249887"/>
                </a:cubicBezTo>
                <a:cubicBezTo>
                  <a:pt x="235064" y="247823"/>
                  <a:pt x="232561" y="244925"/>
                  <a:pt x="230828" y="241201"/>
                </a:cubicBezTo>
                <a:cubicBezTo>
                  <a:pt x="229086" y="237477"/>
                  <a:pt x="228215" y="233258"/>
                  <a:pt x="228215" y="228525"/>
                </a:cubicBezTo>
                <a:cubicBezTo>
                  <a:pt x="228215" y="223792"/>
                  <a:pt x="229086" y="219499"/>
                  <a:pt x="230828" y="215812"/>
                </a:cubicBezTo>
                <a:cubicBezTo>
                  <a:pt x="232570" y="212125"/>
                  <a:pt x="235064" y="209245"/>
                  <a:pt x="238310" y="207172"/>
                </a:cubicBezTo>
                <a:close/>
                <a:moveTo>
                  <a:pt x="335580" y="197523"/>
                </a:moveTo>
                <a:lnTo>
                  <a:pt x="311925" y="259554"/>
                </a:lnTo>
                <a:lnTo>
                  <a:pt x="319892" y="259554"/>
                </a:lnTo>
                <a:lnTo>
                  <a:pt x="326448" y="242806"/>
                </a:lnTo>
                <a:lnTo>
                  <a:pt x="353467" y="242806"/>
                </a:lnTo>
                <a:lnTo>
                  <a:pt x="360023" y="259554"/>
                </a:lnTo>
                <a:lnTo>
                  <a:pt x="368256" y="259554"/>
                </a:lnTo>
                <a:lnTo>
                  <a:pt x="344693" y="197523"/>
                </a:lnTo>
                <a:lnTo>
                  <a:pt x="335570" y="197523"/>
                </a:lnTo>
                <a:close/>
                <a:moveTo>
                  <a:pt x="328758" y="235808"/>
                </a:moveTo>
                <a:lnTo>
                  <a:pt x="339916" y="205943"/>
                </a:lnTo>
                <a:lnTo>
                  <a:pt x="351166" y="235808"/>
                </a:lnTo>
                <a:lnTo>
                  <a:pt x="328749" y="235808"/>
                </a:lnTo>
                <a:close/>
                <a:moveTo>
                  <a:pt x="725437" y="197523"/>
                </a:moveTo>
                <a:lnTo>
                  <a:pt x="717736" y="197523"/>
                </a:lnTo>
                <a:lnTo>
                  <a:pt x="717736" y="259554"/>
                </a:lnTo>
                <a:lnTo>
                  <a:pt x="753704" y="259554"/>
                </a:lnTo>
                <a:lnTo>
                  <a:pt x="753704" y="252464"/>
                </a:lnTo>
                <a:lnTo>
                  <a:pt x="725446" y="252464"/>
                </a:lnTo>
                <a:lnTo>
                  <a:pt x="725446" y="197523"/>
                </a:lnTo>
                <a:close/>
                <a:moveTo>
                  <a:pt x="250953" y="2119"/>
                </a:moveTo>
                <a:lnTo>
                  <a:pt x="225566" y="2119"/>
                </a:lnTo>
                <a:lnTo>
                  <a:pt x="225566" y="164677"/>
                </a:lnTo>
                <a:lnTo>
                  <a:pt x="250953" y="164677"/>
                </a:lnTo>
                <a:lnTo>
                  <a:pt x="250953" y="2119"/>
                </a:lnTo>
                <a:close/>
                <a:moveTo>
                  <a:pt x="80592" y="62692"/>
                </a:moveTo>
                <a:lnTo>
                  <a:pt x="80592" y="164687"/>
                </a:lnTo>
                <a:cubicBezTo>
                  <a:pt x="80592" y="164687"/>
                  <a:pt x="106732" y="164687"/>
                  <a:pt x="106732" y="164687"/>
                </a:cubicBezTo>
                <a:lnTo>
                  <a:pt x="106713" y="62692"/>
                </a:lnTo>
                <a:cubicBezTo>
                  <a:pt x="106713" y="50282"/>
                  <a:pt x="102707" y="38523"/>
                  <a:pt x="95124" y="28700"/>
                </a:cubicBezTo>
                <a:lnTo>
                  <a:pt x="93648" y="26792"/>
                </a:lnTo>
                <a:lnTo>
                  <a:pt x="92172" y="28700"/>
                </a:lnTo>
                <a:cubicBezTo>
                  <a:pt x="84589" y="38523"/>
                  <a:pt x="80583" y="50273"/>
                  <a:pt x="80583" y="62692"/>
                </a:cubicBezTo>
                <a:close/>
                <a:moveTo>
                  <a:pt x="47273" y="2119"/>
                </a:moveTo>
                <a:lnTo>
                  <a:pt x="0" y="2119"/>
                </a:lnTo>
                <a:lnTo>
                  <a:pt x="0" y="26792"/>
                </a:lnTo>
                <a:lnTo>
                  <a:pt x="93648" y="26792"/>
                </a:lnTo>
                <a:lnTo>
                  <a:pt x="91328" y="23793"/>
                </a:lnTo>
                <a:cubicBezTo>
                  <a:pt x="80693" y="10025"/>
                  <a:pt x="64629" y="2119"/>
                  <a:pt x="47273" y="2119"/>
                </a:cubicBezTo>
                <a:close/>
                <a:moveTo>
                  <a:pt x="95968" y="23793"/>
                </a:moveTo>
                <a:lnTo>
                  <a:pt x="93648" y="26792"/>
                </a:lnTo>
                <a:lnTo>
                  <a:pt x="187296" y="26792"/>
                </a:lnTo>
                <a:lnTo>
                  <a:pt x="187296" y="2119"/>
                </a:lnTo>
                <a:lnTo>
                  <a:pt x="140023" y="2119"/>
                </a:lnTo>
                <a:cubicBezTo>
                  <a:pt x="122657" y="2119"/>
                  <a:pt x="106603" y="10016"/>
                  <a:pt x="95958" y="23793"/>
                </a:cubicBezTo>
                <a:close/>
                <a:moveTo>
                  <a:pt x="514844" y="164677"/>
                </a:moveTo>
                <a:lnTo>
                  <a:pt x="540232" y="164677"/>
                </a:lnTo>
                <a:lnTo>
                  <a:pt x="540232" y="2119"/>
                </a:lnTo>
                <a:lnTo>
                  <a:pt x="514844" y="2119"/>
                </a:lnTo>
                <a:lnTo>
                  <a:pt x="514844" y="164677"/>
                </a:lnTo>
                <a:close/>
                <a:moveTo>
                  <a:pt x="495205" y="259554"/>
                </a:moveTo>
                <a:lnTo>
                  <a:pt x="502915" y="259554"/>
                </a:lnTo>
                <a:lnTo>
                  <a:pt x="502915" y="197523"/>
                </a:lnTo>
                <a:lnTo>
                  <a:pt x="495205" y="197523"/>
                </a:lnTo>
                <a:lnTo>
                  <a:pt x="495205" y="259554"/>
                </a:lnTo>
                <a:close/>
                <a:moveTo>
                  <a:pt x="544816" y="204613"/>
                </a:moveTo>
                <a:lnTo>
                  <a:pt x="564923" y="204613"/>
                </a:lnTo>
                <a:lnTo>
                  <a:pt x="564923" y="259554"/>
                </a:lnTo>
                <a:lnTo>
                  <a:pt x="572633" y="259554"/>
                </a:lnTo>
                <a:lnTo>
                  <a:pt x="572633" y="204613"/>
                </a:lnTo>
                <a:lnTo>
                  <a:pt x="592740" y="204613"/>
                </a:lnTo>
                <a:lnTo>
                  <a:pt x="592740" y="197523"/>
                </a:lnTo>
                <a:lnTo>
                  <a:pt x="544816" y="197523"/>
                </a:lnTo>
                <a:lnTo>
                  <a:pt x="544816" y="204613"/>
                </a:lnTo>
                <a:close/>
                <a:moveTo>
                  <a:pt x="287389" y="2119"/>
                </a:moveTo>
                <a:cubicBezTo>
                  <a:pt x="287389" y="2119"/>
                  <a:pt x="335680" y="117220"/>
                  <a:pt x="345234" y="140105"/>
                </a:cubicBezTo>
                <a:cubicBezTo>
                  <a:pt x="356374" y="166796"/>
                  <a:pt x="374464" y="166796"/>
                  <a:pt x="381413" y="166796"/>
                </a:cubicBezTo>
                <a:lnTo>
                  <a:pt x="382899" y="166796"/>
                </a:lnTo>
                <a:lnTo>
                  <a:pt x="316692" y="2119"/>
                </a:lnTo>
                <a:lnTo>
                  <a:pt x="287389" y="2119"/>
                </a:lnTo>
                <a:close/>
                <a:moveTo>
                  <a:pt x="443549" y="199871"/>
                </a:moveTo>
                <a:cubicBezTo>
                  <a:pt x="440413" y="198303"/>
                  <a:pt x="436819" y="197523"/>
                  <a:pt x="432739" y="197523"/>
                </a:cubicBezTo>
                <a:lnTo>
                  <a:pt x="408910" y="197523"/>
                </a:lnTo>
                <a:lnTo>
                  <a:pt x="408910" y="259554"/>
                </a:lnTo>
                <a:lnTo>
                  <a:pt x="416621" y="259554"/>
                </a:lnTo>
                <a:lnTo>
                  <a:pt x="416621" y="235716"/>
                </a:lnTo>
                <a:lnTo>
                  <a:pt x="432748" y="235716"/>
                </a:lnTo>
                <a:cubicBezTo>
                  <a:pt x="436819" y="235716"/>
                  <a:pt x="440413" y="234936"/>
                  <a:pt x="443512" y="233368"/>
                </a:cubicBezTo>
                <a:cubicBezTo>
                  <a:pt x="446611" y="231799"/>
                  <a:pt x="449013" y="229571"/>
                  <a:pt x="450728" y="226681"/>
                </a:cubicBezTo>
                <a:cubicBezTo>
                  <a:pt x="452442" y="223783"/>
                  <a:pt x="453295" y="220417"/>
                  <a:pt x="453295" y="216583"/>
                </a:cubicBezTo>
                <a:cubicBezTo>
                  <a:pt x="453295" y="212749"/>
                  <a:pt x="452452" y="209392"/>
                  <a:pt x="450774" y="206521"/>
                </a:cubicBezTo>
                <a:cubicBezTo>
                  <a:pt x="449087" y="203659"/>
                  <a:pt x="446685" y="201439"/>
                  <a:pt x="443558" y="199871"/>
                </a:cubicBezTo>
                <a:close/>
                <a:moveTo>
                  <a:pt x="441779" y="225351"/>
                </a:moveTo>
                <a:cubicBezTo>
                  <a:pt x="439359" y="227534"/>
                  <a:pt x="436113" y="228635"/>
                  <a:pt x="432033" y="228635"/>
                </a:cubicBezTo>
                <a:lnTo>
                  <a:pt x="416621" y="228635"/>
                </a:lnTo>
                <a:lnTo>
                  <a:pt x="416621" y="204622"/>
                </a:lnTo>
                <a:lnTo>
                  <a:pt x="432125" y="204622"/>
                </a:lnTo>
                <a:cubicBezTo>
                  <a:pt x="436196" y="204622"/>
                  <a:pt x="439432" y="205705"/>
                  <a:pt x="441825" y="207860"/>
                </a:cubicBezTo>
                <a:cubicBezTo>
                  <a:pt x="444218" y="210015"/>
                  <a:pt x="445410" y="212923"/>
                  <a:pt x="445410" y="216592"/>
                </a:cubicBezTo>
                <a:cubicBezTo>
                  <a:pt x="445410" y="220261"/>
                  <a:pt x="444200" y="223178"/>
                  <a:pt x="441779" y="225361"/>
                </a:cubicBezTo>
                <a:close/>
                <a:moveTo>
                  <a:pt x="382889" y="166805"/>
                </a:moveTo>
                <a:lnTo>
                  <a:pt x="384375" y="166805"/>
                </a:lnTo>
                <a:cubicBezTo>
                  <a:pt x="391334" y="166805"/>
                  <a:pt x="409423" y="166805"/>
                  <a:pt x="420554" y="140114"/>
                </a:cubicBezTo>
                <a:cubicBezTo>
                  <a:pt x="430099" y="117230"/>
                  <a:pt x="478399" y="2128"/>
                  <a:pt x="478399" y="2128"/>
                </a:cubicBezTo>
                <a:lnTo>
                  <a:pt x="449096" y="2128"/>
                </a:lnTo>
                <a:lnTo>
                  <a:pt x="382889" y="166814"/>
                </a:lnTo>
                <a:close/>
                <a:moveTo>
                  <a:pt x="644368" y="197523"/>
                </a:moveTo>
                <a:lnTo>
                  <a:pt x="620714" y="259554"/>
                </a:lnTo>
                <a:lnTo>
                  <a:pt x="628690" y="259554"/>
                </a:lnTo>
                <a:lnTo>
                  <a:pt x="635246" y="242806"/>
                </a:lnTo>
                <a:lnTo>
                  <a:pt x="662266" y="242806"/>
                </a:lnTo>
                <a:lnTo>
                  <a:pt x="668821" y="259554"/>
                </a:lnTo>
                <a:lnTo>
                  <a:pt x="677055" y="259554"/>
                </a:lnTo>
                <a:lnTo>
                  <a:pt x="653491" y="197523"/>
                </a:lnTo>
                <a:lnTo>
                  <a:pt x="644368" y="197523"/>
                </a:lnTo>
                <a:close/>
                <a:moveTo>
                  <a:pt x="637547" y="235808"/>
                </a:moveTo>
                <a:lnTo>
                  <a:pt x="648705" y="205943"/>
                </a:lnTo>
                <a:lnTo>
                  <a:pt x="659955" y="235808"/>
                </a:lnTo>
                <a:lnTo>
                  <a:pt x="637538" y="235808"/>
                </a:lnTo>
                <a:close/>
              </a:path>
            </a:pathLst>
          </a:custGeom>
          <a:solidFill>
            <a:schemeClr val="bg1"/>
          </a:solidFill>
          <a:ln w="1061" cap="flat">
            <a:noFill/>
            <a:prstDash val="solid"/>
            <a:miter/>
          </a:ln>
        </p:spPr>
        <p:txBody>
          <a:bodyPr rtlCol="0" anchor="ctr"/>
          <a:lstStyle/>
          <a:p>
            <a:endParaRPr lang="pt-BR" sz="849">
              <a:solidFill>
                <a:schemeClr val="bg1"/>
              </a:solidFill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1E210A61-F7AF-5C56-9539-494DD44ED880}"/>
              </a:ext>
            </a:extLst>
          </p:cNvPr>
          <p:cNvCxnSpPr/>
          <p:nvPr userDrawn="1"/>
        </p:nvCxnSpPr>
        <p:spPr>
          <a:xfrm>
            <a:off x="334964" y="185353"/>
            <a:ext cx="10415415" cy="0"/>
          </a:xfrm>
          <a:prstGeom prst="line">
            <a:avLst/>
          </a:prstGeom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42233D2-9F78-8FB4-6848-6FABD836DEBB}"/>
              </a:ext>
            </a:extLst>
          </p:cNvPr>
          <p:cNvCxnSpPr>
            <a:cxnSpLocks/>
          </p:cNvCxnSpPr>
          <p:nvPr userDrawn="1"/>
        </p:nvCxnSpPr>
        <p:spPr>
          <a:xfrm>
            <a:off x="334963" y="6573705"/>
            <a:ext cx="11094148" cy="0"/>
          </a:xfrm>
          <a:prstGeom prst="line">
            <a:avLst/>
          </a:prstGeom>
          <a:noFill/>
          <a:ln w="9525" cap="flat" cmpd="sng" algn="ctr">
            <a:solidFill>
              <a:schemeClr val="tx1">
                <a:lumMod val="85000"/>
                <a:lumOff val="15000"/>
              </a:schemeClr>
            </a:solidFill>
            <a:prstDash val="solid"/>
          </a:ln>
          <a:effectLst/>
        </p:spPr>
      </p:cxnSp>
    </p:spTree>
    <p:extLst>
      <p:ext uri="{BB962C8B-B14F-4D97-AF65-F5344CB8AC3E}">
        <p14:creationId xmlns:p14="http://schemas.microsoft.com/office/powerpoint/2010/main" val="266996640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2319">
          <p15:clr>
            <a:srgbClr val="FBAE40"/>
          </p15:clr>
        </p15:guide>
        <p15:guide id="4" pos="189">
          <p15:clr>
            <a:srgbClr val="FBAE40"/>
          </p15:clr>
        </p15:guide>
        <p15:guide id="5" orient="horz" pos="6919">
          <p15:clr>
            <a:srgbClr val="FBAE40"/>
          </p15:clr>
        </p15:guide>
        <p15:guide id="6" orient="horz" pos="572">
          <p15:clr>
            <a:srgbClr val="FBAE40"/>
          </p15:clr>
        </p15:guide>
        <p15:guide id="7" orient="horz" pos="640">
          <p15:clr>
            <a:srgbClr val="FBAE40"/>
          </p15:clr>
        </p15:guide>
        <p15:guide id="8" orient="horz" pos="6714">
          <p15:clr>
            <a:srgbClr val="FBAE40"/>
          </p15:clr>
        </p15:guide>
        <p15:guide id="9" orient="horz" pos="504">
          <p15:clr>
            <a:srgbClr val="FBAE40"/>
          </p15:clr>
        </p15:guide>
        <p15:guide id="10" pos="7469">
          <p15:clr>
            <a:srgbClr val="FBAE40"/>
          </p15:clr>
        </p15:guide>
        <p15:guide id="11" orient="horz" pos="96">
          <p15:clr>
            <a:srgbClr val="FBAE40"/>
          </p15:clr>
        </p15:guide>
        <p15:guide id="12" orient="horz" pos="4201">
          <p15:clr>
            <a:srgbClr val="FBAE40"/>
          </p15:clr>
        </p15:guide>
        <p15:guide id="13" orient="horz" pos="4065">
          <p15:clr>
            <a:srgbClr val="FBAE40"/>
          </p15:clr>
        </p15:guide>
        <p15:guide id="14" orient="horz" pos="232">
          <p15:clr>
            <a:srgbClr val="FBAE40"/>
          </p15:clr>
        </p15:guide>
      </p15:sldGuideLst>
    </p:ext>
  </p:extLst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3_Título | 1 linha - Black">
    <p:bg>
      <p:bgPr>
        <a:solidFill>
          <a:schemeClr val="tx1">
            <a:lumMod val="95000"/>
            <a:lumOff val="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8349964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2319">
          <p15:clr>
            <a:srgbClr val="FBAE40"/>
          </p15:clr>
        </p15:guide>
        <p15:guide id="4" pos="370">
          <p15:clr>
            <a:srgbClr val="FBAE40"/>
          </p15:clr>
        </p15:guide>
        <p15:guide id="5" orient="horz" pos="6919">
          <p15:clr>
            <a:srgbClr val="FBAE40"/>
          </p15:clr>
        </p15:guide>
        <p15:guide id="7" orient="horz" pos="640">
          <p15:clr>
            <a:srgbClr val="FBAE40"/>
          </p15:clr>
        </p15:guide>
        <p15:guide id="8" orient="horz" pos="6714">
          <p15:clr>
            <a:srgbClr val="FBAE40"/>
          </p15:clr>
        </p15:guide>
        <p15:guide id="9" orient="horz" pos="504">
          <p15:clr>
            <a:srgbClr val="FBAE40"/>
          </p15:clr>
        </p15:guide>
        <p15:guide id="10" pos="7310">
          <p15:clr>
            <a:srgbClr val="FBAE40"/>
          </p15:clr>
        </p15:guide>
        <p15:guide id="11" orient="horz" pos="96">
          <p15:clr>
            <a:srgbClr val="FBAE40"/>
          </p15:clr>
        </p15:guide>
        <p15:guide id="12" orient="horz" pos="4224">
          <p15:clr>
            <a:srgbClr val="FBAE40"/>
          </p15:clr>
        </p15:guide>
        <p15:guide id="13" orient="horz" pos="4065">
          <p15:clr>
            <a:srgbClr val="FBAE40"/>
          </p15:clr>
        </p15:guide>
        <p15:guide id="14" orient="horz" pos="232">
          <p15:clr>
            <a:srgbClr val="FBAE40"/>
          </p15:clr>
        </p15:guide>
        <p15:guide id="15" orient="horz" pos="777">
          <p15:clr>
            <a:srgbClr val="FBAE40"/>
          </p15:clr>
        </p15:guide>
        <p15:guide id="16" orient="horz" pos="913">
          <p15:clr>
            <a:srgbClr val="FBAE40"/>
          </p15:clr>
        </p15:guide>
      </p15:sldGuideLst>
    </p:ext>
  </p:extLst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1" cy="38254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86" b="1" i="0">
                <a:solidFill>
                  <a:schemeClr val="bg1"/>
                </a:solidFill>
                <a:latin typeface="Versos"/>
                <a:cs typeface="Verso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276999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81940673"/>
      </p:ext>
    </p:extLst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331388" y="524468"/>
            <a:ext cx="4193648" cy="382541"/>
          </a:xfrm>
        </p:spPr>
        <p:txBody>
          <a:bodyPr lIns="0" tIns="0" rIns="0" bIns="0"/>
          <a:lstStyle>
            <a:lvl1pPr>
              <a:defRPr sz="2486" b="1" i="0">
                <a:solidFill>
                  <a:schemeClr val="bg1"/>
                </a:solidFill>
                <a:latin typeface="Versos"/>
                <a:cs typeface="Verso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276999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618671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12047">
          <p15:clr>
            <a:srgbClr val="FBAE40"/>
          </p15:clr>
        </p15:guide>
      </p15:sldGuideLst>
    </p:ext>
  </p:extLst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331388" y="524468"/>
            <a:ext cx="4193648" cy="382541"/>
          </a:xfrm>
        </p:spPr>
        <p:txBody>
          <a:bodyPr lIns="0" tIns="0" rIns="0" bIns="0"/>
          <a:lstStyle>
            <a:lvl1pPr>
              <a:defRPr sz="2486" b="1" i="0">
                <a:solidFill>
                  <a:schemeClr val="bg1"/>
                </a:solidFill>
                <a:latin typeface="Versos"/>
                <a:cs typeface="Verso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276999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9/11/2026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34756954"/>
      </p:ext>
    </p:extLst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331388" y="524468"/>
            <a:ext cx="4193648" cy="382541"/>
          </a:xfrm>
        </p:spPr>
        <p:txBody>
          <a:bodyPr lIns="0" tIns="0" rIns="0" bIns="0"/>
          <a:lstStyle>
            <a:lvl1pPr>
              <a:defRPr sz="2486" b="1" i="0">
                <a:solidFill>
                  <a:schemeClr val="bg1"/>
                </a:solidFill>
                <a:latin typeface="Versos"/>
                <a:cs typeface="Verso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276999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9/11/2026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18339850"/>
      </p:ext>
    </p:extLst>
  </p:cSld>
  <p:clrMapOvr>
    <a:masterClrMapping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276999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9/11/2026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092427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124">
          <p15:clr>
            <a:srgbClr val="FBAE40"/>
          </p15:clr>
        </p15:guide>
        <p15:guide id="2" pos="4">
          <p15:clr>
            <a:srgbClr val="FBAE40"/>
          </p15:clr>
        </p15:guide>
        <p15:guide id="3" pos="594">
          <p15:clr>
            <a:srgbClr val="FBAE40"/>
          </p15:clr>
        </p15:guide>
        <p15:guide id="4" pos="12047">
          <p15:clr>
            <a:srgbClr val="FBAE40"/>
          </p15:clr>
        </p15:guide>
        <p15:guide id="5" orient="horz" pos="1">
          <p15:clr>
            <a:srgbClr val="FBAE40"/>
          </p15:clr>
        </p15:guide>
        <p15:guide id="6" orient="horz" pos="500">
          <p15:clr>
            <a:srgbClr val="FBAE40"/>
          </p15:clr>
        </p15:guide>
        <p15:guide id="7" orient="horz" pos="659">
          <p15:clr>
            <a:srgbClr val="FBAE40"/>
          </p15:clr>
        </p15:guide>
        <p15:guide id="8" orient="horz" pos="818">
          <p15:clr>
            <a:srgbClr val="FBAE40"/>
          </p15:clr>
        </p15:guide>
        <p15:guide id="9" orient="horz" pos="7009">
          <p15:clr>
            <a:srgbClr val="FBAE40"/>
          </p15:clr>
        </p15:guide>
        <p15:guide id="10" orient="horz" pos="6601">
          <p15:clr>
            <a:srgbClr val="FBAE40"/>
          </p15:clr>
        </p15:guide>
      </p15:sldGuideLst>
    </p:ext>
  </p:extLst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Imagem 36" descr="Uma imagem contendo Forma&#10;&#10;O conteúdo gerado por IA pode estar incorreto.">
            <a:extLst>
              <a:ext uri="{FF2B5EF4-FFF2-40B4-BE49-F238E27FC236}">
                <a16:creationId xmlns:a16="http://schemas.microsoft.com/office/drawing/2014/main" id="{CDA188C2-FAB4-A07A-A11A-4501F936437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" b="530"/>
          <a:stretch>
            <a:fillRect/>
          </a:stretch>
        </p:blipFill>
        <p:spPr>
          <a:xfrm>
            <a:off x="-1" y="-3352"/>
            <a:ext cx="12230469" cy="6861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4867098"/>
      </p:ext>
    </p:extLst>
  </p:cSld>
  <p:clrMapOvr>
    <a:masterClrMapping/>
  </p:clrMapOvr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bg>
      <p:bgPr>
        <a:solidFill>
          <a:schemeClr val="tx1">
            <a:lumMod val="95000"/>
            <a:lumOff val="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402220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3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53613152"/>
      </p:ext>
    </p:extLst>
  </p:cSld>
  <p:clrMapOvr>
    <a:masterClrMapping/>
  </p:clrMapOvr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8519073"/>
      </p:ext>
    </p:extLst>
  </p:cSld>
  <p:clrMapOvr>
    <a:masterClrMapping/>
  </p:clrMapOvr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0638416"/>
      </p:ext>
    </p:extLst>
  </p:cSld>
  <p:clrMapOvr>
    <a:masterClrMapping/>
  </p:clrMapOvr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4586813"/>
      </p:ext>
    </p:extLst>
  </p:cSld>
  <p:clrMapOvr>
    <a:masterClrMapping/>
  </p:clrMapOvr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4350982"/>
      </p:ext>
    </p:extLst>
  </p:cSld>
  <p:clrMapOvr>
    <a:masterClrMapping/>
  </p:clrMapOvr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0906742"/>
      </p:ext>
    </p:extLst>
  </p:cSld>
  <p:clrMapOvr>
    <a:masterClrMapping/>
  </p:clrMapOvr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7058889"/>
      </p:ext>
    </p:extLst>
  </p:cSld>
  <p:clrMapOvr>
    <a:masterClrMapping/>
  </p:clrMapOvr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9169839"/>
      </p:ext>
    </p:extLst>
  </p:cSld>
  <p:clrMapOvr>
    <a:masterClrMapping/>
  </p:clrMapOvr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7519708"/>
      </p:ext>
    </p:extLst>
  </p:cSld>
  <p:clrMapOvr>
    <a:masterClrMapping/>
  </p:clrMapOvr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1344999"/>
      </p:ext>
    </p:extLst>
  </p:cSld>
  <p:clrMapOvr>
    <a:masterClrMapping/>
  </p:clrMapOvr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2349798"/>
      </p:ext>
    </p:extLst>
  </p:cSld>
  <p:clrMapOvr>
    <a:masterClrMapping/>
  </p:clrMapOvr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2038235"/>
      </p:ext>
    </p:extLst>
  </p:cSld>
  <p:clrMapOvr>
    <a:masterClrMapping/>
  </p:clrMapOvr>
</p:sldLayout>
</file>

<file path=ppt/slideLayouts/slideLayout1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| 1 linha - Branco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132BCE3-A04F-8602-64F7-7623C7EAF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61763" y="6482556"/>
            <a:ext cx="295275" cy="1692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defRPr sz="1100">
                <a:solidFill>
                  <a:schemeClr val="tx1"/>
                </a:solidFill>
                <a:latin typeface="Versos" panose="020B0503020204030204" pitchFamily="34" charset="0"/>
                <a:cs typeface="Versos" panose="020B0503020204030204" pitchFamily="34" charset="0"/>
              </a:defRPr>
            </a:lvl1pPr>
          </a:lstStyle>
          <a:p>
            <a:fld id="{77667D73-C69A-4DAA-9003-24A825D36FE9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B13D7C-5A47-B0DF-B518-26E79F5D2DB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63" y="368300"/>
            <a:ext cx="10183813" cy="4308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800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 err="1"/>
              <a:t>Título</a:t>
            </a:r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401465E-A8CD-A3BA-BE2A-9597492FDC6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4963" y="6482556"/>
            <a:ext cx="10980000" cy="180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defRPr sz="900" baseline="0">
                <a:solidFill>
                  <a:schemeClr val="tx1"/>
                </a:solidFill>
                <a:latin typeface="Versos Light" panose="020B0403020204030204" pitchFamily="34" charset="0"/>
              </a:defRPr>
            </a:lvl1pPr>
            <a:lvl2pPr>
              <a:defRPr sz="900">
                <a:latin typeface="Versos Light" panose="020B0403020204030204" pitchFamily="34" charset="0"/>
              </a:defRPr>
            </a:lvl2pPr>
            <a:lvl3pPr>
              <a:defRPr sz="900">
                <a:latin typeface="Versos Light" panose="020B0403020204030204" pitchFamily="34" charset="0"/>
              </a:defRPr>
            </a:lvl3pPr>
            <a:lvl4pPr>
              <a:defRPr sz="900">
                <a:latin typeface="Versos Light" panose="020B0403020204030204" pitchFamily="34" charset="0"/>
              </a:defRPr>
            </a:lvl4pPr>
            <a:lvl5pPr>
              <a:defRPr sz="900">
                <a:latin typeface="Versos Light" panose="020B0403020204030204" pitchFamily="34" charset="0"/>
              </a:defRPr>
            </a:lvl5pPr>
          </a:lstStyle>
          <a:p>
            <a:pPr lvl="0"/>
            <a:r>
              <a:rPr lang="en-US"/>
              <a:t>Fonte:</a:t>
            </a:r>
            <a:endParaRPr lang="pt-BR"/>
          </a:p>
        </p:txBody>
      </p:sp>
      <p:sp>
        <p:nvSpPr>
          <p:cNvPr id="12" name="Text Placeholder 8">
            <a:extLst>
              <a:ext uri="{FF2B5EF4-FFF2-40B4-BE49-F238E27FC236}">
                <a16:creationId xmlns:a16="http://schemas.microsoft.com/office/drawing/2014/main" id="{7A7A9582-3614-801A-785B-273FCD3E092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34963" y="1949414"/>
            <a:ext cx="11522075" cy="435931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>
                <a:solidFill>
                  <a:schemeClr val="tx1"/>
                </a:solidFill>
                <a:latin typeface="Versos Light" panose="020B04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7F86D482-580C-D22A-58CC-10B9C4F7EDD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34962" y="1518527"/>
            <a:ext cx="11522585" cy="23011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>
                <a:solidFill>
                  <a:schemeClr val="tx1"/>
                </a:solidFill>
                <a:latin typeface="Versos" panose="020B05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Picture 8">
            <a:extLst>
              <a:ext uri="{FF2B5EF4-FFF2-40B4-BE49-F238E27FC236}">
                <a16:creationId xmlns:a16="http://schemas.microsoft.com/office/drawing/2014/main" id="{EFD7F938-B824-C27B-BEB2-95E90F5FFDD4}"/>
              </a:ext>
            </a:extLst>
          </p:cNvPr>
          <p:cNvSpPr/>
          <p:nvPr userDrawn="1"/>
        </p:nvSpPr>
        <p:spPr>
          <a:xfrm>
            <a:off x="11091186" y="377178"/>
            <a:ext cx="765852" cy="260086"/>
          </a:xfrm>
          <a:custGeom>
            <a:avLst/>
            <a:gdLst>
              <a:gd name="connsiteX0" fmla="*/ 739575 w 765852"/>
              <a:gd name="connsiteY0" fmla="*/ 143884 h 260086"/>
              <a:gd name="connsiteX1" fmla="*/ 765852 w 765852"/>
              <a:gd name="connsiteY1" fmla="*/ 83403 h 260086"/>
              <a:gd name="connsiteX2" fmla="*/ 739575 w 765852"/>
              <a:gd name="connsiteY2" fmla="*/ 22921 h 260086"/>
              <a:gd name="connsiteX3" fmla="*/ 672177 w 765852"/>
              <a:gd name="connsiteY3" fmla="*/ 0 h 260086"/>
              <a:gd name="connsiteX4" fmla="*/ 604779 w 765852"/>
              <a:gd name="connsiteY4" fmla="*/ 22921 h 260086"/>
              <a:gd name="connsiteX5" fmla="*/ 578501 w 765852"/>
              <a:gd name="connsiteY5" fmla="*/ 83403 h 260086"/>
              <a:gd name="connsiteX6" fmla="*/ 604779 w 765852"/>
              <a:gd name="connsiteY6" fmla="*/ 143884 h 260086"/>
              <a:gd name="connsiteX7" fmla="*/ 672177 w 765852"/>
              <a:gd name="connsiteY7" fmla="*/ 166805 h 260086"/>
              <a:gd name="connsiteX8" fmla="*/ 739575 w 765852"/>
              <a:gd name="connsiteY8" fmla="*/ 143884 h 260086"/>
              <a:gd name="connsiteX9" fmla="*/ 604595 w 765852"/>
              <a:gd name="connsiteY9" fmla="*/ 83403 h 260086"/>
              <a:gd name="connsiteX10" fmla="*/ 622611 w 765852"/>
              <a:gd name="connsiteY10" fmla="*/ 41871 h 260086"/>
              <a:gd name="connsiteX11" fmla="*/ 672177 w 765852"/>
              <a:gd name="connsiteY11" fmla="*/ 25719 h 260086"/>
              <a:gd name="connsiteX12" fmla="*/ 721742 w 765852"/>
              <a:gd name="connsiteY12" fmla="*/ 41871 h 260086"/>
              <a:gd name="connsiteX13" fmla="*/ 739759 w 765852"/>
              <a:gd name="connsiteY13" fmla="*/ 83403 h 260086"/>
              <a:gd name="connsiteX14" fmla="*/ 721742 w 765852"/>
              <a:gd name="connsiteY14" fmla="*/ 124934 h 260086"/>
              <a:gd name="connsiteX15" fmla="*/ 672177 w 765852"/>
              <a:gd name="connsiteY15" fmla="*/ 141077 h 260086"/>
              <a:gd name="connsiteX16" fmla="*/ 622611 w 765852"/>
              <a:gd name="connsiteY16" fmla="*/ 124934 h 260086"/>
              <a:gd name="connsiteX17" fmla="*/ 604595 w 765852"/>
              <a:gd name="connsiteY17" fmla="*/ 83403 h 260086"/>
              <a:gd name="connsiteX18" fmla="*/ 238310 w 765852"/>
              <a:gd name="connsiteY18" fmla="*/ 207181 h 260086"/>
              <a:gd name="connsiteX19" fmla="*/ 249560 w 765852"/>
              <a:gd name="connsiteY19" fmla="*/ 204081 h 260086"/>
              <a:gd name="connsiteX20" fmla="*/ 261562 w 765852"/>
              <a:gd name="connsiteY20" fmla="*/ 207713 h 260086"/>
              <a:gd name="connsiteX21" fmla="*/ 268163 w 765852"/>
              <a:gd name="connsiteY21" fmla="*/ 217812 h 260086"/>
              <a:gd name="connsiteX22" fmla="*/ 275874 w 765852"/>
              <a:gd name="connsiteY22" fmla="*/ 217812 h 260086"/>
              <a:gd name="connsiteX23" fmla="*/ 267145 w 765852"/>
              <a:gd name="connsiteY23" fmla="*/ 202568 h 260086"/>
              <a:gd name="connsiteX24" fmla="*/ 249917 w 765852"/>
              <a:gd name="connsiteY24" fmla="*/ 196982 h 260086"/>
              <a:gd name="connsiteX25" fmla="*/ 234322 w 765852"/>
              <a:gd name="connsiteY25" fmla="*/ 200926 h 260086"/>
              <a:gd name="connsiteX26" fmla="*/ 223961 w 765852"/>
              <a:gd name="connsiteY26" fmla="*/ 212052 h 260086"/>
              <a:gd name="connsiteX27" fmla="*/ 220330 w 765852"/>
              <a:gd name="connsiteY27" fmla="*/ 228534 h 260086"/>
              <a:gd name="connsiteX28" fmla="*/ 223961 w 765852"/>
              <a:gd name="connsiteY28" fmla="*/ 245062 h 260086"/>
              <a:gd name="connsiteX29" fmla="*/ 234322 w 765852"/>
              <a:gd name="connsiteY29" fmla="*/ 256142 h 260086"/>
              <a:gd name="connsiteX30" fmla="*/ 249917 w 765852"/>
              <a:gd name="connsiteY30" fmla="*/ 260086 h 260086"/>
              <a:gd name="connsiteX31" fmla="*/ 267145 w 765852"/>
              <a:gd name="connsiteY31" fmla="*/ 254501 h 260086"/>
              <a:gd name="connsiteX32" fmla="*/ 275782 w 765852"/>
              <a:gd name="connsiteY32" fmla="*/ 239256 h 260086"/>
              <a:gd name="connsiteX33" fmla="*/ 268071 w 765852"/>
              <a:gd name="connsiteY33" fmla="*/ 239256 h 260086"/>
              <a:gd name="connsiteX34" fmla="*/ 261516 w 765852"/>
              <a:gd name="connsiteY34" fmla="*/ 249401 h 260086"/>
              <a:gd name="connsiteX35" fmla="*/ 249560 w 765852"/>
              <a:gd name="connsiteY35" fmla="*/ 252987 h 260086"/>
              <a:gd name="connsiteX36" fmla="*/ 238310 w 765852"/>
              <a:gd name="connsiteY36" fmla="*/ 249887 h 260086"/>
              <a:gd name="connsiteX37" fmla="*/ 230828 w 765852"/>
              <a:gd name="connsiteY37" fmla="*/ 241201 h 260086"/>
              <a:gd name="connsiteX38" fmla="*/ 228215 w 765852"/>
              <a:gd name="connsiteY38" fmla="*/ 228525 h 260086"/>
              <a:gd name="connsiteX39" fmla="*/ 230828 w 765852"/>
              <a:gd name="connsiteY39" fmla="*/ 215812 h 260086"/>
              <a:gd name="connsiteX40" fmla="*/ 238310 w 765852"/>
              <a:gd name="connsiteY40" fmla="*/ 207172 h 260086"/>
              <a:gd name="connsiteX41" fmla="*/ 335580 w 765852"/>
              <a:gd name="connsiteY41" fmla="*/ 197523 h 260086"/>
              <a:gd name="connsiteX42" fmla="*/ 311925 w 765852"/>
              <a:gd name="connsiteY42" fmla="*/ 259554 h 260086"/>
              <a:gd name="connsiteX43" fmla="*/ 319892 w 765852"/>
              <a:gd name="connsiteY43" fmla="*/ 259554 h 260086"/>
              <a:gd name="connsiteX44" fmla="*/ 326448 w 765852"/>
              <a:gd name="connsiteY44" fmla="*/ 242806 h 260086"/>
              <a:gd name="connsiteX45" fmla="*/ 353467 w 765852"/>
              <a:gd name="connsiteY45" fmla="*/ 242806 h 260086"/>
              <a:gd name="connsiteX46" fmla="*/ 360023 w 765852"/>
              <a:gd name="connsiteY46" fmla="*/ 259554 h 260086"/>
              <a:gd name="connsiteX47" fmla="*/ 368256 w 765852"/>
              <a:gd name="connsiteY47" fmla="*/ 259554 h 260086"/>
              <a:gd name="connsiteX48" fmla="*/ 344693 w 765852"/>
              <a:gd name="connsiteY48" fmla="*/ 197523 h 260086"/>
              <a:gd name="connsiteX49" fmla="*/ 335570 w 765852"/>
              <a:gd name="connsiteY49" fmla="*/ 197523 h 260086"/>
              <a:gd name="connsiteX50" fmla="*/ 328758 w 765852"/>
              <a:gd name="connsiteY50" fmla="*/ 235808 h 260086"/>
              <a:gd name="connsiteX51" fmla="*/ 339916 w 765852"/>
              <a:gd name="connsiteY51" fmla="*/ 205943 h 260086"/>
              <a:gd name="connsiteX52" fmla="*/ 351166 w 765852"/>
              <a:gd name="connsiteY52" fmla="*/ 235808 h 260086"/>
              <a:gd name="connsiteX53" fmla="*/ 328749 w 765852"/>
              <a:gd name="connsiteY53" fmla="*/ 235808 h 260086"/>
              <a:gd name="connsiteX54" fmla="*/ 725437 w 765852"/>
              <a:gd name="connsiteY54" fmla="*/ 197523 h 260086"/>
              <a:gd name="connsiteX55" fmla="*/ 717736 w 765852"/>
              <a:gd name="connsiteY55" fmla="*/ 197523 h 260086"/>
              <a:gd name="connsiteX56" fmla="*/ 717736 w 765852"/>
              <a:gd name="connsiteY56" fmla="*/ 259554 h 260086"/>
              <a:gd name="connsiteX57" fmla="*/ 753704 w 765852"/>
              <a:gd name="connsiteY57" fmla="*/ 259554 h 260086"/>
              <a:gd name="connsiteX58" fmla="*/ 753704 w 765852"/>
              <a:gd name="connsiteY58" fmla="*/ 252464 h 260086"/>
              <a:gd name="connsiteX59" fmla="*/ 725446 w 765852"/>
              <a:gd name="connsiteY59" fmla="*/ 252464 h 260086"/>
              <a:gd name="connsiteX60" fmla="*/ 725446 w 765852"/>
              <a:gd name="connsiteY60" fmla="*/ 197523 h 260086"/>
              <a:gd name="connsiteX61" fmla="*/ 250953 w 765852"/>
              <a:gd name="connsiteY61" fmla="*/ 2119 h 260086"/>
              <a:gd name="connsiteX62" fmla="*/ 225566 w 765852"/>
              <a:gd name="connsiteY62" fmla="*/ 2119 h 260086"/>
              <a:gd name="connsiteX63" fmla="*/ 225566 w 765852"/>
              <a:gd name="connsiteY63" fmla="*/ 164677 h 260086"/>
              <a:gd name="connsiteX64" fmla="*/ 250953 w 765852"/>
              <a:gd name="connsiteY64" fmla="*/ 164677 h 260086"/>
              <a:gd name="connsiteX65" fmla="*/ 250953 w 765852"/>
              <a:gd name="connsiteY65" fmla="*/ 2119 h 260086"/>
              <a:gd name="connsiteX66" fmla="*/ 80592 w 765852"/>
              <a:gd name="connsiteY66" fmla="*/ 62692 h 260086"/>
              <a:gd name="connsiteX67" fmla="*/ 80592 w 765852"/>
              <a:gd name="connsiteY67" fmla="*/ 164687 h 260086"/>
              <a:gd name="connsiteX68" fmla="*/ 106732 w 765852"/>
              <a:gd name="connsiteY68" fmla="*/ 164687 h 260086"/>
              <a:gd name="connsiteX69" fmla="*/ 106713 w 765852"/>
              <a:gd name="connsiteY69" fmla="*/ 62692 h 260086"/>
              <a:gd name="connsiteX70" fmla="*/ 95124 w 765852"/>
              <a:gd name="connsiteY70" fmla="*/ 28700 h 260086"/>
              <a:gd name="connsiteX71" fmla="*/ 93648 w 765852"/>
              <a:gd name="connsiteY71" fmla="*/ 26792 h 260086"/>
              <a:gd name="connsiteX72" fmla="*/ 92172 w 765852"/>
              <a:gd name="connsiteY72" fmla="*/ 28700 h 260086"/>
              <a:gd name="connsiteX73" fmla="*/ 80583 w 765852"/>
              <a:gd name="connsiteY73" fmla="*/ 62692 h 260086"/>
              <a:gd name="connsiteX74" fmla="*/ 47273 w 765852"/>
              <a:gd name="connsiteY74" fmla="*/ 2119 h 260086"/>
              <a:gd name="connsiteX75" fmla="*/ 0 w 765852"/>
              <a:gd name="connsiteY75" fmla="*/ 2119 h 260086"/>
              <a:gd name="connsiteX76" fmla="*/ 0 w 765852"/>
              <a:gd name="connsiteY76" fmla="*/ 26792 h 260086"/>
              <a:gd name="connsiteX77" fmla="*/ 93648 w 765852"/>
              <a:gd name="connsiteY77" fmla="*/ 26792 h 260086"/>
              <a:gd name="connsiteX78" fmla="*/ 91328 w 765852"/>
              <a:gd name="connsiteY78" fmla="*/ 23793 h 260086"/>
              <a:gd name="connsiteX79" fmla="*/ 47273 w 765852"/>
              <a:gd name="connsiteY79" fmla="*/ 2119 h 260086"/>
              <a:gd name="connsiteX80" fmla="*/ 95968 w 765852"/>
              <a:gd name="connsiteY80" fmla="*/ 23793 h 260086"/>
              <a:gd name="connsiteX81" fmla="*/ 93648 w 765852"/>
              <a:gd name="connsiteY81" fmla="*/ 26792 h 260086"/>
              <a:gd name="connsiteX82" fmla="*/ 187296 w 765852"/>
              <a:gd name="connsiteY82" fmla="*/ 26792 h 260086"/>
              <a:gd name="connsiteX83" fmla="*/ 187296 w 765852"/>
              <a:gd name="connsiteY83" fmla="*/ 2119 h 260086"/>
              <a:gd name="connsiteX84" fmla="*/ 140023 w 765852"/>
              <a:gd name="connsiteY84" fmla="*/ 2119 h 260086"/>
              <a:gd name="connsiteX85" fmla="*/ 95958 w 765852"/>
              <a:gd name="connsiteY85" fmla="*/ 23793 h 260086"/>
              <a:gd name="connsiteX86" fmla="*/ 514844 w 765852"/>
              <a:gd name="connsiteY86" fmla="*/ 164677 h 260086"/>
              <a:gd name="connsiteX87" fmla="*/ 540232 w 765852"/>
              <a:gd name="connsiteY87" fmla="*/ 164677 h 260086"/>
              <a:gd name="connsiteX88" fmla="*/ 540232 w 765852"/>
              <a:gd name="connsiteY88" fmla="*/ 2119 h 260086"/>
              <a:gd name="connsiteX89" fmla="*/ 514844 w 765852"/>
              <a:gd name="connsiteY89" fmla="*/ 2119 h 260086"/>
              <a:gd name="connsiteX90" fmla="*/ 514844 w 765852"/>
              <a:gd name="connsiteY90" fmla="*/ 164677 h 260086"/>
              <a:gd name="connsiteX91" fmla="*/ 495205 w 765852"/>
              <a:gd name="connsiteY91" fmla="*/ 259554 h 260086"/>
              <a:gd name="connsiteX92" fmla="*/ 502915 w 765852"/>
              <a:gd name="connsiteY92" fmla="*/ 259554 h 260086"/>
              <a:gd name="connsiteX93" fmla="*/ 502915 w 765852"/>
              <a:gd name="connsiteY93" fmla="*/ 197523 h 260086"/>
              <a:gd name="connsiteX94" fmla="*/ 495205 w 765852"/>
              <a:gd name="connsiteY94" fmla="*/ 197523 h 260086"/>
              <a:gd name="connsiteX95" fmla="*/ 495205 w 765852"/>
              <a:gd name="connsiteY95" fmla="*/ 259554 h 260086"/>
              <a:gd name="connsiteX96" fmla="*/ 544816 w 765852"/>
              <a:gd name="connsiteY96" fmla="*/ 204613 h 260086"/>
              <a:gd name="connsiteX97" fmla="*/ 564923 w 765852"/>
              <a:gd name="connsiteY97" fmla="*/ 204613 h 260086"/>
              <a:gd name="connsiteX98" fmla="*/ 564923 w 765852"/>
              <a:gd name="connsiteY98" fmla="*/ 259554 h 260086"/>
              <a:gd name="connsiteX99" fmla="*/ 572633 w 765852"/>
              <a:gd name="connsiteY99" fmla="*/ 259554 h 260086"/>
              <a:gd name="connsiteX100" fmla="*/ 572633 w 765852"/>
              <a:gd name="connsiteY100" fmla="*/ 204613 h 260086"/>
              <a:gd name="connsiteX101" fmla="*/ 592740 w 765852"/>
              <a:gd name="connsiteY101" fmla="*/ 204613 h 260086"/>
              <a:gd name="connsiteX102" fmla="*/ 592740 w 765852"/>
              <a:gd name="connsiteY102" fmla="*/ 197523 h 260086"/>
              <a:gd name="connsiteX103" fmla="*/ 544816 w 765852"/>
              <a:gd name="connsiteY103" fmla="*/ 197523 h 260086"/>
              <a:gd name="connsiteX104" fmla="*/ 544816 w 765852"/>
              <a:gd name="connsiteY104" fmla="*/ 204613 h 260086"/>
              <a:gd name="connsiteX105" fmla="*/ 287389 w 765852"/>
              <a:gd name="connsiteY105" fmla="*/ 2119 h 260086"/>
              <a:gd name="connsiteX106" fmla="*/ 345234 w 765852"/>
              <a:gd name="connsiteY106" fmla="*/ 140105 h 260086"/>
              <a:gd name="connsiteX107" fmla="*/ 381413 w 765852"/>
              <a:gd name="connsiteY107" fmla="*/ 166796 h 260086"/>
              <a:gd name="connsiteX108" fmla="*/ 382899 w 765852"/>
              <a:gd name="connsiteY108" fmla="*/ 166796 h 260086"/>
              <a:gd name="connsiteX109" fmla="*/ 316692 w 765852"/>
              <a:gd name="connsiteY109" fmla="*/ 2119 h 260086"/>
              <a:gd name="connsiteX110" fmla="*/ 287389 w 765852"/>
              <a:gd name="connsiteY110" fmla="*/ 2119 h 260086"/>
              <a:gd name="connsiteX111" fmla="*/ 443549 w 765852"/>
              <a:gd name="connsiteY111" fmla="*/ 199871 h 260086"/>
              <a:gd name="connsiteX112" fmla="*/ 432739 w 765852"/>
              <a:gd name="connsiteY112" fmla="*/ 197523 h 260086"/>
              <a:gd name="connsiteX113" fmla="*/ 408910 w 765852"/>
              <a:gd name="connsiteY113" fmla="*/ 197523 h 260086"/>
              <a:gd name="connsiteX114" fmla="*/ 408910 w 765852"/>
              <a:gd name="connsiteY114" fmla="*/ 259554 h 260086"/>
              <a:gd name="connsiteX115" fmla="*/ 416621 w 765852"/>
              <a:gd name="connsiteY115" fmla="*/ 259554 h 260086"/>
              <a:gd name="connsiteX116" fmla="*/ 416621 w 765852"/>
              <a:gd name="connsiteY116" fmla="*/ 235716 h 260086"/>
              <a:gd name="connsiteX117" fmla="*/ 432748 w 765852"/>
              <a:gd name="connsiteY117" fmla="*/ 235716 h 260086"/>
              <a:gd name="connsiteX118" fmla="*/ 443512 w 765852"/>
              <a:gd name="connsiteY118" fmla="*/ 233368 h 260086"/>
              <a:gd name="connsiteX119" fmla="*/ 450728 w 765852"/>
              <a:gd name="connsiteY119" fmla="*/ 226681 h 260086"/>
              <a:gd name="connsiteX120" fmla="*/ 453295 w 765852"/>
              <a:gd name="connsiteY120" fmla="*/ 216583 h 260086"/>
              <a:gd name="connsiteX121" fmla="*/ 450774 w 765852"/>
              <a:gd name="connsiteY121" fmla="*/ 206521 h 260086"/>
              <a:gd name="connsiteX122" fmla="*/ 443558 w 765852"/>
              <a:gd name="connsiteY122" fmla="*/ 199871 h 260086"/>
              <a:gd name="connsiteX123" fmla="*/ 441779 w 765852"/>
              <a:gd name="connsiteY123" fmla="*/ 225351 h 260086"/>
              <a:gd name="connsiteX124" fmla="*/ 432033 w 765852"/>
              <a:gd name="connsiteY124" fmla="*/ 228635 h 260086"/>
              <a:gd name="connsiteX125" fmla="*/ 416621 w 765852"/>
              <a:gd name="connsiteY125" fmla="*/ 228635 h 260086"/>
              <a:gd name="connsiteX126" fmla="*/ 416621 w 765852"/>
              <a:gd name="connsiteY126" fmla="*/ 204622 h 260086"/>
              <a:gd name="connsiteX127" fmla="*/ 432125 w 765852"/>
              <a:gd name="connsiteY127" fmla="*/ 204622 h 260086"/>
              <a:gd name="connsiteX128" fmla="*/ 441825 w 765852"/>
              <a:gd name="connsiteY128" fmla="*/ 207860 h 260086"/>
              <a:gd name="connsiteX129" fmla="*/ 445410 w 765852"/>
              <a:gd name="connsiteY129" fmla="*/ 216592 h 260086"/>
              <a:gd name="connsiteX130" fmla="*/ 441779 w 765852"/>
              <a:gd name="connsiteY130" fmla="*/ 225361 h 260086"/>
              <a:gd name="connsiteX131" fmla="*/ 382889 w 765852"/>
              <a:gd name="connsiteY131" fmla="*/ 166805 h 260086"/>
              <a:gd name="connsiteX132" fmla="*/ 384375 w 765852"/>
              <a:gd name="connsiteY132" fmla="*/ 166805 h 260086"/>
              <a:gd name="connsiteX133" fmla="*/ 420554 w 765852"/>
              <a:gd name="connsiteY133" fmla="*/ 140114 h 260086"/>
              <a:gd name="connsiteX134" fmla="*/ 478399 w 765852"/>
              <a:gd name="connsiteY134" fmla="*/ 2128 h 260086"/>
              <a:gd name="connsiteX135" fmla="*/ 449096 w 765852"/>
              <a:gd name="connsiteY135" fmla="*/ 2128 h 260086"/>
              <a:gd name="connsiteX136" fmla="*/ 382889 w 765852"/>
              <a:gd name="connsiteY136" fmla="*/ 166814 h 260086"/>
              <a:gd name="connsiteX137" fmla="*/ 644368 w 765852"/>
              <a:gd name="connsiteY137" fmla="*/ 197523 h 260086"/>
              <a:gd name="connsiteX138" fmla="*/ 620714 w 765852"/>
              <a:gd name="connsiteY138" fmla="*/ 259554 h 260086"/>
              <a:gd name="connsiteX139" fmla="*/ 628690 w 765852"/>
              <a:gd name="connsiteY139" fmla="*/ 259554 h 260086"/>
              <a:gd name="connsiteX140" fmla="*/ 635246 w 765852"/>
              <a:gd name="connsiteY140" fmla="*/ 242806 h 260086"/>
              <a:gd name="connsiteX141" fmla="*/ 662266 w 765852"/>
              <a:gd name="connsiteY141" fmla="*/ 242806 h 260086"/>
              <a:gd name="connsiteX142" fmla="*/ 668821 w 765852"/>
              <a:gd name="connsiteY142" fmla="*/ 259554 h 260086"/>
              <a:gd name="connsiteX143" fmla="*/ 677055 w 765852"/>
              <a:gd name="connsiteY143" fmla="*/ 259554 h 260086"/>
              <a:gd name="connsiteX144" fmla="*/ 653491 w 765852"/>
              <a:gd name="connsiteY144" fmla="*/ 197523 h 260086"/>
              <a:gd name="connsiteX145" fmla="*/ 644368 w 765852"/>
              <a:gd name="connsiteY145" fmla="*/ 197523 h 260086"/>
              <a:gd name="connsiteX146" fmla="*/ 637547 w 765852"/>
              <a:gd name="connsiteY146" fmla="*/ 235808 h 260086"/>
              <a:gd name="connsiteX147" fmla="*/ 648705 w 765852"/>
              <a:gd name="connsiteY147" fmla="*/ 205943 h 260086"/>
              <a:gd name="connsiteX148" fmla="*/ 659955 w 765852"/>
              <a:gd name="connsiteY148" fmla="*/ 235808 h 260086"/>
              <a:gd name="connsiteX149" fmla="*/ 637538 w 765852"/>
              <a:gd name="connsiteY149" fmla="*/ 235808 h 260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</a:cxnLst>
            <a:rect l="l" t="t" r="r" b="b"/>
            <a:pathLst>
              <a:path w="765852" h="260086">
                <a:moveTo>
                  <a:pt x="739575" y="143884"/>
                </a:moveTo>
                <a:cubicBezTo>
                  <a:pt x="756519" y="128906"/>
                  <a:pt x="765852" y="107425"/>
                  <a:pt x="765852" y="83403"/>
                </a:cubicBezTo>
                <a:cubicBezTo>
                  <a:pt x="765852" y="59381"/>
                  <a:pt x="756519" y="37899"/>
                  <a:pt x="739575" y="22921"/>
                </a:cubicBezTo>
                <a:cubicBezTo>
                  <a:pt x="722613" y="7925"/>
                  <a:pt x="699307" y="0"/>
                  <a:pt x="672177" y="0"/>
                </a:cubicBezTo>
                <a:cubicBezTo>
                  <a:pt x="645047" y="0"/>
                  <a:pt x="621740" y="7925"/>
                  <a:pt x="604779" y="22921"/>
                </a:cubicBezTo>
                <a:cubicBezTo>
                  <a:pt x="587835" y="37899"/>
                  <a:pt x="578501" y="59381"/>
                  <a:pt x="578501" y="83403"/>
                </a:cubicBezTo>
                <a:cubicBezTo>
                  <a:pt x="578501" y="107425"/>
                  <a:pt x="587835" y="128906"/>
                  <a:pt x="604779" y="143884"/>
                </a:cubicBezTo>
                <a:cubicBezTo>
                  <a:pt x="621740" y="158881"/>
                  <a:pt x="645047" y="166805"/>
                  <a:pt x="672177" y="166805"/>
                </a:cubicBezTo>
                <a:cubicBezTo>
                  <a:pt x="699307" y="166805"/>
                  <a:pt x="722613" y="158881"/>
                  <a:pt x="739575" y="143884"/>
                </a:cubicBezTo>
                <a:close/>
                <a:moveTo>
                  <a:pt x="604595" y="83403"/>
                </a:moveTo>
                <a:cubicBezTo>
                  <a:pt x="604595" y="66489"/>
                  <a:pt x="610821" y="52135"/>
                  <a:pt x="622611" y="41871"/>
                </a:cubicBezTo>
                <a:cubicBezTo>
                  <a:pt x="634751" y="31305"/>
                  <a:pt x="651887" y="25719"/>
                  <a:pt x="672177" y="25719"/>
                </a:cubicBezTo>
                <a:cubicBezTo>
                  <a:pt x="692467" y="25719"/>
                  <a:pt x="709603" y="31305"/>
                  <a:pt x="721742" y="41871"/>
                </a:cubicBezTo>
                <a:cubicBezTo>
                  <a:pt x="733524" y="52126"/>
                  <a:pt x="739759" y="66489"/>
                  <a:pt x="739759" y="83403"/>
                </a:cubicBezTo>
                <a:cubicBezTo>
                  <a:pt x="739759" y="100316"/>
                  <a:pt x="733533" y="114671"/>
                  <a:pt x="721742" y="124934"/>
                </a:cubicBezTo>
                <a:cubicBezTo>
                  <a:pt x="709603" y="135501"/>
                  <a:pt x="692467" y="141077"/>
                  <a:pt x="672177" y="141077"/>
                </a:cubicBezTo>
                <a:cubicBezTo>
                  <a:pt x="651887" y="141077"/>
                  <a:pt x="634741" y="135491"/>
                  <a:pt x="622611" y="124934"/>
                </a:cubicBezTo>
                <a:cubicBezTo>
                  <a:pt x="610830" y="114671"/>
                  <a:pt x="604595" y="100316"/>
                  <a:pt x="604595" y="83403"/>
                </a:cubicBezTo>
                <a:close/>
                <a:moveTo>
                  <a:pt x="238310" y="207181"/>
                </a:moveTo>
                <a:cubicBezTo>
                  <a:pt x="241556" y="205118"/>
                  <a:pt x="245306" y="204081"/>
                  <a:pt x="249560" y="204081"/>
                </a:cubicBezTo>
                <a:cubicBezTo>
                  <a:pt x="254282" y="204081"/>
                  <a:pt x="258288" y="205292"/>
                  <a:pt x="261562" y="207713"/>
                </a:cubicBezTo>
                <a:cubicBezTo>
                  <a:pt x="264835" y="210135"/>
                  <a:pt x="267035" y="213501"/>
                  <a:pt x="268163" y="217812"/>
                </a:cubicBezTo>
                <a:lnTo>
                  <a:pt x="275874" y="217812"/>
                </a:lnTo>
                <a:cubicBezTo>
                  <a:pt x="274691" y="211373"/>
                  <a:pt x="271784" y="206292"/>
                  <a:pt x="267145" y="202568"/>
                </a:cubicBezTo>
                <a:cubicBezTo>
                  <a:pt x="262506" y="198844"/>
                  <a:pt x="256766" y="196982"/>
                  <a:pt x="249917" y="196982"/>
                </a:cubicBezTo>
                <a:cubicBezTo>
                  <a:pt x="244013" y="196982"/>
                  <a:pt x="238814" y="198293"/>
                  <a:pt x="234322" y="200926"/>
                </a:cubicBezTo>
                <a:cubicBezTo>
                  <a:pt x="229838" y="203558"/>
                  <a:pt x="226382" y="207264"/>
                  <a:pt x="223961" y="212052"/>
                </a:cubicBezTo>
                <a:cubicBezTo>
                  <a:pt x="221541" y="216840"/>
                  <a:pt x="220330" y="222334"/>
                  <a:pt x="220330" y="228534"/>
                </a:cubicBezTo>
                <a:cubicBezTo>
                  <a:pt x="220330" y="234734"/>
                  <a:pt x="221541" y="240302"/>
                  <a:pt x="223961" y="245062"/>
                </a:cubicBezTo>
                <a:cubicBezTo>
                  <a:pt x="226382" y="249823"/>
                  <a:pt x="229838" y="253510"/>
                  <a:pt x="234322" y="256142"/>
                </a:cubicBezTo>
                <a:cubicBezTo>
                  <a:pt x="238805" y="258775"/>
                  <a:pt x="244004" y="260086"/>
                  <a:pt x="249917" y="260086"/>
                </a:cubicBezTo>
                <a:cubicBezTo>
                  <a:pt x="256831" y="260086"/>
                  <a:pt x="262570" y="258224"/>
                  <a:pt x="267145" y="254501"/>
                </a:cubicBezTo>
                <a:cubicBezTo>
                  <a:pt x="271720" y="250777"/>
                  <a:pt x="274599" y="245695"/>
                  <a:pt x="275782" y="239256"/>
                </a:cubicBezTo>
                <a:lnTo>
                  <a:pt x="268071" y="239256"/>
                </a:lnTo>
                <a:cubicBezTo>
                  <a:pt x="266888" y="243631"/>
                  <a:pt x="264706" y="247007"/>
                  <a:pt x="261516" y="249401"/>
                </a:cubicBezTo>
                <a:cubicBezTo>
                  <a:pt x="258325" y="251795"/>
                  <a:pt x="254337" y="252987"/>
                  <a:pt x="249560" y="252987"/>
                </a:cubicBezTo>
                <a:cubicBezTo>
                  <a:pt x="245306" y="252987"/>
                  <a:pt x="241556" y="251951"/>
                  <a:pt x="238310" y="249887"/>
                </a:cubicBezTo>
                <a:cubicBezTo>
                  <a:pt x="235064" y="247823"/>
                  <a:pt x="232561" y="244925"/>
                  <a:pt x="230828" y="241201"/>
                </a:cubicBezTo>
                <a:cubicBezTo>
                  <a:pt x="229086" y="237477"/>
                  <a:pt x="228215" y="233258"/>
                  <a:pt x="228215" y="228525"/>
                </a:cubicBezTo>
                <a:cubicBezTo>
                  <a:pt x="228215" y="223792"/>
                  <a:pt x="229086" y="219499"/>
                  <a:pt x="230828" y="215812"/>
                </a:cubicBezTo>
                <a:cubicBezTo>
                  <a:pt x="232570" y="212125"/>
                  <a:pt x="235064" y="209245"/>
                  <a:pt x="238310" y="207172"/>
                </a:cubicBezTo>
                <a:close/>
                <a:moveTo>
                  <a:pt x="335580" y="197523"/>
                </a:moveTo>
                <a:lnTo>
                  <a:pt x="311925" y="259554"/>
                </a:lnTo>
                <a:lnTo>
                  <a:pt x="319892" y="259554"/>
                </a:lnTo>
                <a:lnTo>
                  <a:pt x="326448" y="242806"/>
                </a:lnTo>
                <a:lnTo>
                  <a:pt x="353467" y="242806"/>
                </a:lnTo>
                <a:lnTo>
                  <a:pt x="360023" y="259554"/>
                </a:lnTo>
                <a:lnTo>
                  <a:pt x="368256" y="259554"/>
                </a:lnTo>
                <a:lnTo>
                  <a:pt x="344693" y="197523"/>
                </a:lnTo>
                <a:lnTo>
                  <a:pt x="335570" y="197523"/>
                </a:lnTo>
                <a:close/>
                <a:moveTo>
                  <a:pt x="328758" y="235808"/>
                </a:moveTo>
                <a:lnTo>
                  <a:pt x="339916" y="205943"/>
                </a:lnTo>
                <a:lnTo>
                  <a:pt x="351166" y="235808"/>
                </a:lnTo>
                <a:lnTo>
                  <a:pt x="328749" y="235808"/>
                </a:lnTo>
                <a:close/>
                <a:moveTo>
                  <a:pt x="725437" y="197523"/>
                </a:moveTo>
                <a:lnTo>
                  <a:pt x="717736" y="197523"/>
                </a:lnTo>
                <a:lnTo>
                  <a:pt x="717736" y="259554"/>
                </a:lnTo>
                <a:lnTo>
                  <a:pt x="753704" y="259554"/>
                </a:lnTo>
                <a:lnTo>
                  <a:pt x="753704" y="252464"/>
                </a:lnTo>
                <a:lnTo>
                  <a:pt x="725446" y="252464"/>
                </a:lnTo>
                <a:lnTo>
                  <a:pt x="725446" y="197523"/>
                </a:lnTo>
                <a:close/>
                <a:moveTo>
                  <a:pt x="250953" y="2119"/>
                </a:moveTo>
                <a:lnTo>
                  <a:pt x="225566" y="2119"/>
                </a:lnTo>
                <a:lnTo>
                  <a:pt x="225566" y="164677"/>
                </a:lnTo>
                <a:lnTo>
                  <a:pt x="250953" y="164677"/>
                </a:lnTo>
                <a:lnTo>
                  <a:pt x="250953" y="2119"/>
                </a:lnTo>
                <a:close/>
                <a:moveTo>
                  <a:pt x="80592" y="62692"/>
                </a:moveTo>
                <a:lnTo>
                  <a:pt x="80592" y="164687"/>
                </a:lnTo>
                <a:cubicBezTo>
                  <a:pt x="80592" y="164687"/>
                  <a:pt x="106732" y="164687"/>
                  <a:pt x="106732" y="164687"/>
                </a:cubicBezTo>
                <a:lnTo>
                  <a:pt x="106713" y="62692"/>
                </a:lnTo>
                <a:cubicBezTo>
                  <a:pt x="106713" y="50282"/>
                  <a:pt x="102707" y="38523"/>
                  <a:pt x="95124" y="28700"/>
                </a:cubicBezTo>
                <a:lnTo>
                  <a:pt x="93648" y="26792"/>
                </a:lnTo>
                <a:lnTo>
                  <a:pt x="92172" y="28700"/>
                </a:lnTo>
                <a:cubicBezTo>
                  <a:pt x="84589" y="38523"/>
                  <a:pt x="80583" y="50273"/>
                  <a:pt x="80583" y="62692"/>
                </a:cubicBezTo>
                <a:close/>
                <a:moveTo>
                  <a:pt x="47273" y="2119"/>
                </a:moveTo>
                <a:lnTo>
                  <a:pt x="0" y="2119"/>
                </a:lnTo>
                <a:lnTo>
                  <a:pt x="0" y="26792"/>
                </a:lnTo>
                <a:lnTo>
                  <a:pt x="93648" y="26792"/>
                </a:lnTo>
                <a:lnTo>
                  <a:pt x="91328" y="23793"/>
                </a:lnTo>
                <a:cubicBezTo>
                  <a:pt x="80693" y="10025"/>
                  <a:pt x="64629" y="2119"/>
                  <a:pt x="47273" y="2119"/>
                </a:cubicBezTo>
                <a:close/>
                <a:moveTo>
                  <a:pt x="95968" y="23793"/>
                </a:moveTo>
                <a:lnTo>
                  <a:pt x="93648" y="26792"/>
                </a:lnTo>
                <a:lnTo>
                  <a:pt x="187296" y="26792"/>
                </a:lnTo>
                <a:lnTo>
                  <a:pt x="187296" y="2119"/>
                </a:lnTo>
                <a:lnTo>
                  <a:pt x="140023" y="2119"/>
                </a:lnTo>
                <a:cubicBezTo>
                  <a:pt x="122657" y="2119"/>
                  <a:pt x="106603" y="10016"/>
                  <a:pt x="95958" y="23793"/>
                </a:cubicBezTo>
                <a:close/>
                <a:moveTo>
                  <a:pt x="514844" y="164677"/>
                </a:moveTo>
                <a:lnTo>
                  <a:pt x="540232" y="164677"/>
                </a:lnTo>
                <a:lnTo>
                  <a:pt x="540232" y="2119"/>
                </a:lnTo>
                <a:lnTo>
                  <a:pt x="514844" y="2119"/>
                </a:lnTo>
                <a:lnTo>
                  <a:pt x="514844" y="164677"/>
                </a:lnTo>
                <a:close/>
                <a:moveTo>
                  <a:pt x="495205" y="259554"/>
                </a:moveTo>
                <a:lnTo>
                  <a:pt x="502915" y="259554"/>
                </a:lnTo>
                <a:lnTo>
                  <a:pt x="502915" y="197523"/>
                </a:lnTo>
                <a:lnTo>
                  <a:pt x="495205" y="197523"/>
                </a:lnTo>
                <a:lnTo>
                  <a:pt x="495205" y="259554"/>
                </a:lnTo>
                <a:close/>
                <a:moveTo>
                  <a:pt x="544816" y="204613"/>
                </a:moveTo>
                <a:lnTo>
                  <a:pt x="564923" y="204613"/>
                </a:lnTo>
                <a:lnTo>
                  <a:pt x="564923" y="259554"/>
                </a:lnTo>
                <a:lnTo>
                  <a:pt x="572633" y="259554"/>
                </a:lnTo>
                <a:lnTo>
                  <a:pt x="572633" y="204613"/>
                </a:lnTo>
                <a:lnTo>
                  <a:pt x="592740" y="204613"/>
                </a:lnTo>
                <a:lnTo>
                  <a:pt x="592740" y="197523"/>
                </a:lnTo>
                <a:lnTo>
                  <a:pt x="544816" y="197523"/>
                </a:lnTo>
                <a:lnTo>
                  <a:pt x="544816" y="204613"/>
                </a:lnTo>
                <a:close/>
                <a:moveTo>
                  <a:pt x="287389" y="2119"/>
                </a:moveTo>
                <a:cubicBezTo>
                  <a:pt x="287389" y="2119"/>
                  <a:pt x="335680" y="117220"/>
                  <a:pt x="345234" y="140105"/>
                </a:cubicBezTo>
                <a:cubicBezTo>
                  <a:pt x="356374" y="166796"/>
                  <a:pt x="374464" y="166796"/>
                  <a:pt x="381413" y="166796"/>
                </a:cubicBezTo>
                <a:lnTo>
                  <a:pt x="382899" y="166796"/>
                </a:lnTo>
                <a:lnTo>
                  <a:pt x="316692" y="2119"/>
                </a:lnTo>
                <a:lnTo>
                  <a:pt x="287389" y="2119"/>
                </a:lnTo>
                <a:close/>
                <a:moveTo>
                  <a:pt x="443549" y="199871"/>
                </a:moveTo>
                <a:cubicBezTo>
                  <a:pt x="440413" y="198303"/>
                  <a:pt x="436819" y="197523"/>
                  <a:pt x="432739" y="197523"/>
                </a:cubicBezTo>
                <a:lnTo>
                  <a:pt x="408910" y="197523"/>
                </a:lnTo>
                <a:lnTo>
                  <a:pt x="408910" y="259554"/>
                </a:lnTo>
                <a:lnTo>
                  <a:pt x="416621" y="259554"/>
                </a:lnTo>
                <a:lnTo>
                  <a:pt x="416621" y="235716"/>
                </a:lnTo>
                <a:lnTo>
                  <a:pt x="432748" y="235716"/>
                </a:lnTo>
                <a:cubicBezTo>
                  <a:pt x="436819" y="235716"/>
                  <a:pt x="440413" y="234936"/>
                  <a:pt x="443512" y="233368"/>
                </a:cubicBezTo>
                <a:cubicBezTo>
                  <a:pt x="446611" y="231799"/>
                  <a:pt x="449013" y="229571"/>
                  <a:pt x="450728" y="226681"/>
                </a:cubicBezTo>
                <a:cubicBezTo>
                  <a:pt x="452442" y="223783"/>
                  <a:pt x="453295" y="220417"/>
                  <a:pt x="453295" y="216583"/>
                </a:cubicBezTo>
                <a:cubicBezTo>
                  <a:pt x="453295" y="212749"/>
                  <a:pt x="452452" y="209392"/>
                  <a:pt x="450774" y="206521"/>
                </a:cubicBezTo>
                <a:cubicBezTo>
                  <a:pt x="449087" y="203659"/>
                  <a:pt x="446685" y="201439"/>
                  <a:pt x="443558" y="199871"/>
                </a:cubicBezTo>
                <a:close/>
                <a:moveTo>
                  <a:pt x="441779" y="225351"/>
                </a:moveTo>
                <a:cubicBezTo>
                  <a:pt x="439359" y="227534"/>
                  <a:pt x="436113" y="228635"/>
                  <a:pt x="432033" y="228635"/>
                </a:cubicBezTo>
                <a:lnTo>
                  <a:pt x="416621" y="228635"/>
                </a:lnTo>
                <a:lnTo>
                  <a:pt x="416621" y="204622"/>
                </a:lnTo>
                <a:lnTo>
                  <a:pt x="432125" y="204622"/>
                </a:lnTo>
                <a:cubicBezTo>
                  <a:pt x="436196" y="204622"/>
                  <a:pt x="439432" y="205705"/>
                  <a:pt x="441825" y="207860"/>
                </a:cubicBezTo>
                <a:cubicBezTo>
                  <a:pt x="444218" y="210015"/>
                  <a:pt x="445410" y="212923"/>
                  <a:pt x="445410" y="216592"/>
                </a:cubicBezTo>
                <a:cubicBezTo>
                  <a:pt x="445410" y="220261"/>
                  <a:pt x="444200" y="223178"/>
                  <a:pt x="441779" y="225361"/>
                </a:cubicBezTo>
                <a:close/>
                <a:moveTo>
                  <a:pt x="382889" y="166805"/>
                </a:moveTo>
                <a:lnTo>
                  <a:pt x="384375" y="166805"/>
                </a:lnTo>
                <a:cubicBezTo>
                  <a:pt x="391334" y="166805"/>
                  <a:pt x="409423" y="166805"/>
                  <a:pt x="420554" y="140114"/>
                </a:cubicBezTo>
                <a:cubicBezTo>
                  <a:pt x="430099" y="117230"/>
                  <a:pt x="478399" y="2128"/>
                  <a:pt x="478399" y="2128"/>
                </a:cubicBezTo>
                <a:lnTo>
                  <a:pt x="449096" y="2128"/>
                </a:lnTo>
                <a:lnTo>
                  <a:pt x="382889" y="166814"/>
                </a:lnTo>
                <a:close/>
                <a:moveTo>
                  <a:pt x="644368" y="197523"/>
                </a:moveTo>
                <a:lnTo>
                  <a:pt x="620714" y="259554"/>
                </a:lnTo>
                <a:lnTo>
                  <a:pt x="628690" y="259554"/>
                </a:lnTo>
                <a:lnTo>
                  <a:pt x="635246" y="242806"/>
                </a:lnTo>
                <a:lnTo>
                  <a:pt x="662266" y="242806"/>
                </a:lnTo>
                <a:lnTo>
                  <a:pt x="668821" y="259554"/>
                </a:lnTo>
                <a:lnTo>
                  <a:pt x="677055" y="259554"/>
                </a:lnTo>
                <a:lnTo>
                  <a:pt x="653491" y="197523"/>
                </a:lnTo>
                <a:lnTo>
                  <a:pt x="644368" y="197523"/>
                </a:lnTo>
                <a:close/>
                <a:moveTo>
                  <a:pt x="637547" y="235808"/>
                </a:moveTo>
                <a:lnTo>
                  <a:pt x="648705" y="205943"/>
                </a:lnTo>
                <a:lnTo>
                  <a:pt x="659955" y="235808"/>
                </a:lnTo>
                <a:lnTo>
                  <a:pt x="637538" y="235808"/>
                </a:lnTo>
                <a:close/>
              </a:path>
            </a:pathLst>
          </a:custGeom>
          <a:solidFill>
            <a:srgbClr val="000000"/>
          </a:solidFill>
          <a:ln w="1061" cap="flat">
            <a:noFill/>
            <a:prstDash val="solid"/>
            <a:miter/>
          </a:ln>
        </p:spPr>
        <p:txBody>
          <a:bodyPr rtlCol="0" anchor="ctr"/>
          <a:lstStyle/>
          <a:p>
            <a:endParaRPr lang="pt-BR">
              <a:solidFill>
                <a:schemeClr val="accent6"/>
              </a:solidFill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819F04F-8ABD-ABFC-2381-D3C3D7CF30AF}"/>
              </a:ext>
            </a:extLst>
          </p:cNvPr>
          <p:cNvCxnSpPr/>
          <p:nvPr userDrawn="1"/>
        </p:nvCxnSpPr>
        <p:spPr>
          <a:xfrm>
            <a:off x="0" y="6699502"/>
            <a:ext cx="12192000" cy="0"/>
          </a:xfrm>
          <a:prstGeom prst="line">
            <a:avLst/>
          </a:prstGeom>
          <a:ln>
            <a:gradFill>
              <a:gsLst>
                <a:gs pos="0">
                  <a:schemeClr val="accent1"/>
                </a:gs>
                <a:gs pos="50000">
                  <a:srgbClr val="AAE4C0"/>
                </a:gs>
                <a:gs pos="100000">
                  <a:schemeClr val="accent2">
                    <a:alpha val="0"/>
                  </a:schemeClr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5FA29D40-8F86-4DCA-85E9-E401626339AF}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6776531"/>
            <a:ext cx="12192000" cy="0"/>
          </a:xfrm>
          <a:prstGeom prst="line">
            <a:avLst/>
          </a:prstGeom>
          <a:ln>
            <a:gradFill>
              <a:gsLst>
                <a:gs pos="0">
                  <a:schemeClr val="accent3">
                    <a:lumMod val="50000"/>
                  </a:schemeClr>
                </a:gs>
                <a:gs pos="50000">
                  <a:schemeClr val="accent3">
                    <a:lumMod val="60000"/>
                    <a:lumOff val="40000"/>
                  </a:schemeClr>
                </a:gs>
                <a:gs pos="100000">
                  <a:schemeClr val="bg1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5371514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469">
          <p15:clr>
            <a:srgbClr val="FBAE40"/>
          </p15:clr>
        </p15:guide>
        <p15:guide id="2" orient="horz" pos="3974">
          <p15:clr>
            <a:srgbClr val="FBAE40"/>
          </p15:clr>
        </p15:guide>
        <p15:guide id="3" orient="horz" pos="232">
          <p15:clr>
            <a:srgbClr val="FBAE40"/>
          </p15:clr>
        </p15:guide>
        <p15:guide id="4" pos="211">
          <p15:clr>
            <a:srgbClr val="FBAE40"/>
          </p15:clr>
        </p15:guide>
        <p15:guide id="5" orient="horz" pos="4065">
          <p15:clr>
            <a:srgbClr val="FBAE40"/>
          </p15:clr>
        </p15:guide>
        <p15:guide id="6" orient="horz" pos="799">
          <p15:clr>
            <a:srgbClr val="FBAE40"/>
          </p15:clr>
        </p15:guide>
        <p15:guide id="7" orient="horz" pos="935">
          <p15:clr>
            <a:srgbClr val="FBAE40"/>
          </p15:clr>
        </p15:guide>
      </p15:sldGuideLst>
    </p:ext>
  </p:extLst>
</p:sldLayout>
</file>

<file path=ppt/slideLayouts/slideLayout1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| 2 linhas - Branco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132BCE3-A04F-8602-64F7-7623C7EAF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61763" y="6482556"/>
            <a:ext cx="295275" cy="1692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 sz="1100">
                <a:solidFill>
                  <a:schemeClr val="tx1"/>
                </a:solidFill>
                <a:latin typeface="Versos" panose="020B0503020204030204" pitchFamily="34" charset="0"/>
                <a:cs typeface="Versos" panose="020B0503020204030204" pitchFamily="34" charset="0"/>
              </a:defRPr>
            </a:lvl1pPr>
          </a:lstStyle>
          <a:p>
            <a:fld id="{77667D73-C69A-4DAA-9003-24A825D36FE9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B13D7C-5A47-B0DF-B518-26E79F5D2DB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63" y="368300"/>
            <a:ext cx="10183813" cy="4308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800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 err="1"/>
              <a:t>Título</a:t>
            </a:r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2BF5896-7E11-14FB-06A4-95B1CAD37BF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34963" y="1949414"/>
            <a:ext cx="5648397" cy="435931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chemeClr val="tx1"/>
                </a:solidFill>
                <a:latin typeface="Versos Light" panose="020B04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401465E-A8CD-A3BA-BE2A-9597492FDC6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4963" y="6482556"/>
            <a:ext cx="10980000" cy="180000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chemeClr val="tx1"/>
                </a:solidFill>
                <a:latin typeface="Versos Light" panose="020B0403020204030204" pitchFamily="34" charset="0"/>
              </a:defRPr>
            </a:lvl1pPr>
            <a:lvl2pPr>
              <a:defRPr sz="900">
                <a:latin typeface="Versos Light" panose="020B0403020204030204" pitchFamily="34" charset="0"/>
              </a:defRPr>
            </a:lvl2pPr>
            <a:lvl3pPr>
              <a:defRPr sz="900">
                <a:latin typeface="Versos Light" panose="020B0403020204030204" pitchFamily="34" charset="0"/>
              </a:defRPr>
            </a:lvl3pPr>
            <a:lvl4pPr>
              <a:defRPr sz="900">
                <a:latin typeface="Versos Light" panose="020B0403020204030204" pitchFamily="34" charset="0"/>
              </a:defRPr>
            </a:lvl4pPr>
            <a:lvl5pPr>
              <a:defRPr sz="900">
                <a:latin typeface="Versos Light" panose="020B0403020204030204" pitchFamily="34" charset="0"/>
              </a:defRPr>
            </a:lvl5pPr>
          </a:lstStyle>
          <a:p>
            <a:pPr lvl="0"/>
            <a:r>
              <a:rPr lang="en-US"/>
              <a:t>Fonte:</a:t>
            </a:r>
            <a:endParaRPr lang="pt-BR"/>
          </a:p>
        </p:txBody>
      </p:sp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A0F307EA-4C29-0128-C5F3-1EC020414CC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208640" y="1949414"/>
            <a:ext cx="5648397" cy="435931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chemeClr val="tx1"/>
                </a:solidFill>
                <a:latin typeface="Versos Light" panose="020B04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8">
            <a:extLst>
              <a:ext uri="{FF2B5EF4-FFF2-40B4-BE49-F238E27FC236}">
                <a16:creationId xmlns:a16="http://schemas.microsoft.com/office/drawing/2014/main" id="{FC74B37E-4911-072A-7204-9C9ACA9A1C8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34963" y="1518527"/>
            <a:ext cx="5648397" cy="23011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chemeClr val="tx1"/>
                </a:solidFill>
                <a:latin typeface="Versos" panose="020B05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75ABF0D0-FF53-6AFF-585A-B5197E38DF0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208640" y="1518527"/>
            <a:ext cx="5648397" cy="23011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chemeClr val="tx1"/>
                </a:solidFill>
                <a:latin typeface="Versos" panose="020B05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Picture 8">
            <a:extLst>
              <a:ext uri="{FF2B5EF4-FFF2-40B4-BE49-F238E27FC236}">
                <a16:creationId xmlns:a16="http://schemas.microsoft.com/office/drawing/2014/main" id="{D2821058-F589-1511-1D91-0F05271A6C82}"/>
              </a:ext>
            </a:extLst>
          </p:cNvPr>
          <p:cNvSpPr/>
          <p:nvPr userDrawn="1"/>
        </p:nvSpPr>
        <p:spPr>
          <a:xfrm>
            <a:off x="11091186" y="377178"/>
            <a:ext cx="765852" cy="260086"/>
          </a:xfrm>
          <a:custGeom>
            <a:avLst/>
            <a:gdLst>
              <a:gd name="connsiteX0" fmla="*/ 739575 w 765852"/>
              <a:gd name="connsiteY0" fmla="*/ 143884 h 260086"/>
              <a:gd name="connsiteX1" fmla="*/ 765852 w 765852"/>
              <a:gd name="connsiteY1" fmla="*/ 83403 h 260086"/>
              <a:gd name="connsiteX2" fmla="*/ 739575 w 765852"/>
              <a:gd name="connsiteY2" fmla="*/ 22921 h 260086"/>
              <a:gd name="connsiteX3" fmla="*/ 672177 w 765852"/>
              <a:gd name="connsiteY3" fmla="*/ 0 h 260086"/>
              <a:gd name="connsiteX4" fmla="*/ 604779 w 765852"/>
              <a:gd name="connsiteY4" fmla="*/ 22921 h 260086"/>
              <a:gd name="connsiteX5" fmla="*/ 578501 w 765852"/>
              <a:gd name="connsiteY5" fmla="*/ 83403 h 260086"/>
              <a:gd name="connsiteX6" fmla="*/ 604779 w 765852"/>
              <a:gd name="connsiteY6" fmla="*/ 143884 h 260086"/>
              <a:gd name="connsiteX7" fmla="*/ 672177 w 765852"/>
              <a:gd name="connsiteY7" fmla="*/ 166805 h 260086"/>
              <a:gd name="connsiteX8" fmla="*/ 739575 w 765852"/>
              <a:gd name="connsiteY8" fmla="*/ 143884 h 260086"/>
              <a:gd name="connsiteX9" fmla="*/ 604595 w 765852"/>
              <a:gd name="connsiteY9" fmla="*/ 83403 h 260086"/>
              <a:gd name="connsiteX10" fmla="*/ 622611 w 765852"/>
              <a:gd name="connsiteY10" fmla="*/ 41871 h 260086"/>
              <a:gd name="connsiteX11" fmla="*/ 672177 w 765852"/>
              <a:gd name="connsiteY11" fmla="*/ 25719 h 260086"/>
              <a:gd name="connsiteX12" fmla="*/ 721742 w 765852"/>
              <a:gd name="connsiteY12" fmla="*/ 41871 h 260086"/>
              <a:gd name="connsiteX13" fmla="*/ 739759 w 765852"/>
              <a:gd name="connsiteY13" fmla="*/ 83403 h 260086"/>
              <a:gd name="connsiteX14" fmla="*/ 721742 w 765852"/>
              <a:gd name="connsiteY14" fmla="*/ 124934 h 260086"/>
              <a:gd name="connsiteX15" fmla="*/ 672177 w 765852"/>
              <a:gd name="connsiteY15" fmla="*/ 141077 h 260086"/>
              <a:gd name="connsiteX16" fmla="*/ 622611 w 765852"/>
              <a:gd name="connsiteY16" fmla="*/ 124934 h 260086"/>
              <a:gd name="connsiteX17" fmla="*/ 604595 w 765852"/>
              <a:gd name="connsiteY17" fmla="*/ 83403 h 260086"/>
              <a:gd name="connsiteX18" fmla="*/ 238310 w 765852"/>
              <a:gd name="connsiteY18" fmla="*/ 207181 h 260086"/>
              <a:gd name="connsiteX19" fmla="*/ 249560 w 765852"/>
              <a:gd name="connsiteY19" fmla="*/ 204081 h 260086"/>
              <a:gd name="connsiteX20" fmla="*/ 261562 w 765852"/>
              <a:gd name="connsiteY20" fmla="*/ 207713 h 260086"/>
              <a:gd name="connsiteX21" fmla="*/ 268163 w 765852"/>
              <a:gd name="connsiteY21" fmla="*/ 217812 h 260086"/>
              <a:gd name="connsiteX22" fmla="*/ 275874 w 765852"/>
              <a:gd name="connsiteY22" fmla="*/ 217812 h 260086"/>
              <a:gd name="connsiteX23" fmla="*/ 267145 w 765852"/>
              <a:gd name="connsiteY23" fmla="*/ 202568 h 260086"/>
              <a:gd name="connsiteX24" fmla="*/ 249917 w 765852"/>
              <a:gd name="connsiteY24" fmla="*/ 196982 h 260086"/>
              <a:gd name="connsiteX25" fmla="*/ 234322 w 765852"/>
              <a:gd name="connsiteY25" fmla="*/ 200926 h 260086"/>
              <a:gd name="connsiteX26" fmla="*/ 223961 w 765852"/>
              <a:gd name="connsiteY26" fmla="*/ 212052 h 260086"/>
              <a:gd name="connsiteX27" fmla="*/ 220330 w 765852"/>
              <a:gd name="connsiteY27" fmla="*/ 228534 h 260086"/>
              <a:gd name="connsiteX28" fmla="*/ 223961 w 765852"/>
              <a:gd name="connsiteY28" fmla="*/ 245062 h 260086"/>
              <a:gd name="connsiteX29" fmla="*/ 234322 w 765852"/>
              <a:gd name="connsiteY29" fmla="*/ 256142 h 260086"/>
              <a:gd name="connsiteX30" fmla="*/ 249917 w 765852"/>
              <a:gd name="connsiteY30" fmla="*/ 260086 h 260086"/>
              <a:gd name="connsiteX31" fmla="*/ 267145 w 765852"/>
              <a:gd name="connsiteY31" fmla="*/ 254501 h 260086"/>
              <a:gd name="connsiteX32" fmla="*/ 275782 w 765852"/>
              <a:gd name="connsiteY32" fmla="*/ 239256 h 260086"/>
              <a:gd name="connsiteX33" fmla="*/ 268071 w 765852"/>
              <a:gd name="connsiteY33" fmla="*/ 239256 h 260086"/>
              <a:gd name="connsiteX34" fmla="*/ 261516 w 765852"/>
              <a:gd name="connsiteY34" fmla="*/ 249401 h 260086"/>
              <a:gd name="connsiteX35" fmla="*/ 249560 w 765852"/>
              <a:gd name="connsiteY35" fmla="*/ 252987 h 260086"/>
              <a:gd name="connsiteX36" fmla="*/ 238310 w 765852"/>
              <a:gd name="connsiteY36" fmla="*/ 249887 h 260086"/>
              <a:gd name="connsiteX37" fmla="*/ 230828 w 765852"/>
              <a:gd name="connsiteY37" fmla="*/ 241201 h 260086"/>
              <a:gd name="connsiteX38" fmla="*/ 228215 w 765852"/>
              <a:gd name="connsiteY38" fmla="*/ 228525 h 260086"/>
              <a:gd name="connsiteX39" fmla="*/ 230828 w 765852"/>
              <a:gd name="connsiteY39" fmla="*/ 215812 h 260086"/>
              <a:gd name="connsiteX40" fmla="*/ 238310 w 765852"/>
              <a:gd name="connsiteY40" fmla="*/ 207172 h 260086"/>
              <a:gd name="connsiteX41" fmla="*/ 335580 w 765852"/>
              <a:gd name="connsiteY41" fmla="*/ 197523 h 260086"/>
              <a:gd name="connsiteX42" fmla="*/ 311925 w 765852"/>
              <a:gd name="connsiteY42" fmla="*/ 259554 h 260086"/>
              <a:gd name="connsiteX43" fmla="*/ 319892 w 765852"/>
              <a:gd name="connsiteY43" fmla="*/ 259554 h 260086"/>
              <a:gd name="connsiteX44" fmla="*/ 326448 w 765852"/>
              <a:gd name="connsiteY44" fmla="*/ 242806 h 260086"/>
              <a:gd name="connsiteX45" fmla="*/ 353467 w 765852"/>
              <a:gd name="connsiteY45" fmla="*/ 242806 h 260086"/>
              <a:gd name="connsiteX46" fmla="*/ 360023 w 765852"/>
              <a:gd name="connsiteY46" fmla="*/ 259554 h 260086"/>
              <a:gd name="connsiteX47" fmla="*/ 368256 w 765852"/>
              <a:gd name="connsiteY47" fmla="*/ 259554 h 260086"/>
              <a:gd name="connsiteX48" fmla="*/ 344693 w 765852"/>
              <a:gd name="connsiteY48" fmla="*/ 197523 h 260086"/>
              <a:gd name="connsiteX49" fmla="*/ 335570 w 765852"/>
              <a:gd name="connsiteY49" fmla="*/ 197523 h 260086"/>
              <a:gd name="connsiteX50" fmla="*/ 328758 w 765852"/>
              <a:gd name="connsiteY50" fmla="*/ 235808 h 260086"/>
              <a:gd name="connsiteX51" fmla="*/ 339916 w 765852"/>
              <a:gd name="connsiteY51" fmla="*/ 205943 h 260086"/>
              <a:gd name="connsiteX52" fmla="*/ 351166 w 765852"/>
              <a:gd name="connsiteY52" fmla="*/ 235808 h 260086"/>
              <a:gd name="connsiteX53" fmla="*/ 328749 w 765852"/>
              <a:gd name="connsiteY53" fmla="*/ 235808 h 260086"/>
              <a:gd name="connsiteX54" fmla="*/ 725437 w 765852"/>
              <a:gd name="connsiteY54" fmla="*/ 197523 h 260086"/>
              <a:gd name="connsiteX55" fmla="*/ 717736 w 765852"/>
              <a:gd name="connsiteY55" fmla="*/ 197523 h 260086"/>
              <a:gd name="connsiteX56" fmla="*/ 717736 w 765852"/>
              <a:gd name="connsiteY56" fmla="*/ 259554 h 260086"/>
              <a:gd name="connsiteX57" fmla="*/ 753704 w 765852"/>
              <a:gd name="connsiteY57" fmla="*/ 259554 h 260086"/>
              <a:gd name="connsiteX58" fmla="*/ 753704 w 765852"/>
              <a:gd name="connsiteY58" fmla="*/ 252464 h 260086"/>
              <a:gd name="connsiteX59" fmla="*/ 725446 w 765852"/>
              <a:gd name="connsiteY59" fmla="*/ 252464 h 260086"/>
              <a:gd name="connsiteX60" fmla="*/ 725446 w 765852"/>
              <a:gd name="connsiteY60" fmla="*/ 197523 h 260086"/>
              <a:gd name="connsiteX61" fmla="*/ 250953 w 765852"/>
              <a:gd name="connsiteY61" fmla="*/ 2119 h 260086"/>
              <a:gd name="connsiteX62" fmla="*/ 225566 w 765852"/>
              <a:gd name="connsiteY62" fmla="*/ 2119 h 260086"/>
              <a:gd name="connsiteX63" fmla="*/ 225566 w 765852"/>
              <a:gd name="connsiteY63" fmla="*/ 164677 h 260086"/>
              <a:gd name="connsiteX64" fmla="*/ 250953 w 765852"/>
              <a:gd name="connsiteY64" fmla="*/ 164677 h 260086"/>
              <a:gd name="connsiteX65" fmla="*/ 250953 w 765852"/>
              <a:gd name="connsiteY65" fmla="*/ 2119 h 260086"/>
              <a:gd name="connsiteX66" fmla="*/ 80592 w 765852"/>
              <a:gd name="connsiteY66" fmla="*/ 62692 h 260086"/>
              <a:gd name="connsiteX67" fmla="*/ 80592 w 765852"/>
              <a:gd name="connsiteY67" fmla="*/ 164687 h 260086"/>
              <a:gd name="connsiteX68" fmla="*/ 106732 w 765852"/>
              <a:gd name="connsiteY68" fmla="*/ 164687 h 260086"/>
              <a:gd name="connsiteX69" fmla="*/ 106713 w 765852"/>
              <a:gd name="connsiteY69" fmla="*/ 62692 h 260086"/>
              <a:gd name="connsiteX70" fmla="*/ 95124 w 765852"/>
              <a:gd name="connsiteY70" fmla="*/ 28700 h 260086"/>
              <a:gd name="connsiteX71" fmla="*/ 93648 w 765852"/>
              <a:gd name="connsiteY71" fmla="*/ 26792 h 260086"/>
              <a:gd name="connsiteX72" fmla="*/ 92172 w 765852"/>
              <a:gd name="connsiteY72" fmla="*/ 28700 h 260086"/>
              <a:gd name="connsiteX73" fmla="*/ 80583 w 765852"/>
              <a:gd name="connsiteY73" fmla="*/ 62692 h 260086"/>
              <a:gd name="connsiteX74" fmla="*/ 47273 w 765852"/>
              <a:gd name="connsiteY74" fmla="*/ 2119 h 260086"/>
              <a:gd name="connsiteX75" fmla="*/ 0 w 765852"/>
              <a:gd name="connsiteY75" fmla="*/ 2119 h 260086"/>
              <a:gd name="connsiteX76" fmla="*/ 0 w 765852"/>
              <a:gd name="connsiteY76" fmla="*/ 26792 h 260086"/>
              <a:gd name="connsiteX77" fmla="*/ 93648 w 765852"/>
              <a:gd name="connsiteY77" fmla="*/ 26792 h 260086"/>
              <a:gd name="connsiteX78" fmla="*/ 91328 w 765852"/>
              <a:gd name="connsiteY78" fmla="*/ 23793 h 260086"/>
              <a:gd name="connsiteX79" fmla="*/ 47273 w 765852"/>
              <a:gd name="connsiteY79" fmla="*/ 2119 h 260086"/>
              <a:gd name="connsiteX80" fmla="*/ 95968 w 765852"/>
              <a:gd name="connsiteY80" fmla="*/ 23793 h 260086"/>
              <a:gd name="connsiteX81" fmla="*/ 93648 w 765852"/>
              <a:gd name="connsiteY81" fmla="*/ 26792 h 260086"/>
              <a:gd name="connsiteX82" fmla="*/ 187296 w 765852"/>
              <a:gd name="connsiteY82" fmla="*/ 26792 h 260086"/>
              <a:gd name="connsiteX83" fmla="*/ 187296 w 765852"/>
              <a:gd name="connsiteY83" fmla="*/ 2119 h 260086"/>
              <a:gd name="connsiteX84" fmla="*/ 140023 w 765852"/>
              <a:gd name="connsiteY84" fmla="*/ 2119 h 260086"/>
              <a:gd name="connsiteX85" fmla="*/ 95958 w 765852"/>
              <a:gd name="connsiteY85" fmla="*/ 23793 h 260086"/>
              <a:gd name="connsiteX86" fmla="*/ 514844 w 765852"/>
              <a:gd name="connsiteY86" fmla="*/ 164677 h 260086"/>
              <a:gd name="connsiteX87" fmla="*/ 540232 w 765852"/>
              <a:gd name="connsiteY87" fmla="*/ 164677 h 260086"/>
              <a:gd name="connsiteX88" fmla="*/ 540232 w 765852"/>
              <a:gd name="connsiteY88" fmla="*/ 2119 h 260086"/>
              <a:gd name="connsiteX89" fmla="*/ 514844 w 765852"/>
              <a:gd name="connsiteY89" fmla="*/ 2119 h 260086"/>
              <a:gd name="connsiteX90" fmla="*/ 514844 w 765852"/>
              <a:gd name="connsiteY90" fmla="*/ 164677 h 260086"/>
              <a:gd name="connsiteX91" fmla="*/ 495205 w 765852"/>
              <a:gd name="connsiteY91" fmla="*/ 259554 h 260086"/>
              <a:gd name="connsiteX92" fmla="*/ 502915 w 765852"/>
              <a:gd name="connsiteY92" fmla="*/ 259554 h 260086"/>
              <a:gd name="connsiteX93" fmla="*/ 502915 w 765852"/>
              <a:gd name="connsiteY93" fmla="*/ 197523 h 260086"/>
              <a:gd name="connsiteX94" fmla="*/ 495205 w 765852"/>
              <a:gd name="connsiteY94" fmla="*/ 197523 h 260086"/>
              <a:gd name="connsiteX95" fmla="*/ 495205 w 765852"/>
              <a:gd name="connsiteY95" fmla="*/ 259554 h 260086"/>
              <a:gd name="connsiteX96" fmla="*/ 544816 w 765852"/>
              <a:gd name="connsiteY96" fmla="*/ 204613 h 260086"/>
              <a:gd name="connsiteX97" fmla="*/ 564923 w 765852"/>
              <a:gd name="connsiteY97" fmla="*/ 204613 h 260086"/>
              <a:gd name="connsiteX98" fmla="*/ 564923 w 765852"/>
              <a:gd name="connsiteY98" fmla="*/ 259554 h 260086"/>
              <a:gd name="connsiteX99" fmla="*/ 572633 w 765852"/>
              <a:gd name="connsiteY99" fmla="*/ 259554 h 260086"/>
              <a:gd name="connsiteX100" fmla="*/ 572633 w 765852"/>
              <a:gd name="connsiteY100" fmla="*/ 204613 h 260086"/>
              <a:gd name="connsiteX101" fmla="*/ 592740 w 765852"/>
              <a:gd name="connsiteY101" fmla="*/ 204613 h 260086"/>
              <a:gd name="connsiteX102" fmla="*/ 592740 w 765852"/>
              <a:gd name="connsiteY102" fmla="*/ 197523 h 260086"/>
              <a:gd name="connsiteX103" fmla="*/ 544816 w 765852"/>
              <a:gd name="connsiteY103" fmla="*/ 197523 h 260086"/>
              <a:gd name="connsiteX104" fmla="*/ 544816 w 765852"/>
              <a:gd name="connsiteY104" fmla="*/ 204613 h 260086"/>
              <a:gd name="connsiteX105" fmla="*/ 287389 w 765852"/>
              <a:gd name="connsiteY105" fmla="*/ 2119 h 260086"/>
              <a:gd name="connsiteX106" fmla="*/ 345234 w 765852"/>
              <a:gd name="connsiteY106" fmla="*/ 140105 h 260086"/>
              <a:gd name="connsiteX107" fmla="*/ 381413 w 765852"/>
              <a:gd name="connsiteY107" fmla="*/ 166796 h 260086"/>
              <a:gd name="connsiteX108" fmla="*/ 382899 w 765852"/>
              <a:gd name="connsiteY108" fmla="*/ 166796 h 260086"/>
              <a:gd name="connsiteX109" fmla="*/ 316692 w 765852"/>
              <a:gd name="connsiteY109" fmla="*/ 2119 h 260086"/>
              <a:gd name="connsiteX110" fmla="*/ 287389 w 765852"/>
              <a:gd name="connsiteY110" fmla="*/ 2119 h 260086"/>
              <a:gd name="connsiteX111" fmla="*/ 443549 w 765852"/>
              <a:gd name="connsiteY111" fmla="*/ 199871 h 260086"/>
              <a:gd name="connsiteX112" fmla="*/ 432739 w 765852"/>
              <a:gd name="connsiteY112" fmla="*/ 197523 h 260086"/>
              <a:gd name="connsiteX113" fmla="*/ 408910 w 765852"/>
              <a:gd name="connsiteY113" fmla="*/ 197523 h 260086"/>
              <a:gd name="connsiteX114" fmla="*/ 408910 w 765852"/>
              <a:gd name="connsiteY114" fmla="*/ 259554 h 260086"/>
              <a:gd name="connsiteX115" fmla="*/ 416621 w 765852"/>
              <a:gd name="connsiteY115" fmla="*/ 259554 h 260086"/>
              <a:gd name="connsiteX116" fmla="*/ 416621 w 765852"/>
              <a:gd name="connsiteY116" fmla="*/ 235716 h 260086"/>
              <a:gd name="connsiteX117" fmla="*/ 432748 w 765852"/>
              <a:gd name="connsiteY117" fmla="*/ 235716 h 260086"/>
              <a:gd name="connsiteX118" fmla="*/ 443512 w 765852"/>
              <a:gd name="connsiteY118" fmla="*/ 233368 h 260086"/>
              <a:gd name="connsiteX119" fmla="*/ 450728 w 765852"/>
              <a:gd name="connsiteY119" fmla="*/ 226681 h 260086"/>
              <a:gd name="connsiteX120" fmla="*/ 453295 w 765852"/>
              <a:gd name="connsiteY120" fmla="*/ 216583 h 260086"/>
              <a:gd name="connsiteX121" fmla="*/ 450774 w 765852"/>
              <a:gd name="connsiteY121" fmla="*/ 206521 h 260086"/>
              <a:gd name="connsiteX122" fmla="*/ 443558 w 765852"/>
              <a:gd name="connsiteY122" fmla="*/ 199871 h 260086"/>
              <a:gd name="connsiteX123" fmla="*/ 441779 w 765852"/>
              <a:gd name="connsiteY123" fmla="*/ 225351 h 260086"/>
              <a:gd name="connsiteX124" fmla="*/ 432033 w 765852"/>
              <a:gd name="connsiteY124" fmla="*/ 228635 h 260086"/>
              <a:gd name="connsiteX125" fmla="*/ 416621 w 765852"/>
              <a:gd name="connsiteY125" fmla="*/ 228635 h 260086"/>
              <a:gd name="connsiteX126" fmla="*/ 416621 w 765852"/>
              <a:gd name="connsiteY126" fmla="*/ 204622 h 260086"/>
              <a:gd name="connsiteX127" fmla="*/ 432125 w 765852"/>
              <a:gd name="connsiteY127" fmla="*/ 204622 h 260086"/>
              <a:gd name="connsiteX128" fmla="*/ 441825 w 765852"/>
              <a:gd name="connsiteY128" fmla="*/ 207860 h 260086"/>
              <a:gd name="connsiteX129" fmla="*/ 445410 w 765852"/>
              <a:gd name="connsiteY129" fmla="*/ 216592 h 260086"/>
              <a:gd name="connsiteX130" fmla="*/ 441779 w 765852"/>
              <a:gd name="connsiteY130" fmla="*/ 225361 h 260086"/>
              <a:gd name="connsiteX131" fmla="*/ 382889 w 765852"/>
              <a:gd name="connsiteY131" fmla="*/ 166805 h 260086"/>
              <a:gd name="connsiteX132" fmla="*/ 384375 w 765852"/>
              <a:gd name="connsiteY132" fmla="*/ 166805 h 260086"/>
              <a:gd name="connsiteX133" fmla="*/ 420554 w 765852"/>
              <a:gd name="connsiteY133" fmla="*/ 140114 h 260086"/>
              <a:gd name="connsiteX134" fmla="*/ 478399 w 765852"/>
              <a:gd name="connsiteY134" fmla="*/ 2128 h 260086"/>
              <a:gd name="connsiteX135" fmla="*/ 449096 w 765852"/>
              <a:gd name="connsiteY135" fmla="*/ 2128 h 260086"/>
              <a:gd name="connsiteX136" fmla="*/ 382889 w 765852"/>
              <a:gd name="connsiteY136" fmla="*/ 166814 h 260086"/>
              <a:gd name="connsiteX137" fmla="*/ 644368 w 765852"/>
              <a:gd name="connsiteY137" fmla="*/ 197523 h 260086"/>
              <a:gd name="connsiteX138" fmla="*/ 620714 w 765852"/>
              <a:gd name="connsiteY138" fmla="*/ 259554 h 260086"/>
              <a:gd name="connsiteX139" fmla="*/ 628690 w 765852"/>
              <a:gd name="connsiteY139" fmla="*/ 259554 h 260086"/>
              <a:gd name="connsiteX140" fmla="*/ 635246 w 765852"/>
              <a:gd name="connsiteY140" fmla="*/ 242806 h 260086"/>
              <a:gd name="connsiteX141" fmla="*/ 662266 w 765852"/>
              <a:gd name="connsiteY141" fmla="*/ 242806 h 260086"/>
              <a:gd name="connsiteX142" fmla="*/ 668821 w 765852"/>
              <a:gd name="connsiteY142" fmla="*/ 259554 h 260086"/>
              <a:gd name="connsiteX143" fmla="*/ 677055 w 765852"/>
              <a:gd name="connsiteY143" fmla="*/ 259554 h 260086"/>
              <a:gd name="connsiteX144" fmla="*/ 653491 w 765852"/>
              <a:gd name="connsiteY144" fmla="*/ 197523 h 260086"/>
              <a:gd name="connsiteX145" fmla="*/ 644368 w 765852"/>
              <a:gd name="connsiteY145" fmla="*/ 197523 h 260086"/>
              <a:gd name="connsiteX146" fmla="*/ 637547 w 765852"/>
              <a:gd name="connsiteY146" fmla="*/ 235808 h 260086"/>
              <a:gd name="connsiteX147" fmla="*/ 648705 w 765852"/>
              <a:gd name="connsiteY147" fmla="*/ 205943 h 260086"/>
              <a:gd name="connsiteX148" fmla="*/ 659955 w 765852"/>
              <a:gd name="connsiteY148" fmla="*/ 235808 h 260086"/>
              <a:gd name="connsiteX149" fmla="*/ 637538 w 765852"/>
              <a:gd name="connsiteY149" fmla="*/ 235808 h 260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</a:cxnLst>
            <a:rect l="l" t="t" r="r" b="b"/>
            <a:pathLst>
              <a:path w="765852" h="260086">
                <a:moveTo>
                  <a:pt x="739575" y="143884"/>
                </a:moveTo>
                <a:cubicBezTo>
                  <a:pt x="756519" y="128906"/>
                  <a:pt x="765852" y="107425"/>
                  <a:pt x="765852" y="83403"/>
                </a:cubicBezTo>
                <a:cubicBezTo>
                  <a:pt x="765852" y="59381"/>
                  <a:pt x="756519" y="37899"/>
                  <a:pt x="739575" y="22921"/>
                </a:cubicBezTo>
                <a:cubicBezTo>
                  <a:pt x="722613" y="7925"/>
                  <a:pt x="699307" y="0"/>
                  <a:pt x="672177" y="0"/>
                </a:cubicBezTo>
                <a:cubicBezTo>
                  <a:pt x="645047" y="0"/>
                  <a:pt x="621740" y="7925"/>
                  <a:pt x="604779" y="22921"/>
                </a:cubicBezTo>
                <a:cubicBezTo>
                  <a:pt x="587835" y="37899"/>
                  <a:pt x="578501" y="59381"/>
                  <a:pt x="578501" y="83403"/>
                </a:cubicBezTo>
                <a:cubicBezTo>
                  <a:pt x="578501" y="107425"/>
                  <a:pt x="587835" y="128906"/>
                  <a:pt x="604779" y="143884"/>
                </a:cubicBezTo>
                <a:cubicBezTo>
                  <a:pt x="621740" y="158881"/>
                  <a:pt x="645047" y="166805"/>
                  <a:pt x="672177" y="166805"/>
                </a:cubicBezTo>
                <a:cubicBezTo>
                  <a:pt x="699307" y="166805"/>
                  <a:pt x="722613" y="158881"/>
                  <a:pt x="739575" y="143884"/>
                </a:cubicBezTo>
                <a:close/>
                <a:moveTo>
                  <a:pt x="604595" y="83403"/>
                </a:moveTo>
                <a:cubicBezTo>
                  <a:pt x="604595" y="66489"/>
                  <a:pt x="610821" y="52135"/>
                  <a:pt x="622611" y="41871"/>
                </a:cubicBezTo>
                <a:cubicBezTo>
                  <a:pt x="634751" y="31305"/>
                  <a:pt x="651887" y="25719"/>
                  <a:pt x="672177" y="25719"/>
                </a:cubicBezTo>
                <a:cubicBezTo>
                  <a:pt x="692467" y="25719"/>
                  <a:pt x="709603" y="31305"/>
                  <a:pt x="721742" y="41871"/>
                </a:cubicBezTo>
                <a:cubicBezTo>
                  <a:pt x="733524" y="52126"/>
                  <a:pt x="739759" y="66489"/>
                  <a:pt x="739759" y="83403"/>
                </a:cubicBezTo>
                <a:cubicBezTo>
                  <a:pt x="739759" y="100316"/>
                  <a:pt x="733533" y="114671"/>
                  <a:pt x="721742" y="124934"/>
                </a:cubicBezTo>
                <a:cubicBezTo>
                  <a:pt x="709603" y="135501"/>
                  <a:pt x="692467" y="141077"/>
                  <a:pt x="672177" y="141077"/>
                </a:cubicBezTo>
                <a:cubicBezTo>
                  <a:pt x="651887" y="141077"/>
                  <a:pt x="634741" y="135491"/>
                  <a:pt x="622611" y="124934"/>
                </a:cubicBezTo>
                <a:cubicBezTo>
                  <a:pt x="610830" y="114671"/>
                  <a:pt x="604595" y="100316"/>
                  <a:pt x="604595" y="83403"/>
                </a:cubicBezTo>
                <a:close/>
                <a:moveTo>
                  <a:pt x="238310" y="207181"/>
                </a:moveTo>
                <a:cubicBezTo>
                  <a:pt x="241556" y="205118"/>
                  <a:pt x="245306" y="204081"/>
                  <a:pt x="249560" y="204081"/>
                </a:cubicBezTo>
                <a:cubicBezTo>
                  <a:pt x="254282" y="204081"/>
                  <a:pt x="258288" y="205292"/>
                  <a:pt x="261562" y="207713"/>
                </a:cubicBezTo>
                <a:cubicBezTo>
                  <a:pt x="264835" y="210135"/>
                  <a:pt x="267035" y="213501"/>
                  <a:pt x="268163" y="217812"/>
                </a:cubicBezTo>
                <a:lnTo>
                  <a:pt x="275874" y="217812"/>
                </a:lnTo>
                <a:cubicBezTo>
                  <a:pt x="274691" y="211373"/>
                  <a:pt x="271784" y="206292"/>
                  <a:pt x="267145" y="202568"/>
                </a:cubicBezTo>
                <a:cubicBezTo>
                  <a:pt x="262506" y="198844"/>
                  <a:pt x="256766" y="196982"/>
                  <a:pt x="249917" y="196982"/>
                </a:cubicBezTo>
                <a:cubicBezTo>
                  <a:pt x="244013" y="196982"/>
                  <a:pt x="238814" y="198293"/>
                  <a:pt x="234322" y="200926"/>
                </a:cubicBezTo>
                <a:cubicBezTo>
                  <a:pt x="229838" y="203558"/>
                  <a:pt x="226382" y="207264"/>
                  <a:pt x="223961" y="212052"/>
                </a:cubicBezTo>
                <a:cubicBezTo>
                  <a:pt x="221541" y="216840"/>
                  <a:pt x="220330" y="222334"/>
                  <a:pt x="220330" y="228534"/>
                </a:cubicBezTo>
                <a:cubicBezTo>
                  <a:pt x="220330" y="234734"/>
                  <a:pt x="221541" y="240302"/>
                  <a:pt x="223961" y="245062"/>
                </a:cubicBezTo>
                <a:cubicBezTo>
                  <a:pt x="226382" y="249823"/>
                  <a:pt x="229838" y="253510"/>
                  <a:pt x="234322" y="256142"/>
                </a:cubicBezTo>
                <a:cubicBezTo>
                  <a:pt x="238805" y="258775"/>
                  <a:pt x="244004" y="260086"/>
                  <a:pt x="249917" y="260086"/>
                </a:cubicBezTo>
                <a:cubicBezTo>
                  <a:pt x="256831" y="260086"/>
                  <a:pt x="262570" y="258224"/>
                  <a:pt x="267145" y="254501"/>
                </a:cubicBezTo>
                <a:cubicBezTo>
                  <a:pt x="271720" y="250777"/>
                  <a:pt x="274599" y="245695"/>
                  <a:pt x="275782" y="239256"/>
                </a:cubicBezTo>
                <a:lnTo>
                  <a:pt x="268071" y="239256"/>
                </a:lnTo>
                <a:cubicBezTo>
                  <a:pt x="266888" y="243631"/>
                  <a:pt x="264706" y="247007"/>
                  <a:pt x="261516" y="249401"/>
                </a:cubicBezTo>
                <a:cubicBezTo>
                  <a:pt x="258325" y="251795"/>
                  <a:pt x="254337" y="252987"/>
                  <a:pt x="249560" y="252987"/>
                </a:cubicBezTo>
                <a:cubicBezTo>
                  <a:pt x="245306" y="252987"/>
                  <a:pt x="241556" y="251951"/>
                  <a:pt x="238310" y="249887"/>
                </a:cubicBezTo>
                <a:cubicBezTo>
                  <a:pt x="235064" y="247823"/>
                  <a:pt x="232561" y="244925"/>
                  <a:pt x="230828" y="241201"/>
                </a:cubicBezTo>
                <a:cubicBezTo>
                  <a:pt x="229086" y="237477"/>
                  <a:pt x="228215" y="233258"/>
                  <a:pt x="228215" y="228525"/>
                </a:cubicBezTo>
                <a:cubicBezTo>
                  <a:pt x="228215" y="223792"/>
                  <a:pt x="229086" y="219499"/>
                  <a:pt x="230828" y="215812"/>
                </a:cubicBezTo>
                <a:cubicBezTo>
                  <a:pt x="232570" y="212125"/>
                  <a:pt x="235064" y="209245"/>
                  <a:pt x="238310" y="207172"/>
                </a:cubicBezTo>
                <a:close/>
                <a:moveTo>
                  <a:pt x="335580" y="197523"/>
                </a:moveTo>
                <a:lnTo>
                  <a:pt x="311925" y="259554"/>
                </a:lnTo>
                <a:lnTo>
                  <a:pt x="319892" y="259554"/>
                </a:lnTo>
                <a:lnTo>
                  <a:pt x="326448" y="242806"/>
                </a:lnTo>
                <a:lnTo>
                  <a:pt x="353467" y="242806"/>
                </a:lnTo>
                <a:lnTo>
                  <a:pt x="360023" y="259554"/>
                </a:lnTo>
                <a:lnTo>
                  <a:pt x="368256" y="259554"/>
                </a:lnTo>
                <a:lnTo>
                  <a:pt x="344693" y="197523"/>
                </a:lnTo>
                <a:lnTo>
                  <a:pt x="335570" y="197523"/>
                </a:lnTo>
                <a:close/>
                <a:moveTo>
                  <a:pt x="328758" y="235808"/>
                </a:moveTo>
                <a:lnTo>
                  <a:pt x="339916" y="205943"/>
                </a:lnTo>
                <a:lnTo>
                  <a:pt x="351166" y="235808"/>
                </a:lnTo>
                <a:lnTo>
                  <a:pt x="328749" y="235808"/>
                </a:lnTo>
                <a:close/>
                <a:moveTo>
                  <a:pt x="725437" y="197523"/>
                </a:moveTo>
                <a:lnTo>
                  <a:pt x="717736" y="197523"/>
                </a:lnTo>
                <a:lnTo>
                  <a:pt x="717736" y="259554"/>
                </a:lnTo>
                <a:lnTo>
                  <a:pt x="753704" y="259554"/>
                </a:lnTo>
                <a:lnTo>
                  <a:pt x="753704" y="252464"/>
                </a:lnTo>
                <a:lnTo>
                  <a:pt x="725446" y="252464"/>
                </a:lnTo>
                <a:lnTo>
                  <a:pt x="725446" y="197523"/>
                </a:lnTo>
                <a:close/>
                <a:moveTo>
                  <a:pt x="250953" y="2119"/>
                </a:moveTo>
                <a:lnTo>
                  <a:pt x="225566" y="2119"/>
                </a:lnTo>
                <a:lnTo>
                  <a:pt x="225566" y="164677"/>
                </a:lnTo>
                <a:lnTo>
                  <a:pt x="250953" y="164677"/>
                </a:lnTo>
                <a:lnTo>
                  <a:pt x="250953" y="2119"/>
                </a:lnTo>
                <a:close/>
                <a:moveTo>
                  <a:pt x="80592" y="62692"/>
                </a:moveTo>
                <a:lnTo>
                  <a:pt x="80592" y="164687"/>
                </a:lnTo>
                <a:cubicBezTo>
                  <a:pt x="80592" y="164687"/>
                  <a:pt x="106732" y="164687"/>
                  <a:pt x="106732" y="164687"/>
                </a:cubicBezTo>
                <a:lnTo>
                  <a:pt x="106713" y="62692"/>
                </a:lnTo>
                <a:cubicBezTo>
                  <a:pt x="106713" y="50282"/>
                  <a:pt x="102707" y="38523"/>
                  <a:pt x="95124" y="28700"/>
                </a:cubicBezTo>
                <a:lnTo>
                  <a:pt x="93648" y="26792"/>
                </a:lnTo>
                <a:lnTo>
                  <a:pt x="92172" y="28700"/>
                </a:lnTo>
                <a:cubicBezTo>
                  <a:pt x="84589" y="38523"/>
                  <a:pt x="80583" y="50273"/>
                  <a:pt x="80583" y="62692"/>
                </a:cubicBezTo>
                <a:close/>
                <a:moveTo>
                  <a:pt x="47273" y="2119"/>
                </a:moveTo>
                <a:lnTo>
                  <a:pt x="0" y="2119"/>
                </a:lnTo>
                <a:lnTo>
                  <a:pt x="0" y="26792"/>
                </a:lnTo>
                <a:lnTo>
                  <a:pt x="93648" y="26792"/>
                </a:lnTo>
                <a:lnTo>
                  <a:pt x="91328" y="23793"/>
                </a:lnTo>
                <a:cubicBezTo>
                  <a:pt x="80693" y="10025"/>
                  <a:pt x="64629" y="2119"/>
                  <a:pt x="47273" y="2119"/>
                </a:cubicBezTo>
                <a:close/>
                <a:moveTo>
                  <a:pt x="95968" y="23793"/>
                </a:moveTo>
                <a:lnTo>
                  <a:pt x="93648" y="26792"/>
                </a:lnTo>
                <a:lnTo>
                  <a:pt x="187296" y="26792"/>
                </a:lnTo>
                <a:lnTo>
                  <a:pt x="187296" y="2119"/>
                </a:lnTo>
                <a:lnTo>
                  <a:pt x="140023" y="2119"/>
                </a:lnTo>
                <a:cubicBezTo>
                  <a:pt x="122657" y="2119"/>
                  <a:pt x="106603" y="10016"/>
                  <a:pt x="95958" y="23793"/>
                </a:cubicBezTo>
                <a:close/>
                <a:moveTo>
                  <a:pt x="514844" y="164677"/>
                </a:moveTo>
                <a:lnTo>
                  <a:pt x="540232" y="164677"/>
                </a:lnTo>
                <a:lnTo>
                  <a:pt x="540232" y="2119"/>
                </a:lnTo>
                <a:lnTo>
                  <a:pt x="514844" y="2119"/>
                </a:lnTo>
                <a:lnTo>
                  <a:pt x="514844" y="164677"/>
                </a:lnTo>
                <a:close/>
                <a:moveTo>
                  <a:pt x="495205" y="259554"/>
                </a:moveTo>
                <a:lnTo>
                  <a:pt x="502915" y="259554"/>
                </a:lnTo>
                <a:lnTo>
                  <a:pt x="502915" y="197523"/>
                </a:lnTo>
                <a:lnTo>
                  <a:pt x="495205" y="197523"/>
                </a:lnTo>
                <a:lnTo>
                  <a:pt x="495205" y="259554"/>
                </a:lnTo>
                <a:close/>
                <a:moveTo>
                  <a:pt x="544816" y="204613"/>
                </a:moveTo>
                <a:lnTo>
                  <a:pt x="564923" y="204613"/>
                </a:lnTo>
                <a:lnTo>
                  <a:pt x="564923" y="259554"/>
                </a:lnTo>
                <a:lnTo>
                  <a:pt x="572633" y="259554"/>
                </a:lnTo>
                <a:lnTo>
                  <a:pt x="572633" y="204613"/>
                </a:lnTo>
                <a:lnTo>
                  <a:pt x="592740" y="204613"/>
                </a:lnTo>
                <a:lnTo>
                  <a:pt x="592740" y="197523"/>
                </a:lnTo>
                <a:lnTo>
                  <a:pt x="544816" y="197523"/>
                </a:lnTo>
                <a:lnTo>
                  <a:pt x="544816" y="204613"/>
                </a:lnTo>
                <a:close/>
                <a:moveTo>
                  <a:pt x="287389" y="2119"/>
                </a:moveTo>
                <a:cubicBezTo>
                  <a:pt x="287389" y="2119"/>
                  <a:pt x="335680" y="117220"/>
                  <a:pt x="345234" y="140105"/>
                </a:cubicBezTo>
                <a:cubicBezTo>
                  <a:pt x="356374" y="166796"/>
                  <a:pt x="374464" y="166796"/>
                  <a:pt x="381413" y="166796"/>
                </a:cubicBezTo>
                <a:lnTo>
                  <a:pt x="382899" y="166796"/>
                </a:lnTo>
                <a:lnTo>
                  <a:pt x="316692" y="2119"/>
                </a:lnTo>
                <a:lnTo>
                  <a:pt x="287389" y="2119"/>
                </a:lnTo>
                <a:close/>
                <a:moveTo>
                  <a:pt x="443549" y="199871"/>
                </a:moveTo>
                <a:cubicBezTo>
                  <a:pt x="440413" y="198303"/>
                  <a:pt x="436819" y="197523"/>
                  <a:pt x="432739" y="197523"/>
                </a:cubicBezTo>
                <a:lnTo>
                  <a:pt x="408910" y="197523"/>
                </a:lnTo>
                <a:lnTo>
                  <a:pt x="408910" y="259554"/>
                </a:lnTo>
                <a:lnTo>
                  <a:pt x="416621" y="259554"/>
                </a:lnTo>
                <a:lnTo>
                  <a:pt x="416621" y="235716"/>
                </a:lnTo>
                <a:lnTo>
                  <a:pt x="432748" y="235716"/>
                </a:lnTo>
                <a:cubicBezTo>
                  <a:pt x="436819" y="235716"/>
                  <a:pt x="440413" y="234936"/>
                  <a:pt x="443512" y="233368"/>
                </a:cubicBezTo>
                <a:cubicBezTo>
                  <a:pt x="446611" y="231799"/>
                  <a:pt x="449013" y="229571"/>
                  <a:pt x="450728" y="226681"/>
                </a:cubicBezTo>
                <a:cubicBezTo>
                  <a:pt x="452442" y="223783"/>
                  <a:pt x="453295" y="220417"/>
                  <a:pt x="453295" y="216583"/>
                </a:cubicBezTo>
                <a:cubicBezTo>
                  <a:pt x="453295" y="212749"/>
                  <a:pt x="452452" y="209392"/>
                  <a:pt x="450774" y="206521"/>
                </a:cubicBezTo>
                <a:cubicBezTo>
                  <a:pt x="449087" y="203659"/>
                  <a:pt x="446685" y="201439"/>
                  <a:pt x="443558" y="199871"/>
                </a:cubicBezTo>
                <a:close/>
                <a:moveTo>
                  <a:pt x="441779" y="225351"/>
                </a:moveTo>
                <a:cubicBezTo>
                  <a:pt x="439359" y="227534"/>
                  <a:pt x="436113" y="228635"/>
                  <a:pt x="432033" y="228635"/>
                </a:cubicBezTo>
                <a:lnTo>
                  <a:pt x="416621" y="228635"/>
                </a:lnTo>
                <a:lnTo>
                  <a:pt x="416621" y="204622"/>
                </a:lnTo>
                <a:lnTo>
                  <a:pt x="432125" y="204622"/>
                </a:lnTo>
                <a:cubicBezTo>
                  <a:pt x="436196" y="204622"/>
                  <a:pt x="439432" y="205705"/>
                  <a:pt x="441825" y="207860"/>
                </a:cubicBezTo>
                <a:cubicBezTo>
                  <a:pt x="444218" y="210015"/>
                  <a:pt x="445410" y="212923"/>
                  <a:pt x="445410" y="216592"/>
                </a:cubicBezTo>
                <a:cubicBezTo>
                  <a:pt x="445410" y="220261"/>
                  <a:pt x="444200" y="223178"/>
                  <a:pt x="441779" y="225361"/>
                </a:cubicBezTo>
                <a:close/>
                <a:moveTo>
                  <a:pt x="382889" y="166805"/>
                </a:moveTo>
                <a:lnTo>
                  <a:pt x="384375" y="166805"/>
                </a:lnTo>
                <a:cubicBezTo>
                  <a:pt x="391334" y="166805"/>
                  <a:pt x="409423" y="166805"/>
                  <a:pt x="420554" y="140114"/>
                </a:cubicBezTo>
                <a:cubicBezTo>
                  <a:pt x="430099" y="117230"/>
                  <a:pt x="478399" y="2128"/>
                  <a:pt x="478399" y="2128"/>
                </a:cubicBezTo>
                <a:lnTo>
                  <a:pt x="449096" y="2128"/>
                </a:lnTo>
                <a:lnTo>
                  <a:pt x="382889" y="166814"/>
                </a:lnTo>
                <a:close/>
                <a:moveTo>
                  <a:pt x="644368" y="197523"/>
                </a:moveTo>
                <a:lnTo>
                  <a:pt x="620714" y="259554"/>
                </a:lnTo>
                <a:lnTo>
                  <a:pt x="628690" y="259554"/>
                </a:lnTo>
                <a:lnTo>
                  <a:pt x="635246" y="242806"/>
                </a:lnTo>
                <a:lnTo>
                  <a:pt x="662266" y="242806"/>
                </a:lnTo>
                <a:lnTo>
                  <a:pt x="668821" y="259554"/>
                </a:lnTo>
                <a:lnTo>
                  <a:pt x="677055" y="259554"/>
                </a:lnTo>
                <a:lnTo>
                  <a:pt x="653491" y="197523"/>
                </a:lnTo>
                <a:lnTo>
                  <a:pt x="644368" y="197523"/>
                </a:lnTo>
                <a:close/>
                <a:moveTo>
                  <a:pt x="637547" y="235808"/>
                </a:moveTo>
                <a:lnTo>
                  <a:pt x="648705" y="205943"/>
                </a:lnTo>
                <a:lnTo>
                  <a:pt x="659955" y="235808"/>
                </a:lnTo>
                <a:lnTo>
                  <a:pt x="637538" y="235808"/>
                </a:lnTo>
                <a:close/>
              </a:path>
            </a:pathLst>
          </a:custGeom>
          <a:solidFill>
            <a:srgbClr val="000000"/>
          </a:solidFill>
          <a:ln w="1061" cap="flat">
            <a:noFill/>
            <a:prstDash val="solid"/>
            <a:miter/>
          </a:ln>
        </p:spPr>
        <p:txBody>
          <a:bodyPr rtlCol="0" anchor="ctr"/>
          <a:lstStyle/>
          <a:p>
            <a:endParaRPr lang="pt-BR">
              <a:solidFill>
                <a:schemeClr val="accent6"/>
              </a:solidFill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5A0A33CF-3720-1012-F597-F4ECE825DFE9}"/>
              </a:ext>
            </a:extLst>
          </p:cNvPr>
          <p:cNvCxnSpPr/>
          <p:nvPr userDrawn="1"/>
        </p:nvCxnSpPr>
        <p:spPr>
          <a:xfrm>
            <a:off x="334963" y="185353"/>
            <a:ext cx="1041541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781292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469">
          <p15:clr>
            <a:srgbClr val="FBAE40"/>
          </p15:clr>
        </p15:guide>
        <p15:guide id="2" orient="horz" pos="3974">
          <p15:clr>
            <a:srgbClr val="FBAE40"/>
          </p15:clr>
        </p15:guide>
        <p15:guide id="3" orient="horz" pos="232">
          <p15:clr>
            <a:srgbClr val="FBAE40"/>
          </p15:clr>
        </p15:guide>
        <p15:guide id="4" pos="211">
          <p15:clr>
            <a:srgbClr val="FBAE40"/>
          </p15:clr>
        </p15:guide>
        <p15:guide id="5" orient="horz" pos="4065">
          <p15:clr>
            <a:srgbClr val="FBAE40"/>
          </p15:clr>
        </p15:guide>
        <p15:guide id="6" orient="horz" pos="777">
          <p15:clr>
            <a:srgbClr val="FBAE40"/>
          </p15:clr>
        </p15:guide>
        <p15:guide id="7" orient="horz" pos="935">
          <p15:clr>
            <a:srgbClr val="FBAE40"/>
          </p15:clr>
        </p15:guide>
      </p15:sldGuideLst>
    </p:ext>
  </p:extLst>
</p:sldLayout>
</file>

<file path=ppt/slideLayouts/slideLayout1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| Box superior - Branco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132BCE3-A04F-8602-64F7-7623C7EAF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61763" y="6482556"/>
            <a:ext cx="295275" cy="1692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 sz="1100">
                <a:solidFill>
                  <a:schemeClr val="tx1">
                    <a:lumMod val="95000"/>
                    <a:lumOff val="5000"/>
                  </a:schemeClr>
                </a:solidFill>
                <a:latin typeface="Versos" panose="020B0503020204030204" pitchFamily="34" charset="0"/>
                <a:cs typeface="Versos" panose="020B0503020204030204" pitchFamily="34" charset="0"/>
              </a:defRPr>
            </a:lvl1pPr>
          </a:lstStyle>
          <a:p>
            <a:fld id="{77667D73-C69A-4DAA-9003-24A825D36FE9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B13D7C-5A47-B0DF-B518-26E79F5D2DB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63" y="368300"/>
            <a:ext cx="10183813" cy="4308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</a:lstStyle>
          <a:p>
            <a:pPr lvl="0"/>
            <a:r>
              <a:rPr lang="en-US" err="1"/>
              <a:t>Título</a:t>
            </a:r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401465E-A8CD-A3BA-BE2A-9597492FDC6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4963" y="6482556"/>
            <a:ext cx="10980000" cy="180000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chemeClr val="tx1">
                    <a:lumMod val="95000"/>
                    <a:lumOff val="5000"/>
                  </a:schemeClr>
                </a:solidFill>
                <a:latin typeface="Versos Light" panose="020B0403020204030204" pitchFamily="34" charset="0"/>
              </a:defRPr>
            </a:lvl1pPr>
            <a:lvl2pPr>
              <a:defRPr sz="900">
                <a:latin typeface="Versos Light" panose="020B0403020204030204" pitchFamily="34" charset="0"/>
              </a:defRPr>
            </a:lvl2pPr>
            <a:lvl3pPr>
              <a:defRPr sz="900">
                <a:latin typeface="Versos Light" panose="020B0403020204030204" pitchFamily="34" charset="0"/>
              </a:defRPr>
            </a:lvl3pPr>
            <a:lvl4pPr>
              <a:defRPr sz="900">
                <a:latin typeface="Versos Light" panose="020B0403020204030204" pitchFamily="34" charset="0"/>
              </a:defRPr>
            </a:lvl4pPr>
            <a:lvl5pPr>
              <a:defRPr sz="900">
                <a:latin typeface="Versos Light" panose="020B0403020204030204" pitchFamily="34" charset="0"/>
              </a:defRPr>
            </a:lvl5pPr>
          </a:lstStyle>
          <a:p>
            <a:pPr lvl="0"/>
            <a:r>
              <a:rPr lang="en-US"/>
              <a:t>Fonte:</a:t>
            </a:r>
            <a:endParaRPr lang="pt-BR"/>
          </a:p>
        </p:txBody>
      </p:sp>
      <p:sp>
        <p:nvSpPr>
          <p:cNvPr id="10" name="Retângulo 5">
            <a:extLst>
              <a:ext uri="{FF2B5EF4-FFF2-40B4-BE49-F238E27FC236}">
                <a16:creationId xmlns:a16="http://schemas.microsoft.com/office/drawing/2014/main" id="{7D36360D-ABDB-2B93-AA05-C90BA9D483DB}"/>
              </a:ext>
            </a:extLst>
          </p:cNvPr>
          <p:cNvSpPr/>
          <p:nvPr userDrawn="1"/>
        </p:nvSpPr>
        <p:spPr>
          <a:xfrm>
            <a:off x="0" y="807794"/>
            <a:ext cx="12192000" cy="2091184"/>
          </a:xfrm>
          <a:prstGeom prst="rect">
            <a:avLst/>
          </a:prstGeom>
          <a:gradFill>
            <a:gsLst>
              <a:gs pos="100000">
                <a:schemeClr val="tx1">
                  <a:lumMod val="95000"/>
                  <a:lumOff val="5000"/>
                </a:schemeClr>
              </a:gs>
              <a:gs pos="0">
                <a:schemeClr val="tx1">
                  <a:lumMod val="85000"/>
                  <a:lumOff val="15000"/>
                </a:schemeClr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accent2"/>
              </a:solidFill>
              <a:latin typeface="Versos" panose="020B0503020204030204" pitchFamily="34" charset="0"/>
            </a:endParaRP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2BF5896-7E11-14FB-06A4-95B1CAD37BF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83427" y="1045525"/>
            <a:ext cx="5421301" cy="156104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>
                <a:solidFill>
                  <a:schemeClr val="accent4"/>
                </a:solidFill>
                <a:latin typeface="Versos Light" panose="020B04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2" name="Conector Reto 6">
            <a:extLst>
              <a:ext uri="{FF2B5EF4-FFF2-40B4-BE49-F238E27FC236}">
                <a16:creationId xmlns:a16="http://schemas.microsoft.com/office/drawing/2014/main" id="{93D24C85-FAB3-23B7-3282-C0255DE4BF50}"/>
              </a:ext>
            </a:extLst>
          </p:cNvPr>
          <p:cNvCxnSpPr/>
          <p:nvPr userDrawn="1"/>
        </p:nvCxnSpPr>
        <p:spPr>
          <a:xfrm>
            <a:off x="583096" y="1364974"/>
            <a:ext cx="0" cy="1562116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Reto 7">
            <a:extLst>
              <a:ext uri="{FF2B5EF4-FFF2-40B4-BE49-F238E27FC236}">
                <a16:creationId xmlns:a16="http://schemas.microsoft.com/office/drawing/2014/main" id="{A040BC7F-4356-241E-DE98-A14572A424F9}"/>
              </a:ext>
            </a:extLst>
          </p:cNvPr>
          <p:cNvCxnSpPr>
            <a:cxnSpLocks/>
          </p:cNvCxnSpPr>
          <p:nvPr userDrawn="1"/>
        </p:nvCxnSpPr>
        <p:spPr>
          <a:xfrm>
            <a:off x="6336683" y="1364974"/>
            <a:ext cx="0" cy="1562116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3D29ABC6-2275-8D02-5D8F-6C312831087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437014" y="1045525"/>
            <a:ext cx="5420023" cy="158838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>
                <a:solidFill>
                  <a:schemeClr val="accent4"/>
                </a:solidFill>
                <a:latin typeface="Versos Light" panose="020B04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8">
            <a:extLst>
              <a:ext uri="{FF2B5EF4-FFF2-40B4-BE49-F238E27FC236}">
                <a16:creationId xmlns:a16="http://schemas.microsoft.com/office/drawing/2014/main" id="{D0831873-076C-11EE-AA1E-02508B9C565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86447" y="3021651"/>
            <a:ext cx="5296913" cy="23011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chemeClr val="tx1">
                    <a:lumMod val="95000"/>
                    <a:lumOff val="5000"/>
                  </a:schemeClr>
                </a:solidFill>
                <a:latin typeface="Versos" panose="020B05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8">
            <a:extLst>
              <a:ext uri="{FF2B5EF4-FFF2-40B4-BE49-F238E27FC236}">
                <a16:creationId xmlns:a16="http://schemas.microsoft.com/office/drawing/2014/main" id="{89936DB2-1144-3AFC-1BBA-E1BDEB5020C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435706" y="3021651"/>
            <a:ext cx="5421332" cy="23011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chemeClr val="tx1">
                    <a:lumMod val="95000"/>
                    <a:lumOff val="5000"/>
                  </a:schemeClr>
                </a:solidFill>
                <a:latin typeface="Versos" panose="020B05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Picture 8">
            <a:extLst>
              <a:ext uri="{FF2B5EF4-FFF2-40B4-BE49-F238E27FC236}">
                <a16:creationId xmlns:a16="http://schemas.microsoft.com/office/drawing/2014/main" id="{4931296C-3A93-5F16-2D9A-EB313B015B30}"/>
              </a:ext>
            </a:extLst>
          </p:cNvPr>
          <p:cNvSpPr/>
          <p:nvPr userDrawn="1"/>
        </p:nvSpPr>
        <p:spPr>
          <a:xfrm>
            <a:off x="11091186" y="377178"/>
            <a:ext cx="765852" cy="260086"/>
          </a:xfrm>
          <a:custGeom>
            <a:avLst/>
            <a:gdLst>
              <a:gd name="connsiteX0" fmla="*/ 739575 w 765852"/>
              <a:gd name="connsiteY0" fmla="*/ 143884 h 260086"/>
              <a:gd name="connsiteX1" fmla="*/ 765852 w 765852"/>
              <a:gd name="connsiteY1" fmla="*/ 83403 h 260086"/>
              <a:gd name="connsiteX2" fmla="*/ 739575 w 765852"/>
              <a:gd name="connsiteY2" fmla="*/ 22921 h 260086"/>
              <a:gd name="connsiteX3" fmla="*/ 672177 w 765852"/>
              <a:gd name="connsiteY3" fmla="*/ 0 h 260086"/>
              <a:gd name="connsiteX4" fmla="*/ 604779 w 765852"/>
              <a:gd name="connsiteY4" fmla="*/ 22921 h 260086"/>
              <a:gd name="connsiteX5" fmla="*/ 578501 w 765852"/>
              <a:gd name="connsiteY5" fmla="*/ 83403 h 260086"/>
              <a:gd name="connsiteX6" fmla="*/ 604779 w 765852"/>
              <a:gd name="connsiteY6" fmla="*/ 143884 h 260086"/>
              <a:gd name="connsiteX7" fmla="*/ 672177 w 765852"/>
              <a:gd name="connsiteY7" fmla="*/ 166805 h 260086"/>
              <a:gd name="connsiteX8" fmla="*/ 739575 w 765852"/>
              <a:gd name="connsiteY8" fmla="*/ 143884 h 260086"/>
              <a:gd name="connsiteX9" fmla="*/ 604595 w 765852"/>
              <a:gd name="connsiteY9" fmla="*/ 83403 h 260086"/>
              <a:gd name="connsiteX10" fmla="*/ 622611 w 765852"/>
              <a:gd name="connsiteY10" fmla="*/ 41871 h 260086"/>
              <a:gd name="connsiteX11" fmla="*/ 672177 w 765852"/>
              <a:gd name="connsiteY11" fmla="*/ 25719 h 260086"/>
              <a:gd name="connsiteX12" fmla="*/ 721742 w 765852"/>
              <a:gd name="connsiteY12" fmla="*/ 41871 h 260086"/>
              <a:gd name="connsiteX13" fmla="*/ 739759 w 765852"/>
              <a:gd name="connsiteY13" fmla="*/ 83403 h 260086"/>
              <a:gd name="connsiteX14" fmla="*/ 721742 w 765852"/>
              <a:gd name="connsiteY14" fmla="*/ 124934 h 260086"/>
              <a:gd name="connsiteX15" fmla="*/ 672177 w 765852"/>
              <a:gd name="connsiteY15" fmla="*/ 141077 h 260086"/>
              <a:gd name="connsiteX16" fmla="*/ 622611 w 765852"/>
              <a:gd name="connsiteY16" fmla="*/ 124934 h 260086"/>
              <a:gd name="connsiteX17" fmla="*/ 604595 w 765852"/>
              <a:gd name="connsiteY17" fmla="*/ 83403 h 260086"/>
              <a:gd name="connsiteX18" fmla="*/ 238310 w 765852"/>
              <a:gd name="connsiteY18" fmla="*/ 207181 h 260086"/>
              <a:gd name="connsiteX19" fmla="*/ 249560 w 765852"/>
              <a:gd name="connsiteY19" fmla="*/ 204081 h 260086"/>
              <a:gd name="connsiteX20" fmla="*/ 261562 w 765852"/>
              <a:gd name="connsiteY20" fmla="*/ 207713 h 260086"/>
              <a:gd name="connsiteX21" fmla="*/ 268163 w 765852"/>
              <a:gd name="connsiteY21" fmla="*/ 217812 h 260086"/>
              <a:gd name="connsiteX22" fmla="*/ 275874 w 765852"/>
              <a:gd name="connsiteY22" fmla="*/ 217812 h 260086"/>
              <a:gd name="connsiteX23" fmla="*/ 267145 w 765852"/>
              <a:gd name="connsiteY23" fmla="*/ 202568 h 260086"/>
              <a:gd name="connsiteX24" fmla="*/ 249917 w 765852"/>
              <a:gd name="connsiteY24" fmla="*/ 196982 h 260086"/>
              <a:gd name="connsiteX25" fmla="*/ 234322 w 765852"/>
              <a:gd name="connsiteY25" fmla="*/ 200926 h 260086"/>
              <a:gd name="connsiteX26" fmla="*/ 223961 w 765852"/>
              <a:gd name="connsiteY26" fmla="*/ 212052 h 260086"/>
              <a:gd name="connsiteX27" fmla="*/ 220330 w 765852"/>
              <a:gd name="connsiteY27" fmla="*/ 228534 h 260086"/>
              <a:gd name="connsiteX28" fmla="*/ 223961 w 765852"/>
              <a:gd name="connsiteY28" fmla="*/ 245062 h 260086"/>
              <a:gd name="connsiteX29" fmla="*/ 234322 w 765852"/>
              <a:gd name="connsiteY29" fmla="*/ 256142 h 260086"/>
              <a:gd name="connsiteX30" fmla="*/ 249917 w 765852"/>
              <a:gd name="connsiteY30" fmla="*/ 260086 h 260086"/>
              <a:gd name="connsiteX31" fmla="*/ 267145 w 765852"/>
              <a:gd name="connsiteY31" fmla="*/ 254501 h 260086"/>
              <a:gd name="connsiteX32" fmla="*/ 275782 w 765852"/>
              <a:gd name="connsiteY32" fmla="*/ 239256 h 260086"/>
              <a:gd name="connsiteX33" fmla="*/ 268071 w 765852"/>
              <a:gd name="connsiteY33" fmla="*/ 239256 h 260086"/>
              <a:gd name="connsiteX34" fmla="*/ 261516 w 765852"/>
              <a:gd name="connsiteY34" fmla="*/ 249401 h 260086"/>
              <a:gd name="connsiteX35" fmla="*/ 249560 w 765852"/>
              <a:gd name="connsiteY35" fmla="*/ 252987 h 260086"/>
              <a:gd name="connsiteX36" fmla="*/ 238310 w 765852"/>
              <a:gd name="connsiteY36" fmla="*/ 249887 h 260086"/>
              <a:gd name="connsiteX37" fmla="*/ 230828 w 765852"/>
              <a:gd name="connsiteY37" fmla="*/ 241201 h 260086"/>
              <a:gd name="connsiteX38" fmla="*/ 228215 w 765852"/>
              <a:gd name="connsiteY38" fmla="*/ 228525 h 260086"/>
              <a:gd name="connsiteX39" fmla="*/ 230828 w 765852"/>
              <a:gd name="connsiteY39" fmla="*/ 215812 h 260086"/>
              <a:gd name="connsiteX40" fmla="*/ 238310 w 765852"/>
              <a:gd name="connsiteY40" fmla="*/ 207172 h 260086"/>
              <a:gd name="connsiteX41" fmla="*/ 335580 w 765852"/>
              <a:gd name="connsiteY41" fmla="*/ 197523 h 260086"/>
              <a:gd name="connsiteX42" fmla="*/ 311925 w 765852"/>
              <a:gd name="connsiteY42" fmla="*/ 259554 h 260086"/>
              <a:gd name="connsiteX43" fmla="*/ 319892 w 765852"/>
              <a:gd name="connsiteY43" fmla="*/ 259554 h 260086"/>
              <a:gd name="connsiteX44" fmla="*/ 326448 w 765852"/>
              <a:gd name="connsiteY44" fmla="*/ 242806 h 260086"/>
              <a:gd name="connsiteX45" fmla="*/ 353467 w 765852"/>
              <a:gd name="connsiteY45" fmla="*/ 242806 h 260086"/>
              <a:gd name="connsiteX46" fmla="*/ 360023 w 765852"/>
              <a:gd name="connsiteY46" fmla="*/ 259554 h 260086"/>
              <a:gd name="connsiteX47" fmla="*/ 368256 w 765852"/>
              <a:gd name="connsiteY47" fmla="*/ 259554 h 260086"/>
              <a:gd name="connsiteX48" fmla="*/ 344693 w 765852"/>
              <a:gd name="connsiteY48" fmla="*/ 197523 h 260086"/>
              <a:gd name="connsiteX49" fmla="*/ 335570 w 765852"/>
              <a:gd name="connsiteY49" fmla="*/ 197523 h 260086"/>
              <a:gd name="connsiteX50" fmla="*/ 328758 w 765852"/>
              <a:gd name="connsiteY50" fmla="*/ 235808 h 260086"/>
              <a:gd name="connsiteX51" fmla="*/ 339916 w 765852"/>
              <a:gd name="connsiteY51" fmla="*/ 205943 h 260086"/>
              <a:gd name="connsiteX52" fmla="*/ 351166 w 765852"/>
              <a:gd name="connsiteY52" fmla="*/ 235808 h 260086"/>
              <a:gd name="connsiteX53" fmla="*/ 328749 w 765852"/>
              <a:gd name="connsiteY53" fmla="*/ 235808 h 260086"/>
              <a:gd name="connsiteX54" fmla="*/ 725437 w 765852"/>
              <a:gd name="connsiteY54" fmla="*/ 197523 h 260086"/>
              <a:gd name="connsiteX55" fmla="*/ 717736 w 765852"/>
              <a:gd name="connsiteY55" fmla="*/ 197523 h 260086"/>
              <a:gd name="connsiteX56" fmla="*/ 717736 w 765852"/>
              <a:gd name="connsiteY56" fmla="*/ 259554 h 260086"/>
              <a:gd name="connsiteX57" fmla="*/ 753704 w 765852"/>
              <a:gd name="connsiteY57" fmla="*/ 259554 h 260086"/>
              <a:gd name="connsiteX58" fmla="*/ 753704 w 765852"/>
              <a:gd name="connsiteY58" fmla="*/ 252464 h 260086"/>
              <a:gd name="connsiteX59" fmla="*/ 725446 w 765852"/>
              <a:gd name="connsiteY59" fmla="*/ 252464 h 260086"/>
              <a:gd name="connsiteX60" fmla="*/ 725446 w 765852"/>
              <a:gd name="connsiteY60" fmla="*/ 197523 h 260086"/>
              <a:gd name="connsiteX61" fmla="*/ 250953 w 765852"/>
              <a:gd name="connsiteY61" fmla="*/ 2119 h 260086"/>
              <a:gd name="connsiteX62" fmla="*/ 225566 w 765852"/>
              <a:gd name="connsiteY62" fmla="*/ 2119 h 260086"/>
              <a:gd name="connsiteX63" fmla="*/ 225566 w 765852"/>
              <a:gd name="connsiteY63" fmla="*/ 164677 h 260086"/>
              <a:gd name="connsiteX64" fmla="*/ 250953 w 765852"/>
              <a:gd name="connsiteY64" fmla="*/ 164677 h 260086"/>
              <a:gd name="connsiteX65" fmla="*/ 250953 w 765852"/>
              <a:gd name="connsiteY65" fmla="*/ 2119 h 260086"/>
              <a:gd name="connsiteX66" fmla="*/ 80592 w 765852"/>
              <a:gd name="connsiteY66" fmla="*/ 62692 h 260086"/>
              <a:gd name="connsiteX67" fmla="*/ 80592 w 765852"/>
              <a:gd name="connsiteY67" fmla="*/ 164687 h 260086"/>
              <a:gd name="connsiteX68" fmla="*/ 106732 w 765852"/>
              <a:gd name="connsiteY68" fmla="*/ 164687 h 260086"/>
              <a:gd name="connsiteX69" fmla="*/ 106713 w 765852"/>
              <a:gd name="connsiteY69" fmla="*/ 62692 h 260086"/>
              <a:gd name="connsiteX70" fmla="*/ 95124 w 765852"/>
              <a:gd name="connsiteY70" fmla="*/ 28700 h 260086"/>
              <a:gd name="connsiteX71" fmla="*/ 93648 w 765852"/>
              <a:gd name="connsiteY71" fmla="*/ 26792 h 260086"/>
              <a:gd name="connsiteX72" fmla="*/ 92172 w 765852"/>
              <a:gd name="connsiteY72" fmla="*/ 28700 h 260086"/>
              <a:gd name="connsiteX73" fmla="*/ 80583 w 765852"/>
              <a:gd name="connsiteY73" fmla="*/ 62692 h 260086"/>
              <a:gd name="connsiteX74" fmla="*/ 47273 w 765852"/>
              <a:gd name="connsiteY74" fmla="*/ 2119 h 260086"/>
              <a:gd name="connsiteX75" fmla="*/ 0 w 765852"/>
              <a:gd name="connsiteY75" fmla="*/ 2119 h 260086"/>
              <a:gd name="connsiteX76" fmla="*/ 0 w 765852"/>
              <a:gd name="connsiteY76" fmla="*/ 26792 h 260086"/>
              <a:gd name="connsiteX77" fmla="*/ 93648 w 765852"/>
              <a:gd name="connsiteY77" fmla="*/ 26792 h 260086"/>
              <a:gd name="connsiteX78" fmla="*/ 91328 w 765852"/>
              <a:gd name="connsiteY78" fmla="*/ 23793 h 260086"/>
              <a:gd name="connsiteX79" fmla="*/ 47273 w 765852"/>
              <a:gd name="connsiteY79" fmla="*/ 2119 h 260086"/>
              <a:gd name="connsiteX80" fmla="*/ 95968 w 765852"/>
              <a:gd name="connsiteY80" fmla="*/ 23793 h 260086"/>
              <a:gd name="connsiteX81" fmla="*/ 93648 w 765852"/>
              <a:gd name="connsiteY81" fmla="*/ 26792 h 260086"/>
              <a:gd name="connsiteX82" fmla="*/ 187296 w 765852"/>
              <a:gd name="connsiteY82" fmla="*/ 26792 h 260086"/>
              <a:gd name="connsiteX83" fmla="*/ 187296 w 765852"/>
              <a:gd name="connsiteY83" fmla="*/ 2119 h 260086"/>
              <a:gd name="connsiteX84" fmla="*/ 140023 w 765852"/>
              <a:gd name="connsiteY84" fmla="*/ 2119 h 260086"/>
              <a:gd name="connsiteX85" fmla="*/ 95958 w 765852"/>
              <a:gd name="connsiteY85" fmla="*/ 23793 h 260086"/>
              <a:gd name="connsiteX86" fmla="*/ 514844 w 765852"/>
              <a:gd name="connsiteY86" fmla="*/ 164677 h 260086"/>
              <a:gd name="connsiteX87" fmla="*/ 540232 w 765852"/>
              <a:gd name="connsiteY87" fmla="*/ 164677 h 260086"/>
              <a:gd name="connsiteX88" fmla="*/ 540232 w 765852"/>
              <a:gd name="connsiteY88" fmla="*/ 2119 h 260086"/>
              <a:gd name="connsiteX89" fmla="*/ 514844 w 765852"/>
              <a:gd name="connsiteY89" fmla="*/ 2119 h 260086"/>
              <a:gd name="connsiteX90" fmla="*/ 514844 w 765852"/>
              <a:gd name="connsiteY90" fmla="*/ 164677 h 260086"/>
              <a:gd name="connsiteX91" fmla="*/ 495205 w 765852"/>
              <a:gd name="connsiteY91" fmla="*/ 259554 h 260086"/>
              <a:gd name="connsiteX92" fmla="*/ 502915 w 765852"/>
              <a:gd name="connsiteY92" fmla="*/ 259554 h 260086"/>
              <a:gd name="connsiteX93" fmla="*/ 502915 w 765852"/>
              <a:gd name="connsiteY93" fmla="*/ 197523 h 260086"/>
              <a:gd name="connsiteX94" fmla="*/ 495205 w 765852"/>
              <a:gd name="connsiteY94" fmla="*/ 197523 h 260086"/>
              <a:gd name="connsiteX95" fmla="*/ 495205 w 765852"/>
              <a:gd name="connsiteY95" fmla="*/ 259554 h 260086"/>
              <a:gd name="connsiteX96" fmla="*/ 544816 w 765852"/>
              <a:gd name="connsiteY96" fmla="*/ 204613 h 260086"/>
              <a:gd name="connsiteX97" fmla="*/ 564923 w 765852"/>
              <a:gd name="connsiteY97" fmla="*/ 204613 h 260086"/>
              <a:gd name="connsiteX98" fmla="*/ 564923 w 765852"/>
              <a:gd name="connsiteY98" fmla="*/ 259554 h 260086"/>
              <a:gd name="connsiteX99" fmla="*/ 572633 w 765852"/>
              <a:gd name="connsiteY99" fmla="*/ 259554 h 260086"/>
              <a:gd name="connsiteX100" fmla="*/ 572633 w 765852"/>
              <a:gd name="connsiteY100" fmla="*/ 204613 h 260086"/>
              <a:gd name="connsiteX101" fmla="*/ 592740 w 765852"/>
              <a:gd name="connsiteY101" fmla="*/ 204613 h 260086"/>
              <a:gd name="connsiteX102" fmla="*/ 592740 w 765852"/>
              <a:gd name="connsiteY102" fmla="*/ 197523 h 260086"/>
              <a:gd name="connsiteX103" fmla="*/ 544816 w 765852"/>
              <a:gd name="connsiteY103" fmla="*/ 197523 h 260086"/>
              <a:gd name="connsiteX104" fmla="*/ 544816 w 765852"/>
              <a:gd name="connsiteY104" fmla="*/ 204613 h 260086"/>
              <a:gd name="connsiteX105" fmla="*/ 287389 w 765852"/>
              <a:gd name="connsiteY105" fmla="*/ 2119 h 260086"/>
              <a:gd name="connsiteX106" fmla="*/ 345234 w 765852"/>
              <a:gd name="connsiteY106" fmla="*/ 140105 h 260086"/>
              <a:gd name="connsiteX107" fmla="*/ 381413 w 765852"/>
              <a:gd name="connsiteY107" fmla="*/ 166796 h 260086"/>
              <a:gd name="connsiteX108" fmla="*/ 382899 w 765852"/>
              <a:gd name="connsiteY108" fmla="*/ 166796 h 260086"/>
              <a:gd name="connsiteX109" fmla="*/ 316692 w 765852"/>
              <a:gd name="connsiteY109" fmla="*/ 2119 h 260086"/>
              <a:gd name="connsiteX110" fmla="*/ 287389 w 765852"/>
              <a:gd name="connsiteY110" fmla="*/ 2119 h 260086"/>
              <a:gd name="connsiteX111" fmla="*/ 443549 w 765852"/>
              <a:gd name="connsiteY111" fmla="*/ 199871 h 260086"/>
              <a:gd name="connsiteX112" fmla="*/ 432739 w 765852"/>
              <a:gd name="connsiteY112" fmla="*/ 197523 h 260086"/>
              <a:gd name="connsiteX113" fmla="*/ 408910 w 765852"/>
              <a:gd name="connsiteY113" fmla="*/ 197523 h 260086"/>
              <a:gd name="connsiteX114" fmla="*/ 408910 w 765852"/>
              <a:gd name="connsiteY114" fmla="*/ 259554 h 260086"/>
              <a:gd name="connsiteX115" fmla="*/ 416621 w 765852"/>
              <a:gd name="connsiteY115" fmla="*/ 259554 h 260086"/>
              <a:gd name="connsiteX116" fmla="*/ 416621 w 765852"/>
              <a:gd name="connsiteY116" fmla="*/ 235716 h 260086"/>
              <a:gd name="connsiteX117" fmla="*/ 432748 w 765852"/>
              <a:gd name="connsiteY117" fmla="*/ 235716 h 260086"/>
              <a:gd name="connsiteX118" fmla="*/ 443512 w 765852"/>
              <a:gd name="connsiteY118" fmla="*/ 233368 h 260086"/>
              <a:gd name="connsiteX119" fmla="*/ 450728 w 765852"/>
              <a:gd name="connsiteY119" fmla="*/ 226681 h 260086"/>
              <a:gd name="connsiteX120" fmla="*/ 453295 w 765852"/>
              <a:gd name="connsiteY120" fmla="*/ 216583 h 260086"/>
              <a:gd name="connsiteX121" fmla="*/ 450774 w 765852"/>
              <a:gd name="connsiteY121" fmla="*/ 206521 h 260086"/>
              <a:gd name="connsiteX122" fmla="*/ 443558 w 765852"/>
              <a:gd name="connsiteY122" fmla="*/ 199871 h 260086"/>
              <a:gd name="connsiteX123" fmla="*/ 441779 w 765852"/>
              <a:gd name="connsiteY123" fmla="*/ 225351 h 260086"/>
              <a:gd name="connsiteX124" fmla="*/ 432033 w 765852"/>
              <a:gd name="connsiteY124" fmla="*/ 228635 h 260086"/>
              <a:gd name="connsiteX125" fmla="*/ 416621 w 765852"/>
              <a:gd name="connsiteY125" fmla="*/ 228635 h 260086"/>
              <a:gd name="connsiteX126" fmla="*/ 416621 w 765852"/>
              <a:gd name="connsiteY126" fmla="*/ 204622 h 260086"/>
              <a:gd name="connsiteX127" fmla="*/ 432125 w 765852"/>
              <a:gd name="connsiteY127" fmla="*/ 204622 h 260086"/>
              <a:gd name="connsiteX128" fmla="*/ 441825 w 765852"/>
              <a:gd name="connsiteY128" fmla="*/ 207860 h 260086"/>
              <a:gd name="connsiteX129" fmla="*/ 445410 w 765852"/>
              <a:gd name="connsiteY129" fmla="*/ 216592 h 260086"/>
              <a:gd name="connsiteX130" fmla="*/ 441779 w 765852"/>
              <a:gd name="connsiteY130" fmla="*/ 225361 h 260086"/>
              <a:gd name="connsiteX131" fmla="*/ 382889 w 765852"/>
              <a:gd name="connsiteY131" fmla="*/ 166805 h 260086"/>
              <a:gd name="connsiteX132" fmla="*/ 384375 w 765852"/>
              <a:gd name="connsiteY132" fmla="*/ 166805 h 260086"/>
              <a:gd name="connsiteX133" fmla="*/ 420554 w 765852"/>
              <a:gd name="connsiteY133" fmla="*/ 140114 h 260086"/>
              <a:gd name="connsiteX134" fmla="*/ 478399 w 765852"/>
              <a:gd name="connsiteY134" fmla="*/ 2128 h 260086"/>
              <a:gd name="connsiteX135" fmla="*/ 449096 w 765852"/>
              <a:gd name="connsiteY135" fmla="*/ 2128 h 260086"/>
              <a:gd name="connsiteX136" fmla="*/ 382889 w 765852"/>
              <a:gd name="connsiteY136" fmla="*/ 166814 h 260086"/>
              <a:gd name="connsiteX137" fmla="*/ 644368 w 765852"/>
              <a:gd name="connsiteY137" fmla="*/ 197523 h 260086"/>
              <a:gd name="connsiteX138" fmla="*/ 620714 w 765852"/>
              <a:gd name="connsiteY138" fmla="*/ 259554 h 260086"/>
              <a:gd name="connsiteX139" fmla="*/ 628690 w 765852"/>
              <a:gd name="connsiteY139" fmla="*/ 259554 h 260086"/>
              <a:gd name="connsiteX140" fmla="*/ 635246 w 765852"/>
              <a:gd name="connsiteY140" fmla="*/ 242806 h 260086"/>
              <a:gd name="connsiteX141" fmla="*/ 662266 w 765852"/>
              <a:gd name="connsiteY141" fmla="*/ 242806 h 260086"/>
              <a:gd name="connsiteX142" fmla="*/ 668821 w 765852"/>
              <a:gd name="connsiteY142" fmla="*/ 259554 h 260086"/>
              <a:gd name="connsiteX143" fmla="*/ 677055 w 765852"/>
              <a:gd name="connsiteY143" fmla="*/ 259554 h 260086"/>
              <a:gd name="connsiteX144" fmla="*/ 653491 w 765852"/>
              <a:gd name="connsiteY144" fmla="*/ 197523 h 260086"/>
              <a:gd name="connsiteX145" fmla="*/ 644368 w 765852"/>
              <a:gd name="connsiteY145" fmla="*/ 197523 h 260086"/>
              <a:gd name="connsiteX146" fmla="*/ 637547 w 765852"/>
              <a:gd name="connsiteY146" fmla="*/ 235808 h 260086"/>
              <a:gd name="connsiteX147" fmla="*/ 648705 w 765852"/>
              <a:gd name="connsiteY147" fmla="*/ 205943 h 260086"/>
              <a:gd name="connsiteX148" fmla="*/ 659955 w 765852"/>
              <a:gd name="connsiteY148" fmla="*/ 235808 h 260086"/>
              <a:gd name="connsiteX149" fmla="*/ 637538 w 765852"/>
              <a:gd name="connsiteY149" fmla="*/ 235808 h 260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</a:cxnLst>
            <a:rect l="l" t="t" r="r" b="b"/>
            <a:pathLst>
              <a:path w="765852" h="260086">
                <a:moveTo>
                  <a:pt x="739575" y="143884"/>
                </a:moveTo>
                <a:cubicBezTo>
                  <a:pt x="756519" y="128906"/>
                  <a:pt x="765852" y="107425"/>
                  <a:pt x="765852" y="83403"/>
                </a:cubicBezTo>
                <a:cubicBezTo>
                  <a:pt x="765852" y="59381"/>
                  <a:pt x="756519" y="37899"/>
                  <a:pt x="739575" y="22921"/>
                </a:cubicBezTo>
                <a:cubicBezTo>
                  <a:pt x="722613" y="7925"/>
                  <a:pt x="699307" y="0"/>
                  <a:pt x="672177" y="0"/>
                </a:cubicBezTo>
                <a:cubicBezTo>
                  <a:pt x="645047" y="0"/>
                  <a:pt x="621740" y="7925"/>
                  <a:pt x="604779" y="22921"/>
                </a:cubicBezTo>
                <a:cubicBezTo>
                  <a:pt x="587835" y="37899"/>
                  <a:pt x="578501" y="59381"/>
                  <a:pt x="578501" y="83403"/>
                </a:cubicBezTo>
                <a:cubicBezTo>
                  <a:pt x="578501" y="107425"/>
                  <a:pt x="587835" y="128906"/>
                  <a:pt x="604779" y="143884"/>
                </a:cubicBezTo>
                <a:cubicBezTo>
                  <a:pt x="621740" y="158881"/>
                  <a:pt x="645047" y="166805"/>
                  <a:pt x="672177" y="166805"/>
                </a:cubicBezTo>
                <a:cubicBezTo>
                  <a:pt x="699307" y="166805"/>
                  <a:pt x="722613" y="158881"/>
                  <a:pt x="739575" y="143884"/>
                </a:cubicBezTo>
                <a:close/>
                <a:moveTo>
                  <a:pt x="604595" y="83403"/>
                </a:moveTo>
                <a:cubicBezTo>
                  <a:pt x="604595" y="66489"/>
                  <a:pt x="610821" y="52135"/>
                  <a:pt x="622611" y="41871"/>
                </a:cubicBezTo>
                <a:cubicBezTo>
                  <a:pt x="634751" y="31305"/>
                  <a:pt x="651887" y="25719"/>
                  <a:pt x="672177" y="25719"/>
                </a:cubicBezTo>
                <a:cubicBezTo>
                  <a:pt x="692467" y="25719"/>
                  <a:pt x="709603" y="31305"/>
                  <a:pt x="721742" y="41871"/>
                </a:cubicBezTo>
                <a:cubicBezTo>
                  <a:pt x="733524" y="52126"/>
                  <a:pt x="739759" y="66489"/>
                  <a:pt x="739759" y="83403"/>
                </a:cubicBezTo>
                <a:cubicBezTo>
                  <a:pt x="739759" y="100316"/>
                  <a:pt x="733533" y="114671"/>
                  <a:pt x="721742" y="124934"/>
                </a:cubicBezTo>
                <a:cubicBezTo>
                  <a:pt x="709603" y="135501"/>
                  <a:pt x="692467" y="141077"/>
                  <a:pt x="672177" y="141077"/>
                </a:cubicBezTo>
                <a:cubicBezTo>
                  <a:pt x="651887" y="141077"/>
                  <a:pt x="634741" y="135491"/>
                  <a:pt x="622611" y="124934"/>
                </a:cubicBezTo>
                <a:cubicBezTo>
                  <a:pt x="610830" y="114671"/>
                  <a:pt x="604595" y="100316"/>
                  <a:pt x="604595" y="83403"/>
                </a:cubicBezTo>
                <a:close/>
                <a:moveTo>
                  <a:pt x="238310" y="207181"/>
                </a:moveTo>
                <a:cubicBezTo>
                  <a:pt x="241556" y="205118"/>
                  <a:pt x="245306" y="204081"/>
                  <a:pt x="249560" y="204081"/>
                </a:cubicBezTo>
                <a:cubicBezTo>
                  <a:pt x="254282" y="204081"/>
                  <a:pt x="258288" y="205292"/>
                  <a:pt x="261562" y="207713"/>
                </a:cubicBezTo>
                <a:cubicBezTo>
                  <a:pt x="264835" y="210135"/>
                  <a:pt x="267035" y="213501"/>
                  <a:pt x="268163" y="217812"/>
                </a:cubicBezTo>
                <a:lnTo>
                  <a:pt x="275874" y="217812"/>
                </a:lnTo>
                <a:cubicBezTo>
                  <a:pt x="274691" y="211373"/>
                  <a:pt x="271784" y="206292"/>
                  <a:pt x="267145" y="202568"/>
                </a:cubicBezTo>
                <a:cubicBezTo>
                  <a:pt x="262506" y="198844"/>
                  <a:pt x="256766" y="196982"/>
                  <a:pt x="249917" y="196982"/>
                </a:cubicBezTo>
                <a:cubicBezTo>
                  <a:pt x="244013" y="196982"/>
                  <a:pt x="238814" y="198293"/>
                  <a:pt x="234322" y="200926"/>
                </a:cubicBezTo>
                <a:cubicBezTo>
                  <a:pt x="229838" y="203558"/>
                  <a:pt x="226382" y="207264"/>
                  <a:pt x="223961" y="212052"/>
                </a:cubicBezTo>
                <a:cubicBezTo>
                  <a:pt x="221541" y="216840"/>
                  <a:pt x="220330" y="222334"/>
                  <a:pt x="220330" y="228534"/>
                </a:cubicBezTo>
                <a:cubicBezTo>
                  <a:pt x="220330" y="234734"/>
                  <a:pt x="221541" y="240302"/>
                  <a:pt x="223961" y="245062"/>
                </a:cubicBezTo>
                <a:cubicBezTo>
                  <a:pt x="226382" y="249823"/>
                  <a:pt x="229838" y="253510"/>
                  <a:pt x="234322" y="256142"/>
                </a:cubicBezTo>
                <a:cubicBezTo>
                  <a:pt x="238805" y="258775"/>
                  <a:pt x="244004" y="260086"/>
                  <a:pt x="249917" y="260086"/>
                </a:cubicBezTo>
                <a:cubicBezTo>
                  <a:pt x="256831" y="260086"/>
                  <a:pt x="262570" y="258224"/>
                  <a:pt x="267145" y="254501"/>
                </a:cubicBezTo>
                <a:cubicBezTo>
                  <a:pt x="271720" y="250777"/>
                  <a:pt x="274599" y="245695"/>
                  <a:pt x="275782" y="239256"/>
                </a:cubicBezTo>
                <a:lnTo>
                  <a:pt x="268071" y="239256"/>
                </a:lnTo>
                <a:cubicBezTo>
                  <a:pt x="266888" y="243631"/>
                  <a:pt x="264706" y="247007"/>
                  <a:pt x="261516" y="249401"/>
                </a:cubicBezTo>
                <a:cubicBezTo>
                  <a:pt x="258325" y="251795"/>
                  <a:pt x="254337" y="252987"/>
                  <a:pt x="249560" y="252987"/>
                </a:cubicBezTo>
                <a:cubicBezTo>
                  <a:pt x="245306" y="252987"/>
                  <a:pt x="241556" y="251951"/>
                  <a:pt x="238310" y="249887"/>
                </a:cubicBezTo>
                <a:cubicBezTo>
                  <a:pt x="235064" y="247823"/>
                  <a:pt x="232561" y="244925"/>
                  <a:pt x="230828" y="241201"/>
                </a:cubicBezTo>
                <a:cubicBezTo>
                  <a:pt x="229086" y="237477"/>
                  <a:pt x="228215" y="233258"/>
                  <a:pt x="228215" y="228525"/>
                </a:cubicBezTo>
                <a:cubicBezTo>
                  <a:pt x="228215" y="223792"/>
                  <a:pt x="229086" y="219499"/>
                  <a:pt x="230828" y="215812"/>
                </a:cubicBezTo>
                <a:cubicBezTo>
                  <a:pt x="232570" y="212125"/>
                  <a:pt x="235064" y="209245"/>
                  <a:pt x="238310" y="207172"/>
                </a:cubicBezTo>
                <a:close/>
                <a:moveTo>
                  <a:pt x="335580" y="197523"/>
                </a:moveTo>
                <a:lnTo>
                  <a:pt x="311925" y="259554"/>
                </a:lnTo>
                <a:lnTo>
                  <a:pt x="319892" y="259554"/>
                </a:lnTo>
                <a:lnTo>
                  <a:pt x="326448" y="242806"/>
                </a:lnTo>
                <a:lnTo>
                  <a:pt x="353467" y="242806"/>
                </a:lnTo>
                <a:lnTo>
                  <a:pt x="360023" y="259554"/>
                </a:lnTo>
                <a:lnTo>
                  <a:pt x="368256" y="259554"/>
                </a:lnTo>
                <a:lnTo>
                  <a:pt x="344693" y="197523"/>
                </a:lnTo>
                <a:lnTo>
                  <a:pt x="335570" y="197523"/>
                </a:lnTo>
                <a:close/>
                <a:moveTo>
                  <a:pt x="328758" y="235808"/>
                </a:moveTo>
                <a:lnTo>
                  <a:pt x="339916" y="205943"/>
                </a:lnTo>
                <a:lnTo>
                  <a:pt x="351166" y="235808"/>
                </a:lnTo>
                <a:lnTo>
                  <a:pt x="328749" y="235808"/>
                </a:lnTo>
                <a:close/>
                <a:moveTo>
                  <a:pt x="725437" y="197523"/>
                </a:moveTo>
                <a:lnTo>
                  <a:pt x="717736" y="197523"/>
                </a:lnTo>
                <a:lnTo>
                  <a:pt x="717736" y="259554"/>
                </a:lnTo>
                <a:lnTo>
                  <a:pt x="753704" y="259554"/>
                </a:lnTo>
                <a:lnTo>
                  <a:pt x="753704" y="252464"/>
                </a:lnTo>
                <a:lnTo>
                  <a:pt x="725446" y="252464"/>
                </a:lnTo>
                <a:lnTo>
                  <a:pt x="725446" y="197523"/>
                </a:lnTo>
                <a:close/>
                <a:moveTo>
                  <a:pt x="250953" y="2119"/>
                </a:moveTo>
                <a:lnTo>
                  <a:pt x="225566" y="2119"/>
                </a:lnTo>
                <a:lnTo>
                  <a:pt x="225566" y="164677"/>
                </a:lnTo>
                <a:lnTo>
                  <a:pt x="250953" y="164677"/>
                </a:lnTo>
                <a:lnTo>
                  <a:pt x="250953" y="2119"/>
                </a:lnTo>
                <a:close/>
                <a:moveTo>
                  <a:pt x="80592" y="62692"/>
                </a:moveTo>
                <a:lnTo>
                  <a:pt x="80592" y="164687"/>
                </a:lnTo>
                <a:cubicBezTo>
                  <a:pt x="80592" y="164687"/>
                  <a:pt x="106732" y="164687"/>
                  <a:pt x="106732" y="164687"/>
                </a:cubicBezTo>
                <a:lnTo>
                  <a:pt x="106713" y="62692"/>
                </a:lnTo>
                <a:cubicBezTo>
                  <a:pt x="106713" y="50282"/>
                  <a:pt x="102707" y="38523"/>
                  <a:pt x="95124" y="28700"/>
                </a:cubicBezTo>
                <a:lnTo>
                  <a:pt x="93648" y="26792"/>
                </a:lnTo>
                <a:lnTo>
                  <a:pt x="92172" y="28700"/>
                </a:lnTo>
                <a:cubicBezTo>
                  <a:pt x="84589" y="38523"/>
                  <a:pt x="80583" y="50273"/>
                  <a:pt x="80583" y="62692"/>
                </a:cubicBezTo>
                <a:close/>
                <a:moveTo>
                  <a:pt x="47273" y="2119"/>
                </a:moveTo>
                <a:lnTo>
                  <a:pt x="0" y="2119"/>
                </a:lnTo>
                <a:lnTo>
                  <a:pt x="0" y="26792"/>
                </a:lnTo>
                <a:lnTo>
                  <a:pt x="93648" y="26792"/>
                </a:lnTo>
                <a:lnTo>
                  <a:pt x="91328" y="23793"/>
                </a:lnTo>
                <a:cubicBezTo>
                  <a:pt x="80693" y="10025"/>
                  <a:pt x="64629" y="2119"/>
                  <a:pt x="47273" y="2119"/>
                </a:cubicBezTo>
                <a:close/>
                <a:moveTo>
                  <a:pt x="95968" y="23793"/>
                </a:moveTo>
                <a:lnTo>
                  <a:pt x="93648" y="26792"/>
                </a:lnTo>
                <a:lnTo>
                  <a:pt x="187296" y="26792"/>
                </a:lnTo>
                <a:lnTo>
                  <a:pt x="187296" y="2119"/>
                </a:lnTo>
                <a:lnTo>
                  <a:pt x="140023" y="2119"/>
                </a:lnTo>
                <a:cubicBezTo>
                  <a:pt x="122657" y="2119"/>
                  <a:pt x="106603" y="10016"/>
                  <a:pt x="95958" y="23793"/>
                </a:cubicBezTo>
                <a:close/>
                <a:moveTo>
                  <a:pt x="514844" y="164677"/>
                </a:moveTo>
                <a:lnTo>
                  <a:pt x="540232" y="164677"/>
                </a:lnTo>
                <a:lnTo>
                  <a:pt x="540232" y="2119"/>
                </a:lnTo>
                <a:lnTo>
                  <a:pt x="514844" y="2119"/>
                </a:lnTo>
                <a:lnTo>
                  <a:pt x="514844" y="164677"/>
                </a:lnTo>
                <a:close/>
                <a:moveTo>
                  <a:pt x="495205" y="259554"/>
                </a:moveTo>
                <a:lnTo>
                  <a:pt x="502915" y="259554"/>
                </a:lnTo>
                <a:lnTo>
                  <a:pt x="502915" y="197523"/>
                </a:lnTo>
                <a:lnTo>
                  <a:pt x="495205" y="197523"/>
                </a:lnTo>
                <a:lnTo>
                  <a:pt x="495205" y="259554"/>
                </a:lnTo>
                <a:close/>
                <a:moveTo>
                  <a:pt x="544816" y="204613"/>
                </a:moveTo>
                <a:lnTo>
                  <a:pt x="564923" y="204613"/>
                </a:lnTo>
                <a:lnTo>
                  <a:pt x="564923" y="259554"/>
                </a:lnTo>
                <a:lnTo>
                  <a:pt x="572633" y="259554"/>
                </a:lnTo>
                <a:lnTo>
                  <a:pt x="572633" y="204613"/>
                </a:lnTo>
                <a:lnTo>
                  <a:pt x="592740" y="204613"/>
                </a:lnTo>
                <a:lnTo>
                  <a:pt x="592740" y="197523"/>
                </a:lnTo>
                <a:lnTo>
                  <a:pt x="544816" y="197523"/>
                </a:lnTo>
                <a:lnTo>
                  <a:pt x="544816" y="204613"/>
                </a:lnTo>
                <a:close/>
                <a:moveTo>
                  <a:pt x="287389" y="2119"/>
                </a:moveTo>
                <a:cubicBezTo>
                  <a:pt x="287389" y="2119"/>
                  <a:pt x="335680" y="117220"/>
                  <a:pt x="345234" y="140105"/>
                </a:cubicBezTo>
                <a:cubicBezTo>
                  <a:pt x="356374" y="166796"/>
                  <a:pt x="374464" y="166796"/>
                  <a:pt x="381413" y="166796"/>
                </a:cubicBezTo>
                <a:lnTo>
                  <a:pt x="382899" y="166796"/>
                </a:lnTo>
                <a:lnTo>
                  <a:pt x="316692" y="2119"/>
                </a:lnTo>
                <a:lnTo>
                  <a:pt x="287389" y="2119"/>
                </a:lnTo>
                <a:close/>
                <a:moveTo>
                  <a:pt x="443549" y="199871"/>
                </a:moveTo>
                <a:cubicBezTo>
                  <a:pt x="440413" y="198303"/>
                  <a:pt x="436819" y="197523"/>
                  <a:pt x="432739" y="197523"/>
                </a:cubicBezTo>
                <a:lnTo>
                  <a:pt x="408910" y="197523"/>
                </a:lnTo>
                <a:lnTo>
                  <a:pt x="408910" y="259554"/>
                </a:lnTo>
                <a:lnTo>
                  <a:pt x="416621" y="259554"/>
                </a:lnTo>
                <a:lnTo>
                  <a:pt x="416621" y="235716"/>
                </a:lnTo>
                <a:lnTo>
                  <a:pt x="432748" y="235716"/>
                </a:lnTo>
                <a:cubicBezTo>
                  <a:pt x="436819" y="235716"/>
                  <a:pt x="440413" y="234936"/>
                  <a:pt x="443512" y="233368"/>
                </a:cubicBezTo>
                <a:cubicBezTo>
                  <a:pt x="446611" y="231799"/>
                  <a:pt x="449013" y="229571"/>
                  <a:pt x="450728" y="226681"/>
                </a:cubicBezTo>
                <a:cubicBezTo>
                  <a:pt x="452442" y="223783"/>
                  <a:pt x="453295" y="220417"/>
                  <a:pt x="453295" y="216583"/>
                </a:cubicBezTo>
                <a:cubicBezTo>
                  <a:pt x="453295" y="212749"/>
                  <a:pt x="452452" y="209392"/>
                  <a:pt x="450774" y="206521"/>
                </a:cubicBezTo>
                <a:cubicBezTo>
                  <a:pt x="449087" y="203659"/>
                  <a:pt x="446685" y="201439"/>
                  <a:pt x="443558" y="199871"/>
                </a:cubicBezTo>
                <a:close/>
                <a:moveTo>
                  <a:pt x="441779" y="225351"/>
                </a:moveTo>
                <a:cubicBezTo>
                  <a:pt x="439359" y="227534"/>
                  <a:pt x="436113" y="228635"/>
                  <a:pt x="432033" y="228635"/>
                </a:cubicBezTo>
                <a:lnTo>
                  <a:pt x="416621" y="228635"/>
                </a:lnTo>
                <a:lnTo>
                  <a:pt x="416621" y="204622"/>
                </a:lnTo>
                <a:lnTo>
                  <a:pt x="432125" y="204622"/>
                </a:lnTo>
                <a:cubicBezTo>
                  <a:pt x="436196" y="204622"/>
                  <a:pt x="439432" y="205705"/>
                  <a:pt x="441825" y="207860"/>
                </a:cubicBezTo>
                <a:cubicBezTo>
                  <a:pt x="444218" y="210015"/>
                  <a:pt x="445410" y="212923"/>
                  <a:pt x="445410" y="216592"/>
                </a:cubicBezTo>
                <a:cubicBezTo>
                  <a:pt x="445410" y="220261"/>
                  <a:pt x="444200" y="223178"/>
                  <a:pt x="441779" y="225361"/>
                </a:cubicBezTo>
                <a:close/>
                <a:moveTo>
                  <a:pt x="382889" y="166805"/>
                </a:moveTo>
                <a:lnTo>
                  <a:pt x="384375" y="166805"/>
                </a:lnTo>
                <a:cubicBezTo>
                  <a:pt x="391334" y="166805"/>
                  <a:pt x="409423" y="166805"/>
                  <a:pt x="420554" y="140114"/>
                </a:cubicBezTo>
                <a:cubicBezTo>
                  <a:pt x="430099" y="117230"/>
                  <a:pt x="478399" y="2128"/>
                  <a:pt x="478399" y="2128"/>
                </a:cubicBezTo>
                <a:lnTo>
                  <a:pt x="449096" y="2128"/>
                </a:lnTo>
                <a:lnTo>
                  <a:pt x="382889" y="166814"/>
                </a:lnTo>
                <a:close/>
                <a:moveTo>
                  <a:pt x="644368" y="197523"/>
                </a:moveTo>
                <a:lnTo>
                  <a:pt x="620714" y="259554"/>
                </a:lnTo>
                <a:lnTo>
                  <a:pt x="628690" y="259554"/>
                </a:lnTo>
                <a:lnTo>
                  <a:pt x="635246" y="242806"/>
                </a:lnTo>
                <a:lnTo>
                  <a:pt x="662266" y="242806"/>
                </a:lnTo>
                <a:lnTo>
                  <a:pt x="668821" y="259554"/>
                </a:lnTo>
                <a:lnTo>
                  <a:pt x="677055" y="259554"/>
                </a:lnTo>
                <a:lnTo>
                  <a:pt x="653491" y="197523"/>
                </a:lnTo>
                <a:lnTo>
                  <a:pt x="644368" y="197523"/>
                </a:lnTo>
                <a:close/>
                <a:moveTo>
                  <a:pt x="637547" y="235808"/>
                </a:moveTo>
                <a:lnTo>
                  <a:pt x="648705" y="205943"/>
                </a:lnTo>
                <a:lnTo>
                  <a:pt x="659955" y="235808"/>
                </a:lnTo>
                <a:lnTo>
                  <a:pt x="637538" y="235808"/>
                </a:lnTo>
                <a:close/>
              </a:path>
            </a:pathLst>
          </a:custGeom>
          <a:solidFill>
            <a:srgbClr val="000000"/>
          </a:solidFill>
          <a:ln w="1061" cap="flat">
            <a:noFill/>
            <a:prstDash val="solid"/>
            <a:miter/>
          </a:ln>
        </p:spPr>
        <p:txBody>
          <a:bodyPr rtlCol="0" anchor="ctr"/>
          <a:lstStyle/>
          <a:p>
            <a:endParaRPr lang="pt-BR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09B6F29F-DF18-9050-9EF6-AF47C4A796AC}"/>
              </a:ext>
            </a:extLst>
          </p:cNvPr>
          <p:cNvCxnSpPr/>
          <p:nvPr userDrawn="1"/>
        </p:nvCxnSpPr>
        <p:spPr>
          <a:xfrm>
            <a:off x="334963" y="185353"/>
            <a:ext cx="1041541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6948945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469">
          <p15:clr>
            <a:srgbClr val="FBAE40"/>
          </p15:clr>
        </p15:guide>
        <p15:guide id="2" orient="horz" pos="3974">
          <p15:clr>
            <a:srgbClr val="FBAE40"/>
          </p15:clr>
        </p15:guide>
        <p15:guide id="3" orient="horz" pos="232">
          <p15:clr>
            <a:srgbClr val="FBAE40"/>
          </p15:clr>
        </p15:guide>
        <p15:guide id="4" pos="211">
          <p15:clr>
            <a:srgbClr val="FBAE40"/>
          </p15:clr>
        </p15:guide>
        <p15:guide id="5" orient="horz" pos="4065">
          <p15:clr>
            <a:srgbClr val="FBAE40"/>
          </p15:clr>
        </p15:guide>
        <p15:guide id="6" orient="horz" pos="799">
          <p15:clr>
            <a:srgbClr val="FBAE40"/>
          </p15:clr>
        </p15:guide>
        <p15:guide id="7" orient="horz" pos="935">
          <p15:clr>
            <a:srgbClr val="FBAE40"/>
          </p15:clr>
        </p15:guide>
      </p15:sldGuideLst>
    </p:ext>
  </p:extLst>
</p:sldLayout>
</file>

<file path=ppt/slideLayouts/slideLayout1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| Box lateral - Branco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tângulo 1">
            <a:extLst>
              <a:ext uri="{FF2B5EF4-FFF2-40B4-BE49-F238E27FC236}">
                <a16:creationId xmlns:a16="http://schemas.microsoft.com/office/drawing/2014/main" id="{0B0E7351-5252-E626-42EB-CDCE7C083C49}"/>
              </a:ext>
            </a:extLst>
          </p:cNvPr>
          <p:cNvSpPr/>
          <p:nvPr userDrawn="1"/>
        </p:nvSpPr>
        <p:spPr>
          <a:xfrm>
            <a:off x="0" y="1"/>
            <a:ext cx="5420020" cy="6858000"/>
          </a:xfrm>
          <a:prstGeom prst="rect">
            <a:avLst/>
          </a:prstGeom>
          <a:gradFill>
            <a:gsLst>
              <a:gs pos="100000">
                <a:schemeClr val="tx1">
                  <a:lumMod val="95000"/>
                  <a:lumOff val="5000"/>
                </a:schemeClr>
              </a:gs>
              <a:gs pos="0">
                <a:schemeClr val="tx1">
                  <a:lumMod val="85000"/>
                  <a:lumOff val="15000"/>
                </a:schemeClr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bg1"/>
              </a:solidFill>
            </a:endParaRPr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132BCE3-A04F-8602-64F7-7623C7EAF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61763" y="6482556"/>
            <a:ext cx="295275" cy="1692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 sz="1100">
                <a:solidFill>
                  <a:schemeClr val="tx1">
                    <a:lumMod val="95000"/>
                    <a:lumOff val="5000"/>
                  </a:schemeClr>
                </a:solidFill>
                <a:latin typeface="Versos" panose="020B0503020204030204" pitchFamily="34" charset="0"/>
                <a:cs typeface="Versos" panose="020B0503020204030204" pitchFamily="34" charset="0"/>
              </a:defRPr>
            </a:lvl1pPr>
          </a:lstStyle>
          <a:p>
            <a:fld id="{77667D73-C69A-4DAA-9003-24A825D36FE9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B13D7C-5A47-B0DF-B518-26E79F5D2DB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63" y="368300"/>
            <a:ext cx="5085057" cy="4308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err="1"/>
              <a:t>Título</a:t>
            </a:r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401465E-A8CD-A3BA-BE2A-9597492FDC6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4963" y="6482556"/>
            <a:ext cx="10980000" cy="180000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900">
                <a:latin typeface="Versos Light" panose="020B0403020204030204" pitchFamily="34" charset="0"/>
              </a:defRPr>
            </a:lvl2pPr>
            <a:lvl3pPr>
              <a:defRPr sz="900">
                <a:latin typeface="Versos Light" panose="020B0403020204030204" pitchFamily="34" charset="0"/>
              </a:defRPr>
            </a:lvl3pPr>
            <a:lvl4pPr>
              <a:defRPr sz="900">
                <a:latin typeface="Versos Light" panose="020B0403020204030204" pitchFamily="34" charset="0"/>
              </a:defRPr>
            </a:lvl4pPr>
            <a:lvl5pPr>
              <a:defRPr sz="900">
                <a:latin typeface="Versos Light" panose="020B0403020204030204" pitchFamily="34" charset="0"/>
              </a:defRPr>
            </a:lvl5pPr>
          </a:lstStyle>
          <a:p>
            <a:pPr lvl="0"/>
            <a:r>
              <a:rPr lang="en-US"/>
              <a:t>Fonte:</a:t>
            </a:r>
            <a:endParaRPr lang="pt-BR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2BF5896-7E11-14FB-06A4-95B1CAD37BF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47026" y="1751285"/>
            <a:ext cx="4369353" cy="156104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3D29ABC6-2275-8D02-5D8F-6C312831087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33166" y="3849328"/>
            <a:ext cx="4383213" cy="158838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8">
            <a:extLst>
              <a:ext uri="{FF2B5EF4-FFF2-40B4-BE49-F238E27FC236}">
                <a16:creationId xmlns:a16="http://schemas.microsoft.com/office/drawing/2014/main" id="{89936DB2-1144-3AFC-1BBA-E1BDEB5020C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767046" y="1484313"/>
            <a:ext cx="6077927" cy="445872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chemeClr val="tx1">
                    <a:lumMod val="95000"/>
                    <a:lumOff val="5000"/>
                  </a:schemeClr>
                </a:solidFill>
                <a:latin typeface="Versos" panose="020B05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2" name="Conector Reto 2">
            <a:extLst>
              <a:ext uri="{FF2B5EF4-FFF2-40B4-BE49-F238E27FC236}">
                <a16:creationId xmlns:a16="http://schemas.microsoft.com/office/drawing/2014/main" id="{D24BE17E-F6B3-8EAE-EC30-BB9C725FC11E}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1482784"/>
            <a:ext cx="1457739" cy="0"/>
          </a:xfrm>
          <a:prstGeom prst="line">
            <a:avLst/>
          </a:prstGeom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Conector Reto 7">
            <a:extLst>
              <a:ext uri="{FF2B5EF4-FFF2-40B4-BE49-F238E27FC236}">
                <a16:creationId xmlns:a16="http://schemas.microsoft.com/office/drawing/2014/main" id="{0D6EA7A2-501E-AE25-217B-771E1489503C}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3580828"/>
            <a:ext cx="1457739" cy="0"/>
          </a:xfrm>
          <a:prstGeom prst="line">
            <a:avLst/>
          </a:prstGeom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Picture 8">
            <a:extLst>
              <a:ext uri="{FF2B5EF4-FFF2-40B4-BE49-F238E27FC236}">
                <a16:creationId xmlns:a16="http://schemas.microsoft.com/office/drawing/2014/main" id="{68EB1F7D-EB42-B4A5-4EBA-55B2FE1DF06F}"/>
              </a:ext>
            </a:extLst>
          </p:cNvPr>
          <p:cNvSpPr/>
          <p:nvPr userDrawn="1"/>
        </p:nvSpPr>
        <p:spPr>
          <a:xfrm>
            <a:off x="11091186" y="377178"/>
            <a:ext cx="765852" cy="260086"/>
          </a:xfrm>
          <a:custGeom>
            <a:avLst/>
            <a:gdLst>
              <a:gd name="connsiteX0" fmla="*/ 739575 w 765852"/>
              <a:gd name="connsiteY0" fmla="*/ 143884 h 260086"/>
              <a:gd name="connsiteX1" fmla="*/ 765852 w 765852"/>
              <a:gd name="connsiteY1" fmla="*/ 83403 h 260086"/>
              <a:gd name="connsiteX2" fmla="*/ 739575 w 765852"/>
              <a:gd name="connsiteY2" fmla="*/ 22921 h 260086"/>
              <a:gd name="connsiteX3" fmla="*/ 672177 w 765852"/>
              <a:gd name="connsiteY3" fmla="*/ 0 h 260086"/>
              <a:gd name="connsiteX4" fmla="*/ 604779 w 765852"/>
              <a:gd name="connsiteY4" fmla="*/ 22921 h 260086"/>
              <a:gd name="connsiteX5" fmla="*/ 578501 w 765852"/>
              <a:gd name="connsiteY5" fmla="*/ 83403 h 260086"/>
              <a:gd name="connsiteX6" fmla="*/ 604779 w 765852"/>
              <a:gd name="connsiteY6" fmla="*/ 143884 h 260086"/>
              <a:gd name="connsiteX7" fmla="*/ 672177 w 765852"/>
              <a:gd name="connsiteY7" fmla="*/ 166805 h 260086"/>
              <a:gd name="connsiteX8" fmla="*/ 739575 w 765852"/>
              <a:gd name="connsiteY8" fmla="*/ 143884 h 260086"/>
              <a:gd name="connsiteX9" fmla="*/ 604595 w 765852"/>
              <a:gd name="connsiteY9" fmla="*/ 83403 h 260086"/>
              <a:gd name="connsiteX10" fmla="*/ 622611 w 765852"/>
              <a:gd name="connsiteY10" fmla="*/ 41871 h 260086"/>
              <a:gd name="connsiteX11" fmla="*/ 672177 w 765852"/>
              <a:gd name="connsiteY11" fmla="*/ 25719 h 260086"/>
              <a:gd name="connsiteX12" fmla="*/ 721742 w 765852"/>
              <a:gd name="connsiteY12" fmla="*/ 41871 h 260086"/>
              <a:gd name="connsiteX13" fmla="*/ 739759 w 765852"/>
              <a:gd name="connsiteY13" fmla="*/ 83403 h 260086"/>
              <a:gd name="connsiteX14" fmla="*/ 721742 w 765852"/>
              <a:gd name="connsiteY14" fmla="*/ 124934 h 260086"/>
              <a:gd name="connsiteX15" fmla="*/ 672177 w 765852"/>
              <a:gd name="connsiteY15" fmla="*/ 141077 h 260086"/>
              <a:gd name="connsiteX16" fmla="*/ 622611 w 765852"/>
              <a:gd name="connsiteY16" fmla="*/ 124934 h 260086"/>
              <a:gd name="connsiteX17" fmla="*/ 604595 w 765852"/>
              <a:gd name="connsiteY17" fmla="*/ 83403 h 260086"/>
              <a:gd name="connsiteX18" fmla="*/ 238310 w 765852"/>
              <a:gd name="connsiteY18" fmla="*/ 207181 h 260086"/>
              <a:gd name="connsiteX19" fmla="*/ 249560 w 765852"/>
              <a:gd name="connsiteY19" fmla="*/ 204081 h 260086"/>
              <a:gd name="connsiteX20" fmla="*/ 261562 w 765852"/>
              <a:gd name="connsiteY20" fmla="*/ 207713 h 260086"/>
              <a:gd name="connsiteX21" fmla="*/ 268163 w 765852"/>
              <a:gd name="connsiteY21" fmla="*/ 217812 h 260086"/>
              <a:gd name="connsiteX22" fmla="*/ 275874 w 765852"/>
              <a:gd name="connsiteY22" fmla="*/ 217812 h 260086"/>
              <a:gd name="connsiteX23" fmla="*/ 267145 w 765852"/>
              <a:gd name="connsiteY23" fmla="*/ 202568 h 260086"/>
              <a:gd name="connsiteX24" fmla="*/ 249917 w 765852"/>
              <a:gd name="connsiteY24" fmla="*/ 196982 h 260086"/>
              <a:gd name="connsiteX25" fmla="*/ 234322 w 765852"/>
              <a:gd name="connsiteY25" fmla="*/ 200926 h 260086"/>
              <a:gd name="connsiteX26" fmla="*/ 223961 w 765852"/>
              <a:gd name="connsiteY26" fmla="*/ 212052 h 260086"/>
              <a:gd name="connsiteX27" fmla="*/ 220330 w 765852"/>
              <a:gd name="connsiteY27" fmla="*/ 228534 h 260086"/>
              <a:gd name="connsiteX28" fmla="*/ 223961 w 765852"/>
              <a:gd name="connsiteY28" fmla="*/ 245062 h 260086"/>
              <a:gd name="connsiteX29" fmla="*/ 234322 w 765852"/>
              <a:gd name="connsiteY29" fmla="*/ 256142 h 260086"/>
              <a:gd name="connsiteX30" fmla="*/ 249917 w 765852"/>
              <a:gd name="connsiteY30" fmla="*/ 260086 h 260086"/>
              <a:gd name="connsiteX31" fmla="*/ 267145 w 765852"/>
              <a:gd name="connsiteY31" fmla="*/ 254501 h 260086"/>
              <a:gd name="connsiteX32" fmla="*/ 275782 w 765852"/>
              <a:gd name="connsiteY32" fmla="*/ 239256 h 260086"/>
              <a:gd name="connsiteX33" fmla="*/ 268071 w 765852"/>
              <a:gd name="connsiteY33" fmla="*/ 239256 h 260086"/>
              <a:gd name="connsiteX34" fmla="*/ 261516 w 765852"/>
              <a:gd name="connsiteY34" fmla="*/ 249401 h 260086"/>
              <a:gd name="connsiteX35" fmla="*/ 249560 w 765852"/>
              <a:gd name="connsiteY35" fmla="*/ 252987 h 260086"/>
              <a:gd name="connsiteX36" fmla="*/ 238310 w 765852"/>
              <a:gd name="connsiteY36" fmla="*/ 249887 h 260086"/>
              <a:gd name="connsiteX37" fmla="*/ 230828 w 765852"/>
              <a:gd name="connsiteY37" fmla="*/ 241201 h 260086"/>
              <a:gd name="connsiteX38" fmla="*/ 228215 w 765852"/>
              <a:gd name="connsiteY38" fmla="*/ 228525 h 260086"/>
              <a:gd name="connsiteX39" fmla="*/ 230828 w 765852"/>
              <a:gd name="connsiteY39" fmla="*/ 215812 h 260086"/>
              <a:gd name="connsiteX40" fmla="*/ 238310 w 765852"/>
              <a:gd name="connsiteY40" fmla="*/ 207172 h 260086"/>
              <a:gd name="connsiteX41" fmla="*/ 335580 w 765852"/>
              <a:gd name="connsiteY41" fmla="*/ 197523 h 260086"/>
              <a:gd name="connsiteX42" fmla="*/ 311925 w 765852"/>
              <a:gd name="connsiteY42" fmla="*/ 259554 h 260086"/>
              <a:gd name="connsiteX43" fmla="*/ 319892 w 765852"/>
              <a:gd name="connsiteY43" fmla="*/ 259554 h 260086"/>
              <a:gd name="connsiteX44" fmla="*/ 326448 w 765852"/>
              <a:gd name="connsiteY44" fmla="*/ 242806 h 260086"/>
              <a:gd name="connsiteX45" fmla="*/ 353467 w 765852"/>
              <a:gd name="connsiteY45" fmla="*/ 242806 h 260086"/>
              <a:gd name="connsiteX46" fmla="*/ 360023 w 765852"/>
              <a:gd name="connsiteY46" fmla="*/ 259554 h 260086"/>
              <a:gd name="connsiteX47" fmla="*/ 368256 w 765852"/>
              <a:gd name="connsiteY47" fmla="*/ 259554 h 260086"/>
              <a:gd name="connsiteX48" fmla="*/ 344693 w 765852"/>
              <a:gd name="connsiteY48" fmla="*/ 197523 h 260086"/>
              <a:gd name="connsiteX49" fmla="*/ 335570 w 765852"/>
              <a:gd name="connsiteY49" fmla="*/ 197523 h 260086"/>
              <a:gd name="connsiteX50" fmla="*/ 328758 w 765852"/>
              <a:gd name="connsiteY50" fmla="*/ 235808 h 260086"/>
              <a:gd name="connsiteX51" fmla="*/ 339916 w 765852"/>
              <a:gd name="connsiteY51" fmla="*/ 205943 h 260086"/>
              <a:gd name="connsiteX52" fmla="*/ 351166 w 765852"/>
              <a:gd name="connsiteY52" fmla="*/ 235808 h 260086"/>
              <a:gd name="connsiteX53" fmla="*/ 328749 w 765852"/>
              <a:gd name="connsiteY53" fmla="*/ 235808 h 260086"/>
              <a:gd name="connsiteX54" fmla="*/ 725437 w 765852"/>
              <a:gd name="connsiteY54" fmla="*/ 197523 h 260086"/>
              <a:gd name="connsiteX55" fmla="*/ 717736 w 765852"/>
              <a:gd name="connsiteY55" fmla="*/ 197523 h 260086"/>
              <a:gd name="connsiteX56" fmla="*/ 717736 w 765852"/>
              <a:gd name="connsiteY56" fmla="*/ 259554 h 260086"/>
              <a:gd name="connsiteX57" fmla="*/ 753704 w 765852"/>
              <a:gd name="connsiteY57" fmla="*/ 259554 h 260086"/>
              <a:gd name="connsiteX58" fmla="*/ 753704 w 765852"/>
              <a:gd name="connsiteY58" fmla="*/ 252464 h 260086"/>
              <a:gd name="connsiteX59" fmla="*/ 725446 w 765852"/>
              <a:gd name="connsiteY59" fmla="*/ 252464 h 260086"/>
              <a:gd name="connsiteX60" fmla="*/ 725446 w 765852"/>
              <a:gd name="connsiteY60" fmla="*/ 197523 h 260086"/>
              <a:gd name="connsiteX61" fmla="*/ 250953 w 765852"/>
              <a:gd name="connsiteY61" fmla="*/ 2119 h 260086"/>
              <a:gd name="connsiteX62" fmla="*/ 225566 w 765852"/>
              <a:gd name="connsiteY62" fmla="*/ 2119 h 260086"/>
              <a:gd name="connsiteX63" fmla="*/ 225566 w 765852"/>
              <a:gd name="connsiteY63" fmla="*/ 164677 h 260086"/>
              <a:gd name="connsiteX64" fmla="*/ 250953 w 765852"/>
              <a:gd name="connsiteY64" fmla="*/ 164677 h 260086"/>
              <a:gd name="connsiteX65" fmla="*/ 250953 w 765852"/>
              <a:gd name="connsiteY65" fmla="*/ 2119 h 260086"/>
              <a:gd name="connsiteX66" fmla="*/ 80592 w 765852"/>
              <a:gd name="connsiteY66" fmla="*/ 62692 h 260086"/>
              <a:gd name="connsiteX67" fmla="*/ 80592 w 765852"/>
              <a:gd name="connsiteY67" fmla="*/ 164687 h 260086"/>
              <a:gd name="connsiteX68" fmla="*/ 106732 w 765852"/>
              <a:gd name="connsiteY68" fmla="*/ 164687 h 260086"/>
              <a:gd name="connsiteX69" fmla="*/ 106713 w 765852"/>
              <a:gd name="connsiteY69" fmla="*/ 62692 h 260086"/>
              <a:gd name="connsiteX70" fmla="*/ 95124 w 765852"/>
              <a:gd name="connsiteY70" fmla="*/ 28700 h 260086"/>
              <a:gd name="connsiteX71" fmla="*/ 93648 w 765852"/>
              <a:gd name="connsiteY71" fmla="*/ 26792 h 260086"/>
              <a:gd name="connsiteX72" fmla="*/ 92172 w 765852"/>
              <a:gd name="connsiteY72" fmla="*/ 28700 h 260086"/>
              <a:gd name="connsiteX73" fmla="*/ 80583 w 765852"/>
              <a:gd name="connsiteY73" fmla="*/ 62692 h 260086"/>
              <a:gd name="connsiteX74" fmla="*/ 47273 w 765852"/>
              <a:gd name="connsiteY74" fmla="*/ 2119 h 260086"/>
              <a:gd name="connsiteX75" fmla="*/ 0 w 765852"/>
              <a:gd name="connsiteY75" fmla="*/ 2119 h 260086"/>
              <a:gd name="connsiteX76" fmla="*/ 0 w 765852"/>
              <a:gd name="connsiteY76" fmla="*/ 26792 h 260086"/>
              <a:gd name="connsiteX77" fmla="*/ 93648 w 765852"/>
              <a:gd name="connsiteY77" fmla="*/ 26792 h 260086"/>
              <a:gd name="connsiteX78" fmla="*/ 91328 w 765852"/>
              <a:gd name="connsiteY78" fmla="*/ 23793 h 260086"/>
              <a:gd name="connsiteX79" fmla="*/ 47273 w 765852"/>
              <a:gd name="connsiteY79" fmla="*/ 2119 h 260086"/>
              <a:gd name="connsiteX80" fmla="*/ 95968 w 765852"/>
              <a:gd name="connsiteY80" fmla="*/ 23793 h 260086"/>
              <a:gd name="connsiteX81" fmla="*/ 93648 w 765852"/>
              <a:gd name="connsiteY81" fmla="*/ 26792 h 260086"/>
              <a:gd name="connsiteX82" fmla="*/ 187296 w 765852"/>
              <a:gd name="connsiteY82" fmla="*/ 26792 h 260086"/>
              <a:gd name="connsiteX83" fmla="*/ 187296 w 765852"/>
              <a:gd name="connsiteY83" fmla="*/ 2119 h 260086"/>
              <a:gd name="connsiteX84" fmla="*/ 140023 w 765852"/>
              <a:gd name="connsiteY84" fmla="*/ 2119 h 260086"/>
              <a:gd name="connsiteX85" fmla="*/ 95958 w 765852"/>
              <a:gd name="connsiteY85" fmla="*/ 23793 h 260086"/>
              <a:gd name="connsiteX86" fmla="*/ 514844 w 765852"/>
              <a:gd name="connsiteY86" fmla="*/ 164677 h 260086"/>
              <a:gd name="connsiteX87" fmla="*/ 540232 w 765852"/>
              <a:gd name="connsiteY87" fmla="*/ 164677 h 260086"/>
              <a:gd name="connsiteX88" fmla="*/ 540232 w 765852"/>
              <a:gd name="connsiteY88" fmla="*/ 2119 h 260086"/>
              <a:gd name="connsiteX89" fmla="*/ 514844 w 765852"/>
              <a:gd name="connsiteY89" fmla="*/ 2119 h 260086"/>
              <a:gd name="connsiteX90" fmla="*/ 514844 w 765852"/>
              <a:gd name="connsiteY90" fmla="*/ 164677 h 260086"/>
              <a:gd name="connsiteX91" fmla="*/ 495205 w 765852"/>
              <a:gd name="connsiteY91" fmla="*/ 259554 h 260086"/>
              <a:gd name="connsiteX92" fmla="*/ 502915 w 765852"/>
              <a:gd name="connsiteY92" fmla="*/ 259554 h 260086"/>
              <a:gd name="connsiteX93" fmla="*/ 502915 w 765852"/>
              <a:gd name="connsiteY93" fmla="*/ 197523 h 260086"/>
              <a:gd name="connsiteX94" fmla="*/ 495205 w 765852"/>
              <a:gd name="connsiteY94" fmla="*/ 197523 h 260086"/>
              <a:gd name="connsiteX95" fmla="*/ 495205 w 765852"/>
              <a:gd name="connsiteY95" fmla="*/ 259554 h 260086"/>
              <a:gd name="connsiteX96" fmla="*/ 544816 w 765852"/>
              <a:gd name="connsiteY96" fmla="*/ 204613 h 260086"/>
              <a:gd name="connsiteX97" fmla="*/ 564923 w 765852"/>
              <a:gd name="connsiteY97" fmla="*/ 204613 h 260086"/>
              <a:gd name="connsiteX98" fmla="*/ 564923 w 765852"/>
              <a:gd name="connsiteY98" fmla="*/ 259554 h 260086"/>
              <a:gd name="connsiteX99" fmla="*/ 572633 w 765852"/>
              <a:gd name="connsiteY99" fmla="*/ 259554 h 260086"/>
              <a:gd name="connsiteX100" fmla="*/ 572633 w 765852"/>
              <a:gd name="connsiteY100" fmla="*/ 204613 h 260086"/>
              <a:gd name="connsiteX101" fmla="*/ 592740 w 765852"/>
              <a:gd name="connsiteY101" fmla="*/ 204613 h 260086"/>
              <a:gd name="connsiteX102" fmla="*/ 592740 w 765852"/>
              <a:gd name="connsiteY102" fmla="*/ 197523 h 260086"/>
              <a:gd name="connsiteX103" fmla="*/ 544816 w 765852"/>
              <a:gd name="connsiteY103" fmla="*/ 197523 h 260086"/>
              <a:gd name="connsiteX104" fmla="*/ 544816 w 765852"/>
              <a:gd name="connsiteY104" fmla="*/ 204613 h 260086"/>
              <a:gd name="connsiteX105" fmla="*/ 287389 w 765852"/>
              <a:gd name="connsiteY105" fmla="*/ 2119 h 260086"/>
              <a:gd name="connsiteX106" fmla="*/ 345234 w 765852"/>
              <a:gd name="connsiteY106" fmla="*/ 140105 h 260086"/>
              <a:gd name="connsiteX107" fmla="*/ 381413 w 765852"/>
              <a:gd name="connsiteY107" fmla="*/ 166796 h 260086"/>
              <a:gd name="connsiteX108" fmla="*/ 382899 w 765852"/>
              <a:gd name="connsiteY108" fmla="*/ 166796 h 260086"/>
              <a:gd name="connsiteX109" fmla="*/ 316692 w 765852"/>
              <a:gd name="connsiteY109" fmla="*/ 2119 h 260086"/>
              <a:gd name="connsiteX110" fmla="*/ 287389 w 765852"/>
              <a:gd name="connsiteY110" fmla="*/ 2119 h 260086"/>
              <a:gd name="connsiteX111" fmla="*/ 443549 w 765852"/>
              <a:gd name="connsiteY111" fmla="*/ 199871 h 260086"/>
              <a:gd name="connsiteX112" fmla="*/ 432739 w 765852"/>
              <a:gd name="connsiteY112" fmla="*/ 197523 h 260086"/>
              <a:gd name="connsiteX113" fmla="*/ 408910 w 765852"/>
              <a:gd name="connsiteY113" fmla="*/ 197523 h 260086"/>
              <a:gd name="connsiteX114" fmla="*/ 408910 w 765852"/>
              <a:gd name="connsiteY114" fmla="*/ 259554 h 260086"/>
              <a:gd name="connsiteX115" fmla="*/ 416621 w 765852"/>
              <a:gd name="connsiteY115" fmla="*/ 259554 h 260086"/>
              <a:gd name="connsiteX116" fmla="*/ 416621 w 765852"/>
              <a:gd name="connsiteY116" fmla="*/ 235716 h 260086"/>
              <a:gd name="connsiteX117" fmla="*/ 432748 w 765852"/>
              <a:gd name="connsiteY117" fmla="*/ 235716 h 260086"/>
              <a:gd name="connsiteX118" fmla="*/ 443512 w 765852"/>
              <a:gd name="connsiteY118" fmla="*/ 233368 h 260086"/>
              <a:gd name="connsiteX119" fmla="*/ 450728 w 765852"/>
              <a:gd name="connsiteY119" fmla="*/ 226681 h 260086"/>
              <a:gd name="connsiteX120" fmla="*/ 453295 w 765852"/>
              <a:gd name="connsiteY120" fmla="*/ 216583 h 260086"/>
              <a:gd name="connsiteX121" fmla="*/ 450774 w 765852"/>
              <a:gd name="connsiteY121" fmla="*/ 206521 h 260086"/>
              <a:gd name="connsiteX122" fmla="*/ 443558 w 765852"/>
              <a:gd name="connsiteY122" fmla="*/ 199871 h 260086"/>
              <a:gd name="connsiteX123" fmla="*/ 441779 w 765852"/>
              <a:gd name="connsiteY123" fmla="*/ 225351 h 260086"/>
              <a:gd name="connsiteX124" fmla="*/ 432033 w 765852"/>
              <a:gd name="connsiteY124" fmla="*/ 228635 h 260086"/>
              <a:gd name="connsiteX125" fmla="*/ 416621 w 765852"/>
              <a:gd name="connsiteY125" fmla="*/ 228635 h 260086"/>
              <a:gd name="connsiteX126" fmla="*/ 416621 w 765852"/>
              <a:gd name="connsiteY126" fmla="*/ 204622 h 260086"/>
              <a:gd name="connsiteX127" fmla="*/ 432125 w 765852"/>
              <a:gd name="connsiteY127" fmla="*/ 204622 h 260086"/>
              <a:gd name="connsiteX128" fmla="*/ 441825 w 765852"/>
              <a:gd name="connsiteY128" fmla="*/ 207860 h 260086"/>
              <a:gd name="connsiteX129" fmla="*/ 445410 w 765852"/>
              <a:gd name="connsiteY129" fmla="*/ 216592 h 260086"/>
              <a:gd name="connsiteX130" fmla="*/ 441779 w 765852"/>
              <a:gd name="connsiteY130" fmla="*/ 225361 h 260086"/>
              <a:gd name="connsiteX131" fmla="*/ 382889 w 765852"/>
              <a:gd name="connsiteY131" fmla="*/ 166805 h 260086"/>
              <a:gd name="connsiteX132" fmla="*/ 384375 w 765852"/>
              <a:gd name="connsiteY132" fmla="*/ 166805 h 260086"/>
              <a:gd name="connsiteX133" fmla="*/ 420554 w 765852"/>
              <a:gd name="connsiteY133" fmla="*/ 140114 h 260086"/>
              <a:gd name="connsiteX134" fmla="*/ 478399 w 765852"/>
              <a:gd name="connsiteY134" fmla="*/ 2128 h 260086"/>
              <a:gd name="connsiteX135" fmla="*/ 449096 w 765852"/>
              <a:gd name="connsiteY135" fmla="*/ 2128 h 260086"/>
              <a:gd name="connsiteX136" fmla="*/ 382889 w 765852"/>
              <a:gd name="connsiteY136" fmla="*/ 166814 h 260086"/>
              <a:gd name="connsiteX137" fmla="*/ 644368 w 765852"/>
              <a:gd name="connsiteY137" fmla="*/ 197523 h 260086"/>
              <a:gd name="connsiteX138" fmla="*/ 620714 w 765852"/>
              <a:gd name="connsiteY138" fmla="*/ 259554 h 260086"/>
              <a:gd name="connsiteX139" fmla="*/ 628690 w 765852"/>
              <a:gd name="connsiteY139" fmla="*/ 259554 h 260086"/>
              <a:gd name="connsiteX140" fmla="*/ 635246 w 765852"/>
              <a:gd name="connsiteY140" fmla="*/ 242806 h 260086"/>
              <a:gd name="connsiteX141" fmla="*/ 662266 w 765852"/>
              <a:gd name="connsiteY141" fmla="*/ 242806 h 260086"/>
              <a:gd name="connsiteX142" fmla="*/ 668821 w 765852"/>
              <a:gd name="connsiteY142" fmla="*/ 259554 h 260086"/>
              <a:gd name="connsiteX143" fmla="*/ 677055 w 765852"/>
              <a:gd name="connsiteY143" fmla="*/ 259554 h 260086"/>
              <a:gd name="connsiteX144" fmla="*/ 653491 w 765852"/>
              <a:gd name="connsiteY144" fmla="*/ 197523 h 260086"/>
              <a:gd name="connsiteX145" fmla="*/ 644368 w 765852"/>
              <a:gd name="connsiteY145" fmla="*/ 197523 h 260086"/>
              <a:gd name="connsiteX146" fmla="*/ 637547 w 765852"/>
              <a:gd name="connsiteY146" fmla="*/ 235808 h 260086"/>
              <a:gd name="connsiteX147" fmla="*/ 648705 w 765852"/>
              <a:gd name="connsiteY147" fmla="*/ 205943 h 260086"/>
              <a:gd name="connsiteX148" fmla="*/ 659955 w 765852"/>
              <a:gd name="connsiteY148" fmla="*/ 235808 h 260086"/>
              <a:gd name="connsiteX149" fmla="*/ 637538 w 765852"/>
              <a:gd name="connsiteY149" fmla="*/ 235808 h 260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</a:cxnLst>
            <a:rect l="l" t="t" r="r" b="b"/>
            <a:pathLst>
              <a:path w="765852" h="260086">
                <a:moveTo>
                  <a:pt x="739575" y="143884"/>
                </a:moveTo>
                <a:cubicBezTo>
                  <a:pt x="756519" y="128906"/>
                  <a:pt x="765852" y="107425"/>
                  <a:pt x="765852" y="83403"/>
                </a:cubicBezTo>
                <a:cubicBezTo>
                  <a:pt x="765852" y="59381"/>
                  <a:pt x="756519" y="37899"/>
                  <a:pt x="739575" y="22921"/>
                </a:cubicBezTo>
                <a:cubicBezTo>
                  <a:pt x="722613" y="7925"/>
                  <a:pt x="699307" y="0"/>
                  <a:pt x="672177" y="0"/>
                </a:cubicBezTo>
                <a:cubicBezTo>
                  <a:pt x="645047" y="0"/>
                  <a:pt x="621740" y="7925"/>
                  <a:pt x="604779" y="22921"/>
                </a:cubicBezTo>
                <a:cubicBezTo>
                  <a:pt x="587835" y="37899"/>
                  <a:pt x="578501" y="59381"/>
                  <a:pt x="578501" y="83403"/>
                </a:cubicBezTo>
                <a:cubicBezTo>
                  <a:pt x="578501" y="107425"/>
                  <a:pt x="587835" y="128906"/>
                  <a:pt x="604779" y="143884"/>
                </a:cubicBezTo>
                <a:cubicBezTo>
                  <a:pt x="621740" y="158881"/>
                  <a:pt x="645047" y="166805"/>
                  <a:pt x="672177" y="166805"/>
                </a:cubicBezTo>
                <a:cubicBezTo>
                  <a:pt x="699307" y="166805"/>
                  <a:pt x="722613" y="158881"/>
                  <a:pt x="739575" y="143884"/>
                </a:cubicBezTo>
                <a:close/>
                <a:moveTo>
                  <a:pt x="604595" y="83403"/>
                </a:moveTo>
                <a:cubicBezTo>
                  <a:pt x="604595" y="66489"/>
                  <a:pt x="610821" y="52135"/>
                  <a:pt x="622611" y="41871"/>
                </a:cubicBezTo>
                <a:cubicBezTo>
                  <a:pt x="634751" y="31305"/>
                  <a:pt x="651887" y="25719"/>
                  <a:pt x="672177" y="25719"/>
                </a:cubicBezTo>
                <a:cubicBezTo>
                  <a:pt x="692467" y="25719"/>
                  <a:pt x="709603" y="31305"/>
                  <a:pt x="721742" y="41871"/>
                </a:cubicBezTo>
                <a:cubicBezTo>
                  <a:pt x="733524" y="52126"/>
                  <a:pt x="739759" y="66489"/>
                  <a:pt x="739759" y="83403"/>
                </a:cubicBezTo>
                <a:cubicBezTo>
                  <a:pt x="739759" y="100316"/>
                  <a:pt x="733533" y="114671"/>
                  <a:pt x="721742" y="124934"/>
                </a:cubicBezTo>
                <a:cubicBezTo>
                  <a:pt x="709603" y="135501"/>
                  <a:pt x="692467" y="141077"/>
                  <a:pt x="672177" y="141077"/>
                </a:cubicBezTo>
                <a:cubicBezTo>
                  <a:pt x="651887" y="141077"/>
                  <a:pt x="634741" y="135491"/>
                  <a:pt x="622611" y="124934"/>
                </a:cubicBezTo>
                <a:cubicBezTo>
                  <a:pt x="610830" y="114671"/>
                  <a:pt x="604595" y="100316"/>
                  <a:pt x="604595" y="83403"/>
                </a:cubicBezTo>
                <a:close/>
                <a:moveTo>
                  <a:pt x="238310" y="207181"/>
                </a:moveTo>
                <a:cubicBezTo>
                  <a:pt x="241556" y="205118"/>
                  <a:pt x="245306" y="204081"/>
                  <a:pt x="249560" y="204081"/>
                </a:cubicBezTo>
                <a:cubicBezTo>
                  <a:pt x="254282" y="204081"/>
                  <a:pt x="258288" y="205292"/>
                  <a:pt x="261562" y="207713"/>
                </a:cubicBezTo>
                <a:cubicBezTo>
                  <a:pt x="264835" y="210135"/>
                  <a:pt x="267035" y="213501"/>
                  <a:pt x="268163" y="217812"/>
                </a:cubicBezTo>
                <a:lnTo>
                  <a:pt x="275874" y="217812"/>
                </a:lnTo>
                <a:cubicBezTo>
                  <a:pt x="274691" y="211373"/>
                  <a:pt x="271784" y="206292"/>
                  <a:pt x="267145" y="202568"/>
                </a:cubicBezTo>
                <a:cubicBezTo>
                  <a:pt x="262506" y="198844"/>
                  <a:pt x="256766" y="196982"/>
                  <a:pt x="249917" y="196982"/>
                </a:cubicBezTo>
                <a:cubicBezTo>
                  <a:pt x="244013" y="196982"/>
                  <a:pt x="238814" y="198293"/>
                  <a:pt x="234322" y="200926"/>
                </a:cubicBezTo>
                <a:cubicBezTo>
                  <a:pt x="229838" y="203558"/>
                  <a:pt x="226382" y="207264"/>
                  <a:pt x="223961" y="212052"/>
                </a:cubicBezTo>
                <a:cubicBezTo>
                  <a:pt x="221541" y="216840"/>
                  <a:pt x="220330" y="222334"/>
                  <a:pt x="220330" y="228534"/>
                </a:cubicBezTo>
                <a:cubicBezTo>
                  <a:pt x="220330" y="234734"/>
                  <a:pt x="221541" y="240302"/>
                  <a:pt x="223961" y="245062"/>
                </a:cubicBezTo>
                <a:cubicBezTo>
                  <a:pt x="226382" y="249823"/>
                  <a:pt x="229838" y="253510"/>
                  <a:pt x="234322" y="256142"/>
                </a:cubicBezTo>
                <a:cubicBezTo>
                  <a:pt x="238805" y="258775"/>
                  <a:pt x="244004" y="260086"/>
                  <a:pt x="249917" y="260086"/>
                </a:cubicBezTo>
                <a:cubicBezTo>
                  <a:pt x="256831" y="260086"/>
                  <a:pt x="262570" y="258224"/>
                  <a:pt x="267145" y="254501"/>
                </a:cubicBezTo>
                <a:cubicBezTo>
                  <a:pt x="271720" y="250777"/>
                  <a:pt x="274599" y="245695"/>
                  <a:pt x="275782" y="239256"/>
                </a:cubicBezTo>
                <a:lnTo>
                  <a:pt x="268071" y="239256"/>
                </a:lnTo>
                <a:cubicBezTo>
                  <a:pt x="266888" y="243631"/>
                  <a:pt x="264706" y="247007"/>
                  <a:pt x="261516" y="249401"/>
                </a:cubicBezTo>
                <a:cubicBezTo>
                  <a:pt x="258325" y="251795"/>
                  <a:pt x="254337" y="252987"/>
                  <a:pt x="249560" y="252987"/>
                </a:cubicBezTo>
                <a:cubicBezTo>
                  <a:pt x="245306" y="252987"/>
                  <a:pt x="241556" y="251951"/>
                  <a:pt x="238310" y="249887"/>
                </a:cubicBezTo>
                <a:cubicBezTo>
                  <a:pt x="235064" y="247823"/>
                  <a:pt x="232561" y="244925"/>
                  <a:pt x="230828" y="241201"/>
                </a:cubicBezTo>
                <a:cubicBezTo>
                  <a:pt x="229086" y="237477"/>
                  <a:pt x="228215" y="233258"/>
                  <a:pt x="228215" y="228525"/>
                </a:cubicBezTo>
                <a:cubicBezTo>
                  <a:pt x="228215" y="223792"/>
                  <a:pt x="229086" y="219499"/>
                  <a:pt x="230828" y="215812"/>
                </a:cubicBezTo>
                <a:cubicBezTo>
                  <a:pt x="232570" y="212125"/>
                  <a:pt x="235064" y="209245"/>
                  <a:pt x="238310" y="207172"/>
                </a:cubicBezTo>
                <a:close/>
                <a:moveTo>
                  <a:pt x="335580" y="197523"/>
                </a:moveTo>
                <a:lnTo>
                  <a:pt x="311925" y="259554"/>
                </a:lnTo>
                <a:lnTo>
                  <a:pt x="319892" y="259554"/>
                </a:lnTo>
                <a:lnTo>
                  <a:pt x="326448" y="242806"/>
                </a:lnTo>
                <a:lnTo>
                  <a:pt x="353467" y="242806"/>
                </a:lnTo>
                <a:lnTo>
                  <a:pt x="360023" y="259554"/>
                </a:lnTo>
                <a:lnTo>
                  <a:pt x="368256" y="259554"/>
                </a:lnTo>
                <a:lnTo>
                  <a:pt x="344693" y="197523"/>
                </a:lnTo>
                <a:lnTo>
                  <a:pt x="335570" y="197523"/>
                </a:lnTo>
                <a:close/>
                <a:moveTo>
                  <a:pt x="328758" y="235808"/>
                </a:moveTo>
                <a:lnTo>
                  <a:pt x="339916" y="205943"/>
                </a:lnTo>
                <a:lnTo>
                  <a:pt x="351166" y="235808"/>
                </a:lnTo>
                <a:lnTo>
                  <a:pt x="328749" y="235808"/>
                </a:lnTo>
                <a:close/>
                <a:moveTo>
                  <a:pt x="725437" y="197523"/>
                </a:moveTo>
                <a:lnTo>
                  <a:pt x="717736" y="197523"/>
                </a:lnTo>
                <a:lnTo>
                  <a:pt x="717736" y="259554"/>
                </a:lnTo>
                <a:lnTo>
                  <a:pt x="753704" y="259554"/>
                </a:lnTo>
                <a:lnTo>
                  <a:pt x="753704" y="252464"/>
                </a:lnTo>
                <a:lnTo>
                  <a:pt x="725446" y="252464"/>
                </a:lnTo>
                <a:lnTo>
                  <a:pt x="725446" y="197523"/>
                </a:lnTo>
                <a:close/>
                <a:moveTo>
                  <a:pt x="250953" y="2119"/>
                </a:moveTo>
                <a:lnTo>
                  <a:pt x="225566" y="2119"/>
                </a:lnTo>
                <a:lnTo>
                  <a:pt x="225566" y="164677"/>
                </a:lnTo>
                <a:lnTo>
                  <a:pt x="250953" y="164677"/>
                </a:lnTo>
                <a:lnTo>
                  <a:pt x="250953" y="2119"/>
                </a:lnTo>
                <a:close/>
                <a:moveTo>
                  <a:pt x="80592" y="62692"/>
                </a:moveTo>
                <a:lnTo>
                  <a:pt x="80592" y="164687"/>
                </a:lnTo>
                <a:cubicBezTo>
                  <a:pt x="80592" y="164687"/>
                  <a:pt x="106732" y="164687"/>
                  <a:pt x="106732" y="164687"/>
                </a:cubicBezTo>
                <a:lnTo>
                  <a:pt x="106713" y="62692"/>
                </a:lnTo>
                <a:cubicBezTo>
                  <a:pt x="106713" y="50282"/>
                  <a:pt x="102707" y="38523"/>
                  <a:pt x="95124" y="28700"/>
                </a:cubicBezTo>
                <a:lnTo>
                  <a:pt x="93648" y="26792"/>
                </a:lnTo>
                <a:lnTo>
                  <a:pt x="92172" y="28700"/>
                </a:lnTo>
                <a:cubicBezTo>
                  <a:pt x="84589" y="38523"/>
                  <a:pt x="80583" y="50273"/>
                  <a:pt x="80583" y="62692"/>
                </a:cubicBezTo>
                <a:close/>
                <a:moveTo>
                  <a:pt x="47273" y="2119"/>
                </a:moveTo>
                <a:lnTo>
                  <a:pt x="0" y="2119"/>
                </a:lnTo>
                <a:lnTo>
                  <a:pt x="0" y="26792"/>
                </a:lnTo>
                <a:lnTo>
                  <a:pt x="93648" y="26792"/>
                </a:lnTo>
                <a:lnTo>
                  <a:pt x="91328" y="23793"/>
                </a:lnTo>
                <a:cubicBezTo>
                  <a:pt x="80693" y="10025"/>
                  <a:pt x="64629" y="2119"/>
                  <a:pt x="47273" y="2119"/>
                </a:cubicBezTo>
                <a:close/>
                <a:moveTo>
                  <a:pt x="95968" y="23793"/>
                </a:moveTo>
                <a:lnTo>
                  <a:pt x="93648" y="26792"/>
                </a:lnTo>
                <a:lnTo>
                  <a:pt x="187296" y="26792"/>
                </a:lnTo>
                <a:lnTo>
                  <a:pt x="187296" y="2119"/>
                </a:lnTo>
                <a:lnTo>
                  <a:pt x="140023" y="2119"/>
                </a:lnTo>
                <a:cubicBezTo>
                  <a:pt x="122657" y="2119"/>
                  <a:pt x="106603" y="10016"/>
                  <a:pt x="95958" y="23793"/>
                </a:cubicBezTo>
                <a:close/>
                <a:moveTo>
                  <a:pt x="514844" y="164677"/>
                </a:moveTo>
                <a:lnTo>
                  <a:pt x="540232" y="164677"/>
                </a:lnTo>
                <a:lnTo>
                  <a:pt x="540232" y="2119"/>
                </a:lnTo>
                <a:lnTo>
                  <a:pt x="514844" y="2119"/>
                </a:lnTo>
                <a:lnTo>
                  <a:pt x="514844" y="164677"/>
                </a:lnTo>
                <a:close/>
                <a:moveTo>
                  <a:pt x="495205" y="259554"/>
                </a:moveTo>
                <a:lnTo>
                  <a:pt x="502915" y="259554"/>
                </a:lnTo>
                <a:lnTo>
                  <a:pt x="502915" y="197523"/>
                </a:lnTo>
                <a:lnTo>
                  <a:pt x="495205" y="197523"/>
                </a:lnTo>
                <a:lnTo>
                  <a:pt x="495205" y="259554"/>
                </a:lnTo>
                <a:close/>
                <a:moveTo>
                  <a:pt x="544816" y="204613"/>
                </a:moveTo>
                <a:lnTo>
                  <a:pt x="564923" y="204613"/>
                </a:lnTo>
                <a:lnTo>
                  <a:pt x="564923" y="259554"/>
                </a:lnTo>
                <a:lnTo>
                  <a:pt x="572633" y="259554"/>
                </a:lnTo>
                <a:lnTo>
                  <a:pt x="572633" y="204613"/>
                </a:lnTo>
                <a:lnTo>
                  <a:pt x="592740" y="204613"/>
                </a:lnTo>
                <a:lnTo>
                  <a:pt x="592740" y="197523"/>
                </a:lnTo>
                <a:lnTo>
                  <a:pt x="544816" y="197523"/>
                </a:lnTo>
                <a:lnTo>
                  <a:pt x="544816" y="204613"/>
                </a:lnTo>
                <a:close/>
                <a:moveTo>
                  <a:pt x="287389" y="2119"/>
                </a:moveTo>
                <a:cubicBezTo>
                  <a:pt x="287389" y="2119"/>
                  <a:pt x="335680" y="117220"/>
                  <a:pt x="345234" y="140105"/>
                </a:cubicBezTo>
                <a:cubicBezTo>
                  <a:pt x="356374" y="166796"/>
                  <a:pt x="374464" y="166796"/>
                  <a:pt x="381413" y="166796"/>
                </a:cubicBezTo>
                <a:lnTo>
                  <a:pt x="382899" y="166796"/>
                </a:lnTo>
                <a:lnTo>
                  <a:pt x="316692" y="2119"/>
                </a:lnTo>
                <a:lnTo>
                  <a:pt x="287389" y="2119"/>
                </a:lnTo>
                <a:close/>
                <a:moveTo>
                  <a:pt x="443549" y="199871"/>
                </a:moveTo>
                <a:cubicBezTo>
                  <a:pt x="440413" y="198303"/>
                  <a:pt x="436819" y="197523"/>
                  <a:pt x="432739" y="197523"/>
                </a:cubicBezTo>
                <a:lnTo>
                  <a:pt x="408910" y="197523"/>
                </a:lnTo>
                <a:lnTo>
                  <a:pt x="408910" y="259554"/>
                </a:lnTo>
                <a:lnTo>
                  <a:pt x="416621" y="259554"/>
                </a:lnTo>
                <a:lnTo>
                  <a:pt x="416621" y="235716"/>
                </a:lnTo>
                <a:lnTo>
                  <a:pt x="432748" y="235716"/>
                </a:lnTo>
                <a:cubicBezTo>
                  <a:pt x="436819" y="235716"/>
                  <a:pt x="440413" y="234936"/>
                  <a:pt x="443512" y="233368"/>
                </a:cubicBezTo>
                <a:cubicBezTo>
                  <a:pt x="446611" y="231799"/>
                  <a:pt x="449013" y="229571"/>
                  <a:pt x="450728" y="226681"/>
                </a:cubicBezTo>
                <a:cubicBezTo>
                  <a:pt x="452442" y="223783"/>
                  <a:pt x="453295" y="220417"/>
                  <a:pt x="453295" y="216583"/>
                </a:cubicBezTo>
                <a:cubicBezTo>
                  <a:pt x="453295" y="212749"/>
                  <a:pt x="452452" y="209392"/>
                  <a:pt x="450774" y="206521"/>
                </a:cubicBezTo>
                <a:cubicBezTo>
                  <a:pt x="449087" y="203659"/>
                  <a:pt x="446685" y="201439"/>
                  <a:pt x="443558" y="199871"/>
                </a:cubicBezTo>
                <a:close/>
                <a:moveTo>
                  <a:pt x="441779" y="225351"/>
                </a:moveTo>
                <a:cubicBezTo>
                  <a:pt x="439359" y="227534"/>
                  <a:pt x="436113" y="228635"/>
                  <a:pt x="432033" y="228635"/>
                </a:cubicBezTo>
                <a:lnTo>
                  <a:pt x="416621" y="228635"/>
                </a:lnTo>
                <a:lnTo>
                  <a:pt x="416621" y="204622"/>
                </a:lnTo>
                <a:lnTo>
                  <a:pt x="432125" y="204622"/>
                </a:lnTo>
                <a:cubicBezTo>
                  <a:pt x="436196" y="204622"/>
                  <a:pt x="439432" y="205705"/>
                  <a:pt x="441825" y="207860"/>
                </a:cubicBezTo>
                <a:cubicBezTo>
                  <a:pt x="444218" y="210015"/>
                  <a:pt x="445410" y="212923"/>
                  <a:pt x="445410" y="216592"/>
                </a:cubicBezTo>
                <a:cubicBezTo>
                  <a:pt x="445410" y="220261"/>
                  <a:pt x="444200" y="223178"/>
                  <a:pt x="441779" y="225361"/>
                </a:cubicBezTo>
                <a:close/>
                <a:moveTo>
                  <a:pt x="382889" y="166805"/>
                </a:moveTo>
                <a:lnTo>
                  <a:pt x="384375" y="166805"/>
                </a:lnTo>
                <a:cubicBezTo>
                  <a:pt x="391334" y="166805"/>
                  <a:pt x="409423" y="166805"/>
                  <a:pt x="420554" y="140114"/>
                </a:cubicBezTo>
                <a:cubicBezTo>
                  <a:pt x="430099" y="117230"/>
                  <a:pt x="478399" y="2128"/>
                  <a:pt x="478399" y="2128"/>
                </a:cubicBezTo>
                <a:lnTo>
                  <a:pt x="449096" y="2128"/>
                </a:lnTo>
                <a:lnTo>
                  <a:pt x="382889" y="166814"/>
                </a:lnTo>
                <a:close/>
                <a:moveTo>
                  <a:pt x="644368" y="197523"/>
                </a:moveTo>
                <a:lnTo>
                  <a:pt x="620714" y="259554"/>
                </a:lnTo>
                <a:lnTo>
                  <a:pt x="628690" y="259554"/>
                </a:lnTo>
                <a:lnTo>
                  <a:pt x="635246" y="242806"/>
                </a:lnTo>
                <a:lnTo>
                  <a:pt x="662266" y="242806"/>
                </a:lnTo>
                <a:lnTo>
                  <a:pt x="668821" y="259554"/>
                </a:lnTo>
                <a:lnTo>
                  <a:pt x="677055" y="259554"/>
                </a:lnTo>
                <a:lnTo>
                  <a:pt x="653491" y="197523"/>
                </a:lnTo>
                <a:lnTo>
                  <a:pt x="644368" y="197523"/>
                </a:lnTo>
                <a:close/>
                <a:moveTo>
                  <a:pt x="637547" y="235808"/>
                </a:moveTo>
                <a:lnTo>
                  <a:pt x="648705" y="205943"/>
                </a:lnTo>
                <a:lnTo>
                  <a:pt x="659955" y="235808"/>
                </a:lnTo>
                <a:lnTo>
                  <a:pt x="637538" y="235808"/>
                </a:lnTo>
                <a:close/>
              </a:path>
            </a:pathLst>
          </a:custGeom>
          <a:solidFill>
            <a:srgbClr val="000000"/>
          </a:solidFill>
          <a:ln w="1061" cap="flat">
            <a:noFill/>
            <a:prstDash val="solid"/>
            <a:miter/>
          </a:ln>
        </p:spPr>
        <p:txBody>
          <a:bodyPr rtlCol="0" anchor="ctr"/>
          <a:lstStyle/>
          <a:p>
            <a:endParaRPr lang="pt-BR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561774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469">
          <p15:clr>
            <a:srgbClr val="FBAE40"/>
          </p15:clr>
        </p15:guide>
        <p15:guide id="2" orient="horz" pos="3974">
          <p15:clr>
            <a:srgbClr val="FBAE40"/>
          </p15:clr>
        </p15:guide>
        <p15:guide id="3" orient="horz" pos="232">
          <p15:clr>
            <a:srgbClr val="FBAE40"/>
          </p15:clr>
        </p15:guide>
        <p15:guide id="4" pos="211">
          <p15:clr>
            <a:srgbClr val="FBAE40"/>
          </p15:clr>
        </p15:guide>
        <p15:guide id="5" orient="horz" pos="4065">
          <p15:clr>
            <a:srgbClr val="FBAE40"/>
          </p15:clr>
        </p15:guide>
        <p15:guide id="6" orient="horz" pos="799">
          <p15:clr>
            <a:srgbClr val="FBAE40"/>
          </p15:clr>
        </p15:guide>
        <p15:guide id="7" orient="horz" pos="935">
          <p15:clr>
            <a:srgbClr val="FBAE40"/>
          </p15:clr>
        </p15:guide>
      </p15:sldGuideLst>
    </p:ext>
  </p:extLst>
</p:sldLayout>
</file>

<file path=ppt/slideLayouts/slideLayout1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-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8C84EE7A-B951-B061-6439-B39DDC01B709}"/>
              </a:ext>
            </a:extLst>
          </p:cNvPr>
          <p:cNvCxnSpPr/>
          <p:nvPr userDrawn="1"/>
        </p:nvCxnSpPr>
        <p:spPr>
          <a:xfrm>
            <a:off x="334963" y="185353"/>
            <a:ext cx="1041541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177507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469">
          <p15:clr>
            <a:srgbClr val="FBAE40"/>
          </p15:clr>
        </p15:guide>
        <p15:guide id="2" orient="horz" pos="3974">
          <p15:clr>
            <a:srgbClr val="FBAE40"/>
          </p15:clr>
        </p15:guide>
        <p15:guide id="3" orient="horz" pos="232">
          <p15:clr>
            <a:srgbClr val="FBAE40"/>
          </p15:clr>
        </p15:guide>
        <p15:guide id="4" pos="211">
          <p15:clr>
            <a:srgbClr val="FBAE40"/>
          </p15:clr>
        </p15:guide>
        <p15:guide id="5" orient="horz" pos="4065">
          <p15:clr>
            <a:srgbClr val="FBAE40"/>
          </p15:clr>
        </p15:guide>
        <p15:guide id="6" orient="horz" pos="799">
          <p15:clr>
            <a:srgbClr val="FBAE40"/>
          </p15:clr>
        </p15:guide>
        <p15:guide id="7" orient="horz" pos="935">
          <p15:clr>
            <a:srgbClr val="FBAE40"/>
          </p15:clr>
        </p15:guide>
      </p15:sldGuideLst>
    </p:ext>
  </p:extLst>
</p:sldLayout>
</file>

<file path=ppt/slideLayouts/slideLayout1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| 1 linha - 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132BCE3-A04F-8602-64F7-7623C7EAF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61763" y="6482556"/>
            <a:ext cx="295275" cy="1692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 sz="1100">
                <a:solidFill>
                  <a:schemeClr val="bg1"/>
                </a:solidFill>
                <a:latin typeface="Versos" panose="020B0503020204030204" pitchFamily="34" charset="0"/>
                <a:cs typeface="Versos" panose="020B0503020204030204" pitchFamily="34" charset="0"/>
              </a:defRPr>
            </a:lvl1pPr>
          </a:lstStyle>
          <a:p>
            <a:fld id="{77667D73-C69A-4DAA-9003-24A825D36FE9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B13D7C-5A47-B0DF-B518-26E79F5D2DB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63" y="368300"/>
            <a:ext cx="10183813" cy="4308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err="1"/>
              <a:t>Título</a:t>
            </a:r>
            <a:endParaRPr lang="en-US"/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7F86D482-580C-D22A-58CC-10B9C4F7EDD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34962" y="1518527"/>
            <a:ext cx="11522585" cy="21544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Picture 8">
            <a:extLst>
              <a:ext uri="{FF2B5EF4-FFF2-40B4-BE49-F238E27FC236}">
                <a16:creationId xmlns:a16="http://schemas.microsoft.com/office/drawing/2014/main" id="{57BCE67C-64C7-2D0C-0DC2-7A4B4CC314E0}"/>
              </a:ext>
            </a:extLst>
          </p:cNvPr>
          <p:cNvSpPr/>
          <p:nvPr userDrawn="1"/>
        </p:nvSpPr>
        <p:spPr>
          <a:xfrm>
            <a:off x="11091186" y="377178"/>
            <a:ext cx="765852" cy="260086"/>
          </a:xfrm>
          <a:custGeom>
            <a:avLst/>
            <a:gdLst>
              <a:gd name="connsiteX0" fmla="*/ 739575 w 765852"/>
              <a:gd name="connsiteY0" fmla="*/ 143884 h 260086"/>
              <a:gd name="connsiteX1" fmla="*/ 765852 w 765852"/>
              <a:gd name="connsiteY1" fmla="*/ 83403 h 260086"/>
              <a:gd name="connsiteX2" fmla="*/ 739575 w 765852"/>
              <a:gd name="connsiteY2" fmla="*/ 22921 h 260086"/>
              <a:gd name="connsiteX3" fmla="*/ 672177 w 765852"/>
              <a:gd name="connsiteY3" fmla="*/ 0 h 260086"/>
              <a:gd name="connsiteX4" fmla="*/ 604779 w 765852"/>
              <a:gd name="connsiteY4" fmla="*/ 22921 h 260086"/>
              <a:gd name="connsiteX5" fmla="*/ 578501 w 765852"/>
              <a:gd name="connsiteY5" fmla="*/ 83403 h 260086"/>
              <a:gd name="connsiteX6" fmla="*/ 604779 w 765852"/>
              <a:gd name="connsiteY6" fmla="*/ 143884 h 260086"/>
              <a:gd name="connsiteX7" fmla="*/ 672177 w 765852"/>
              <a:gd name="connsiteY7" fmla="*/ 166805 h 260086"/>
              <a:gd name="connsiteX8" fmla="*/ 739575 w 765852"/>
              <a:gd name="connsiteY8" fmla="*/ 143884 h 260086"/>
              <a:gd name="connsiteX9" fmla="*/ 604595 w 765852"/>
              <a:gd name="connsiteY9" fmla="*/ 83403 h 260086"/>
              <a:gd name="connsiteX10" fmla="*/ 622611 w 765852"/>
              <a:gd name="connsiteY10" fmla="*/ 41871 h 260086"/>
              <a:gd name="connsiteX11" fmla="*/ 672177 w 765852"/>
              <a:gd name="connsiteY11" fmla="*/ 25719 h 260086"/>
              <a:gd name="connsiteX12" fmla="*/ 721742 w 765852"/>
              <a:gd name="connsiteY12" fmla="*/ 41871 h 260086"/>
              <a:gd name="connsiteX13" fmla="*/ 739759 w 765852"/>
              <a:gd name="connsiteY13" fmla="*/ 83403 h 260086"/>
              <a:gd name="connsiteX14" fmla="*/ 721742 w 765852"/>
              <a:gd name="connsiteY14" fmla="*/ 124934 h 260086"/>
              <a:gd name="connsiteX15" fmla="*/ 672177 w 765852"/>
              <a:gd name="connsiteY15" fmla="*/ 141077 h 260086"/>
              <a:gd name="connsiteX16" fmla="*/ 622611 w 765852"/>
              <a:gd name="connsiteY16" fmla="*/ 124934 h 260086"/>
              <a:gd name="connsiteX17" fmla="*/ 604595 w 765852"/>
              <a:gd name="connsiteY17" fmla="*/ 83403 h 260086"/>
              <a:gd name="connsiteX18" fmla="*/ 238310 w 765852"/>
              <a:gd name="connsiteY18" fmla="*/ 207181 h 260086"/>
              <a:gd name="connsiteX19" fmla="*/ 249560 w 765852"/>
              <a:gd name="connsiteY19" fmla="*/ 204081 h 260086"/>
              <a:gd name="connsiteX20" fmla="*/ 261562 w 765852"/>
              <a:gd name="connsiteY20" fmla="*/ 207713 h 260086"/>
              <a:gd name="connsiteX21" fmla="*/ 268163 w 765852"/>
              <a:gd name="connsiteY21" fmla="*/ 217812 h 260086"/>
              <a:gd name="connsiteX22" fmla="*/ 275874 w 765852"/>
              <a:gd name="connsiteY22" fmla="*/ 217812 h 260086"/>
              <a:gd name="connsiteX23" fmla="*/ 267145 w 765852"/>
              <a:gd name="connsiteY23" fmla="*/ 202568 h 260086"/>
              <a:gd name="connsiteX24" fmla="*/ 249917 w 765852"/>
              <a:gd name="connsiteY24" fmla="*/ 196982 h 260086"/>
              <a:gd name="connsiteX25" fmla="*/ 234322 w 765852"/>
              <a:gd name="connsiteY25" fmla="*/ 200926 h 260086"/>
              <a:gd name="connsiteX26" fmla="*/ 223961 w 765852"/>
              <a:gd name="connsiteY26" fmla="*/ 212052 h 260086"/>
              <a:gd name="connsiteX27" fmla="*/ 220330 w 765852"/>
              <a:gd name="connsiteY27" fmla="*/ 228534 h 260086"/>
              <a:gd name="connsiteX28" fmla="*/ 223961 w 765852"/>
              <a:gd name="connsiteY28" fmla="*/ 245062 h 260086"/>
              <a:gd name="connsiteX29" fmla="*/ 234322 w 765852"/>
              <a:gd name="connsiteY29" fmla="*/ 256142 h 260086"/>
              <a:gd name="connsiteX30" fmla="*/ 249917 w 765852"/>
              <a:gd name="connsiteY30" fmla="*/ 260086 h 260086"/>
              <a:gd name="connsiteX31" fmla="*/ 267145 w 765852"/>
              <a:gd name="connsiteY31" fmla="*/ 254501 h 260086"/>
              <a:gd name="connsiteX32" fmla="*/ 275782 w 765852"/>
              <a:gd name="connsiteY32" fmla="*/ 239256 h 260086"/>
              <a:gd name="connsiteX33" fmla="*/ 268071 w 765852"/>
              <a:gd name="connsiteY33" fmla="*/ 239256 h 260086"/>
              <a:gd name="connsiteX34" fmla="*/ 261516 w 765852"/>
              <a:gd name="connsiteY34" fmla="*/ 249401 h 260086"/>
              <a:gd name="connsiteX35" fmla="*/ 249560 w 765852"/>
              <a:gd name="connsiteY35" fmla="*/ 252987 h 260086"/>
              <a:gd name="connsiteX36" fmla="*/ 238310 w 765852"/>
              <a:gd name="connsiteY36" fmla="*/ 249887 h 260086"/>
              <a:gd name="connsiteX37" fmla="*/ 230828 w 765852"/>
              <a:gd name="connsiteY37" fmla="*/ 241201 h 260086"/>
              <a:gd name="connsiteX38" fmla="*/ 228215 w 765852"/>
              <a:gd name="connsiteY38" fmla="*/ 228525 h 260086"/>
              <a:gd name="connsiteX39" fmla="*/ 230828 w 765852"/>
              <a:gd name="connsiteY39" fmla="*/ 215812 h 260086"/>
              <a:gd name="connsiteX40" fmla="*/ 238310 w 765852"/>
              <a:gd name="connsiteY40" fmla="*/ 207172 h 260086"/>
              <a:gd name="connsiteX41" fmla="*/ 335580 w 765852"/>
              <a:gd name="connsiteY41" fmla="*/ 197523 h 260086"/>
              <a:gd name="connsiteX42" fmla="*/ 311925 w 765852"/>
              <a:gd name="connsiteY42" fmla="*/ 259554 h 260086"/>
              <a:gd name="connsiteX43" fmla="*/ 319892 w 765852"/>
              <a:gd name="connsiteY43" fmla="*/ 259554 h 260086"/>
              <a:gd name="connsiteX44" fmla="*/ 326448 w 765852"/>
              <a:gd name="connsiteY44" fmla="*/ 242806 h 260086"/>
              <a:gd name="connsiteX45" fmla="*/ 353467 w 765852"/>
              <a:gd name="connsiteY45" fmla="*/ 242806 h 260086"/>
              <a:gd name="connsiteX46" fmla="*/ 360023 w 765852"/>
              <a:gd name="connsiteY46" fmla="*/ 259554 h 260086"/>
              <a:gd name="connsiteX47" fmla="*/ 368256 w 765852"/>
              <a:gd name="connsiteY47" fmla="*/ 259554 h 260086"/>
              <a:gd name="connsiteX48" fmla="*/ 344693 w 765852"/>
              <a:gd name="connsiteY48" fmla="*/ 197523 h 260086"/>
              <a:gd name="connsiteX49" fmla="*/ 335570 w 765852"/>
              <a:gd name="connsiteY49" fmla="*/ 197523 h 260086"/>
              <a:gd name="connsiteX50" fmla="*/ 328758 w 765852"/>
              <a:gd name="connsiteY50" fmla="*/ 235808 h 260086"/>
              <a:gd name="connsiteX51" fmla="*/ 339916 w 765852"/>
              <a:gd name="connsiteY51" fmla="*/ 205943 h 260086"/>
              <a:gd name="connsiteX52" fmla="*/ 351166 w 765852"/>
              <a:gd name="connsiteY52" fmla="*/ 235808 h 260086"/>
              <a:gd name="connsiteX53" fmla="*/ 328749 w 765852"/>
              <a:gd name="connsiteY53" fmla="*/ 235808 h 260086"/>
              <a:gd name="connsiteX54" fmla="*/ 725437 w 765852"/>
              <a:gd name="connsiteY54" fmla="*/ 197523 h 260086"/>
              <a:gd name="connsiteX55" fmla="*/ 717736 w 765852"/>
              <a:gd name="connsiteY55" fmla="*/ 197523 h 260086"/>
              <a:gd name="connsiteX56" fmla="*/ 717736 w 765852"/>
              <a:gd name="connsiteY56" fmla="*/ 259554 h 260086"/>
              <a:gd name="connsiteX57" fmla="*/ 753704 w 765852"/>
              <a:gd name="connsiteY57" fmla="*/ 259554 h 260086"/>
              <a:gd name="connsiteX58" fmla="*/ 753704 w 765852"/>
              <a:gd name="connsiteY58" fmla="*/ 252464 h 260086"/>
              <a:gd name="connsiteX59" fmla="*/ 725446 w 765852"/>
              <a:gd name="connsiteY59" fmla="*/ 252464 h 260086"/>
              <a:gd name="connsiteX60" fmla="*/ 725446 w 765852"/>
              <a:gd name="connsiteY60" fmla="*/ 197523 h 260086"/>
              <a:gd name="connsiteX61" fmla="*/ 250953 w 765852"/>
              <a:gd name="connsiteY61" fmla="*/ 2119 h 260086"/>
              <a:gd name="connsiteX62" fmla="*/ 225566 w 765852"/>
              <a:gd name="connsiteY62" fmla="*/ 2119 h 260086"/>
              <a:gd name="connsiteX63" fmla="*/ 225566 w 765852"/>
              <a:gd name="connsiteY63" fmla="*/ 164677 h 260086"/>
              <a:gd name="connsiteX64" fmla="*/ 250953 w 765852"/>
              <a:gd name="connsiteY64" fmla="*/ 164677 h 260086"/>
              <a:gd name="connsiteX65" fmla="*/ 250953 w 765852"/>
              <a:gd name="connsiteY65" fmla="*/ 2119 h 260086"/>
              <a:gd name="connsiteX66" fmla="*/ 80592 w 765852"/>
              <a:gd name="connsiteY66" fmla="*/ 62692 h 260086"/>
              <a:gd name="connsiteX67" fmla="*/ 80592 w 765852"/>
              <a:gd name="connsiteY67" fmla="*/ 164687 h 260086"/>
              <a:gd name="connsiteX68" fmla="*/ 106732 w 765852"/>
              <a:gd name="connsiteY68" fmla="*/ 164687 h 260086"/>
              <a:gd name="connsiteX69" fmla="*/ 106713 w 765852"/>
              <a:gd name="connsiteY69" fmla="*/ 62692 h 260086"/>
              <a:gd name="connsiteX70" fmla="*/ 95124 w 765852"/>
              <a:gd name="connsiteY70" fmla="*/ 28700 h 260086"/>
              <a:gd name="connsiteX71" fmla="*/ 93648 w 765852"/>
              <a:gd name="connsiteY71" fmla="*/ 26792 h 260086"/>
              <a:gd name="connsiteX72" fmla="*/ 92172 w 765852"/>
              <a:gd name="connsiteY72" fmla="*/ 28700 h 260086"/>
              <a:gd name="connsiteX73" fmla="*/ 80583 w 765852"/>
              <a:gd name="connsiteY73" fmla="*/ 62692 h 260086"/>
              <a:gd name="connsiteX74" fmla="*/ 47273 w 765852"/>
              <a:gd name="connsiteY74" fmla="*/ 2119 h 260086"/>
              <a:gd name="connsiteX75" fmla="*/ 0 w 765852"/>
              <a:gd name="connsiteY75" fmla="*/ 2119 h 260086"/>
              <a:gd name="connsiteX76" fmla="*/ 0 w 765852"/>
              <a:gd name="connsiteY76" fmla="*/ 26792 h 260086"/>
              <a:gd name="connsiteX77" fmla="*/ 93648 w 765852"/>
              <a:gd name="connsiteY77" fmla="*/ 26792 h 260086"/>
              <a:gd name="connsiteX78" fmla="*/ 91328 w 765852"/>
              <a:gd name="connsiteY78" fmla="*/ 23793 h 260086"/>
              <a:gd name="connsiteX79" fmla="*/ 47273 w 765852"/>
              <a:gd name="connsiteY79" fmla="*/ 2119 h 260086"/>
              <a:gd name="connsiteX80" fmla="*/ 95968 w 765852"/>
              <a:gd name="connsiteY80" fmla="*/ 23793 h 260086"/>
              <a:gd name="connsiteX81" fmla="*/ 93648 w 765852"/>
              <a:gd name="connsiteY81" fmla="*/ 26792 h 260086"/>
              <a:gd name="connsiteX82" fmla="*/ 187296 w 765852"/>
              <a:gd name="connsiteY82" fmla="*/ 26792 h 260086"/>
              <a:gd name="connsiteX83" fmla="*/ 187296 w 765852"/>
              <a:gd name="connsiteY83" fmla="*/ 2119 h 260086"/>
              <a:gd name="connsiteX84" fmla="*/ 140023 w 765852"/>
              <a:gd name="connsiteY84" fmla="*/ 2119 h 260086"/>
              <a:gd name="connsiteX85" fmla="*/ 95958 w 765852"/>
              <a:gd name="connsiteY85" fmla="*/ 23793 h 260086"/>
              <a:gd name="connsiteX86" fmla="*/ 514844 w 765852"/>
              <a:gd name="connsiteY86" fmla="*/ 164677 h 260086"/>
              <a:gd name="connsiteX87" fmla="*/ 540232 w 765852"/>
              <a:gd name="connsiteY87" fmla="*/ 164677 h 260086"/>
              <a:gd name="connsiteX88" fmla="*/ 540232 w 765852"/>
              <a:gd name="connsiteY88" fmla="*/ 2119 h 260086"/>
              <a:gd name="connsiteX89" fmla="*/ 514844 w 765852"/>
              <a:gd name="connsiteY89" fmla="*/ 2119 h 260086"/>
              <a:gd name="connsiteX90" fmla="*/ 514844 w 765852"/>
              <a:gd name="connsiteY90" fmla="*/ 164677 h 260086"/>
              <a:gd name="connsiteX91" fmla="*/ 495205 w 765852"/>
              <a:gd name="connsiteY91" fmla="*/ 259554 h 260086"/>
              <a:gd name="connsiteX92" fmla="*/ 502915 w 765852"/>
              <a:gd name="connsiteY92" fmla="*/ 259554 h 260086"/>
              <a:gd name="connsiteX93" fmla="*/ 502915 w 765852"/>
              <a:gd name="connsiteY93" fmla="*/ 197523 h 260086"/>
              <a:gd name="connsiteX94" fmla="*/ 495205 w 765852"/>
              <a:gd name="connsiteY94" fmla="*/ 197523 h 260086"/>
              <a:gd name="connsiteX95" fmla="*/ 495205 w 765852"/>
              <a:gd name="connsiteY95" fmla="*/ 259554 h 260086"/>
              <a:gd name="connsiteX96" fmla="*/ 544816 w 765852"/>
              <a:gd name="connsiteY96" fmla="*/ 204613 h 260086"/>
              <a:gd name="connsiteX97" fmla="*/ 564923 w 765852"/>
              <a:gd name="connsiteY97" fmla="*/ 204613 h 260086"/>
              <a:gd name="connsiteX98" fmla="*/ 564923 w 765852"/>
              <a:gd name="connsiteY98" fmla="*/ 259554 h 260086"/>
              <a:gd name="connsiteX99" fmla="*/ 572633 w 765852"/>
              <a:gd name="connsiteY99" fmla="*/ 259554 h 260086"/>
              <a:gd name="connsiteX100" fmla="*/ 572633 w 765852"/>
              <a:gd name="connsiteY100" fmla="*/ 204613 h 260086"/>
              <a:gd name="connsiteX101" fmla="*/ 592740 w 765852"/>
              <a:gd name="connsiteY101" fmla="*/ 204613 h 260086"/>
              <a:gd name="connsiteX102" fmla="*/ 592740 w 765852"/>
              <a:gd name="connsiteY102" fmla="*/ 197523 h 260086"/>
              <a:gd name="connsiteX103" fmla="*/ 544816 w 765852"/>
              <a:gd name="connsiteY103" fmla="*/ 197523 h 260086"/>
              <a:gd name="connsiteX104" fmla="*/ 544816 w 765852"/>
              <a:gd name="connsiteY104" fmla="*/ 204613 h 260086"/>
              <a:gd name="connsiteX105" fmla="*/ 287389 w 765852"/>
              <a:gd name="connsiteY105" fmla="*/ 2119 h 260086"/>
              <a:gd name="connsiteX106" fmla="*/ 345234 w 765852"/>
              <a:gd name="connsiteY106" fmla="*/ 140105 h 260086"/>
              <a:gd name="connsiteX107" fmla="*/ 381413 w 765852"/>
              <a:gd name="connsiteY107" fmla="*/ 166796 h 260086"/>
              <a:gd name="connsiteX108" fmla="*/ 382899 w 765852"/>
              <a:gd name="connsiteY108" fmla="*/ 166796 h 260086"/>
              <a:gd name="connsiteX109" fmla="*/ 316692 w 765852"/>
              <a:gd name="connsiteY109" fmla="*/ 2119 h 260086"/>
              <a:gd name="connsiteX110" fmla="*/ 287389 w 765852"/>
              <a:gd name="connsiteY110" fmla="*/ 2119 h 260086"/>
              <a:gd name="connsiteX111" fmla="*/ 443549 w 765852"/>
              <a:gd name="connsiteY111" fmla="*/ 199871 h 260086"/>
              <a:gd name="connsiteX112" fmla="*/ 432739 w 765852"/>
              <a:gd name="connsiteY112" fmla="*/ 197523 h 260086"/>
              <a:gd name="connsiteX113" fmla="*/ 408910 w 765852"/>
              <a:gd name="connsiteY113" fmla="*/ 197523 h 260086"/>
              <a:gd name="connsiteX114" fmla="*/ 408910 w 765852"/>
              <a:gd name="connsiteY114" fmla="*/ 259554 h 260086"/>
              <a:gd name="connsiteX115" fmla="*/ 416621 w 765852"/>
              <a:gd name="connsiteY115" fmla="*/ 259554 h 260086"/>
              <a:gd name="connsiteX116" fmla="*/ 416621 w 765852"/>
              <a:gd name="connsiteY116" fmla="*/ 235716 h 260086"/>
              <a:gd name="connsiteX117" fmla="*/ 432748 w 765852"/>
              <a:gd name="connsiteY117" fmla="*/ 235716 h 260086"/>
              <a:gd name="connsiteX118" fmla="*/ 443512 w 765852"/>
              <a:gd name="connsiteY118" fmla="*/ 233368 h 260086"/>
              <a:gd name="connsiteX119" fmla="*/ 450728 w 765852"/>
              <a:gd name="connsiteY119" fmla="*/ 226681 h 260086"/>
              <a:gd name="connsiteX120" fmla="*/ 453295 w 765852"/>
              <a:gd name="connsiteY120" fmla="*/ 216583 h 260086"/>
              <a:gd name="connsiteX121" fmla="*/ 450774 w 765852"/>
              <a:gd name="connsiteY121" fmla="*/ 206521 h 260086"/>
              <a:gd name="connsiteX122" fmla="*/ 443558 w 765852"/>
              <a:gd name="connsiteY122" fmla="*/ 199871 h 260086"/>
              <a:gd name="connsiteX123" fmla="*/ 441779 w 765852"/>
              <a:gd name="connsiteY123" fmla="*/ 225351 h 260086"/>
              <a:gd name="connsiteX124" fmla="*/ 432033 w 765852"/>
              <a:gd name="connsiteY124" fmla="*/ 228635 h 260086"/>
              <a:gd name="connsiteX125" fmla="*/ 416621 w 765852"/>
              <a:gd name="connsiteY125" fmla="*/ 228635 h 260086"/>
              <a:gd name="connsiteX126" fmla="*/ 416621 w 765852"/>
              <a:gd name="connsiteY126" fmla="*/ 204622 h 260086"/>
              <a:gd name="connsiteX127" fmla="*/ 432125 w 765852"/>
              <a:gd name="connsiteY127" fmla="*/ 204622 h 260086"/>
              <a:gd name="connsiteX128" fmla="*/ 441825 w 765852"/>
              <a:gd name="connsiteY128" fmla="*/ 207860 h 260086"/>
              <a:gd name="connsiteX129" fmla="*/ 445410 w 765852"/>
              <a:gd name="connsiteY129" fmla="*/ 216592 h 260086"/>
              <a:gd name="connsiteX130" fmla="*/ 441779 w 765852"/>
              <a:gd name="connsiteY130" fmla="*/ 225361 h 260086"/>
              <a:gd name="connsiteX131" fmla="*/ 382889 w 765852"/>
              <a:gd name="connsiteY131" fmla="*/ 166805 h 260086"/>
              <a:gd name="connsiteX132" fmla="*/ 384375 w 765852"/>
              <a:gd name="connsiteY132" fmla="*/ 166805 h 260086"/>
              <a:gd name="connsiteX133" fmla="*/ 420554 w 765852"/>
              <a:gd name="connsiteY133" fmla="*/ 140114 h 260086"/>
              <a:gd name="connsiteX134" fmla="*/ 478399 w 765852"/>
              <a:gd name="connsiteY134" fmla="*/ 2128 h 260086"/>
              <a:gd name="connsiteX135" fmla="*/ 449096 w 765852"/>
              <a:gd name="connsiteY135" fmla="*/ 2128 h 260086"/>
              <a:gd name="connsiteX136" fmla="*/ 382889 w 765852"/>
              <a:gd name="connsiteY136" fmla="*/ 166814 h 260086"/>
              <a:gd name="connsiteX137" fmla="*/ 644368 w 765852"/>
              <a:gd name="connsiteY137" fmla="*/ 197523 h 260086"/>
              <a:gd name="connsiteX138" fmla="*/ 620714 w 765852"/>
              <a:gd name="connsiteY138" fmla="*/ 259554 h 260086"/>
              <a:gd name="connsiteX139" fmla="*/ 628690 w 765852"/>
              <a:gd name="connsiteY139" fmla="*/ 259554 h 260086"/>
              <a:gd name="connsiteX140" fmla="*/ 635246 w 765852"/>
              <a:gd name="connsiteY140" fmla="*/ 242806 h 260086"/>
              <a:gd name="connsiteX141" fmla="*/ 662266 w 765852"/>
              <a:gd name="connsiteY141" fmla="*/ 242806 h 260086"/>
              <a:gd name="connsiteX142" fmla="*/ 668821 w 765852"/>
              <a:gd name="connsiteY142" fmla="*/ 259554 h 260086"/>
              <a:gd name="connsiteX143" fmla="*/ 677055 w 765852"/>
              <a:gd name="connsiteY143" fmla="*/ 259554 h 260086"/>
              <a:gd name="connsiteX144" fmla="*/ 653491 w 765852"/>
              <a:gd name="connsiteY144" fmla="*/ 197523 h 260086"/>
              <a:gd name="connsiteX145" fmla="*/ 644368 w 765852"/>
              <a:gd name="connsiteY145" fmla="*/ 197523 h 260086"/>
              <a:gd name="connsiteX146" fmla="*/ 637547 w 765852"/>
              <a:gd name="connsiteY146" fmla="*/ 235808 h 260086"/>
              <a:gd name="connsiteX147" fmla="*/ 648705 w 765852"/>
              <a:gd name="connsiteY147" fmla="*/ 205943 h 260086"/>
              <a:gd name="connsiteX148" fmla="*/ 659955 w 765852"/>
              <a:gd name="connsiteY148" fmla="*/ 235808 h 260086"/>
              <a:gd name="connsiteX149" fmla="*/ 637538 w 765852"/>
              <a:gd name="connsiteY149" fmla="*/ 235808 h 260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</a:cxnLst>
            <a:rect l="l" t="t" r="r" b="b"/>
            <a:pathLst>
              <a:path w="765852" h="260086">
                <a:moveTo>
                  <a:pt x="739575" y="143884"/>
                </a:moveTo>
                <a:cubicBezTo>
                  <a:pt x="756519" y="128906"/>
                  <a:pt x="765852" y="107425"/>
                  <a:pt x="765852" y="83403"/>
                </a:cubicBezTo>
                <a:cubicBezTo>
                  <a:pt x="765852" y="59381"/>
                  <a:pt x="756519" y="37899"/>
                  <a:pt x="739575" y="22921"/>
                </a:cubicBezTo>
                <a:cubicBezTo>
                  <a:pt x="722613" y="7925"/>
                  <a:pt x="699307" y="0"/>
                  <a:pt x="672177" y="0"/>
                </a:cubicBezTo>
                <a:cubicBezTo>
                  <a:pt x="645047" y="0"/>
                  <a:pt x="621740" y="7925"/>
                  <a:pt x="604779" y="22921"/>
                </a:cubicBezTo>
                <a:cubicBezTo>
                  <a:pt x="587835" y="37899"/>
                  <a:pt x="578501" y="59381"/>
                  <a:pt x="578501" y="83403"/>
                </a:cubicBezTo>
                <a:cubicBezTo>
                  <a:pt x="578501" y="107425"/>
                  <a:pt x="587835" y="128906"/>
                  <a:pt x="604779" y="143884"/>
                </a:cubicBezTo>
                <a:cubicBezTo>
                  <a:pt x="621740" y="158881"/>
                  <a:pt x="645047" y="166805"/>
                  <a:pt x="672177" y="166805"/>
                </a:cubicBezTo>
                <a:cubicBezTo>
                  <a:pt x="699307" y="166805"/>
                  <a:pt x="722613" y="158881"/>
                  <a:pt x="739575" y="143884"/>
                </a:cubicBezTo>
                <a:close/>
                <a:moveTo>
                  <a:pt x="604595" y="83403"/>
                </a:moveTo>
                <a:cubicBezTo>
                  <a:pt x="604595" y="66489"/>
                  <a:pt x="610821" y="52135"/>
                  <a:pt x="622611" y="41871"/>
                </a:cubicBezTo>
                <a:cubicBezTo>
                  <a:pt x="634751" y="31305"/>
                  <a:pt x="651887" y="25719"/>
                  <a:pt x="672177" y="25719"/>
                </a:cubicBezTo>
                <a:cubicBezTo>
                  <a:pt x="692467" y="25719"/>
                  <a:pt x="709603" y="31305"/>
                  <a:pt x="721742" y="41871"/>
                </a:cubicBezTo>
                <a:cubicBezTo>
                  <a:pt x="733524" y="52126"/>
                  <a:pt x="739759" y="66489"/>
                  <a:pt x="739759" y="83403"/>
                </a:cubicBezTo>
                <a:cubicBezTo>
                  <a:pt x="739759" y="100316"/>
                  <a:pt x="733533" y="114671"/>
                  <a:pt x="721742" y="124934"/>
                </a:cubicBezTo>
                <a:cubicBezTo>
                  <a:pt x="709603" y="135501"/>
                  <a:pt x="692467" y="141077"/>
                  <a:pt x="672177" y="141077"/>
                </a:cubicBezTo>
                <a:cubicBezTo>
                  <a:pt x="651887" y="141077"/>
                  <a:pt x="634741" y="135491"/>
                  <a:pt x="622611" y="124934"/>
                </a:cubicBezTo>
                <a:cubicBezTo>
                  <a:pt x="610830" y="114671"/>
                  <a:pt x="604595" y="100316"/>
                  <a:pt x="604595" y="83403"/>
                </a:cubicBezTo>
                <a:close/>
                <a:moveTo>
                  <a:pt x="238310" y="207181"/>
                </a:moveTo>
                <a:cubicBezTo>
                  <a:pt x="241556" y="205118"/>
                  <a:pt x="245306" y="204081"/>
                  <a:pt x="249560" y="204081"/>
                </a:cubicBezTo>
                <a:cubicBezTo>
                  <a:pt x="254282" y="204081"/>
                  <a:pt x="258288" y="205292"/>
                  <a:pt x="261562" y="207713"/>
                </a:cubicBezTo>
                <a:cubicBezTo>
                  <a:pt x="264835" y="210135"/>
                  <a:pt x="267035" y="213501"/>
                  <a:pt x="268163" y="217812"/>
                </a:cubicBezTo>
                <a:lnTo>
                  <a:pt x="275874" y="217812"/>
                </a:lnTo>
                <a:cubicBezTo>
                  <a:pt x="274691" y="211373"/>
                  <a:pt x="271784" y="206292"/>
                  <a:pt x="267145" y="202568"/>
                </a:cubicBezTo>
                <a:cubicBezTo>
                  <a:pt x="262506" y="198844"/>
                  <a:pt x="256766" y="196982"/>
                  <a:pt x="249917" y="196982"/>
                </a:cubicBezTo>
                <a:cubicBezTo>
                  <a:pt x="244013" y="196982"/>
                  <a:pt x="238814" y="198293"/>
                  <a:pt x="234322" y="200926"/>
                </a:cubicBezTo>
                <a:cubicBezTo>
                  <a:pt x="229838" y="203558"/>
                  <a:pt x="226382" y="207264"/>
                  <a:pt x="223961" y="212052"/>
                </a:cubicBezTo>
                <a:cubicBezTo>
                  <a:pt x="221541" y="216840"/>
                  <a:pt x="220330" y="222334"/>
                  <a:pt x="220330" y="228534"/>
                </a:cubicBezTo>
                <a:cubicBezTo>
                  <a:pt x="220330" y="234734"/>
                  <a:pt x="221541" y="240302"/>
                  <a:pt x="223961" y="245062"/>
                </a:cubicBezTo>
                <a:cubicBezTo>
                  <a:pt x="226382" y="249823"/>
                  <a:pt x="229838" y="253510"/>
                  <a:pt x="234322" y="256142"/>
                </a:cubicBezTo>
                <a:cubicBezTo>
                  <a:pt x="238805" y="258775"/>
                  <a:pt x="244004" y="260086"/>
                  <a:pt x="249917" y="260086"/>
                </a:cubicBezTo>
                <a:cubicBezTo>
                  <a:pt x="256831" y="260086"/>
                  <a:pt x="262570" y="258224"/>
                  <a:pt x="267145" y="254501"/>
                </a:cubicBezTo>
                <a:cubicBezTo>
                  <a:pt x="271720" y="250777"/>
                  <a:pt x="274599" y="245695"/>
                  <a:pt x="275782" y="239256"/>
                </a:cubicBezTo>
                <a:lnTo>
                  <a:pt x="268071" y="239256"/>
                </a:lnTo>
                <a:cubicBezTo>
                  <a:pt x="266888" y="243631"/>
                  <a:pt x="264706" y="247007"/>
                  <a:pt x="261516" y="249401"/>
                </a:cubicBezTo>
                <a:cubicBezTo>
                  <a:pt x="258325" y="251795"/>
                  <a:pt x="254337" y="252987"/>
                  <a:pt x="249560" y="252987"/>
                </a:cubicBezTo>
                <a:cubicBezTo>
                  <a:pt x="245306" y="252987"/>
                  <a:pt x="241556" y="251951"/>
                  <a:pt x="238310" y="249887"/>
                </a:cubicBezTo>
                <a:cubicBezTo>
                  <a:pt x="235064" y="247823"/>
                  <a:pt x="232561" y="244925"/>
                  <a:pt x="230828" y="241201"/>
                </a:cubicBezTo>
                <a:cubicBezTo>
                  <a:pt x="229086" y="237477"/>
                  <a:pt x="228215" y="233258"/>
                  <a:pt x="228215" y="228525"/>
                </a:cubicBezTo>
                <a:cubicBezTo>
                  <a:pt x="228215" y="223792"/>
                  <a:pt x="229086" y="219499"/>
                  <a:pt x="230828" y="215812"/>
                </a:cubicBezTo>
                <a:cubicBezTo>
                  <a:pt x="232570" y="212125"/>
                  <a:pt x="235064" y="209245"/>
                  <a:pt x="238310" y="207172"/>
                </a:cubicBezTo>
                <a:close/>
                <a:moveTo>
                  <a:pt x="335580" y="197523"/>
                </a:moveTo>
                <a:lnTo>
                  <a:pt x="311925" y="259554"/>
                </a:lnTo>
                <a:lnTo>
                  <a:pt x="319892" y="259554"/>
                </a:lnTo>
                <a:lnTo>
                  <a:pt x="326448" y="242806"/>
                </a:lnTo>
                <a:lnTo>
                  <a:pt x="353467" y="242806"/>
                </a:lnTo>
                <a:lnTo>
                  <a:pt x="360023" y="259554"/>
                </a:lnTo>
                <a:lnTo>
                  <a:pt x="368256" y="259554"/>
                </a:lnTo>
                <a:lnTo>
                  <a:pt x="344693" y="197523"/>
                </a:lnTo>
                <a:lnTo>
                  <a:pt x="335570" y="197523"/>
                </a:lnTo>
                <a:close/>
                <a:moveTo>
                  <a:pt x="328758" y="235808"/>
                </a:moveTo>
                <a:lnTo>
                  <a:pt x="339916" y="205943"/>
                </a:lnTo>
                <a:lnTo>
                  <a:pt x="351166" y="235808"/>
                </a:lnTo>
                <a:lnTo>
                  <a:pt x="328749" y="235808"/>
                </a:lnTo>
                <a:close/>
                <a:moveTo>
                  <a:pt x="725437" y="197523"/>
                </a:moveTo>
                <a:lnTo>
                  <a:pt x="717736" y="197523"/>
                </a:lnTo>
                <a:lnTo>
                  <a:pt x="717736" y="259554"/>
                </a:lnTo>
                <a:lnTo>
                  <a:pt x="753704" y="259554"/>
                </a:lnTo>
                <a:lnTo>
                  <a:pt x="753704" y="252464"/>
                </a:lnTo>
                <a:lnTo>
                  <a:pt x="725446" y="252464"/>
                </a:lnTo>
                <a:lnTo>
                  <a:pt x="725446" y="197523"/>
                </a:lnTo>
                <a:close/>
                <a:moveTo>
                  <a:pt x="250953" y="2119"/>
                </a:moveTo>
                <a:lnTo>
                  <a:pt x="225566" y="2119"/>
                </a:lnTo>
                <a:lnTo>
                  <a:pt x="225566" y="164677"/>
                </a:lnTo>
                <a:lnTo>
                  <a:pt x="250953" y="164677"/>
                </a:lnTo>
                <a:lnTo>
                  <a:pt x="250953" y="2119"/>
                </a:lnTo>
                <a:close/>
                <a:moveTo>
                  <a:pt x="80592" y="62692"/>
                </a:moveTo>
                <a:lnTo>
                  <a:pt x="80592" y="164687"/>
                </a:lnTo>
                <a:cubicBezTo>
                  <a:pt x="80592" y="164687"/>
                  <a:pt x="106732" y="164687"/>
                  <a:pt x="106732" y="164687"/>
                </a:cubicBezTo>
                <a:lnTo>
                  <a:pt x="106713" y="62692"/>
                </a:lnTo>
                <a:cubicBezTo>
                  <a:pt x="106713" y="50282"/>
                  <a:pt x="102707" y="38523"/>
                  <a:pt x="95124" y="28700"/>
                </a:cubicBezTo>
                <a:lnTo>
                  <a:pt x="93648" y="26792"/>
                </a:lnTo>
                <a:lnTo>
                  <a:pt x="92172" y="28700"/>
                </a:lnTo>
                <a:cubicBezTo>
                  <a:pt x="84589" y="38523"/>
                  <a:pt x="80583" y="50273"/>
                  <a:pt x="80583" y="62692"/>
                </a:cubicBezTo>
                <a:close/>
                <a:moveTo>
                  <a:pt x="47273" y="2119"/>
                </a:moveTo>
                <a:lnTo>
                  <a:pt x="0" y="2119"/>
                </a:lnTo>
                <a:lnTo>
                  <a:pt x="0" y="26792"/>
                </a:lnTo>
                <a:lnTo>
                  <a:pt x="93648" y="26792"/>
                </a:lnTo>
                <a:lnTo>
                  <a:pt x="91328" y="23793"/>
                </a:lnTo>
                <a:cubicBezTo>
                  <a:pt x="80693" y="10025"/>
                  <a:pt x="64629" y="2119"/>
                  <a:pt x="47273" y="2119"/>
                </a:cubicBezTo>
                <a:close/>
                <a:moveTo>
                  <a:pt x="95968" y="23793"/>
                </a:moveTo>
                <a:lnTo>
                  <a:pt x="93648" y="26792"/>
                </a:lnTo>
                <a:lnTo>
                  <a:pt x="187296" y="26792"/>
                </a:lnTo>
                <a:lnTo>
                  <a:pt x="187296" y="2119"/>
                </a:lnTo>
                <a:lnTo>
                  <a:pt x="140023" y="2119"/>
                </a:lnTo>
                <a:cubicBezTo>
                  <a:pt x="122657" y="2119"/>
                  <a:pt x="106603" y="10016"/>
                  <a:pt x="95958" y="23793"/>
                </a:cubicBezTo>
                <a:close/>
                <a:moveTo>
                  <a:pt x="514844" y="164677"/>
                </a:moveTo>
                <a:lnTo>
                  <a:pt x="540232" y="164677"/>
                </a:lnTo>
                <a:lnTo>
                  <a:pt x="540232" y="2119"/>
                </a:lnTo>
                <a:lnTo>
                  <a:pt x="514844" y="2119"/>
                </a:lnTo>
                <a:lnTo>
                  <a:pt x="514844" y="164677"/>
                </a:lnTo>
                <a:close/>
                <a:moveTo>
                  <a:pt x="495205" y="259554"/>
                </a:moveTo>
                <a:lnTo>
                  <a:pt x="502915" y="259554"/>
                </a:lnTo>
                <a:lnTo>
                  <a:pt x="502915" y="197523"/>
                </a:lnTo>
                <a:lnTo>
                  <a:pt x="495205" y="197523"/>
                </a:lnTo>
                <a:lnTo>
                  <a:pt x="495205" y="259554"/>
                </a:lnTo>
                <a:close/>
                <a:moveTo>
                  <a:pt x="544816" y="204613"/>
                </a:moveTo>
                <a:lnTo>
                  <a:pt x="564923" y="204613"/>
                </a:lnTo>
                <a:lnTo>
                  <a:pt x="564923" y="259554"/>
                </a:lnTo>
                <a:lnTo>
                  <a:pt x="572633" y="259554"/>
                </a:lnTo>
                <a:lnTo>
                  <a:pt x="572633" y="204613"/>
                </a:lnTo>
                <a:lnTo>
                  <a:pt x="592740" y="204613"/>
                </a:lnTo>
                <a:lnTo>
                  <a:pt x="592740" y="197523"/>
                </a:lnTo>
                <a:lnTo>
                  <a:pt x="544816" y="197523"/>
                </a:lnTo>
                <a:lnTo>
                  <a:pt x="544816" y="204613"/>
                </a:lnTo>
                <a:close/>
                <a:moveTo>
                  <a:pt x="287389" y="2119"/>
                </a:moveTo>
                <a:cubicBezTo>
                  <a:pt x="287389" y="2119"/>
                  <a:pt x="335680" y="117220"/>
                  <a:pt x="345234" y="140105"/>
                </a:cubicBezTo>
                <a:cubicBezTo>
                  <a:pt x="356374" y="166796"/>
                  <a:pt x="374464" y="166796"/>
                  <a:pt x="381413" y="166796"/>
                </a:cubicBezTo>
                <a:lnTo>
                  <a:pt x="382899" y="166796"/>
                </a:lnTo>
                <a:lnTo>
                  <a:pt x="316692" y="2119"/>
                </a:lnTo>
                <a:lnTo>
                  <a:pt x="287389" y="2119"/>
                </a:lnTo>
                <a:close/>
                <a:moveTo>
                  <a:pt x="443549" y="199871"/>
                </a:moveTo>
                <a:cubicBezTo>
                  <a:pt x="440413" y="198303"/>
                  <a:pt x="436819" y="197523"/>
                  <a:pt x="432739" y="197523"/>
                </a:cubicBezTo>
                <a:lnTo>
                  <a:pt x="408910" y="197523"/>
                </a:lnTo>
                <a:lnTo>
                  <a:pt x="408910" y="259554"/>
                </a:lnTo>
                <a:lnTo>
                  <a:pt x="416621" y="259554"/>
                </a:lnTo>
                <a:lnTo>
                  <a:pt x="416621" y="235716"/>
                </a:lnTo>
                <a:lnTo>
                  <a:pt x="432748" y="235716"/>
                </a:lnTo>
                <a:cubicBezTo>
                  <a:pt x="436819" y="235716"/>
                  <a:pt x="440413" y="234936"/>
                  <a:pt x="443512" y="233368"/>
                </a:cubicBezTo>
                <a:cubicBezTo>
                  <a:pt x="446611" y="231799"/>
                  <a:pt x="449013" y="229571"/>
                  <a:pt x="450728" y="226681"/>
                </a:cubicBezTo>
                <a:cubicBezTo>
                  <a:pt x="452442" y="223783"/>
                  <a:pt x="453295" y="220417"/>
                  <a:pt x="453295" y="216583"/>
                </a:cubicBezTo>
                <a:cubicBezTo>
                  <a:pt x="453295" y="212749"/>
                  <a:pt x="452452" y="209392"/>
                  <a:pt x="450774" y="206521"/>
                </a:cubicBezTo>
                <a:cubicBezTo>
                  <a:pt x="449087" y="203659"/>
                  <a:pt x="446685" y="201439"/>
                  <a:pt x="443558" y="199871"/>
                </a:cubicBezTo>
                <a:close/>
                <a:moveTo>
                  <a:pt x="441779" y="225351"/>
                </a:moveTo>
                <a:cubicBezTo>
                  <a:pt x="439359" y="227534"/>
                  <a:pt x="436113" y="228635"/>
                  <a:pt x="432033" y="228635"/>
                </a:cubicBezTo>
                <a:lnTo>
                  <a:pt x="416621" y="228635"/>
                </a:lnTo>
                <a:lnTo>
                  <a:pt x="416621" y="204622"/>
                </a:lnTo>
                <a:lnTo>
                  <a:pt x="432125" y="204622"/>
                </a:lnTo>
                <a:cubicBezTo>
                  <a:pt x="436196" y="204622"/>
                  <a:pt x="439432" y="205705"/>
                  <a:pt x="441825" y="207860"/>
                </a:cubicBezTo>
                <a:cubicBezTo>
                  <a:pt x="444218" y="210015"/>
                  <a:pt x="445410" y="212923"/>
                  <a:pt x="445410" y="216592"/>
                </a:cubicBezTo>
                <a:cubicBezTo>
                  <a:pt x="445410" y="220261"/>
                  <a:pt x="444200" y="223178"/>
                  <a:pt x="441779" y="225361"/>
                </a:cubicBezTo>
                <a:close/>
                <a:moveTo>
                  <a:pt x="382889" y="166805"/>
                </a:moveTo>
                <a:lnTo>
                  <a:pt x="384375" y="166805"/>
                </a:lnTo>
                <a:cubicBezTo>
                  <a:pt x="391334" y="166805"/>
                  <a:pt x="409423" y="166805"/>
                  <a:pt x="420554" y="140114"/>
                </a:cubicBezTo>
                <a:cubicBezTo>
                  <a:pt x="430099" y="117230"/>
                  <a:pt x="478399" y="2128"/>
                  <a:pt x="478399" y="2128"/>
                </a:cubicBezTo>
                <a:lnTo>
                  <a:pt x="449096" y="2128"/>
                </a:lnTo>
                <a:lnTo>
                  <a:pt x="382889" y="166814"/>
                </a:lnTo>
                <a:close/>
                <a:moveTo>
                  <a:pt x="644368" y="197523"/>
                </a:moveTo>
                <a:lnTo>
                  <a:pt x="620714" y="259554"/>
                </a:lnTo>
                <a:lnTo>
                  <a:pt x="628690" y="259554"/>
                </a:lnTo>
                <a:lnTo>
                  <a:pt x="635246" y="242806"/>
                </a:lnTo>
                <a:lnTo>
                  <a:pt x="662266" y="242806"/>
                </a:lnTo>
                <a:lnTo>
                  <a:pt x="668821" y="259554"/>
                </a:lnTo>
                <a:lnTo>
                  <a:pt x="677055" y="259554"/>
                </a:lnTo>
                <a:lnTo>
                  <a:pt x="653491" y="197523"/>
                </a:lnTo>
                <a:lnTo>
                  <a:pt x="644368" y="197523"/>
                </a:lnTo>
                <a:close/>
                <a:moveTo>
                  <a:pt x="637547" y="235808"/>
                </a:moveTo>
                <a:lnTo>
                  <a:pt x="648705" y="205943"/>
                </a:lnTo>
                <a:lnTo>
                  <a:pt x="659955" y="235808"/>
                </a:lnTo>
                <a:lnTo>
                  <a:pt x="637538" y="235808"/>
                </a:lnTo>
                <a:close/>
              </a:path>
            </a:pathLst>
          </a:custGeom>
          <a:solidFill>
            <a:schemeClr val="bg1"/>
          </a:solidFill>
          <a:ln w="1061" cap="flat">
            <a:noFill/>
            <a:prstDash val="solid"/>
            <a:miter/>
          </a:ln>
        </p:spPr>
        <p:txBody>
          <a:bodyPr rtlCol="0" anchor="ctr"/>
          <a:lstStyle/>
          <a:p>
            <a:endParaRPr lang="pt-BR">
              <a:solidFill>
                <a:schemeClr val="bg1"/>
              </a:solidFill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1E210A61-F7AF-5C56-9539-494DD44ED880}"/>
              </a:ext>
            </a:extLst>
          </p:cNvPr>
          <p:cNvCxnSpPr/>
          <p:nvPr userDrawn="1"/>
        </p:nvCxnSpPr>
        <p:spPr>
          <a:xfrm>
            <a:off x="334963" y="185353"/>
            <a:ext cx="10415415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DA6C6735-2EA6-4401-8EF0-95EE6C287F44}"/>
              </a:ext>
            </a:extLst>
          </p:cNvPr>
          <p:cNvCxnSpPr>
            <a:cxnSpLocks/>
          </p:cNvCxnSpPr>
          <p:nvPr userDrawn="1"/>
        </p:nvCxnSpPr>
        <p:spPr>
          <a:xfrm>
            <a:off x="334963" y="6573705"/>
            <a:ext cx="11094148" cy="0"/>
          </a:xfrm>
          <a:prstGeom prst="line">
            <a:avLst/>
          </a:prstGeom>
          <a:noFill/>
          <a:ln w="9525" cap="flat" cmpd="sng" algn="ctr">
            <a:solidFill>
              <a:schemeClr val="tx1">
                <a:lumMod val="85000"/>
                <a:lumOff val="15000"/>
              </a:schemeClr>
            </a:solidFill>
            <a:prstDash val="solid"/>
          </a:ln>
          <a:effectLst/>
        </p:spPr>
      </p:cxnSp>
    </p:spTree>
    <p:extLst>
      <p:ext uri="{BB962C8B-B14F-4D97-AF65-F5344CB8AC3E}">
        <p14:creationId xmlns:p14="http://schemas.microsoft.com/office/powerpoint/2010/main" val="16856457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469">
          <p15:clr>
            <a:srgbClr val="FBAE40"/>
          </p15:clr>
        </p15:guide>
        <p15:guide id="2" orient="horz" pos="3974">
          <p15:clr>
            <a:srgbClr val="FBAE40"/>
          </p15:clr>
        </p15:guide>
        <p15:guide id="3" orient="horz" pos="232">
          <p15:clr>
            <a:srgbClr val="FBAE40"/>
          </p15:clr>
        </p15:guide>
        <p15:guide id="4" pos="211">
          <p15:clr>
            <a:srgbClr val="FBAE40"/>
          </p15:clr>
        </p15:guide>
        <p15:guide id="5" orient="horz" pos="4065">
          <p15:clr>
            <a:srgbClr val="FBAE40"/>
          </p15:clr>
        </p15:guide>
        <p15:guide id="6" orient="horz" pos="799">
          <p15:clr>
            <a:srgbClr val="FBAE40"/>
          </p15:clr>
        </p15:guide>
        <p15:guide id="7" orient="horz" pos="935">
          <p15:clr>
            <a:srgbClr val="FBAE40"/>
          </p15:clr>
        </p15:guide>
      </p15:sldGuideLst>
    </p:ext>
  </p:extLst>
</p:sldLayout>
</file>

<file path=ppt/slideLayouts/slideLayout1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ítulo | 1 linha - 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912134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469">
          <p15:clr>
            <a:srgbClr val="FBAE40"/>
          </p15:clr>
        </p15:guide>
        <p15:guide id="2" orient="horz" pos="3974">
          <p15:clr>
            <a:srgbClr val="FBAE40"/>
          </p15:clr>
        </p15:guide>
        <p15:guide id="3" orient="horz" pos="232">
          <p15:clr>
            <a:srgbClr val="FBAE40"/>
          </p15:clr>
        </p15:guide>
        <p15:guide id="4" pos="211">
          <p15:clr>
            <a:srgbClr val="FBAE40"/>
          </p15:clr>
        </p15:guide>
        <p15:guide id="5" orient="horz" pos="4065">
          <p15:clr>
            <a:srgbClr val="FBAE40"/>
          </p15:clr>
        </p15:guide>
        <p15:guide id="6" orient="horz" pos="799">
          <p15:clr>
            <a:srgbClr val="FBAE40"/>
          </p15:clr>
        </p15:guide>
        <p15:guide id="7" orient="horz" pos="935">
          <p15:clr>
            <a:srgbClr val="FBAE40"/>
          </p15:clr>
        </p15:guide>
      </p15:sldGuideLst>
    </p:ext>
  </p:extLst>
</p:sldLayout>
</file>

<file path=ppt/slideLayouts/slideLayout1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ítulo | 1 linha - 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132BCE3-A04F-8602-64F7-7623C7EAF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61763" y="6482556"/>
            <a:ext cx="295275" cy="1692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 sz="1100">
                <a:solidFill>
                  <a:schemeClr val="bg1"/>
                </a:solidFill>
                <a:latin typeface="Versos" panose="020B0503020204030204" pitchFamily="34" charset="0"/>
                <a:cs typeface="Versos" panose="020B0503020204030204" pitchFamily="34" charset="0"/>
              </a:defRPr>
            </a:lvl1pPr>
          </a:lstStyle>
          <a:p>
            <a:fld id="{77667D73-C69A-4DAA-9003-24A825D36FE9}" type="slidenum">
              <a:rPr lang="pt-BR" smtClean="0"/>
              <a:pPr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228590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469">
          <p15:clr>
            <a:srgbClr val="FBAE40"/>
          </p15:clr>
        </p15:guide>
        <p15:guide id="2" orient="horz" pos="3974">
          <p15:clr>
            <a:srgbClr val="FBAE40"/>
          </p15:clr>
        </p15:guide>
        <p15:guide id="3" orient="horz" pos="232">
          <p15:clr>
            <a:srgbClr val="FBAE40"/>
          </p15:clr>
        </p15:guide>
        <p15:guide id="4" pos="211">
          <p15:clr>
            <a:srgbClr val="FBAE40"/>
          </p15:clr>
        </p15:guide>
        <p15:guide id="5" orient="horz" pos="4065">
          <p15:clr>
            <a:srgbClr val="FBAE40"/>
          </p15:clr>
        </p15:guide>
        <p15:guide id="6" orient="horz" pos="799">
          <p15:clr>
            <a:srgbClr val="FBAE40"/>
          </p15:clr>
        </p15:guide>
        <p15:guide id="7" orient="horz" pos="935">
          <p15:clr>
            <a:srgbClr val="FBAE40"/>
          </p15:clr>
        </p15:guide>
      </p15:sldGuideLst>
    </p:ext>
  </p:extLst>
</p:sldLayout>
</file>

<file path=ppt/slideLayouts/slideLayout1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ítulo | 1 linha - 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132BCE3-A04F-8602-64F7-7623C7EAF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61763" y="6482556"/>
            <a:ext cx="295275" cy="1692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 sz="1100">
                <a:solidFill>
                  <a:schemeClr val="bg1"/>
                </a:solidFill>
                <a:latin typeface="Versos" panose="020B0503020204030204" pitchFamily="34" charset="0"/>
                <a:cs typeface="Versos" panose="020B0503020204030204" pitchFamily="34" charset="0"/>
              </a:defRPr>
            </a:lvl1pPr>
          </a:lstStyle>
          <a:p>
            <a:fld id="{77667D73-C69A-4DAA-9003-24A825D36FE9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B13D7C-5A47-B0DF-B518-26E79F5D2DB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63" y="368300"/>
            <a:ext cx="10183813" cy="4308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err="1"/>
              <a:t>Título</a:t>
            </a:r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401465E-A8CD-A3BA-BE2A-9597492FDC6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4963" y="6482556"/>
            <a:ext cx="10980000" cy="138499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900">
                <a:latin typeface="Versos Light" panose="020B0403020204030204" pitchFamily="34" charset="0"/>
              </a:defRPr>
            </a:lvl2pPr>
            <a:lvl3pPr>
              <a:defRPr sz="900">
                <a:latin typeface="Versos Light" panose="020B0403020204030204" pitchFamily="34" charset="0"/>
              </a:defRPr>
            </a:lvl3pPr>
            <a:lvl4pPr>
              <a:defRPr sz="900">
                <a:latin typeface="Versos Light" panose="020B0403020204030204" pitchFamily="34" charset="0"/>
              </a:defRPr>
            </a:lvl4pPr>
            <a:lvl5pPr>
              <a:defRPr sz="900">
                <a:latin typeface="Versos Light" panose="020B0403020204030204" pitchFamily="34" charset="0"/>
              </a:defRPr>
            </a:lvl5pPr>
          </a:lstStyle>
          <a:p>
            <a:pPr lvl="0"/>
            <a:r>
              <a:rPr lang="en-US"/>
              <a:t>Fonte:</a:t>
            </a:r>
            <a:endParaRPr lang="pt-BR"/>
          </a:p>
        </p:txBody>
      </p:sp>
      <p:sp>
        <p:nvSpPr>
          <p:cNvPr id="12" name="Text Placeholder 8">
            <a:extLst>
              <a:ext uri="{FF2B5EF4-FFF2-40B4-BE49-F238E27FC236}">
                <a16:creationId xmlns:a16="http://schemas.microsoft.com/office/drawing/2014/main" id="{7A7A9582-3614-801A-785B-273FCD3E092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34963" y="1949413"/>
            <a:ext cx="11522075" cy="435931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7F86D482-580C-D22A-58CC-10B9C4F7EDD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34962" y="1518527"/>
            <a:ext cx="11522585" cy="21544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Picture 8">
            <a:extLst>
              <a:ext uri="{FF2B5EF4-FFF2-40B4-BE49-F238E27FC236}">
                <a16:creationId xmlns:a16="http://schemas.microsoft.com/office/drawing/2014/main" id="{57BCE67C-64C7-2D0C-0DC2-7A4B4CC314E0}"/>
              </a:ext>
            </a:extLst>
          </p:cNvPr>
          <p:cNvSpPr/>
          <p:nvPr userDrawn="1"/>
        </p:nvSpPr>
        <p:spPr>
          <a:xfrm>
            <a:off x="11091186" y="377178"/>
            <a:ext cx="765852" cy="260086"/>
          </a:xfrm>
          <a:custGeom>
            <a:avLst/>
            <a:gdLst>
              <a:gd name="connsiteX0" fmla="*/ 739575 w 765852"/>
              <a:gd name="connsiteY0" fmla="*/ 143884 h 260086"/>
              <a:gd name="connsiteX1" fmla="*/ 765852 w 765852"/>
              <a:gd name="connsiteY1" fmla="*/ 83403 h 260086"/>
              <a:gd name="connsiteX2" fmla="*/ 739575 w 765852"/>
              <a:gd name="connsiteY2" fmla="*/ 22921 h 260086"/>
              <a:gd name="connsiteX3" fmla="*/ 672177 w 765852"/>
              <a:gd name="connsiteY3" fmla="*/ 0 h 260086"/>
              <a:gd name="connsiteX4" fmla="*/ 604779 w 765852"/>
              <a:gd name="connsiteY4" fmla="*/ 22921 h 260086"/>
              <a:gd name="connsiteX5" fmla="*/ 578501 w 765852"/>
              <a:gd name="connsiteY5" fmla="*/ 83403 h 260086"/>
              <a:gd name="connsiteX6" fmla="*/ 604779 w 765852"/>
              <a:gd name="connsiteY6" fmla="*/ 143884 h 260086"/>
              <a:gd name="connsiteX7" fmla="*/ 672177 w 765852"/>
              <a:gd name="connsiteY7" fmla="*/ 166805 h 260086"/>
              <a:gd name="connsiteX8" fmla="*/ 739575 w 765852"/>
              <a:gd name="connsiteY8" fmla="*/ 143884 h 260086"/>
              <a:gd name="connsiteX9" fmla="*/ 604595 w 765852"/>
              <a:gd name="connsiteY9" fmla="*/ 83403 h 260086"/>
              <a:gd name="connsiteX10" fmla="*/ 622611 w 765852"/>
              <a:gd name="connsiteY10" fmla="*/ 41871 h 260086"/>
              <a:gd name="connsiteX11" fmla="*/ 672177 w 765852"/>
              <a:gd name="connsiteY11" fmla="*/ 25719 h 260086"/>
              <a:gd name="connsiteX12" fmla="*/ 721742 w 765852"/>
              <a:gd name="connsiteY12" fmla="*/ 41871 h 260086"/>
              <a:gd name="connsiteX13" fmla="*/ 739759 w 765852"/>
              <a:gd name="connsiteY13" fmla="*/ 83403 h 260086"/>
              <a:gd name="connsiteX14" fmla="*/ 721742 w 765852"/>
              <a:gd name="connsiteY14" fmla="*/ 124934 h 260086"/>
              <a:gd name="connsiteX15" fmla="*/ 672177 w 765852"/>
              <a:gd name="connsiteY15" fmla="*/ 141077 h 260086"/>
              <a:gd name="connsiteX16" fmla="*/ 622611 w 765852"/>
              <a:gd name="connsiteY16" fmla="*/ 124934 h 260086"/>
              <a:gd name="connsiteX17" fmla="*/ 604595 w 765852"/>
              <a:gd name="connsiteY17" fmla="*/ 83403 h 260086"/>
              <a:gd name="connsiteX18" fmla="*/ 238310 w 765852"/>
              <a:gd name="connsiteY18" fmla="*/ 207181 h 260086"/>
              <a:gd name="connsiteX19" fmla="*/ 249560 w 765852"/>
              <a:gd name="connsiteY19" fmla="*/ 204081 h 260086"/>
              <a:gd name="connsiteX20" fmla="*/ 261562 w 765852"/>
              <a:gd name="connsiteY20" fmla="*/ 207713 h 260086"/>
              <a:gd name="connsiteX21" fmla="*/ 268163 w 765852"/>
              <a:gd name="connsiteY21" fmla="*/ 217812 h 260086"/>
              <a:gd name="connsiteX22" fmla="*/ 275874 w 765852"/>
              <a:gd name="connsiteY22" fmla="*/ 217812 h 260086"/>
              <a:gd name="connsiteX23" fmla="*/ 267145 w 765852"/>
              <a:gd name="connsiteY23" fmla="*/ 202568 h 260086"/>
              <a:gd name="connsiteX24" fmla="*/ 249917 w 765852"/>
              <a:gd name="connsiteY24" fmla="*/ 196982 h 260086"/>
              <a:gd name="connsiteX25" fmla="*/ 234322 w 765852"/>
              <a:gd name="connsiteY25" fmla="*/ 200926 h 260086"/>
              <a:gd name="connsiteX26" fmla="*/ 223961 w 765852"/>
              <a:gd name="connsiteY26" fmla="*/ 212052 h 260086"/>
              <a:gd name="connsiteX27" fmla="*/ 220330 w 765852"/>
              <a:gd name="connsiteY27" fmla="*/ 228534 h 260086"/>
              <a:gd name="connsiteX28" fmla="*/ 223961 w 765852"/>
              <a:gd name="connsiteY28" fmla="*/ 245062 h 260086"/>
              <a:gd name="connsiteX29" fmla="*/ 234322 w 765852"/>
              <a:gd name="connsiteY29" fmla="*/ 256142 h 260086"/>
              <a:gd name="connsiteX30" fmla="*/ 249917 w 765852"/>
              <a:gd name="connsiteY30" fmla="*/ 260086 h 260086"/>
              <a:gd name="connsiteX31" fmla="*/ 267145 w 765852"/>
              <a:gd name="connsiteY31" fmla="*/ 254501 h 260086"/>
              <a:gd name="connsiteX32" fmla="*/ 275782 w 765852"/>
              <a:gd name="connsiteY32" fmla="*/ 239256 h 260086"/>
              <a:gd name="connsiteX33" fmla="*/ 268071 w 765852"/>
              <a:gd name="connsiteY33" fmla="*/ 239256 h 260086"/>
              <a:gd name="connsiteX34" fmla="*/ 261516 w 765852"/>
              <a:gd name="connsiteY34" fmla="*/ 249401 h 260086"/>
              <a:gd name="connsiteX35" fmla="*/ 249560 w 765852"/>
              <a:gd name="connsiteY35" fmla="*/ 252987 h 260086"/>
              <a:gd name="connsiteX36" fmla="*/ 238310 w 765852"/>
              <a:gd name="connsiteY36" fmla="*/ 249887 h 260086"/>
              <a:gd name="connsiteX37" fmla="*/ 230828 w 765852"/>
              <a:gd name="connsiteY37" fmla="*/ 241201 h 260086"/>
              <a:gd name="connsiteX38" fmla="*/ 228215 w 765852"/>
              <a:gd name="connsiteY38" fmla="*/ 228525 h 260086"/>
              <a:gd name="connsiteX39" fmla="*/ 230828 w 765852"/>
              <a:gd name="connsiteY39" fmla="*/ 215812 h 260086"/>
              <a:gd name="connsiteX40" fmla="*/ 238310 w 765852"/>
              <a:gd name="connsiteY40" fmla="*/ 207172 h 260086"/>
              <a:gd name="connsiteX41" fmla="*/ 335580 w 765852"/>
              <a:gd name="connsiteY41" fmla="*/ 197523 h 260086"/>
              <a:gd name="connsiteX42" fmla="*/ 311925 w 765852"/>
              <a:gd name="connsiteY42" fmla="*/ 259554 h 260086"/>
              <a:gd name="connsiteX43" fmla="*/ 319892 w 765852"/>
              <a:gd name="connsiteY43" fmla="*/ 259554 h 260086"/>
              <a:gd name="connsiteX44" fmla="*/ 326448 w 765852"/>
              <a:gd name="connsiteY44" fmla="*/ 242806 h 260086"/>
              <a:gd name="connsiteX45" fmla="*/ 353467 w 765852"/>
              <a:gd name="connsiteY45" fmla="*/ 242806 h 260086"/>
              <a:gd name="connsiteX46" fmla="*/ 360023 w 765852"/>
              <a:gd name="connsiteY46" fmla="*/ 259554 h 260086"/>
              <a:gd name="connsiteX47" fmla="*/ 368256 w 765852"/>
              <a:gd name="connsiteY47" fmla="*/ 259554 h 260086"/>
              <a:gd name="connsiteX48" fmla="*/ 344693 w 765852"/>
              <a:gd name="connsiteY48" fmla="*/ 197523 h 260086"/>
              <a:gd name="connsiteX49" fmla="*/ 335570 w 765852"/>
              <a:gd name="connsiteY49" fmla="*/ 197523 h 260086"/>
              <a:gd name="connsiteX50" fmla="*/ 328758 w 765852"/>
              <a:gd name="connsiteY50" fmla="*/ 235808 h 260086"/>
              <a:gd name="connsiteX51" fmla="*/ 339916 w 765852"/>
              <a:gd name="connsiteY51" fmla="*/ 205943 h 260086"/>
              <a:gd name="connsiteX52" fmla="*/ 351166 w 765852"/>
              <a:gd name="connsiteY52" fmla="*/ 235808 h 260086"/>
              <a:gd name="connsiteX53" fmla="*/ 328749 w 765852"/>
              <a:gd name="connsiteY53" fmla="*/ 235808 h 260086"/>
              <a:gd name="connsiteX54" fmla="*/ 725437 w 765852"/>
              <a:gd name="connsiteY54" fmla="*/ 197523 h 260086"/>
              <a:gd name="connsiteX55" fmla="*/ 717736 w 765852"/>
              <a:gd name="connsiteY55" fmla="*/ 197523 h 260086"/>
              <a:gd name="connsiteX56" fmla="*/ 717736 w 765852"/>
              <a:gd name="connsiteY56" fmla="*/ 259554 h 260086"/>
              <a:gd name="connsiteX57" fmla="*/ 753704 w 765852"/>
              <a:gd name="connsiteY57" fmla="*/ 259554 h 260086"/>
              <a:gd name="connsiteX58" fmla="*/ 753704 w 765852"/>
              <a:gd name="connsiteY58" fmla="*/ 252464 h 260086"/>
              <a:gd name="connsiteX59" fmla="*/ 725446 w 765852"/>
              <a:gd name="connsiteY59" fmla="*/ 252464 h 260086"/>
              <a:gd name="connsiteX60" fmla="*/ 725446 w 765852"/>
              <a:gd name="connsiteY60" fmla="*/ 197523 h 260086"/>
              <a:gd name="connsiteX61" fmla="*/ 250953 w 765852"/>
              <a:gd name="connsiteY61" fmla="*/ 2119 h 260086"/>
              <a:gd name="connsiteX62" fmla="*/ 225566 w 765852"/>
              <a:gd name="connsiteY62" fmla="*/ 2119 h 260086"/>
              <a:gd name="connsiteX63" fmla="*/ 225566 w 765852"/>
              <a:gd name="connsiteY63" fmla="*/ 164677 h 260086"/>
              <a:gd name="connsiteX64" fmla="*/ 250953 w 765852"/>
              <a:gd name="connsiteY64" fmla="*/ 164677 h 260086"/>
              <a:gd name="connsiteX65" fmla="*/ 250953 w 765852"/>
              <a:gd name="connsiteY65" fmla="*/ 2119 h 260086"/>
              <a:gd name="connsiteX66" fmla="*/ 80592 w 765852"/>
              <a:gd name="connsiteY66" fmla="*/ 62692 h 260086"/>
              <a:gd name="connsiteX67" fmla="*/ 80592 w 765852"/>
              <a:gd name="connsiteY67" fmla="*/ 164687 h 260086"/>
              <a:gd name="connsiteX68" fmla="*/ 106732 w 765852"/>
              <a:gd name="connsiteY68" fmla="*/ 164687 h 260086"/>
              <a:gd name="connsiteX69" fmla="*/ 106713 w 765852"/>
              <a:gd name="connsiteY69" fmla="*/ 62692 h 260086"/>
              <a:gd name="connsiteX70" fmla="*/ 95124 w 765852"/>
              <a:gd name="connsiteY70" fmla="*/ 28700 h 260086"/>
              <a:gd name="connsiteX71" fmla="*/ 93648 w 765852"/>
              <a:gd name="connsiteY71" fmla="*/ 26792 h 260086"/>
              <a:gd name="connsiteX72" fmla="*/ 92172 w 765852"/>
              <a:gd name="connsiteY72" fmla="*/ 28700 h 260086"/>
              <a:gd name="connsiteX73" fmla="*/ 80583 w 765852"/>
              <a:gd name="connsiteY73" fmla="*/ 62692 h 260086"/>
              <a:gd name="connsiteX74" fmla="*/ 47273 w 765852"/>
              <a:gd name="connsiteY74" fmla="*/ 2119 h 260086"/>
              <a:gd name="connsiteX75" fmla="*/ 0 w 765852"/>
              <a:gd name="connsiteY75" fmla="*/ 2119 h 260086"/>
              <a:gd name="connsiteX76" fmla="*/ 0 w 765852"/>
              <a:gd name="connsiteY76" fmla="*/ 26792 h 260086"/>
              <a:gd name="connsiteX77" fmla="*/ 93648 w 765852"/>
              <a:gd name="connsiteY77" fmla="*/ 26792 h 260086"/>
              <a:gd name="connsiteX78" fmla="*/ 91328 w 765852"/>
              <a:gd name="connsiteY78" fmla="*/ 23793 h 260086"/>
              <a:gd name="connsiteX79" fmla="*/ 47273 w 765852"/>
              <a:gd name="connsiteY79" fmla="*/ 2119 h 260086"/>
              <a:gd name="connsiteX80" fmla="*/ 95968 w 765852"/>
              <a:gd name="connsiteY80" fmla="*/ 23793 h 260086"/>
              <a:gd name="connsiteX81" fmla="*/ 93648 w 765852"/>
              <a:gd name="connsiteY81" fmla="*/ 26792 h 260086"/>
              <a:gd name="connsiteX82" fmla="*/ 187296 w 765852"/>
              <a:gd name="connsiteY82" fmla="*/ 26792 h 260086"/>
              <a:gd name="connsiteX83" fmla="*/ 187296 w 765852"/>
              <a:gd name="connsiteY83" fmla="*/ 2119 h 260086"/>
              <a:gd name="connsiteX84" fmla="*/ 140023 w 765852"/>
              <a:gd name="connsiteY84" fmla="*/ 2119 h 260086"/>
              <a:gd name="connsiteX85" fmla="*/ 95958 w 765852"/>
              <a:gd name="connsiteY85" fmla="*/ 23793 h 260086"/>
              <a:gd name="connsiteX86" fmla="*/ 514844 w 765852"/>
              <a:gd name="connsiteY86" fmla="*/ 164677 h 260086"/>
              <a:gd name="connsiteX87" fmla="*/ 540232 w 765852"/>
              <a:gd name="connsiteY87" fmla="*/ 164677 h 260086"/>
              <a:gd name="connsiteX88" fmla="*/ 540232 w 765852"/>
              <a:gd name="connsiteY88" fmla="*/ 2119 h 260086"/>
              <a:gd name="connsiteX89" fmla="*/ 514844 w 765852"/>
              <a:gd name="connsiteY89" fmla="*/ 2119 h 260086"/>
              <a:gd name="connsiteX90" fmla="*/ 514844 w 765852"/>
              <a:gd name="connsiteY90" fmla="*/ 164677 h 260086"/>
              <a:gd name="connsiteX91" fmla="*/ 495205 w 765852"/>
              <a:gd name="connsiteY91" fmla="*/ 259554 h 260086"/>
              <a:gd name="connsiteX92" fmla="*/ 502915 w 765852"/>
              <a:gd name="connsiteY92" fmla="*/ 259554 h 260086"/>
              <a:gd name="connsiteX93" fmla="*/ 502915 w 765852"/>
              <a:gd name="connsiteY93" fmla="*/ 197523 h 260086"/>
              <a:gd name="connsiteX94" fmla="*/ 495205 w 765852"/>
              <a:gd name="connsiteY94" fmla="*/ 197523 h 260086"/>
              <a:gd name="connsiteX95" fmla="*/ 495205 w 765852"/>
              <a:gd name="connsiteY95" fmla="*/ 259554 h 260086"/>
              <a:gd name="connsiteX96" fmla="*/ 544816 w 765852"/>
              <a:gd name="connsiteY96" fmla="*/ 204613 h 260086"/>
              <a:gd name="connsiteX97" fmla="*/ 564923 w 765852"/>
              <a:gd name="connsiteY97" fmla="*/ 204613 h 260086"/>
              <a:gd name="connsiteX98" fmla="*/ 564923 w 765852"/>
              <a:gd name="connsiteY98" fmla="*/ 259554 h 260086"/>
              <a:gd name="connsiteX99" fmla="*/ 572633 w 765852"/>
              <a:gd name="connsiteY99" fmla="*/ 259554 h 260086"/>
              <a:gd name="connsiteX100" fmla="*/ 572633 w 765852"/>
              <a:gd name="connsiteY100" fmla="*/ 204613 h 260086"/>
              <a:gd name="connsiteX101" fmla="*/ 592740 w 765852"/>
              <a:gd name="connsiteY101" fmla="*/ 204613 h 260086"/>
              <a:gd name="connsiteX102" fmla="*/ 592740 w 765852"/>
              <a:gd name="connsiteY102" fmla="*/ 197523 h 260086"/>
              <a:gd name="connsiteX103" fmla="*/ 544816 w 765852"/>
              <a:gd name="connsiteY103" fmla="*/ 197523 h 260086"/>
              <a:gd name="connsiteX104" fmla="*/ 544816 w 765852"/>
              <a:gd name="connsiteY104" fmla="*/ 204613 h 260086"/>
              <a:gd name="connsiteX105" fmla="*/ 287389 w 765852"/>
              <a:gd name="connsiteY105" fmla="*/ 2119 h 260086"/>
              <a:gd name="connsiteX106" fmla="*/ 345234 w 765852"/>
              <a:gd name="connsiteY106" fmla="*/ 140105 h 260086"/>
              <a:gd name="connsiteX107" fmla="*/ 381413 w 765852"/>
              <a:gd name="connsiteY107" fmla="*/ 166796 h 260086"/>
              <a:gd name="connsiteX108" fmla="*/ 382899 w 765852"/>
              <a:gd name="connsiteY108" fmla="*/ 166796 h 260086"/>
              <a:gd name="connsiteX109" fmla="*/ 316692 w 765852"/>
              <a:gd name="connsiteY109" fmla="*/ 2119 h 260086"/>
              <a:gd name="connsiteX110" fmla="*/ 287389 w 765852"/>
              <a:gd name="connsiteY110" fmla="*/ 2119 h 260086"/>
              <a:gd name="connsiteX111" fmla="*/ 443549 w 765852"/>
              <a:gd name="connsiteY111" fmla="*/ 199871 h 260086"/>
              <a:gd name="connsiteX112" fmla="*/ 432739 w 765852"/>
              <a:gd name="connsiteY112" fmla="*/ 197523 h 260086"/>
              <a:gd name="connsiteX113" fmla="*/ 408910 w 765852"/>
              <a:gd name="connsiteY113" fmla="*/ 197523 h 260086"/>
              <a:gd name="connsiteX114" fmla="*/ 408910 w 765852"/>
              <a:gd name="connsiteY114" fmla="*/ 259554 h 260086"/>
              <a:gd name="connsiteX115" fmla="*/ 416621 w 765852"/>
              <a:gd name="connsiteY115" fmla="*/ 259554 h 260086"/>
              <a:gd name="connsiteX116" fmla="*/ 416621 w 765852"/>
              <a:gd name="connsiteY116" fmla="*/ 235716 h 260086"/>
              <a:gd name="connsiteX117" fmla="*/ 432748 w 765852"/>
              <a:gd name="connsiteY117" fmla="*/ 235716 h 260086"/>
              <a:gd name="connsiteX118" fmla="*/ 443512 w 765852"/>
              <a:gd name="connsiteY118" fmla="*/ 233368 h 260086"/>
              <a:gd name="connsiteX119" fmla="*/ 450728 w 765852"/>
              <a:gd name="connsiteY119" fmla="*/ 226681 h 260086"/>
              <a:gd name="connsiteX120" fmla="*/ 453295 w 765852"/>
              <a:gd name="connsiteY120" fmla="*/ 216583 h 260086"/>
              <a:gd name="connsiteX121" fmla="*/ 450774 w 765852"/>
              <a:gd name="connsiteY121" fmla="*/ 206521 h 260086"/>
              <a:gd name="connsiteX122" fmla="*/ 443558 w 765852"/>
              <a:gd name="connsiteY122" fmla="*/ 199871 h 260086"/>
              <a:gd name="connsiteX123" fmla="*/ 441779 w 765852"/>
              <a:gd name="connsiteY123" fmla="*/ 225351 h 260086"/>
              <a:gd name="connsiteX124" fmla="*/ 432033 w 765852"/>
              <a:gd name="connsiteY124" fmla="*/ 228635 h 260086"/>
              <a:gd name="connsiteX125" fmla="*/ 416621 w 765852"/>
              <a:gd name="connsiteY125" fmla="*/ 228635 h 260086"/>
              <a:gd name="connsiteX126" fmla="*/ 416621 w 765852"/>
              <a:gd name="connsiteY126" fmla="*/ 204622 h 260086"/>
              <a:gd name="connsiteX127" fmla="*/ 432125 w 765852"/>
              <a:gd name="connsiteY127" fmla="*/ 204622 h 260086"/>
              <a:gd name="connsiteX128" fmla="*/ 441825 w 765852"/>
              <a:gd name="connsiteY128" fmla="*/ 207860 h 260086"/>
              <a:gd name="connsiteX129" fmla="*/ 445410 w 765852"/>
              <a:gd name="connsiteY129" fmla="*/ 216592 h 260086"/>
              <a:gd name="connsiteX130" fmla="*/ 441779 w 765852"/>
              <a:gd name="connsiteY130" fmla="*/ 225361 h 260086"/>
              <a:gd name="connsiteX131" fmla="*/ 382889 w 765852"/>
              <a:gd name="connsiteY131" fmla="*/ 166805 h 260086"/>
              <a:gd name="connsiteX132" fmla="*/ 384375 w 765852"/>
              <a:gd name="connsiteY132" fmla="*/ 166805 h 260086"/>
              <a:gd name="connsiteX133" fmla="*/ 420554 w 765852"/>
              <a:gd name="connsiteY133" fmla="*/ 140114 h 260086"/>
              <a:gd name="connsiteX134" fmla="*/ 478399 w 765852"/>
              <a:gd name="connsiteY134" fmla="*/ 2128 h 260086"/>
              <a:gd name="connsiteX135" fmla="*/ 449096 w 765852"/>
              <a:gd name="connsiteY135" fmla="*/ 2128 h 260086"/>
              <a:gd name="connsiteX136" fmla="*/ 382889 w 765852"/>
              <a:gd name="connsiteY136" fmla="*/ 166814 h 260086"/>
              <a:gd name="connsiteX137" fmla="*/ 644368 w 765852"/>
              <a:gd name="connsiteY137" fmla="*/ 197523 h 260086"/>
              <a:gd name="connsiteX138" fmla="*/ 620714 w 765852"/>
              <a:gd name="connsiteY138" fmla="*/ 259554 h 260086"/>
              <a:gd name="connsiteX139" fmla="*/ 628690 w 765852"/>
              <a:gd name="connsiteY139" fmla="*/ 259554 h 260086"/>
              <a:gd name="connsiteX140" fmla="*/ 635246 w 765852"/>
              <a:gd name="connsiteY140" fmla="*/ 242806 h 260086"/>
              <a:gd name="connsiteX141" fmla="*/ 662266 w 765852"/>
              <a:gd name="connsiteY141" fmla="*/ 242806 h 260086"/>
              <a:gd name="connsiteX142" fmla="*/ 668821 w 765852"/>
              <a:gd name="connsiteY142" fmla="*/ 259554 h 260086"/>
              <a:gd name="connsiteX143" fmla="*/ 677055 w 765852"/>
              <a:gd name="connsiteY143" fmla="*/ 259554 h 260086"/>
              <a:gd name="connsiteX144" fmla="*/ 653491 w 765852"/>
              <a:gd name="connsiteY144" fmla="*/ 197523 h 260086"/>
              <a:gd name="connsiteX145" fmla="*/ 644368 w 765852"/>
              <a:gd name="connsiteY145" fmla="*/ 197523 h 260086"/>
              <a:gd name="connsiteX146" fmla="*/ 637547 w 765852"/>
              <a:gd name="connsiteY146" fmla="*/ 235808 h 260086"/>
              <a:gd name="connsiteX147" fmla="*/ 648705 w 765852"/>
              <a:gd name="connsiteY147" fmla="*/ 205943 h 260086"/>
              <a:gd name="connsiteX148" fmla="*/ 659955 w 765852"/>
              <a:gd name="connsiteY148" fmla="*/ 235808 h 260086"/>
              <a:gd name="connsiteX149" fmla="*/ 637538 w 765852"/>
              <a:gd name="connsiteY149" fmla="*/ 235808 h 260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</a:cxnLst>
            <a:rect l="l" t="t" r="r" b="b"/>
            <a:pathLst>
              <a:path w="765852" h="260086">
                <a:moveTo>
                  <a:pt x="739575" y="143884"/>
                </a:moveTo>
                <a:cubicBezTo>
                  <a:pt x="756519" y="128906"/>
                  <a:pt x="765852" y="107425"/>
                  <a:pt x="765852" y="83403"/>
                </a:cubicBezTo>
                <a:cubicBezTo>
                  <a:pt x="765852" y="59381"/>
                  <a:pt x="756519" y="37899"/>
                  <a:pt x="739575" y="22921"/>
                </a:cubicBezTo>
                <a:cubicBezTo>
                  <a:pt x="722613" y="7925"/>
                  <a:pt x="699307" y="0"/>
                  <a:pt x="672177" y="0"/>
                </a:cubicBezTo>
                <a:cubicBezTo>
                  <a:pt x="645047" y="0"/>
                  <a:pt x="621740" y="7925"/>
                  <a:pt x="604779" y="22921"/>
                </a:cubicBezTo>
                <a:cubicBezTo>
                  <a:pt x="587835" y="37899"/>
                  <a:pt x="578501" y="59381"/>
                  <a:pt x="578501" y="83403"/>
                </a:cubicBezTo>
                <a:cubicBezTo>
                  <a:pt x="578501" y="107425"/>
                  <a:pt x="587835" y="128906"/>
                  <a:pt x="604779" y="143884"/>
                </a:cubicBezTo>
                <a:cubicBezTo>
                  <a:pt x="621740" y="158881"/>
                  <a:pt x="645047" y="166805"/>
                  <a:pt x="672177" y="166805"/>
                </a:cubicBezTo>
                <a:cubicBezTo>
                  <a:pt x="699307" y="166805"/>
                  <a:pt x="722613" y="158881"/>
                  <a:pt x="739575" y="143884"/>
                </a:cubicBezTo>
                <a:close/>
                <a:moveTo>
                  <a:pt x="604595" y="83403"/>
                </a:moveTo>
                <a:cubicBezTo>
                  <a:pt x="604595" y="66489"/>
                  <a:pt x="610821" y="52135"/>
                  <a:pt x="622611" y="41871"/>
                </a:cubicBezTo>
                <a:cubicBezTo>
                  <a:pt x="634751" y="31305"/>
                  <a:pt x="651887" y="25719"/>
                  <a:pt x="672177" y="25719"/>
                </a:cubicBezTo>
                <a:cubicBezTo>
                  <a:pt x="692467" y="25719"/>
                  <a:pt x="709603" y="31305"/>
                  <a:pt x="721742" y="41871"/>
                </a:cubicBezTo>
                <a:cubicBezTo>
                  <a:pt x="733524" y="52126"/>
                  <a:pt x="739759" y="66489"/>
                  <a:pt x="739759" y="83403"/>
                </a:cubicBezTo>
                <a:cubicBezTo>
                  <a:pt x="739759" y="100316"/>
                  <a:pt x="733533" y="114671"/>
                  <a:pt x="721742" y="124934"/>
                </a:cubicBezTo>
                <a:cubicBezTo>
                  <a:pt x="709603" y="135501"/>
                  <a:pt x="692467" y="141077"/>
                  <a:pt x="672177" y="141077"/>
                </a:cubicBezTo>
                <a:cubicBezTo>
                  <a:pt x="651887" y="141077"/>
                  <a:pt x="634741" y="135491"/>
                  <a:pt x="622611" y="124934"/>
                </a:cubicBezTo>
                <a:cubicBezTo>
                  <a:pt x="610830" y="114671"/>
                  <a:pt x="604595" y="100316"/>
                  <a:pt x="604595" y="83403"/>
                </a:cubicBezTo>
                <a:close/>
                <a:moveTo>
                  <a:pt x="238310" y="207181"/>
                </a:moveTo>
                <a:cubicBezTo>
                  <a:pt x="241556" y="205118"/>
                  <a:pt x="245306" y="204081"/>
                  <a:pt x="249560" y="204081"/>
                </a:cubicBezTo>
                <a:cubicBezTo>
                  <a:pt x="254282" y="204081"/>
                  <a:pt x="258288" y="205292"/>
                  <a:pt x="261562" y="207713"/>
                </a:cubicBezTo>
                <a:cubicBezTo>
                  <a:pt x="264835" y="210135"/>
                  <a:pt x="267035" y="213501"/>
                  <a:pt x="268163" y="217812"/>
                </a:cubicBezTo>
                <a:lnTo>
                  <a:pt x="275874" y="217812"/>
                </a:lnTo>
                <a:cubicBezTo>
                  <a:pt x="274691" y="211373"/>
                  <a:pt x="271784" y="206292"/>
                  <a:pt x="267145" y="202568"/>
                </a:cubicBezTo>
                <a:cubicBezTo>
                  <a:pt x="262506" y="198844"/>
                  <a:pt x="256766" y="196982"/>
                  <a:pt x="249917" y="196982"/>
                </a:cubicBezTo>
                <a:cubicBezTo>
                  <a:pt x="244013" y="196982"/>
                  <a:pt x="238814" y="198293"/>
                  <a:pt x="234322" y="200926"/>
                </a:cubicBezTo>
                <a:cubicBezTo>
                  <a:pt x="229838" y="203558"/>
                  <a:pt x="226382" y="207264"/>
                  <a:pt x="223961" y="212052"/>
                </a:cubicBezTo>
                <a:cubicBezTo>
                  <a:pt x="221541" y="216840"/>
                  <a:pt x="220330" y="222334"/>
                  <a:pt x="220330" y="228534"/>
                </a:cubicBezTo>
                <a:cubicBezTo>
                  <a:pt x="220330" y="234734"/>
                  <a:pt x="221541" y="240302"/>
                  <a:pt x="223961" y="245062"/>
                </a:cubicBezTo>
                <a:cubicBezTo>
                  <a:pt x="226382" y="249823"/>
                  <a:pt x="229838" y="253510"/>
                  <a:pt x="234322" y="256142"/>
                </a:cubicBezTo>
                <a:cubicBezTo>
                  <a:pt x="238805" y="258775"/>
                  <a:pt x="244004" y="260086"/>
                  <a:pt x="249917" y="260086"/>
                </a:cubicBezTo>
                <a:cubicBezTo>
                  <a:pt x="256831" y="260086"/>
                  <a:pt x="262570" y="258224"/>
                  <a:pt x="267145" y="254501"/>
                </a:cubicBezTo>
                <a:cubicBezTo>
                  <a:pt x="271720" y="250777"/>
                  <a:pt x="274599" y="245695"/>
                  <a:pt x="275782" y="239256"/>
                </a:cubicBezTo>
                <a:lnTo>
                  <a:pt x="268071" y="239256"/>
                </a:lnTo>
                <a:cubicBezTo>
                  <a:pt x="266888" y="243631"/>
                  <a:pt x="264706" y="247007"/>
                  <a:pt x="261516" y="249401"/>
                </a:cubicBezTo>
                <a:cubicBezTo>
                  <a:pt x="258325" y="251795"/>
                  <a:pt x="254337" y="252987"/>
                  <a:pt x="249560" y="252987"/>
                </a:cubicBezTo>
                <a:cubicBezTo>
                  <a:pt x="245306" y="252987"/>
                  <a:pt x="241556" y="251951"/>
                  <a:pt x="238310" y="249887"/>
                </a:cubicBezTo>
                <a:cubicBezTo>
                  <a:pt x="235064" y="247823"/>
                  <a:pt x="232561" y="244925"/>
                  <a:pt x="230828" y="241201"/>
                </a:cubicBezTo>
                <a:cubicBezTo>
                  <a:pt x="229086" y="237477"/>
                  <a:pt x="228215" y="233258"/>
                  <a:pt x="228215" y="228525"/>
                </a:cubicBezTo>
                <a:cubicBezTo>
                  <a:pt x="228215" y="223792"/>
                  <a:pt x="229086" y="219499"/>
                  <a:pt x="230828" y="215812"/>
                </a:cubicBezTo>
                <a:cubicBezTo>
                  <a:pt x="232570" y="212125"/>
                  <a:pt x="235064" y="209245"/>
                  <a:pt x="238310" y="207172"/>
                </a:cubicBezTo>
                <a:close/>
                <a:moveTo>
                  <a:pt x="335580" y="197523"/>
                </a:moveTo>
                <a:lnTo>
                  <a:pt x="311925" y="259554"/>
                </a:lnTo>
                <a:lnTo>
                  <a:pt x="319892" y="259554"/>
                </a:lnTo>
                <a:lnTo>
                  <a:pt x="326448" y="242806"/>
                </a:lnTo>
                <a:lnTo>
                  <a:pt x="353467" y="242806"/>
                </a:lnTo>
                <a:lnTo>
                  <a:pt x="360023" y="259554"/>
                </a:lnTo>
                <a:lnTo>
                  <a:pt x="368256" y="259554"/>
                </a:lnTo>
                <a:lnTo>
                  <a:pt x="344693" y="197523"/>
                </a:lnTo>
                <a:lnTo>
                  <a:pt x="335570" y="197523"/>
                </a:lnTo>
                <a:close/>
                <a:moveTo>
                  <a:pt x="328758" y="235808"/>
                </a:moveTo>
                <a:lnTo>
                  <a:pt x="339916" y="205943"/>
                </a:lnTo>
                <a:lnTo>
                  <a:pt x="351166" y="235808"/>
                </a:lnTo>
                <a:lnTo>
                  <a:pt x="328749" y="235808"/>
                </a:lnTo>
                <a:close/>
                <a:moveTo>
                  <a:pt x="725437" y="197523"/>
                </a:moveTo>
                <a:lnTo>
                  <a:pt x="717736" y="197523"/>
                </a:lnTo>
                <a:lnTo>
                  <a:pt x="717736" y="259554"/>
                </a:lnTo>
                <a:lnTo>
                  <a:pt x="753704" y="259554"/>
                </a:lnTo>
                <a:lnTo>
                  <a:pt x="753704" y="252464"/>
                </a:lnTo>
                <a:lnTo>
                  <a:pt x="725446" y="252464"/>
                </a:lnTo>
                <a:lnTo>
                  <a:pt x="725446" y="197523"/>
                </a:lnTo>
                <a:close/>
                <a:moveTo>
                  <a:pt x="250953" y="2119"/>
                </a:moveTo>
                <a:lnTo>
                  <a:pt x="225566" y="2119"/>
                </a:lnTo>
                <a:lnTo>
                  <a:pt x="225566" y="164677"/>
                </a:lnTo>
                <a:lnTo>
                  <a:pt x="250953" y="164677"/>
                </a:lnTo>
                <a:lnTo>
                  <a:pt x="250953" y="2119"/>
                </a:lnTo>
                <a:close/>
                <a:moveTo>
                  <a:pt x="80592" y="62692"/>
                </a:moveTo>
                <a:lnTo>
                  <a:pt x="80592" y="164687"/>
                </a:lnTo>
                <a:cubicBezTo>
                  <a:pt x="80592" y="164687"/>
                  <a:pt x="106732" y="164687"/>
                  <a:pt x="106732" y="164687"/>
                </a:cubicBezTo>
                <a:lnTo>
                  <a:pt x="106713" y="62692"/>
                </a:lnTo>
                <a:cubicBezTo>
                  <a:pt x="106713" y="50282"/>
                  <a:pt x="102707" y="38523"/>
                  <a:pt x="95124" y="28700"/>
                </a:cubicBezTo>
                <a:lnTo>
                  <a:pt x="93648" y="26792"/>
                </a:lnTo>
                <a:lnTo>
                  <a:pt x="92172" y="28700"/>
                </a:lnTo>
                <a:cubicBezTo>
                  <a:pt x="84589" y="38523"/>
                  <a:pt x="80583" y="50273"/>
                  <a:pt x="80583" y="62692"/>
                </a:cubicBezTo>
                <a:close/>
                <a:moveTo>
                  <a:pt x="47273" y="2119"/>
                </a:moveTo>
                <a:lnTo>
                  <a:pt x="0" y="2119"/>
                </a:lnTo>
                <a:lnTo>
                  <a:pt x="0" y="26792"/>
                </a:lnTo>
                <a:lnTo>
                  <a:pt x="93648" y="26792"/>
                </a:lnTo>
                <a:lnTo>
                  <a:pt x="91328" y="23793"/>
                </a:lnTo>
                <a:cubicBezTo>
                  <a:pt x="80693" y="10025"/>
                  <a:pt x="64629" y="2119"/>
                  <a:pt x="47273" y="2119"/>
                </a:cubicBezTo>
                <a:close/>
                <a:moveTo>
                  <a:pt x="95968" y="23793"/>
                </a:moveTo>
                <a:lnTo>
                  <a:pt x="93648" y="26792"/>
                </a:lnTo>
                <a:lnTo>
                  <a:pt x="187296" y="26792"/>
                </a:lnTo>
                <a:lnTo>
                  <a:pt x="187296" y="2119"/>
                </a:lnTo>
                <a:lnTo>
                  <a:pt x="140023" y="2119"/>
                </a:lnTo>
                <a:cubicBezTo>
                  <a:pt x="122657" y="2119"/>
                  <a:pt x="106603" y="10016"/>
                  <a:pt x="95958" y="23793"/>
                </a:cubicBezTo>
                <a:close/>
                <a:moveTo>
                  <a:pt x="514844" y="164677"/>
                </a:moveTo>
                <a:lnTo>
                  <a:pt x="540232" y="164677"/>
                </a:lnTo>
                <a:lnTo>
                  <a:pt x="540232" y="2119"/>
                </a:lnTo>
                <a:lnTo>
                  <a:pt x="514844" y="2119"/>
                </a:lnTo>
                <a:lnTo>
                  <a:pt x="514844" y="164677"/>
                </a:lnTo>
                <a:close/>
                <a:moveTo>
                  <a:pt x="495205" y="259554"/>
                </a:moveTo>
                <a:lnTo>
                  <a:pt x="502915" y="259554"/>
                </a:lnTo>
                <a:lnTo>
                  <a:pt x="502915" y="197523"/>
                </a:lnTo>
                <a:lnTo>
                  <a:pt x="495205" y="197523"/>
                </a:lnTo>
                <a:lnTo>
                  <a:pt x="495205" y="259554"/>
                </a:lnTo>
                <a:close/>
                <a:moveTo>
                  <a:pt x="544816" y="204613"/>
                </a:moveTo>
                <a:lnTo>
                  <a:pt x="564923" y="204613"/>
                </a:lnTo>
                <a:lnTo>
                  <a:pt x="564923" y="259554"/>
                </a:lnTo>
                <a:lnTo>
                  <a:pt x="572633" y="259554"/>
                </a:lnTo>
                <a:lnTo>
                  <a:pt x="572633" y="204613"/>
                </a:lnTo>
                <a:lnTo>
                  <a:pt x="592740" y="204613"/>
                </a:lnTo>
                <a:lnTo>
                  <a:pt x="592740" y="197523"/>
                </a:lnTo>
                <a:lnTo>
                  <a:pt x="544816" y="197523"/>
                </a:lnTo>
                <a:lnTo>
                  <a:pt x="544816" y="204613"/>
                </a:lnTo>
                <a:close/>
                <a:moveTo>
                  <a:pt x="287389" y="2119"/>
                </a:moveTo>
                <a:cubicBezTo>
                  <a:pt x="287389" y="2119"/>
                  <a:pt x="335680" y="117220"/>
                  <a:pt x="345234" y="140105"/>
                </a:cubicBezTo>
                <a:cubicBezTo>
                  <a:pt x="356374" y="166796"/>
                  <a:pt x="374464" y="166796"/>
                  <a:pt x="381413" y="166796"/>
                </a:cubicBezTo>
                <a:lnTo>
                  <a:pt x="382899" y="166796"/>
                </a:lnTo>
                <a:lnTo>
                  <a:pt x="316692" y="2119"/>
                </a:lnTo>
                <a:lnTo>
                  <a:pt x="287389" y="2119"/>
                </a:lnTo>
                <a:close/>
                <a:moveTo>
                  <a:pt x="443549" y="199871"/>
                </a:moveTo>
                <a:cubicBezTo>
                  <a:pt x="440413" y="198303"/>
                  <a:pt x="436819" y="197523"/>
                  <a:pt x="432739" y="197523"/>
                </a:cubicBezTo>
                <a:lnTo>
                  <a:pt x="408910" y="197523"/>
                </a:lnTo>
                <a:lnTo>
                  <a:pt x="408910" y="259554"/>
                </a:lnTo>
                <a:lnTo>
                  <a:pt x="416621" y="259554"/>
                </a:lnTo>
                <a:lnTo>
                  <a:pt x="416621" y="235716"/>
                </a:lnTo>
                <a:lnTo>
                  <a:pt x="432748" y="235716"/>
                </a:lnTo>
                <a:cubicBezTo>
                  <a:pt x="436819" y="235716"/>
                  <a:pt x="440413" y="234936"/>
                  <a:pt x="443512" y="233368"/>
                </a:cubicBezTo>
                <a:cubicBezTo>
                  <a:pt x="446611" y="231799"/>
                  <a:pt x="449013" y="229571"/>
                  <a:pt x="450728" y="226681"/>
                </a:cubicBezTo>
                <a:cubicBezTo>
                  <a:pt x="452442" y="223783"/>
                  <a:pt x="453295" y="220417"/>
                  <a:pt x="453295" y="216583"/>
                </a:cubicBezTo>
                <a:cubicBezTo>
                  <a:pt x="453295" y="212749"/>
                  <a:pt x="452452" y="209392"/>
                  <a:pt x="450774" y="206521"/>
                </a:cubicBezTo>
                <a:cubicBezTo>
                  <a:pt x="449087" y="203659"/>
                  <a:pt x="446685" y="201439"/>
                  <a:pt x="443558" y="199871"/>
                </a:cubicBezTo>
                <a:close/>
                <a:moveTo>
                  <a:pt x="441779" y="225351"/>
                </a:moveTo>
                <a:cubicBezTo>
                  <a:pt x="439359" y="227534"/>
                  <a:pt x="436113" y="228635"/>
                  <a:pt x="432033" y="228635"/>
                </a:cubicBezTo>
                <a:lnTo>
                  <a:pt x="416621" y="228635"/>
                </a:lnTo>
                <a:lnTo>
                  <a:pt x="416621" y="204622"/>
                </a:lnTo>
                <a:lnTo>
                  <a:pt x="432125" y="204622"/>
                </a:lnTo>
                <a:cubicBezTo>
                  <a:pt x="436196" y="204622"/>
                  <a:pt x="439432" y="205705"/>
                  <a:pt x="441825" y="207860"/>
                </a:cubicBezTo>
                <a:cubicBezTo>
                  <a:pt x="444218" y="210015"/>
                  <a:pt x="445410" y="212923"/>
                  <a:pt x="445410" y="216592"/>
                </a:cubicBezTo>
                <a:cubicBezTo>
                  <a:pt x="445410" y="220261"/>
                  <a:pt x="444200" y="223178"/>
                  <a:pt x="441779" y="225361"/>
                </a:cubicBezTo>
                <a:close/>
                <a:moveTo>
                  <a:pt x="382889" y="166805"/>
                </a:moveTo>
                <a:lnTo>
                  <a:pt x="384375" y="166805"/>
                </a:lnTo>
                <a:cubicBezTo>
                  <a:pt x="391334" y="166805"/>
                  <a:pt x="409423" y="166805"/>
                  <a:pt x="420554" y="140114"/>
                </a:cubicBezTo>
                <a:cubicBezTo>
                  <a:pt x="430099" y="117230"/>
                  <a:pt x="478399" y="2128"/>
                  <a:pt x="478399" y="2128"/>
                </a:cubicBezTo>
                <a:lnTo>
                  <a:pt x="449096" y="2128"/>
                </a:lnTo>
                <a:lnTo>
                  <a:pt x="382889" y="166814"/>
                </a:lnTo>
                <a:close/>
                <a:moveTo>
                  <a:pt x="644368" y="197523"/>
                </a:moveTo>
                <a:lnTo>
                  <a:pt x="620714" y="259554"/>
                </a:lnTo>
                <a:lnTo>
                  <a:pt x="628690" y="259554"/>
                </a:lnTo>
                <a:lnTo>
                  <a:pt x="635246" y="242806"/>
                </a:lnTo>
                <a:lnTo>
                  <a:pt x="662266" y="242806"/>
                </a:lnTo>
                <a:lnTo>
                  <a:pt x="668821" y="259554"/>
                </a:lnTo>
                <a:lnTo>
                  <a:pt x="677055" y="259554"/>
                </a:lnTo>
                <a:lnTo>
                  <a:pt x="653491" y="197523"/>
                </a:lnTo>
                <a:lnTo>
                  <a:pt x="644368" y="197523"/>
                </a:lnTo>
                <a:close/>
                <a:moveTo>
                  <a:pt x="637547" y="235808"/>
                </a:moveTo>
                <a:lnTo>
                  <a:pt x="648705" y="205943"/>
                </a:lnTo>
                <a:lnTo>
                  <a:pt x="659955" y="235808"/>
                </a:lnTo>
                <a:lnTo>
                  <a:pt x="637538" y="235808"/>
                </a:lnTo>
                <a:close/>
              </a:path>
            </a:pathLst>
          </a:custGeom>
          <a:solidFill>
            <a:schemeClr val="bg1"/>
          </a:solidFill>
          <a:ln w="1061" cap="flat">
            <a:noFill/>
            <a:prstDash val="solid"/>
            <a:miter/>
          </a:ln>
        </p:spPr>
        <p:txBody>
          <a:bodyPr rtlCol="0" anchor="ctr"/>
          <a:lstStyle/>
          <a:p>
            <a:endParaRPr lang="pt-BR">
              <a:solidFill>
                <a:schemeClr val="bg1"/>
              </a:solidFill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1E210A61-F7AF-5C56-9539-494DD44ED880}"/>
              </a:ext>
            </a:extLst>
          </p:cNvPr>
          <p:cNvCxnSpPr/>
          <p:nvPr userDrawn="1"/>
        </p:nvCxnSpPr>
        <p:spPr>
          <a:xfrm>
            <a:off x="334963" y="185353"/>
            <a:ext cx="10415415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" name="Group 9">
            <a:extLst>
              <a:ext uri="{FF2B5EF4-FFF2-40B4-BE49-F238E27FC236}">
                <a16:creationId xmlns:a16="http://schemas.microsoft.com/office/drawing/2014/main" id="{5752AA87-E9EF-F9C3-D180-0D695337BC25}"/>
              </a:ext>
            </a:extLst>
          </p:cNvPr>
          <p:cNvGrpSpPr/>
          <p:nvPr userDrawn="1"/>
        </p:nvGrpSpPr>
        <p:grpSpPr>
          <a:xfrm flipV="1">
            <a:off x="12099285" y="0"/>
            <a:ext cx="91438" cy="1832748"/>
            <a:chOff x="120125" y="5025253"/>
            <a:chExt cx="91438" cy="1832748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7E05AB66-66BE-D764-AEA7-119CD2ED8298}"/>
                </a:ext>
              </a:extLst>
            </p:cNvPr>
            <p:cNvSpPr/>
            <p:nvPr userDrawn="1"/>
          </p:nvSpPr>
          <p:spPr>
            <a:xfrm rot="16200000" flipV="1">
              <a:off x="-773389" y="5918767"/>
              <a:ext cx="1832748" cy="45719"/>
            </a:xfrm>
            <a:prstGeom prst="rect">
              <a:avLst/>
            </a:prstGeom>
            <a:gradFill>
              <a:gsLst>
                <a:gs pos="0">
                  <a:schemeClr val="accent3">
                    <a:lumMod val="50000"/>
                  </a:schemeClr>
                </a:gs>
                <a:gs pos="50000">
                  <a:schemeClr val="accent3">
                    <a:lumMod val="60000"/>
                    <a:lumOff val="4000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27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25A8B063-3DCC-1280-CEC3-7512BA9DF746}"/>
                </a:ext>
              </a:extLst>
            </p:cNvPr>
            <p:cNvSpPr/>
            <p:nvPr userDrawn="1"/>
          </p:nvSpPr>
          <p:spPr>
            <a:xfrm rot="16200000" flipV="1">
              <a:off x="-727670" y="5918767"/>
              <a:ext cx="1832748" cy="45719"/>
            </a:xfrm>
            <a:prstGeom prst="rect">
              <a:avLst/>
            </a:prstGeom>
            <a:gradFill>
              <a:gsLst>
                <a:gs pos="0">
                  <a:schemeClr val="accent1"/>
                </a:gs>
                <a:gs pos="50000">
                  <a:schemeClr val="accent2"/>
                </a:gs>
                <a:gs pos="100000">
                  <a:schemeClr val="bg1">
                    <a:alpha val="0"/>
                  </a:schemeClr>
                </a:gs>
              </a:gsLst>
              <a:lin ang="27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</p:spTree>
    <p:extLst>
      <p:ext uri="{BB962C8B-B14F-4D97-AF65-F5344CB8AC3E}">
        <p14:creationId xmlns:p14="http://schemas.microsoft.com/office/powerpoint/2010/main" val="17727186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469">
          <p15:clr>
            <a:srgbClr val="FBAE40"/>
          </p15:clr>
        </p15:guide>
        <p15:guide id="2" orient="horz" pos="3974">
          <p15:clr>
            <a:srgbClr val="FBAE40"/>
          </p15:clr>
        </p15:guide>
        <p15:guide id="3" orient="horz" pos="232">
          <p15:clr>
            <a:srgbClr val="FBAE40"/>
          </p15:clr>
        </p15:guide>
        <p15:guide id="4" pos="211">
          <p15:clr>
            <a:srgbClr val="FBAE40"/>
          </p15:clr>
        </p15:guide>
        <p15:guide id="5" orient="horz" pos="4065">
          <p15:clr>
            <a:srgbClr val="FBAE40"/>
          </p15:clr>
        </p15:guide>
        <p15:guide id="6" orient="horz" pos="799">
          <p15:clr>
            <a:srgbClr val="FBAE40"/>
          </p15:clr>
        </p15:guide>
        <p15:guide id="7" orient="horz" pos="935">
          <p15:clr>
            <a:srgbClr val="FBAE40"/>
          </p15:clr>
        </p15:guide>
      </p15:sldGuideLst>
    </p:ext>
  </p:extLst>
</p:sldLayout>
</file>

<file path=ppt/slideLayouts/slideLayout1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| 1 linha - High Yie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132BCE3-A04F-8602-64F7-7623C7EAF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61763" y="6482556"/>
            <a:ext cx="295275" cy="1692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 sz="1100">
                <a:solidFill>
                  <a:schemeClr val="bg1"/>
                </a:solidFill>
                <a:latin typeface="Versos" panose="020B0503020204030204" pitchFamily="34" charset="0"/>
                <a:cs typeface="Versos" panose="020B0503020204030204" pitchFamily="34" charset="0"/>
              </a:defRPr>
            </a:lvl1pPr>
          </a:lstStyle>
          <a:p>
            <a:fld id="{77667D73-C69A-4DAA-9003-24A825D36FE9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B13D7C-5A47-B0DF-B518-26E79F5D2DB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63" y="368300"/>
            <a:ext cx="10183813" cy="4308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err="1"/>
              <a:t>Título</a:t>
            </a:r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401465E-A8CD-A3BA-BE2A-9597492FDC6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4963" y="6482556"/>
            <a:ext cx="10980000" cy="138499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900">
                <a:latin typeface="Versos Light" panose="020B0403020204030204" pitchFamily="34" charset="0"/>
              </a:defRPr>
            </a:lvl2pPr>
            <a:lvl3pPr>
              <a:defRPr sz="900">
                <a:latin typeface="Versos Light" panose="020B0403020204030204" pitchFamily="34" charset="0"/>
              </a:defRPr>
            </a:lvl3pPr>
            <a:lvl4pPr>
              <a:defRPr sz="900">
                <a:latin typeface="Versos Light" panose="020B0403020204030204" pitchFamily="34" charset="0"/>
              </a:defRPr>
            </a:lvl4pPr>
            <a:lvl5pPr>
              <a:defRPr sz="900">
                <a:latin typeface="Versos Light" panose="020B0403020204030204" pitchFamily="34" charset="0"/>
              </a:defRPr>
            </a:lvl5pPr>
          </a:lstStyle>
          <a:p>
            <a:pPr lvl="0"/>
            <a:r>
              <a:rPr lang="en-US"/>
              <a:t>Fonte:</a:t>
            </a:r>
            <a:endParaRPr lang="pt-BR"/>
          </a:p>
        </p:txBody>
      </p:sp>
      <p:sp>
        <p:nvSpPr>
          <p:cNvPr id="12" name="Text Placeholder 8">
            <a:extLst>
              <a:ext uri="{FF2B5EF4-FFF2-40B4-BE49-F238E27FC236}">
                <a16:creationId xmlns:a16="http://schemas.microsoft.com/office/drawing/2014/main" id="{7A7A9582-3614-801A-785B-273FCD3E092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34963" y="1949413"/>
            <a:ext cx="11522075" cy="435931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7F86D482-580C-D22A-58CC-10B9C4F7EDD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34962" y="1518527"/>
            <a:ext cx="11522585" cy="21544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Picture 8">
            <a:extLst>
              <a:ext uri="{FF2B5EF4-FFF2-40B4-BE49-F238E27FC236}">
                <a16:creationId xmlns:a16="http://schemas.microsoft.com/office/drawing/2014/main" id="{57BCE67C-64C7-2D0C-0DC2-7A4B4CC314E0}"/>
              </a:ext>
            </a:extLst>
          </p:cNvPr>
          <p:cNvSpPr/>
          <p:nvPr userDrawn="1"/>
        </p:nvSpPr>
        <p:spPr>
          <a:xfrm>
            <a:off x="11091186" y="377178"/>
            <a:ext cx="765852" cy="260086"/>
          </a:xfrm>
          <a:custGeom>
            <a:avLst/>
            <a:gdLst>
              <a:gd name="connsiteX0" fmla="*/ 739575 w 765852"/>
              <a:gd name="connsiteY0" fmla="*/ 143884 h 260086"/>
              <a:gd name="connsiteX1" fmla="*/ 765852 w 765852"/>
              <a:gd name="connsiteY1" fmla="*/ 83403 h 260086"/>
              <a:gd name="connsiteX2" fmla="*/ 739575 w 765852"/>
              <a:gd name="connsiteY2" fmla="*/ 22921 h 260086"/>
              <a:gd name="connsiteX3" fmla="*/ 672177 w 765852"/>
              <a:gd name="connsiteY3" fmla="*/ 0 h 260086"/>
              <a:gd name="connsiteX4" fmla="*/ 604779 w 765852"/>
              <a:gd name="connsiteY4" fmla="*/ 22921 h 260086"/>
              <a:gd name="connsiteX5" fmla="*/ 578501 w 765852"/>
              <a:gd name="connsiteY5" fmla="*/ 83403 h 260086"/>
              <a:gd name="connsiteX6" fmla="*/ 604779 w 765852"/>
              <a:gd name="connsiteY6" fmla="*/ 143884 h 260086"/>
              <a:gd name="connsiteX7" fmla="*/ 672177 w 765852"/>
              <a:gd name="connsiteY7" fmla="*/ 166805 h 260086"/>
              <a:gd name="connsiteX8" fmla="*/ 739575 w 765852"/>
              <a:gd name="connsiteY8" fmla="*/ 143884 h 260086"/>
              <a:gd name="connsiteX9" fmla="*/ 604595 w 765852"/>
              <a:gd name="connsiteY9" fmla="*/ 83403 h 260086"/>
              <a:gd name="connsiteX10" fmla="*/ 622611 w 765852"/>
              <a:gd name="connsiteY10" fmla="*/ 41871 h 260086"/>
              <a:gd name="connsiteX11" fmla="*/ 672177 w 765852"/>
              <a:gd name="connsiteY11" fmla="*/ 25719 h 260086"/>
              <a:gd name="connsiteX12" fmla="*/ 721742 w 765852"/>
              <a:gd name="connsiteY12" fmla="*/ 41871 h 260086"/>
              <a:gd name="connsiteX13" fmla="*/ 739759 w 765852"/>
              <a:gd name="connsiteY13" fmla="*/ 83403 h 260086"/>
              <a:gd name="connsiteX14" fmla="*/ 721742 w 765852"/>
              <a:gd name="connsiteY14" fmla="*/ 124934 h 260086"/>
              <a:gd name="connsiteX15" fmla="*/ 672177 w 765852"/>
              <a:gd name="connsiteY15" fmla="*/ 141077 h 260086"/>
              <a:gd name="connsiteX16" fmla="*/ 622611 w 765852"/>
              <a:gd name="connsiteY16" fmla="*/ 124934 h 260086"/>
              <a:gd name="connsiteX17" fmla="*/ 604595 w 765852"/>
              <a:gd name="connsiteY17" fmla="*/ 83403 h 260086"/>
              <a:gd name="connsiteX18" fmla="*/ 238310 w 765852"/>
              <a:gd name="connsiteY18" fmla="*/ 207181 h 260086"/>
              <a:gd name="connsiteX19" fmla="*/ 249560 w 765852"/>
              <a:gd name="connsiteY19" fmla="*/ 204081 h 260086"/>
              <a:gd name="connsiteX20" fmla="*/ 261562 w 765852"/>
              <a:gd name="connsiteY20" fmla="*/ 207713 h 260086"/>
              <a:gd name="connsiteX21" fmla="*/ 268163 w 765852"/>
              <a:gd name="connsiteY21" fmla="*/ 217812 h 260086"/>
              <a:gd name="connsiteX22" fmla="*/ 275874 w 765852"/>
              <a:gd name="connsiteY22" fmla="*/ 217812 h 260086"/>
              <a:gd name="connsiteX23" fmla="*/ 267145 w 765852"/>
              <a:gd name="connsiteY23" fmla="*/ 202568 h 260086"/>
              <a:gd name="connsiteX24" fmla="*/ 249917 w 765852"/>
              <a:gd name="connsiteY24" fmla="*/ 196982 h 260086"/>
              <a:gd name="connsiteX25" fmla="*/ 234322 w 765852"/>
              <a:gd name="connsiteY25" fmla="*/ 200926 h 260086"/>
              <a:gd name="connsiteX26" fmla="*/ 223961 w 765852"/>
              <a:gd name="connsiteY26" fmla="*/ 212052 h 260086"/>
              <a:gd name="connsiteX27" fmla="*/ 220330 w 765852"/>
              <a:gd name="connsiteY27" fmla="*/ 228534 h 260086"/>
              <a:gd name="connsiteX28" fmla="*/ 223961 w 765852"/>
              <a:gd name="connsiteY28" fmla="*/ 245062 h 260086"/>
              <a:gd name="connsiteX29" fmla="*/ 234322 w 765852"/>
              <a:gd name="connsiteY29" fmla="*/ 256142 h 260086"/>
              <a:gd name="connsiteX30" fmla="*/ 249917 w 765852"/>
              <a:gd name="connsiteY30" fmla="*/ 260086 h 260086"/>
              <a:gd name="connsiteX31" fmla="*/ 267145 w 765852"/>
              <a:gd name="connsiteY31" fmla="*/ 254501 h 260086"/>
              <a:gd name="connsiteX32" fmla="*/ 275782 w 765852"/>
              <a:gd name="connsiteY32" fmla="*/ 239256 h 260086"/>
              <a:gd name="connsiteX33" fmla="*/ 268071 w 765852"/>
              <a:gd name="connsiteY33" fmla="*/ 239256 h 260086"/>
              <a:gd name="connsiteX34" fmla="*/ 261516 w 765852"/>
              <a:gd name="connsiteY34" fmla="*/ 249401 h 260086"/>
              <a:gd name="connsiteX35" fmla="*/ 249560 w 765852"/>
              <a:gd name="connsiteY35" fmla="*/ 252987 h 260086"/>
              <a:gd name="connsiteX36" fmla="*/ 238310 w 765852"/>
              <a:gd name="connsiteY36" fmla="*/ 249887 h 260086"/>
              <a:gd name="connsiteX37" fmla="*/ 230828 w 765852"/>
              <a:gd name="connsiteY37" fmla="*/ 241201 h 260086"/>
              <a:gd name="connsiteX38" fmla="*/ 228215 w 765852"/>
              <a:gd name="connsiteY38" fmla="*/ 228525 h 260086"/>
              <a:gd name="connsiteX39" fmla="*/ 230828 w 765852"/>
              <a:gd name="connsiteY39" fmla="*/ 215812 h 260086"/>
              <a:gd name="connsiteX40" fmla="*/ 238310 w 765852"/>
              <a:gd name="connsiteY40" fmla="*/ 207172 h 260086"/>
              <a:gd name="connsiteX41" fmla="*/ 335580 w 765852"/>
              <a:gd name="connsiteY41" fmla="*/ 197523 h 260086"/>
              <a:gd name="connsiteX42" fmla="*/ 311925 w 765852"/>
              <a:gd name="connsiteY42" fmla="*/ 259554 h 260086"/>
              <a:gd name="connsiteX43" fmla="*/ 319892 w 765852"/>
              <a:gd name="connsiteY43" fmla="*/ 259554 h 260086"/>
              <a:gd name="connsiteX44" fmla="*/ 326448 w 765852"/>
              <a:gd name="connsiteY44" fmla="*/ 242806 h 260086"/>
              <a:gd name="connsiteX45" fmla="*/ 353467 w 765852"/>
              <a:gd name="connsiteY45" fmla="*/ 242806 h 260086"/>
              <a:gd name="connsiteX46" fmla="*/ 360023 w 765852"/>
              <a:gd name="connsiteY46" fmla="*/ 259554 h 260086"/>
              <a:gd name="connsiteX47" fmla="*/ 368256 w 765852"/>
              <a:gd name="connsiteY47" fmla="*/ 259554 h 260086"/>
              <a:gd name="connsiteX48" fmla="*/ 344693 w 765852"/>
              <a:gd name="connsiteY48" fmla="*/ 197523 h 260086"/>
              <a:gd name="connsiteX49" fmla="*/ 335570 w 765852"/>
              <a:gd name="connsiteY49" fmla="*/ 197523 h 260086"/>
              <a:gd name="connsiteX50" fmla="*/ 328758 w 765852"/>
              <a:gd name="connsiteY50" fmla="*/ 235808 h 260086"/>
              <a:gd name="connsiteX51" fmla="*/ 339916 w 765852"/>
              <a:gd name="connsiteY51" fmla="*/ 205943 h 260086"/>
              <a:gd name="connsiteX52" fmla="*/ 351166 w 765852"/>
              <a:gd name="connsiteY52" fmla="*/ 235808 h 260086"/>
              <a:gd name="connsiteX53" fmla="*/ 328749 w 765852"/>
              <a:gd name="connsiteY53" fmla="*/ 235808 h 260086"/>
              <a:gd name="connsiteX54" fmla="*/ 725437 w 765852"/>
              <a:gd name="connsiteY54" fmla="*/ 197523 h 260086"/>
              <a:gd name="connsiteX55" fmla="*/ 717736 w 765852"/>
              <a:gd name="connsiteY55" fmla="*/ 197523 h 260086"/>
              <a:gd name="connsiteX56" fmla="*/ 717736 w 765852"/>
              <a:gd name="connsiteY56" fmla="*/ 259554 h 260086"/>
              <a:gd name="connsiteX57" fmla="*/ 753704 w 765852"/>
              <a:gd name="connsiteY57" fmla="*/ 259554 h 260086"/>
              <a:gd name="connsiteX58" fmla="*/ 753704 w 765852"/>
              <a:gd name="connsiteY58" fmla="*/ 252464 h 260086"/>
              <a:gd name="connsiteX59" fmla="*/ 725446 w 765852"/>
              <a:gd name="connsiteY59" fmla="*/ 252464 h 260086"/>
              <a:gd name="connsiteX60" fmla="*/ 725446 w 765852"/>
              <a:gd name="connsiteY60" fmla="*/ 197523 h 260086"/>
              <a:gd name="connsiteX61" fmla="*/ 250953 w 765852"/>
              <a:gd name="connsiteY61" fmla="*/ 2119 h 260086"/>
              <a:gd name="connsiteX62" fmla="*/ 225566 w 765852"/>
              <a:gd name="connsiteY62" fmla="*/ 2119 h 260086"/>
              <a:gd name="connsiteX63" fmla="*/ 225566 w 765852"/>
              <a:gd name="connsiteY63" fmla="*/ 164677 h 260086"/>
              <a:gd name="connsiteX64" fmla="*/ 250953 w 765852"/>
              <a:gd name="connsiteY64" fmla="*/ 164677 h 260086"/>
              <a:gd name="connsiteX65" fmla="*/ 250953 w 765852"/>
              <a:gd name="connsiteY65" fmla="*/ 2119 h 260086"/>
              <a:gd name="connsiteX66" fmla="*/ 80592 w 765852"/>
              <a:gd name="connsiteY66" fmla="*/ 62692 h 260086"/>
              <a:gd name="connsiteX67" fmla="*/ 80592 w 765852"/>
              <a:gd name="connsiteY67" fmla="*/ 164687 h 260086"/>
              <a:gd name="connsiteX68" fmla="*/ 106732 w 765852"/>
              <a:gd name="connsiteY68" fmla="*/ 164687 h 260086"/>
              <a:gd name="connsiteX69" fmla="*/ 106713 w 765852"/>
              <a:gd name="connsiteY69" fmla="*/ 62692 h 260086"/>
              <a:gd name="connsiteX70" fmla="*/ 95124 w 765852"/>
              <a:gd name="connsiteY70" fmla="*/ 28700 h 260086"/>
              <a:gd name="connsiteX71" fmla="*/ 93648 w 765852"/>
              <a:gd name="connsiteY71" fmla="*/ 26792 h 260086"/>
              <a:gd name="connsiteX72" fmla="*/ 92172 w 765852"/>
              <a:gd name="connsiteY72" fmla="*/ 28700 h 260086"/>
              <a:gd name="connsiteX73" fmla="*/ 80583 w 765852"/>
              <a:gd name="connsiteY73" fmla="*/ 62692 h 260086"/>
              <a:gd name="connsiteX74" fmla="*/ 47273 w 765852"/>
              <a:gd name="connsiteY74" fmla="*/ 2119 h 260086"/>
              <a:gd name="connsiteX75" fmla="*/ 0 w 765852"/>
              <a:gd name="connsiteY75" fmla="*/ 2119 h 260086"/>
              <a:gd name="connsiteX76" fmla="*/ 0 w 765852"/>
              <a:gd name="connsiteY76" fmla="*/ 26792 h 260086"/>
              <a:gd name="connsiteX77" fmla="*/ 93648 w 765852"/>
              <a:gd name="connsiteY77" fmla="*/ 26792 h 260086"/>
              <a:gd name="connsiteX78" fmla="*/ 91328 w 765852"/>
              <a:gd name="connsiteY78" fmla="*/ 23793 h 260086"/>
              <a:gd name="connsiteX79" fmla="*/ 47273 w 765852"/>
              <a:gd name="connsiteY79" fmla="*/ 2119 h 260086"/>
              <a:gd name="connsiteX80" fmla="*/ 95968 w 765852"/>
              <a:gd name="connsiteY80" fmla="*/ 23793 h 260086"/>
              <a:gd name="connsiteX81" fmla="*/ 93648 w 765852"/>
              <a:gd name="connsiteY81" fmla="*/ 26792 h 260086"/>
              <a:gd name="connsiteX82" fmla="*/ 187296 w 765852"/>
              <a:gd name="connsiteY82" fmla="*/ 26792 h 260086"/>
              <a:gd name="connsiteX83" fmla="*/ 187296 w 765852"/>
              <a:gd name="connsiteY83" fmla="*/ 2119 h 260086"/>
              <a:gd name="connsiteX84" fmla="*/ 140023 w 765852"/>
              <a:gd name="connsiteY84" fmla="*/ 2119 h 260086"/>
              <a:gd name="connsiteX85" fmla="*/ 95958 w 765852"/>
              <a:gd name="connsiteY85" fmla="*/ 23793 h 260086"/>
              <a:gd name="connsiteX86" fmla="*/ 514844 w 765852"/>
              <a:gd name="connsiteY86" fmla="*/ 164677 h 260086"/>
              <a:gd name="connsiteX87" fmla="*/ 540232 w 765852"/>
              <a:gd name="connsiteY87" fmla="*/ 164677 h 260086"/>
              <a:gd name="connsiteX88" fmla="*/ 540232 w 765852"/>
              <a:gd name="connsiteY88" fmla="*/ 2119 h 260086"/>
              <a:gd name="connsiteX89" fmla="*/ 514844 w 765852"/>
              <a:gd name="connsiteY89" fmla="*/ 2119 h 260086"/>
              <a:gd name="connsiteX90" fmla="*/ 514844 w 765852"/>
              <a:gd name="connsiteY90" fmla="*/ 164677 h 260086"/>
              <a:gd name="connsiteX91" fmla="*/ 495205 w 765852"/>
              <a:gd name="connsiteY91" fmla="*/ 259554 h 260086"/>
              <a:gd name="connsiteX92" fmla="*/ 502915 w 765852"/>
              <a:gd name="connsiteY92" fmla="*/ 259554 h 260086"/>
              <a:gd name="connsiteX93" fmla="*/ 502915 w 765852"/>
              <a:gd name="connsiteY93" fmla="*/ 197523 h 260086"/>
              <a:gd name="connsiteX94" fmla="*/ 495205 w 765852"/>
              <a:gd name="connsiteY94" fmla="*/ 197523 h 260086"/>
              <a:gd name="connsiteX95" fmla="*/ 495205 w 765852"/>
              <a:gd name="connsiteY95" fmla="*/ 259554 h 260086"/>
              <a:gd name="connsiteX96" fmla="*/ 544816 w 765852"/>
              <a:gd name="connsiteY96" fmla="*/ 204613 h 260086"/>
              <a:gd name="connsiteX97" fmla="*/ 564923 w 765852"/>
              <a:gd name="connsiteY97" fmla="*/ 204613 h 260086"/>
              <a:gd name="connsiteX98" fmla="*/ 564923 w 765852"/>
              <a:gd name="connsiteY98" fmla="*/ 259554 h 260086"/>
              <a:gd name="connsiteX99" fmla="*/ 572633 w 765852"/>
              <a:gd name="connsiteY99" fmla="*/ 259554 h 260086"/>
              <a:gd name="connsiteX100" fmla="*/ 572633 w 765852"/>
              <a:gd name="connsiteY100" fmla="*/ 204613 h 260086"/>
              <a:gd name="connsiteX101" fmla="*/ 592740 w 765852"/>
              <a:gd name="connsiteY101" fmla="*/ 204613 h 260086"/>
              <a:gd name="connsiteX102" fmla="*/ 592740 w 765852"/>
              <a:gd name="connsiteY102" fmla="*/ 197523 h 260086"/>
              <a:gd name="connsiteX103" fmla="*/ 544816 w 765852"/>
              <a:gd name="connsiteY103" fmla="*/ 197523 h 260086"/>
              <a:gd name="connsiteX104" fmla="*/ 544816 w 765852"/>
              <a:gd name="connsiteY104" fmla="*/ 204613 h 260086"/>
              <a:gd name="connsiteX105" fmla="*/ 287389 w 765852"/>
              <a:gd name="connsiteY105" fmla="*/ 2119 h 260086"/>
              <a:gd name="connsiteX106" fmla="*/ 345234 w 765852"/>
              <a:gd name="connsiteY106" fmla="*/ 140105 h 260086"/>
              <a:gd name="connsiteX107" fmla="*/ 381413 w 765852"/>
              <a:gd name="connsiteY107" fmla="*/ 166796 h 260086"/>
              <a:gd name="connsiteX108" fmla="*/ 382899 w 765852"/>
              <a:gd name="connsiteY108" fmla="*/ 166796 h 260086"/>
              <a:gd name="connsiteX109" fmla="*/ 316692 w 765852"/>
              <a:gd name="connsiteY109" fmla="*/ 2119 h 260086"/>
              <a:gd name="connsiteX110" fmla="*/ 287389 w 765852"/>
              <a:gd name="connsiteY110" fmla="*/ 2119 h 260086"/>
              <a:gd name="connsiteX111" fmla="*/ 443549 w 765852"/>
              <a:gd name="connsiteY111" fmla="*/ 199871 h 260086"/>
              <a:gd name="connsiteX112" fmla="*/ 432739 w 765852"/>
              <a:gd name="connsiteY112" fmla="*/ 197523 h 260086"/>
              <a:gd name="connsiteX113" fmla="*/ 408910 w 765852"/>
              <a:gd name="connsiteY113" fmla="*/ 197523 h 260086"/>
              <a:gd name="connsiteX114" fmla="*/ 408910 w 765852"/>
              <a:gd name="connsiteY114" fmla="*/ 259554 h 260086"/>
              <a:gd name="connsiteX115" fmla="*/ 416621 w 765852"/>
              <a:gd name="connsiteY115" fmla="*/ 259554 h 260086"/>
              <a:gd name="connsiteX116" fmla="*/ 416621 w 765852"/>
              <a:gd name="connsiteY116" fmla="*/ 235716 h 260086"/>
              <a:gd name="connsiteX117" fmla="*/ 432748 w 765852"/>
              <a:gd name="connsiteY117" fmla="*/ 235716 h 260086"/>
              <a:gd name="connsiteX118" fmla="*/ 443512 w 765852"/>
              <a:gd name="connsiteY118" fmla="*/ 233368 h 260086"/>
              <a:gd name="connsiteX119" fmla="*/ 450728 w 765852"/>
              <a:gd name="connsiteY119" fmla="*/ 226681 h 260086"/>
              <a:gd name="connsiteX120" fmla="*/ 453295 w 765852"/>
              <a:gd name="connsiteY120" fmla="*/ 216583 h 260086"/>
              <a:gd name="connsiteX121" fmla="*/ 450774 w 765852"/>
              <a:gd name="connsiteY121" fmla="*/ 206521 h 260086"/>
              <a:gd name="connsiteX122" fmla="*/ 443558 w 765852"/>
              <a:gd name="connsiteY122" fmla="*/ 199871 h 260086"/>
              <a:gd name="connsiteX123" fmla="*/ 441779 w 765852"/>
              <a:gd name="connsiteY123" fmla="*/ 225351 h 260086"/>
              <a:gd name="connsiteX124" fmla="*/ 432033 w 765852"/>
              <a:gd name="connsiteY124" fmla="*/ 228635 h 260086"/>
              <a:gd name="connsiteX125" fmla="*/ 416621 w 765852"/>
              <a:gd name="connsiteY125" fmla="*/ 228635 h 260086"/>
              <a:gd name="connsiteX126" fmla="*/ 416621 w 765852"/>
              <a:gd name="connsiteY126" fmla="*/ 204622 h 260086"/>
              <a:gd name="connsiteX127" fmla="*/ 432125 w 765852"/>
              <a:gd name="connsiteY127" fmla="*/ 204622 h 260086"/>
              <a:gd name="connsiteX128" fmla="*/ 441825 w 765852"/>
              <a:gd name="connsiteY128" fmla="*/ 207860 h 260086"/>
              <a:gd name="connsiteX129" fmla="*/ 445410 w 765852"/>
              <a:gd name="connsiteY129" fmla="*/ 216592 h 260086"/>
              <a:gd name="connsiteX130" fmla="*/ 441779 w 765852"/>
              <a:gd name="connsiteY130" fmla="*/ 225361 h 260086"/>
              <a:gd name="connsiteX131" fmla="*/ 382889 w 765852"/>
              <a:gd name="connsiteY131" fmla="*/ 166805 h 260086"/>
              <a:gd name="connsiteX132" fmla="*/ 384375 w 765852"/>
              <a:gd name="connsiteY132" fmla="*/ 166805 h 260086"/>
              <a:gd name="connsiteX133" fmla="*/ 420554 w 765852"/>
              <a:gd name="connsiteY133" fmla="*/ 140114 h 260086"/>
              <a:gd name="connsiteX134" fmla="*/ 478399 w 765852"/>
              <a:gd name="connsiteY134" fmla="*/ 2128 h 260086"/>
              <a:gd name="connsiteX135" fmla="*/ 449096 w 765852"/>
              <a:gd name="connsiteY135" fmla="*/ 2128 h 260086"/>
              <a:gd name="connsiteX136" fmla="*/ 382889 w 765852"/>
              <a:gd name="connsiteY136" fmla="*/ 166814 h 260086"/>
              <a:gd name="connsiteX137" fmla="*/ 644368 w 765852"/>
              <a:gd name="connsiteY137" fmla="*/ 197523 h 260086"/>
              <a:gd name="connsiteX138" fmla="*/ 620714 w 765852"/>
              <a:gd name="connsiteY138" fmla="*/ 259554 h 260086"/>
              <a:gd name="connsiteX139" fmla="*/ 628690 w 765852"/>
              <a:gd name="connsiteY139" fmla="*/ 259554 h 260086"/>
              <a:gd name="connsiteX140" fmla="*/ 635246 w 765852"/>
              <a:gd name="connsiteY140" fmla="*/ 242806 h 260086"/>
              <a:gd name="connsiteX141" fmla="*/ 662266 w 765852"/>
              <a:gd name="connsiteY141" fmla="*/ 242806 h 260086"/>
              <a:gd name="connsiteX142" fmla="*/ 668821 w 765852"/>
              <a:gd name="connsiteY142" fmla="*/ 259554 h 260086"/>
              <a:gd name="connsiteX143" fmla="*/ 677055 w 765852"/>
              <a:gd name="connsiteY143" fmla="*/ 259554 h 260086"/>
              <a:gd name="connsiteX144" fmla="*/ 653491 w 765852"/>
              <a:gd name="connsiteY144" fmla="*/ 197523 h 260086"/>
              <a:gd name="connsiteX145" fmla="*/ 644368 w 765852"/>
              <a:gd name="connsiteY145" fmla="*/ 197523 h 260086"/>
              <a:gd name="connsiteX146" fmla="*/ 637547 w 765852"/>
              <a:gd name="connsiteY146" fmla="*/ 235808 h 260086"/>
              <a:gd name="connsiteX147" fmla="*/ 648705 w 765852"/>
              <a:gd name="connsiteY147" fmla="*/ 205943 h 260086"/>
              <a:gd name="connsiteX148" fmla="*/ 659955 w 765852"/>
              <a:gd name="connsiteY148" fmla="*/ 235808 h 260086"/>
              <a:gd name="connsiteX149" fmla="*/ 637538 w 765852"/>
              <a:gd name="connsiteY149" fmla="*/ 235808 h 260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</a:cxnLst>
            <a:rect l="l" t="t" r="r" b="b"/>
            <a:pathLst>
              <a:path w="765852" h="260086">
                <a:moveTo>
                  <a:pt x="739575" y="143884"/>
                </a:moveTo>
                <a:cubicBezTo>
                  <a:pt x="756519" y="128906"/>
                  <a:pt x="765852" y="107425"/>
                  <a:pt x="765852" y="83403"/>
                </a:cubicBezTo>
                <a:cubicBezTo>
                  <a:pt x="765852" y="59381"/>
                  <a:pt x="756519" y="37899"/>
                  <a:pt x="739575" y="22921"/>
                </a:cubicBezTo>
                <a:cubicBezTo>
                  <a:pt x="722613" y="7925"/>
                  <a:pt x="699307" y="0"/>
                  <a:pt x="672177" y="0"/>
                </a:cubicBezTo>
                <a:cubicBezTo>
                  <a:pt x="645047" y="0"/>
                  <a:pt x="621740" y="7925"/>
                  <a:pt x="604779" y="22921"/>
                </a:cubicBezTo>
                <a:cubicBezTo>
                  <a:pt x="587835" y="37899"/>
                  <a:pt x="578501" y="59381"/>
                  <a:pt x="578501" y="83403"/>
                </a:cubicBezTo>
                <a:cubicBezTo>
                  <a:pt x="578501" y="107425"/>
                  <a:pt x="587835" y="128906"/>
                  <a:pt x="604779" y="143884"/>
                </a:cubicBezTo>
                <a:cubicBezTo>
                  <a:pt x="621740" y="158881"/>
                  <a:pt x="645047" y="166805"/>
                  <a:pt x="672177" y="166805"/>
                </a:cubicBezTo>
                <a:cubicBezTo>
                  <a:pt x="699307" y="166805"/>
                  <a:pt x="722613" y="158881"/>
                  <a:pt x="739575" y="143884"/>
                </a:cubicBezTo>
                <a:close/>
                <a:moveTo>
                  <a:pt x="604595" y="83403"/>
                </a:moveTo>
                <a:cubicBezTo>
                  <a:pt x="604595" y="66489"/>
                  <a:pt x="610821" y="52135"/>
                  <a:pt x="622611" y="41871"/>
                </a:cubicBezTo>
                <a:cubicBezTo>
                  <a:pt x="634751" y="31305"/>
                  <a:pt x="651887" y="25719"/>
                  <a:pt x="672177" y="25719"/>
                </a:cubicBezTo>
                <a:cubicBezTo>
                  <a:pt x="692467" y="25719"/>
                  <a:pt x="709603" y="31305"/>
                  <a:pt x="721742" y="41871"/>
                </a:cubicBezTo>
                <a:cubicBezTo>
                  <a:pt x="733524" y="52126"/>
                  <a:pt x="739759" y="66489"/>
                  <a:pt x="739759" y="83403"/>
                </a:cubicBezTo>
                <a:cubicBezTo>
                  <a:pt x="739759" y="100316"/>
                  <a:pt x="733533" y="114671"/>
                  <a:pt x="721742" y="124934"/>
                </a:cubicBezTo>
                <a:cubicBezTo>
                  <a:pt x="709603" y="135501"/>
                  <a:pt x="692467" y="141077"/>
                  <a:pt x="672177" y="141077"/>
                </a:cubicBezTo>
                <a:cubicBezTo>
                  <a:pt x="651887" y="141077"/>
                  <a:pt x="634741" y="135491"/>
                  <a:pt x="622611" y="124934"/>
                </a:cubicBezTo>
                <a:cubicBezTo>
                  <a:pt x="610830" y="114671"/>
                  <a:pt x="604595" y="100316"/>
                  <a:pt x="604595" y="83403"/>
                </a:cubicBezTo>
                <a:close/>
                <a:moveTo>
                  <a:pt x="238310" y="207181"/>
                </a:moveTo>
                <a:cubicBezTo>
                  <a:pt x="241556" y="205118"/>
                  <a:pt x="245306" y="204081"/>
                  <a:pt x="249560" y="204081"/>
                </a:cubicBezTo>
                <a:cubicBezTo>
                  <a:pt x="254282" y="204081"/>
                  <a:pt x="258288" y="205292"/>
                  <a:pt x="261562" y="207713"/>
                </a:cubicBezTo>
                <a:cubicBezTo>
                  <a:pt x="264835" y="210135"/>
                  <a:pt x="267035" y="213501"/>
                  <a:pt x="268163" y="217812"/>
                </a:cubicBezTo>
                <a:lnTo>
                  <a:pt x="275874" y="217812"/>
                </a:lnTo>
                <a:cubicBezTo>
                  <a:pt x="274691" y="211373"/>
                  <a:pt x="271784" y="206292"/>
                  <a:pt x="267145" y="202568"/>
                </a:cubicBezTo>
                <a:cubicBezTo>
                  <a:pt x="262506" y="198844"/>
                  <a:pt x="256766" y="196982"/>
                  <a:pt x="249917" y="196982"/>
                </a:cubicBezTo>
                <a:cubicBezTo>
                  <a:pt x="244013" y="196982"/>
                  <a:pt x="238814" y="198293"/>
                  <a:pt x="234322" y="200926"/>
                </a:cubicBezTo>
                <a:cubicBezTo>
                  <a:pt x="229838" y="203558"/>
                  <a:pt x="226382" y="207264"/>
                  <a:pt x="223961" y="212052"/>
                </a:cubicBezTo>
                <a:cubicBezTo>
                  <a:pt x="221541" y="216840"/>
                  <a:pt x="220330" y="222334"/>
                  <a:pt x="220330" y="228534"/>
                </a:cubicBezTo>
                <a:cubicBezTo>
                  <a:pt x="220330" y="234734"/>
                  <a:pt x="221541" y="240302"/>
                  <a:pt x="223961" y="245062"/>
                </a:cubicBezTo>
                <a:cubicBezTo>
                  <a:pt x="226382" y="249823"/>
                  <a:pt x="229838" y="253510"/>
                  <a:pt x="234322" y="256142"/>
                </a:cubicBezTo>
                <a:cubicBezTo>
                  <a:pt x="238805" y="258775"/>
                  <a:pt x="244004" y="260086"/>
                  <a:pt x="249917" y="260086"/>
                </a:cubicBezTo>
                <a:cubicBezTo>
                  <a:pt x="256831" y="260086"/>
                  <a:pt x="262570" y="258224"/>
                  <a:pt x="267145" y="254501"/>
                </a:cubicBezTo>
                <a:cubicBezTo>
                  <a:pt x="271720" y="250777"/>
                  <a:pt x="274599" y="245695"/>
                  <a:pt x="275782" y="239256"/>
                </a:cubicBezTo>
                <a:lnTo>
                  <a:pt x="268071" y="239256"/>
                </a:lnTo>
                <a:cubicBezTo>
                  <a:pt x="266888" y="243631"/>
                  <a:pt x="264706" y="247007"/>
                  <a:pt x="261516" y="249401"/>
                </a:cubicBezTo>
                <a:cubicBezTo>
                  <a:pt x="258325" y="251795"/>
                  <a:pt x="254337" y="252987"/>
                  <a:pt x="249560" y="252987"/>
                </a:cubicBezTo>
                <a:cubicBezTo>
                  <a:pt x="245306" y="252987"/>
                  <a:pt x="241556" y="251951"/>
                  <a:pt x="238310" y="249887"/>
                </a:cubicBezTo>
                <a:cubicBezTo>
                  <a:pt x="235064" y="247823"/>
                  <a:pt x="232561" y="244925"/>
                  <a:pt x="230828" y="241201"/>
                </a:cubicBezTo>
                <a:cubicBezTo>
                  <a:pt x="229086" y="237477"/>
                  <a:pt x="228215" y="233258"/>
                  <a:pt x="228215" y="228525"/>
                </a:cubicBezTo>
                <a:cubicBezTo>
                  <a:pt x="228215" y="223792"/>
                  <a:pt x="229086" y="219499"/>
                  <a:pt x="230828" y="215812"/>
                </a:cubicBezTo>
                <a:cubicBezTo>
                  <a:pt x="232570" y="212125"/>
                  <a:pt x="235064" y="209245"/>
                  <a:pt x="238310" y="207172"/>
                </a:cubicBezTo>
                <a:close/>
                <a:moveTo>
                  <a:pt x="335580" y="197523"/>
                </a:moveTo>
                <a:lnTo>
                  <a:pt x="311925" y="259554"/>
                </a:lnTo>
                <a:lnTo>
                  <a:pt x="319892" y="259554"/>
                </a:lnTo>
                <a:lnTo>
                  <a:pt x="326448" y="242806"/>
                </a:lnTo>
                <a:lnTo>
                  <a:pt x="353467" y="242806"/>
                </a:lnTo>
                <a:lnTo>
                  <a:pt x="360023" y="259554"/>
                </a:lnTo>
                <a:lnTo>
                  <a:pt x="368256" y="259554"/>
                </a:lnTo>
                <a:lnTo>
                  <a:pt x="344693" y="197523"/>
                </a:lnTo>
                <a:lnTo>
                  <a:pt x="335570" y="197523"/>
                </a:lnTo>
                <a:close/>
                <a:moveTo>
                  <a:pt x="328758" y="235808"/>
                </a:moveTo>
                <a:lnTo>
                  <a:pt x="339916" y="205943"/>
                </a:lnTo>
                <a:lnTo>
                  <a:pt x="351166" y="235808"/>
                </a:lnTo>
                <a:lnTo>
                  <a:pt x="328749" y="235808"/>
                </a:lnTo>
                <a:close/>
                <a:moveTo>
                  <a:pt x="725437" y="197523"/>
                </a:moveTo>
                <a:lnTo>
                  <a:pt x="717736" y="197523"/>
                </a:lnTo>
                <a:lnTo>
                  <a:pt x="717736" y="259554"/>
                </a:lnTo>
                <a:lnTo>
                  <a:pt x="753704" y="259554"/>
                </a:lnTo>
                <a:lnTo>
                  <a:pt x="753704" y="252464"/>
                </a:lnTo>
                <a:lnTo>
                  <a:pt x="725446" y="252464"/>
                </a:lnTo>
                <a:lnTo>
                  <a:pt x="725446" y="197523"/>
                </a:lnTo>
                <a:close/>
                <a:moveTo>
                  <a:pt x="250953" y="2119"/>
                </a:moveTo>
                <a:lnTo>
                  <a:pt x="225566" y="2119"/>
                </a:lnTo>
                <a:lnTo>
                  <a:pt x="225566" y="164677"/>
                </a:lnTo>
                <a:lnTo>
                  <a:pt x="250953" y="164677"/>
                </a:lnTo>
                <a:lnTo>
                  <a:pt x="250953" y="2119"/>
                </a:lnTo>
                <a:close/>
                <a:moveTo>
                  <a:pt x="80592" y="62692"/>
                </a:moveTo>
                <a:lnTo>
                  <a:pt x="80592" y="164687"/>
                </a:lnTo>
                <a:cubicBezTo>
                  <a:pt x="80592" y="164687"/>
                  <a:pt x="106732" y="164687"/>
                  <a:pt x="106732" y="164687"/>
                </a:cubicBezTo>
                <a:lnTo>
                  <a:pt x="106713" y="62692"/>
                </a:lnTo>
                <a:cubicBezTo>
                  <a:pt x="106713" y="50282"/>
                  <a:pt x="102707" y="38523"/>
                  <a:pt x="95124" y="28700"/>
                </a:cubicBezTo>
                <a:lnTo>
                  <a:pt x="93648" y="26792"/>
                </a:lnTo>
                <a:lnTo>
                  <a:pt x="92172" y="28700"/>
                </a:lnTo>
                <a:cubicBezTo>
                  <a:pt x="84589" y="38523"/>
                  <a:pt x="80583" y="50273"/>
                  <a:pt x="80583" y="62692"/>
                </a:cubicBezTo>
                <a:close/>
                <a:moveTo>
                  <a:pt x="47273" y="2119"/>
                </a:moveTo>
                <a:lnTo>
                  <a:pt x="0" y="2119"/>
                </a:lnTo>
                <a:lnTo>
                  <a:pt x="0" y="26792"/>
                </a:lnTo>
                <a:lnTo>
                  <a:pt x="93648" y="26792"/>
                </a:lnTo>
                <a:lnTo>
                  <a:pt x="91328" y="23793"/>
                </a:lnTo>
                <a:cubicBezTo>
                  <a:pt x="80693" y="10025"/>
                  <a:pt x="64629" y="2119"/>
                  <a:pt x="47273" y="2119"/>
                </a:cubicBezTo>
                <a:close/>
                <a:moveTo>
                  <a:pt x="95968" y="23793"/>
                </a:moveTo>
                <a:lnTo>
                  <a:pt x="93648" y="26792"/>
                </a:lnTo>
                <a:lnTo>
                  <a:pt x="187296" y="26792"/>
                </a:lnTo>
                <a:lnTo>
                  <a:pt x="187296" y="2119"/>
                </a:lnTo>
                <a:lnTo>
                  <a:pt x="140023" y="2119"/>
                </a:lnTo>
                <a:cubicBezTo>
                  <a:pt x="122657" y="2119"/>
                  <a:pt x="106603" y="10016"/>
                  <a:pt x="95958" y="23793"/>
                </a:cubicBezTo>
                <a:close/>
                <a:moveTo>
                  <a:pt x="514844" y="164677"/>
                </a:moveTo>
                <a:lnTo>
                  <a:pt x="540232" y="164677"/>
                </a:lnTo>
                <a:lnTo>
                  <a:pt x="540232" y="2119"/>
                </a:lnTo>
                <a:lnTo>
                  <a:pt x="514844" y="2119"/>
                </a:lnTo>
                <a:lnTo>
                  <a:pt x="514844" y="164677"/>
                </a:lnTo>
                <a:close/>
                <a:moveTo>
                  <a:pt x="495205" y="259554"/>
                </a:moveTo>
                <a:lnTo>
                  <a:pt x="502915" y="259554"/>
                </a:lnTo>
                <a:lnTo>
                  <a:pt x="502915" y="197523"/>
                </a:lnTo>
                <a:lnTo>
                  <a:pt x="495205" y="197523"/>
                </a:lnTo>
                <a:lnTo>
                  <a:pt x="495205" y="259554"/>
                </a:lnTo>
                <a:close/>
                <a:moveTo>
                  <a:pt x="544816" y="204613"/>
                </a:moveTo>
                <a:lnTo>
                  <a:pt x="564923" y="204613"/>
                </a:lnTo>
                <a:lnTo>
                  <a:pt x="564923" y="259554"/>
                </a:lnTo>
                <a:lnTo>
                  <a:pt x="572633" y="259554"/>
                </a:lnTo>
                <a:lnTo>
                  <a:pt x="572633" y="204613"/>
                </a:lnTo>
                <a:lnTo>
                  <a:pt x="592740" y="204613"/>
                </a:lnTo>
                <a:lnTo>
                  <a:pt x="592740" y="197523"/>
                </a:lnTo>
                <a:lnTo>
                  <a:pt x="544816" y="197523"/>
                </a:lnTo>
                <a:lnTo>
                  <a:pt x="544816" y="204613"/>
                </a:lnTo>
                <a:close/>
                <a:moveTo>
                  <a:pt x="287389" y="2119"/>
                </a:moveTo>
                <a:cubicBezTo>
                  <a:pt x="287389" y="2119"/>
                  <a:pt x="335680" y="117220"/>
                  <a:pt x="345234" y="140105"/>
                </a:cubicBezTo>
                <a:cubicBezTo>
                  <a:pt x="356374" y="166796"/>
                  <a:pt x="374464" y="166796"/>
                  <a:pt x="381413" y="166796"/>
                </a:cubicBezTo>
                <a:lnTo>
                  <a:pt x="382899" y="166796"/>
                </a:lnTo>
                <a:lnTo>
                  <a:pt x="316692" y="2119"/>
                </a:lnTo>
                <a:lnTo>
                  <a:pt x="287389" y="2119"/>
                </a:lnTo>
                <a:close/>
                <a:moveTo>
                  <a:pt x="443549" y="199871"/>
                </a:moveTo>
                <a:cubicBezTo>
                  <a:pt x="440413" y="198303"/>
                  <a:pt x="436819" y="197523"/>
                  <a:pt x="432739" y="197523"/>
                </a:cubicBezTo>
                <a:lnTo>
                  <a:pt x="408910" y="197523"/>
                </a:lnTo>
                <a:lnTo>
                  <a:pt x="408910" y="259554"/>
                </a:lnTo>
                <a:lnTo>
                  <a:pt x="416621" y="259554"/>
                </a:lnTo>
                <a:lnTo>
                  <a:pt x="416621" y="235716"/>
                </a:lnTo>
                <a:lnTo>
                  <a:pt x="432748" y="235716"/>
                </a:lnTo>
                <a:cubicBezTo>
                  <a:pt x="436819" y="235716"/>
                  <a:pt x="440413" y="234936"/>
                  <a:pt x="443512" y="233368"/>
                </a:cubicBezTo>
                <a:cubicBezTo>
                  <a:pt x="446611" y="231799"/>
                  <a:pt x="449013" y="229571"/>
                  <a:pt x="450728" y="226681"/>
                </a:cubicBezTo>
                <a:cubicBezTo>
                  <a:pt x="452442" y="223783"/>
                  <a:pt x="453295" y="220417"/>
                  <a:pt x="453295" y="216583"/>
                </a:cubicBezTo>
                <a:cubicBezTo>
                  <a:pt x="453295" y="212749"/>
                  <a:pt x="452452" y="209392"/>
                  <a:pt x="450774" y="206521"/>
                </a:cubicBezTo>
                <a:cubicBezTo>
                  <a:pt x="449087" y="203659"/>
                  <a:pt x="446685" y="201439"/>
                  <a:pt x="443558" y="199871"/>
                </a:cubicBezTo>
                <a:close/>
                <a:moveTo>
                  <a:pt x="441779" y="225351"/>
                </a:moveTo>
                <a:cubicBezTo>
                  <a:pt x="439359" y="227534"/>
                  <a:pt x="436113" y="228635"/>
                  <a:pt x="432033" y="228635"/>
                </a:cubicBezTo>
                <a:lnTo>
                  <a:pt x="416621" y="228635"/>
                </a:lnTo>
                <a:lnTo>
                  <a:pt x="416621" y="204622"/>
                </a:lnTo>
                <a:lnTo>
                  <a:pt x="432125" y="204622"/>
                </a:lnTo>
                <a:cubicBezTo>
                  <a:pt x="436196" y="204622"/>
                  <a:pt x="439432" y="205705"/>
                  <a:pt x="441825" y="207860"/>
                </a:cubicBezTo>
                <a:cubicBezTo>
                  <a:pt x="444218" y="210015"/>
                  <a:pt x="445410" y="212923"/>
                  <a:pt x="445410" y="216592"/>
                </a:cubicBezTo>
                <a:cubicBezTo>
                  <a:pt x="445410" y="220261"/>
                  <a:pt x="444200" y="223178"/>
                  <a:pt x="441779" y="225361"/>
                </a:cubicBezTo>
                <a:close/>
                <a:moveTo>
                  <a:pt x="382889" y="166805"/>
                </a:moveTo>
                <a:lnTo>
                  <a:pt x="384375" y="166805"/>
                </a:lnTo>
                <a:cubicBezTo>
                  <a:pt x="391334" y="166805"/>
                  <a:pt x="409423" y="166805"/>
                  <a:pt x="420554" y="140114"/>
                </a:cubicBezTo>
                <a:cubicBezTo>
                  <a:pt x="430099" y="117230"/>
                  <a:pt x="478399" y="2128"/>
                  <a:pt x="478399" y="2128"/>
                </a:cubicBezTo>
                <a:lnTo>
                  <a:pt x="449096" y="2128"/>
                </a:lnTo>
                <a:lnTo>
                  <a:pt x="382889" y="166814"/>
                </a:lnTo>
                <a:close/>
                <a:moveTo>
                  <a:pt x="644368" y="197523"/>
                </a:moveTo>
                <a:lnTo>
                  <a:pt x="620714" y="259554"/>
                </a:lnTo>
                <a:lnTo>
                  <a:pt x="628690" y="259554"/>
                </a:lnTo>
                <a:lnTo>
                  <a:pt x="635246" y="242806"/>
                </a:lnTo>
                <a:lnTo>
                  <a:pt x="662266" y="242806"/>
                </a:lnTo>
                <a:lnTo>
                  <a:pt x="668821" y="259554"/>
                </a:lnTo>
                <a:lnTo>
                  <a:pt x="677055" y="259554"/>
                </a:lnTo>
                <a:lnTo>
                  <a:pt x="653491" y="197523"/>
                </a:lnTo>
                <a:lnTo>
                  <a:pt x="644368" y="197523"/>
                </a:lnTo>
                <a:close/>
                <a:moveTo>
                  <a:pt x="637547" y="235808"/>
                </a:moveTo>
                <a:lnTo>
                  <a:pt x="648705" y="205943"/>
                </a:lnTo>
                <a:lnTo>
                  <a:pt x="659955" y="235808"/>
                </a:lnTo>
                <a:lnTo>
                  <a:pt x="637538" y="235808"/>
                </a:lnTo>
                <a:close/>
              </a:path>
            </a:pathLst>
          </a:custGeom>
          <a:solidFill>
            <a:schemeClr val="bg1"/>
          </a:solidFill>
          <a:ln w="1061" cap="flat">
            <a:noFill/>
            <a:prstDash val="solid"/>
            <a:miter/>
          </a:ln>
        </p:spPr>
        <p:txBody>
          <a:bodyPr rtlCol="0" anchor="ctr"/>
          <a:lstStyle/>
          <a:p>
            <a:endParaRPr lang="pt-BR">
              <a:solidFill>
                <a:schemeClr val="bg1"/>
              </a:solidFill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1E210A61-F7AF-5C56-9539-494DD44ED880}"/>
              </a:ext>
            </a:extLst>
          </p:cNvPr>
          <p:cNvCxnSpPr/>
          <p:nvPr userDrawn="1"/>
        </p:nvCxnSpPr>
        <p:spPr>
          <a:xfrm>
            <a:off x="334963" y="185353"/>
            <a:ext cx="10415415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4137450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469">
          <p15:clr>
            <a:srgbClr val="FBAE40"/>
          </p15:clr>
        </p15:guide>
        <p15:guide id="2" orient="horz" pos="3974">
          <p15:clr>
            <a:srgbClr val="FBAE40"/>
          </p15:clr>
        </p15:guide>
        <p15:guide id="3" orient="horz" pos="232">
          <p15:clr>
            <a:srgbClr val="FBAE40"/>
          </p15:clr>
        </p15:guide>
        <p15:guide id="4" pos="211">
          <p15:clr>
            <a:srgbClr val="FBAE40"/>
          </p15:clr>
        </p15:guide>
        <p15:guide id="5" orient="horz" pos="4065">
          <p15:clr>
            <a:srgbClr val="FBAE40"/>
          </p15:clr>
        </p15:guide>
        <p15:guide id="6" orient="horz" pos="799">
          <p15:clr>
            <a:srgbClr val="FBAE40"/>
          </p15:clr>
        </p15:guide>
        <p15:guide id="7" orient="horz" pos="935">
          <p15:clr>
            <a:srgbClr val="FBAE40"/>
          </p15:clr>
        </p15:guide>
      </p15:sldGuideLst>
    </p:ext>
  </p:extLst>
</p:sldLayout>
</file>

<file path=ppt/slideLayouts/slideLayout1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| 6 Boxes - High Yie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132BCE3-A04F-8602-64F7-7623C7EAF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61763" y="6482556"/>
            <a:ext cx="295275" cy="1692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 sz="1100">
                <a:solidFill>
                  <a:schemeClr val="bg1"/>
                </a:solidFill>
                <a:latin typeface="Versos" panose="020B0503020204030204" pitchFamily="34" charset="0"/>
                <a:cs typeface="Versos" panose="020B0503020204030204" pitchFamily="34" charset="0"/>
              </a:defRPr>
            </a:lvl1pPr>
          </a:lstStyle>
          <a:p>
            <a:fld id="{77667D73-C69A-4DAA-9003-24A825D36FE9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B13D7C-5A47-B0DF-B518-26E79F5D2DB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63" y="368300"/>
            <a:ext cx="10183813" cy="4308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err="1"/>
              <a:t>Título</a:t>
            </a:r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401465E-A8CD-A3BA-BE2A-9597492FDC6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4963" y="6482556"/>
            <a:ext cx="10980000" cy="138499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900">
                <a:latin typeface="Versos Light" panose="020B0403020204030204" pitchFamily="34" charset="0"/>
              </a:defRPr>
            </a:lvl2pPr>
            <a:lvl3pPr>
              <a:defRPr sz="900">
                <a:latin typeface="Versos Light" panose="020B0403020204030204" pitchFamily="34" charset="0"/>
              </a:defRPr>
            </a:lvl3pPr>
            <a:lvl4pPr>
              <a:defRPr sz="900">
                <a:latin typeface="Versos Light" panose="020B0403020204030204" pitchFamily="34" charset="0"/>
              </a:defRPr>
            </a:lvl4pPr>
            <a:lvl5pPr>
              <a:defRPr sz="900">
                <a:latin typeface="Versos Light" panose="020B0403020204030204" pitchFamily="34" charset="0"/>
              </a:defRPr>
            </a:lvl5pPr>
          </a:lstStyle>
          <a:p>
            <a:pPr lvl="0"/>
            <a:r>
              <a:rPr lang="en-US"/>
              <a:t>Fonte:</a:t>
            </a:r>
            <a:endParaRPr lang="pt-BR"/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7F86D482-580C-D22A-58CC-10B9C4F7EDD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34963" y="1518527"/>
            <a:ext cx="3741737" cy="2313464"/>
          </a:xfrm>
          <a:prstGeom prst="rect">
            <a:avLst/>
          </a:prstGeom>
          <a:ln>
            <a:solidFill>
              <a:schemeClr val="accent4"/>
            </a:solidFill>
          </a:ln>
        </p:spPr>
        <p:txBody>
          <a:bodyPr lIns="36000" tIns="36000" rIns="36000" bIns="36000"/>
          <a:lstStyle>
            <a:lvl1pPr marL="0" indent="0">
              <a:buNone/>
              <a:defRPr sz="120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Picture 8">
            <a:extLst>
              <a:ext uri="{FF2B5EF4-FFF2-40B4-BE49-F238E27FC236}">
                <a16:creationId xmlns:a16="http://schemas.microsoft.com/office/drawing/2014/main" id="{57BCE67C-64C7-2D0C-0DC2-7A4B4CC314E0}"/>
              </a:ext>
            </a:extLst>
          </p:cNvPr>
          <p:cNvSpPr/>
          <p:nvPr userDrawn="1"/>
        </p:nvSpPr>
        <p:spPr>
          <a:xfrm>
            <a:off x="11091186" y="377178"/>
            <a:ext cx="765852" cy="260086"/>
          </a:xfrm>
          <a:custGeom>
            <a:avLst/>
            <a:gdLst>
              <a:gd name="connsiteX0" fmla="*/ 739575 w 765852"/>
              <a:gd name="connsiteY0" fmla="*/ 143884 h 260086"/>
              <a:gd name="connsiteX1" fmla="*/ 765852 w 765852"/>
              <a:gd name="connsiteY1" fmla="*/ 83403 h 260086"/>
              <a:gd name="connsiteX2" fmla="*/ 739575 w 765852"/>
              <a:gd name="connsiteY2" fmla="*/ 22921 h 260086"/>
              <a:gd name="connsiteX3" fmla="*/ 672177 w 765852"/>
              <a:gd name="connsiteY3" fmla="*/ 0 h 260086"/>
              <a:gd name="connsiteX4" fmla="*/ 604779 w 765852"/>
              <a:gd name="connsiteY4" fmla="*/ 22921 h 260086"/>
              <a:gd name="connsiteX5" fmla="*/ 578501 w 765852"/>
              <a:gd name="connsiteY5" fmla="*/ 83403 h 260086"/>
              <a:gd name="connsiteX6" fmla="*/ 604779 w 765852"/>
              <a:gd name="connsiteY6" fmla="*/ 143884 h 260086"/>
              <a:gd name="connsiteX7" fmla="*/ 672177 w 765852"/>
              <a:gd name="connsiteY7" fmla="*/ 166805 h 260086"/>
              <a:gd name="connsiteX8" fmla="*/ 739575 w 765852"/>
              <a:gd name="connsiteY8" fmla="*/ 143884 h 260086"/>
              <a:gd name="connsiteX9" fmla="*/ 604595 w 765852"/>
              <a:gd name="connsiteY9" fmla="*/ 83403 h 260086"/>
              <a:gd name="connsiteX10" fmla="*/ 622611 w 765852"/>
              <a:gd name="connsiteY10" fmla="*/ 41871 h 260086"/>
              <a:gd name="connsiteX11" fmla="*/ 672177 w 765852"/>
              <a:gd name="connsiteY11" fmla="*/ 25719 h 260086"/>
              <a:gd name="connsiteX12" fmla="*/ 721742 w 765852"/>
              <a:gd name="connsiteY12" fmla="*/ 41871 h 260086"/>
              <a:gd name="connsiteX13" fmla="*/ 739759 w 765852"/>
              <a:gd name="connsiteY13" fmla="*/ 83403 h 260086"/>
              <a:gd name="connsiteX14" fmla="*/ 721742 w 765852"/>
              <a:gd name="connsiteY14" fmla="*/ 124934 h 260086"/>
              <a:gd name="connsiteX15" fmla="*/ 672177 w 765852"/>
              <a:gd name="connsiteY15" fmla="*/ 141077 h 260086"/>
              <a:gd name="connsiteX16" fmla="*/ 622611 w 765852"/>
              <a:gd name="connsiteY16" fmla="*/ 124934 h 260086"/>
              <a:gd name="connsiteX17" fmla="*/ 604595 w 765852"/>
              <a:gd name="connsiteY17" fmla="*/ 83403 h 260086"/>
              <a:gd name="connsiteX18" fmla="*/ 238310 w 765852"/>
              <a:gd name="connsiteY18" fmla="*/ 207181 h 260086"/>
              <a:gd name="connsiteX19" fmla="*/ 249560 w 765852"/>
              <a:gd name="connsiteY19" fmla="*/ 204081 h 260086"/>
              <a:gd name="connsiteX20" fmla="*/ 261562 w 765852"/>
              <a:gd name="connsiteY20" fmla="*/ 207713 h 260086"/>
              <a:gd name="connsiteX21" fmla="*/ 268163 w 765852"/>
              <a:gd name="connsiteY21" fmla="*/ 217812 h 260086"/>
              <a:gd name="connsiteX22" fmla="*/ 275874 w 765852"/>
              <a:gd name="connsiteY22" fmla="*/ 217812 h 260086"/>
              <a:gd name="connsiteX23" fmla="*/ 267145 w 765852"/>
              <a:gd name="connsiteY23" fmla="*/ 202568 h 260086"/>
              <a:gd name="connsiteX24" fmla="*/ 249917 w 765852"/>
              <a:gd name="connsiteY24" fmla="*/ 196982 h 260086"/>
              <a:gd name="connsiteX25" fmla="*/ 234322 w 765852"/>
              <a:gd name="connsiteY25" fmla="*/ 200926 h 260086"/>
              <a:gd name="connsiteX26" fmla="*/ 223961 w 765852"/>
              <a:gd name="connsiteY26" fmla="*/ 212052 h 260086"/>
              <a:gd name="connsiteX27" fmla="*/ 220330 w 765852"/>
              <a:gd name="connsiteY27" fmla="*/ 228534 h 260086"/>
              <a:gd name="connsiteX28" fmla="*/ 223961 w 765852"/>
              <a:gd name="connsiteY28" fmla="*/ 245062 h 260086"/>
              <a:gd name="connsiteX29" fmla="*/ 234322 w 765852"/>
              <a:gd name="connsiteY29" fmla="*/ 256142 h 260086"/>
              <a:gd name="connsiteX30" fmla="*/ 249917 w 765852"/>
              <a:gd name="connsiteY30" fmla="*/ 260086 h 260086"/>
              <a:gd name="connsiteX31" fmla="*/ 267145 w 765852"/>
              <a:gd name="connsiteY31" fmla="*/ 254501 h 260086"/>
              <a:gd name="connsiteX32" fmla="*/ 275782 w 765852"/>
              <a:gd name="connsiteY32" fmla="*/ 239256 h 260086"/>
              <a:gd name="connsiteX33" fmla="*/ 268071 w 765852"/>
              <a:gd name="connsiteY33" fmla="*/ 239256 h 260086"/>
              <a:gd name="connsiteX34" fmla="*/ 261516 w 765852"/>
              <a:gd name="connsiteY34" fmla="*/ 249401 h 260086"/>
              <a:gd name="connsiteX35" fmla="*/ 249560 w 765852"/>
              <a:gd name="connsiteY35" fmla="*/ 252987 h 260086"/>
              <a:gd name="connsiteX36" fmla="*/ 238310 w 765852"/>
              <a:gd name="connsiteY36" fmla="*/ 249887 h 260086"/>
              <a:gd name="connsiteX37" fmla="*/ 230828 w 765852"/>
              <a:gd name="connsiteY37" fmla="*/ 241201 h 260086"/>
              <a:gd name="connsiteX38" fmla="*/ 228215 w 765852"/>
              <a:gd name="connsiteY38" fmla="*/ 228525 h 260086"/>
              <a:gd name="connsiteX39" fmla="*/ 230828 w 765852"/>
              <a:gd name="connsiteY39" fmla="*/ 215812 h 260086"/>
              <a:gd name="connsiteX40" fmla="*/ 238310 w 765852"/>
              <a:gd name="connsiteY40" fmla="*/ 207172 h 260086"/>
              <a:gd name="connsiteX41" fmla="*/ 335580 w 765852"/>
              <a:gd name="connsiteY41" fmla="*/ 197523 h 260086"/>
              <a:gd name="connsiteX42" fmla="*/ 311925 w 765852"/>
              <a:gd name="connsiteY42" fmla="*/ 259554 h 260086"/>
              <a:gd name="connsiteX43" fmla="*/ 319892 w 765852"/>
              <a:gd name="connsiteY43" fmla="*/ 259554 h 260086"/>
              <a:gd name="connsiteX44" fmla="*/ 326448 w 765852"/>
              <a:gd name="connsiteY44" fmla="*/ 242806 h 260086"/>
              <a:gd name="connsiteX45" fmla="*/ 353467 w 765852"/>
              <a:gd name="connsiteY45" fmla="*/ 242806 h 260086"/>
              <a:gd name="connsiteX46" fmla="*/ 360023 w 765852"/>
              <a:gd name="connsiteY46" fmla="*/ 259554 h 260086"/>
              <a:gd name="connsiteX47" fmla="*/ 368256 w 765852"/>
              <a:gd name="connsiteY47" fmla="*/ 259554 h 260086"/>
              <a:gd name="connsiteX48" fmla="*/ 344693 w 765852"/>
              <a:gd name="connsiteY48" fmla="*/ 197523 h 260086"/>
              <a:gd name="connsiteX49" fmla="*/ 335570 w 765852"/>
              <a:gd name="connsiteY49" fmla="*/ 197523 h 260086"/>
              <a:gd name="connsiteX50" fmla="*/ 328758 w 765852"/>
              <a:gd name="connsiteY50" fmla="*/ 235808 h 260086"/>
              <a:gd name="connsiteX51" fmla="*/ 339916 w 765852"/>
              <a:gd name="connsiteY51" fmla="*/ 205943 h 260086"/>
              <a:gd name="connsiteX52" fmla="*/ 351166 w 765852"/>
              <a:gd name="connsiteY52" fmla="*/ 235808 h 260086"/>
              <a:gd name="connsiteX53" fmla="*/ 328749 w 765852"/>
              <a:gd name="connsiteY53" fmla="*/ 235808 h 260086"/>
              <a:gd name="connsiteX54" fmla="*/ 725437 w 765852"/>
              <a:gd name="connsiteY54" fmla="*/ 197523 h 260086"/>
              <a:gd name="connsiteX55" fmla="*/ 717736 w 765852"/>
              <a:gd name="connsiteY55" fmla="*/ 197523 h 260086"/>
              <a:gd name="connsiteX56" fmla="*/ 717736 w 765852"/>
              <a:gd name="connsiteY56" fmla="*/ 259554 h 260086"/>
              <a:gd name="connsiteX57" fmla="*/ 753704 w 765852"/>
              <a:gd name="connsiteY57" fmla="*/ 259554 h 260086"/>
              <a:gd name="connsiteX58" fmla="*/ 753704 w 765852"/>
              <a:gd name="connsiteY58" fmla="*/ 252464 h 260086"/>
              <a:gd name="connsiteX59" fmla="*/ 725446 w 765852"/>
              <a:gd name="connsiteY59" fmla="*/ 252464 h 260086"/>
              <a:gd name="connsiteX60" fmla="*/ 725446 w 765852"/>
              <a:gd name="connsiteY60" fmla="*/ 197523 h 260086"/>
              <a:gd name="connsiteX61" fmla="*/ 250953 w 765852"/>
              <a:gd name="connsiteY61" fmla="*/ 2119 h 260086"/>
              <a:gd name="connsiteX62" fmla="*/ 225566 w 765852"/>
              <a:gd name="connsiteY62" fmla="*/ 2119 h 260086"/>
              <a:gd name="connsiteX63" fmla="*/ 225566 w 765852"/>
              <a:gd name="connsiteY63" fmla="*/ 164677 h 260086"/>
              <a:gd name="connsiteX64" fmla="*/ 250953 w 765852"/>
              <a:gd name="connsiteY64" fmla="*/ 164677 h 260086"/>
              <a:gd name="connsiteX65" fmla="*/ 250953 w 765852"/>
              <a:gd name="connsiteY65" fmla="*/ 2119 h 260086"/>
              <a:gd name="connsiteX66" fmla="*/ 80592 w 765852"/>
              <a:gd name="connsiteY66" fmla="*/ 62692 h 260086"/>
              <a:gd name="connsiteX67" fmla="*/ 80592 w 765852"/>
              <a:gd name="connsiteY67" fmla="*/ 164687 h 260086"/>
              <a:gd name="connsiteX68" fmla="*/ 106732 w 765852"/>
              <a:gd name="connsiteY68" fmla="*/ 164687 h 260086"/>
              <a:gd name="connsiteX69" fmla="*/ 106713 w 765852"/>
              <a:gd name="connsiteY69" fmla="*/ 62692 h 260086"/>
              <a:gd name="connsiteX70" fmla="*/ 95124 w 765852"/>
              <a:gd name="connsiteY70" fmla="*/ 28700 h 260086"/>
              <a:gd name="connsiteX71" fmla="*/ 93648 w 765852"/>
              <a:gd name="connsiteY71" fmla="*/ 26792 h 260086"/>
              <a:gd name="connsiteX72" fmla="*/ 92172 w 765852"/>
              <a:gd name="connsiteY72" fmla="*/ 28700 h 260086"/>
              <a:gd name="connsiteX73" fmla="*/ 80583 w 765852"/>
              <a:gd name="connsiteY73" fmla="*/ 62692 h 260086"/>
              <a:gd name="connsiteX74" fmla="*/ 47273 w 765852"/>
              <a:gd name="connsiteY74" fmla="*/ 2119 h 260086"/>
              <a:gd name="connsiteX75" fmla="*/ 0 w 765852"/>
              <a:gd name="connsiteY75" fmla="*/ 2119 h 260086"/>
              <a:gd name="connsiteX76" fmla="*/ 0 w 765852"/>
              <a:gd name="connsiteY76" fmla="*/ 26792 h 260086"/>
              <a:gd name="connsiteX77" fmla="*/ 93648 w 765852"/>
              <a:gd name="connsiteY77" fmla="*/ 26792 h 260086"/>
              <a:gd name="connsiteX78" fmla="*/ 91328 w 765852"/>
              <a:gd name="connsiteY78" fmla="*/ 23793 h 260086"/>
              <a:gd name="connsiteX79" fmla="*/ 47273 w 765852"/>
              <a:gd name="connsiteY79" fmla="*/ 2119 h 260086"/>
              <a:gd name="connsiteX80" fmla="*/ 95968 w 765852"/>
              <a:gd name="connsiteY80" fmla="*/ 23793 h 260086"/>
              <a:gd name="connsiteX81" fmla="*/ 93648 w 765852"/>
              <a:gd name="connsiteY81" fmla="*/ 26792 h 260086"/>
              <a:gd name="connsiteX82" fmla="*/ 187296 w 765852"/>
              <a:gd name="connsiteY82" fmla="*/ 26792 h 260086"/>
              <a:gd name="connsiteX83" fmla="*/ 187296 w 765852"/>
              <a:gd name="connsiteY83" fmla="*/ 2119 h 260086"/>
              <a:gd name="connsiteX84" fmla="*/ 140023 w 765852"/>
              <a:gd name="connsiteY84" fmla="*/ 2119 h 260086"/>
              <a:gd name="connsiteX85" fmla="*/ 95958 w 765852"/>
              <a:gd name="connsiteY85" fmla="*/ 23793 h 260086"/>
              <a:gd name="connsiteX86" fmla="*/ 514844 w 765852"/>
              <a:gd name="connsiteY86" fmla="*/ 164677 h 260086"/>
              <a:gd name="connsiteX87" fmla="*/ 540232 w 765852"/>
              <a:gd name="connsiteY87" fmla="*/ 164677 h 260086"/>
              <a:gd name="connsiteX88" fmla="*/ 540232 w 765852"/>
              <a:gd name="connsiteY88" fmla="*/ 2119 h 260086"/>
              <a:gd name="connsiteX89" fmla="*/ 514844 w 765852"/>
              <a:gd name="connsiteY89" fmla="*/ 2119 h 260086"/>
              <a:gd name="connsiteX90" fmla="*/ 514844 w 765852"/>
              <a:gd name="connsiteY90" fmla="*/ 164677 h 260086"/>
              <a:gd name="connsiteX91" fmla="*/ 495205 w 765852"/>
              <a:gd name="connsiteY91" fmla="*/ 259554 h 260086"/>
              <a:gd name="connsiteX92" fmla="*/ 502915 w 765852"/>
              <a:gd name="connsiteY92" fmla="*/ 259554 h 260086"/>
              <a:gd name="connsiteX93" fmla="*/ 502915 w 765852"/>
              <a:gd name="connsiteY93" fmla="*/ 197523 h 260086"/>
              <a:gd name="connsiteX94" fmla="*/ 495205 w 765852"/>
              <a:gd name="connsiteY94" fmla="*/ 197523 h 260086"/>
              <a:gd name="connsiteX95" fmla="*/ 495205 w 765852"/>
              <a:gd name="connsiteY95" fmla="*/ 259554 h 260086"/>
              <a:gd name="connsiteX96" fmla="*/ 544816 w 765852"/>
              <a:gd name="connsiteY96" fmla="*/ 204613 h 260086"/>
              <a:gd name="connsiteX97" fmla="*/ 564923 w 765852"/>
              <a:gd name="connsiteY97" fmla="*/ 204613 h 260086"/>
              <a:gd name="connsiteX98" fmla="*/ 564923 w 765852"/>
              <a:gd name="connsiteY98" fmla="*/ 259554 h 260086"/>
              <a:gd name="connsiteX99" fmla="*/ 572633 w 765852"/>
              <a:gd name="connsiteY99" fmla="*/ 259554 h 260086"/>
              <a:gd name="connsiteX100" fmla="*/ 572633 w 765852"/>
              <a:gd name="connsiteY100" fmla="*/ 204613 h 260086"/>
              <a:gd name="connsiteX101" fmla="*/ 592740 w 765852"/>
              <a:gd name="connsiteY101" fmla="*/ 204613 h 260086"/>
              <a:gd name="connsiteX102" fmla="*/ 592740 w 765852"/>
              <a:gd name="connsiteY102" fmla="*/ 197523 h 260086"/>
              <a:gd name="connsiteX103" fmla="*/ 544816 w 765852"/>
              <a:gd name="connsiteY103" fmla="*/ 197523 h 260086"/>
              <a:gd name="connsiteX104" fmla="*/ 544816 w 765852"/>
              <a:gd name="connsiteY104" fmla="*/ 204613 h 260086"/>
              <a:gd name="connsiteX105" fmla="*/ 287389 w 765852"/>
              <a:gd name="connsiteY105" fmla="*/ 2119 h 260086"/>
              <a:gd name="connsiteX106" fmla="*/ 345234 w 765852"/>
              <a:gd name="connsiteY106" fmla="*/ 140105 h 260086"/>
              <a:gd name="connsiteX107" fmla="*/ 381413 w 765852"/>
              <a:gd name="connsiteY107" fmla="*/ 166796 h 260086"/>
              <a:gd name="connsiteX108" fmla="*/ 382899 w 765852"/>
              <a:gd name="connsiteY108" fmla="*/ 166796 h 260086"/>
              <a:gd name="connsiteX109" fmla="*/ 316692 w 765852"/>
              <a:gd name="connsiteY109" fmla="*/ 2119 h 260086"/>
              <a:gd name="connsiteX110" fmla="*/ 287389 w 765852"/>
              <a:gd name="connsiteY110" fmla="*/ 2119 h 260086"/>
              <a:gd name="connsiteX111" fmla="*/ 443549 w 765852"/>
              <a:gd name="connsiteY111" fmla="*/ 199871 h 260086"/>
              <a:gd name="connsiteX112" fmla="*/ 432739 w 765852"/>
              <a:gd name="connsiteY112" fmla="*/ 197523 h 260086"/>
              <a:gd name="connsiteX113" fmla="*/ 408910 w 765852"/>
              <a:gd name="connsiteY113" fmla="*/ 197523 h 260086"/>
              <a:gd name="connsiteX114" fmla="*/ 408910 w 765852"/>
              <a:gd name="connsiteY114" fmla="*/ 259554 h 260086"/>
              <a:gd name="connsiteX115" fmla="*/ 416621 w 765852"/>
              <a:gd name="connsiteY115" fmla="*/ 259554 h 260086"/>
              <a:gd name="connsiteX116" fmla="*/ 416621 w 765852"/>
              <a:gd name="connsiteY116" fmla="*/ 235716 h 260086"/>
              <a:gd name="connsiteX117" fmla="*/ 432748 w 765852"/>
              <a:gd name="connsiteY117" fmla="*/ 235716 h 260086"/>
              <a:gd name="connsiteX118" fmla="*/ 443512 w 765852"/>
              <a:gd name="connsiteY118" fmla="*/ 233368 h 260086"/>
              <a:gd name="connsiteX119" fmla="*/ 450728 w 765852"/>
              <a:gd name="connsiteY119" fmla="*/ 226681 h 260086"/>
              <a:gd name="connsiteX120" fmla="*/ 453295 w 765852"/>
              <a:gd name="connsiteY120" fmla="*/ 216583 h 260086"/>
              <a:gd name="connsiteX121" fmla="*/ 450774 w 765852"/>
              <a:gd name="connsiteY121" fmla="*/ 206521 h 260086"/>
              <a:gd name="connsiteX122" fmla="*/ 443558 w 765852"/>
              <a:gd name="connsiteY122" fmla="*/ 199871 h 260086"/>
              <a:gd name="connsiteX123" fmla="*/ 441779 w 765852"/>
              <a:gd name="connsiteY123" fmla="*/ 225351 h 260086"/>
              <a:gd name="connsiteX124" fmla="*/ 432033 w 765852"/>
              <a:gd name="connsiteY124" fmla="*/ 228635 h 260086"/>
              <a:gd name="connsiteX125" fmla="*/ 416621 w 765852"/>
              <a:gd name="connsiteY125" fmla="*/ 228635 h 260086"/>
              <a:gd name="connsiteX126" fmla="*/ 416621 w 765852"/>
              <a:gd name="connsiteY126" fmla="*/ 204622 h 260086"/>
              <a:gd name="connsiteX127" fmla="*/ 432125 w 765852"/>
              <a:gd name="connsiteY127" fmla="*/ 204622 h 260086"/>
              <a:gd name="connsiteX128" fmla="*/ 441825 w 765852"/>
              <a:gd name="connsiteY128" fmla="*/ 207860 h 260086"/>
              <a:gd name="connsiteX129" fmla="*/ 445410 w 765852"/>
              <a:gd name="connsiteY129" fmla="*/ 216592 h 260086"/>
              <a:gd name="connsiteX130" fmla="*/ 441779 w 765852"/>
              <a:gd name="connsiteY130" fmla="*/ 225361 h 260086"/>
              <a:gd name="connsiteX131" fmla="*/ 382889 w 765852"/>
              <a:gd name="connsiteY131" fmla="*/ 166805 h 260086"/>
              <a:gd name="connsiteX132" fmla="*/ 384375 w 765852"/>
              <a:gd name="connsiteY132" fmla="*/ 166805 h 260086"/>
              <a:gd name="connsiteX133" fmla="*/ 420554 w 765852"/>
              <a:gd name="connsiteY133" fmla="*/ 140114 h 260086"/>
              <a:gd name="connsiteX134" fmla="*/ 478399 w 765852"/>
              <a:gd name="connsiteY134" fmla="*/ 2128 h 260086"/>
              <a:gd name="connsiteX135" fmla="*/ 449096 w 765852"/>
              <a:gd name="connsiteY135" fmla="*/ 2128 h 260086"/>
              <a:gd name="connsiteX136" fmla="*/ 382889 w 765852"/>
              <a:gd name="connsiteY136" fmla="*/ 166814 h 260086"/>
              <a:gd name="connsiteX137" fmla="*/ 644368 w 765852"/>
              <a:gd name="connsiteY137" fmla="*/ 197523 h 260086"/>
              <a:gd name="connsiteX138" fmla="*/ 620714 w 765852"/>
              <a:gd name="connsiteY138" fmla="*/ 259554 h 260086"/>
              <a:gd name="connsiteX139" fmla="*/ 628690 w 765852"/>
              <a:gd name="connsiteY139" fmla="*/ 259554 h 260086"/>
              <a:gd name="connsiteX140" fmla="*/ 635246 w 765852"/>
              <a:gd name="connsiteY140" fmla="*/ 242806 h 260086"/>
              <a:gd name="connsiteX141" fmla="*/ 662266 w 765852"/>
              <a:gd name="connsiteY141" fmla="*/ 242806 h 260086"/>
              <a:gd name="connsiteX142" fmla="*/ 668821 w 765852"/>
              <a:gd name="connsiteY142" fmla="*/ 259554 h 260086"/>
              <a:gd name="connsiteX143" fmla="*/ 677055 w 765852"/>
              <a:gd name="connsiteY143" fmla="*/ 259554 h 260086"/>
              <a:gd name="connsiteX144" fmla="*/ 653491 w 765852"/>
              <a:gd name="connsiteY144" fmla="*/ 197523 h 260086"/>
              <a:gd name="connsiteX145" fmla="*/ 644368 w 765852"/>
              <a:gd name="connsiteY145" fmla="*/ 197523 h 260086"/>
              <a:gd name="connsiteX146" fmla="*/ 637547 w 765852"/>
              <a:gd name="connsiteY146" fmla="*/ 235808 h 260086"/>
              <a:gd name="connsiteX147" fmla="*/ 648705 w 765852"/>
              <a:gd name="connsiteY147" fmla="*/ 205943 h 260086"/>
              <a:gd name="connsiteX148" fmla="*/ 659955 w 765852"/>
              <a:gd name="connsiteY148" fmla="*/ 235808 h 260086"/>
              <a:gd name="connsiteX149" fmla="*/ 637538 w 765852"/>
              <a:gd name="connsiteY149" fmla="*/ 235808 h 260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</a:cxnLst>
            <a:rect l="l" t="t" r="r" b="b"/>
            <a:pathLst>
              <a:path w="765852" h="260086">
                <a:moveTo>
                  <a:pt x="739575" y="143884"/>
                </a:moveTo>
                <a:cubicBezTo>
                  <a:pt x="756519" y="128906"/>
                  <a:pt x="765852" y="107425"/>
                  <a:pt x="765852" y="83403"/>
                </a:cubicBezTo>
                <a:cubicBezTo>
                  <a:pt x="765852" y="59381"/>
                  <a:pt x="756519" y="37899"/>
                  <a:pt x="739575" y="22921"/>
                </a:cubicBezTo>
                <a:cubicBezTo>
                  <a:pt x="722613" y="7925"/>
                  <a:pt x="699307" y="0"/>
                  <a:pt x="672177" y="0"/>
                </a:cubicBezTo>
                <a:cubicBezTo>
                  <a:pt x="645047" y="0"/>
                  <a:pt x="621740" y="7925"/>
                  <a:pt x="604779" y="22921"/>
                </a:cubicBezTo>
                <a:cubicBezTo>
                  <a:pt x="587835" y="37899"/>
                  <a:pt x="578501" y="59381"/>
                  <a:pt x="578501" y="83403"/>
                </a:cubicBezTo>
                <a:cubicBezTo>
                  <a:pt x="578501" y="107425"/>
                  <a:pt x="587835" y="128906"/>
                  <a:pt x="604779" y="143884"/>
                </a:cubicBezTo>
                <a:cubicBezTo>
                  <a:pt x="621740" y="158881"/>
                  <a:pt x="645047" y="166805"/>
                  <a:pt x="672177" y="166805"/>
                </a:cubicBezTo>
                <a:cubicBezTo>
                  <a:pt x="699307" y="166805"/>
                  <a:pt x="722613" y="158881"/>
                  <a:pt x="739575" y="143884"/>
                </a:cubicBezTo>
                <a:close/>
                <a:moveTo>
                  <a:pt x="604595" y="83403"/>
                </a:moveTo>
                <a:cubicBezTo>
                  <a:pt x="604595" y="66489"/>
                  <a:pt x="610821" y="52135"/>
                  <a:pt x="622611" y="41871"/>
                </a:cubicBezTo>
                <a:cubicBezTo>
                  <a:pt x="634751" y="31305"/>
                  <a:pt x="651887" y="25719"/>
                  <a:pt x="672177" y="25719"/>
                </a:cubicBezTo>
                <a:cubicBezTo>
                  <a:pt x="692467" y="25719"/>
                  <a:pt x="709603" y="31305"/>
                  <a:pt x="721742" y="41871"/>
                </a:cubicBezTo>
                <a:cubicBezTo>
                  <a:pt x="733524" y="52126"/>
                  <a:pt x="739759" y="66489"/>
                  <a:pt x="739759" y="83403"/>
                </a:cubicBezTo>
                <a:cubicBezTo>
                  <a:pt x="739759" y="100316"/>
                  <a:pt x="733533" y="114671"/>
                  <a:pt x="721742" y="124934"/>
                </a:cubicBezTo>
                <a:cubicBezTo>
                  <a:pt x="709603" y="135501"/>
                  <a:pt x="692467" y="141077"/>
                  <a:pt x="672177" y="141077"/>
                </a:cubicBezTo>
                <a:cubicBezTo>
                  <a:pt x="651887" y="141077"/>
                  <a:pt x="634741" y="135491"/>
                  <a:pt x="622611" y="124934"/>
                </a:cubicBezTo>
                <a:cubicBezTo>
                  <a:pt x="610830" y="114671"/>
                  <a:pt x="604595" y="100316"/>
                  <a:pt x="604595" y="83403"/>
                </a:cubicBezTo>
                <a:close/>
                <a:moveTo>
                  <a:pt x="238310" y="207181"/>
                </a:moveTo>
                <a:cubicBezTo>
                  <a:pt x="241556" y="205118"/>
                  <a:pt x="245306" y="204081"/>
                  <a:pt x="249560" y="204081"/>
                </a:cubicBezTo>
                <a:cubicBezTo>
                  <a:pt x="254282" y="204081"/>
                  <a:pt x="258288" y="205292"/>
                  <a:pt x="261562" y="207713"/>
                </a:cubicBezTo>
                <a:cubicBezTo>
                  <a:pt x="264835" y="210135"/>
                  <a:pt x="267035" y="213501"/>
                  <a:pt x="268163" y="217812"/>
                </a:cubicBezTo>
                <a:lnTo>
                  <a:pt x="275874" y="217812"/>
                </a:lnTo>
                <a:cubicBezTo>
                  <a:pt x="274691" y="211373"/>
                  <a:pt x="271784" y="206292"/>
                  <a:pt x="267145" y="202568"/>
                </a:cubicBezTo>
                <a:cubicBezTo>
                  <a:pt x="262506" y="198844"/>
                  <a:pt x="256766" y="196982"/>
                  <a:pt x="249917" y="196982"/>
                </a:cubicBezTo>
                <a:cubicBezTo>
                  <a:pt x="244013" y="196982"/>
                  <a:pt x="238814" y="198293"/>
                  <a:pt x="234322" y="200926"/>
                </a:cubicBezTo>
                <a:cubicBezTo>
                  <a:pt x="229838" y="203558"/>
                  <a:pt x="226382" y="207264"/>
                  <a:pt x="223961" y="212052"/>
                </a:cubicBezTo>
                <a:cubicBezTo>
                  <a:pt x="221541" y="216840"/>
                  <a:pt x="220330" y="222334"/>
                  <a:pt x="220330" y="228534"/>
                </a:cubicBezTo>
                <a:cubicBezTo>
                  <a:pt x="220330" y="234734"/>
                  <a:pt x="221541" y="240302"/>
                  <a:pt x="223961" y="245062"/>
                </a:cubicBezTo>
                <a:cubicBezTo>
                  <a:pt x="226382" y="249823"/>
                  <a:pt x="229838" y="253510"/>
                  <a:pt x="234322" y="256142"/>
                </a:cubicBezTo>
                <a:cubicBezTo>
                  <a:pt x="238805" y="258775"/>
                  <a:pt x="244004" y="260086"/>
                  <a:pt x="249917" y="260086"/>
                </a:cubicBezTo>
                <a:cubicBezTo>
                  <a:pt x="256831" y="260086"/>
                  <a:pt x="262570" y="258224"/>
                  <a:pt x="267145" y="254501"/>
                </a:cubicBezTo>
                <a:cubicBezTo>
                  <a:pt x="271720" y="250777"/>
                  <a:pt x="274599" y="245695"/>
                  <a:pt x="275782" y="239256"/>
                </a:cubicBezTo>
                <a:lnTo>
                  <a:pt x="268071" y="239256"/>
                </a:lnTo>
                <a:cubicBezTo>
                  <a:pt x="266888" y="243631"/>
                  <a:pt x="264706" y="247007"/>
                  <a:pt x="261516" y="249401"/>
                </a:cubicBezTo>
                <a:cubicBezTo>
                  <a:pt x="258325" y="251795"/>
                  <a:pt x="254337" y="252987"/>
                  <a:pt x="249560" y="252987"/>
                </a:cubicBezTo>
                <a:cubicBezTo>
                  <a:pt x="245306" y="252987"/>
                  <a:pt x="241556" y="251951"/>
                  <a:pt x="238310" y="249887"/>
                </a:cubicBezTo>
                <a:cubicBezTo>
                  <a:pt x="235064" y="247823"/>
                  <a:pt x="232561" y="244925"/>
                  <a:pt x="230828" y="241201"/>
                </a:cubicBezTo>
                <a:cubicBezTo>
                  <a:pt x="229086" y="237477"/>
                  <a:pt x="228215" y="233258"/>
                  <a:pt x="228215" y="228525"/>
                </a:cubicBezTo>
                <a:cubicBezTo>
                  <a:pt x="228215" y="223792"/>
                  <a:pt x="229086" y="219499"/>
                  <a:pt x="230828" y="215812"/>
                </a:cubicBezTo>
                <a:cubicBezTo>
                  <a:pt x="232570" y="212125"/>
                  <a:pt x="235064" y="209245"/>
                  <a:pt x="238310" y="207172"/>
                </a:cubicBezTo>
                <a:close/>
                <a:moveTo>
                  <a:pt x="335580" y="197523"/>
                </a:moveTo>
                <a:lnTo>
                  <a:pt x="311925" y="259554"/>
                </a:lnTo>
                <a:lnTo>
                  <a:pt x="319892" y="259554"/>
                </a:lnTo>
                <a:lnTo>
                  <a:pt x="326448" y="242806"/>
                </a:lnTo>
                <a:lnTo>
                  <a:pt x="353467" y="242806"/>
                </a:lnTo>
                <a:lnTo>
                  <a:pt x="360023" y="259554"/>
                </a:lnTo>
                <a:lnTo>
                  <a:pt x="368256" y="259554"/>
                </a:lnTo>
                <a:lnTo>
                  <a:pt x="344693" y="197523"/>
                </a:lnTo>
                <a:lnTo>
                  <a:pt x="335570" y="197523"/>
                </a:lnTo>
                <a:close/>
                <a:moveTo>
                  <a:pt x="328758" y="235808"/>
                </a:moveTo>
                <a:lnTo>
                  <a:pt x="339916" y="205943"/>
                </a:lnTo>
                <a:lnTo>
                  <a:pt x="351166" y="235808"/>
                </a:lnTo>
                <a:lnTo>
                  <a:pt x="328749" y="235808"/>
                </a:lnTo>
                <a:close/>
                <a:moveTo>
                  <a:pt x="725437" y="197523"/>
                </a:moveTo>
                <a:lnTo>
                  <a:pt x="717736" y="197523"/>
                </a:lnTo>
                <a:lnTo>
                  <a:pt x="717736" y="259554"/>
                </a:lnTo>
                <a:lnTo>
                  <a:pt x="753704" y="259554"/>
                </a:lnTo>
                <a:lnTo>
                  <a:pt x="753704" y="252464"/>
                </a:lnTo>
                <a:lnTo>
                  <a:pt x="725446" y="252464"/>
                </a:lnTo>
                <a:lnTo>
                  <a:pt x="725446" y="197523"/>
                </a:lnTo>
                <a:close/>
                <a:moveTo>
                  <a:pt x="250953" y="2119"/>
                </a:moveTo>
                <a:lnTo>
                  <a:pt x="225566" y="2119"/>
                </a:lnTo>
                <a:lnTo>
                  <a:pt x="225566" y="164677"/>
                </a:lnTo>
                <a:lnTo>
                  <a:pt x="250953" y="164677"/>
                </a:lnTo>
                <a:lnTo>
                  <a:pt x="250953" y="2119"/>
                </a:lnTo>
                <a:close/>
                <a:moveTo>
                  <a:pt x="80592" y="62692"/>
                </a:moveTo>
                <a:lnTo>
                  <a:pt x="80592" y="164687"/>
                </a:lnTo>
                <a:cubicBezTo>
                  <a:pt x="80592" y="164687"/>
                  <a:pt x="106732" y="164687"/>
                  <a:pt x="106732" y="164687"/>
                </a:cubicBezTo>
                <a:lnTo>
                  <a:pt x="106713" y="62692"/>
                </a:lnTo>
                <a:cubicBezTo>
                  <a:pt x="106713" y="50282"/>
                  <a:pt x="102707" y="38523"/>
                  <a:pt x="95124" y="28700"/>
                </a:cubicBezTo>
                <a:lnTo>
                  <a:pt x="93648" y="26792"/>
                </a:lnTo>
                <a:lnTo>
                  <a:pt x="92172" y="28700"/>
                </a:lnTo>
                <a:cubicBezTo>
                  <a:pt x="84589" y="38523"/>
                  <a:pt x="80583" y="50273"/>
                  <a:pt x="80583" y="62692"/>
                </a:cubicBezTo>
                <a:close/>
                <a:moveTo>
                  <a:pt x="47273" y="2119"/>
                </a:moveTo>
                <a:lnTo>
                  <a:pt x="0" y="2119"/>
                </a:lnTo>
                <a:lnTo>
                  <a:pt x="0" y="26792"/>
                </a:lnTo>
                <a:lnTo>
                  <a:pt x="93648" y="26792"/>
                </a:lnTo>
                <a:lnTo>
                  <a:pt x="91328" y="23793"/>
                </a:lnTo>
                <a:cubicBezTo>
                  <a:pt x="80693" y="10025"/>
                  <a:pt x="64629" y="2119"/>
                  <a:pt x="47273" y="2119"/>
                </a:cubicBezTo>
                <a:close/>
                <a:moveTo>
                  <a:pt x="95968" y="23793"/>
                </a:moveTo>
                <a:lnTo>
                  <a:pt x="93648" y="26792"/>
                </a:lnTo>
                <a:lnTo>
                  <a:pt x="187296" y="26792"/>
                </a:lnTo>
                <a:lnTo>
                  <a:pt x="187296" y="2119"/>
                </a:lnTo>
                <a:lnTo>
                  <a:pt x="140023" y="2119"/>
                </a:lnTo>
                <a:cubicBezTo>
                  <a:pt x="122657" y="2119"/>
                  <a:pt x="106603" y="10016"/>
                  <a:pt x="95958" y="23793"/>
                </a:cubicBezTo>
                <a:close/>
                <a:moveTo>
                  <a:pt x="514844" y="164677"/>
                </a:moveTo>
                <a:lnTo>
                  <a:pt x="540232" y="164677"/>
                </a:lnTo>
                <a:lnTo>
                  <a:pt x="540232" y="2119"/>
                </a:lnTo>
                <a:lnTo>
                  <a:pt x="514844" y="2119"/>
                </a:lnTo>
                <a:lnTo>
                  <a:pt x="514844" y="164677"/>
                </a:lnTo>
                <a:close/>
                <a:moveTo>
                  <a:pt x="495205" y="259554"/>
                </a:moveTo>
                <a:lnTo>
                  <a:pt x="502915" y="259554"/>
                </a:lnTo>
                <a:lnTo>
                  <a:pt x="502915" y="197523"/>
                </a:lnTo>
                <a:lnTo>
                  <a:pt x="495205" y="197523"/>
                </a:lnTo>
                <a:lnTo>
                  <a:pt x="495205" y="259554"/>
                </a:lnTo>
                <a:close/>
                <a:moveTo>
                  <a:pt x="544816" y="204613"/>
                </a:moveTo>
                <a:lnTo>
                  <a:pt x="564923" y="204613"/>
                </a:lnTo>
                <a:lnTo>
                  <a:pt x="564923" y="259554"/>
                </a:lnTo>
                <a:lnTo>
                  <a:pt x="572633" y="259554"/>
                </a:lnTo>
                <a:lnTo>
                  <a:pt x="572633" y="204613"/>
                </a:lnTo>
                <a:lnTo>
                  <a:pt x="592740" y="204613"/>
                </a:lnTo>
                <a:lnTo>
                  <a:pt x="592740" y="197523"/>
                </a:lnTo>
                <a:lnTo>
                  <a:pt x="544816" y="197523"/>
                </a:lnTo>
                <a:lnTo>
                  <a:pt x="544816" y="204613"/>
                </a:lnTo>
                <a:close/>
                <a:moveTo>
                  <a:pt x="287389" y="2119"/>
                </a:moveTo>
                <a:cubicBezTo>
                  <a:pt x="287389" y="2119"/>
                  <a:pt x="335680" y="117220"/>
                  <a:pt x="345234" y="140105"/>
                </a:cubicBezTo>
                <a:cubicBezTo>
                  <a:pt x="356374" y="166796"/>
                  <a:pt x="374464" y="166796"/>
                  <a:pt x="381413" y="166796"/>
                </a:cubicBezTo>
                <a:lnTo>
                  <a:pt x="382899" y="166796"/>
                </a:lnTo>
                <a:lnTo>
                  <a:pt x="316692" y="2119"/>
                </a:lnTo>
                <a:lnTo>
                  <a:pt x="287389" y="2119"/>
                </a:lnTo>
                <a:close/>
                <a:moveTo>
                  <a:pt x="443549" y="199871"/>
                </a:moveTo>
                <a:cubicBezTo>
                  <a:pt x="440413" y="198303"/>
                  <a:pt x="436819" y="197523"/>
                  <a:pt x="432739" y="197523"/>
                </a:cubicBezTo>
                <a:lnTo>
                  <a:pt x="408910" y="197523"/>
                </a:lnTo>
                <a:lnTo>
                  <a:pt x="408910" y="259554"/>
                </a:lnTo>
                <a:lnTo>
                  <a:pt x="416621" y="259554"/>
                </a:lnTo>
                <a:lnTo>
                  <a:pt x="416621" y="235716"/>
                </a:lnTo>
                <a:lnTo>
                  <a:pt x="432748" y="235716"/>
                </a:lnTo>
                <a:cubicBezTo>
                  <a:pt x="436819" y="235716"/>
                  <a:pt x="440413" y="234936"/>
                  <a:pt x="443512" y="233368"/>
                </a:cubicBezTo>
                <a:cubicBezTo>
                  <a:pt x="446611" y="231799"/>
                  <a:pt x="449013" y="229571"/>
                  <a:pt x="450728" y="226681"/>
                </a:cubicBezTo>
                <a:cubicBezTo>
                  <a:pt x="452442" y="223783"/>
                  <a:pt x="453295" y="220417"/>
                  <a:pt x="453295" y="216583"/>
                </a:cubicBezTo>
                <a:cubicBezTo>
                  <a:pt x="453295" y="212749"/>
                  <a:pt x="452452" y="209392"/>
                  <a:pt x="450774" y="206521"/>
                </a:cubicBezTo>
                <a:cubicBezTo>
                  <a:pt x="449087" y="203659"/>
                  <a:pt x="446685" y="201439"/>
                  <a:pt x="443558" y="199871"/>
                </a:cubicBezTo>
                <a:close/>
                <a:moveTo>
                  <a:pt x="441779" y="225351"/>
                </a:moveTo>
                <a:cubicBezTo>
                  <a:pt x="439359" y="227534"/>
                  <a:pt x="436113" y="228635"/>
                  <a:pt x="432033" y="228635"/>
                </a:cubicBezTo>
                <a:lnTo>
                  <a:pt x="416621" y="228635"/>
                </a:lnTo>
                <a:lnTo>
                  <a:pt x="416621" y="204622"/>
                </a:lnTo>
                <a:lnTo>
                  <a:pt x="432125" y="204622"/>
                </a:lnTo>
                <a:cubicBezTo>
                  <a:pt x="436196" y="204622"/>
                  <a:pt x="439432" y="205705"/>
                  <a:pt x="441825" y="207860"/>
                </a:cubicBezTo>
                <a:cubicBezTo>
                  <a:pt x="444218" y="210015"/>
                  <a:pt x="445410" y="212923"/>
                  <a:pt x="445410" y="216592"/>
                </a:cubicBezTo>
                <a:cubicBezTo>
                  <a:pt x="445410" y="220261"/>
                  <a:pt x="444200" y="223178"/>
                  <a:pt x="441779" y="225361"/>
                </a:cubicBezTo>
                <a:close/>
                <a:moveTo>
                  <a:pt x="382889" y="166805"/>
                </a:moveTo>
                <a:lnTo>
                  <a:pt x="384375" y="166805"/>
                </a:lnTo>
                <a:cubicBezTo>
                  <a:pt x="391334" y="166805"/>
                  <a:pt x="409423" y="166805"/>
                  <a:pt x="420554" y="140114"/>
                </a:cubicBezTo>
                <a:cubicBezTo>
                  <a:pt x="430099" y="117230"/>
                  <a:pt x="478399" y="2128"/>
                  <a:pt x="478399" y="2128"/>
                </a:cubicBezTo>
                <a:lnTo>
                  <a:pt x="449096" y="2128"/>
                </a:lnTo>
                <a:lnTo>
                  <a:pt x="382889" y="166814"/>
                </a:lnTo>
                <a:close/>
                <a:moveTo>
                  <a:pt x="644368" y="197523"/>
                </a:moveTo>
                <a:lnTo>
                  <a:pt x="620714" y="259554"/>
                </a:lnTo>
                <a:lnTo>
                  <a:pt x="628690" y="259554"/>
                </a:lnTo>
                <a:lnTo>
                  <a:pt x="635246" y="242806"/>
                </a:lnTo>
                <a:lnTo>
                  <a:pt x="662266" y="242806"/>
                </a:lnTo>
                <a:lnTo>
                  <a:pt x="668821" y="259554"/>
                </a:lnTo>
                <a:lnTo>
                  <a:pt x="677055" y="259554"/>
                </a:lnTo>
                <a:lnTo>
                  <a:pt x="653491" y="197523"/>
                </a:lnTo>
                <a:lnTo>
                  <a:pt x="644368" y="197523"/>
                </a:lnTo>
                <a:close/>
                <a:moveTo>
                  <a:pt x="637547" y="235808"/>
                </a:moveTo>
                <a:lnTo>
                  <a:pt x="648705" y="205943"/>
                </a:lnTo>
                <a:lnTo>
                  <a:pt x="659955" y="235808"/>
                </a:lnTo>
                <a:lnTo>
                  <a:pt x="637538" y="235808"/>
                </a:lnTo>
                <a:close/>
              </a:path>
            </a:pathLst>
          </a:custGeom>
          <a:solidFill>
            <a:schemeClr val="bg1"/>
          </a:solidFill>
          <a:ln w="1061" cap="flat">
            <a:noFill/>
            <a:prstDash val="solid"/>
            <a:miter/>
          </a:ln>
        </p:spPr>
        <p:txBody>
          <a:bodyPr rtlCol="0" anchor="ctr"/>
          <a:lstStyle/>
          <a:p>
            <a:endParaRPr lang="pt-BR">
              <a:solidFill>
                <a:schemeClr val="bg1"/>
              </a:solidFill>
            </a:endParaRPr>
          </a:p>
        </p:txBody>
      </p:sp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7858F1CA-0E09-F094-AD45-52092585CA1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225800" y="1518527"/>
            <a:ext cx="3740400" cy="2313464"/>
          </a:xfrm>
          <a:prstGeom prst="rect">
            <a:avLst/>
          </a:prstGeom>
          <a:ln>
            <a:solidFill>
              <a:schemeClr val="accent4"/>
            </a:solidFill>
          </a:ln>
        </p:spPr>
        <p:txBody>
          <a:bodyPr lIns="36000" tIns="36000" rIns="36000" bIns="36000"/>
          <a:lstStyle>
            <a:lvl1pPr marL="0" indent="0">
              <a:buNone/>
              <a:defRPr sz="120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4E170CD4-5C01-DD85-2A0A-98954D99CAC5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34962" y="3987408"/>
            <a:ext cx="3741737" cy="2313464"/>
          </a:xfrm>
          <a:prstGeom prst="rect">
            <a:avLst/>
          </a:prstGeom>
          <a:ln>
            <a:solidFill>
              <a:schemeClr val="accent4"/>
            </a:solidFill>
          </a:ln>
        </p:spPr>
        <p:txBody>
          <a:bodyPr lIns="36000" tIns="36000" rIns="36000" bIns="36000"/>
          <a:lstStyle>
            <a:lvl1pPr marL="0" indent="0">
              <a:buNone/>
              <a:defRPr sz="120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8">
            <a:extLst>
              <a:ext uri="{FF2B5EF4-FFF2-40B4-BE49-F238E27FC236}">
                <a16:creationId xmlns:a16="http://schemas.microsoft.com/office/drawing/2014/main" id="{10601806-BC35-9EEE-9C59-2DC0E49D5BA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4225799" y="3987408"/>
            <a:ext cx="3740400" cy="2313464"/>
          </a:xfrm>
          <a:prstGeom prst="rect">
            <a:avLst/>
          </a:prstGeom>
          <a:ln>
            <a:solidFill>
              <a:schemeClr val="accent4"/>
            </a:solidFill>
          </a:ln>
        </p:spPr>
        <p:txBody>
          <a:bodyPr lIns="36000" tIns="36000" rIns="36000" bIns="36000"/>
          <a:lstStyle>
            <a:lvl1pPr marL="0" indent="0">
              <a:buNone/>
              <a:defRPr sz="120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805EFAA-C04F-7113-90E8-A7D66AF3528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116638" y="1524793"/>
            <a:ext cx="3740400" cy="2313464"/>
          </a:xfrm>
          <a:prstGeom prst="rect">
            <a:avLst/>
          </a:prstGeom>
          <a:ln>
            <a:solidFill>
              <a:schemeClr val="accent4"/>
            </a:solidFill>
          </a:ln>
        </p:spPr>
        <p:txBody>
          <a:bodyPr lIns="36000" tIns="36000" rIns="36000" bIns="36000"/>
          <a:lstStyle>
            <a:lvl1pPr marL="0" indent="0">
              <a:buNone/>
              <a:defRPr sz="120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E9120CB5-4884-D14A-8682-CC106CAFBBE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116637" y="3993674"/>
            <a:ext cx="3740400" cy="2313464"/>
          </a:xfrm>
          <a:prstGeom prst="rect">
            <a:avLst/>
          </a:prstGeom>
          <a:ln>
            <a:solidFill>
              <a:schemeClr val="accent4"/>
            </a:solidFill>
          </a:ln>
        </p:spPr>
        <p:txBody>
          <a:bodyPr lIns="36000" tIns="36000" rIns="36000" bIns="36000"/>
          <a:lstStyle>
            <a:lvl1pPr marL="0" indent="0">
              <a:buNone/>
              <a:defRPr sz="120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CAC4E8C-2B3F-574D-C955-1EBD6FD7CDE9}"/>
              </a:ext>
            </a:extLst>
          </p:cNvPr>
          <p:cNvCxnSpPr/>
          <p:nvPr userDrawn="1"/>
        </p:nvCxnSpPr>
        <p:spPr>
          <a:xfrm>
            <a:off x="334963" y="185353"/>
            <a:ext cx="10415415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206034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469">
          <p15:clr>
            <a:srgbClr val="FBAE40"/>
          </p15:clr>
        </p15:guide>
        <p15:guide id="2" orient="horz" pos="3974">
          <p15:clr>
            <a:srgbClr val="FBAE40"/>
          </p15:clr>
        </p15:guide>
        <p15:guide id="3" orient="horz" pos="232">
          <p15:clr>
            <a:srgbClr val="FBAE40"/>
          </p15:clr>
        </p15:guide>
        <p15:guide id="4" pos="211">
          <p15:clr>
            <a:srgbClr val="FBAE40"/>
          </p15:clr>
        </p15:guide>
        <p15:guide id="5" orient="horz" pos="4065">
          <p15:clr>
            <a:srgbClr val="FBAE40"/>
          </p15:clr>
        </p15:guide>
        <p15:guide id="6" orient="horz" pos="799">
          <p15:clr>
            <a:srgbClr val="FBAE40"/>
          </p15:clr>
        </p15:guide>
        <p15:guide id="7" orient="horz" pos="935">
          <p15:clr>
            <a:srgbClr val="FBAE40"/>
          </p15:clr>
        </p15:guide>
      </p15:sldGuideLst>
    </p:ext>
  </p:extLst>
</p:sldLayout>
</file>

<file path=ppt/slideLayouts/slideLayout1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| 5 Boxes - High Yie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132BCE3-A04F-8602-64F7-7623C7EAF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61763" y="6482556"/>
            <a:ext cx="295275" cy="1692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 sz="1100">
                <a:solidFill>
                  <a:schemeClr val="bg1"/>
                </a:solidFill>
                <a:latin typeface="Versos" panose="020B0503020204030204" pitchFamily="34" charset="0"/>
                <a:cs typeface="Versos" panose="020B0503020204030204" pitchFamily="34" charset="0"/>
              </a:defRPr>
            </a:lvl1pPr>
          </a:lstStyle>
          <a:p>
            <a:fld id="{77667D73-C69A-4DAA-9003-24A825D36FE9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B13D7C-5A47-B0DF-B518-26E79F5D2DB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63" y="368300"/>
            <a:ext cx="10183813" cy="4308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err="1"/>
              <a:t>Título</a:t>
            </a:r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401465E-A8CD-A3BA-BE2A-9597492FDC6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4963" y="6482556"/>
            <a:ext cx="10980000" cy="138499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900">
                <a:latin typeface="Versos Light" panose="020B0403020204030204" pitchFamily="34" charset="0"/>
              </a:defRPr>
            </a:lvl2pPr>
            <a:lvl3pPr>
              <a:defRPr sz="900">
                <a:latin typeface="Versos Light" panose="020B0403020204030204" pitchFamily="34" charset="0"/>
              </a:defRPr>
            </a:lvl3pPr>
            <a:lvl4pPr>
              <a:defRPr sz="900">
                <a:latin typeface="Versos Light" panose="020B0403020204030204" pitchFamily="34" charset="0"/>
              </a:defRPr>
            </a:lvl4pPr>
            <a:lvl5pPr>
              <a:defRPr sz="900">
                <a:latin typeface="Versos Light" panose="020B0403020204030204" pitchFamily="34" charset="0"/>
              </a:defRPr>
            </a:lvl5pPr>
          </a:lstStyle>
          <a:p>
            <a:pPr lvl="0"/>
            <a:r>
              <a:rPr lang="en-US"/>
              <a:t>Fonte:</a:t>
            </a:r>
            <a:endParaRPr lang="pt-BR"/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7F86D482-580C-D22A-58CC-10B9C4F7EDD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34963" y="1518527"/>
            <a:ext cx="3741737" cy="2313464"/>
          </a:xfrm>
          <a:prstGeom prst="rect">
            <a:avLst/>
          </a:prstGeom>
          <a:ln>
            <a:solidFill>
              <a:schemeClr val="accent4"/>
            </a:solidFill>
          </a:ln>
        </p:spPr>
        <p:txBody>
          <a:bodyPr lIns="36000" tIns="36000" rIns="36000" bIns="36000"/>
          <a:lstStyle>
            <a:lvl1pPr marL="0" indent="0">
              <a:buNone/>
              <a:defRPr sz="120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Picture 8">
            <a:extLst>
              <a:ext uri="{FF2B5EF4-FFF2-40B4-BE49-F238E27FC236}">
                <a16:creationId xmlns:a16="http://schemas.microsoft.com/office/drawing/2014/main" id="{57BCE67C-64C7-2D0C-0DC2-7A4B4CC314E0}"/>
              </a:ext>
            </a:extLst>
          </p:cNvPr>
          <p:cNvSpPr/>
          <p:nvPr userDrawn="1"/>
        </p:nvSpPr>
        <p:spPr>
          <a:xfrm>
            <a:off x="11091186" y="377178"/>
            <a:ext cx="765852" cy="260086"/>
          </a:xfrm>
          <a:custGeom>
            <a:avLst/>
            <a:gdLst>
              <a:gd name="connsiteX0" fmla="*/ 739575 w 765852"/>
              <a:gd name="connsiteY0" fmla="*/ 143884 h 260086"/>
              <a:gd name="connsiteX1" fmla="*/ 765852 w 765852"/>
              <a:gd name="connsiteY1" fmla="*/ 83403 h 260086"/>
              <a:gd name="connsiteX2" fmla="*/ 739575 w 765852"/>
              <a:gd name="connsiteY2" fmla="*/ 22921 h 260086"/>
              <a:gd name="connsiteX3" fmla="*/ 672177 w 765852"/>
              <a:gd name="connsiteY3" fmla="*/ 0 h 260086"/>
              <a:gd name="connsiteX4" fmla="*/ 604779 w 765852"/>
              <a:gd name="connsiteY4" fmla="*/ 22921 h 260086"/>
              <a:gd name="connsiteX5" fmla="*/ 578501 w 765852"/>
              <a:gd name="connsiteY5" fmla="*/ 83403 h 260086"/>
              <a:gd name="connsiteX6" fmla="*/ 604779 w 765852"/>
              <a:gd name="connsiteY6" fmla="*/ 143884 h 260086"/>
              <a:gd name="connsiteX7" fmla="*/ 672177 w 765852"/>
              <a:gd name="connsiteY7" fmla="*/ 166805 h 260086"/>
              <a:gd name="connsiteX8" fmla="*/ 739575 w 765852"/>
              <a:gd name="connsiteY8" fmla="*/ 143884 h 260086"/>
              <a:gd name="connsiteX9" fmla="*/ 604595 w 765852"/>
              <a:gd name="connsiteY9" fmla="*/ 83403 h 260086"/>
              <a:gd name="connsiteX10" fmla="*/ 622611 w 765852"/>
              <a:gd name="connsiteY10" fmla="*/ 41871 h 260086"/>
              <a:gd name="connsiteX11" fmla="*/ 672177 w 765852"/>
              <a:gd name="connsiteY11" fmla="*/ 25719 h 260086"/>
              <a:gd name="connsiteX12" fmla="*/ 721742 w 765852"/>
              <a:gd name="connsiteY12" fmla="*/ 41871 h 260086"/>
              <a:gd name="connsiteX13" fmla="*/ 739759 w 765852"/>
              <a:gd name="connsiteY13" fmla="*/ 83403 h 260086"/>
              <a:gd name="connsiteX14" fmla="*/ 721742 w 765852"/>
              <a:gd name="connsiteY14" fmla="*/ 124934 h 260086"/>
              <a:gd name="connsiteX15" fmla="*/ 672177 w 765852"/>
              <a:gd name="connsiteY15" fmla="*/ 141077 h 260086"/>
              <a:gd name="connsiteX16" fmla="*/ 622611 w 765852"/>
              <a:gd name="connsiteY16" fmla="*/ 124934 h 260086"/>
              <a:gd name="connsiteX17" fmla="*/ 604595 w 765852"/>
              <a:gd name="connsiteY17" fmla="*/ 83403 h 260086"/>
              <a:gd name="connsiteX18" fmla="*/ 238310 w 765852"/>
              <a:gd name="connsiteY18" fmla="*/ 207181 h 260086"/>
              <a:gd name="connsiteX19" fmla="*/ 249560 w 765852"/>
              <a:gd name="connsiteY19" fmla="*/ 204081 h 260086"/>
              <a:gd name="connsiteX20" fmla="*/ 261562 w 765852"/>
              <a:gd name="connsiteY20" fmla="*/ 207713 h 260086"/>
              <a:gd name="connsiteX21" fmla="*/ 268163 w 765852"/>
              <a:gd name="connsiteY21" fmla="*/ 217812 h 260086"/>
              <a:gd name="connsiteX22" fmla="*/ 275874 w 765852"/>
              <a:gd name="connsiteY22" fmla="*/ 217812 h 260086"/>
              <a:gd name="connsiteX23" fmla="*/ 267145 w 765852"/>
              <a:gd name="connsiteY23" fmla="*/ 202568 h 260086"/>
              <a:gd name="connsiteX24" fmla="*/ 249917 w 765852"/>
              <a:gd name="connsiteY24" fmla="*/ 196982 h 260086"/>
              <a:gd name="connsiteX25" fmla="*/ 234322 w 765852"/>
              <a:gd name="connsiteY25" fmla="*/ 200926 h 260086"/>
              <a:gd name="connsiteX26" fmla="*/ 223961 w 765852"/>
              <a:gd name="connsiteY26" fmla="*/ 212052 h 260086"/>
              <a:gd name="connsiteX27" fmla="*/ 220330 w 765852"/>
              <a:gd name="connsiteY27" fmla="*/ 228534 h 260086"/>
              <a:gd name="connsiteX28" fmla="*/ 223961 w 765852"/>
              <a:gd name="connsiteY28" fmla="*/ 245062 h 260086"/>
              <a:gd name="connsiteX29" fmla="*/ 234322 w 765852"/>
              <a:gd name="connsiteY29" fmla="*/ 256142 h 260086"/>
              <a:gd name="connsiteX30" fmla="*/ 249917 w 765852"/>
              <a:gd name="connsiteY30" fmla="*/ 260086 h 260086"/>
              <a:gd name="connsiteX31" fmla="*/ 267145 w 765852"/>
              <a:gd name="connsiteY31" fmla="*/ 254501 h 260086"/>
              <a:gd name="connsiteX32" fmla="*/ 275782 w 765852"/>
              <a:gd name="connsiteY32" fmla="*/ 239256 h 260086"/>
              <a:gd name="connsiteX33" fmla="*/ 268071 w 765852"/>
              <a:gd name="connsiteY33" fmla="*/ 239256 h 260086"/>
              <a:gd name="connsiteX34" fmla="*/ 261516 w 765852"/>
              <a:gd name="connsiteY34" fmla="*/ 249401 h 260086"/>
              <a:gd name="connsiteX35" fmla="*/ 249560 w 765852"/>
              <a:gd name="connsiteY35" fmla="*/ 252987 h 260086"/>
              <a:gd name="connsiteX36" fmla="*/ 238310 w 765852"/>
              <a:gd name="connsiteY36" fmla="*/ 249887 h 260086"/>
              <a:gd name="connsiteX37" fmla="*/ 230828 w 765852"/>
              <a:gd name="connsiteY37" fmla="*/ 241201 h 260086"/>
              <a:gd name="connsiteX38" fmla="*/ 228215 w 765852"/>
              <a:gd name="connsiteY38" fmla="*/ 228525 h 260086"/>
              <a:gd name="connsiteX39" fmla="*/ 230828 w 765852"/>
              <a:gd name="connsiteY39" fmla="*/ 215812 h 260086"/>
              <a:gd name="connsiteX40" fmla="*/ 238310 w 765852"/>
              <a:gd name="connsiteY40" fmla="*/ 207172 h 260086"/>
              <a:gd name="connsiteX41" fmla="*/ 335580 w 765852"/>
              <a:gd name="connsiteY41" fmla="*/ 197523 h 260086"/>
              <a:gd name="connsiteX42" fmla="*/ 311925 w 765852"/>
              <a:gd name="connsiteY42" fmla="*/ 259554 h 260086"/>
              <a:gd name="connsiteX43" fmla="*/ 319892 w 765852"/>
              <a:gd name="connsiteY43" fmla="*/ 259554 h 260086"/>
              <a:gd name="connsiteX44" fmla="*/ 326448 w 765852"/>
              <a:gd name="connsiteY44" fmla="*/ 242806 h 260086"/>
              <a:gd name="connsiteX45" fmla="*/ 353467 w 765852"/>
              <a:gd name="connsiteY45" fmla="*/ 242806 h 260086"/>
              <a:gd name="connsiteX46" fmla="*/ 360023 w 765852"/>
              <a:gd name="connsiteY46" fmla="*/ 259554 h 260086"/>
              <a:gd name="connsiteX47" fmla="*/ 368256 w 765852"/>
              <a:gd name="connsiteY47" fmla="*/ 259554 h 260086"/>
              <a:gd name="connsiteX48" fmla="*/ 344693 w 765852"/>
              <a:gd name="connsiteY48" fmla="*/ 197523 h 260086"/>
              <a:gd name="connsiteX49" fmla="*/ 335570 w 765852"/>
              <a:gd name="connsiteY49" fmla="*/ 197523 h 260086"/>
              <a:gd name="connsiteX50" fmla="*/ 328758 w 765852"/>
              <a:gd name="connsiteY50" fmla="*/ 235808 h 260086"/>
              <a:gd name="connsiteX51" fmla="*/ 339916 w 765852"/>
              <a:gd name="connsiteY51" fmla="*/ 205943 h 260086"/>
              <a:gd name="connsiteX52" fmla="*/ 351166 w 765852"/>
              <a:gd name="connsiteY52" fmla="*/ 235808 h 260086"/>
              <a:gd name="connsiteX53" fmla="*/ 328749 w 765852"/>
              <a:gd name="connsiteY53" fmla="*/ 235808 h 260086"/>
              <a:gd name="connsiteX54" fmla="*/ 725437 w 765852"/>
              <a:gd name="connsiteY54" fmla="*/ 197523 h 260086"/>
              <a:gd name="connsiteX55" fmla="*/ 717736 w 765852"/>
              <a:gd name="connsiteY55" fmla="*/ 197523 h 260086"/>
              <a:gd name="connsiteX56" fmla="*/ 717736 w 765852"/>
              <a:gd name="connsiteY56" fmla="*/ 259554 h 260086"/>
              <a:gd name="connsiteX57" fmla="*/ 753704 w 765852"/>
              <a:gd name="connsiteY57" fmla="*/ 259554 h 260086"/>
              <a:gd name="connsiteX58" fmla="*/ 753704 w 765852"/>
              <a:gd name="connsiteY58" fmla="*/ 252464 h 260086"/>
              <a:gd name="connsiteX59" fmla="*/ 725446 w 765852"/>
              <a:gd name="connsiteY59" fmla="*/ 252464 h 260086"/>
              <a:gd name="connsiteX60" fmla="*/ 725446 w 765852"/>
              <a:gd name="connsiteY60" fmla="*/ 197523 h 260086"/>
              <a:gd name="connsiteX61" fmla="*/ 250953 w 765852"/>
              <a:gd name="connsiteY61" fmla="*/ 2119 h 260086"/>
              <a:gd name="connsiteX62" fmla="*/ 225566 w 765852"/>
              <a:gd name="connsiteY62" fmla="*/ 2119 h 260086"/>
              <a:gd name="connsiteX63" fmla="*/ 225566 w 765852"/>
              <a:gd name="connsiteY63" fmla="*/ 164677 h 260086"/>
              <a:gd name="connsiteX64" fmla="*/ 250953 w 765852"/>
              <a:gd name="connsiteY64" fmla="*/ 164677 h 260086"/>
              <a:gd name="connsiteX65" fmla="*/ 250953 w 765852"/>
              <a:gd name="connsiteY65" fmla="*/ 2119 h 260086"/>
              <a:gd name="connsiteX66" fmla="*/ 80592 w 765852"/>
              <a:gd name="connsiteY66" fmla="*/ 62692 h 260086"/>
              <a:gd name="connsiteX67" fmla="*/ 80592 w 765852"/>
              <a:gd name="connsiteY67" fmla="*/ 164687 h 260086"/>
              <a:gd name="connsiteX68" fmla="*/ 106732 w 765852"/>
              <a:gd name="connsiteY68" fmla="*/ 164687 h 260086"/>
              <a:gd name="connsiteX69" fmla="*/ 106713 w 765852"/>
              <a:gd name="connsiteY69" fmla="*/ 62692 h 260086"/>
              <a:gd name="connsiteX70" fmla="*/ 95124 w 765852"/>
              <a:gd name="connsiteY70" fmla="*/ 28700 h 260086"/>
              <a:gd name="connsiteX71" fmla="*/ 93648 w 765852"/>
              <a:gd name="connsiteY71" fmla="*/ 26792 h 260086"/>
              <a:gd name="connsiteX72" fmla="*/ 92172 w 765852"/>
              <a:gd name="connsiteY72" fmla="*/ 28700 h 260086"/>
              <a:gd name="connsiteX73" fmla="*/ 80583 w 765852"/>
              <a:gd name="connsiteY73" fmla="*/ 62692 h 260086"/>
              <a:gd name="connsiteX74" fmla="*/ 47273 w 765852"/>
              <a:gd name="connsiteY74" fmla="*/ 2119 h 260086"/>
              <a:gd name="connsiteX75" fmla="*/ 0 w 765852"/>
              <a:gd name="connsiteY75" fmla="*/ 2119 h 260086"/>
              <a:gd name="connsiteX76" fmla="*/ 0 w 765852"/>
              <a:gd name="connsiteY76" fmla="*/ 26792 h 260086"/>
              <a:gd name="connsiteX77" fmla="*/ 93648 w 765852"/>
              <a:gd name="connsiteY77" fmla="*/ 26792 h 260086"/>
              <a:gd name="connsiteX78" fmla="*/ 91328 w 765852"/>
              <a:gd name="connsiteY78" fmla="*/ 23793 h 260086"/>
              <a:gd name="connsiteX79" fmla="*/ 47273 w 765852"/>
              <a:gd name="connsiteY79" fmla="*/ 2119 h 260086"/>
              <a:gd name="connsiteX80" fmla="*/ 95968 w 765852"/>
              <a:gd name="connsiteY80" fmla="*/ 23793 h 260086"/>
              <a:gd name="connsiteX81" fmla="*/ 93648 w 765852"/>
              <a:gd name="connsiteY81" fmla="*/ 26792 h 260086"/>
              <a:gd name="connsiteX82" fmla="*/ 187296 w 765852"/>
              <a:gd name="connsiteY82" fmla="*/ 26792 h 260086"/>
              <a:gd name="connsiteX83" fmla="*/ 187296 w 765852"/>
              <a:gd name="connsiteY83" fmla="*/ 2119 h 260086"/>
              <a:gd name="connsiteX84" fmla="*/ 140023 w 765852"/>
              <a:gd name="connsiteY84" fmla="*/ 2119 h 260086"/>
              <a:gd name="connsiteX85" fmla="*/ 95958 w 765852"/>
              <a:gd name="connsiteY85" fmla="*/ 23793 h 260086"/>
              <a:gd name="connsiteX86" fmla="*/ 514844 w 765852"/>
              <a:gd name="connsiteY86" fmla="*/ 164677 h 260086"/>
              <a:gd name="connsiteX87" fmla="*/ 540232 w 765852"/>
              <a:gd name="connsiteY87" fmla="*/ 164677 h 260086"/>
              <a:gd name="connsiteX88" fmla="*/ 540232 w 765852"/>
              <a:gd name="connsiteY88" fmla="*/ 2119 h 260086"/>
              <a:gd name="connsiteX89" fmla="*/ 514844 w 765852"/>
              <a:gd name="connsiteY89" fmla="*/ 2119 h 260086"/>
              <a:gd name="connsiteX90" fmla="*/ 514844 w 765852"/>
              <a:gd name="connsiteY90" fmla="*/ 164677 h 260086"/>
              <a:gd name="connsiteX91" fmla="*/ 495205 w 765852"/>
              <a:gd name="connsiteY91" fmla="*/ 259554 h 260086"/>
              <a:gd name="connsiteX92" fmla="*/ 502915 w 765852"/>
              <a:gd name="connsiteY92" fmla="*/ 259554 h 260086"/>
              <a:gd name="connsiteX93" fmla="*/ 502915 w 765852"/>
              <a:gd name="connsiteY93" fmla="*/ 197523 h 260086"/>
              <a:gd name="connsiteX94" fmla="*/ 495205 w 765852"/>
              <a:gd name="connsiteY94" fmla="*/ 197523 h 260086"/>
              <a:gd name="connsiteX95" fmla="*/ 495205 w 765852"/>
              <a:gd name="connsiteY95" fmla="*/ 259554 h 260086"/>
              <a:gd name="connsiteX96" fmla="*/ 544816 w 765852"/>
              <a:gd name="connsiteY96" fmla="*/ 204613 h 260086"/>
              <a:gd name="connsiteX97" fmla="*/ 564923 w 765852"/>
              <a:gd name="connsiteY97" fmla="*/ 204613 h 260086"/>
              <a:gd name="connsiteX98" fmla="*/ 564923 w 765852"/>
              <a:gd name="connsiteY98" fmla="*/ 259554 h 260086"/>
              <a:gd name="connsiteX99" fmla="*/ 572633 w 765852"/>
              <a:gd name="connsiteY99" fmla="*/ 259554 h 260086"/>
              <a:gd name="connsiteX100" fmla="*/ 572633 w 765852"/>
              <a:gd name="connsiteY100" fmla="*/ 204613 h 260086"/>
              <a:gd name="connsiteX101" fmla="*/ 592740 w 765852"/>
              <a:gd name="connsiteY101" fmla="*/ 204613 h 260086"/>
              <a:gd name="connsiteX102" fmla="*/ 592740 w 765852"/>
              <a:gd name="connsiteY102" fmla="*/ 197523 h 260086"/>
              <a:gd name="connsiteX103" fmla="*/ 544816 w 765852"/>
              <a:gd name="connsiteY103" fmla="*/ 197523 h 260086"/>
              <a:gd name="connsiteX104" fmla="*/ 544816 w 765852"/>
              <a:gd name="connsiteY104" fmla="*/ 204613 h 260086"/>
              <a:gd name="connsiteX105" fmla="*/ 287389 w 765852"/>
              <a:gd name="connsiteY105" fmla="*/ 2119 h 260086"/>
              <a:gd name="connsiteX106" fmla="*/ 345234 w 765852"/>
              <a:gd name="connsiteY106" fmla="*/ 140105 h 260086"/>
              <a:gd name="connsiteX107" fmla="*/ 381413 w 765852"/>
              <a:gd name="connsiteY107" fmla="*/ 166796 h 260086"/>
              <a:gd name="connsiteX108" fmla="*/ 382899 w 765852"/>
              <a:gd name="connsiteY108" fmla="*/ 166796 h 260086"/>
              <a:gd name="connsiteX109" fmla="*/ 316692 w 765852"/>
              <a:gd name="connsiteY109" fmla="*/ 2119 h 260086"/>
              <a:gd name="connsiteX110" fmla="*/ 287389 w 765852"/>
              <a:gd name="connsiteY110" fmla="*/ 2119 h 260086"/>
              <a:gd name="connsiteX111" fmla="*/ 443549 w 765852"/>
              <a:gd name="connsiteY111" fmla="*/ 199871 h 260086"/>
              <a:gd name="connsiteX112" fmla="*/ 432739 w 765852"/>
              <a:gd name="connsiteY112" fmla="*/ 197523 h 260086"/>
              <a:gd name="connsiteX113" fmla="*/ 408910 w 765852"/>
              <a:gd name="connsiteY113" fmla="*/ 197523 h 260086"/>
              <a:gd name="connsiteX114" fmla="*/ 408910 w 765852"/>
              <a:gd name="connsiteY114" fmla="*/ 259554 h 260086"/>
              <a:gd name="connsiteX115" fmla="*/ 416621 w 765852"/>
              <a:gd name="connsiteY115" fmla="*/ 259554 h 260086"/>
              <a:gd name="connsiteX116" fmla="*/ 416621 w 765852"/>
              <a:gd name="connsiteY116" fmla="*/ 235716 h 260086"/>
              <a:gd name="connsiteX117" fmla="*/ 432748 w 765852"/>
              <a:gd name="connsiteY117" fmla="*/ 235716 h 260086"/>
              <a:gd name="connsiteX118" fmla="*/ 443512 w 765852"/>
              <a:gd name="connsiteY118" fmla="*/ 233368 h 260086"/>
              <a:gd name="connsiteX119" fmla="*/ 450728 w 765852"/>
              <a:gd name="connsiteY119" fmla="*/ 226681 h 260086"/>
              <a:gd name="connsiteX120" fmla="*/ 453295 w 765852"/>
              <a:gd name="connsiteY120" fmla="*/ 216583 h 260086"/>
              <a:gd name="connsiteX121" fmla="*/ 450774 w 765852"/>
              <a:gd name="connsiteY121" fmla="*/ 206521 h 260086"/>
              <a:gd name="connsiteX122" fmla="*/ 443558 w 765852"/>
              <a:gd name="connsiteY122" fmla="*/ 199871 h 260086"/>
              <a:gd name="connsiteX123" fmla="*/ 441779 w 765852"/>
              <a:gd name="connsiteY123" fmla="*/ 225351 h 260086"/>
              <a:gd name="connsiteX124" fmla="*/ 432033 w 765852"/>
              <a:gd name="connsiteY124" fmla="*/ 228635 h 260086"/>
              <a:gd name="connsiteX125" fmla="*/ 416621 w 765852"/>
              <a:gd name="connsiteY125" fmla="*/ 228635 h 260086"/>
              <a:gd name="connsiteX126" fmla="*/ 416621 w 765852"/>
              <a:gd name="connsiteY126" fmla="*/ 204622 h 260086"/>
              <a:gd name="connsiteX127" fmla="*/ 432125 w 765852"/>
              <a:gd name="connsiteY127" fmla="*/ 204622 h 260086"/>
              <a:gd name="connsiteX128" fmla="*/ 441825 w 765852"/>
              <a:gd name="connsiteY128" fmla="*/ 207860 h 260086"/>
              <a:gd name="connsiteX129" fmla="*/ 445410 w 765852"/>
              <a:gd name="connsiteY129" fmla="*/ 216592 h 260086"/>
              <a:gd name="connsiteX130" fmla="*/ 441779 w 765852"/>
              <a:gd name="connsiteY130" fmla="*/ 225361 h 260086"/>
              <a:gd name="connsiteX131" fmla="*/ 382889 w 765852"/>
              <a:gd name="connsiteY131" fmla="*/ 166805 h 260086"/>
              <a:gd name="connsiteX132" fmla="*/ 384375 w 765852"/>
              <a:gd name="connsiteY132" fmla="*/ 166805 h 260086"/>
              <a:gd name="connsiteX133" fmla="*/ 420554 w 765852"/>
              <a:gd name="connsiteY133" fmla="*/ 140114 h 260086"/>
              <a:gd name="connsiteX134" fmla="*/ 478399 w 765852"/>
              <a:gd name="connsiteY134" fmla="*/ 2128 h 260086"/>
              <a:gd name="connsiteX135" fmla="*/ 449096 w 765852"/>
              <a:gd name="connsiteY135" fmla="*/ 2128 h 260086"/>
              <a:gd name="connsiteX136" fmla="*/ 382889 w 765852"/>
              <a:gd name="connsiteY136" fmla="*/ 166814 h 260086"/>
              <a:gd name="connsiteX137" fmla="*/ 644368 w 765852"/>
              <a:gd name="connsiteY137" fmla="*/ 197523 h 260086"/>
              <a:gd name="connsiteX138" fmla="*/ 620714 w 765852"/>
              <a:gd name="connsiteY138" fmla="*/ 259554 h 260086"/>
              <a:gd name="connsiteX139" fmla="*/ 628690 w 765852"/>
              <a:gd name="connsiteY139" fmla="*/ 259554 h 260086"/>
              <a:gd name="connsiteX140" fmla="*/ 635246 w 765852"/>
              <a:gd name="connsiteY140" fmla="*/ 242806 h 260086"/>
              <a:gd name="connsiteX141" fmla="*/ 662266 w 765852"/>
              <a:gd name="connsiteY141" fmla="*/ 242806 h 260086"/>
              <a:gd name="connsiteX142" fmla="*/ 668821 w 765852"/>
              <a:gd name="connsiteY142" fmla="*/ 259554 h 260086"/>
              <a:gd name="connsiteX143" fmla="*/ 677055 w 765852"/>
              <a:gd name="connsiteY143" fmla="*/ 259554 h 260086"/>
              <a:gd name="connsiteX144" fmla="*/ 653491 w 765852"/>
              <a:gd name="connsiteY144" fmla="*/ 197523 h 260086"/>
              <a:gd name="connsiteX145" fmla="*/ 644368 w 765852"/>
              <a:gd name="connsiteY145" fmla="*/ 197523 h 260086"/>
              <a:gd name="connsiteX146" fmla="*/ 637547 w 765852"/>
              <a:gd name="connsiteY146" fmla="*/ 235808 h 260086"/>
              <a:gd name="connsiteX147" fmla="*/ 648705 w 765852"/>
              <a:gd name="connsiteY147" fmla="*/ 205943 h 260086"/>
              <a:gd name="connsiteX148" fmla="*/ 659955 w 765852"/>
              <a:gd name="connsiteY148" fmla="*/ 235808 h 260086"/>
              <a:gd name="connsiteX149" fmla="*/ 637538 w 765852"/>
              <a:gd name="connsiteY149" fmla="*/ 235808 h 260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</a:cxnLst>
            <a:rect l="l" t="t" r="r" b="b"/>
            <a:pathLst>
              <a:path w="765852" h="260086">
                <a:moveTo>
                  <a:pt x="739575" y="143884"/>
                </a:moveTo>
                <a:cubicBezTo>
                  <a:pt x="756519" y="128906"/>
                  <a:pt x="765852" y="107425"/>
                  <a:pt x="765852" y="83403"/>
                </a:cubicBezTo>
                <a:cubicBezTo>
                  <a:pt x="765852" y="59381"/>
                  <a:pt x="756519" y="37899"/>
                  <a:pt x="739575" y="22921"/>
                </a:cubicBezTo>
                <a:cubicBezTo>
                  <a:pt x="722613" y="7925"/>
                  <a:pt x="699307" y="0"/>
                  <a:pt x="672177" y="0"/>
                </a:cubicBezTo>
                <a:cubicBezTo>
                  <a:pt x="645047" y="0"/>
                  <a:pt x="621740" y="7925"/>
                  <a:pt x="604779" y="22921"/>
                </a:cubicBezTo>
                <a:cubicBezTo>
                  <a:pt x="587835" y="37899"/>
                  <a:pt x="578501" y="59381"/>
                  <a:pt x="578501" y="83403"/>
                </a:cubicBezTo>
                <a:cubicBezTo>
                  <a:pt x="578501" y="107425"/>
                  <a:pt x="587835" y="128906"/>
                  <a:pt x="604779" y="143884"/>
                </a:cubicBezTo>
                <a:cubicBezTo>
                  <a:pt x="621740" y="158881"/>
                  <a:pt x="645047" y="166805"/>
                  <a:pt x="672177" y="166805"/>
                </a:cubicBezTo>
                <a:cubicBezTo>
                  <a:pt x="699307" y="166805"/>
                  <a:pt x="722613" y="158881"/>
                  <a:pt x="739575" y="143884"/>
                </a:cubicBezTo>
                <a:close/>
                <a:moveTo>
                  <a:pt x="604595" y="83403"/>
                </a:moveTo>
                <a:cubicBezTo>
                  <a:pt x="604595" y="66489"/>
                  <a:pt x="610821" y="52135"/>
                  <a:pt x="622611" y="41871"/>
                </a:cubicBezTo>
                <a:cubicBezTo>
                  <a:pt x="634751" y="31305"/>
                  <a:pt x="651887" y="25719"/>
                  <a:pt x="672177" y="25719"/>
                </a:cubicBezTo>
                <a:cubicBezTo>
                  <a:pt x="692467" y="25719"/>
                  <a:pt x="709603" y="31305"/>
                  <a:pt x="721742" y="41871"/>
                </a:cubicBezTo>
                <a:cubicBezTo>
                  <a:pt x="733524" y="52126"/>
                  <a:pt x="739759" y="66489"/>
                  <a:pt x="739759" y="83403"/>
                </a:cubicBezTo>
                <a:cubicBezTo>
                  <a:pt x="739759" y="100316"/>
                  <a:pt x="733533" y="114671"/>
                  <a:pt x="721742" y="124934"/>
                </a:cubicBezTo>
                <a:cubicBezTo>
                  <a:pt x="709603" y="135501"/>
                  <a:pt x="692467" y="141077"/>
                  <a:pt x="672177" y="141077"/>
                </a:cubicBezTo>
                <a:cubicBezTo>
                  <a:pt x="651887" y="141077"/>
                  <a:pt x="634741" y="135491"/>
                  <a:pt x="622611" y="124934"/>
                </a:cubicBezTo>
                <a:cubicBezTo>
                  <a:pt x="610830" y="114671"/>
                  <a:pt x="604595" y="100316"/>
                  <a:pt x="604595" y="83403"/>
                </a:cubicBezTo>
                <a:close/>
                <a:moveTo>
                  <a:pt x="238310" y="207181"/>
                </a:moveTo>
                <a:cubicBezTo>
                  <a:pt x="241556" y="205118"/>
                  <a:pt x="245306" y="204081"/>
                  <a:pt x="249560" y="204081"/>
                </a:cubicBezTo>
                <a:cubicBezTo>
                  <a:pt x="254282" y="204081"/>
                  <a:pt x="258288" y="205292"/>
                  <a:pt x="261562" y="207713"/>
                </a:cubicBezTo>
                <a:cubicBezTo>
                  <a:pt x="264835" y="210135"/>
                  <a:pt x="267035" y="213501"/>
                  <a:pt x="268163" y="217812"/>
                </a:cubicBezTo>
                <a:lnTo>
                  <a:pt x="275874" y="217812"/>
                </a:lnTo>
                <a:cubicBezTo>
                  <a:pt x="274691" y="211373"/>
                  <a:pt x="271784" y="206292"/>
                  <a:pt x="267145" y="202568"/>
                </a:cubicBezTo>
                <a:cubicBezTo>
                  <a:pt x="262506" y="198844"/>
                  <a:pt x="256766" y="196982"/>
                  <a:pt x="249917" y="196982"/>
                </a:cubicBezTo>
                <a:cubicBezTo>
                  <a:pt x="244013" y="196982"/>
                  <a:pt x="238814" y="198293"/>
                  <a:pt x="234322" y="200926"/>
                </a:cubicBezTo>
                <a:cubicBezTo>
                  <a:pt x="229838" y="203558"/>
                  <a:pt x="226382" y="207264"/>
                  <a:pt x="223961" y="212052"/>
                </a:cubicBezTo>
                <a:cubicBezTo>
                  <a:pt x="221541" y="216840"/>
                  <a:pt x="220330" y="222334"/>
                  <a:pt x="220330" y="228534"/>
                </a:cubicBezTo>
                <a:cubicBezTo>
                  <a:pt x="220330" y="234734"/>
                  <a:pt x="221541" y="240302"/>
                  <a:pt x="223961" y="245062"/>
                </a:cubicBezTo>
                <a:cubicBezTo>
                  <a:pt x="226382" y="249823"/>
                  <a:pt x="229838" y="253510"/>
                  <a:pt x="234322" y="256142"/>
                </a:cubicBezTo>
                <a:cubicBezTo>
                  <a:pt x="238805" y="258775"/>
                  <a:pt x="244004" y="260086"/>
                  <a:pt x="249917" y="260086"/>
                </a:cubicBezTo>
                <a:cubicBezTo>
                  <a:pt x="256831" y="260086"/>
                  <a:pt x="262570" y="258224"/>
                  <a:pt x="267145" y="254501"/>
                </a:cubicBezTo>
                <a:cubicBezTo>
                  <a:pt x="271720" y="250777"/>
                  <a:pt x="274599" y="245695"/>
                  <a:pt x="275782" y="239256"/>
                </a:cubicBezTo>
                <a:lnTo>
                  <a:pt x="268071" y="239256"/>
                </a:lnTo>
                <a:cubicBezTo>
                  <a:pt x="266888" y="243631"/>
                  <a:pt x="264706" y="247007"/>
                  <a:pt x="261516" y="249401"/>
                </a:cubicBezTo>
                <a:cubicBezTo>
                  <a:pt x="258325" y="251795"/>
                  <a:pt x="254337" y="252987"/>
                  <a:pt x="249560" y="252987"/>
                </a:cubicBezTo>
                <a:cubicBezTo>
                  <a:pt x="245306" y="252987"/>
                  <a:pt x="241556" y="251951"/>
                  <a:pt x="238310" y="249887"/>
                </a:cubicBezTo>
                <a:cubicBezTo>
                  <a:pt x="235064" y="247823"/>
                  <a:pt x="232561" y="244925"/>
                  <a:pt x="230828" y="241201"/>
                </a:cubicBezTo>
                <a:cubicBezTo>
                  <a:pt x="229086" y="237477"/>
                  <a:pt x="228215" y="233258"/>
                  <a:pt x="228215" y="228525"/>
                </a:cubicBezTo>
                <a:cubicBezTo>
                  <a:pt x="228215" y="223792"/>
                  <a:pt x="229086" y="219499"/>
                  <a:pt x="230828" y="215812"/>
                </a:cubicBezTo>
                <a:cubicBezTo>
                  <a:pt x="232570" y="212125"/>
                  <a:pt x="235064" y="209245"/>
                  <a:pt x="238310" y="207172"/>
                </a:cubicBezTo>
                <a:close/>
                <a:moveTo>
                  <a:pt x="335580" y="197523"/>
                </a:moveTo>
                <a:lnTo>
                  <a:pt x="311925" y="259554"/>
                </a:lnTo>
                <a:lnTo>
                  <a:pt x="319892" y="259554"/>
                </a:lnTo>
                <a:lnTo>
                  <a:pt x="326448" y="242806"/>
                </a:lnTo>
                <a:lnTo>
                  <a:pt x="353467" y="242806"/>
                </a:lnTo>
                <a:lnTo>
                  <a:pt x="360023" y="259554"/>
                </a:lnTo>
                <a:lnTo>
                  <a:pt x="368256" y="259554"/>
                </a:lnTo>
                <a:lnTo>
                  <a:pt x="344693" y="197523"/>
                </a:lnTo>
                <a:lnTo>
                  <a:pt x="335570" y="197523"/>
                </a:lnTo>
                <a:close/>
                <a:moveTo>
                  <a:pt x="328758" y="235808"/>
                </a:moveTo>
                <a:lnTo>
                  <a:pt x="339916" y="205943"/>
                </a:lnTo>
                <a:lnTo>
                  <a:pt x="351166" y="235808"/>
                </a:lnTo>
                <a:lnTo>
                  <a:pt x="328749" y="235808"/>
                </a:lnTo>
                <a:close/>
                <a:moveTo>
                  <a:pt x="725437" y="197523"/>
                </a:moveTo>
                <a:lnTo>
                  <a:pt x="717736" y="197523"/>
                </a:lnTo>
                <a:lnTo>
                  <a:pt x="717736" y="259554"/>
                </a:lnTo>
                <a:lnTo>
                  <a:pt x="753704" y="259554"/>
                </a:lnTo>
                <a:lnTo>
                  <a:pt x="753704" y="252464"/>
                </a:lnTo>
                <a:lnTo>
                  <a:pt x="725446" y="252464"/>
                </a:lnTo>
                <a:lnTo>
                  <a:pt x="725446" y="197523"/>
                </a:lnTo>
                <a:close/>
                <a:moveTo>
                  <a:pt x="250953" y="2119"/>
                </a:moveTo>
                <a:lnTo>
                  <a:pt x="225566" y="2119"/>
                </a:lnTo>
                <a:lnTo>
                  <a:pt x="225566" y="164677"/>
                </a:lnTo>
                <a:lnTo>
                  <a:pt x="250953" y="164677"/>
                </a:lnTo>
                <a:lnTo>
                  <a:pt x="250953" y="2119"/>
                </a:lnTo>
                <a:close/>
                <a:moveTo>
                  <a:pt x="80592" y="62692"/>
                </a:moveTo>
                <a:lnTo>
                  <a:pt x="80592" y="164687"/>
                </a:lnTo>
                <a:cubicBezTo>
                  <a:pt x="80592" y="164687"/>
                  <a:pt x="106732" y="164687"/>
                  <a:pt x="106732" y="164687"/>
                </a:cubicBezTo>
                <a:lnTo>
                  <a:pt x="106713" y="62692"/>
                </a:lnTo>
                <a:cubicBezTo>
                  <a:pt x="106713" y="50282"/>
                  <a:pt x="102707" y="38523"/>
                  <a:pt x="95124" y="28700"/>
                </a:cubicBezTo>
                <a:lnTo>
                  <a:pt x="93648" y="26792"/>
                </a:lnTo>
                <a:lnTo>
                  <a:pt x="92172" y="28700"/>
                </a:lnTo>
                <a:cubicBezTo>
                  <a:pt x="84589" y="38523"/>
                  <a:pt x="80583" y="50273"/>
                  <a:pt x="80583" y="62692"/>
                </a:cubicBezTo>
                <a:close/>
                <a:moveTo>
                  <a:pt x="47273" y="2119"/>
                </a:moveTo>
                <a:lnTo>
                  <a:pt x="0" y="2119"/>
                </a:lnTo>
                <a:lnTo>
                  <a:pt x="0" y="26792"/>
                </a:lnTo>
                <a:lnTo>
                  <a:pt x="93648" y="26792"/>
                </a:lnTo>
                <a:lnTo>
                  <a:pt x="91328" y="23793"/>
                </a:lnTo>
                <a:cubicBezTo>
                  <a:pt x="80693" y="10025"/>
                  <a:pt x="64629" y="2119"/>
                  <a:pt x="47273" y="2119"/>
                </a:cubicBezTo>
                <a:close/>
                <a:moveTo>
                  <a:pt x="95968" y="23793"/>
                </a:moveTo>
                <a:lnTo>
                  <a:pt x="93648" y="26792"/>
                </a:lnTo>
                <a:lnTo>
                  <a:pt x="187296" y="26792"/>
                </a:lnTo>
                <a:lnTo>
                  <a:pt x="187296" y="2119"/>
                </a:lnTo>
                <a:lnTo>
                  <a:pt x="140023" y="2119"/>
                </a:lnTo>
                <a:cubicBezTo>
                  <a:pt x="122657" y="2119"/>
                  <a:pt x="106603" y="10016"/>
                  <a:pt x="95958" y="23793"/>
                </a:cubicBezTo>
                <a:close/>
                <a:moveTo>
                  <a:pt x="514844" y="164677"/>
                </a:moveTo>
                <a:lnTo>
                  <a:pt x="540232" y="164677"/>
                </a:lnTo>
                <a:lnTo>
                  <a:pt x="540232" y="2119"/>
                </a:lnTo>
                <a:lnTo>
                  <a:pt x="514844" y="2119"/>
                </a:lnTo>
                <a:lnTo>
                  <a:pt x="514844" y="164677"/>
                </a:lnTo>
                <a:close/>
                <a:moveTo>
                  <a:pt x="495205" y="259554"/>
                </a:moveTo>
                <a:lnTo>
                  <a:pt x="502915" y="259554"/>
                </a:lnTo>
                <a:lnTo>
                  <a:pt x="502915" y="197523"/>
                </a:lnTo>
                <a:lnTo>
                  <a:pt x="495205" y="197523"/>
                </a:lnTo>
                <a:lnTo>
                  <a:pt x="495205" y="259554"/>
                </a:lnTo>
                <a:close/>
                <a:moveTo>
                  <a:pt x="544816" y="204613"/>
                </a:moveTo>
                <a:lnTo>
                  <a:pt x="564923" y="204613"/>
                </a:lnTo>
                <a:lnTo>
                  <a:pt x="564923" y="259554"/>
                </a:lnTo>
                <a:lnTo>
                  <a:pt x="572633" y="259554"/>
                </a:lnTo>
                <a:lnTo>
                  <a:pt x="572633" y="204613"/>
                </a:lnTo>
                <a:lnTo>
                  <a:pt x="592740" y="204613"/>
                </a:lnTo>
                <a:lnTo>
                  <a:pt x="592740" y="197523"/>
                </a:lnTo>
                <a:lnTo>
                  <a:pt x="544816" y="197523"/>
                </a:lnTo>
                <a:lnTo>
                  <a:pt x="544816" y="204613"/>
                </a:lnTo>
                <a:close/>
                <a:moveTo>
                  <a:pt x="287389" y="2119"/>
                </a:moveTo>
                <a:cubicBezTo>
                  <a:pt x="287389" y="2119"/>
                  <a:pt x="335680" y="117220"/>
                  <a:pt x="345234" y="140105"/>
                </a:cubicBezTo>
                <a:cubicBezTo>
                  <a:pt x="356374" y="166796"/>
                  <a:pt x="374464" y="166796"/>
                  <a:pt x="381413" y="166796"/>
                </a:cubicBezTo>
                <a:lnTo>
                  <a:pt x="382899" y="166796"/>
                </a:lnTo>
                <a:lnTo>
                  <a:pt x="316692" y="2119"/>
                </a:lnTo>
                <a:lnTo>
                  <a:pt x="287389" y="2119"/>
                </a:lnTo>
                <a:close/>
                <a:moveTo>
                  <a:pt x="443549" y="199871"/>
                </a:moveTo>
                <a:cubicBezTo>
                  <a:pt x="440413" y="198303"/>
                  <a:pt x="436819" y="197523"/>
                  <a:pt x="432739" y="197523"/>
                </a:cubicBezTo>
                <a:lnTo>
                  <a:pt x="408910" y="197523"/>
                </a:lnTo>
                <a:lnTo>
                  <a:pt x="408910" y="259554"/>
                </a:lnTo>
                <a:lnTo>
                  <a:pt x="416621" y="259554"/>
                </a:lnTo>
                <a:lnTo>
                  <a:pt x="416621" y="235716"/>
                </a:lnTo>
                <a:lnTo>
                  <a:pt x="432748" y="235716"/>
                </a:lnTo>
                <a:cubicBezTo>
                  <a:pt x="436819" y="235716"/>
                  <a:pt x="440413" y="234936"/>
                  <a:pt x="443512" y="233368"/>
                </a:cubicBezTo>
                <a:cubicBezTo>
                  <a:pt x="446611" y="231799"/>
                  <a:pt x="449013" y="229571"/>
                  <a:pt x="450728" y="226681"/>
                </a:cubicBezTo>
                <a:cubicBezTo>
                  <a:pt x="452442" y="223783"/>
                  <a:pt x="453295" y="220417"/>
                  <a:pt x="453295" y="216583"/>
                </a:cubicBezTo>
                <a:cubicBezTo>
                  <a:pt x="453295" y="212749"/>
                  <a:pt x="452452" y="209392"/>
                  <a:pt x="450774" y="206521"/>
                </a:cubicBezTo>
                <a:cubicBezTo>
                  <a:pt x="449087" y="203659"/>
                  <a:pt x="446685" y="201439"/>
                  <a:pt x="443558" y="199871"/>
                </a:cubicBezTo>
                <a:close/>
                <a:moveTo>
                  <a:pt x="441779" y="225351"/>
                </a:moveTo>
                <a:cubicBezTo>
                  <a:pt x="439359" y="227534"/>
                  <a:pt x="436113" y="228635"/>
                  <a:pt x="432033" y="228635"/>
                </a:cubicBezTo>
                <a:lnTo>
                  <a:pt x="416621" y="228635"/>
                </a:lnTo>
                <a:lnTo>
                  <a:pt x="416621" y="204622"/>
                </a:lnTo>
                <a:lnTo>
                  <a:pt x="432125" y="204622"/>
                </a:lnTo>
                <a:cubicBezTo>
                  <a:pt x="436196" y="204622"/>
                  <a:pt x="439432" y="205705"/>
                  <a:pt x="441825" y="207860"/>
                </a:cubicBezTo>
                <a:cubicBezTo>
                  <a:pt x="444218" y="210015"/>
                  <a:pt x="445410" y="212923"/>
                  <a:pt x="445410" y="216592"/>
                </a:cubicBezTo>
                <a:cubicBezTo>
                  <a:pt x="445410" y="220261"/>
                  <a:pt x="444200" y="223178"/>
                  <a:pt x="441779" y="225361"/>
                </a:cubicBezTo>
                <a:close/>
                <a:moveTo>
                  <a:pt x="382889" y="166805"/>
                </a:moveTo>
                <a:lnTo>
                  <a:pt x="384375" y="166805"/>
                </a:lnTo>
                <a:cubicBezTo>
                  <a:pt x="391334" y="166805"/>
                  <a:pt x="409423" y="166805"/>
                  <a:pt x="420554" y="140114"/>
                </a:cubicBezTo>
                <a:cubicBezTo>
                  <a:pt x="430099" y="117230"/>
                  <a:pt x="478399" y="2128"/>
                  <a:pt x="478399" y="2128"/>
                </a:cubicBezTo>
                <a:lnTo>
                  <a:pt x="449096" y="2128"/>
                </a:lnTo>
                <a:lnTo>
                  <a:pt x="382889" y="166814"/>
                </a:lnTo>
                <a:close/>
                <a:moveTo>
                  <a:pt x="644368" y="197523"/>
                </a:moveTo>
                <a:lnTo>
                  <a:pt x="620714" y="259554"/>
                </a:lnTo>
                <a:lnTo>
                  <a:pt x="628690" y="259554"/>
                </a:lnTo>
                <a:lnTo>
                  <a:pt x="635246" y="242806"/>
                </a:lnTo>
                <a:lnTo>
                  <a:pt x="662266" y="242806"/>
                </a:lnTo>
                <a:lnTo>
                  <a:pt x="668821" y="259554"/>
                </a:lnTo>
                <a:lnTo>
                  <a:pt x="677055" y="259554"/>
                </a:lnTo>
                <a:lnTo>
                  <a:pt x="653491" y="197523"/>
                </a:lnTo>
                <a:lnTo>
                  <a:pt x="644368" y="197523"/>
                </a:lnTo>
                <a:close/>
                <a:moveTo>
                  <a:pt x="637547" y="235808"/>
                </a:moveTo>
                <a:lnTo>
                  <a:pt x="648705" y="205943"/>
                </a:lnTo>
                <a:lnTo>
                  <a:pt x="659955" y="235808"/>
                </a:lnTo>
                <a:lnTo>
                  <a:pt x="637538" y="235808"/>
                </a:lnTo>
                <a:close/>
              </a:path>
            </a:pathLst>
          </a:custGeom>
          <a:solidFill>
            <a:schemeClr val="bg1"/>
          </a:solidFill>
          <a:ln w="1061" cap="flat">
            <a:noFill/>
            <a:prstDash val="solid"/>
            <a:miter/>
          </a:ln>
        </p:spPr>
        <p:txBody>
          <a:bodyPr rtlCol="0" anchor="ctr"/>
          <a:lstStyle/>
          <a:p>
            <a:endParaRPr lang="pt-BR">
              <a:solidFill>
                <a:schemeClr val="bg1"/>
              </a:solidFill>
            </a:endParaRPr>
          </a:p>
        </p:txBody>
      </p:sp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7858F1CA-0E09-F094-AD45-52092585CA1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225800" y="1518527"/>
            <a:ext cx="3740400" cy="2313464"/>
          </a:xfrm>
          <a:prstGeom prst="rect">
            <a:avLst/>
          </a:prstGeom>
          <a:ln>
            <a:solidFill>
              <a:schemeClr val="accent4"/>
            </a:solidFill>
          </a:ln>
        </p:spPr>
        <p:txBody>
          <a:bodyPr lIns="36000" tIns="36000" rIns="36000" bIns="36000"/>
          <a:lstStyle>
            <a:lvl1pPr marL="0" indent="0">
              <a:buNone/>
              <a:defRPr sz="120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4E170CD4-5C01-DD85-2A0A-98954D99CAC5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34962" y="3987408"/>
            <a:ext cx="3741737" cy="2313464"/>
          </a:xfrm>
          <a:prstGeom prst="rect">
            <a:avLst/>
          </a:prstGeom>
          <a:ln>
            <a:solidFill>
              <a:schemeClr val="accent4"/>
            </a:solidFill>
          </a:ln>
        </p:spPr>
        <p:txBody>
          <a:bodyPr lIns="36000" tIns="36000" rIns="36000" bIns="36000"/>
          <a:lstStyle>
            <a:lvl1pPr marL="0" indent="0">
              <a:buNone/>
              <a:defRPr sz="120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8">
            <a:extLst>
              <a:ext uri="{FF2B5EF4-FFF2-40B4-BE49-F238E27FC236}">
                <a16:creationId xmlns:a16="http://schemas.microsoft.com/office/drawing/2014/main" id="{10601806-BC35-9EEE-9C59-2DC0E49D5BA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4225799" y="3987408"/>
            <a:ext cx="3740400" cy="2313464"/>
          </a:xfrm>
          <a:prstGeom prst="rect">
            <a:avLst/>
          </a:prstGeom>
          <a:ln>
            <a:solidFill>
              <a:schemeClr val="accent4"/>
            </a:solidFill>
          </a:ln>
        </p:spPr>
        <p:txBody>
          <a:bodyPr lIns="36000" tIns="36000" rIns="36000" bIns="36000"/>
          <a:lstStyle>
            <a:lvl1pPr marL="0" indent="0">
              <a:buNone/>
              <a:defRPr sz="120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805EFAA-C04F-7113-90E8-A7D66AF3528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116638" y="1524792"/>
            <a:ext cx="3740400" cy="4776079"/>
          </a:xfrm>
          <a:prstGeom prst="rect">
            <a:avLst/>
          </a:prstGeom>
          <a:ln>
            <a:solidFill>
              <a:schemeClr val="accent4"/>
            </a:solidFill>
          </a:ln>
        </p:spPr>
        <p:txBody>
          <a:bodyPr lIns="36000" tIns="36000" rIns="36000" bIns="36000"/>
          <a:lstStyle>
            <a:lvl1pPr marL="0" indent="0">
              <a:buNone/>
              <a:defRPr sz="120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3A3FCC3-EBF1-0B54-4092-43FDDED92531}"/>
              </a:ext>
            </a:extLst>
          </p:cNvPr>
          <p:cNvCxnSpPr/>
          <p:nvPr userDrawn="1"/>
        </p:nvCxnSpPr>
        <p:spPr>
          <a:xfrm>
            <a:off x="334963" y="185353"/>
            <a:ext cx="10415415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42928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469">
          <p15:clr>
            <a:srgbClr val="FBAE40"/>
          </p15:clr>
        </p15:guide>
        <p15:guide id="2" orient="horz" pos="3974">
          <p15:clr>
            <a:srgbClr val="FBAE40"/>
          </p15:clr>
        </p15:guide>
        <p15:guide id="3" orient="horz" pos="232">
          <p15:clr>
            <a:srgbClr val="FBAE40"/>
          </p15:clr>
        </p15:guide>
        <p15:guide id="4" pos="211">
          <p15:clr>
            <a:srgbClr val="FBAE40"/>
          </p15:clr>
        </p15:guide>
        <p15:guide id="5" orient="horz" pos="4065">
          <p15:clr>
            <a:srgbClr val="FBAE40"/>
          </p15:clr>
        </p15:guide>
        <p15:guide id="6" orient="horz" pos="799">
          <p15:clr>
            <a:srgbClr val="FBAE40"/>
          </p15:clr>
        </p15:guide>
        <p15:guide id="7" orient="horz" pos="935">
          <p15:clr>
            <a:srgbClr val="FBAE40"/>
          </p15:clr>
        </p15:guide>
      </p15:sldGuideLst>
    </p:ext>
  </p:extLst>
</p:sldLayout>
</file>

<file path=ppt/slideLayouts/slideLayout1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| 4 Boxes - High Yie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132BCE3-A04F-8602-64F7-7623C7EAF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61763" y="6482556"/>
            <a:ext cx="295275" cy="1692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 sz="1100">
                <a:solidFill>
                  <a:schemeClr val="bg1"/>
                </a:solidFill>
                <a:latin typeface="Versos" panose="020B0503020204030204" pitchFamily="34" charset="0"/>
                <a:cs typeface="Versos" panose="020B0503020204030204" pitchFamily="34" charset="0"/>
              </a:defRPr>
            </a:lvl1pPr>
          </a:lstStyle>
          <a:p>
            <a:fld id="{77667D73-C69A-4DAA-9003-24A825D36FE9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B13D7C-5A47-B0DF-B518-26E79F5D2DB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63" y="368300"/>
            <a:ext cx="10183813" cy="4308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err="1"/>
              <a:t>Título</a:t>
            </a:r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401465E-A8CD-A3BA-BE2A-9597492FDC6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4963" y="6482556"/>
            <a:ext cx="10980000" cy="138499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900">
                <a:latin typeface="Versos Light" panose="020B0403020204030204" pitchFamily="34" charset="0"/>
              </a:defRPr>
            </a:lvl2pPr>
            <a:lvl3pPr>
              <a:defRPr sz="900">
                <a:latin typeface="Versos Light" panose="020B0403020204030204" pitchFamily="34" charset="0"/>
              </a:defRPr>
            </a:lvl3pPr>
            <a:lvl4pPr>
              <a:defRPr sz="900">
                <a:latin typeface="Versos Light" panose="020B0403020204030204" pitchFamily="34" charset="0"/>
              </a:defRPr>
            </a:lvl4pPr>
            <a:lvl5pPr>
              <a:defRPr sz="900">
                <a:latin typeface="Versos Light" panose="020B0403020204030204" pitchFamily="34" charset="0"/>
              </a:defRPr>
            </a:lvl5pPr>
          </a:lstStyle>
          <a:p>
            <a:pPr lvl="0"/>
            <a:r>
              <a:rPr lang="en-US"/>
              <a:t>Fonte:</a:t>
            </a:r>
            <a:endParaRPr lang="pt-BR"/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7F86D482-580C-D22A-58CC-10B9C4F7EDD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34963" y="1518527"/>
            <a:ext cx="3741737" cy="2313464"/>
          </a:xfrm>
          <a:prstGeom prst="rect">
            <a:avLst/>
          </a:prstGeom>
          <a:ln>
            <a:solidFill>
              <a:schemeClr val="accent4"/>
            </a:solidFill>
          </a:ln>
        </p:spPr>
        <p:txBody>
          <a:bodyPr lIns="36000" tIns="36000" rIns="36000" bIns="36000"/>
          <a:lstStyle>
            <a:lvl1pPr marL="0" indent="0">
              <a:buNone/>
              <a:defRPr sz="120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Picture 8">
            <a:extLst>
              <a:ext uri="{FF2B5EF4-FFF2-40B4-BE49-F238E27FC236}">
                <a16:creationId xmlns:a16="http://schemas.microsoft.com/office/drawing/2014/main" id="{57BCE67C-64C7-2D0C-0DC2-7A4B4CC314E0}"/>
              </a:ext>
            </a:extLst>
          </p:cNvPr>
          <p:cNvSpPr/>
          <p:nvPr userDrawn="1"/>
        </p:nvSpPr>
        <p:spPr>
          <a:xfrm>
            <a:off x="11091186" y="377178"/>
            <a:ext cx="765852" cy="260086"/>
          </a:xfrm>
          <a:custGeom>
            <a:avLst/>
            <a:gdLst>
              <a:gd name="connsiteX0" fmla="*/ 739575 w 765852"/>
              <a:gd name="connsiteY0" fmla="*/ 143884 h 260086"/>
              <a:gd name="connsiteX1" fmla="*/ 765852 w 765852"/>
              <a:gd name="connsiteY1" fmla="*/ 83403 h 260086"/>
              <a:gd name="connsiteX2" fmla="*/ 739575 w 765852"/>
              <a:gd name="connsiteY2" fmla="*/ 22921 h 260086"/>
              <a:gd name="connsiteX3" fmla="*/ 672177 w 765852"/>
              <a:gd name="connsiteY3" fmla="*/ 0 h 260086"/>
              <a:gd name="connsiteX4" fmla="*/ 604779 w 765852"/>
              <a:gd name="connsiteY4" fmla="*/ 22921 h 260086"/>
              <a:gd name="connsiteX5" fmla="*/ 578501 w 765852"/>
              <a:gd name="connsiteY5" fmla="*/ 83403 h 260086"/>
              <a:gd name="connsiteX6" fmla="*/ 604779 w 765852"/>
              <a:gd name="connsiteY6" fmla="*/ 143884 h 260086"/>
              <a:gd name="connsiteX7" fmla="*/ 672177 w 765852"/>
              <a:gd name="connsiteY7" fmla="*/ 166805 h 260086"/>
              <a:gd name="connsiteX8" fmla="*/ 739575 w 765852"/>
              <a:gd name="connsiteY8" fmla="*/ 143884 h 260086"/>
              <a:gd name="connsiteX9" fmla="*/ 604595 w 765852"/>
              <a:gd name="connsiteY9" fmla="*/ 83403 h 260086"/>
              <a:gd name="connsiteX10" fmla="*/ 622611 w 765852"/>
              <a:gd name="connsiteY10" fmla="*/ 41871 h 260086"/>
              <a:gd name="connsiteX11" fmla="*/ 672177 w 765852"/>
              <a:gd name="connsiteY11" fmla="*/ 25719 h 260086"/>
              <a:gd name="connsiteX12" fmla="*/ 721742 w 765852"/>
              <a:gd name="connsiteY12" fmla="*/ 41871 h 260086"/>
              <a:gd name="connsiteX13" fmla="*/ 739759 w 765852"/>
              <a:gd name="connsiteY13" fmla="*/ 83403 h 260086"/>
              <a:gd name="connsiteX14" fmla="*/ 721742 w 765852"/>
              <a:gd name="connsiteY14" fmla="*/ 124934 h 260086"/>
              <a:gd name="connsiteX15" fmla="*/ 672177 w 765852"/>
              <a:gd name="connsiteY15" fmla="*/ 141077 h 260086"/>
              <a:gd name="connsiteX16" fmla="*/ 622611 w 765852"/>
              <a:gd name="connsiteY16" fmla="*/ 124934 h 260086"/>
              <a:gd name="connsiteX17" fmla="*/ 604595 w 765852"/>
              <a:gd name="connsiteY17" fmla="*/ 83403 h 260086"/>
              <a:gd name="connsiteX18" fmla="*/ 238310 w 765852"/>
              <a:gd name="connsiteY18" fmla="*/ 207181 h 260086"/>
              <a:gd name="connsiteX19" fmla="*/ 249560 w 765852"/>
              <a:gd name="connsiteY19" fmla="*/ 204081 h 260086"/>
              <a:gd name="connsiteX20" fmla="*/ 261562 w 765852"/>
              <a:gd name="connsiteY20" fmla="*/ 207713 h 260086"/>
              <a:gd name="connsiteX21" fmla="*/ 268163 w 765852"/>
              <a:gd name="connsiteY21" fmla="*/ 217812 h 260086"/>
              <a:gd name="connsiteX22" fmla="*/ 275874 w 765852"/>
              <a:gd name="connsiteY22" fmla="*/ 217812 h 260086"/>
              <a:gd name="connsiteX23" fmla="*/ 267145 w 765852"/>
              <a:gd name="connsiteY23" fmla="*/ 202568 h 260086"/>
              <a:gd name="connsiteX24" fmla="*/ 249917 w 765852"/>
              <a:gd name="connsiteY24" fmla="*/ 196982 h 260086"/>
              <a:gd name="connsiteX25" fmla="*/ 234322 w 765852"/>
              <a:gd name="connsiteY25" fmla="*/ 200926 h 260086"/>
              <a:gd name="connsiteX26" fmla="*/ 223961 w 765852"/>
              <a:gd name="connsiteY26" fmla="*/ 212052 h 260086"/>
              <a:gd name="connsiteX27" fmla="*/ 220330 w 765852"/>
              <a:gd name="connsiteY27" fmla="*/ 228534 h 260086"/>
              <a:gd name="connsiteX28" fmla="*/ 223961 w 765852"/>
              <a:gd name="connsiteY28" fmla="*/ 245062 h 260086"/>
              <a:gd name="connsiteX29" fmla="*/ 234322 w 765852"/>
              <a:gd name="connsiteY29" fmla="*/ 256142 h 260086"/>
              <a:gd name="connsiteX30" fmla="*/ 249917 w 765852"/>
              <a:gd name="connsiteY30" fmla="*/ 260086 h 260086"/>
              <a:gd name="connsiteX31" fmla="*/ 267145 w 765852"/>
              <a:gd name="connsiteY31" fmla="*/ 254501 h 260086"/>
              <a:gd name="connsiteX32" fmla="*/ 275782 w 765852"/>
              <a:gd name="connsiteY32" fmla="*/ 239256 h 260086"/>
              <a:gd name="connsiteX33" fmla="*/ 268071 w 765852"/>
              <a:gd name="connsiteY33" fmla="*/ 239256 h 260086"/>
              <a:gd name="connsiteX34" fmla="*/ 261516 w 765852"/>
              <a:gd name="connsiteY34" fmla="*/ 249401 h 260086"/>
              <a:gd name="connsiteX35" fmla="*/ 249560 w 765852"/>
              <a:gd name="connsiteY35" fmla="*/ 252987 h 260086"/>
              <a:gd name="connsiteX36" fmla="*/ 238310 w 765852"/>
              <a:gd name="connsiteY36" fmla="*/ 249887 h 260086"/>
              <a:gd name="connsiteX37" fmla="*/ 230828 w 765852"/>
              <a:gd name="connsiteY37" fmla="*/ 241201 h 260086"/>
              <a:gd name="connsiteX38" fmla="*/ 228215 w 765852"/>
              <a:gd name="connsiteY38" fmla="*/ 228525 h 260086"/>
              <a:gd name="connsiteX39" fmla="*/ 230828 w 765852"/>
              <a:gd name="connsiteY39" fmla="*/ 215812 h 260086"/>
              <a:gd name="connsiteX40" fmla="*/ 238310 w 765852"/>
              <a:gd name="connsiteY40" fmla="*/ 207172 h 260086"/>
              <a:gd name="connsiteX41" fmla="*/ 335580 w 765852"/>
              <a:gd name="connsiteY41" fmla="*/ 197523 h 260086"/>
              <a:gd name="connsiteX42" fmla="*/ 311925 w 765852"/>
              <a:gd name="connsiteY42" fmla="*/ 259554 h 260086"/>
              <a:gd name="connsiteX43" fmla="*/ 319892 w 765852"/>
              <a:gd name="connsiteY43" fmla="*/ 259554 h 260086"/>
              <a:gd name="connsiteX44" fmla="*/ 326448 w 765852"/>
              <a:gd name="connsiteY44" fmla="*/ 242806 h 260086"/>
              <a:gd name="connsiteX45" fmla="*/ 353467 w 765852"/>
              <a:gd name="connsiteY45" fmla="*/ 242806 h 260086"/>
              <a:gd name="connsiteX46" fmla="*/ 360023 w 765852"/>
              <a:gd name="connsiteY46" fmla="*/ 259554 h 260086"/>
              <a:gd name="connsiteX47" fmla="*/ 368256 w 765852"/>
              <a:gd name="connsiteY47" fmla="*/ 259554 h 260086"/>
              <a:gd name="connsiteX48" fmla="*/ 344693 w 765852"/>
              <a:gd name="connsiteY48" fmla="*/ 197523 h 260086"/>
              <a:gd name="connsiteX49" fmla="*/ 335570 w 765852"/>
              <a:gd name="connsiteY49" fmla="*/ 197523 h 260086"/>
              <a:gd name="connsiteX50" fmla="*/ 328758 w 765852"/>
              <a:gd name="connsiteY50" fmla="*/ 235808 h 260086"/>
              <a:gd name="connsiteX51" fmla="*/ 339916 w 765852"/>
              <a:gd name="connsiteY51" fmla="*/ 205943 h 260086"/>
              <a:gd name="connsiteX52" fmla="*/ 351166 w 765852"/>
              <a:gd name="connsiteY52" fmla="*/ 235808 h 260086"/>
              <a:gd name="connsiteX53" fmla="*/ 328749 w 765852"/>
              <a:gd name="connsiteY53" fmla="*/ 235808 h 260086"/>
              <a:gd name="connsiteX54" fmla="*/ 725437 w 765852"/>
              <a:gd name="connsiteY54" fmla="*/ 197523 h 260086"/>
              <a:gd name="connsiteX55" fmla="*/ 717736 w 765852"/>
              <a:gd name="connsiteY55" fmla="*/ 197523 h 260086"/>
              <a:gd name="connsiteX56" fmla="*/ 717736 w 765852"/>
              <a:gd name="connsiteY56" fmla="*/ 259554 h 260086"/>
              <a:gd name="connsiteX57" fmla="*/ 753704 w 765852"/>
              <a:gd name="connsiteY57" fmla="*/ 259554 h 260086"/>
              <a:gd name="connsiteX58" fmla="*/ 753704 w 765852"/>
              <a:gd name="connsiteY58" fmla="*/ 252464 h 260086"/>
              <a:gd name="connsiteX59" fmla="*/ 725446 w 765852"/>
              <a:gd name="connsiteY59" fmla="*/ 252464 h 260086"/>
              <a:gd name="connsiteX60" fmla="*/ 725446 w 765852"/>
              <a:gd name="connsiteY60" fmla="*/ 197523 h 260086"/>
              <a:gd name="connsiteX61" fmla="*/ 250953 w 765852"/>
              <a:gd name="connsiteY61" fmla="*/ 2119 h 260086"/>
              <a:gd name="connsiteX62" fmla="*/ 225566 w 765852"/>
              <a:gd name="connsiteY62" fmla="*/ 2119 h 260086"/>
              <a:gd name="connsiteX63" fmla="*/ 225566 w 765852"/>
              <a:gd name="connsiteY63" fmla="*/ 164677 h 260086"/>
              <a:gd name="connsiteX64" fmla="*/ 250953 w 765852"/>
              <a:gd name="connsiteY64" fmla="*/ 164677 h 260086"/>
              <a:gd name="connsiteX65" fmla="*/ 250953 w 765852"/>
              <a:gd name="connsiteY65" fmla="*/ 2119 h 260086"/>
              <a:gd name="connsiteX66" fmla="*/ 80592 w 765852"/>
              <a:gd name="connsiteY66" fmla="*/ 62692 h 260086"/>
              <a:gd name="connsiteX67" fmla="*/ 80592 w 765852"/>
              <a:gd name="connsiteY67" fmla="*/ 164687 h 260086"/>
              <a:gd name="connsiteX68" fmla="*/ 106732 w 765852"/>
              <a:gd name="connsiteY68" fmla="*/ 164687 h 260086"/>
              <a:gd name="connsiteX69" fmla="*/ 106713 w 765852"/>
              <a:gd name="connsiteY69" fmla="*/ 62692 h 260086"/>
              <a:gd name="connsiteX70" fmla="*/ 95124 w 765852"/>
              <a:gd name="connsiteY70" fmla="*/ 28700 h 260086"/>
              <a:gd name="connsiteX71" fmla="*/ 93648 w 765852"/>
              <a:gd name="connsiteY71" fmla="*/ 26792 h 260086"/>
              <a:gd name="connsiteX72" fmla="*/ 92172 w 765852"/>
              <a:gd name="connsiteY72" fmla="*/ 28700 h 260086"/>
              <a:gd name="connsiteX73" fmla="*/ 80583 w 765852"/>
              <a:gd name="connsiteY73" fmla="*/ 62692 h 260086"/>
              <a:gd name="connsiteX74" fmla="*/ 47273 w 765852"/>
              <a:gd name="connsiteY74" fmla="*/ 2119 h 260086"/>
              <a:gd name="connsiteX75" fmla="*/ 0 w 765852"/>
              <a:gd name="connsiteY75" fmla="*/ 2119 h 260086"/>
              <a:gd name="connsiteX76" fmla="*/ 0 w 765852"/>
              <a:gd name="connsiteY76" fmla="*/ 26792 h 260086"/>
              <a:gd name="connsiteX77" fmla="*/ 93648 w 765852"/>
              <a:gd name="connsiteY77" fmla="*/ 26792 h 260086"/>
              <a:gd name="connsiteX78" fmla="*/ 91328 w 765852"/>
              <a:gd name="connsiteY78" fmla="*/ 23793 h 260086"/>
              <a:gd name="connsiteX79" fmla="*/ 47273 w 765852"/>
              <a:gd name="connsiteY79" fmla="*/ 2119 h 260086"/>
              <a:gd name="connsiteX80" fmla="*/ 95968 w 765852"/>
              <a:gd name="connsiteY80" fmla="*/ 23793 h 260086"/>
              <a:gd name="connsiteX81" fmla="*/ 93648 w 765852"/>
              <a:gd name="connsiteY81" fmla="*/ 26792 h 260086"/>
              <a:gd name="connsiteX82" fmla="*/ 187296 w 765852"/>
              <a:gd name="connsiteY82" fmla="*/ 26792 h 260086"/>
              <a:gd name="connsiteX83" fmla="*/ 187296 w 765852"/>
              <a:gd name="connsiteY83" fmla="*/ 2119 h 260086"/>
              <a:gd name="connsiteX84" fmla="*/ 140023 w 765852"/>
              <a:gd name="connsiteY84" fmla="*/ 2119 h 260086"/>
              <a:gd name="connsiteX85" fmla="*/ 95958 w 765852"/>
              <a:gd name="connsiteY85" fmla="*/ 23793 h 260086"/>
              <a:gd name="connsiteX86" fmla="*/ 514844 w 765852"/>
              <a:gd name="connsiteY86" fmla="*/ 164677 h 260086"/>
              <a:gd name="connsiteX87" fmla="*/ 540232 w 765852"/>
              <a:gd name="connsiteY87" fmla="*/ 164677 h 260086"/>
              <a:gd name="connsiteX88" fmla="*/ 540232 w 765852"/>
              <a:gd name="connsiteY88" fmla="*/ 2119 h 260086"/>
              <a:gd name="connsiteX89" fmla="*/ 514844 w 765852"/>
              <a:gd name="connsiteY89" fmla="*/ 2119 h 260086"/>
              <a:gd name="connsiteX90" fmla="*/ 514844 w 765852"/>
              <a:gd name="connsiteY90" fmla="*/ 164677 h 260086"/>
              <a:gd name="connsiteX91" fmla="*/ 495205 w 765852"/>
              <a:gd name="connsiteY91" fmla="*/ 259554 h 260086"/>
              <a:gd name="connsiteX92" fmla="*/ 502915 w 765852"/>
              <a:gd name="connsiteY92" fmla="*/ 259554 h 260086"/>
              <a:gd name="connsiteX93" fmla="*/ 502915 w 765852"/>
              <a:gd name="connsiteY93" fmla="*/ 197523 h 260086"/>
              <a:gd name="connsiteX94" fmla="*/ 495205 w 765852"/>
              <a:gd name="connsiteY94" fmla="*/ 197523 h 260086"/>
              <a:gd name="connsiteX95" fmla="*/ 495205 w 765852"/>
              <a:gd name="connsiteY95" fmla="*/ 259554 h 260086"/>
              <a:gd name="connsiteX96" fmla="*/ 544816 w 765852"/>
              <a:gd name="connsiteY96" fmla="*/ 204613 h 260086"/>
              <a:gd name="connsiteX97" fmla="*/ 564923 w 765852"/>
              <a:gd name="connsiteY97" fmla="*/ 204613 h 260086"/>
              <a:gd name="connsiteX98" fmla="*/ 564923 w 765852"/>
              <a:gd name="connsiteY98" fmla="*/ 259554 h 260086"/>
              <a:gd name="connsiteX99" fmla="*/ 572633 w 765852"/>
              <a:gd name="connsiteY99" fmla="*/ 259554 h 260086"/>
              <a:gd name="connsiteX100" fmla="*/ 572633 w 765852"/>
              <a:gd name="connsiteY100" fmla="*/ 204613 h 260086"/>
              <a:gd name="connsiteX101" fmla="*/ 592740 w 765852"/>
              <a:gd name="connsiteY101" fmla="*/ 204613 h 260086"/>
              <a:gd name="connsiteX102" fmla="*/ 592740 w 765852"/>
              <a:gd name="connsiteY102" fmla="*/ 197523 h 260086"/>
              <a:gd name="connsiteX103" fmla="*/ 544816 w 765852"/>
              <a:gd name="connsiteY103" fmla="*/ 197523 h 260086"/>
              <a:gd name="connsiteX104" fmla="*/ 544816 w 765852"/>
              <a:gd name="connsiteY104" fmla="*/ 204613 h 260086"/>
              <a:gd name="connsiteX105" fmla="*/ 287389 w 765852"/>
              <a:gd name="connsiteY105" fmla="*/ 2119 h 260086"/>
              <a:gd name="connsiteX106" fmla="*/ 345234 w 765852"/>
              <a:gd name="connsiteY106" fmla="*/ 140105 h 260086"/>
              <a:gd name="connsiteX107" fmla="*/ 381413 w 765852"/>
              <a:gd name="connsiteY107" fmla="*/ 166796 h 260086"/>
              <a:gd name="connsiteX108" fmla="*/ 382899 w 765852"/>
              <a:gd name="connsiteY108" fmla="*/ 166796 h 260086"/>
              <a:gd name="connsiteX109" fmla="*/ 316692 w 765852"/>
              <a:gd name="connsiteY109" fmla="*/ 2119 h 260086"/>
              <a:gd name="connsiteX110" fmla="*/ 287389 w 765852"/>
              <a:gd name="connsiteY110" fmla="*/ 2119 h 260086"/>
              <a:gd name="connsiteX111" fmla="*/ 443549 w 765852"/>
              <a:gd name="connsiteY111" fmla="*/ 199871 h 260086"/>
              <a:gd name="connsiteX112" fmla="*/ 432739 w 765852"/>
              <a:gd name="connsiteY112" fmla="*/ 197523 h 260086"/>
              <a:gd name="connsiteX113" fmla="*/ 408910 w 765852"/>
              <a:gd name="connsiteY113" fmla="*/ 197523 h 260086"/>
              <a:gd name="connsiteX114" fmla="*/ 408910 w 765852"/>
              <a:gd name="connsiteY114" fmla="*/ 259554 h 260086"/>
              <a:gd name="connsiteX115" fmla="*/ 416621 w 765852"/>
              <a:gd name="connsiteY115" fmla="*/ 259554 h 260086"/>
              <a:gd name="connsiteX116" fmla="*/ 416621 w 765852"/>
              <a:gd name="connsiteY116" fmla="*/ 235716 h 260086"/>
              <a:gd name="connsiteX117" fmla="*/ 432748 w 765852"/>
              <a:gd name="connsiteY117" fmla="*/ 235716 h 260086"/>
              <a:gd name="connsiteX118" fmla="*/ 443512 w 765852"/>
              <a:gd name="connsiteY118" fmla="*/ 233368 h 260086"/>
              <a:gd name="connsiteX119" fmla="*/ 450728 w 765852"/>
              <a:gd name="connsiteY119" fmla="*/ 226681 h 260086"/>
              <a:gd name="connsiteX120" fmla="*/ 453295 w 765852"/>
              <a:gd name="connsiteY120" fmla="*/ 216583 h 260086"/>
              <a:gd name="connsiteX121" fmla="*/ 450774 w 765852"/>
              <a:gd name="connsiteY121" fmla="*/ 206521 h 260086"/>
              <a:gd name="connsiteX122" fmla="*/ 443558 w 765852"/>
              <a:gd name="connsiteY122" fmla="*/ 199871 h 260086"/>
              <a:gd name="connsiteX123" fmla="*/ 441779 w 765852"/>
              <a:gd name="connsiteY123" fmla="*/ 225351 h 260086"/>
              <a:gd name="connsiteX124" fmla="*/ 432033 w 765852"/>
              <a:gd name="connsiteY124" fmla="*/ 228635 h 260086"/>
              <a:gd name="connsiteX125" fmla="*/ 416621 w 765852"/>
              <a:gd name="connsiteY125" fmla="*/ 228635 h 260086"/>
              <a:gd name="connsiteX126" fmla="*/ 416621 w 765852"/>
              <a:gd name="connsiteY126" fmla="*/ 204622 h 260086"/>
              <a:gd name="connsiteX127" fmla="*/ 432125 w 765852"/>
              <a:gd name="connsiteY127" fmla="*/ 204622 h 260086"/>
              <a:gd name="connsiteX128" fmla="*/ 441825 w 765852"/>
              <a:gd name="connsiteY128" fmla="*/ 207860 h 260086"/>
              <a:gd name="connsiteX129" fmla="*/ 445410 w 765852"/>
              <a:gd name="connsiteY129" fmla="*/ 216592 h 260086"/>
              <a:gd name="connsiteX130" fmla="*/ 441779 w 765852"/>
              <a:gd name="connsiteY130" fmla="*/ 225361 h 260086"/>
              <a:gd name="connsiteX131" fmla="*/ 382889 w 765852"/>
              <a:gd name="connsiteY131" fmla="*/ 166805 h 260086"/>
              <a:gd name="connsiteX132" fmla="*/ 384375 w 765852"/>
              <a:gd name="connsiteY132" fmla="*/ 166805 h 260086"/>
              <a:gd name="connsiteX133" fmla="*/ 420554 w 765852"/>
              <a:gd name="connsiteY133" fmla="*/ 140114 h 260086"/>
              <a:gd name="connsiteX134" fmla="*/ 478399 w 765852"/>
              <a:gd name="connsiteY134" fmla="*/ 2128 h 260086"/>
              <a:gd name="connsiteX135" fmla="*/ 449096 w 765852"/>
              <a:gd name="connsiteY135" fmla="*/ 2128 h 260086"/>
              <a:gd name="connsiteX136" fmla="*/ 382889 w 765852"/>
              <a:gd name="connsiteY136" fmla="*/ 166814 h 260086"/>
              <a:gd name="connsiteX137" fmla="*/ 644368 w 765852"/>
              <a:gd name="connsiteY137" fmla="*/ 197523 h 260086"/>
              <a:gd name="connsiteX138" fmla="*/ 620714 w 765852"/>
              <a:gd name="connsiteY138" fmla="*/ 259554 h 260086"/>
              <a:gd name="connsiteX139" fmla="*/ 628690 w 765852"/>
              <a:gd name="connsiteY139" fmla="*/ 259554 h 260086"/>
              <a:gd name="connsiteX140" fmla="*/ 635246 w 765852"/>
              <a:gd name="connsiteY140" fmla="*/ 242806 h 260086"/>
              <a:gd name="connsiteX141" fmla="*/ 662266 w 765852"/>
              <a:gd name="connsiteY141" fmla="*/ 242806 h 260086"/>
              <a:gd name="connsiteX142" fmla="*/ 668821 w 765852"/>
              <a:gd name="connsiteY142" fmla="*/ 259554 h 260086"/>
              <a:gd name="connsiteX143" fmla="*/ 677055 w 765852"/>
              <a:gd name="connsiteY143" fmla="*/ 259554 h 260086"/>
              <a:gd name="connsiteX144" fmla="*/ 653491 w 765852"/>
              <a:gd name="connsiteY144" fmla="*/ 197523 h 260086"/>
              <a:gd name="connsiteX145" fmla="*/ 644368 w 765852"/>
              <a:gd name="connsiteY145" fmla="*/ 197523 h 260086"/>
              <a:gd name="connsiteX146" fmla="*/ 637547 w 765852"/>
              <a:gd name="connsiteY146" fmla="*/ 235808 h 260086"/>
              <a:gd name="connsiteX147" fmla="*/ 648705 w 765852"/>
              <a:gd name="connsiteY147" fmla="*/ 205943 h 260086"/>
              <a:gd name="connsiteX148" fmla="*/ 659955 w 765852"/>
              <a:gd name="connsiteY148" fmla="*/ 235808 h 260086"/>
              <a:gd name="connsiteX149" fmla="*/ 637538 w 765852"/>
              <a:gd name="connsiteY149" fmla="*/ 235808 h 260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</a:cxnLst>
            <a:rect l="l" t="t" r="r" b="b"/>
            <a:pathLst>
              <a:path w="765852" h="260086">
                <a:moveTo>
                  <a:pt x="739575" y="143884"/>
                </a:moveTo>
                <a:cubicBezTo>
                  <a:pt x="756519" y="128906"/>
                  <a:pt x="765852" y="107425"/>
                  <a:pt x="765852" y="83403"/>
                </a:cubicBezTo>
                <a:cubicBezTo>
                  <a:pt x="765852" y="59381"/>
                  <a:pt x="756519" y="37899"/>
                  <a:pt x="739575" y="22921"/>
                </a:cubicBezTo>
                <a:cubicBezTo>
                  <a:pt x="722613" y="7925"/>
                  <a:pt x="699307" y="0"/>
                  <a:pt x="672177" y="0"/>
                </a:cubicBezTo>
                <a:cubicBezTo>
                  <a:pt x="645047" y="0"/>
                  <a:pt x="621740" y="7925"/>
                  <a:pt x="604779" y="22921"/>
                </a:cubicBezTo>
                <a:cubicBezTo>
                  <a:pt x="587835" y="37899"/>
                  <a:pt x="578501" y="59381"/>
                  <a:pt x="578501" y="83403"/>
                </a:cubicBezTo>
                <a:cubicBezTo>
                  <a:pt x="578501" y="107425"/>
                  <a:pt x="587835" y="128906"/>
                  <a:pt x="604779" y="143884"/>
                </a:cubicBezTo>
                <a:cubicBezTo>
                  <a:pt x="621740" y="158881"/>
                  <a:pt x="645047" y="166805"/>
                  <a:pt x="672177" y="166805"/>
                </a:cubicBezTo>
                <a:cubicBezTo>
                  <a:pt x="699307" y="166805"/>
                  <a:pt x="722613" y="158881"/>
                  <a:pt x="739575" y="143884"/>
                </a:cubicBezTo>
                <a:close/>
                <a:moveTo>
                  <a:pt x="604595" y="83403"/>
                </a:moveTo>
                <a:cubicBezTo>
                  <a:pt x="604595" y="66489"/>
                  <a:pt x="610821" y="52135"/>
                  <a:pt x="622611" y="41871"/>
                </a:cubicBezTo>
                <a:cubicBezTo>
                  <a:pt x="634751" y="31305"/>
                  <a:pt x="651887" y="25719"/>
                  <a:pt x="672177" y="25719"/>
                </a:cubicBezTo>
                <a:cubicBezTo>
                  <a:pt x="692467" y="25719"/>
                  <a:pt x="709603" y="31305"/>
                  <a:pt x="721742" y="41871"/>
                </a:cubicBezTo>
                <a:cubicBezTo>
                  <a:pt x="733524" y="52126"/>
                  <a:pt x="739759" y="66489"/>
                  <a:pt x="739759" y="83403"/>
                </a:cubicBezTo>
                <a:cubicBezTo>
                  <a:pt x="739759" y="100316"/>
                  <a:pt x="733533" y="114671"/>
                  <a:pt x="721742" y="124934"/>
                </a:cubicBezTo>
                <a:cubicBezTo>
                  <a:pt x="709603" y="135501"/>
                  <a:pt x="692467" y="141077"/>
                  <a:pt x="672177" y="141077"/>
                </a:cubicBezTo>
                <a:cubicBezTo>
                  <a:pt x="651887" y="141077"/>
                  <a:pt x="634741" y="135491"/>
                  <a:pt x="622611" y="124934"/>
                </a:cubicBezTo>
                <a:cubicBezTo>
                  <a:pt x="610830" y="114671"/>
                  <a:pt x="604595" y="100316"/>
                  <a:pt x="604595" y="83403"/>
                </a:cubicBezTo>
                <a:close/>
                <a:moveTo>
                  <a:pt x="238310" y="207181"/>
                </a:moveTo>
                <a:cubicBezTo>
                  <a:pt x="241556" y="205118"/>
                  <a:pt x="245306" y="204081"/>
                  <a:pt x="249560" y="204081"/>
                </a:cubicBezTo>
                <a:cubicBezTo>
                  <a:pt x="254282" y="204081"/>
                  <a:pt x="258288" y="205292"/>
                  <a:pt x="261562" y="207713"/>
                </a:cubicBezTo>
                <a:cubicBezTo>
                  <a:pt x="264835" y="210135"/>
                  <a:pt x="267035" y="213501"/>
                  <a:pt x="268163" y="217812"/>
                </a:cubicBezTo>
                <a:lnTo>
                  <a:pt x="275874" y="217812"/>
                </a:lnTo>
                <a:cubicBezTo>
                  <a:pt x="274691" y="211373"/>
                  <a:pt x="271784" y="206292"/>
                  <a:pt x="267145" y="202568"/>
                </a:cubicBezTo>
                <a:cubicBezTo>
                  <a:pt x="262506" y="198844"/>
                  <a:pt x="256766" y="196982"/>
                  <a:pt x="249917" y="196982"/>
                </a:cubicBezTo>
                <a:cubicBezTo>
                  <a:pt x="244013" y="196982"/>
                  <a:pt x="238814" y="198293"/>
                  <a:pt x="234322" y="200926"/>
                </a:cubicBezTo>
                <a:cubicBezTo>
                  <a:pt x="229838" y="203558"/>
                  <a:pt x="226382" y="207264"/>
                  <a:pt x="223961" y="212052"/>
                </a:cubicBezTo>
                <a:cubicBezTo>
                  <a:pt x="221541" y="216840"/>
                  <a:pt x="220330" y="222334"/>
                  <a:pt x="220330" y="228534"/>
                </a:cubicBezTo>
                <a:cubicBezTo>
                  <a:pt x="220330" y="234734"/>
                  <a:pt x="221541" y="240302"/>
                  <a:pt x="223961" y="245062"/>
                </a:cubicBezTo>
                <a:cubicBezTo>
                  <a:pt x="226382" y="249823"/>
                  <a:pt x="229838" y="253510"/>
                  <a:pt x="234322" y="256142"/>
                </a:cubicBezTo>
                <a:cubicBezTo>
                  <a:pt x="238805" y="258775"/>
                  <a:pt x="244004" y="260086"/>
                  <a:pt x="249917" y="260086"/>
                </a:cubicBezTo>
                <a:cubicBezTo>
                  <a:pt x="256831" y="260086"/>
                  <a:pt x="262570" y="258224"/>
                  <a:pt x="267145" y="254501"/>
                </a:cubicBezTo>
                <a:cubicBezTo>
                  <a:pt x="271720" y="250777"/>
                  <a:pt x="274599" y="245695"/>
                  <a:pt x="275782" y="239256"/>
                </a:cubicBezTo>
                <a:lnTo>
                  <a:pt x="268071" y="239256"/>
                </a:lnTo>
                <a:cubicBezTo>
                  <a:pt x="266888" y="243631"/>
                  <a:pt x="264706" y="247007"/>
                  <a:pt x="261516" y="249401"/>
                </a:cubicBezTo>
                <a:cubicBezTo>
                  <a:pt x="258325" y="251795"/>
                  <a:pt x="254337" y="252987"/>
                  <a:pt x="249560" y="252987"/>
                </a:cubicBezTo>
                <a:cubicBezTo>
                  <a:pt x="245306" y="252987"/>
                  <a:pt x="241556" y="251951"/>
                  <a:pt x="238310" y="249887"/>
                </a:cubicBezTo>
                <a:cubicBezTo>
                  <a:pt x="235064" y="247823"/>
                  <a:pt x="232561" y="244925"/>
                  <a:pt x="230828" y="241201"/>
                </a:cubicBezTo>
                <a:cubicBezTo>
                  <a:pt x="229086" y="237477"/>
                  <a:pt x="228215" y="233258"/>
                  <a:pt x="228215" y="228525"/>
                </a:cubicBezTo>
                <a:cubicBezTo>
                  <a:pt x="228215" y="223792"/>
                  <a:pt x="229086" y="219499"/>
                  <a:pt x="230828" y="215812"/>
                </a:cubicBezTo>
                <a:cubicBezTo>
                  <a:pt x="232570" y="212125"/>
                  <a:pt x="235064" y="209245"/>
                  <a:pt x="238310" y="207172"/>
                </a:cubicBezTo>
                <a:close/>
                <a:moveTo>
                  <a:pt x="335580" y="197523"/>
                </a:moveTo>
                <a:lnTo>
                  <a:pt x="311925" y="259554"/>
                </a:lnTo>
                <a:lnTo>
                  <a:pt x="319892" y="259554"/>
                </a:lnTo>
                <a:lnTo>
                  <a:pt x="326448" y="242806"/>
                </a:lnTo>
                <a:lnTo>
                  <a:pt x="353467" y="242806"/>
                </a:lnTo>
                <a:lnTo>
                  <a:pt x="360023" y="259554"/>
                </a:lnTo>
                <a:lnTo>
                  <a:pt x="368256" y="259554"/>
                </a:lnTo>
                <a:lnTo>
                  <a:pt x="344693" y="197523"/>
                </a:lnTo>
                <a:lnTo>
                  <a:pt x="335570" y="197523"/>
                </a:lnTo>
                <a:close/>
                <a:moveTo>
                  <a:pt x="328758" y="235808"/>
                </a:moveTo>
                <a:lnTo>
                  <a:pt x="339916" y="205943"/>
                </a:lnTo>
                <a:lnTo>
                  <a:pt x="351166" y="235808"/>
                </a:lnTo>
                <a:lnTo>
                  <a:pt x="328749" y="235808"/>
                </a:lnTo>
                <a:close/>
                <a:moveTo>
                  <a:pt x="725437" y="197523"/>
                </a:moveTo>
                <a:lnTo>
                  <a:pt x="717736" y="197523"/>
                </a:lnTo>
                <a:lnTo>
                  <a:pt x="717736" y="259554"/>
                </a:lnTo>
                <a:lnTo>
                  <a:pt x="753704" y="259554"/>
                </a:lnTo>
                <a:lnTo>
                  <a:pt x="753704" y="252464"/>
                </a:lnTo>
                <a:lnTo>
                  <a:pt x="725446" y="252464"/>
                </a:lnTo>
                <a:lnTo>
                  <a:pt x="725446" y="197523"/>
                </a:lnTo>
                <a:close/>
                <a:moveTo>
                  <a:pt x="250953" y="2119"/>
                </a:moveTo>
                <a:lnTo>
                  <a:pt x="225566" y="2119"/>
                </a:lnTo>
                <a:lnTo>
                  <a:pt x="225566" y="164677"/>
                </a:lnTo>
                <a:lnTo>
                  <a:pt x="250953" y="164677"/>
                </a:lnTo>
                <a:lnTo>
                  <a:pt x="250953" y="2119"/>
                </a:lnTo>
                <a:close/>
                <a:moveTo>
                  <a:pt x="80592" y="62692"/>
                </a:moveTo>
                <a:lnTo>
                  <a:pt x="80592" y="164687"/>
                </a:lnTo>
                <a:cubicBezTo>
                  <a:pt x="80592" y="164687"/>
                  <a:pt x="106732" y="164687"/>
                  <a:pt x="106732" y="164687"/>
                </a:cubicBezTo>
                <a:lnTo>
                  <a:pt x="106713" y="62692"/>
                </a:lnTo>
                <a:cubicBezTo>
                  <a:pt x="106713" y="50282"/>
                  <a:pt x="102707" y="38523"/>
                  <a:pt x="95124" y="28700"/>
                </a:cubicBezTo>
                <a:lnTo>
                  <a:pt x="93648" y="26792"/>
                </a:lnTo>
                <a:lnTo>
                  <a:pt x="92172" y="28700"/>
                </a:lnTo>
                <a:cubicBezTo>
                  <a:pt x="84589" y="38523"/>
                  <a:pt x="80583" y="50273"/>
                  <a:pt x="80583" y="62692"/>
                </a:cubicBezTo>
                <a:close/>
                <a:moveTo>
                  <a:pt x="47273" y="2119"/>
                </a:moveTo>
                <a:lnTo>
                  <a:pt x="0" y="2119"/>
                </a:lnTo>
                <a:lnTo>
                  <a:pt x="0" y="26792"/>
                </a:lnTo>
                <a:lnTo>
                  <a:pt x="93648" y="26792"/>
                </a:lnTo>
                <a:lnTo>
                  <a:pt x="91328" y="23793"/>
                </a:lnTo>
                <a:cubicBezTo>
                  <a:pt x="80693" y="10025"/>
                  <a:pt x="64629" y="2119"/>
                  <a:pt x="47273" y="2119"/>
                </a:cubicBezTo>
                <a:close/>
                <a:moveTo>
                  <a:pt x="95968" y="23793"/>
                </a:moveTo>
                <a:lnTo>
                  <a:pt x="93648" y="26792"/>
                </a:lnTo>
                <a:lnTo>
                  <a:pt x="187296" y="26792"/>
                </a:lnTo>
                <a:lnTo>
                  <a:pt x="187296" y="2119"/>
                </a:lnTo>
                <a:lnTo>
                  <a:pt x="140023" y="2119"/>
                </a:lnTo>
                <a:cubicBezTo>
                  <a:pt x="122657" y="2119"/>
                  <a:pt x="106603" y="10016"/>
                  <a:pt x="95958" y="23793"/>
                </a:cubicBezTo>
                <a:close/>
                <a:moveTo>
                  <a:pt x="514844" y="164677"/>
                </a:moveTo>
                <a:lnTo>
                  <a:pt x="540232" y="164677"/>
                </a:lnTo>
                <a:lnTo>
                  <a:pt x="540232" y="2119"/>
                </a:lnTo>
                <a:lnTo>
                  <a:pt x="514844" y="2119"/>
                </a:lnTo>
                <a:lnTo>
                  <a:pt x="514844" y="164677"/>
                </a:lnTo>
                <a:close/>
                <a:moveTo>
                  <a:pt x="495205" y="259554"/>
                </a:moveTo>
                <a:lnTo>
                  <a:pt x="502915" y="259554"/>
                </a:lnTo>
                <a:lnTo>
                  <a:pt x="502915" y="197523"/>
                </a:lnTo>
                <a:lnTo>
                  <a:pt x="495205" y="197523"/>
                </a:lnTo>
                <a:lnTo>
                  <a:pt x="495205" y="259554"/>
                </a:lnTo>
                <a:close/>
                <a:moveTo>
                  <a:pt x="544816" y="204613"/>
                </a:moveTo>
                <a:lnTo>
                  <a:pt x="564923" y="204613"/>
                </a:lnTo>
                <a:lnTo>
                  <a:pt x="564923" y="259554"/>
                </a:lnTo>
                <a:lnTo>
                  <a:pt x="572633" y="259554"/>
                </a:lnTo>
                <a:lnTo>
                  <a:pt x="572633" y="204613"/>
                </a:lnTo>
                <a:lnTo>
                  <a:pt x="592740" y="204613"/>
                </a:lnTo>
                <a:lnTo>
                  <a:pt x="592740" y="197523"/>
                </a:lnTo>
                <a:lnTo>
                  <a:pt x="544816" y="197523"/>
                </a:lnTo>
                <a:lnTo>
                  <a:pt x="544816" y="204613"/>
                </a:lnTo>
                <a:close/>
                <a:moveTo>
                  <a:pt x="287389" y="2119"/>
                </a:moveTo>
                <a:cubicBezTo>
                  <a:pt x="287389" y="2119"/>
                  <a:pt x="335680" y="117220"/>
                  <a:pt x="345234" y="140105"/>
                </a:cubicBezTo>
                <a:cubicBezTo>
                  <a:pt x="356374" y="166796"/>
                  <a:pt x="374464" y="166796"/>
                  <a:pt x="381413" y="166796"/>
                </a:cubicBezTo>
                <a:lnTo>
                  <a:pt x="382899" y="166796"/>
                </a:lnTo>
                <a:lnTo>
                  <a:pt x="316692" y="2119"/>
                </a:lnTo>
                <a:lnTo>
                  <a:pt x="287389" y="2119"/>
                </a:lnTo>
                <a:close/>
                <a:moveTo>
                  <a:pt x="443549" y="199871"/>
                </a:moveTo>
                <a:cubicBezTo>
                  <a:pt x="440413" y="198303"/>
                  <a:pt x="436819" y="197523"/>
                  <a:pt x="432739" y="197523"/>
                </a:cubicBezTo>
                <a:lnTo>
                  <a:pt x="408910" y="197523"/>
                </a:lnTo>
                <a:lnTo>
                  <a:pt x="408910" y="259554"/>
                </a:lnTo>
                <a:lnTo>
                  <a:pt x="416621" y="259554"/>
                </a:lnTo>
                <a:lnTo>
                  <a:pt x="416621" y="235716"/>
                </a:lnTo>
                <a:lnTo>
                  <a:pt x="432748" y="235716"/>
                </a:lnTo>
                <a:cubicBezTo>
                  <a:pt x="436819" y="235716"/>
                  <a:pt x="440413" y="234936"/>
                  <a:pt x="443512" y="233368"/>
                </a:cubicBezTo>
                <a:cubicBezTo>
                  <a:pt x="446611" y="231799"/>
                  <a:pt x="449013" y="229571"/>
                  <a:pt x="450728" y="226681"/>
                </a:cubicBezTo>
                <a:cubicBezTo>
                  <a:pt x="452442" y="223783"/>
                  <a:pt x="453295" y="220417"/>
                  <a:pt x="453295" y="216583"/>
                </a:cubicBezTo>
                <a:cubicBezTo>
                  <a:pt x="453295" y="212749"/>
                  <a:pt x="452452" y="209392"/>
                  <a:pt x="450774" y="206521"/>
                </a:cubicBezTo>
                <a:cubicBezTo>
                  <a:pt x="449087" y="203659"/>
                  <a:pt x="446685" y="201439"/>
                  <a:pt x="443558" y="199871"/>
                </a:cubicBezTo>
                <a:close/>
                <a:moveTo>
                  <a:pt x="441779" y="225351"/>
                </a:moveTo>
                <a:cubicBezTo>
                  <a:pt x="439359" y="227534"/>
                  <a:pt x="436113" y="228635"/>
                  <a:pt x="432033" y="228635"/>
                </a:cubicBezTo>
                <a:lnTo>
                  <a:pt x="416621" y="228635"/>
                </a:lnTo>
                <a:lnTo>
                  <a:pt x="416621" y="204622"/>
                </a:lnTo>
                <a:lnTo>
                  <a:pt x="432125" y="204622"/>
                </a:lnTo>
                <a:cubicBezTo>
                  <a:pt x="436196" y="204622"/>
                  <a:pt x="439432" y="205705"/>
                  <a:pt x="441825" y="207860"/>
                </a:cubicBezTo>
                <a:cubicBezTo>
                  <a:pt x="444218" y="210015"/>
                  <a:pt x="445410" y="212923"/>
                  <a:pt x="445410" y="216592"/>
                </a:cubicBezTo>
                <a:cubicBezTo>
                  <a:pt x="445410" y="220261"/>
                  <a:pt x="444200" y="223178"/>
                  <a:pt x="441779" y="225361"/>
                </a:cubicBezTo>
                <a:close/>
                <a:moveTo>
                  <a:pt x="382889" y="166805"/>
                </a:moveTo>
                <a:lnTo>
                  <a:pt x="384375" y="166805"/>
                </a:lnTo>
                <a:cubicBezTo>
                  <a:pt x="391334" y="166805"/>
                  <a:pt x="409423" y="166805"/>
                  <a:pt x="420554" y="140114"/>
                </a:cubicBezTo>
                <a:cubicBezTo>
                  <a:pt x="430099" y="117230"/>
                  <a:pt x="478399" y="2128"/>
                  <a:pt x="478399" y="2128"/>
                </a:cubicBezTo>
                <a:lnTo>
                  <a:pt x="449096" y="2128"/>
                </a:lnTo>
                <a:lnTo>
                  <a:pt x="382889" y="166814"/>
                </a:lnTo>
                <a:close/>
                <a:moveTo>
                  <a:pt x="644368" y="197523"/>
                </a:moveTo>
                <a:lnTo>
                  <a:pt x="620714" y="259554"/>
                </a:lnTo>
                <a:lnTo>
                  <a:pt x="628690" y="259554"/>
                </a:lnTo>
                <a:lnTo>
                  <a:pt x="635246" y="242806"/>
                </a:lnTo>
                <a:lnTo>
                  <a:pt x="662266" y="242806"/>
                </a:lnTo>
                <a:lnTo>
                  <a:pt x="668821" y="259554"/>
                </a:lnTo>
                <a:lnTo>
                  <a:pt x="677055" y="259554"/>
                </a:lnTo>
                <a:lnTo>
                  <a:pt x="653491" y="197523"/>
                </a:lnTo>
                <a:lnTo>
                  <a:pt x="644368" y="197523"/>
                </a:lnTo>
                <a:close/>
                <a:moveTo>
                  <a:pt x="637547" y="235808"/>
                </a:moveTo>
                <a:lnTo>
                  <a:pt x="648705" y="205943"/>
                </a:lnTo>
                <a:lnTo>
                  <a:pt x="659955" y="235808"/>
                </a:lnTo>
                <a:lnTo>
                  <a:pt x="637538" y="235808"/>
                </a:lnTo>
                <a:close/>
              </a:path>
            </a:pathLst>
          </a:custGeom>
          <a:solidFill>
            <a:schemeClr val="bg1"/>
          </a:solidFill>
          <a:ln w="1061" cap="flat">
            <a:noFill/>
            <a:prstDash val="solid"/>
            <a:miter/>
          </a:ln>
        </p:spPr>
        <p:txBody>
          <a:bodyPr rtlCol="0" anchor="ctr"/>
          <a:lstStyle/>
          <a:p>
            <a:endParaRPr lang="pt-BR">
              <a:solidFill>
                <a:schemeClr val="bg1"/>
              </a:solidFill>
            </a:endParaRPr>
          </a:p>
        </p:txBody>
      </p:sp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7858F1CA-0E09-F094-AD45-52092585CA1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225800" y="1518527"/>
            <a:ext cx="3740400" cy="4776078"/>
          </a:xfrm>
          <a:prstGeom prst="rect">
            <a:avLst/>
          </a:prstGeom>
          <a:ln>
            <a:solidFill>
              <a:schemeClr val="accent4"/>
            </a:solidFill>
          </a:ln>
        </p:spPr>
        <p:txBody>
          <a:bodyPr lIns="36000" tIns="36000" rIns="36000" bIns="36000"/>
          <a:lstStyle>
            <a:lvl1pPr marL="0" indent="0">
              <a:buNone/>
              <a:defRPr sz="120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4E170CD4-5C01-DD85-2A0A-98954D99CAC5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34962" y="3987408"/>
            <a:ext cx="3741737" cy="2313464"/>
          </a:xfrm>
          <a:prstGeom prst="rect">
            <a:avLst/>
          </a:prstGeom>
          <a:ln>
            <a:solidFill>
              <a:schemeClr val="accent4"/>
            </a:solidFill>
          </a:ln>
        </p:spPr>
        <p:txBody>
          <a:bodyPr lIns="36000" tIns="36000" rIns="36000" bIns="36000"/>
          <a:lstStyle>
            <a:lvl1pPr marL="0" indent="0">
              <a:buNone/>
              <a:defRPr sz="120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805EFAA-C04F-7113-90E8-A7D66AF3528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116638" y="1524792"/>
            <a:ext cx="3740400" cy="4776079"/>
          </a:xfrm>
          <a:prstGeom prst="rect">
            <a:avLst/>
          </a:prstGeom>
          <a:ln>
            <a:solidFill>
              <a:schemeClr val="accent4"/>
            </a:solidFill>
          </a:ln>
        </p:spPr>
        <p:txBody>
          <a:bodyPr lIns="36000" tIns="36000" rIns="36000" bIns="36000"/>
          <a:lstStyle>
            <a:lvl1pPr marL="0" indent="0">
              <a:buNone/>
              <a:defRPr sz="120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176D65B-577B-DA97-A4AE-85E5C579A955}"/>
              </a:ext>
            </a:extLst>
          </p:cNvPr>
          <p:cNvCxnSpPr/>
          <p:nvPr userDrawn="1"/>
        </p:nvCxnSpPr>
        <p:spPr>
          <a:xfrm>
            <a:off x="334963" y="185353"/>
            <a:ext cx="10415415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5168420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469">
          <p15:clr>
            <a:srgbClr val="FBAE40"/>
          </p15:clr>
        </p15:guide>
        <p15:guide id="2" orient="horz" pos="3974">
          <p15:clr>
            <a:srgbClr val="FBAE40"/>
          </p15:clr>
        </p15:guide>
        <p15:guide id="3" orient="horz" pos="232">
          <p15:clr>
            <a:srgbClr val="FBAE40"/>
          </p15:clr>
        </p15:guide>
        <p15:guide id="4" pos="211">
          <p15:clr>
            <a:srgbClr val="FBAE40"/>
          </p15:clr>
        </p15:guide>
        <p15:guide id="5" orient="horz" pos="4065">
          <p15:clr>
            <a:srgbClr val="FBAE40"/>
          </p15:clr>
        </p15:guide>
        <p15:guide id="6" orient="horz" pos="799">
          <p15:clr>
            <a:srgbClr val="FBAE40"/>
          </p15:clr>
        </p15:guide>
        <p15:guide id="7" orient="horz" pos="935">
          <p15:clr>
            <a:srgbClr val="FBAE40"/>
          </p15:clr>
        </p15:guide>
      </p15:sldGuideLst>
    </p:ext>
  </p:extLst>
</p:sldLayout>
</file>

<file path=ppt/slideLayouts/slideLayout1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| 2 linhas - High Yie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B13D7C-5A47-B0DF-B518-26E79F5D2DB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63" y="368300"/>
            <a:ext cx="10183813" cy="4308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err="1"/>
              <a:t>Título</a:t>
            </a:r>
            <a:endParaRPr lang="en-US"/>
          </a:p>
        </p:txBody>
      </p:sp>
      <p:sp>
        <p:nvSpPr>
          <p:cNvPr id="2" name="Espaço Reservado para Número de Slide 5">
            <a:extLst>
              <a:ext uri="{FF2B5EF4-FFF2-40B4-BE49-F238E27FC236}">
                <a16:creationId xmlns:a16="http://schemas.microsoft.com/office/drawing/2014/main" id="{21758EB3-F057-8CDF-FF61-35E724EF59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61763" y="6482556"/>
            <a:ext cx="295275" cy="1692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 sz="1100">
                <a:solidFill>
                  <a:schemeClr val="bg1"/>
                </a:solidFill>
                <a:latin typeface="Versos" panose="020B0503020204030204" pitchFamily="34" charset="0"/>
                <a:cs typeface="Versos" panose="020B0503020204030204" pitchFamily="34" charset="0"/>
              </a:defRPr>
            </a:lvl1pPr>
          </a:lstStyle>
          <a:p>
            <a:fld id="{77667D73-C69A-4DAA-9003-24A825D36FE9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7" name="Text Placeholder 8">
            <a:extLst>
              <a:ext uri="{FF2B5EF4-FFF2-40B4-BE49-F238E27FC236}">
                <a16:creationId xmlns:a16="http://schemas.microsoft.com/office/drawing/2014/main" id="{5629EC08-34A0-4F4F-BF0C-DAE3D73CA1C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34963" y="1949413"/>
            <a:ext cx="5648397" cy="435931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F37A98A2-2A9D-056F-7CA4-B986B817076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4963" y="6482556"/>
            <a:ext cx="10980000" cy="138499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900">
                <a:latin typeface="Versos Light" panose="020B0403020204030204" pitchFamily="34" charset="0"/>
              </a:defRPr>
            </a:lvl2pPr>
            <a:lvl3pPr>
              <a:defRPr sz="900">
                <a:latin typeface="Versos Light" panose="020B0403020204030204" pitchFamily="34" charset="0"/>
              </a:defRPr>
            </a:lvl3pPr>
            <a:lvl4pPr>
              <a:defRPr sz="900">
                <a:latin typeface="Versos Light" panose="020B0403020204030204" pitchFamily="34" charset="0"/>
              </a:defRPr>
            </a:lvl4pPr>
            <a:lvl5pPr>
              <a:defRPr sz="900">
                <a:latin typeface="Versos Light" panose="020B0403020204030204" pitchFamily="34" charset="0"/>
              </a:defRPr>
            </a:lvl5pPr>
          </a:lstStyle>
          <a:p>
            <a:pPr lvl="0"/>
            <a:r>
              <a:rPr lang="en-US"/>
              <a:t>Fonte:</a:t>
            </a:r>
            <a:endParaRPr lang="pt-BR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ECBC137-580C-65EB-C713-E63CDBDB515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208640" y="1949413"/>
            <a:ext cx="5648397" cy="435931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D1CF13AF-F1F7-29D7-F0C3-C23BE528C9A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34963" y="1518527"/>
            <a:ext cx="5648397" cy="21544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47497781-FD6B-9B5D-3237-9AD784B8880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208640" y="1518527"/>
            <a:ext cx="5648397" cy="21544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Picture 8">
            <a:extLst>
              <a:ext uri="{FF2B5EF4-FFF2-40B4-BE49-F238E27FC236}">
                <a16:creationId xmlns:a16="http://schemas.microsoft.com/office/drawing/2014/main" id="{EB78A079-9AB0-B349-256E-BC9ED4CF0623}"/>
              </a:ext>
            </a:extLst>
          </p:cNvPr>
          <p:cNvSpPr/>
          <p:nvPr userDrawn="1"/>
        </p:nvSpPr>
        <p:spPr>
          <a:xfrm>
            <a:off x="11091186" y="377178"/>
            <a:ext cx="765852" cy="260086"/>
          </a:xfrm>
          <a:custGeom>
            <a:avLst/>
            <a:gdLst>
              <a:gd name="connsiteX0" fmla="*/ 739575 w 765852"/>
              <a:gd name="connsiteY0" fmla="*/ 143884 h 260086"/>
              <a:gd name="connsiteX1" fmla="*/ 765852 w 765852"/>
              <a:gd name="connsiteY1" fmla="*/ 83403 h 260086"/>
              <a:gd name="connsiteX2" fmla="*/ 739575 w 765852"/>
              <a:gd name="connsiteY2" fmla="*/ 22921 h 260086"/>
              <a:gd name="connsiteX3" fmla="*/ 672177 w 765852"/>
              <a:gd name="connsiteY3" fmla="*/ 0 h 260086"/>
              <a:gd name="connsiteX4" fmla="*/ 604779 w 765852"/>
              <a:gd name="connsiteY4" fmla="*/ 22921 h 260086"/>
              <a:gd name="connsiteX5" fmla="*/ 578501 w 765852"/>
              <a:gd name="connsiteY5" fmla="*/ 83403 h 260086"/>
              <a:gd name="connsiteX6" fmla="*/ 604779 w 765852"/>
              <a:gd name="connsiteY6" fmla="*/ 143884 h 260086"/>
              <a:gd name="connsiteX7" fmla="*/ 672177 w 765852"/>
              <a:gd name="connsiteY7" fmla="*/ 166805 h 260086"/>
              <a:gd name="connsiteX8" fmla="*/ 739575 w 765852"/>
              <a:gd name="connsiteY8" fmla="*/ 143884 h 260086"/>
              <a:gd name="connsiteX9" fmla="*/ 604595 w 765852"/>
              <a:gd name="connsiteY9" fmla="*/ 83403 h 260086"/>
              <a:gd name="connsiteX10" fmla="*/ 622611 w 765852"/>
              <a:gd name="connsiteY10" fmla="*/ 41871 h 260086"/>
              <a:gd name="connsiteX11" fmla="*/ 672177 w 765852"/>
              <a:gd name="connsiteY11" fmla="*/ 25719 h 260086"/>
              <a:gd name="connsiteX12" fmla="*/ 721742 w 765852"/>
              <a:gd name="connsiteY12" fmla="*/ 41871 h 260086"/>
              <a:gd name="connsiteX13" fmla="*/ 739759 w 765852"/>
              <a:gd name="connsiteY13" fmla="*/ 83403 h 260086"/>
              <a:gd name="connsiteX14" fmla="*/ 721742 w 765852"/>
              <a:gd name="connsiteY14" fmla="*/ 124934 h 260086"/>
              <a:gd name="connsiteX15" fmla="*/ 672177 w 765852"/>
              <a:gd name="connsiteY15" fmla="*/ 141077 h 260086"/>
              <a:gd name="connsiteX16" fmla="*/ 622611 w 765852"/>
              <a:gd name="connsiteY16" fmla="*/ 124934 h 260086"/>
              <a:gd name="connsiteX17" fmla="*/ 604595 w 765852"/>
              <a:gd name="connsiteY17" fmla="*/ 83403 h 260086"/>
              <a:gd name="connsiteX18" fmla="*/ 238310 w 765852"/>
              <a:gd name="connsiteY18" fmla="*/ 207181 h 260086"/>
              <a:gd name="connsiteX19" fmla="*/ 249560 w 765852"/>
              <a:gd name="connsiteY19" fmla="*/ 204081 h 260086"/>
              <a:gd name="connsiteX20" fmla="*/ 261562 w 765852"/>
              <a:gd name="connsiteY20" fmla="*/ 207713 h 260086"/>
              <a:gd name="connsiteX21" fmla="*/ 268163 w 765852"/>
              <a:gd name="connsiteY21" fmla="*/ 217812 h 260086"/>
              <a:gd name="connsiteX22" fmla="*/ 275874 w 765852"/>
              <a:gd name="connsiteY22" fmla="*/ 217812 h 260086"/>
              <a:gd name="connsiteX23" fmla="*/ 267145 w 765852"/>
              <a:gd name="connsiteY23" fmla="*/ 202568 h 260086"/>
              <a:gd name="connsiteX24" fmla="*/ 249917 w 765852"/>
              <a:gd name="connsiteY24" fmla="*/ 196982 h 260086"/>
              <a:gd name="connsiteX25" fmla="*/ 234322 w 765852"/>
              <a:gd name="connsiteY25" fmla="*/ 200926 h 260086"/>
              <a:gd name="connsiteX26" fmla="*/ 223961 w 765852"/>
              <a:gd name="connsiteY26" fmla="*/ 212052 h 260086"/>
              <a:gd name="connsiteX27" fmla="*/ 220330 w 765852"/>
              <a:gd name="connsiteY27" fmla="*/ 228534 h 260086"/>
              <a:gd name="connsiteX28" fmla="*/ 223961 w 765852"/>
              <a:gd name="connsiteY28" fmla="*/ 245062 h 260086"/>
              <a:gd name="connsiteX29" fmla="*/ 234322 w 765852"/>
              <a:gd name="connsiteY29" fmla="*/ 256142 h 260086"/>
              <a:gd name="connsiteX30" fmla="*/ 249917 w 765852"/>
              <a:gd name="connsiteY30" fmla="*/ 260086 h 260086"/>
              <a:gd name="connsiteX31" fmla="*/ 267145 w 765852"/>
              <a:gd name="connsiteY31" fmla="*/ 254501 h 260086"/>
              <a:gd name="connsiteX32" fmla="*/ 275782 w 765852"/>
              <a:gd name="connsiteY32" fmla="*/ 239256 h 260086"/>
              <a:gd name="connsiteX33" fmla="*/ 268071 w 765852"/>
              <a:gd name="connsiteY33" fmla="*/ 239256 h 260086"/>
              <a:gd name="connsiteX34" fmla="*/ 261516 w 765852"/>
              <a:gd name="connsiteY34" fmla="*/ 249401 h 260086"/>
              <a:gd name="connsiteX35" fmla="*/ 249560 w 765852"/>
              <a:gd name="connsiteY35" fmla="*/ 252987 h 260086"/>
              <a:gd name="connsiteX36" fmla="*/ 238310 w 765852"/>
              <a:gd name="connsiteY36" fmla="*/ 249887 h 260086"/>
              <a:gd name="connsiteX37" fmla="*/ 230828 w 765852"/>
              <a:gd name="connsiteY37" fmla="*/ 241201 h 260086"/>
              <a:gd name="connsiteX38" fmla="*/ 228215 w 765852"/>
              <a:gd name="connsiteY38" fmla="*/ 228525 h 260086"/>
              <a:gd name="connsiteX39" fmla="*/ 230828 w 765852"/>
              <a:gd name="connsiteY39" fmla="*/ 215812 h 260086"/>
              <a:gd name="connsiteX40" fmla="*/ 238310 w 765852"/>
              <a:gd name="connsiteY40" fmla="*/ 207172 h 260086"/>
              <a:gd name="connsiteX41" fmla="*/ 335580 w 765852"/>
              <a:gd name="connsiteY41" fmla="*/ 197523 h 260086"/>
              <a:gd name="connsiteX42" fmla="*/ 311925 w 765852"/>
              <a:gd name="connsiteY42" fmla="*/ 259554 h 260086"/>
              <a:gd name="connsiteX43" fmla="*/ 319892 w 765852"/>
              <a:gd name="connsiteY43" fmla="*/ 259554 h 260086"/>
              <a:gd name="connsiteX44" fmla="*/ 326448 w 765852"/>
              <a:gd name="connsiteY44" fmla="*/ 242806 h 260086"/>
              <a:gd name="connsiteX45" fmla="*/ 353467 w 765852"/>
              <a:gd name="connsiteY45" fmla="*/ 242806 h 260086"/>
              <a:gd name="connsiteX46" fmla="*/ 360023 w 765852"/>
              <a:gd name="connsiteY46" fmla="*/ 259554 h 260086"/>
              <a:gd name="connsiteX47" fmla="*/ 368256 w 765852"/>
              <a:gd name="connsiteY47" fmla="*/ 259554 h 260086"/>
              <a:gd name="connsiteX48" fmla="*/ 344693 w 765852"/>
              <a:gd name="connsiteY48" fmla="*/ 197523 h 260086"/>
              <a:gd name="connsiteX49" fmla="*/ 335570 w 765852"/>
              <a:gd name="connsiteY49" fmla="*/ 197523 h 260086"/>
              <a:gd name="connsiteX50" fmla="*/ 328758 w 765852"/>
              <a:gd name="connsiteY50" fmla="*/ 235808 h 260086"/>
              <a:gd name="connsiteX51" fmla="*/ 339916 w 765852"/>
              <a:gd name="connsiteY51" fmla="*/ 205943 h 260086"/>
              <a:gd name="connsiteX52" fmla="*/ 351166 w 765852"/>
              <a:gd name="connsiteY52" fmla="*/ 235808 h 260086"/>
              <a:gd name="connsiteX53" fmla="*/ 328749 w 765852"/>
              <a:gd name="connsiteY53" fmla="*/ 235808 h 260086"/>
              <a:gd name="connsiteX54" fmla="*/ 725437 w 765852"/>
              <a:gd name="connsiteY54" fmla="*/ 197523 h 260086"/>
              <a:gd name="connsiteX55" fmla="*/ 717736 w 765852"/>
              <a:gd name="connsiteY55" fmla="*/ 197523 h 260086"/>
              <a:gd name="connsiteX56" fmla="*/ 717736 w 765852"/>
              <a:gd name="connsiteY56" fmla="*/ 259554 h 260086"/>
              <a:gd name="connsiteX57" fmla="*/ 753704 w 765852"/>
              <a:gd name="connsiteY57" fmla="*/ 259554 h 260086"/>
              <a:gd name="connsiteX58" fmla="*/ 753704 w 765852"/>
              <a:gd name="connsiteY58" fmla="*/ 252464 h 260086"/>
              <a:gd name="connsiteX59" fmla="*/ 725446 w 765852"/>
              <a:gd name="connsiteY59" fmla="*/ 252464 h 260086"/>
              <a:gd name="connsiteX60" fmla="*/ 725446 w 765852"/>
              <a:gd name="connsiteY60" fmla="*/ 197523 h 260086"/>
              <a:gd name="connsiteX61" fmla="*/ 250953 w 765852"/>
              <a:gd name="connsiteY61" fmla="*/ 2119 h 260086"/>
              <a:gd name="connsiteX62" fmla="*/ 225566 w 765852"/>
              <a:gd name="connsiteY62" fmla="*/ 2119 h 260086"/>
              <a:gd name="connsiteX63" fmla="*/ 225566 w 765852"/>
              <a:gd name="connsiteY63" fmla="*/ 164677 h 260086"/>
              <a:gd name="connsiteX64" fmla="*/ 250953 w 765852"/>
              <a:gd name="connsiteY64" fmla="*/ 164677 h 260086"/>
              <a:gd name="connsiteX65" fmla="*/ 250953 w 765852"/>
              <a:gd name="connsiteY65" fmla="*/ 2119 h 260086"/>
              <a:gd name="connsiteX66" fmla="*/ 80592 w 765852"/>
              <a:gd name="connsiteY66" fmla="*/ 62692 h 260086"/>
              <a:gd name="connsiteX67" fmla="*/ 80592 w 765852"/>
              <a:gd name="connsiteY67" fmla="*/ 164687 h 260086"/>
              <a:gd name="connsiteX68" fmla="*/ 106732 w 765852"/>
              <a:gd name="connsiteY68" fmla="*/ 164687 h 260086"/>
              <a:gd name="connsiteX69" fmla="*/ 106713 w 765852"/>
              <a:gd name="connsiteY69" fmla="*/ 62692 h 260086"/>
              <a:gd name="connsiteX70" fmla="*/ 95124 w 765852"/>
              <a:gd name="connsiteY70" fmla="*/ 28700 h 260086"/>
              <a:gd name="connsiteX71" fmla="*/ 93648 w 765852"/>
              <a:gd name="connsiteY71" fmla="*/ 26792 h 260086"/>
              <a:gd name="connsiteX72" fmla="*/ 92172 w 765852"/>
              <a:gd name="connsiteY72" fmla="*/ 28700 h 260086"/>
              <a:gd name="connsiteX73" fmla="*/ 80583 w 765852"/>
              <a:gd name="connsiteY73" fmla="*/ 62692 h 260086"/>
              <a:gd name="connsiteX74" fmla="*/ 47273 w 765852"/>
              <a:gd name="connsiteY74" fmla="*/ 2119 h 260086"/>
              <a:gd name="connsiteX75" fmla="*/ 0 w 765852"/>
              <a:gd name="connsiteY75" fmla="*/ 2119 h 260086"/>
              <a:gd name="connsiteX76" fmla="*/ 0 w 765852"/>
              <a:gd name="connsiteY76" fmla="*/ 26792 h 260086"/>
              <a:gd name="connsiteX77" fmla="*/ 93648 w 765852"/>
              <a:gd name="connsiteY77" fmla="*/ 26792 h 260086"/>
              <a:gd name="connsiteX78" fmla="*/ 91328 w 765852"/>
              <a:gd name="connsiteY78" fmla="*/ 23793 h 260086"/>
              <a:gd name="connsiteX79" fmla="*/ 47273 w 765852"/>
              <a:gd name="connsiteY79" fmla="*/ 2119 h 260086"/>
              <a:gd name="connsiteX80" fmla="*/ 95968 w 765852"/>
              <a:gd name="connsiteY80" fmla="*/ 23793 h 260086"/>
              <a:gd name="connsiteX81" fmla="*/ 93648 w 765852"/>
              <a:gd name="connsiteY81" fmla="*/ 26792 h 260086"/>
              <a:gd name="connsiteX82" fmla="*/ 187296 w 765852"/>
              <a:gd name="connsiteY82" fmla="*/ 26792 h 260086"/>
              <a:gd name="connsiteX83" fmla="*/ 187296 w 765852"/>
              <a:gd name="connsiteY83" fmla="*/ 2119 h 260086"/>
              <a:gd name="connsiteX84" fmla="*/ 140023 w 765852"/>
              <a:gd name="connsiteY84" fmla="*/ 2119 h 260086"/>
              <a:gd name="connsiteX85" fmla="*/ 95958 w 765852"/>
              <a:gd name="connsiteY85" fmla="*/ 23793 h 260086"/>
              <a:gd name="connsiteX86" fmla="*/ 514844 w 765852"/>
              <a:gd name="connsiteY86" fmla="*/ 164677 h 260086"/>
              <a:gd name="connsiteX87" fmla="*/ 540232 w 765852"/>
              <a:gd name="connsiteY87" fmla="*/ 164677 h 260086"/>
              <a:gd name="connsiteX88" fmla="*/ 540232 w 765852"/>
              <a:gd name="connsiteY88" fmla="*/ 2119 h 260086"/>
              <a:gd name="connsiteX89" fmla="*/ 514844 w 765852"/>
              <a:gd name="connsiteY89" fmla="*/ 2119 h 260086"/>
              <a:gd name="connsiteX90" fmla="*/ 514844 w 765852"/>
              <a:gd name="connsiteY90" fmla="*/ 164677 h 260086"/>
              <a:gd name="connsiteX91" fmla="*/ 495205 w 765852"/>
              <a:gd name="connsiteY91" fmla="*/ 259554 h 260086"/>
              <a:gd name="connsiteX92" fmla="*/ 502915 w 765852"/>
              <a:gd name="connsiteY92" fmla="*/ 259554 h 260086"/>
              <a:gd name="connsiteX93" fmla="*/ 502915 w 765852"/>
              <a:gd name="connsiteY93" fmla="*/ 197523 h 260086"/>
              <a:gd name="connsiteX94" fmla="*/ 495205 w 765852"/>
              <a:gd name="connsiteY94" fmla="*/ 197523 h 260086"/>
              <a:gd name="connsiteX95" fmla="*/ 495205 w 765852"/>
              <a:gd name="connsiteY95" fmla="*/ 259554 h 260086"/>
              <a:gd name="connsiteX96" fmla="*/ 544816 w 765852"/>
              <a:gd name="connsiteY96" fmla="*/ 204613 h 260086"/>
              <a:gd name="connsiteX97" fmla="*/ 564923 w 765852"/>
              <a:gd name="connsiteY97" fmla="*/ 204613 h 260086"/>
              <a:gd name="connsiteX98" fmla="*/ 564923 w 765852"/>
              <a:gd name="connsiteY98" fmla="*/ 259554 h 260086"/>
              <a:gd name="connsiteX99" fmla="*/ 572633 w 765852"/>
              <a:gd name="connsiteY99" fmla="*/ 259554 h 260086"/>
              <a:gd name="connsiteX100" fmla="*/ 572633 w 765852"/>
              <a:gd name="connsiteY100" fmla="*/ 204613 h 260086"/>
              <a:gd name="connsiteX101" fmla="*/ 592740 w 765852"/>
              <a:gd name="connsiteY101" fmla="*/ 204613 h 260086"/>
              <a:gd name="connsiteX102" fmla="*/ 592740 w 765852"/>
              <a:gd name="connsiteY102" fmla="*/ 197523 h 260086"/>
              <a:gd name="connsiteX103" fmla="*/ 544816 w 765852"/>
              <a:gd name="connsiteY103" fmla="*/ 197523 h 260086"/>
              <a:gd name="connsiteX104" fmla="*/ 544816 w 765852"/>
              <a:gd name="connsiteY104" fmla="*/ 204613 h 260086"/>
              <a:gd name="connsiteX105" fmla="*/ 287389 w 765852"/>
              <a:gd name="connsiteY105" fmla="*/ 2119 h 260086"/>
              <a:gd name="connsiteX106" fmla="*/ 345234 w 765852"/>
              <a:gd name="connsiteY106" fmla="*/ 140105 h 260086"/>
              <a:gd name="connsiteX107" fmla="*/ 381413 w 765852"/>
              <a:gd name="connsiteY107" fmla="*/ 166796 h 260086"/>
              <a:gd name="connsiteX108" fmla="*/ 382899 w 765852"/>
              <a:gd name="connsiteY108" fmla="*/ 166796 h 260086"/>
              <a:gd name="connsiteX109" fmla="*/ 316692 w 765852"/>
              <a:gd name="connsiteY109" fmla="*/ 2119 h 260086"/>
              <a:gd name="connsiteX110" fmla="*/ 287389 w 765852"/>
              <a:gd name="connsiteY110" fmla="*/ 2119 h 260086"/>
              <a:gd name="connsiteX111" fmla="*/ 443549 w 765852"/>
              <a:gd name="connsiteY111" fmla="*/ 199871 h 260086"/>
              <a:gd name="connsiteX112" fmla="*/ 432739 w 765852"/>
              <a:gd name="connsiteY112" fmla="*/ 197523 h 260086"/>
              <a:gd name="connsiteX113" fmla="*/ 408910 w 765852"/>
              <a:gd name="connsiteY113" fmla="*/ 197523 h 260086"/>
              <a:gd name="connsiteX114" fmla="*/ 408910 w 765852"/>
              <a:gd name="connsiteY114" fmla="*/ 259554 h 260086"/>
              <a:gd name="connsiteX115" fmla="*/ 416621 w 765852"/>
              <a:gd name="connsiteY115" fmla="*/ 259554 h 260086"/>
              <a:gd name="connsiteX116" fmla="*/ 416621 w 765852"/>
              <a:gd name="connsiteY116" fmla="*/ 235716 h 260086"/>
              <a:gd name="connsiteX117" fmla="*/ 432748 w 765852"/>
              <a:gd name="connsiteY117" fmla="*/ 235716 h 260086"/>
              <a:gd name="connsiteX118" fmla="*/ 443512 w 765852"/>
              <a:gd name="connsiteY118" fmla="*/ 233368 h 260086"/>
              <a:gd name="connsiteX119" fmla="*/ 450728 w 765852"/>
              <a:gd name="connsiteY119" fmla="*/ 226681 h 260086"/>
              <a:gd name="connsiteX120" fmla="*/ 453295 w 765852"/>
              <a:gd name="connsiteY120" fmla="*/ 216583 h 260086"/>
              <a:gd name="connsiteX121" fmla="*/ 450774 w 765852"/>
              <a:gd name="connsiteY121" fmla="*/ 206521 h 260086"/>
              <a:gd name="connsiteX122" fmla="*/ 443558 w 765852"/>
              <a:gd name="connsiteY122" fmla="*/ 199871 h 260086"/>
              <a:gd name="connsiteX123" fmla="*/ 441779 w 765852"/>
              <a:gd name="connsiteY123" fmla="*/ 225351 h 260086"/>
              <a:gd name="connsiteX124" fmla="*/ 432033 w 765852"/>
              <a:gd name="connsiteY124" fmla="*/ 228635 h 260086"/>
              <a:gd name="connsiteX125" fmla="*/ 416621 w 765852"/>
              <a:gd name="connsiteY125" fmla="*/ 228635 h 260086"/>
              <a:gd name="connsiteX126" fmla="*/ 416621 w 765852"/>
              <a:gd name="connsiteY126" fmla="*/ 204622 h 260086"/>
              <a:gd name="connsiteX127" fmla="*/ 432125 w 765852"/>
              <a:gd name="connsiteY127" fmla="*/ 204622 h 260086"/>
              <a:gd name="connsiteX128" fmla="*/ 441825 w 765852"/>
              <a:gd name="connsiteY128" fmla="*/ 207860 h 260086"/>
              <a:gd name="connsiteX129" fmla="*/ 445410 w 765852"/>
              <a:gd name="connsiteY129" fmla="*/ 216592 h 260086"/>
              <a:gd name="connsiteX130" fmla="*/ 441779 w 765852"/>
              <a:gd name="connsiteY130" fmla="*/ 225361 h 260086"/>
              <a:gd name="connsiteX131" fmla="*/ 382889 w 765852"/>
              <a:gd name="connsiteY131" fmla="*/ 166805 h 260086"/>
              <a:gd name="connsiteX132" fmla="*/ 384375 w 765852"/>
              <a:gd name="connsiteY132" fmla="*/ 166805 h 260086"/>
              <a:gd name="connsiteX133" fmla="*/ 420554 w 765852"/>
              <a:gd name="connsiteY133" fmla="*/ 140114 h 260086"/>
              <a:gd name="connsiteX134" fmla="*/ 478399 w 765852"/>
              <a:gd name="connsiteY134" fmla="*/ 2128 h 260086"/>
              <a:gd name="connsiteX135" fmla="*/ 449096 w 765852"/>
              <a:gd name="connsiteY135" fmla="*/ 2128 h 260086"/>
              <a:gd name="connsiteX136" fmla="*/ 382889 w 765852"/>
              <a:gd name="connsiteY136" fmla="*/ 166814 h 260086"/>
              <a:gd name="connsiteX137" fmla="*/ 644368 w 765852"/>
              <a:gd name="connsiteY137" fmla="*/ 197523 h 260086"/>
              <a:gd name="connsiteX138" fmla="*/ 620714 w 765852"/>
              <a:gd name="connsiteY138" fmla="*/ 259554 h 260086"/>
              <a:gd name="connsiteX139" fmla="*/ 628690 w 765852"/>
              <a:gd name="connsiteY139" fmla="*/ 259554 h 260086"/>
              <a:gd name="connsiteX140" fmla="*/ 635246 w 765852"/>
              <a:gd name="connsiteY140" fmla="*/ 242806 h 260086"/>
              <a:gd name="connsiteX141" fmla="*/ 662266 w 765852"/>
              <a:gd name="connsiteY141" fmla="*/ 242806 h 260086"/>
              <a:gd name="connsiteX142" fmla="*/ 668821 w 765852"/>
              <a:gd name="connsiteY142" fmla="*/ 259554 h 260086"/>
              <a:gd name="connsiteX143" fmla="*/ 677055 w 765852"/>
              <a:gd name="connsiteY143" fmla="*/ 259554 h 260086"/>
              <a:gd name="connsiteX144" fmla="*/ 653491 w 765852"/>
              <a:gd name="connsiteY144" fmla="*/ 197523 h 260086"/>
              <a:gd name="connsiteX145" fmla="*/ 644368 w 765852"/>
              <a:gd name="connsiteY145" fmla="*/ 197523 h 260086"/>
              <a:gd name="connsiteX146" fmla="*/ 637547 w 765852"/>
              <a:gd name="connsiteY146" fmla="*/ 235808 h 260086"/>
              <a:gd name="connsiteX147" fmla="*/ 648705 w 765852"/>
              <a:gd name="connsiteY147" fmla="*/ 205943 h 260086"/>
              <a:gd name="connsiteX148" fmla="*/ 659955 w 765852"/>
              <a:gd name="connsiteY148" fmla="*/ 235808 h 260086"/>
              <a:gd name="connsiteX149" fmla="*/ 637538 w 765852"/>
              <a:gd name="connsiteY149" fmla="*/ 235808 h 260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</a:cxnLst>
            <a:rect l="l" t="t" r="r" b="b"/>
            <a:pathLst>
              <a:path w="765852" h="260086">
                <a:moveTo>
                  <a:pt x="739575" y="143884"/>
                </a:moveTo>
                <a:cubicBezTo>
                  <a:pt x="756519" y="128906"/>
                  <a:pt x="765852" y="107425"/>
                  <a:pt x="765852" y="83403"/>
                </a:cubicBezTo>
                <a:cubicBezTo>
                  <a:pt x="765852" y="59381"/>
                  <a:pt x="756519" y="37899"/>
                  <a:pt x="739575" y="22921"/>
                </a:cubicBezTo>
                <a:cubicBezTo>
                  <a:pt x="722613" y="7925"/>
                  <a:pt x="699307" y="0"/>
                  <a:pt x="672177" y="0"/>
                </a:cubicBezTo>
                <a:cubicBezTo>
                  <a:pt x="645047" y="0"/>
                  <a:pt x="621740" y="7925"/>
                  <a:pt x="604779" y="22921"/>
                </a:cubicBezTo>
                <a:cubicBezTo>
                  <a:pt x="587835" y="37899"/>
                  <a:pt x="578501" y="59381"/>
                  <a:pt x="578501" y="83403"/>
                </a:cubicBezTo>
                <a:cubicBezTo>
                  <a:pt x="578501" y="107425"/>
                  <a:pt x="587835" y="128906"/>
                  <a:pt x="604779" y="143884"/>
                </a:cubicBezTo>
                <a:cubicBezTo>
                  <a:pt x="621740" y="158881"/>
                  <a:pt x="645047" y="166805"/>
                  <a:pt x="672177" y="166805"/>
                </a:cubicBezTo>
                <a:cubicBezTo>
                  <a:pt x="699307" y="166805"/>
                  <a:pt x="722613" y="158881"/>
                  <a:pt x="739575" y="143884"/>
                </a:cubicBezTo>
                <a:close/>
                <a:moveTo>
                  <a:pt x="604595" y="83403"/>
                </a:moveTo>
                <a:cubicBezTo>
                  <a:pt x="604595" y="66489"/>
                  <a:pt x="610821" y="52135"/>
                  <a:pt x="622611" y="41871"/>
                </a:cubicBezTo>
                <a:cubicBezTo>
                  <a:pt x="634751" y="31305"/>
                  <a:pt x="651887" y="25719"/>
                  <a:pt x="672177" y="25719"/>
                </a:cubicBezTo>
                <a:cubicBezTo>
                  <a:pt x="692467" y="25719"/>
                  <a:pt x="709603" y="31305"/>
                  <a:pt x="721742" y="41871"/>
                </a:cubicBezTo>
                <a:cubicBezTo>
                  <a:pt x="733524" y="52126"/>
                  <a:pt x="739759" y="66489"/>
                  <a:pt x="739759" y="83403"/>
                </a:cubicBezTo>
                <a:cubicBezTo>
                  <a:pt x="739759" y="100316"/>
                  <a:pt x="733533" y="114671"/>
                  <a:pt x="721742" y="124934"/>
                </a:cubicBezTo>
                <a:cubicBezTo>
                  <a:pt x="709603" y="135501"/>
                  <a:pt x="692467" y="141077"/>
                  <a:pt x="672177" y="141077"/>
                </a:cubicBezTo>
                <a:cubicBezTo>
                  <a:pt x="651887" y="141077"/>
                  <a:pt x="634741" y="135491"/>
                  <a:pt x="622611" y="124934"/>
                </a:cubicBezTo>
                <a:cubicBezTo>
                  <a:pt x="610830" y="114671"/>
                  <a:pt x="604595" y="100316"/>
                  <a:pt x="604595" y="83403"/>
                </a:cubicBezTo>
                <a:close/>
                <a:moveTo>
                  <a:pt x="238310" y="207181"/>
                </a:moveTo>
                <a:cubicBezTo>
                  <a:pt x="241556" y="205118"/>
                  <a:pt x="245306" y="204081"/>
                  <a:pt x="249560" y="204081"/>
                </a:cubicBezTo>
                <a:cubicBezTo>
                  <a:pt x="254282" y="204081"/>
                  <a:pt x="258288" y="205292"/>
                  <a:pt x="261562" y="207713"/>
                </a:cubicBezTo>
                <a:cubicBezTo>
                  <a:pt x="264835" y="210135"/>
                  <a:pt x="267035" y="213501"/>
                  <a:pt x="268163" y="217812"/>
                </a:cubicBezTo>
                <a:lnTo>
                  <a:pt x="275874" y="217812"/>
                </a:lnTo>
                <a:cubicBezTo>
                  <a:pt x="274691" y="211373"/>
                  <a:pt x="271784" y="206292"/>
                  <a:pt x="267145" y="202568"/>
                </a:cubicBezTo>
                <a:cubicBezTo>
                  <a:pt x="262506" y="198844"/>
                  <a:pt x="256766" y="196982"/>
                  <a:pt x="249917" y="196982"/>
                </a:cubicBezTo>
                <a:cubicBezTo>
                  <a:pt x="244013" y="196982"/>
                  <a:pt x="238814" y="198293"/>
                  <a:pt x="234322" y="200926"/>
                </a:cubicBezTo>
                <a:cubicBezTo>
                  <a:pt x="229838" y="203558"/>
                  <a:pt x="226382" y="207264"/>
                  <a:pt x="223961" y="212052"/>
                </a:cubicBezTo>
                <a:cubicBezTo>
                  <a:pt x="221541" y="216840"/>
                  <a:pt x="220330" y="222334"/>
                  <a:pt x="220330" y="228534"/>
                </a:cubicBezTo>
                <a:cubicBezTo>
                  <a:pt x="220330" y="234734"/>
                  <a:pt x="221541" y="240302"/>
                  <a:pt x="223961" y="245062"/>
                </a:cubicBezTo>
                <a:cubicBezTo>
                  <a:pt x="226382" y="249823"/>
                  <a:pt x="229838" y="253510"/>
                  <a:pt x="234322" y="256142"/>
                </a:cubicBezTo>
                <a:cubicBezTo>
                  <a:pt x="238805" y="258775"/>
                  <a:pt x="244004" y="260086"/>
                  <a:pt x="249917" y="260086"/>
                </a:cubicBezTo>
                <a:cubicBezTo>
                  <a:pt x="256831" y="260086"/>
                  <a:pt x="262570" y="258224"/>
                  <a:pt x="267145" y="254501"/>
                </a:cubicBezTo>
                <a:cubicBezTo>
                  <a:pt x="271720" y="250777"/>
                  <a:pt x="274599" y="245695"/>
                  <a:pt x="275782" y="239256"/>
                </a:cubicBezTo>
                <a:lnTo>
                  <a:pt x="268071" y="239256"/>
                </a:lnTo>
                <a:cubicBezTo>
                  <a:pt x="266888" y="243631"/>
                  <a:pt x="264706" y="247007"/>
                  <a:pt x="261516" y="249401"/>
                </a:cubicBezTo>
                <a:cubicBezTo>
                  <a:pt x="258325" y="251795"/>
                  <a:pt x="254337" y="252987"/>
                  <a:pt x="249560" y="252987"/>
                </a:cubicBezTo>
                <a:cubicBezTo>
                  <a:pt x="245306" y="252987"/>
                  <a:pt x="241556" y="251951"/>
                  <a:pt x="238310" y="249887"/>
                </a:cubicBezTo>
                <a:cubicBezTo>
                  <a:pt x="235064" y="247823"/>
                  <a:pt x="232561" y="244925"/>
                  <a:pt x="230828" y="241201"/>
                </a:cubicBezTo>
                <a:cubicBezTo>
                  <a:pt x="229086" y="237477"/>
                  <a:pt x="228215" y="233258"/>
                  <a:pt x="228215" y="228525"/>
                </a:cubicBezTo>
                <a:cubicBezTo>
                  <a:pt x="228215" y="223792"/>
                  <a:pt x="229086" y="219499"/>
                  <a:pt x="230828" y="215812"/>
                </a:cubicBezTo>
                <a:cubicBezTo>
                  <a:pt x="232570" y="212125"/>
                  <a:pt x="235064" y="209245"/>
                  <a:pt x="238310" y="207172"/>
                </a:cubicBezTo>
                <a:close/>
                <a:moveTo>
                  <a:pt x="335580" y="197523"/>
                </a:moveTo>
                <a:lnTo>
                  <a:pt x="311925" y="259554"/>
                </a:lnTo>
                <a:lnTo>
                  <a:pt x="319892" y="259554"/>
                </a:lnTo>
                <a:lnTo>
                  <a:pt x="326448" y="242806"/>
                </a:lnTo>
                <a:lnTo>
                  <a:pt x="353467" y="242806"/>
                </a:lnTo>
                <a:lnTo>
                  <a:pt x="360023" y="259554"/>
                </a:lnTo>
                <a:lnTo>
                  <a:pt x="368256" y="259554"/>
                </a:lnTo>
                <a:lnTo>
                  <a:pt x="344693" y="197523"/>
                </a:lnTo>
                <a:lnTo>
                  <a:pt x="335570" y="197523"/>
                </a:lnTo>
                <a:close/>
                <a:moveTo>
                  <a:pt x="328758" y="235808"/>
                </a:moveTo>
                <a:lnTo>
                  <a:pt x="339916" y="205943"/>
                </a:lnTo>
                <a:lnTo>
                  <a:pt x="351166" y="235808"/>
                </a:lnTo>
                <a:lnTo>
                  <a:pt x="328749" y="235808"/>
                </a:lnTo>
                <a:close/>
                <a:moveTo>
                  <a:pt x="725437" y="197523"/>
                </a:moveTo>
                <a:lnTo>
                  <a:pt x="717736" y="197523"/>
                </a:lnTo>
                <a:lnTo>
                  <a:pt x="717736" y="259554"/>
                </a:lnTo>
                <a:lnTo>
                  <a:pt x="753704" y="259554"/>
                </a:lnTo>
                <a:lnTo>
                  <a:pt x="753704" y="252464"/>
                </a:lnTo>
                <a:lnTo>
                  <a:pt x="725446" y="252464"/>
                </a:lnTo>
                <a:lnTo>
                  <a:pt x="725446" y="197523"/>
                </a:lnTo>
                <a:close/>
                <a:moveTo>
                  <a:pt x="250953" y="2119"/>
                </a:moveTo>
                <a:lnTo>
                  <a:pt x="225566" y="2119"/>
                </a:lnTo>
                <a:lnTo>
                  <a:pt x="225566" y="164677"/>
                </a:lnTo>
                <a:lnTo>
                  <a:pt x="250953" y="164677"/>
                </a:lnTo>
                <a:lnTo>
                  <a:pt x="250953" y="2119"/>
                </a:lnTo>
                <a:close/>
                <a:moveTo>
                  <a:pt x="80592" y="62692"/>
                </a:moveTo>
                <a:lnTo>
                  <a:pt x="80592" y="164687"/>
                </a:lnTo>
                <a:cubicBezTo>
                  <a:pt x="80592" y="164687"/>
                  <a:pt x="106732" y="164687"/>
                  <a:pt x="106732" y="164687"/>
                </a:cubicBezTo>
                <a:lnTo>
                  <a:pt x="106713" y="62692"/>
                </a:lnTo>
                <a:cubicBezTo>
                  <a:pt x="106713" y="50282"/>
                  <a:pt x="102707" y="38523"/>
                  <a:pt x="95124" y="28700"/>
                </a:cubicBezTo>
                <a:lnTo>
                  <a:pt x="93648" y="26792"/>
                </a:lnTo>
                <a:lnTo>
                  <a:pt x="92172" y="28700"/>
                </a:lnTo>
                <a:cubicBezTo>
                  <a:pt x="84589" y="38523"/>
                  <a:pt x="80583" y="50273"/>
                  <a:pt x="80583" y="62692"/>
                </a:cubicBezTo>
                <a:close/>
                <a:moveTo>
                  <a:pt x="47273" y="2119"/>
                </a:moveTo>
                <a:lnTo>
                  <a:pt x="0" y="2119"/>
                </a:lnTo>
                <a:lnTo>
                  <a:pt x="0" y="26792"/>
                </a:lnTo>
                <a:lnTo>
                  <a:pt x="93648" y="26792"/>
                </a:lnTo>
                <a:lnTo>
                  <a:pt x="91328" y="23793"/>
                </a:lnTo>
                <a:cubicBezTo>
                  <a:pt x="80693" y="10025"/>
                  <a:pt x="64629" y="2119"/>
                  <a:pt x="47273" y="2119"/>
                </a:cubicBezTo>
                <a:close/>
                <a:moveTo>
                  <a:pt x="95968" y="23793"/>
                </a:moveTo>
                <a:lnTo>
                  <a:pt x="93648" y="26792"/>
                </a:lnTo>
                <a:lnTo>
                  <a:pt x="187296" y="26792"/>
                </a:lnTo>
                <a:lnTo>
                  <a:pt x="187296" y="2119"/>
                </a:lnTo>
                <a:lnTo>
                  <a:pt x="140023" y="2119"/>
                </a:lnTo>
                <a:cubicBezTo>
                  <a:pt x="122657" y="2119"/>
                  <a:pt x="106603" y="10016"/>
                  <a:pt x="95958" y="23793"/>
                </a:cubicBezTo>
                <a:close/>
                <a:moveTo>
                  <a:pt x="514844" y="164677"/>
                </a:moveTo>
                <a:lnTo>
                  <a:pt x="540232" y="164677"/>
                </a:lnTo>
                <a:lnTo>
                  <a:pt x="540232" y="2119"/>
                </a:lnTo>
                <a:lnTo>
                  <a:pt x="514844" y="2119"/>
                </a:lnTo>
                <a:lnTo>
                  <a:pt x="514844" y="164677"/>
                </a:lnTo>
                <a:close/>
                <a:moveTo>
                  <a:pt x="495205" y="259554"/>
                </a:moveTo>
                <a:lnTo>
                  <a:pt x="502915" y="259554"/>
                </a:lnTo>
                <a:lnTo>
                  <a:pt x="502915" y="197523"/>
                </a:lnTo>
                <a:lnTo>
                  <a:pt x="495205" y="197523"/>
                </a:lnTo>
                <a:lnTo>
                  <a:pt x="495205" y="259554"/>
                </a:lnTo>
                <a:close/>
                <a:moveTo>
                  <a:pt x="544816" y="204613"/>
                </a:moveTo>
                <a:lnTo>
                  <a:pt x="564923" y="204613"/>
                </a:lnTo>
                <a:lnTo>
                  <a:pt x="564923" y="259554"/>
                </a:lnTo>
                <a:lnTo>
                  <a:pt x="572633" y="259554"/>
                </a:lnTo>
                <a:lnTo>
                  <a:pt x="572633" y="204613"/>
                </a:lnTo>
                <a:lnTo>
                  <a:pt x="592740" y="204613"/>
                </a:lnTo>
                <a:lnTo>
                  <a:pt x="592740" y="197523"/>
                </a:lnTo>
                <a:lnTo>
                  <a:pt x="544816" y="197523"/>
                </a:lnTo>
                <a:lnTo>
                  <a:pt x="544816" y="204613"/>
                </a:lnTo>
                <a:close/>
                <a:moveTo>
                  <a:pt x="287389" y="2119"/>
                </a:moveTo>
                <a:cubicBezTo>
                  <a:pt x="287389" y="2119"/>
                  <a:pt x="335680" y="117220"/>
                  <a:pt x="345234" y="140105"/>
                </a:cubicBezTo>
                <a:cubicBezTo>
                  <a:pt x="356374" y="166796"/>
                  <a:pt x="374464" y="166796"/>
                  <a:pt x="381413" y="166796"/>
                </a:cubicBezTo>
                <a:lnTo>
                  <a:pt x="382899" y="166796"/>
                </a:lnTo>
                <a:lnTo>
                  <a:pt x="316692" y="2119"/>
                </a:lnTo>
                <a:lnTo>
                  <a:pt x="287389" y="2119"/>
                </a:lnTo>
                <a:close/>
                <a:moveTo>
                  <a:pt x="443549" y="199871"/>
                </a:moveTo>
                <a:cubicBezTo>
                  <a:pt x="440413" y="198303"/>
                  <a:pt x="436819" y="197523"/>
                  <a:pt x="432739" y="197523"/>
                </a:cubicBezTo>
                <a:lnTo>
                  <a:pt x="408910" y="197523"/>
                </a:lnTo>
                <a:lnTo>
                  <a:pt x="408910" y="259554"/>
                </a:lnTo>
                <a:lnTo>
                  <a:pt x="416621" y="259554"/>
                </a:lnTo>
                <a:lnTo>
                  <a:pt x="416621" y="235716"/>
                </a:lnTo>
                <a:lnTo>
                  <a:pt x="432748" y="235716"/>
                </a:lnTo>
                <a:cubicBezTo>
                  <a:pt x="436819" y="235716"/>
                  <a:pt x="440413" y="234936"/>
                  <a:pt x="443512" y="233368"/>
                </a:cubicBezTo>
                <a:cubicBezTo>
                  <a:pt x="446611" y="231799"/>
                  <a:pt x="449013" y="229571"/>
                  <a:pt x="450728" y="226681"/>
                </a:cubicBezTo>
                <a:cubicBezTo>
                  <a:pt x="452442" y="223783"/>
                  <a:pt x="453295" y="220417"/>
                  <a:pt x="453295" y="216583"/>
                </a:cubicBezTo>
                <a:cubicBezTo>
                  <a:pt x="453295" y="212749"/>
                  <a:pt x="452452" y="209392"/>
                  <a:pt x="450774" y="206521"/>
                </a:cubicBezTo>
                <a:cubicBezTo>
                  <a:pt x="449087" y="203659"/>
                  <a:pt x="446685" y="201439"/>
                  <a:pt x="443558" y="199871"/>
                </a:cubicBezTo>
                <a:close/>
                <a:moveTo>
                  <a:pt x="441779" y="225351"/>
                </a:moveTo>
                <a:cubicBezTo>
                  <a:pt x="439359" y="227534"/>
                  <a:pt x="436113" y="228635"/>
                  <a:pt x="432033" y="228635"/>
                </a:cubicBezTo>
                <a:lnTo>
                  <a:pt x="416621" y="228635"/>
                </a:lnTo>
                <a:lnTo>
                  <a:pt x="416621" y="204622"/>
                </a:lnTo>
                <a:lnTo>
                  <a:pt x="432125" y="204622"/>
                </a:lnTo>
                <a:cubicBezTo>
                  <a:pt x="436196" y="204622"/>
                  <a:pt x="439432" y="205705"/>
                  <a:pt x="441825" y="207860"/>
                </a:cubicBezTo>
                <a:cubicBezTo>
                  <a:pt x="444218" y="210015"/>
                  <a:pt x="445410" y="212923"/>
                  <a:pt x="445410" y="216592"/>
                </a:cubicBezTo>
                <a:cubicBezTo>
                  <a:pt x="445410" y="220261"/>
                  <a:pt x="444200" y="223178"/>
                  <a:pt x="441779" y="225361"/>
                </a:cubicBezTo>
                <a:close/>
                <a:moveTo>
                  <a:pt x="382889" y="166805"/>
                </a:moveTo>
                <a:lnTo>
                  <a:pt x="384375" y="166805"/>
                </a:lnTo>
                <a:cubicBezTo>
                  <a:pt x="391334" y="166805"/>
                  <a:pt x="409423" y="166805"/>
                  <a:pt x="420554" y="140114"/>
                </a:cubicBezTo>
                <a:cubicBezTo>
                  <a:pt x="430099" y="117230"/>
                  <a:pt x="478399" y="2128"/>
                  <a:pt x="478399" y="2128"/>
                </a:cubicBezTo>
                <a:lnTo>
                  <a:pt x="449096" y="2128"/>
                </a:lnTo>
                <a:lnTo>
                  <a:pt x="382889" y="166814"/>
                </a:lnTo>
                <a:close/>
                <a:moveTo>
                  <a:pt x="644368" y="197523"/>
                </a:moveTo>
                <a:lnTo>
                  <a:pt x="620714" y="259554"/>
                </a:lnTo>
                <a:lnTo>
                  <a:pt x="628690" y="259554"/>
                </a:lnTo>
                <a:lnTo>
                  <a:pt x="635246" y="242806"/>
                </a:lnTo>
                <a:lnTo>
                  <a:pt x="662266" y="242806"/>
                </a:lnTo>
                <a:lnTo>
                  <a:pt x="668821" y="259554"/>
                </a:lnTo>
                <a:lnTo>
                  <a:pt x="677055" y="259554"/>
                </a:lnTo>
                <a:lnTo>
                  <a:pt x="653491" y="197523"/>
                </a:lnTo>
                <a:lnTo>
                  <a:pt x="644368" y="197523"/>
                </a:lnTo>
                <a:close/>
                <a:moveTo>
                  <a:pt x="637547" y="235808"/>
                </a:moveTo>
                <a:lnTo>
                  <a:pt x="648705" y="205943"/>
                </a:lnTo>
                <a:lnTo>
                  <a:pt x="659955" y="235808"/>
                </a:lnTo>
                <a:lnTo>
                  <a:pt x="637538" y="235808"/>
                </a:lnTo>
                <a:close/>
              </a:path>
            </a:pathLst>
          </a:custGeom>
          <a:solidFill>
            <a:schemeClr val="bg1"/>
          </a:solidFill>
          <a:ln w="1061" cap="flat">
            <a:noFill/>
            <a:prstDash val="solid"/>
            <a:miter/>
          </a:ln>
        </p:spPr>
        <p:txBody>
          <a:bodyPr rtlCol="0" anchor="ctr"/>
          <a:lstStyle/>
          <a:p>
            <a:endParaRPr lang="pt-BR">
              <a:solidFill>
                <a:schemeClr val="bg1"/>
              </a:solidFill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509A8969-4CCE-CE82-D2FB-901A726879C5}"/>
              </a:ext>
            </a:extLst>
          </p:cNvPr>
          <p:cNvCxnSpPr/>
          <p:nvPr userDrawn="1"/>
        </p:nvCxnSpPr>
        <p:spPr>
          <a:xfrm>
            <a:off x="334963" y="185353"/>
            <a:ext cx="10415415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0091208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469">
          <p15:clr>
            <a:srgbClr val="FBAE40"/>
          </p15:clr>
        </p15:guide>
        <p15:guide id="2" orient="horz" pos="3974">
          <p15:clr>
            <a:srgbClr val="FBAE40"/>
          </p15:clr>
        </p15:guide>
        <p15:guide id="3" orient="horz" pos="232">
          <p15:clr>
            <a:srgbClr val="FBAE40"/>
          </p15:clr>
        </p15:guide>
        <p15:guide id="4" pos="211">
          <p15:clr>
            <a:srgbClr val="FBAE40"/>
          </p15:clr>
        </p15:guide>
        <p15:guide id="5" orient="horz" pos="4065">
          <p15:clr>
            <a:srgbClr val="FBAE40"/>
          </p15:clr>
        </p15:guide>
        <p15:guide id="6" orient="horz" pos="799">
          <p15:clr>
            <a:srgbClr val="FBAE40"/>
          </p15:clr>
        </p15:guide>
        <p15:guide id="7" orient="horz" pos="935">
          <p15:clr>
            <a:srgbClr val="FBAE40"/>
          </p15:clr>
        </p15:guide>
      </p15:sldGuideLst>
    </p:ext>
  </p:extLst>
</p:sldLayout>
</file>

<file path=ppt/slideLayouts/slideLayout1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| Box superior - High Yie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132BCE3-A04F-8602-64F7-7623C7EAF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61763" y="6482556"/>
            <a:ext cx="295275" cy="1692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 sz="1100">
                <a:solidFill>
                  <a:schemeClr val="bg1"/>
                </a:solidFill>
                <a:latin typeface="Versos" panose="020B0503020204030204" pitchFamily="34" charset="0"/>
                <a:cs typeface="Versos" panose="020B0503020204030204" pitchFamily="34" charset="0"/>
              </a:defRPr>
            </a:lvl1pPr>
          </a:lstStyle>
          <a:p>
            <a:fld id="{77667D73-C69A-4DAA-9003-24A825D36FE9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B13D7C-5A47-B0DF-B518-26E79F5D2DB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63" y="368300"/>
            <a:ext cx="10183813" cy="4308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err="1"/>
              <a:t>Título</a:t>
            </a:r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401465E-A8CD-A3BA-BE2A-9597492FDC6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4963" y="6482556"/>
            <a:ext cx="10980000" cy="180000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900">
                <a:latin typeface="Versos Light" panose="020B0403020204030204" pitchFamily="34" charset="0"/>
              </a:defRPr>
            </a:lvl2pPr>
            <a:lvl3pPr>
              <a:defRPr sz="900">
                <a:latin typeface="Versos Light" panose="020B0403020204030204" pitchFamily="34" charset="0"/>
              </a:defRPr>
            </a:lvl3pPr>
            <a:lvl4pPr>
              <a:defRPr sz="900">
                <a:latin typeface="Versos Light" panose="020B0403020204030204" pitchFamily="34" charset="0"/>
              </a:defRPr>
            </a:lvl4pPr>
            <a:lvl5pPr>
              <a:defRPr sz="900">
                <a:latin typeface="Versos Light" panose="020B0403020204030204" pitchFamily="34" charset="0"/>
              </a:defRPr>
            </a:lvl5pPr>
          </a:lstStyle>
          <a:p>
            <a:pPr lvl="0"/>
            <a:r>
              <a:rPr lang="en-US"/>
              <a:t>Fonte:</a:t>
            </a:r>
            <a:endParaRPr lang="pt-BR"/>
          </a:p>
        </p:txBody>
      </p:sp>
      <p:sp>
        <p:nvSpPr>
          <p:cNvPr id="10" name="Retângulo 5">
            <a:extLst>
              <a:ext uri="{FF2B5EF4-FFF2-40B4-BE49-F238E27FC236}">
                <a16:creationId xmlns:a16="http://schemas.microsoft.com/office/drawing/2014/main" id="{7D36360D-ABDB-2B93-AA05-C90BA9D483DB}"/>
              </a:ext>
            </a:extLst>
          </p:cNvPr>
          <p:cNvSpPr/>
          <p:nvPr userDrawn="1"/>
        </p:nvSpPr>
        <p:spPr>
          <a:xfrm>
            <a:off x="0" y="807794"/>
            <a:ext cx="12192000" cy="209118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latin typeface="Versos" panose="020B0503020204030204" pitchFamily="34" charset="0"/>
            </a:endParaRP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2BF5896-7E11-14FB-06A4-95B1CAD37BF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83427" y="1045525"/>
            <a:ext cx="5421301" cy="156104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>
                <a:solidFill>
                  <a:schemeClr val="tx1"/>
                </a:solidFill>
                <a:latin typeface="Versos Light" panose="020B04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2" name="Conector Reto 6">
            <a:extLst>
              <a:ext uri="{FF2B5EF4-FFF2-40B4-BE49-F238E27FC236}">
                <a16:creationId xmlns:a16="http://schemas.microsoft.com/office/drawing/2014/main" id="{93D24C85-FAB3-23B7-3282-C0255DE4BF50}"/>
              </a:ext>
            </a:extLst>
          </p:cNvPr>
          <p:cNvCxnSpPr/>
          <p:nvPr userDrawn="1"/>
        </p:nvCxnSpPr>
        <p:spPr>
          <a:xfrm>
            <a:off x="583096" y="1364974"/>
            <a:ext cx="0" cy="156211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Reto 7">
            <a:extLst>
              <a:ext uri="{FF2B5EF4-FFF2-40B4-BE49-F238E27FC236}">
                <a16:creationId xmlns:a16="http://schemas.microsoft.com/office/drawing/2014/main" id="{A040BC7F-4356-241E-DE98-A14572A424F9}"/>
              </a:ext>
            </a:extLst>
          </p:cNvPr>
          <p:cNvCxnSpPr>
            <a:cxnSpLocks/>
          </p:cNvCxnSpPr>
          <p:nvPr userDrawn="1"/>
        </p:nvCxnSpPr>
        <p:spPr>
          <a:xfrm>
            <a:off x="6336683" y="1364974"/>
            <a:ext cx="0" cy="156211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3D29ABC6-2275-8D02-5D8F-6C312831087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437014" y="1045525"/>
            <a:ext cx="5420023" cy="158838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>
                <a:solidFill>
                  <a:schemeClr val="tx1"/>
                </a:solidFill>
                <a:latin typeface="Versos Light" panose="020B04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8">
            <a:extLst>
              <a:ext uri="{FF2B5EF4-FFF2-40B4-BE49-F238E27FC236}">
                <a16:creationId xmlns:a16="http://schemas.microsoft.com/office/drawing/2014/main" id="{D0831873-076C-11EE-AA1E-02508B9C565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86447" y="3021651"/>
            <a:ext cx="5296913" cy="23011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8">
            <a:extLst>
              <a:ext uri="{FF2B5EF4-FFF2-40B4-BE49-F238E27FC236}">
                <a16:creationId xmlns:a16="http://schemas.microsoft.com/office/drawing/2014/main" id="{89936DB2-1144-3AFC-1BBA-E1BDEB5020C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435706" y="3021651"/>
            <a:ext cx="5421332" cy="23011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Picture 8">
            <a:extLst>
              <a:ext uri="{FF2B5EF4-FFF2-40B4-BE49-F238E27FC236}">
                <a16:creationId xmlns:a16="http://schemas.microsoft.com/office/drawing/2014/main" id="{C3DE3459-A0CC-6831-FC59-0F2863B6F3C9}"/>
              </a:ext>
            </a:extLst>
          </p:cNvPr>
          <p:cNvSpPr/>
          <p:nvPr userDrawn="1"/>
        </p:nvSpPr>
        <p:spPr>
          <a:xfrm>
            <a:off x="11091186" y="377178"/>
            <a:ext cx="765852" cy="260086"/>
          </a:xfrm>
          <a:custGeom>
            <a:avLst/>
            <a:gdLst>
              <a:gd name="connsiteX0" fmla="*/ 739575 w 765852"/>
              <a:gd name="connsiteY0" fmla="*/ 143884 h 260086"/>
              <a:gd name="connsiteX1" fmla="*/ 765852 w 765852"/>
              <a:gd name="connsiteY1" fmla="*/ 83403 h 260086"/>
              <a:gd name="connsiteX2" fmla="*/ 739575 w 765852"/>
              <a:gd name="connsiteY2" fmla="*/ 22921 h 260086"/>
              <a:gd name="connsiteX3" fmla="*/ 672177 w 765852"/>
              <a:gd name="connsiteY3" fmla="*/ 0 h 260086"/>
              <a:gd name="connsiteX4" fmla="*/ 604779 w 765852"/>
              <a:gd name="connsiteY4" fmla="*/ 22921 h 260086"/>
              <a:gd name="connsiteX5" fmla="*/ 578501 w 765852"/>
              <a:gd name="connsiteY5" fmla="*/ 83403 h 260086"/>
              <a:gd name="connsiteX6" fmla="*/ 604779 w 765852"/>
              <a:gd name="connsiteY6" fmla="*/ 143884 h 260086"/>
              <a:gd name="connsiteX7" fmla="*/ 672177 w 765852"/>
              <a:gd name="connsiteY7" fmla="*/ 166805 h 260086"/>
              <a:gd name="connsiteX8" fmla="*/ 739575 w 765852"/>
              <a:gd name="connsiteY8" fmla="*/ 143884 h 260086"/>
              <a:gd name="connsiteX9" fmla="*/ 604595 w 765852"/>
              <a:gd name="connsiteY9" fmla="*/ 83403 h 260086"/>
              <a:gd name="connsiteX10" fmla="*/ 622611 w 765852"/>
              <a:gd name="connsiteY10" fmla="*/ 41871 h 260086"/>
              <a:gd name="connsiteX11" fmla="*/ 672177 w 765852"/>
              <a:gd name="connsiteY11" fmla="*/ 25719 h 260086"/>
              <a:gd name="connsiteX12" fmla="*/ 721742 w 765852"/>
              <a:gd name="connsiteY12" fmla="*/ 41871 h 260086"/>
              <a:gd name="connsiteX13" fmla="*/ 739759 w 765852"/>
              <a:gd name="connsiteY13" fmla="*/ 83403 h 260086"/>
              <a:gd name="connsiteX14" fmla="*/ 721742 w 765852"/>
              <a:gd name="connsiteY14" fmla="*/ 124934 h 260086"/>
              <a:gd name="connsiteX15" fmla="*/ 672177 w 765852"/>
              <a:gd name="connsiteY15" fmla="*/ 141077 h 260086"/>
              <a:gd name="connsiteX16" fmla="*/ 622611 w 765852"/>
              <a:gd name="connsiteY16" fmla="*/ 124934 h 260086"/>
              <a:gd name="connsiteX17" fmla="*/ 604595 w 765852"/>
              <a:gd name="connsiteY17" fmla="*/ 83403 h 260086"/>
              <a:gd name="connsiteX18" fmla="*/ 238310 w 765852"/>
              <a:gd name="connsiteY18" fmla="*/ 207181 h 260086"/>
              <a:gd name="connsiteX19" fmla="*/ 249560 w 765852"/>
              <a:gd name="connsiteY19" fmla="*/ 204081 h 260086"/>
              <a:gd name="connsiteX20" fmla="*/ 261562 w 765852"/>
              <a:gd name="connsiteY20" fmla="*/ 207713 h 260086"/>
              <a:gd name="connsiteX21" fmla="*/ 268163 w 765852"/>
              <a:gd name="connsiteY21" fmla="*/ 217812 h 260086"/>
              <a:gd name="connsiteX22" fmla="*/ 275874 w 765852"/>
              <a:gd name="connsiteY22" fmla="*/ 217812 h 260086"/>
              <a:gd name="connsiteX23" fmla="*/ 267145 w 765852"/>
              <a:gd name="connsiteY23" fmla="*/ 202568 h 260086"/>
              <a:gd name="connsiteX24" fmla="*/ 249917 w 765852"/>
              <a:gd name="connsiteY24" fmla="*/ 196982 h 260086"/>
              <a:gd name="connsiteX25" fmla="*/ 234322 w 765852"/>
              <a:gd name="connsiteY25" fmla="*/ 200926 h 260086"/>
              <a:gd name="connsiteX26" fmla="*/ 223961 w 765852"/>
              <a:gd name="connsiteY26" fmla="*/ 212052 h 260086"/>
              <a:gd name="connsiteX27" fmla="*/ 220330 w 765852"/>
              <a:gd name="connsiteY27" fmla="*/ 228534 h 260086"/>
              <a:gd name="connsiteX28" fmla="*/ 223961 w 765852"/>
              <a:gd name="connsiteY28" fmla="*/ 245062 h 260086"/>
              <a:gd name="connsiteX29" fmla="*/ 234322 w 765852"/>
              <a:gd name="connsiteY29" fmla="*/ 256142 h 260086"/>
              <a:gd name="connsiteX30" fmla="*/ 249917 w 765852"/>
              <a:gd name="connsiteY30" fmla="*/ 260086 h 260086"/>
              <a:gd name="connsiteX31" fmla="*/ 267145 w 765852"/>
              <a:gd name="connsiteY31" fmla="*/ 254501 h 260086"/>
              <a:gd name="connsiteX32" fmla="*/ 275782 w 765852"/>
              <a:gd name="connsiteY32" fmla="*/ 239256 h 260086"/>
              <a:gd name="connsiteX33" fmla="*/ 268071 w 765852"/>
              <a:gd name="connsiteY33" fmla="*/ 239256 h 260086"/>
              <a:gd name="connsiteX34" fmla="*/ 261516 w 765852"/>
              <a:gd name="connsiteY34" fmla="*/ 249401 h 260086"/>
              <a:gd name="connsiteX35" fmla="*/ 249560 w 765852"/>
              <a:gd name="connsiteY35" fmla="*/ 252987 h 260086"/>
              <a:gd name="connsiteX36" fmla="*/ 238310 w 765852"/>
              <a:gd name="connsiteY36" fmla="*/ 249887 h 260086"/>
              <a:gd name="connsiteX37" fmla="*/ 230828 w 765852"/>
              <a:gd name="connsiteY37" fmla="*/ 241201 h 260086"/>
              <a:gd name="connsiteX38" fmla="*/ 228215 w 765852"/>
              <a:gd name="connsiteY38" fmla="*/ 228525 h 260086"/>
              <a:gd name="connsiteX39" fmla="*/ 230828 w 765852"/>
              <a:gd name="connsiteY39" fmla="*/ 215812 h 260086"/>
              <a:gd name="connsiteX40" fmla="*/ 238310 w 765852"/>
              <a:gd name="connsiteY40" fmla="*/ 207172 h 260086"/>
              <a:gd name="connsiteX41" fmla="*/ 335580 w 765852"/>
              <a:gd name="connsiteY41" fmla="*/ 197523 h 260086"/>
              <a:gd name="connsiteX42" fmla="*/ 311925 w 765852"/>
              <a:gd name="connsiteY42" fmla="*/ 259554 h 260086"/>
              <a:gd name="connsiteX43" fmla="*/ 319892 w 765852"/>
              <a:gd name="connsiteY43" fmla="*/ 259554 h 260086"/>
              <a:gd name="connsiteX44" fmla="*/ 326448 w 765852"/>
              <a:gd name="connsiteY44" fmla="*/ 242806 h 260086"/>
              <a:gd name="connsiteX45" fmla="*/ 353467 w 765852"/>
              <a:gd name="connsiteY45" fmla="*/ 242806 h 260086"/>
              <a:gd name="connsiteX46" fmla="*/ 360023 w 765852"/>
              <a:gd name="connsiteY46" fmla="*/ 259554 h 260086"/>
              <a:gd name="connsiteX47" fmla="*/ 368256 w 765852"/>
              <a:gd name="connsiteY47" fmla="*/ 259554 h 260086"/>
              <a:gd name="connsiteX48" fmla="*/ 344693 w 765852"/>
              <a:gd name="connsiteY48" fmla="*/ 197523 h 260086"/>
              <a:gd name="connsiteX49" fmla="*/ 335570 w 765852"/>
              <a:gd name="connsiteY49" fmla="*/ 197523 h 260086"/>
              <a:gd name="connsiteX50" fmla="*/ 328758 w 765852"/>
              <a:gd name="connsiteY50" fmla="*/ 235808 h 260086"/>
              <a:gd name="connsiteX51" fmla="*/ 339916 w 765852"/>
              <a:gd name="connsiteY51" fmla="*/ 205943 h 260086"/>
              <a:gd name="connsiteX52" fmla="*/ 351166 w 765852"/>
              <a:gd name="connsiteY52" fmla="*/ 235808 h 260086"/>
              <a:gd name="connsiteX53" fmla="*/ 328749 w 765852"/>
              <a:gd name="connsiteY53" fmla="*/ 235808 h 260086"/>
              <a:gd name="connsiteX54" fmla="*/ 725437 w 765852"/>
              <a:gd name="connsiteY54" fmla="*/ 197523 h 260086"/>
              <a:gd name="connsiteX55" fmla="*/ 717736 w 765852"/>
              <a:gd name="connsiteY55" fmla="*/ 197523 h 260086"/>
              <a:gd name="connsiteX56" fmla="*/ 717736 w 765852"/>
              <a:gd name="connsiteY56" fmla="*/ 259554 h 260086"/>
              <a:gd name="connsiteX57" fmla="*/ 753704 w 765852"/>
              <a:gd name="connsiteY57" fmla="*/ 259554 h 260086"/>
              <a:gd name="connsiteX58" fmla="*/ 753704 w 765852"/>
              <a:gd name="connsiteY58" fmla="*/ 252464 h 260086"/>
              <a:gd name="connsiteX59" fmla="*/ 725446 w 765852"/>
              <a:gd name="connsiteY59" fmla="*/ 252464 h 260086"/>
              <a:gd name="connsiteX60" fmla="*/ 725446 w 765852"/>
              <a:gd name="connsiteY60" fmla="*/ 197523 h 260086"/>
              <a:gd name="connsiteX61" fmla="*/ 250953 w 765852"/>
              <a:gd name="connsiteY61" fmla="*/ 2119 h 260086"/>
              <a:gd name="connsiteX62" fmla="*/ 225566 w 765852"/>
              <a:gd name="connsiteY62" fmla="*/ 2119 h 260086"/>
              <a:gd name="connsiteX63" fmla="*/ 225566 w 765852"/>
              <a:gd name="connsiteY63" fmla="*/ 164677 h 260086"/>
              <a:gd name="connsiteX64" fmla="*/ 250953 w 765852"/>
              <a:gd name="connsiteY64" fmla="*/ 164677 h 260086"/>
              <a:gd name="connsiteX65" fmla="*/ 250953 w 765852"/>
              <a:gd name="connsiteY65" fmla="*/ 2119 h 260086"/>
              <a:gd name="connsiteX66" fmla="*/ 80592 w 765852"/>
              <a:gd name="connsiteY66" fmla="*/ 62692 h 260086"/>
              <a:gd name="connsiteX67" fmla="*/ 80592 w 765852"/>
              <a:gd name="connsiteY67" fmla="*/ 164687 h 260086"/>
              <a:gd name="connsiteX68" fmla="*/ 106732 w 765852"/>
              <a:gd name="connsiteY68" fmla="*/ 164687 h 260086"/>
              <a:gd name="connsiteX69" fmla="*/ 106713 w 765852"/>
              <a:gd name="connsiteY69" fmla="*/ 62692 h 260086"/>
              <a:gd name="connsiteX70" fmla="*/ 95124 w 765852"/>
              <a:gd name="connsiteY70" fmla="*/ 28700 h 260086"/>
              <a:gd name="connsiteX71" fmla="*/ 93648 w 765852"/>
              <a:gd name="connsiteY71" fmla="*/ 26792 h 260086"/>
              <a:gd name="connsiteX72" fmla="*/ 92172 w 765852"/>
              <a:gd name="connsiteY72" fmla="*/ 28700 h 260086"/>
              <a:gd name="connsiteX73" fmla="*/ 80583 w 765852"/>
              <a:gd name="connsiteY73" fmla="*/ 62692 h 260086"/>
              <a:gd name="connsiteX74" fmla="*/ 47273 w 765852"/>
              <a:gd name="connsiteY74" fmla="*/ 2119 h 260086"/>
              <a:gd name="connsiteX75" fmla="*/ 0 w 765852"/>
              <a:gd name="connsiteY75" fmla="*/ 2119 h 260086"/>
              <a:gd name="connsiteX76" fmla="*/ 0 w 765852"/>
              <a:gd name="connsiteY76" fmla="*/ 26792 h 260086"/>
              <a:gd name="connsiteX77" fmla="*/ 93648 w 765852"/>
              <a:gd name="connsiteY77" fmla="*/ 26792 h 260086"/>
              <a:gd name="connsiteX78" fmla="*/ 91328 w 765852"/>
              <a:gd name="connsiteY78" fmla="*/ 23793 h 260086"/>
              <a:gd name="connsiteX79" fmla="*/ 47273 w 765852"/>
              <a:gd name="connsiteY79" fmla="*/ 2119 h 260086"/>
              <a:gd name="connsiteX80" fmla="*/ 95968 w 765852"/>
              <a:gd name="connsiteY80" fmla="*/ 23793 h 260086"/>
              <a:gd name="connsiteX81" fmla="*/ 93648 w 765852"/>
              <a:gd name="connsiteY81" fmla="*/ 26792 h 260086"/>
              <a:gd name="connsiteX82" fmla="*/ 187296 w 765852"/>
              <a:gd name="connsiteY82" fmla="*/ 26792 h 260086"/>
              <a:gd name="connsiteX83" fmla="*/ 187296 w 765852"/>
              <a:gd name="connsiteY83" fmla="*/ 2119 h 260086"/>
              <a:gd name="connsiteX84" fmla="*/ 140023 w 765852"/>
              <a:gd name="connsiteY84" fmla="*/ 2119 h 260086"/>
              <a:gd name="connsiteX85" fmla="*/ 95958 w 765852"/>
              <a:gd name="connsiteY85" fmla="*/ 23793 h 260086"/>
              <a:gd name="connsiteX86" fmla="*/ 514844 w 765852"/>
              <a:gd name="connsiteY86" fmla="*/ 164677 h 260086"/>
              <a:gd name="connsiteX87" fmla="*/ 540232 w 765852"/>
              <a:gd name="connsiteY87" fmla="*/ 164677 h 260086"/>
              <a:gd name="connsiteX88" fmla="*/ 540232 w 765852"/>
              <a:gd name="connsiteY88" fmla="*/ 2119 h 260086"/>
              <a:gd name="connsiteX89" fmla="*/ 514844 w 765852"/>
              <a:gd name="connsiteY89" fmla="*/ 2119 h 260086"/>
              <a:gd name="connsiteX90" fmla="*/ 514844 w 765852"/>
              <a:gd name="connsiteY90" fmla="*/ 164677 h 260086"/>
              <a:gd name="connsiteX91" fmla="*/ 495205 w 765852"/>
              <a:gd name="connsiteY91" fmla="*/ 259554 h 260086"/>
              <a:gd name="connsiteX92" fmla="*/ 502915 w 765852"/>
              <a:gd name="connsiteY92" fmla="*/ 259554 h 260086"/>
              <a:gd name="connsiteX93" fmla="*/ 502915 w 765852"/>
              <a:gd name="connsiteY93" fmla="*/ 197523 h 260086"/>
              <a:gd name="connsiteX94" fmla="*/ 495205 w 765852"/>
              <a:gd name="connsiteY94" fmla="*/ 197523 h 260086"/>
              <a:gd name="connsiteX95" fmla="*/ 495205 w 765852"/>
              <a:gd name="connsiteY95" fmla="*/ 259554 h 260086"/>
              <a:gd name="connsiteX96" fmla="*/ 544816 w 765852"/>
              <a:gd name="connsiteY96" fmla="*/ 204613 h 260086"/>
              <a:gd name="connsiteX97" fmla="*/ 564923 w 765852"/>
              <a:gd name="connsiteY97" fmla="*/ 204613 h 260086"/>
              <a:gd name="connsiteX98" fmla="*/ 564923 w 765852"/>
              <a:gd name="connsiteY98" fmla="*/ 259554 h 260086"/>
              <a:gd name="connsiteX99" fmla="*/ 572633 w 765852"/>
              <a:gd name="connsiteY99" fmla="*/ 259554 h 260086"/>
              <a:gd name="connsiteX100" fmla="*/ 572633 w 765852"/>
              <a:gd name="connsiteY100" fmla="*/ 204613 h 260086"/>
              <a:gd name="connsiteX101" fmla="*/ 592740 w 765852"/>
              <a:gd name="connsiteY101" fmla="*/ 204613 h 260086"/>
              <a:gd name="connsiteX102" fmla="*/ 592740 w 765852"/>
              <a:gd name="connsiteY102" fmla="*/ 197523 h 260086"/>
              <a:gd name="connsiteX103" fmla="*/ 544816 w 765852"/>
              <a:gd name="connsiteY103" fmla="*/ 197523 h 260086"/>
              <a:gd name="connsiteX104" fmla="*/ 544816 w 765852"/>
              <a:gd name="connsiteY104" fmla="*/ 204613 h 260086"/>
              <a:gd name="connsiteX105" fmla="*/ 287389 w 765852"/>
              <a:gd name="connsiteY105" fmla="*/ 2119 h 260086"/>
              <a:gd name="connsiteX106" fmla="*/ 345234 w 765852"/>
              <a:gd name="connsiteY106" fmla="*/ 140105 h 260086"/>
              <a:gd name="connsiteX107" fmla="*/ 381413 w 765852"/>
              <a:gd name="connsiteY107" fmla="*/ 166796 h 260086"/>
              <a:gd name="connsiteX108" fmla="*/ 382899 w 765852"/>
              <a:gd name="connsiteY108" fmla="*/ 166796 h 260086"/>
              <a:gd name="connsiteX109" fmla="*/ 316692 w 765852"/>
              <a:gd name="connsiteY109" fmla="*/ 2119 h 260086"/>
              <a:gd name="connsiteX110" fmla="*/ 287389 w 765852"/>
              <a:gd name="connsiteY110" fmla="*/ 2119 h 260086"/>
              <a:gd name="connsiteX111" fmla="*/ 443549 w 765852"/>
              <a:gd name="connsiteY111" fmla="*/ 199871 h 260086"/>
              <a:gd name="connsiteX112" fmla="*/ 432739 w 765852"/>
              <a:gd name="connsiteY112" fmla="*/ 197523 h 260086"/>
              <a:gd name="connsiteX113" fmla="*/ 408910 w 765852"/>
              <a:gd name="connsiteY113" fmla="*/ 197523 h 260086"/>
              <a:gd name="connsiteX114" fmla="*/ 408910 w 765852"/>
              <a:gd name="connsiteY114" fmla="*/ 259554 h 260086"/>
              <a:gd name="connsiteX115" fmla="*/ 416621 w 765852"/>
              <a:gd name="connsiteY115" fmla="*/ 259554 h 260086"/>
              <a:gd name="connsiteX116" fmla="*/ 416621 w 765852"/>
              <a:gd name="connsiteY116" fmla="*/ 235716 h 260086"/>
              <a:gd name="connsiteX117" fmla="*/ 432748 w 765852"/>
              <a:gd name="connsiteY117" fmla="*/ 235716 h 260086"/>
              <a:gd name="connsiteX118" fmla="*/ 443512 w 765852"/>
              <a:gd name="connsiteY118" fmla="*/ 233368 h 260086"/>
              <a:gd name="connsiteX119" fmla="*/ 450728 w 765852"/>
              <a:gd name="connsiteY119" fmla="*/ 226681 h 260086"/>
              <a:gd name="connsiteX120" fmla="*/ 453295 w 765852"/>
              <a:gd name="connsiteY120" fmla="*/ 216583 h 260086"/>
              <a:gd name="connsiteX121" fmla="*/ 450774 w 765852"/>
              <a:gd name="connsiteY121" fmla="*/ 206521 h 260086"/>
              <a:gd name="connsiteX122" fmla="*/ 443558 w 765852"/>
              <a:gd name="connsiteY122" fmla="*/ 199871 h 260086"/>
              <a:gd name="connsiteX123" fmla="*/ 441779 w 765852"/>
              <a:gd name="connsiteY123" fmla="*/ 225351 h 260086"/>
              <a:gd name="connsiteX124" fmla="*/ 432033 w 765852"/>
              <a:gd name="connsiteY124" fmla="*/ 228635 h 260086"/>
              <a:gd name="connsiteX125" fmla="*/ 416621 w 765852"/>
              <a:gd name="connsiteY125" fmla="*/ 228635 h 260086"/>
              <a:gd name="connsiteX126" fmla="*/ 416621 w 765852"/>
              <a:gd name="connsiteY126" fmla="*/ 204622 h 260086"/>
              <a:gd name="connsiteX127" fmla="*/ 432125 w 765852"/>
              <a:gd name="connsiteY127" fmla="*/ 204622 h 260086"/>
              <a:gd name="connsiteX128" fmla="*/ 441825 w 765852"/>
              <a:gd name="connsiteY128" fmla="*/ 207860 h 260086"/>
              <a:gd name="connsiteX129" fmla="*/ 445410 w 765852"/>
              <a:gd name="connsiteY129" fmla="*/ 216592 h 260086"/>
              <a:gd name="connsiteX130" fmla="*/ 441779 w 765852"/>
              <a:gd name="connsiteY130" fmla="*/ 225361 h 260086"/>
              <a:gd name="connsiteX131" fmla="*/ 382889 w 765852"/>
              <a:gd name="connsiteY131" fmla="*/ 166805 h 260086"/>
              <a:gd name="connsiteX132" fmla="*/ 384375 w 765852"/>
              <a:gd name="connsiteY132" fmla="*/ 166805 h 260086"/>
              <a:gd name="connsiteX133" fmla="*/ 420554 w 765852"/>
              <a:gd name="connsiteY133" fmla="*/ 140114 h 260086"/>
              <a:gd name="connsiteX134" fmla="*/ 478399 w 765852"/>
              <a:gd name="connsiteY134" fmla="*/ 2128 h 260086"/>
              <a:gd name="connsiteX135" fmla="*/ 449096 w 765852"/>
              <a:gd name="connsiteY135" fmla="*/ 2128 h 260086"/>
              <a:gd name="connsiteX136" fmla="*/ 382889 w 765852"/>
              <a:gd name="connsiteY136" fmla="*/ 166814 h 260086"/>
              <a:gd name="connsiteX137" fmla="*/ 644368 w 765852"/>
              <a:gd name="connsiteY137" fmla="*/ 197523 h 260086"/>
              <a:gd name="connsiteX138" fmla="*/ 620714 w 765852"/>
              <a:gd name="connsiteY138" fmla="*/ 259554 h 260086"/>
              <a:gd name="connsiteX139" fmla="*/ 628690 w 765852"/>
              <a:gd name="connsiteY139" fmla="*/ 259554 h 260086"/>
              <a:gd name="connsiteX140" fmla="*/ 635246 w 765852"/>
              <a:gd name="connsiteY140" fmla="*/ 242806 h 260086"/>
              <a:gd name="connsiteX141" fmla="*/ 662266 w 765852"/>
              <a:gd name="connsiteY141" fmla="*/ 242806 h 260086"/>
              <a:gd name="connsiteX142" fmla="*/ 668821 w 765852"/>
              <a:gd name="connsiteY142" fmla="*/ 259554 h 260086"/>
              <a:gd name="connsiteX143" fmla="*/ 677055 w 765852"/>
              <a:gd name="connsiteY143" fmla="*/ 259554 h 260086"/>
              <a:gd name="connsiteX144" fmla="*/ 653491 w 765852"/>
              <a:gd name="connsiteY144" fmla="*/ 197523 h 260086"/>
              <a:gd name="connsiteX145" fmla="*/ 644368 w 765852"/>
              <a:gd name="connsiteY145" fmla="*/ 197523 h 260086"/>
              <a:gd name="connsiteX146" fmla="*/ 637547 w 765852"/>
              <a:gd name="connsiteY146" fmla="*/ 235808 h 260086"/>
              <a:gd name="connsiteX147" fmla="*/ 648705 w 765852"/>
              <a:gd name="connsiteY147" fmla="*/ 205943 h 260086"/>
              <a:gd name="connsiteX148" fmla="*/ 659955 w 765852"/>
              <a:gd name="connsiteY148" fmla="*/ 235808 h 260086"/>
              <a:gd name="connsiteX149" fmla="*/ 637538 w 765852"/>
              <a:gd name="connsiteY149" fmla="*/ 235808 h 260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</a:cxnLst>
            <a:rect l="l" t="t" r="r" b="b"/>
            <a:pathLst>
              <a:path w="765852" h="260086">
                <a:moveTo>
                  <a:pt x="739575" y="143884"/>
                </a:moveTo>
                <a:cubicBezTo>
                  <a:pt x="756519" y="128906"/>
                  <a:pt x="765852" y="107425"/>
                  <a:pt x="765852" y="83403"/>
                </a:cubicBezTo>
                <a:cubicBezTo>
                  <a:pt x="765852" y="59381"/>
                  <a:pt x="756519" y="37899"/>
                  <a:pt x="739575" y="22921"/>
                </a:cubicBezTo>
                <a:cubicBezTo>
                  <a:pt x="722613" y="7925"/>
                  <a:pt x="699307" y="0"/>
                  <a:pt x="672177" y="0"/>
                </a:cubicBezTo>
                <a:cubicBezTo>
                  <a:pt x="645047" y="0"/>
                  <a:pt x="621740" y="7925"/>
                  <a:pt x="604779" y="22921"/>
                </a:cubicBezTo>
                <a:cubicBezTo>
                  <a:pt x="587835" y="37899"/>
                  <a:pt x="578501" y="59381"/>
                  <a:pt x="578501" y="83403"/>
                </a:cubicBezTo>
                <a:cubicBezTo>
                  <a:pt x="578501" y="107425"/>
                  <a:pt x="587835" y="128906"/>
                  <a:pt x="604779" y="143884"/>
                </a:cubicBezTo>
                <a:cubicBezTo>
                  <a:pt x="621740" y="158881"/>
                  <a:pt x="645047" y="166805"/>
                  <a:pt x="672177" y="166805"/>
                </a:cubicBezTo>
                <a:cubicBezTo>
                  <a:pt x="699307" y="166805"/>
                  <a:pt x="722613" y="158881"/>
                  <a:pt x="739575" y="143884"/>
                </a:cubicBezTo>
                <a:close/>
                <a:moveTo>
                  <a:pt x="604595" y="83403"/>
                </a:moveTo>
                <a:cubicBezTo>
                  <a:pt x="604595" y="66489"/>
                  <a:pt x="610821" y="52135"/>
                  <a:pt x="622611" y="41871"/>
                </a:cubicBezTo>
                <a:cubicBezTo>
                  <a:pt x="634751" y="31305"/>
                  <a:pt x="651887" y="25719"/>
                  <a:pt x="672177" y="25719"/>
                </a:cubicBezTo>
                <a:cubicBezTo>
                  <a:pt x="692467" y="25719"/>
                  <a:pt x="709603" y="31305"/>
                  <a:pt x="721742" y="41871"/>
                </a:cubicBezTo>
                <a:cubicBezTo>
                  <a:pt x="733524" y="52126"/>
                  <a:pt x="739759" y="66489"/>
                  <a:pt x="739759" y="83403"/>
                </a:cubicBezTo>
                <a:cubicBezTo>
                  <a:pt x="739759" y="100316"/>
                  <a:pt x="733533" y="114671"/>
                  <a:pt x="721742" y="124934"/>
                </a:cubicBezTo>
                <a:cubicBezTo>
                  <a:pt x="709603" y="135501"/>
                  <a:pt x="692467" y="141077"/>
                  <a:pt x="672177" y="141077"/>
                </a:cubicBezTo>
                <a:cubicBezTo>
                  <a:pt x="651887" y="141077"/>
                  <a:pt x="634741" y="135491"/>
                  <a:pt x="622611" y="124934"/>
                </a:cubicBezTo>
                <a:cubicBezTo>
                  <a:pt x="610830" y="114671"/>
                  <a:pt x="604595" y="100316"/>
                  <a:pt x="604595" y="83403"/>
                </a:cubicBezTo>
                <a:close/>
                <a:moveTo>
                  <a:pt x="238310" y="207181"/>
                </a:moveTo>
                <a:cubicBezTo>
                  <a:pt x="241556" y="205118"/>
                  <a:pt x="245306" y="204081"/>
                  <a:pt x="249560" y="204081"/>
                </a:cubicBezTo>
                <a:cubicBezTo>
                  <a:pt x="254282" y="204081"/>
                  <a:pt x="258288" y="205292"/>
                  <a:pt x="261562" y="207713"/>
                </a:cubicBezTo>
                <a:cubicBezTo>
                  <a:pt x="264835" y="210135"/>
                  <a:pt x="267035" y="213501"/>
                  <a:pt x="268163" y="217812"/>
                </a:cubicBezTo>
                <a:lnTo>
                  <a:pt x="275874" y="217812"/>
                </a:lnTo>
                <a:cubicBezTo>
                  <a:pt x="274691" y="211373"/>
                  <a:pt x="271784" y="206292"/>
                  <a:pt x="267145" y="202568"/>
                </a:cubicBezTo>
                <a:cubicBezTo>
                  <a:pt x="262506" y="198844"/>
                  <a:pt x="256766" y="196982"/>
                  <a:pt x="249917" y="196982"/>
                </a:cubicBezTo>
                <a:cubicBezTo>
                  <a:pt x="244013" y="196982"/>
                  <a:pt x="238814" y="198293"/>
                  <a:pt x="234322" y="200926"/>
                </a:cubicBezTo>
                <a:cubicBezTo>
                  <a:pt x="229838" y="203558"/>
                  <a:pt x="226382" y="207264"/>
                  <a:pt x="223961" y="212052"/>
                </a:cubicBezTo>
                <a:cubicBezTo>
                  <a:pt x="221541" y="216840"/>
                  <a:pt x="220330" y="222334"/>
                  <a:pt x="220330" y="228534"/>
                </a:cubicBezTo>
                <a:cubicBezTo>
                  <a:pt x="220330" y="234734"/>
                  <a:pt x="221541" y="240302"/>
                  <a:pt x="223961" y="245062"/>
                </a:cubicBezTo>
                <a:cubicBezTo>
                  <a:pt x="226382" y="249823"/>
                  <a:pt x="229838" y="253510"/>
                  <a:pt x="234322" y="256142"/>
                </a:cubicBezTo>
                <a:cubicBezTo>
                  <a:pt x="238805" y="258775"/>
                  <a:pt x="244004" y="260086"/>
                  <a:pt x="249917" y="260086"/>
                </a:cubicBezTo>
                <a:cubicBezTo>
                  <a:pt x="256831" y="260086"/>
                  <a:pt x="262570" y="258224"/>
                  <a:pt x="267145" y="254501"/>
                </a:cubicBezTo>
                <a:cubicBezTo>
                  <a:pt x="271720" y="250777"/>
                  <a:pt x="274599" y="245695"/>
                  <a:pt x="275782" y="239256"/>
                </a:cubicBezTo>
                <a:lnTo>
                  <a:pt x="268071" y="239256"/>
                </a:lnTo>
                <a:cubicBezTo>
                  <a:pt x="266888" y="243631"/>
                  <a:pt x="264706" y="247007"/>
                  <a:pt x="261516" y="249401"/>
                </a:cubicBezTo>
                <a:cubicBezTo>
                  <a:pt x="258325" y="251795"/>
                  <a:pt x="254337" y="252987"/>
                  <a:pt x="249560" y="252987"/>
                </a:cubicBezTo>
                <a:cubicBezTo>
                  <a:pt x="245306" y="252987"/>
                  <a:pt x="241556" y="251951"/>
                  <a:pt x="238310" y="249887"/>
                </a:cubicBezTo>
                <a:cubicBezTo>
                  <a:pt x="235064" y="247823"/>
                  <a:pt x="232561" y="244925"/>
                  <a:pt x="230828" y="241201"/>
                </a:cubicBezTo>
                <a:cubicBezTo>
                  <a:pt x="229086" y="237477"/>
                  <a:pt x="228215" y="233258"/>
                  <a:pt x="228215" y="228525"/>
                </a:cubicBezTo>
                <a:cubicBezTo>
                  <a:pt x="228215" y="223792"/>
                  <a:pt x="229086" y="219499"/>
                  <a:pt x="230828" y="215812"/>
                </a:cubicBezTo>
                <a:cubicBezTo>
                  <a:pt x="232570" y="212125"/>
                  <a:pt x="235064" y="209245"/>
                  <a:pt x="238310" y="207172"/>
                </a:cubicBezTo>
                <a:close/>
                <a:moveTo>
                  <a:pt x="335580" y="197523"/>
                </a:moveTo>
                <a:lnTo>
                  <a:pt x="311925" y="259554"/>
                </a:lnTo>
                <a:lnTo>
                  <a:pt x="319892" y="259554"/>
                </a:lnTo>
                <a:lnTo>
                  <a:pt x="326448" y="242806"/>
                </a:lnTo>
                <a:lnTo>
                  <a:pt x="353467" y="242806"/>
                </a:lnTo>
                <a:lnTo>
                  <a:pt x="360023" y="259554"/>
                </a:lnTo>
                <a:lnTo>
                  <a:pt x="368256" y="259554"/>
                </a:lnTo>
                <a:lnTo>
                  <a:pt x="344693" y="197523"/>
                </a:lnTo>
                <a:lnTo>
                  <a:pt x="335570" y="197523"/>
                </a:lnTo>
                <a:close/>
                <a:moveTo>
                  <a:pt x="328758" y="235808"/>
                </a:moveTo>
                <a:lnTo>
                  <a:pt x="339916" y="205943"/>
                </a:lnTo>
                <a:lnTo>
                  <a:pt x="351166" y="235808"/>
                </a:lnTo>
                <a:lnTo>
                  <a:pt x="328749" y="235808"/>
                </a:lnTo>
                <a:close/>
                <a:moveTo>
                  <a:pt x="725437" y="197523"/>
                </a:moveTo>
                <a:lnTo>
                  <a:pt x="717736" y="197523"/>
                </a:lnTo>
                <a:lnTo>
                  <a:pt x="717736" y="259554"/>
                </a:lnTo>
                <a:lnTo>
                  <a:pt x="753704" y="259554"/>
                </a:lnTo>
                <a:lnTo>
                  <a:pt x="753704" y="252464"/>
                </a:lnTo>
                <a:lnTo>
                  <a:pt x="725446" y="252464"/>
                </a:lnTo>
                <a:lnTo>
                  <a:pt x="725446" y="197523"/>
                </a:lnTo>
                <a:close/>
                <a:moveTo>
                  <a:pt x="250953" y="2119"/>
                </a:moveTo>
                <a:lnTo>
                  <a:pt x="225566" y="2119"/>
                </a:lnTo>
                <a:lnTo>
                  <a:pt x="225566" y="164677"/>
                </a:lnTo>
                <a:lnTo>
                  <a:pt x="250953" y="164677"/>
                </a:lnTo>
                <a:lnTo>
                  <a:pt x="250953" y="2119"/>
                </a:lnTo>
                <a:close/>
                <a:moveTo>
                  <a:pt x="80592" y="62692"/>
                </a:moveTo>
                <a:lnTo>
                  <a:pt x="80592" y="164687"/>
                </a:lnTo>
                <a:cubicBezTo>
                  <a:pt x="80592" y="164687"/>
                  <a:pt x="106732" y="164687"/>
                  <a:pt x="106732" y="164687"/>
                </a:cubicBezTo>
                <a:lnTo>
                  <a:pt x="106713" y="62692"/>
                </a:lnTo>
                <a:cubicBezTo>
                  <a:pt x="106713" y="50282"/>
                  <a:pt x="102707" y="38523"/>
                  <a:pt x="95124" y="28700"/>
                </a:cubicBezTo>
                <a:lnTo>
                  <a:pt x="93648" y="26792"/>
                </a:lnTo>
                <a:lnTo>
                  <a:pt x="92172" y="28700"/>
                </a:lnTo>
                <a:cubicBezTo>
                  <a:pt x="84589" y="38523"/>
                  <a:pt x="80583" y="50273"/>
                  <a:pt x="80583" y="62692"/>
                </a:cubicBezTo>
                <a:close/>
                <a:moveTo>
                  <a:pt x="47273" y="2119"/>
                </a:moveTo>
                <a:lnTo>
                  <a:pt x="0" y="2119"/>
                </a:lnTo>
                <a:lnTo>
                  <a:pt x="0" y="26792"/>
                </a:lnTo>
                <a:lnTo>
                  <a:pt x="93648" y="26792"/>
                </a:lnTo>
                <a:lnTo>
                  <a:pt x="91328" y="23793"/>
                </a:lnTo>
                <a:cubicBezTo>
                  <a:pt x="80693" y="10025"/>
                  <a:pt x="64629" y="2119"/>
                  <a:pt x="47273" y="2119"/>
                </a:cubicBezTo>
                <a:close/>
                <a:moveTo>
                  <a:pt x="95968" y="23793"/>
                </a:moveTo>
                <a:lnTo>
                  <a:pt x="93648" y="26792"/>
                </a:lnTo>
                <a:lnTo>
                  <a:pt x="187296" y="26792"/>
                </a:lnTo>
                <a:lnTo>
                  <a:pt x="187296" y="2119"/>
                </a:lnTo>
                <a:lnTo>
                  <a:pt x="140023" y="2119"/>
                </a:lnTo>
                <a:cubicBezTo>
                  <a:pt x="122657" y="2119"/>
                  <a:pt x="106603" y="10016"/>
                  <a:pt x="95958" y="23793"/>
                </a:cubicBezTo>
                <a:close/>
                <a:moveTo>
                  <a:pt x="514844" y="164677"/>
                </a:moveTo>
                <a:lnTo>
                  <a:pt x="540232" y="164677"/>
                </a:lnTo>
                <a:lnTo>
                  <a:pt x="540232" y="2119"/>
                </a:lnTo>
                <a:lnTo>
                  <a:pt x="514844" y="2119"/>
                </a:lnTo>
                <a:lnTo>
                  <a:pt x="514844" y="164677"/>
                </a:lnTo>
                <a:close/>
                <a:moveTo>
                  <a:pt x="495205" y="259554"/>
                </a:moveTo>
                <a:lnTo>
                  <a:pt x="502915" y="259554"/>
                </a:lnTo>
                <a:lnTo>
                  <a:pt x="502915" y="197523"/>
                </a:lnTo>
                <a:lnTo>
                  <a:pt x="495205" y="197523"/>
                </a:lnTo>
                <a:lnTo>
                  <a:pt x="495205" y="259554"/>
                </a:lnTo>
                <a:close/>
                <a:moveTo>
                  <a:pt x="544816" y="204613"/>
                </a:moveTo>
                <a:lnTo>
                  <a:pt x="564923" y="204613"/>
                </a:lnTo>
                <a:lnTo>
                  <a:pt x="564923" y="259554"/>
                </a:lnTo>
                <a:lnTo>
                  <a:pt x="572633" y="259554"/>
                </a:lnTo>
                <a:lnTo>
                  <a:pt x="572633" y="204613"/>
                </a:lnTo>
                <a:lnTo>
                  <a:pt x="592740" y="204613"/>
                </a:lnTo>
                <a:lnTo>
                  <a:pt x="592740" y="197523"/>
                </a:lnTo>
                <a:lnTo>
                  <a:pt x="544816" y="197523"/>
                </a:lnTo>
                <a:lnTo>
                  <a:pt x="544816" y="204613"/>
                </a:lnTo>
                <a:close/>
                <a:moveTo>
                  <a:pt x="287389" y="2119"/>
                </a:moveTo>
                <a:cubicBezTo>
                  <a:pt x="287389" y="2119"/>
                  <a:pt x="335680" y="117220"/>
                  <a:pt x="345234" y="140105"/>
                </a:cubicBezTo>
                <a:cubicBezTo>
                  <a:pt x="356374" y="166796"/>
                  <a:pt x="374464" y="166796"/>
                  <a:pt x="381413" y="166796"/>
                </a:cubicBezTo>
                <a:lnTo>
                  <a:pt x="382899" y="166796"/>
                </a:lnTo>
                <a:lnTo>
                  <a:pt x="316692" y="2119"/>
                </a:lnTo>
                <a:lnTo>
                  <a:pt x="287389" y="2119"/>
                </a:lnTo>
                <a:close/>
                <a:moveTo>
                  <a:pt x="443549" y="199871"/>
                </a:moveTo>
                <a:cubicBezTo>
                  <a:pt x="440413" y="198303"/>
                  <a:pt x="436819" y="197523"/>
                  <a:pt x="432739" y="197523"/>
                </a:cubicBezTo>
                <a:lnTo>
                  <a:pt x="408910" y="197523"/>
                </a:lnTo>
                <a:lnTo>
                  <a:pt x="408910" y="259554"/>
                </a:lnTo>
                <a:lnTo>
                  <a:pt x="416621" y="259554"/>
                </a:lnTo>
                <a:lnTo>
                  <a:pt x="416621" y="235716"/>
                </a:lnTo>
                <a:lnTo>
                  <a:pt x="432748" y="235716"/>
                </a:lnTo>
                <a:cubicBezTo>
                  <a:pt x="436819" y="235716"/>
                  <a:pt x="440413" y="234936"/>
                  <a:pt x="443512" y="233368"/>
                </a:cubicBezTo>
                <a:cubicBezTo>
                  <a:pt x="446611" y="231799"/>
                  <a:pt x="449013" y="229571"/>
                  <a:pt x="450728" y="226681"/>
                </a:cubicBezTo>
                <a:cubicBezTo>
                  <a:pt x="452442" y="223783"/>
                  <a:pt x="453295" y="220417"/>
                  <a:pt x="453295" y="216583"/>
                </a:cubicBezTo>
                <a:cubicBezTo>
                  <a:pt x="453295" y="212749"/>
                  <a:pt x="452452" y="209392"/>
                  <a:pt x="450774" y="206521"/>
                </a:cubicBezTo>
                <a:cubicBezTo>
                  <a:pt x="449087" y="203659"/>
                  <a:pt x="446685" y="201439"/>
                  <a:pt x="443558" y="199871"/>
                </a:cubicBezTo>
                <a:close/>
                <a:moveTo>
                  <a:pt x="441779" y="225351"/>
                </a:moveTo>
                <a:cubicBezTo>
                  <a:pt x="439359" y="227534"/>
                  <a:pt x="436113" y="228635"/>
                  <a:pt x="432033" y="228635"/>
                </a:cubicBezTo>
                <a:lnTo>
                  <a:pt x="416621" y="228635"/>
                </a:lnTo>
                <a:lnTo>
                  <a:pt x="416621" y="204622"/>
                </a:lnTo>
                <a:lnTo>
                  <a:pt x="432125" y="204622"/>
                </a:lnTo>
                <a:cubicBezTo>
                  <a:pt x="436196" y="204622"/>
                  <a:pt x="439432" y="205705"/>
                  <a:pt x="441825" y="207860"/>
                </a:cubicBezTo>
                <a:cubicBezTo>
                  <a:pt x="444218" y="210015"/>
                  <a:pt x="445410" y="212923"/>
                  <a:pt x="445410" y="216592"/>
                </a:cubicBezTo>
                <a:cubicBezTo>
                  <a:pt x="445410" y="220261"/>
                  <a:pt x="444200" y="223178"/>
                  <a:pt x="441779" y="225361"/>
                </a:cubicBezTo>
                <a:close/>
                <a:moveTo>
                  <a:pt x="382889" y="166805"/>
                </a:moveTo>
                <a:lnTo>
                  <a:pt x="384375" y="166805"/>
                </a:lnTo>
                <a:cubicBezTo>
                  <a:pt x="391334" y="166805"/>
                  <a:pt x="409423" y="166805"/>
                  <a:pt x="420554" y="140114"/>
                </a:cubicBezTo>
                <a:cubicBezTo>
                  <a:pt x="430099" y="117230"/>
                  <a:pt x="478399" y="2128"/>
                  <a:pt x="478399" y="2128"/>
                </a:cubicBezTo>
                <a:lnTo>
                  <a:pt x="449096" y="2128"/>
                </a:lnTo>
                <a:lnTo>
                  <a:pt x="382889" y="166814"/>
                </a:lnTo>
                <a:close/>
                <a:moveTo>
                  <a:pt x="644368" y="197523"/>
                </a:moveTo>
                <a:lnTo>
                  <a:pt x="620714" y="259554"/>
                </a:lnTo>
                <a:lnTo>
                  <a:pt x="628690" y="259554"/>
                </a:lnTo>
                <a:lnTo>
                  <a:pt x="635246" y="242806"/>
                </a:lnTo>
                <a:lnTo>
                  <a:pt x="662266" y="242806"/>
                </a:lnTo>
                <a:lnTo>
                  <a:pt x="668821" y="259554"/>
                </a:lnTo>
                <a:lnTo>
                  <a:pt x="677055" y="259554"/>
                </a:lnTo>
                <a:lnTo>
                  <a:pt x="653491" y="197523"/>
                </a:lnTo>
                <a:lnTo>
                  <a:pt x="644368" y="197523"/>
                </a:lnTo>
                <a:close/>
                <a:moveTo>
                  <a:pt x="637547" y="235808"/>
                </a:moveTo>
                <a:lnTo>
                  <a:pt x="648705" y="205943"/>
                </a:lnTo>
                <a:lnTo>
                  <a:pt x="659955" y="235808"/>
                </a:lnTo>
                <a:lnTo>
                  <a:pt x="637538" y="235808"/>
                </a:lnTo>
                <a:close/>
              </a:path>
            </a:pathLst>
          </a:custGeom>
          <a:solidFill>
            <a:schemeClr val="bg1"/>
          </a:solidFill>
          <a:ln w="1061" cap="flat">
            <a:noFill/>
            <a:prstDash val="solid"/>
            <a:miter/>
          </a:ln>
        </p:spPr>
        <p:txBody>
          <a:bodyPr rtlCol="0" anchor="ctr"/>
          <a:lstStyle/>
          <a:p>
            <a:endParaRPr lang="pt-BR">
              <a:solidFill>
                <a:schemeClr val="bg1"/>
              </a:solidFill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1904FAD7-D1D8-06F3-6189-A8707EDC8E87}"/>
              </a:ext>
            </a:extLst>
          </p:cNvPr>
          <p:cNvCxnSpPr/>
          <p:nvPr userDrawn="1"/>
        </p:nvCxnSpPr>
        <p:spPr>
          <a:xfrm>
            <a:off x="334963" y="185353"/>
            <a:ext cx="10415415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578919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469">
          <p15:clr>
            <a:srgbClr val="FBAE40"/>
          </p15:clr>
        </p15:guide>
        <p15:guide id="2" orient="horz" pos="3974">
          <p15:clr>
            <a:srgbClr val="FBAE40"/>
          </p15:clr>
        </p15:guide>
        <p15:guide id="3" orient="horz" pos="232">
          <p15:clr>
            <a:srgbClr val="FBAE40"/>
          </p15:clr>
        </p15:guide>
        <p15:guide id="4" pos="211">
          <p15:clr>
            <a:srgbClr val="FBAE40"/>
          </p15:clr>
        </p15:guide>
        <p15:guide id="5" orient="horz" pos="4065">
          <p15:clr>
            <a:srgbClr val="FBAE40"/>
          </p15:clr>
        </p15:guide>
        <p15:guide id="6" orient="horz" pos="799">
          <p15:clr>
            <a:srgbClr val="FBAE40"/>
          </p15:clr>
        </p15:guide>
        <p15:guide id="7" orient="horz" pos="935">
          <p15:clr>
            <a:srgbClr val="FBAE40"/>
          </p15:clr>
        </p15:guide>
      </p15:sldGuideLst>
    </p:ext>
  </p:extLst>
</p:sldLayout>
</file>

<file path=ppt/slideLayouts/slideLayout1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ítulo | 1 linha - 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132BCE3-A04F-8602-64F7-7623C7EAF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61763" y="6482556"/>
            <a:ext cx="295275" cy="1692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 sz="1100">
                <a:solidFill>
                  <a:schemeClr val="bg1"/>
                </a:solidFill>
                <a:latin typeface="Versos" panose="020B0503020204030204" pitchFamily="34" charset="0"/>
                <a:cs typeface="Versos" panose="020B0503020204030204" pitchFamily="34" charset="0"/>
              </a:defRPr>
            </a:lvl1pPr>
          </a:lstStyle>
          <a:p>
            <a:fld id="{77667D73-C69A-4DAA-9003-24A825D36FE9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B13D7C-5A47-B0DF-B518-26E79F5D2DB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63" y="368300"/>
            <a:ext cx="10183813" cy="4308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err="1"/>
              <a:t>Título</a:t>
            </a:r>
            <a:endParaRPr lang="en-US"/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7F86D482-580C-D22A-58CC-10B9C4F7EDD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34962" y="1518527"/>
            <a:ext cx="11522585" cy="21544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Picture 8">
            <a:extLst>
              <a:ext uri="{FF2B5EF4-FFF2-40B4-BE49-F238E27FC236}">
                <a16:creationId xmlns:a16="http://schemas.microsoft.com/office/drawing/2014/main" id="{57BCE67C-64C7-2D0C-0DC2-7A4B4CC314E0}"/>
              </a:ext>
            </a:extLst>
          </p:cNvPr>
          <p:cNvSpPr/>
          <p:nvPr userDrawn="1"/>
        </p:nvSpPr>
        <p:spPr>
          <a:xfrm>
            <a:off x="11091186" y="377178"/>
            <a:ext cx="765852" cy="260086"/>
          </a:xfrm>
          <a:custGeom>
            <a:avLst/>
            <a:gdLst>
              <a:gd name="connsiteX0" fmla="*/ 739575 w 765852"/>
              <a:gd name="connsiteY0" fmla="*/ 143884 h 260086"/>
              <a:gd name="connsiteX1" fmla="*/ 765852 w 765852"/>
              <a:gd name="connsiteY1" fmla="*/ 83403 h 260086"/>
              <a:gd name="connsiteX2" fmla="*/ 739575 w 765852"/>
              <a:gd name="connsiteY2" fmla="*/ 22921 h 260086"/>
              <a:gd name="connsiteX3" fmla="*/ 672177 w 765852"/>
              <a:gd name="connsiteY3" fmla="*/ 0 h 260086"/>
              <a:gd name="connsiteX4" fmla="*/ 604779 w 765852"/>
              <a:gd name="connsiteY4" fmla="*/ 22921 h 260086"/>
              <a:gd name="connsiteX5" fmla="*/ 578501 w 765852"/>
              <a:gd name="connsiteY5" fmla="*/ 83403 h 260086"/>
              <a:gd name="connsiteX6" fmla="*/ 604779 w 765852"/>
              <a:gd name="connsiteY6" fmla="*/ 143884 h 260086"/>
              <a:gd name="connsiteX7" fmla="*/ 672177 w 765852"/>
              <a:gd name="connsiteY7" fmla="*/ 166805 h 260086"/>
              <a:gd name="connsiteX8" fmla="*/ 739575 w 765852"/>
              <a:gd name="connsiteY8" fmla="*/ 143884 h 260086"/>
              <a:gd name="connsiteX9" fmla="*/ 604595 w 765852"/>
              <a:gd name="connsiteY9" fmla="*/ 83403 h 260086"/>
              <a:gd name="connsiteX10" fmla="*/ 622611 w 765852"/>
              <a:gd name="connsiteY10" fmla="*/ 41871 h 260086"/>
              <a:gd name="connsiteX11" fmla="*/ 672177 w 765852"/>
              <a:gd name="connsiteY11" fmla="*/ 25719 h 260086"/>
              <a:gd name="connsiteX12" fmla="*/ 721742 w 765852"/>
              <a:gd name="connsiteY12" fmla="*/ 41871 h 260086"/>
              <a:gd name="connsiteX13" fmla="*/ 739759 w 765852"/>
              <a:gd name="connsiteY13" fmla="*/ 83403 h 260086"/>
              <a:gd name="connsiteX14" fmla="*/ 721742 w 765852"/>
              <a:gd name="connsiteY14" fmla="*/ 124934 h 260086"/>
              <a:gd name="connsiteX15" fmla="*/ 672177 w 765852"/>
              <a:gd name="connsiteY15" fmla="*/ 141077 h 260086"/>
              <a:gd name="connsiteX16" fmla="*/ 622611 w 765852"/>
              <a:gd name="connsiteY16" fmla="*/ 124934 h 260086"/>
              <a:gd name="connsiteX17" fmla="*/ 604595 w 765852"/>
              <a:gd name="connsiteY17" fmla="*/ 83403 h 260086"/>
              <a:gd name="connsiteX18" fmla="*/ 238310 w 765852"/>
              <a:gd name="connsiteY18" fmla="*/ 207181 h 260086"/>
              <a:gd name="connsiteX19" fmla="*/ 249560 w 765852"/>
              <a:gd name="connsiteY19" fmla="*/ 204081 h 260086"/>
              <a:gd name="connsiteX20" fmla="*/ 261562 w 765852"/>
              <a:gd name="connsiteY20" fmla="*/ 207713 h 260086"/>
              <a:gd name="connsiteX21" fmla="*/ 268163 w 765852"/>
              <a:gd name="connsiteY21" fmla="*/ 217812 h 260086"/>
              <a:gd name="connsiteX22" fmla="*/ 275874 w 765852"/>
              <a:gd name="connsiteY22" fmla="*/ 217812 h 260086"/>
              <a:gd name="connsiteX23" fmla="*/ 267145 w 765852"/>
              <a:gd name="connsiteY23" fmla="*/ 202568 h 260086"/>
              <a:gd name="connsiteX24" fmla="*/ 249917 w 765852"/>
              <a:gd name="connsiteY24" fmla="*/ 196982 h 260086"/>
              <a:gd name="connsiteX25" fmla="*/ 234322 w 765852"/>
              <a:gd name="connsiteY25" fmla="*/ 200926 h 260086"/>
              <a:gd name="connsiteX26" fmla="*/ 223961 w 765852"/>
              <a:gd name="connsiteY26" fmla="*/ 212052 h 260086"/>
              <a:gd name="connsiteX27" fmla="*/ 220330 w 765852"/>
              <a:gd name="connsiteY27" fmla="*/ 228534 h 260086"/>
              <a:gd name="connsiteX28" fmla="*/ 223961 w 765852"/>
              <a:gd name="connsiteY28" fmla="*/ 245062 h 260086"/>
              <a:gd name="connsiteX29" fmla="*/ 234322 w 765852"/>
              <a:gd name="connsiteY29" fmla="*/ 256142 h 260086"/>
              <a:gd name="connsiteX30" fmla="*/ 249917 w 765852"/>
              <a:gd name="connsiteY30" fmla="*/ 260086 h 260086"/>
              <a:gd name="connsiteX31" fmla="*/ 267145 w 765852"/>
              <a:gd name="connsiteY31" fmla="*/ 254501 h 260086"/>
              <a:gd name="connsiteX32" fmla="*/ 275782 w 765852"/>
              <a:gd name="connsiteY32" fmla="*/ 239256 h 260086"/>
              <a:gd name="connsiteX33" fmla="*/ 268071 w 765852"/>
              <a:gd name="connsiteY33" fmla="*/ 239256 h 260086"/>
              <a:gd name="connsiteX34" fmla="*/ 261516 w 765852"/>
              <a:gd name="connsiteY34" fmla="*/ 249401 h 260086"/>
              <a:gd name="connsiteX35" fmla="*/ 249560 w 765852"/>
              <a:gd name="connsiteY35" fmla="*/ 252987 h 260086"/>
              <a:gd name="connsiteX36" fmla="*/ 238310 w 765852"/>
              <a:gd name="connsiteY36" fmla="*/ 249887 h 260086"/>
              <a:gd name="connsiteX37" fmla="*/ 230828 w 765852"/>
              <a:gd name="connsiteY37" fmla="*/ 241201 h 260086"/>
              <a:gd name="connsiteX38" fmla="*/ 228215 w 765852"/>
              <a:gd name="connsiteY38" fmla="*/ 228525 h 260086"/>
              <a:gd name="connsiteX39" fmla="*/ 230828 w 765852"/>
              <a:gd name="connsiteY39" fmla="*/ 215812 h 260086"/>
              <a:gd name="connsiteX40" fmla="*/ 238310 w 765852"/>
              <a:gd name="connsiteY40" fmla="*/ 207172 h 260086"/>
              <a:gd name="connsiteX41" fmla="*/ 335580 w 765852"/>
              <a:gd name="connsiteY41" fmla="*/ 197523 h 260086"/>
              <a:gd name="connsiteX42" fmla="*/ 311925 w 765852"/>
              <a:gd name="connsiteY42" fmla="*/ 259554 h 260086"/>
              <a:gd name="connsiteX43" fmla="*/ 319892 w 765852"/>
              <a:gd name="connsiteY43" fmla="*/ 259554 h 260086"/>
              <a:gd name="connsiteX44" fmla="*/ 326448 w 765852"/>
              <a:gd name="connsiteY44" fmla="*/ 242806 h 260086"/>
              <a:gd name="connsiteX45" fmla="*/ 353467 w 765852"/>
              <a:gd name="connsiteY45" fmla="*/ 242806 h 260086"/>
              <a:gd name="connsiteX46" fmla="*/ 360023 w 765852"/>
              <a:gd name="connsiteY46" fmla="*/ 259554 h 260086"/>
              <a:gd name="connsiteX47" fmla="*/ 368256 w 765852"/>
              <a:gd name="connsiteY47" fmla="*/ 259554 h 260086"/>
              <a:gd name="connsiteX48" fmla="*/ 344693 w 765852"/>
              <a:gd name="connsiteY48" fmla="*/ 197523 h 260086"/>
              <a:gd name="connsiteX49" fmla="*/ 335570 w 765852"/>
              <a:gd name="connsiteY49" fmla="*/ 197523 h 260086"/>
              <a:gd name="connsiteX50" fmla="*/ 328758 w 765852"/>
              <a:gd name="connsiteY50" fmla="*/ 235808 h 260086"/>
              <a:gd name="connsiteX51" fmla="*/ 339916 w 765852"/>
              <a:gd name="connsiteY51" fmla="*/ 205943 h 260086"/>
              <a:gd name="connsiteX52" fmla="*/ 351166 w 765852"/>
              <a:gd name="connsiteY52" fmla="*/ 235808 h 260086"/>
              <a:gd name="connsiteX53" fmla="*/ 328749 w 765852"/>
              <a:gd name="connsiteY53" fmla="*/ 235808 h 260086"/>
              <a:gd name="connsiteX54" fmla="*/ 725437 w 765852"/>
              <a:gd name="connsiteY54" fmla="*/ 197523 h 260086"/>
              <a:gd name="connsiteX55" fmla="*/ 717736 w 765852"/>
              <a:gd name="connsiteY55" fmla="*/ 197523 h 260086"/>
              <a:gd name="connsiteX56" fmla="*/ 717736 w 765852"/>
              <a:gd name="connsiteY56" fmla="*/ 259554 h 260086"/>
              <a:gd name="connsiteX57" fmla="*/ 753704 w 765852"/>
              <a:gd name="connsiteY57" fmla="*/ 259554 h 260086"/>
              <a:gd name="connsiteX58" fmla="*/ 753704 w 765852"/>
              <a:gd name="connsiteY58" fmla="*/ 252464 h 260086"/>
              <a:gd name="connsiteX59" fmla="*/ 725446 w 765852"/>
              <a:gd name="connsiteY59" fmla="*/ 252464 h 260086"/>
              <a:gd name="connsiteX60" fmla="*/ 725446 w 765852"/>
              <a:gd name="connsiteY60" fmla="*/ 197523 h 260086"/>
              <a:gd name="connsiteX61" fmla="*/ 250953 w 765852"/>
              <a:gd name="connsiteY61" fmla="*/ 2119 h 260086"/>
              <a:gd name="connsiteX62" fmla="*/ 225566 w 765852"/>
              <a:gd name="connsiteY62" fmla="*/ 2119 h 260086"/>
              <a:gd name="connsiteX63" fmla="*/ 225566 w 765852"/>
              <a:gd name="connsiteY63" fmla="*/ 164677 h 260086"/>
              <a:gd name="connsiteX64" fmla="*/ 250953 w 765852"/>
              <a:gd name="connsiteY64" fmla="*/ 164677 h 260086"/>
              <a:gd name="connsiteX65" fmla="*/ 250953 w 765852"/>
              <a:gd name="connsiteY65" fmla="*/ 2119 h 260086"/>
              <a:gd name="connsiteX66" fmla="*/ 80592 w 765852"/>
              <a:gd name="connsiteY66" fmla="*/ 62692 h 260086"/>
              <a:gd name="connsiteX67" fmla="*/ 80592 w 765852"/>
              <a:gd name="connsiteY67" fmla="*/ 164687 h 260086"/>
              <a:gd name="connsiteX68" fmla="*/ 106732 w 765852"/>
              <a:gd name="connsiteY68" fmla="*/ 164687 h 260086"/>
              <a:gd name="connsiteX69" fmla="*/ 106713 w 765852"/>
              <a:gd name="connsiteY69" fmla="*/ 62692 h 260086"/>
              <a:gd name="connsiteX70" fmla="*/ 95124 w 765852"/>
              <a:gd name="connsiteY70" fmla="*/ 28700 h 260086"/>
              <a:gd name="connsiteX71" fmla="*/ 93648 w 765852"/>
              <a:gd name="connsiteY71" fmla="*/ 26792 h 260086"/>
              <a:gd name="connsiteX72" fmla="*/ 92172 w 765852"/>
              <a:gd name="connsiteY72" fmla="*/ 28700 h 260086"/>
              <a:gd name="connsiteX73" fmla="*/ 80583 w 765852"/>
              <a:gd name="connsiteY73" fmla="*/ 62692 h 260086"/>
              <a:gd name="connsiteX74" fmla="*/ 47273 w 765852"/>
              <a:gd name="connsiteY74" fmla="*/ 2119 h 260086"/>
              <a:gd name="connsiteX75" fmla="*/ 0 w 765852"/>
              <a:gd name="connsiteY75" fmla="*/ 2119 h 260086"/>
              <a:gd name="connsiteX76" fmla="*/ 0 w 765852"/>
              <a:gd name="connsiteY76" fmla="*/ 26792 h 260086"/>
              <a:gd name="connsiteX77" fmla="*/ 93648 w 765852"/>
              <a:gd name="connsiteY77" fmla="*/ 26792 h 260086"/>
              <a:gd name="connsiteX78" fmla="*/ 91328 w 765852"/>
              <a:gd name="connsiteY78" fmla="*/ 23793 h 260086"/>
              <a:gd name="connsiteX79" fmla="*/ 47273 w 765852"/>
              <a:gd name="connsiteY79" fmla="*/ 2119 h 260086"/>
              <a:gd name="connsiteX80" fmla="*/ 95968 w 765852"/>
              <a:gd name="connsiteY80" fmla="*/ 23793 h 260086"/>
              <a:gd name="connsiteX81" fmla="*/ 93648 w 765852"/>
              <a:gd name="connsiteY81" fmla="*/ 26792 h 260086"/>
              <a:gd name="connsiteX82" fmla="*/ 187296 w 765852"/>
              <a:gd name="connsiteY82" fmla="*/ 26792 h 260086"/>
              <a:gd name="connsiteX83" fmla="*/ 187296 w 765852"/>
              <a:gd name="connsiteY83" fmla="*/ 2119 h 260086"/>
              <a:gd name="connsiteX84" fmla="*/ 140023 w 765852"/>
              <a:gd name="connsiteY84" fmla="*/ 2119 h 260086"/>
              <a:gd name="connsiteX85" fmla="*/ 95958 w 765852"/>
              <a:gd name="connsiteY85" fmla="*/ 23793 h 260086"/>
              <a:gd name="connsiteX86" fmla="*/ 514844 w 765852"/>
              <a:gd name="connsiteY86" fmla="*/ 164677 h 260086"/>
              <a:gd name="connsiteX87" fmla="*/ 540232 w 765852"/>
              <a:gd name="connsiteY87" fmla="*/ 164677 h 260086"/>
              <a:gd name="connsiteX88" fmla="*/ 540232 w 765852"/>
              <a:gd name="connsiteY88" fmla="*/ 2119 h 260086"/>
              <a:gd name="connsiteX89" fmla="*/ 514844 w 765852"/>
              <a:gd name="connsiteY89" fmla="*/ 2119 h 260086"/>
              <a:gd name="connsiteX90" fmla="*/ 514844 w 765852"/>
              <a:gd name="connsiteY90" fmla="*/ 164677 h 260086"/>
              <a:gd name="connsiteX91" fmla="*/ 495205 w 765852"/>
              <a:gd name="connsiteY91" fmla="*/ 259554 h 260086"/>
              <a:gd name="connsiteX92" fmla="*/ 502915 w 765852"/>
              <a:gd name="connsiteY92" fmla="*/ 259554 h 260086"/>
              <a:gd name="connsiteX93" fmla="*/ 502915 w 765852"/>
              <a:gd name="connsiteY93" fmla="*/ 197523 h 260086"/>
              <a:gd name="connsiteX94" fmla="*/ 495205 w 765852"/>
              <a:gd name="connsiteY94" fmla="*/ 197523 h 260086"/>
              <a:gd name="connsiteX95" fmla="*/ 495205 w 765852"/>
              <a:gd name="connsiteY95" fmla="*/ 259554 h 260086"/>
              <a:gd name="connsiteX96" fmla="*/ 544816 w 765852"/>
              <a:gd name="connsiteY96" fmla="*/ 204613 h 260086"/>
              <a:gd name="connsiteX97" fmla="*/ 564923 w 765852"/>
              <a:gd name="connsiteY97" fmla="*/ 204613 h 260086"/>
              <a:gd name="connsiteX98" fmla="*/ 564923 w 765852"/>
              <a:gd name="connsiteY98" fmla="*/ 259554 h 260086"/>
              <a:gd name="connsiteX99" fmla="*/ 572633 w 765852"/>
              <a:gd name="connsiteY99" fmla="*/ 259554 h 260086"/>
              <a:gd name="connsiteX100" fmla="*/ 572633 w 765852"/>
              <a:gd name="connsiteY100" fmla="*/ 204613 h 260086"/>
              <a:gd name="connsiteX101" fmla="*/ 592740 w 765852"/>
              <a:gd name="connsiteY101" fmla="*/ 204613 h 260086"/>
              <a:gd name="connsiteX102" fmla="*/ 592740 w 765852"/>
              <a:gd name="connsiteY102" fmla="*/ 197523 h 260086"/>
              <a:gd name="connsiteX103" fmla="*/ 544816 w 765852"/>
              <a:gd name="connsiteY103" fmla="*/ 197523 h 260086"/>
              <a:gd name="connsiteX104" fmla="*/ 544816 w 765852"/>
              <a:gd name="connsiteY104" fmla="*/ 204613 h 260086"/>
              <a:gd name="connsiteX105" fmla="*/ 287389 w 765852"/>
              <a:gd name="connsiteY105" fmla="*/ 2119 h 260086"/>
              <a:gd name="connsiteX106" fmla="*/ 345234 w 765852"/>
              <a:gd name="connsiteY106" fmla="*/ 140105 h 260086"/>
              <a:gd name="connsiteX107" fmla="*/ 381413 w 765852"/>
              <a:gd name="connsiteY107" fmla="*/ 166796 h 260086"/>
              <a:gd name="connsiteX108" fmla="*/ 382899 w 765852"/>
              <a:gd name="connsiteY108" fmla="*/ 166796 h 260086"/>
              <a:gd name="connsiteX109" fmla="*/ 316692 w 765852"/>
              <a:gd name="connsiteY109" fmla="*/ 2119 h 260086"/>
              <a:gd name="connsiteX110" fmla="*/ 287389 w 765852"/>
              <a:gd name="connsiteY110" fmla="*/ 2119 h 260086"/>
              <a:gd name="connsiteX111" fmla="*/ 443549 w 765852"/>
              <a:gd name="connsiteY111" fmla="*/ 199871 h 260086"/>
              <a:gd name="connsiteX112" fmla="*/ 432739 w 765852"/>
              <a:gd name="connsiteY112" fmla="*/ 197523 h 260086"/>
              <a:gd name="connsiteX113" fmla="*/ 408910 w 765852"/>
              <a:gd name="connsiteY113" fmla="*/ 197523 h 260086"/>
              <a:gd name="connsiteX114" fmla="*/ 408910 w 765852"/>
              <a:gd name="connsiteY114" fmla="*/ 259554 h 260086"/>
              <a:gd name="connsiteX115" fmla="*/ 416621 w 765852"/>
              <a:gd name="connsiteY115" fmla="*/ 259554 h 260086"/>
              <a:gd name="connsiteX116" fmla="*/ 416621 w 765852"/>
              <a:gd name="connsiteY116" fmla="*/ 235716 h 260086"/>
              <a:gd name="connsiteX117" fmla="*/ 432748 w 765852"/>
              <a:gd name="connsiteY117" fmla="*/ 235716 h 260086"/>
              <a:gd name="connsiteX118" fmla="*/ 443512 w 765852"/>
              <a:gd name="connsiteY118" fmla="*/ 233368 h 260086"/>
              <a:gd name="connsiteX119" fmla="*/ 450728 w 765852"/>
              <a:gd name="connsiteY119" fmla="*/ 226681 h 260086"/>
              <a:gd name="connsiteX120" fmla="*/ 453295 w 765852"/>
              <a:gd name="connsiteY120" fmla="*/ 216583 h 260086"/>
              <a:gd name="connsiteX121" fmla="*/ 450774 w 765852"/>
              <a:gd name="connsiteY121" fmla="*/ 206521 h 260086"/>
              <a:gd name="connsiteX122" fmla="*/ 443558 w 765852"/>
              <a:gd name="connsiteY122" fmla="*/ 199871 h 260086"/>
              <a:gd name="connsiteX123" fmla="*/ 441779 w 765852"/>
              <a:gd name="connsiteY123" fmla="*/ 225351 h 260086"/>
              <a:gd name="connsiteX124" fmla="*/ 432033 w 765852"/>
              <a:gd name="connsiteY124" fmla="*/ 228635 h 260086"/>
              <a:gd name="connsiteX125" fmla="*/ 416621 w 765852"/>
              <a:gd name="connsiteY125" fmla="*/ 228635 h 260086"/>
              <a:gd name="connsiteX126" fmla="*/ 416621 w 765852"/>
              <a:gd name="connsiteY126" fmla="*/ 204622 h 260086"/>
              <a:gd name="connsiteX127" fmla="*/ 432125 w 765852"/>
              <a:gd name="connsiteY127" fmla="*/ 204622 h 260086"/>
              <a:gd name="connsiteX128" fmla="*/ 441825 w 765852"/>
              <a:gd name="connsiteY128" fmla="*/ 207860 h 260086"/>
              <a:gd name="connsiteX129" fmla="*/ 445410 w 765852"/>
              <a:gd name="connsiteY129" fmla="*/ 216592 h 260086"/>
              <a:gd name="connsiteX130" fmla="*/ 441779 w 765852"/>
              <a:gd name="connsiteY130" fmla="*/ 225361 h 260086"/>
              <a:gd name="connsiteX131" fmla="*/ 382889 w 765852"/>
              <a:gd name="connsiteY131" fmla="*/ 166805 h 260086"/>
              <a:gd name="connsiteX132" fmla="*/ 384375 w 765852"/>
              <a:gd name="connsiteY132" fmla="*/ 166805 h 260086"/>
              <a:gd name="connsiteX133" fmla="*/ 420554 w 765852"/>
              <a:gd name="connsiteY133" fmla="*/ 140114 h 260086"/>
              <a:gd name="connsiteX134" fmla="*/ 478399 w 765852"/>
              <a:gd name="connsiteY134" fmla="*/ 2128 h 260086"/>
              <a:gd name="connsiteX135" fmla="*/ 449096 w 765852"/>
              <a:gd name="connsiteY135" fmla="*/ 2128 h 260086"/>
              <a:gd name="connsiteX136" fmla="*/ 382889 w 765852"/>
              <a:gd name="connsiteY136" fmla="*/ 166814 h 260086"/>
              <a:gd name="connsiteX137" fmla="*/ 644368 w 765852"/>
              <a:gd name="connsiteY137" fmla="*/ 197523 h 260086"/>
              <a:gd name="connsiteX138" fmla="*/ 620714 w 765852"/>
              <a:gd name="connsiteY138" fmla="*/ 259554 h 260086"/>
              <a:gd name="connsiteX139" fmla="*/ 628690 w 765852"/>
              <a:gd name="connsiteY139" fmla="*/ 259554 h 260086"/>
              <a:gd name="connsiteX140" fmla="*/ 635246 w 765852"/>
              <a:gd name="connsiteY140" fmla="*/ 242806 h 260086"/>
              <a:gd name="connsiteX141" fmla="*/ 662266 w 765852"/>
              <a:gd name="connsiteY141" fmla="*/ 242806 h 260086"/>
              <a:gd name="connsiteX142" fmla="*/ 668821 w 765852"/>
              <a:gd name="connsiteY142" fmla="*/ 259554 h 260086"/>
              <a:gd name="connsiteX143" fmla="*/ 677055 w 765852"/>
              <a:gd name="connsiteY143" fmla="*/ 259554 h 260086"/>
              <a:gd name="connsiteX144" fmla="*/ 653491 w 765852"/>
              <a:gd name="connsiteY144" fmla="*/ 197523 h 260086"/>
              <a:gd name="connsiteX145" fmla="*/ 644368 w 765852"/>
              <a:gd name="connsiteY145" fmla="*/ 197523 h 260086"/>
              <a:gd name="connsiteX146" fmla="*/ 637547 w 765852"/>
              <a:gd name="connsiteY146" fmla="*/ 235808 h 260086"/>
              <a:gd name="connsiteX147" fmla="*/ 648705 w 765852"/>
              <a:gd name="connsiteY147" fmla="*/ 205943 h 260086"/>
              <a:gd name="connsiteX148" fmla="*/ 659955 w 765852"/>
              <a:gd name="connsiteY148" fmla="*/ 235808 h 260086"/>
              <a:gd name="connsiteX149" fmla="*/ 637538 w 765852"/>
              <a:gd name="connsiteY149" fmla="*/ 235808 h 260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</a:cxnLst>
            <a:rect l="l" t="t" r="r" b="b"/>
            <a:pathLst>
              <a:path w="765852" h="260086">
                <a:moveTo>
                  <a:pt x="739575" y="143884"/>
                </a:moveTo>
                <a:cubicBezTo>
                  <a:pt x="756519" y="128906"/>
                  <a:pt x="765852" y="107425"/>
                  <a:pt x="765852" y="83403"/>
                </a:cubicBezTo>
                <a:cubicBezTo>
                  <a:pt x="765852" y="59381"/>
                  <a:pt x="756519" y="37899"/>
                  <a:pt x="739575" y="22921"/>
                </a:cubicBezTo>
                <a:cubicBezTo>
                  <a:pt x="722613" y="7925"/>
                  <a:pt x="699307" y="0"/>
                  <a:pt x="672177" y="0"/>
                </a:cubicBezTo>
                <a:cubicBezTo>
                  <a:pt x="645047" y="0"/>
                  <a:pt x="621740" y="7925"/>
                  <a:pt x="604779" y="22921"/>
                </a:cubicBezTo>
                <a:cubicBezTo>
                  <a:pt x="587835" y="37899"/>
                  <a:pt x="578501" y="59381"/>
                  <a:pt x="578501" y="83403"/>
                </a:cubicBezTo>
                <a:cubicBezTo>
                  <a:pt x="578501" y="107425"/>
                  <a:pt x="587835" y="128906"/>
                  <a:pt x="604779" y="143884"/>
                </a:cubicBezTo>
                <a:cubicBezTo>
                  <a:pt x="621740" y="158881"/>
                  <a:pt x="645047" y="166805"/>
                  <a:pt x="672177" y="166805"/>
                </a:cubicBezTo>
                <a:cubicBezTo>
                  <a:pt x="699307" y="166805"/>
                  <a:pt x="722613" y="158881"/>
                  <a:pt x="739575" y="143884"/>
                </a:cubicBezTo>
                <a:close/>
                <a:moveTo>
                  <a:pt x="604595" y="83403"/>
                </a:moveTo>
                <a:cubicBezTo>
                  <a:pt x="604595" y="66489"/>
                  <a:pt x="610821" y="52135"/>
                  <a:pt x="622611" y="41871"/>
                </a:cubicBezTo>
                <a:cubicBezTo>
                  <a:pt x="634751" y="31305"/>
                  <a:pt x="651887" y="25719"/>
                  <a:pt x="672177" y="25719"/>
                </a:cubicBezTo>
                <a:cubicBezTo>
                  <a:pt x="692467" y="25719"/>
                  <a:pt x="709603" y="31305"/>
                  <a:pt x="721742" y="41871"/>
                </a:cubicBezTo>
                <a:cubicBezTo>
                  <a:pt x="733524" y="52126"/>
                  <a:pt x="739759" y="66489"/>
                  <a:pt x="739759" y="83403"/>
                </a:cubicBezTo>
                <a:cubicBezTo>
                  <a:pt x="739759" y="100316"/>
                  <a:pt x="733533" y="114671"/>
                  <a:pt x="721742" y="124934"/>
                </a:cubicBezTo>
                <a:cubicBezTo>
                  <a:pt x="709603" y="135501"/>
                  <a:pt x="692467" y="141077"/>
                  <a:pt x="672177" y="141077"/>
                </a:cubicBezTo>
                <a:cubicBezTo>
                  <a:pt x="651887" y="141077"/>
                  <a:pt x="634741" y="135491"/>
                  <a:pt x="622611" y="124934"/>
                </a:cubicBezTo>
                <a:cubicBezTo>
                  <a:pt x="610830" y="114671"/>
                  <a:pt x="604595" y="100316"/>
                  <a:pt x="604595" y="83403"/>
                </a:cubicBezTo>
                <a:close/>
                <a:moveTo>
                  <a:pt x="238310" y="207181"/>
                </a:moveTo>
                <a:cubicBezTo>
                  <a:pt x="241556" y="205118"/>
                  <a:pt x="245306" y="204081"/>
                  <a:pt x="249560" y="204081"/>
                </a:cubicBezTo>
                <a:cubicBezTo>
                  <a:pt x="254282" y="204081"/>
                  <a:pt x="258288" y="205292"/>
                  <a:pt x="261562" y="207713"/>
                </a:cubicBezTo>
                <a:cubicBezTo>
                  <a:pt x="264835" y="210135"/>
                  <a:pt x="267035" y="213501"/>
                  <a:pt x="268163" y="217812"/>
                </a:cubicBezTo>
                <a:lnTo>
                  <a:pt x="275874" y="217812"/>
                </a:lnTo>
                <a:cubicBezTo>
                  <a:pt x="274691" y="211373"/>
                  <a:pt x="271784" y="206292"/>
                  <a:pt x="267145" y="202568"/>
                </a:cubicBezTo>
                <a:cubicBezTo>
                  <a:pt x="262506" y="198844"/>
                  <a:pt x="256766" y="196982"/>
                  <a:pt x="249917" y="196982"/>
                </a:cubicBezTo>
                <a:cubicBezTo>
                  <a:pt x="244013" y="196982"/>
                  <a:pt x="238814" y="198293"/>
                  <a:pt x="234322" y="200926"/>
                </a:cubicBezTo>
                <a:cubicBezTo>
                  <a:pt x="229838" y="203558"/>
                  <a:pt x="226382" y="207264"/>
                  <a:pt x="223961" y="212052"/>
                </a:cubicBezTo>
                <a:cubicBezTo>
                  <a:pt x="221541" y="216840"/>
                  <a:pt x="220330" y="222334"/>
                  <a:pt x="220330" y="228534"/>
                </a:cubicBezTo>
                <a:cubicBezTo>
                  <a:pt x="220330" y="234734"/>
                  <a:pt x="221541" y="240302"/>
                  <a:pt x="223961" y="245062"/>
                </a:cubicBezTo>
                <a:cubicBezTo>
                  <a:pt x="226382" y="249823"/>
                  <a:pt x="229838" y="253510"/>
                  <a:pt x="234322" y="256142"/>
                </a:cubicBezTo>
                <a:cubicBezTo>
                  <a:pt x="238805" y="258775"/>
                  <a:pt x="244004" y="260086"/>
                  <a:pt x="249917" y="260086"/>
                </a:cubicBezTo>
                <a:cubicBezTo>
                  <a:pt x="256831" y="260086"/>
                  <a:pt x="262570" y="258224"/>
                  <a:pt x="267145" y="254501"/>
                </a:cubicBezTo>
                <a:cubicBezTo>
                  <a:pt x="271720" y="250777"/>
                  <a:pt x="274599" y="245695"/>
                  <a:pt x="275782" y="239256"/>
                </a:cubicBezTo>
                <a:lnTo>
                  <a:pt x="268071" y="239256"/>
                </a:lnTo>
                <a:cubicBezTo>
                  <a:pt x="266888" y="243631"/>
                  <a:pt x="264706" y="247007"/>
                  <a:pt x="261516" y="249401"/>
                </a:cubicBezTo>
                <a:cubicBezTo>
                  <a:pt x="258325" y="251795"/>
                  <a:pt x="254337" y="252987"/>
                  <a:pt x="249560" y="252987"/>
                </a:cubicBezTo>
                <a:cubicBezTo>
                  <a:pt x="245306" y="252987"/>
                  <a:pt x="241556" y="251951"/>
                  <a:pt x="238310" y="249887"/>
                </a:cubicBezTo>
                <a:cubicBezTo>
                  <a:pt x="235064" y="247823"/>
                  <a:pt x="232561" y="244925"/>
                  <a:pt x="230828" y="241201"/>
                </a:cubicBezTo>
                <a:cubicBezTo>
                  <a:pt x="229086" y="237477"/>
                  <a:pt x="228215" y="233258"/>
                  <a:pt x="228215" y="228525"/>
                </a:cubicBezTo>
                <a:cubicBezTo>
                  <a:pt x="228215" y="223792"/>
                  <a:pt x="229086" y="219499"/>
                  <a:pt x="230828" y="215812"/>
                </a:cubicBezTo>
                <a:cubicBezTo>
                  <a:pt x="232570" y="212125"/>
                  <a:pt x="235064" y="209245"/>
                  <a:pt x="238310" y="207172"/>
                </a:cubicBezTo>
                <a:close/>
                <a:moveTo>
                  <a:pt x="335580" y="197523"/>
                </a:moveTo>
                <a:lnTo>
                  <a:pt x="311925" y="259554"/>
                </a:lnTo>
                <a:lnTo>
                  <a:pt x="319892" y="259554"/>
                </a:lnTo>
                <a:lnTo>
                  <a:pt x="326448" y="242806"/>
                </a:lnTo>
                <a:lnTo>
                  <a:pt x="353467" y="242806"/>
                </a:lnTo>
                <a:lnTo>
                  <a:pt x="360023" y="259554"/>
                </a:lnTo>
                <a:lnTo>
                  <a:pt x="368256" y="259554"/>
                </a:lnTo>
                <a:lnTo>
                  <a:pt x="344693" y="197523"/>
                </a:lnTo>
                <a:lnTo>
                  <a:pt x="335570" y="197523"/>
                </a:lnTo>
                <a:close/>
                <a:moveTo>
                  <a:pt x="328758" y="235808"/>
                </a:moveTo>
                <a:lnTo>
                  <a:pt x="339916" y="205943"/>
                </a:lnTo>
                <a:lnTo>
                  <a:pt x="351166" y="235808"/>
                </a:lnTo>
                <a:lnTo>
                  <a:pt x="328749" y="235808"/>
                </a:lnTo>
                <a:close/>
                <a:moveTo>
                  <a:pt x="725437" y="197523"/>
                </a:moveTo>
                <a:lnTo>
                  <a:pt x="717736" y="197523"/>
                </a:lnTo>
                <a:lnTo>
                  <a:pt x="717736" y="259554"/>
                </a:lnTo>
                <a:lnTo>
                  <a:pt x="753704" y="259554"/>
                </a:lnTo>
                <a:lnTo>
                  <a:pt x="753704" y="252464"/>
                </a:lnTo>
                <a:lnTo>
                  <a:pt x="725446" y="252464"/>
                </a:lnTo>
                <a:lnTo>
                  <a:pt x="725446" y="197523"/>
                </a:lnTo>
                <a:close/>
                <a:moveTo>
                  <a:pt x="250953" y="2119"/>
                </a:moveTo>
                <a:lnTo>
                  <a:pt x="225566" y="2119"/>
                </a:lnTo>
                <a:lnTo>
                  <a:pt x="225566" y="164677"/>
                </a:lnTo>
                <a:lnTo>
                  <a:pt x="250953" y="164677"/>
                </a:lnTo>
                <a:lnTo>
                  <a:pt x="250953" y="2119"/>
                </a:lnTo>
                <a:close/>
                <a:moveTo>
                  <a:pt x="80592" y="62692"/>
                </a:moveTo>
                <a:lnTo>
                  <a:pt x="80592" y="164687"/>
                </a:lnTo>
                <a:cubicBezTo>
                  <a:pt x="80592" y="164687"/>
                  <a:pt x="106732" y="164687"/>
                  <a:pt x="106732" y="164687"/>
                </a:cubicBezTo>
                <a:lnTo>
                  <a:pt x="106713" y="62692"/>
                </a:lnTo>
                <a:cubicBezTo>
                  <a:pt x="106713" y="50282"/>
                  <a:pt x="102707" y="38523"/>
                  <a:pt x="95124" y="28700"/>
                </a:cubicBezTo>
                <a:lnTo>
                  <a:pt x="93648" y="26792"/>
                </a:lnTo>
                <a:lnTo>
                  <a:pt x="92172" y="28700"/>
                </a:lnTo>
                <a:cubicBezTo>
                  <a:pt x="84589" y="38523"/>
                  <a:pt x="80583" y="50273"/>
                  <a:pt x="80583" y="62692"/>
                </a:cubicBezTo>
                <a:close/>
                <a:moveTo>
                  <a:pt x="47273" y="2119"/>
                </a:moveTo>
                <a:lnTo>
                  <a:pt x="0" y="2119"/>
                </a:lnTo>
                <a:lnTo>
                  <a:pt x="0" y="26792"/>
                </a:lnTo>
                <a:lnTo>
                  <a:pt x="93648" y="26792"/>
                </a:lnTo>
                <a:lnTo>
                  <a:pt x="91328" y="23793"/>
                </a:lnTo>
                <a:cubicBezTo>
                  <a:pt x="80693" y="10025"/>
                  <a:pt x="64629" y="2119"/>
                  <a:pt x="47273" y="2119"/>
                </a:cubicBezTo>
                <a:close/>
                <a:moveTo>
                  <a:pt x="95968" y="23793"/>
                </a:moveTo>
                <a:lnTo>
                  <a:pt x="93648" y="26792"/>
                </a:lnTo>
                <a:lnTo>
                  <a:pt x="187296" y="26792"/>
                </a:lnTo>
                <a:lnTo>
                  <a:pt x="187296" y="2119"/>
                </a:lnTo>
                <a:lnTo>
                  <a:pt x="140023" y="2119"/>
                </a:lnTo>
                <a:cubicBezTo>
                  <a:pt x="122657" y="2119"/>
                  <a:pt x="106603" y="10016"/>
                  <a:pt x="95958" y="23793"/>
                </a:cubicBezTo>
                <a:close/>
                <a:moveTo>
                  <a:pt x="514844" y="164677"/>
                </a:moveTo>
                <a:lnTo>
                  <a:pt x="540232" y="164677"/>
                </a:lnTo>
                <a:lnTo>
                  <a:pt x="540232" y="2119"/>
                </a:lnTo>
                <a:lnTo>
                  <a:pt x="514844" y="2119"/>
                </a:lnTo>
                <a:lnTo>
                  <a:pt x="514844" y="164677"/>
                </a:lnTo>
                <a:close/>
                <a:moveTo>
                  <a:pt x="495205" y="259554"/>
                </a:moveTo>
                <a:lnTo>
                  <a:pt x="502915" y="259554"/>
                </a:lnTo>
                <a:lnTo>
                  <a:pt x="502915" y="197523"/>
                </a:lnTo>
                <a:lnTo>
                  <a:pt x="495205" y="197523"/>
                </a:lnTo>
                <a:lnTo>
                  <a:pt x="495205" y="259554"/>
                </a:lnTo>
                <a:close/>
                <a:moveTo>
                  <a:pt x="544816" y="204613"/>
                </a:moveTo>
                <a:lnTo>
                  <a:pt x="564923" y="204613"/>
                </a:lnTo>
                <a:lnTo>
                  <a:pt x="564923" y="259554"/>
                </a:lnTo>
                <a:lnTo>
                  <a:pt x="572633" y="259554"/>
                </a:lnTo>
                <a:lnTo>
                  <a:pt x="572633" y="204613"/>
                </a:lnTo>
                <a:lnTo>
                  <a:pt x="592740" y="204613"/>
                </a:lnTo>
                <a:lnTo>
                  <a:pt x="592740" y="197523"/>
                </a:lnTo>
                <a:lnTo>
                  <a:pt x="544816" y="197523"/>
                </a:lnTo>
                <a:lnTo>
                  <a:pt x="544816" y="204613"/>
                </a:lnTo>
                <a:close/>
                <a:moveTo>
                  <a:pt x="287389" y="2119"/>
                </a:moveTo>
                <a:cubicBezTo>
                  <a:pt x="287389" y="2119"/>
                  <a:pt x="335680" y="117220"/>
                  <a:pt x="345234" y="140105"/>
                </a:cubicBezTo>
                <a:cubicBezTo>
                  <a:pt x="356374" y="166796"/>
                  <a:pt x="374464" y="166796"/>
                  <a:pt x="381413" y="166796"/>
                </a:cubicBezTo>
                <a:lnTo>
                  <a:pt x="382899" y="166796"/>
                </a:lnTo>
                <a:lnTo>
                  <a:pt x="316692" y="2119"/>
                </a:lnTo>
                <a:lnTo>
                  <a:pt x="287389" y="2119"/>
                </a:lnTo>
                <a:close/>
                <a:moveTo>
                  <a:pt x="443549" y="199871"/>
                </a:moveTo>
                <a:cubicBezTo>
                  <a:pt x="440413" y="198303"/>
                  <a:pt x="436819" y="197523"/>
                  <a:pt x="432739" y="197523"/>
                </a:cubicBezTo>
                <a:lnTo>
                  <a:pt x="408910" y="197523"/>
                </a:lnTo>
                <a:lnTo>
                  <a:pt x="408910" y="259554"/>
                </a:lnTo>
                <a:lnTo>
                  <a:pt x="416621" y="259554"/>
                </a:lnTo>
                <a:lnTo>
                  <a:pt x="416621" y="235716"/>
                </a:lnTo>
                <a:lnTo>
                  <a:pt x="432748" y="235716"/>
                </a:lnTo>
                <a:cubicBezTo>
                  <a:pt x="436819" y="235716"/>
                  <a:pt x="440413" y="234936"/>
                  <a:pt x="443512" y="233368"/>
                </a:cubicBezTo>
                <a:cubicBezTo>
                  <a:pt x="446611" y="231799"/>
                  <a:pt x="449013" y="229571"/>
                  <a:pt x="450728" y="226681"/>
                </a:cubicBezTo>
                <a:cubicBezTo>
                  <a:pt x="452442" y="223783"/>
                  <a:pt x="453295" y="220417"/>
                  <a:pt x="453295" y="216583"/>
                </a:cubicBezTo>
                <a:cubicBezTo>
                  <a:pt x="453295" y="212749"/>
                  <a:pt x="452452" y="209392"/>
                  <a:pt x="450774" y="206521"/>
                </a:cubicBezTo>
                <a:cubicBezTo>
                  <a:pt x="449087" y="203659"/>
                  <a:pt x="446685" y="201439"/>
                  <a:pt x="443558" y="199871"/>
                </a:cubicBezTo>
                <a:close/>
                <a:moveTo>
                  <a:pt x="441779" y="225351"/>
                </a:moveTo>
                <a:cubicBezTo>
                  <a:pt x="439359" y="227534"/>
                  <a:pt x="436113" y="228635"/>
                  <a:pt x="432033" y="228635"/>
                </a:cubicBezTo>
                <a:lnTo>
                  <a:pt x="416621" y="228635"/>
                </a:lnTo>
                <a:lnTo>
                  <a:pt x="416621" y="204622"/>
                </a:lnTo>
                <a:lnTo>
                  <a:pt x="432125" y="204622"/>
                </a:lnTo>
                <a:cubicBezTo>
                  <a:pt x="436196" y="204622"/>
                  <a:pt x="439432" y="205705"/>
                  <a:pt x="441825" y="207860"/>
                </a:cubicBezTo>
                <a:cubicBezTo>
                  <a:pt x="444218" y="210015"/>
                  <a:pt x="445410" y="212923"/>
                  <a:pt x="445410" y="216592"/>
                </a:cubicBezTo>
                <a:cubicBezTo>
                  <a:pt x="445410" y="220261"/>
                  <a:pt x="444200" y="223178"/>
                  <a:pt x="441779" y="225361"/>
                </a:cubicBezTo>
                <a:close/>
                <a:moveTo>
                  <a:pt x="382889" y="166805"/>
                </a:moveTo>
                <a:lnTo>
                  <a:pt x="384375" y="166805"/>
                </a:lnTo>
                <a:cubicBezTo>
                  <a:pt x="391334" y="166805"/>
                  <a:pt x="409423" y="166805"/>
                  <a:pt x="420554" y="140114"/>
                </a:cubicBezTo>
                <a:cubicBezTo>
                  <a:pt x="430099" y="117230"/>
                  <a:pt x="478399" y="2128"/>
                  <a:pt x="478399" y="2128"/>
                </a:cubicBezTo>
                <a:lnTo>
                  <a:pt x="449096" y="2128"/>
                </a:lnTo>
                <a:lnTo>
                  <a:pt x="382889" y="166814"/>
                </a:lnTo>
                <a:close/>
                <a:moveTo>
                  <a:pt x="644368" y="197523"/>
                </a:moveTo>
                <a:lnTo>
                  <a:pt x="620714" y="259554"/>
                </a:lnTo>
                <a:lnTo>
                  <a:pt x="628690" y="259554"/>
                </a:lnTo>
                <a:lnTo>
                  <a:pt x="635246" y="242806"/>
                </a:lnTo>
                <a:lnTo>
                  <a:pt x="662266" y="242806"/>
                </a:lnTo>
                <a:lnTo>
                  <a:pt x="668821" y="259554"/>
                </a:lnTo>
                <a:lnTo>
                  <a:pt x="677055" y="259554"/>
                </a:lnTo>
                <a:lnTo>
                  <a:pt x="653491" y="197523"/>
                </a:lnTo>
                <a:lnTo>
                  <a:pt x="644368" y="197523"/>
                </a:lnTo>
                <a:close/>
                <a:moveTo>
                  <a:pt x="637547" y="235808"/>
                </a:moveTo>
                <a:lnTo>
                  <a:pt x="648705" y="205943"/>
                </a:lnTo>
                <a:lnTo>
                  <a:pt x="659955" y="235808"/>
                </a:lnTo>
                <a:lnTo>
                  <a:pt x="637538" y="235808"/>
                </a:lnTo>
                <a:close/>
              </a:path>
            </a:pathLst>
          </a:custGeom>
          <a:solidFill>
            <a:schemeClr val="bg1"/>
          </a:solidFill>
          <a:ln w="1061" cap="flat">
            <a:noFill/>
            <a:prstDash val="solid"/>
            <a:miter/>
          </a:ln>
        </p:spPr>
        <p:txBody>
          <a:bodyPr rtlCol="0" anchor="ctr"/>
          <a:lstStyle/>
          <a:p>
            <a:endParaRPr lang="pt-BR">
              <a:solidFill>
                <a:schemeClr val="bg1"/>
              </a:solidFill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1E210A61-F7AF-5C56-9539-494DD44ED880}"/>
              </a:ext>
            </a:extLst>
          </p:cNvPr>
          <p:cNvCxnSpPr/>
          <p:nvPr userDrawn="1"/>
        </p:nvCxnSpPr>
        <p:spPr>
          <a:xfrm>
            <a:off x="334963" y="185353"/>
            <a:ext cx="10415415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42233D2-9F78-8FB4-6848-6FABD836DEBB}"/>
              </a:ext>
            </a:extLst>
          </p:cNvPr>
          <p:cNvCxnSpPr>
            <a:cxnSpLocks/>
          </p:cNvCxnSpPr>
          <p:nvPr userDrawn="1"/>
        </p:nvCxnSpPr>
        <p:spPr>
          <a:xfrm>
            <a:off x="334963" y="6573705"/>
            <a:ext cx="11094148" cy="0"/>
          </a:xfrm>
          <a:prstGeom prst="line">
            <a:avLst/>
          </a:prstGeom>
          <a:noFill/>
          <a:ln w="9525" cap="flat" cmpd="sng" algn="ctr">
            <a:solidFill>
              <a:schemeClr val="tx1">
                <a:lumMod val="85000"/>
                <a:lumOff val="15000"/>
              </a:schemeClr>
            </a:solidFill>
            <a:prstDash val="solid"/>
          </a:ln>
          <a:effectLst/>
        </p:spPr>
      </p:cxnSp>
    </p:spTree>
    <p:extLst>
      <p:ext uri="{BB962C8B-B14F-4D97-AF65-F5344CB8AC3E}">
        <p14:creationId xmlns:p14="http://schemas.microsoft.com/office/powerpoint/2010/main" val="12834921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469">
          <p15:clr>
            <a:srgbClr val="FBAE40"/>
          </p15:clr>
        </p15:guide>
        <p15:guide id="2" orient="horz" pos="3974">
          <p15:clr>
            <a:srgbClr val="FBAE40"/>
          </p15:clr>
        </p15:guide>
        <p15:guide id="3" orient="horz" pos="232">
          <p15:clr>
            <a:srgbClr val="FBAE40"/>
          </p15:clr>
        </p15:guide>
        <p15:guide id="4" pos="211">
          <p15:clr>
            <a:srgbClr val="FBAE40"/>
          </p15:clr>
        </p15:guide>
        <p15:guide id="5" orient="horz" pos="4065">
          <p15:clr>
            <a:srgbClr val="FBAE40"/>
          </p15:clr>
        </p15:guide>
        <p15:guide id="6" orient="horz" pos="799">
          <p15:clr>
            <a:srgbClr val="FBAE40"/>
          </p15:clr>
        </p15:guide>
        <p15:guide id="7" orient="horz" pos="935">
          <p15:clr>
            <a:srgbClr val="FBAE40"/>
          </p15:clr>
        </p15:guide>
      </p15:sldGuideLst>
    </p:ext>
  </p:extLst>
</p:sldLayout>
</file>

<file path=ppt/slideLayouts/slideLayout1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apa 01 - F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7">
            <a:extLst>
              <a:ext uri="{FF2B5EF4-FFF2-40B4-BE49-F238E27FC236}">
                <a16:creationId xmlns:a16="http://schemas.microsoft.com/office/drawing/2014/main" id="{A68C5C04-9F9C-AD5B-8544-86BD159ED555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 lIns="0" tIns="0" rIns="0" bIns="972000" anchor="ctr" anchorCtr="0">
            <a:noAutofit/>
          </a:bodyPr>
          <a:lstStyle>
            <a:lvl1pPr algn="ctr">
              <a:defRPr sz="2400">
                <a:solidFill>
                  <a:schemeClr val="bg2">
                    <a:lumMod val="90000"/>
                  </a:schemeClr>
                </a:solidFill>
              </a:defRPr>
            </a:lvl1pPr>
          </a:lstStyle>
          <a:p>
            <a:endParaRPr lang="pt-BR"/>
          </a:p>
        </p:txBody>
      </p:sp>
      <p:pic>
        <p:nvPicPr>
          <p:cNvPr id="3" name="Picture 8">
            <a:extLst>
              <a:ext uri="{FF2B5EF4-FFF2-40B4-BE49-F238E27FC236}">
                <a16:creationId xmlns:a16="http://schemas.microsoft.com/office/drawing/2014/main" id="{17364209-1E38-0B40-9231-C88F3267BC2A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-8117" t="-23966" r="-8117" b="-23966"/>
          <a:stretch/>
        </p:blipFill>
        <p:spPr>
          <a:xfrm>
            <a:off x="10183916" y="304605"/>
            <a:ext cx="1715687" cy="742966"/>
          </a:xfrm>
          <a:prstGeom prst="rect">
            <a:avLst/>
          </a:prstGeom>
        </p:spPr>
      </p:pic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AAA4D9F5-240A-9CC5-1EF0-9AAA83CC690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7988" y="1113017"/>
            <a:ext cx="4233853" cy="1046440"/>
          </a:xfrm>
          <a:prstGeom prst="rect">
            <a:avLst/>
          </a:prstGeom>
          <a:noFill/>
        </p:spPr>
        <p:txBody>
          <a:bodyPr lIns="0" tIns="0" rIns="0" bIns="0" anchor="b" anchorCtr="0"/>
          <a:lstStyle>
            <a:lvl1pPr marL="0" indent="0">
              <a:buNone/>
              <a:defRPr sz="3400">
                <a:solidFill>
                  <a:schemeClr val="bg1"/>
                </a:solidFill>
                <a:latin typeface="Versos Light" panose="020B0403020204030204" pitchFamily="34" charset="0"/>
              </a:defRPr>
            </a:lvl1pPr>
          </a:lstStyle>
          <a:p>
            <a:pPr lvl="0"/>
            <a:r>
              <a:rPr lang="en-US" err="1"/>
              <a:t>Título</a:t>
            </a:r>
            <a:r>
              <a:rPr lang="en-US"/>
              <a:t> Template</a:t>
            </a:r>
          </a:p>
          <a:p>
            <a:pPr lvl="0"/>
            <a:r>
              <a:rPr lang="en-US" err="1"/>
              <a:t>Padrão</a:t>
            </a:r>
            <a:r>
              <a:rPr lang="en-US"/>
              <a:t> </a:t>
            </a:r>
            <a:r>
              <a:rPr lang="en-US" err="1"/>
              <a:t>Exemplo</a:t>
            </a:r>
            <a:endParaRPr lang="en-US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3AE31B1-0E8A-430C-61E0-A4A65D4D936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07988" y="2159779"/>
            <a:ext cx="4233853" cy="307777"/>
          </a:xfrm>
          <a:prstGeom prst="rect">
            <a:avLst/>
          </a:prstGeom>
        </p:spPr>
        <p:txBody>
          <a:bodyPr lIns="0" tIns="0" rIns="0" bIns="0"/>
          <a:lstStyle>
            <a:lvl1pPr>
              <a:defRPr lang="en-US" sz="2000" b="1" i="0" u="none" strike="noStrike" kern="1200" cap="none" dirty="0" smtClean="0">
                <a:solidFill>
                  <a:schemeClr val="bg1"/>
                </a:solidFill>
                <a:latin typeface="Versos"/>
                <a:ea typeface="+mj-ea"/>
                <a:cs typeface="+mj-cs"/>
                <a:sym typeface="Arial"/>
              </a:defRPr>
            </a:lvl1pPr>
            <a:lvl2pPr>
              <a:defRPr lang="en-US" sz="2000" b="1" i="0" u="none" strike="noStrike" kern="1200" cap="none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Versos"/>
                <a:ea typeface="+mj-ea"/>
                <a:cs typeface="+mj-cs"/>
                <a:sym typeface="Arial"/>
              </a:defRPr>
            </a:lvl2pPr>
            <a:lvl3pPr>
              <a:defRPr lang="en-US" sz="2000" b="1" i="0" u="none" strike="noStrike" kern="1200" cap="none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Versos"/>
                <a:ea typeface="+mj-ea"/>
                <a:cs typeface="+mj-cs"/>
                <a:sym typeface="Arial"/>
              </a:defRPr>
            </a:lvl3pPr>
            <a:lvl4pPr>
              <a:defRPr lang="en-US" sz="2000" b="1" i="0" u="none" strike="noStrike" kern="1200" cap="none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Versos"/>
                <a:ea typeface="+mj-ea"/>
                <a:cs typeface="+mj-cs"/>
                <a:sym typeface="Arial"/>
              </a:defRPr>
            </a:lvl4pPr>
            <a:lvl5pPr>
              <a:defRPr lang="pt-BR" sz="2000" b="1" i="0" u="none" strike="noStrike" kern="1200" cap="none" dirty="0">
                <a:solidFill>
                  <a:schemeClr val="tx1">
                    <a:lumMod val="85000"/>
                    <a:lumOff val="15000"/>
                  </a:schemeClr>
                </a:solidFill>
                <a:latin typeface="Versos"/>
                <a:ea typeface="+mj-ea"/>
                <a:cs typeface="+mj-cs"/>
                <a:sym typeface="Arial"/>
              </a:defRPr>
            </a:lvl5pPr>
          </a:lstStyle>
          <a:p>
            <a:pPr lvl="0"/>
            <a:r>
              <a:rPr lang="pt-BR" sz="2000" b="1">
                <a:solidFill>
                  <a:schemeClr val="tx1">
                    <a:lumMod val="85000"/>
                    <a:lumOff val="15000"/>
                  </a:schemeClr>
                </a:solidFill>
                <a:latin typeface="Versos"/>
              </a:rPr>
              <a:t>FIC FIM EXEMPLO</a:t>
            </a:r>
            <a:endParaRPr lang="pt-BR"/>
          </a:p>
        </p:txBody>
      </p:sp>
      <p:sp>
        <p:nvSpPr>
          <p:cNvPr id="2" name="Text Placeholder 20">
            <a:extLst>
              <a:ext uri="{FF2B5EF4-FFF2-40B4-BE49-F238E27FC236}">
                <a16:creationId xmlns:a16="http://schemas.microsoft.com/office/drawing/2014/main" id="{595D97E3-B378-E7B0-4A76-391C0989E8B6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410331" y="6296541"/>
            <a:ext cx="2364803" cy="184666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marR="3081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bg1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1pPr>
            <a:lvl2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2pPr>
            <a:lvl3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3pPr>
            <a:lvl4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4pPr>
            <a:lvl5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pt-BR" sz="1200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5pPr>
          </a:lstStyle>
          <a:p>
            <a:pPr marR="3081">
              <a:lnSpc>
                <a:spcPct val="100000"/>
              </a:lnSpc>
              <a:spcBef>
                <a:spcPts val="0"/>
              </a:spcBef>
              <a:buClrTx/>
              <a:buFontTx/>
            </a:pPr>
            <a:r>
              <a:rPr lang="pt-BR" sz="120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</a:rPr>
              <a:t>Data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7E424369-4F91-BA78-D59E-F025384664D4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9410330" y="6089649"/>
            <a:ext cx="2364803" cy="184666"/>
          </a:xfrm>
          <a:prstGeom prst="rect">
            <a:avLst/>
          </a:prstGeom>
        </p:spPr>
        <p:txBody>
          <a:bodyPr lIns="0" tIns="0" rIns="0" bIns="0"/>
          <a:lstStyle>
            <a:lvl1pPr marL="0" marR="3081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1" i="0" u="none" strike="noStrike" kern="1200" cap="none" dirty="0" smtClean="0">
                <a:solidFill>
                  <a:schemeClr val="bg1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1pPr>
            <a:lvl2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2pPr>
            <a:lvl3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3pPr>
            <a:lvl4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4pPr>
            <a:lvl5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pt-BR" sz="1200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5pPr>
          </a:lstStyle>
          <a:p>
            <a:pPr lvl="0"/>
            <a:r>
              <a:rPr lang="en-US"/>
              <a:t>Nome</a:t>
            </a:r>
            <a:endParaRPr lang="pt-BR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2CE84738-3A6C-EB34-89AF-461737E8A924}"/>
              </a:ext>
            </a:extLst>
          </p:cNvPr>
          <p:cNvGrpSpPr/>
          <p:nvPr userDrawn="1"/>
        </p:nvGrpSpPr>
        <p:grpSpPr>
          <a:xfrm>
            <a:off x="407988" y="404813"/>
            <a:ext cx="7879692" cy="2916619"/>
            <a:chOff x="509383" y="279643"/>
            <a:chExt cx="12206605" cy="4518199"/>
          </a:xfrm>
        </p:grpSpPr>
        <p:sp>
          <p:nvSpPr>
            <p:cNvPr id="5" name="bg object 18">
              <a:extLst>
                <a:ext uri="{FF2B5EF4-FFF2-40B4-BE49-F238E27FC236}">
                  <a16:creationId xmlns:a16="http://schemas.microsoft.com/office/drawing/2014/main" id="{FD4C2CB9-FBAE-882A-315C-DB4F669495DE}"/>
                </a:ext>
              </a:extLst>
            </p:cNvPr>
            <p:cNvSpPr/>
            <p:nvPr userDrawn="1"/>
          </p:nvSpPr>
          <p:spPr>
            <a:xfrm>
              <a:off x="509383" y="4797842"/>
              <a:ext cx="12206605" cy="0"/>
            </a:xfrm>
            <a:custGeom>
              <a:avLst/>
              <a:gdLst/>
              <a:ahLst/>
              <a:cxnLst/>
              <a:rect l="l" t="t" r="r" b="b"/>
              <a:pathLst>
                <a:path w="12206605">
                  <a:moveTo>
                    <a:pt x="0" y="0"/>
                  </a:moveTo>
                  <a:lnTo>
                    <a:pt x="12206570" y="0"/>
                  </a:lnTo>
                </a:path>
              </a:pathLst>
            </a:custGeom>
            <a:ln w="14837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bg object 19">
              <a:extLst>
                <a:ext uri="{FF2B5EF4-FFF2-40B4-BE49-F238E27FC236}">
                  <a16:creationId xmlns:a16="http://schemas.microsoft.com/office/drawing/2014/main" id="{EA389DAE-FA1D-8A30-5126-218E3FFA5A53}"/>
                </a:ext>
              </a:extLst>
            </p:cNvPr>
            <p:cNvSpPr/>
            <p:nvPr userDrawn="1"/>
          </p:nvSpPr>
          <p:spPr>
            <a:xfrm>
              <a:off x="9171428" y="279643"/>
              <a:ext cx="0" cy="4516755"/>
            </a:xfrm>
            <a:custGeom>
              <a:avLst/>
              <a:gdLst/>
              <a:ahLst/>
              <a:cxnLst/>
              <a:rect l="l" t="t" r="r" b="b"/>
              <a:pathLst>
                <a:path h="4516755">
                  <a:moveTo>
                    <a:pt x="0" y="4516647"/>
                  </a:moveTo>
                  <a:lnTo>
                    <a:pt x="0" y="0"/>
                  </a:lnTo>
                </a:path>
              </a:pathLst>
            </a:custGeom>
            <a:ln w="14837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Text Placeholder 17">
            <a:extLst>
              <a:ext uri="{FF2B5EF4-FFF2-40B4-BE49-F238E27FC236}">
                <a16:creationId xmlns:a16="http://schemas.microsoft.com/office/drawing/2014/main" id="{D0E34669-E9A0-3031-84E9-7C3208F4EB6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07988" y="5927209"/>
            <a:ext cx="6115360" cy="553998"/>
          </a:xfrm>
          <a:prstGeom prst="rect">
            <a:avLst/>
          </a:prstGeom>
        </p:spPr>
        <p:txBody>
          <a:bodyPr lIns="0" tIns="0" rIns="0" bIns="0"/>
          <a:lstStyle>
            <a:lvl1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bg1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1pPr>
            <a:lvl2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2pPr>
            <a:lvl3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3pPr>
            <a:lvl4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4pPr>
            <a:lvl5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pt-BR" sz="1200" b="0" i="0" u="none" strike="noStrike" kern="1200" cap="none" dirty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5pPr>
          </a:lstStyle>
          <a:p>
            <a:pPr marR="3081">
              <a:lnSpc>
                <a:spcPct val="100000"/>
              </a:lnSpc>
              <a:spcBef>
                <a:spcPts val="0"/>
              </a:spcBef>
              <a:buClrTx/>
              <a:buFontTx/>
            </a:pPr>
            <a:r>
              <a:rPr lang="pt-BR" sz="1200">
                <a:solidFill>
                  <a:schemeClr val="tx2"/>
                </a:solidFill>
                <a:latin typeface="Versos" panose="020B0503020204030204" pitchFamily="34" charset="0"/>
              </a:rPr>
              <a:t>TIVIO </a:t>
            </a:r>
            <a:br>
              <a:rPr lang="pt-BR" sz="1200">
                <a:solidFill>
                  <a:schemeClr val="tx2"/>
                </a:solidFill>
                <a:latin typeface="Versos" panose="020B0503020204030204" pitchFamily="34" charset="0"/>
              </a:rPr>
            </a:br>
            <a:r>
              <a:rPr lang="pt-BR" sz="1200">
                <a:solidFill>
                  <a:schemeClr val="tx2"/>
                </a:solidFill>
                <a:latin typeface="Versos" panose="020B0503020204030204" pitchFamily="34" charset="0"/>
              </a:rPr>
              <a:t>CRÉDITO </a:t>
            </a:r>
            <a:br>
              <a:rPr lang="pt-BR" sz="1200">
                <a:solidFill>
                  <a:schemeClr val="tx2"/>
                </a:solidFill>
                <a:latin typeface="Versos" panose="020B0503020204030204" pitchFamily="34" charset="0"/>
              </a:rPr>
            </a:br>
            <a:r>
              <a:rPr lang="pt-BR" sz="1200">
                <a:solidFill>
                  <a:schemeClr val="tx2"/>
                </a:solidFill>
                <a:latin typeface="Versos" panose="020B0503020204030204" pitchFamily="34" charset="0"/>
              </a:rPr>
              <a:t>ESTRUTURADO</a:t>
            </a:r>
          </a:p>
        </p:txBody>
      </p:sp>
    </p:spTree>
    <p:extLst>
      <p:ext uri="{BB962C8B-B14F-4D97-AF65-F5344CB8AC3E}">
        <p14:creationId xmlns:p14="http://schemas.microsoft.com/office/powerpoint/2010/main" val="107530650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7">
          <p15:clr>
            <a:srgbClr val="FBAE40"/>
          </p15:clr>
        </p15:guide>
        <p15:guide id="2" pos="7423">
          <p15:clr>
            <a:srgbClr val="FBAE40"/>
          </p15:clr>
        </p15:guide>
        <p15:guide id="3" orient="horz" pos="4088">
          <p15:clr>
            <a:srgbClr val="FBAE40"/>
          </p15:clr>
        </p15:guide>
        <p15:guide id="4" orient="horz" pos="3725">
          <p15:clr>
            <a:srgbClr val="FBAE40"/>
          </p15:clr>
        </p15:guide>
        <p15:guide id="5" orient="horz" pos="255">
          <p15:clr>
            <a:srgbClr val="FBAE40"/>
          </p15:clr>
        </p15:guide>
      </p15:sldGuideLst>
    </p:ext>
  </p:extLst>
</p:sldLayout>
</file>

<file path=ppt/slideLayouts/slideLayout1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pa 01 - High Gra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8">
            <a:extLst>
              <a:ext uri="{FF2B5EF4-FFF2-40B4-BE49-F238E27FC236}">
                <a16:creationId xmlns:a16="http://schemas.microsoft.com/office/drawing/2014/main" id="{17364209-1E38-0B40-9231-C88F3267BC2A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-8117" t="-23966" r="-8117" b="-23966"/>
          <a:stretch/>
        </p:blipFill>
        <p:spPr>
          <a:xfrm>
            <a:off x="10183916" y="304605"/>
            <a:ext cx="1715687" cy="742966"/>
          </a:xfrm>
          <a:prstGeom prst="rect">
            <a:avLst/>
          </a:prstGeom>
        </p:spPr>
      </p:pic>
      <p:sp>
        <p:nvSpPr>
          <p:cNvPr id="2" name="Text Placeholder 20">
            <a:extLst>
              <a:ext uri="{FF2B5EF4-FFF2-40B4-BE49-F238E27FC236}">
                <a16:creationId xmlns:a16="http://schemas.microsoft.com/office/drawing/2014/main" id="{595D97E3-B378-E7B0-4A76-391C0989E8B6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410331" y="6296541"/>
            <a:ext cx="2364803" cy="184666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marR="3081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tx1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1pPr>
            <a:lvl2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2pPr>
            <a:lvl3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3pPr>
            <a:lvl4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4pPr>
            <a:lvl5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pt-BR" sz="1200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5pPr>
          </a:lstStyle>
          <a:p>
            <a:pPr marR="3081">
              <a:lnSpc>
                <a:spcPct val="100000"/>
              </a:lnSpc>
              <a:spcBef>
                <a:spcPts val="0"/>
              </a:spcBef>
              <a:buClrTx/>
              <a:buFontTx/>
            </a:pPr>
            <a:r>
              <a:rPr lang="pt-BR" sz="120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</a:rPr>
              <a:t>Data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7E424369-4F91-BA78-D59E-F025384664D4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9410330" y="6089649"/>
            <a:ext cx="2364803" cy="184666"/>
          </a:xfrm>
          <a:prstGeom prst="rect">
            <a:avLst/>
          </a:prstGeom>
        </p:spPr>
        <p:txBody>
          <a:bodyPr lIns="0" tIns="0" rIns="0" bIns="0"/>
          <a:lstStyle>
            <a:lvl1pPr marL="0" marR="3081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1" i="0" u="none" strike="noStrike" kern="1200" cap="none" dirty="0" smtClean="0">
                <a:solidFill>
                  <a:schemeClr val="tx1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1pPr>
            <a:lvl2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2pPr>
            <a:lvl3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3pPr>
            <a:lvl4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4pPr>
            <a:lvl5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pt-BR" sz="1200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5pPr>
          </a:lstStyle>
          <a:p>
            <a:pPr lvl="0"/>
            <a:r>
              <a:rPr lang="en-US"/>
              <a:t>Nome</a:t>
            </a:r>
            <a:endParaRPr lang="pt-BR"/>
          </a:p>
        </p:txBody>
      </p:sp>
      <p:sp>
        <p:nvSpPr>
          <p:cNvPr id="8" name="Text Placeholder 17">
            <a:extLst>
              <a:ext uri="{FF2B5EF4-FFF2-40B4-BE49-F238E27FC236}">
                <a16:creationId xmlns:a16="http://schemas.microsoft.com/office/drawing/2014/main" id="{D0E34669-E9A0-3031-84E9-7C3208F4EB6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07988" y="5927209"/>
            <a:ext cx="6115360" cy="553998"/>
          </a:xfrm>
          <a:prstGeom prst="rect">
            <a:avLst/>
          </a:prstGeom>
        </p:spPr>
        <p:txBody>
          <a:bodyPr lIns="0" tIns="0" rIns="0" bIns="0"/>
          <a:lstStyle>
            <a:lvl1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tx1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1pPr>
            <a:lvl2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2pPr>
            <a:lvl3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3pPr>
            <a:lvl4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4pPr>
            <a:lvl5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pt-BR" sz="1200" b="0" i="0" u="none" strike="noStrike" kern="1200" cap="none" dirty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5pPr>
          </a:lstStyle>
          <a:p>
            <a:pPr marR="3081">
              <a:lnSpc>
                <a:spcPct val="100000"/>
              </a:lnSpc>
              <a:spcBef>
                <a:spcPts val="0"/>
              </a:spcBef>
              <a:buClrTx/>
              <a:buFontTx/>
            </a:pPr>
            <a:r>
              <a:rPr lang="pt-BR" sz="1200">
                <a:solidFill>
                  <a:schemeClr val="tx2"/>
                </a:solidFill>
                <a:latin typeface="Versos" panose="020B0503020204030204" pitchFamily="34" charset="0"/>
              </a:rPr>
              <a:t>TIVIO </a:t>
            </a:r>
            <a:br>
              <a:rPr lang="pt-BR" sz="1200">
                <a:solidFill>
                  <a:schemeClr val="tx2"/>
                </a:solidFill>
                <a:latin typeface="Versos" panose="020B0503020204030204" pitchFamily="34" charset="0"/>
              </a:rPr>
            </a:br>
            <a:r>
              <a:rPr lang="pt-BR" sz="1200">
                <a:solidFill>
                  <a:schemeClr val="tx2"/>
                </a:solidFill>
                <a:latin typeface="Versos" panose="020B0503020204030204" pitchFamily="34" charset="0"/>
              </a:rPr>
              <a:t>CRÉDITO 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0BEB6966-A6DD-A413-E366-E85415CA7CC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7988" y="1113017"/>
            <a:ext cx="4233853" cy="1046440"/>
          </a:xfrm>
          <a:prstGeom prst="rect">
            <a:avLst/>
          </a:prstGeom>
          <a:noFill/>
        </p:spPr>
        <p:txBody>
          <a:bodyPr lIns="0" tIns="0" rIns="0" bIns="0" anchor="b" anchorCtr="0"/>
          <a:lstStyle>
            <a:lvl1pPr marL="0" indent="0">
              <a:buNone/>
              <a:defRPr sz="3400">
                <a:solidFill>
                  <a:schemeClr val="tx1"/>
                </a:solidFill>
                <a:latin typeface="Versos Light" panose="020B0403020204030204" pitchFamily="34" charset="0"/>
              </a:defRPr>
            </a:lvl1pPr>
          </a:lstStyle>
          <a:p>
            <a:pPr lvl="0"/>
            <a:r>
              <a:rPr lang="en-US" err="1"/>
              <a:t>Título</a:t>
            </a:r>
            <a:r>
              <a:rPr lang="en-US"/>
              <a:t> Template</a:t>
            </a:r>
          </a:p>
          <a:p>
            <a:pPr lvl="0"/>
            <a:r>
              <a:rPr lang="en-US" err="1"/>
              <a:t>Padrão</a:t>
            </a:r>
            <a:r>
              <a:rPr lang="en-US"/>
              <a:t> </a:t>
            </a:r>
            <a:r>
              <a:rPr lang="en-US" err="1"/>
              <a:t>Exemplo</a:t>
            </a:r>
            <a:endParaRPr lang="en-US"/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016B9899-7AA6-E693-2E4C-ADF3DFB2836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07988" y="2159779"/>
            <a:ext cx="4233853" cy="307777"/>
          </a:xfrm>
          <a:prstGeom prst="rect">
            <a:avLst/>
          </a:prstGeom>
        </p:spPr>
        <p:txBody>
          <a:bodyPr lIns="0" tIns="0" rIns="0" bIns="0"/>
          <a:lstStyle>
            <a:lvl1pPr>
              <a:defRPr lang="en-US" sz="2000" b="1" i="0" u="none" strike="noStrike" kern="1200" cap="none" dirty="0" smtClean="0">
                <a:solidFill>
                  <a:schemeClr val="tx1"/>
                </a:solidFill>
                <a:latin typeface="Versos"/>
                <a:ea typeface="+mj-ea"/>
                <a:cs typeface="+mj-cs"/>
                <a:sym typeface="Arial"/>
              </a:defRPr>
            </a:lvl1pPr>
            <a:lvl2pPr>
              <a:defRPr lang="en-US" sz="2000" b="1" i="0" u="none" strike="noStrike" kern="1200" cap="none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Versos"/>
                <a:ea typeface="+mj-ea"/>
                <a:cs typeface="+mj-cs"/>
                <a:sym typeface="Arial"/>
              </a:defRPr>
            </a:lvl2pPr>
            <a:lvl3pPr>
              <a:defRPr lang="en-US" sz="2000" b="1" i="0" u="none" strike="noStrike" kern="1200" cap="none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Versos"/>
                <a:ea typeface="+mj-ea"/>
                <a:cs typeface="+mj-cs"/>
                <a:sym typeface="Arial"/>
              </a:defRPr>
            </a:lvl3pPr>
            <a:lvl4pPr>
              <a:defRPr lang="en-US" sz="2000" b="1" i="0" u="none" strike="noStrike" kern="1200" cap="none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Versos"/>
                <a:ea typeface="+mj-ea"/>
                <a:cs typeface="+mj-cs"/>
                <a:sym typeface="Arial"/>
              </a:defRPr>
            </a:lvl4pPr>
            <a:lvl5pPr>
              <a:defRPr lang="pt-BR" sz="2000" b="1" i="0" u="none" strike="noStrike" kern="1200" cap="none" dirty="0">
                <a:solidFill>
                  <a:schemeClr val="tx1">
                    <a:lumMod val="85000"/>
                    <a:lumOff val="15000"/>
                  </a:schemeClr>
                </a:solidFill>
                <a:latin typeface="Versos"/>
                <a:ea typeface="+mj-ea"/>
                <a:cs typeface="+mj-cs"/>
                <a:sym typeface="Arial"/>
              </a:defRPr>
            </a:lvl5pPr>
          </a:lstStyle>
          <a:p>
            <a:pPr lvl="0"/>
            <a:r>
              <a:rPr lang="pt-BR" sz="2000" b="1">
                <a:solidFill>
                  <a:schemeClr val="tx1">
                    <a:lumMod val="85000"/>
                    <a:lumOff val="15000"/>
                  </a:schemeClr>
                </a:solidFill>
                <a:latin typeface="Versos"/>
              </a:rPr>
              <a:t>FIC FIM EXEMPLO</a:t>
            </a:r>
            <a:endParaRPr lang="pt-BR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5A247925-BD97-745B-F253-B805E96FFFA0}"/>
              </a:ext>
            </a:extLst>
          </p:cNvPr>
          <p:cNvGrpSpPr/>
          <p:nvPr userDrawn="1"/>
        </p:nvGrpSpPr>
        <p:grpSpPr>
          <a:xfrm>
            <a:off x="407988" y="404813"/>
            <a:ext cx="7879692" cy="2916619"/>
            <a:chOff x="509383" y="279643"/>
            <a:chExt cx="12206605" cy="4518199"/>
          </a:xfrm>
        </p:grpSpPr>
        <p:sp>
          <p:nvSpPr>
            <p:cNvPr id="12" name="bg object 18">
              <a:extLst>
                <a:ext uri="{FF2B5EF4-FFF2-40B4-BE49-F238E27FC236}">
                  <a16:creationId xmlns:a16="http://schemas.microsoft.com/office/drawing/2014/main" id="{BCEFB5ED-6BF7-6136-2220-F968C5DEF09D}"/>
                </a:ext>
              </a:extLst>
            </p:cNvPr>
            <p:cNvSpPr/>
            <p:nvPr userDrawn="1"/>
          </p:nvSpPr>
          <p:spPr>
            <a:xfrm>
              <a:off x="509383" y="4797842"/>
              <a:ext cx="12206605" cy="0"/>
            </a:xfrm>
            <a:custGeom>
              <a:avLst/>
              <a:gdLst/>
              <a:ahLst/>
              <a:cxnLst/>
              <a:rect l="l" t="t" r="r" b="b"/>
              <a:pathLst>
                <a:path w="12206605">
                  <a:moveTo>
                    <a:pt x="0" y="0"/>
                  </a:moveTo>
                  <a:lnTo>
                    <a:pt x="12206570" y="0"/>
                  </a:lnTo>
                </a:path>
              </a:pathLst>
            </a:custGeom>
            <a:ln w="14837"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bg object 19">
              <a:extLst>
                <a:ext uri="{FF2B5EF4-FFF2-40B4-BE49-F238E27FC236}">
                  <a16:creationId xmlns:a16="http://schemas.microsoft.com/office/drawing/2014/main" id="{40A1F716-1324-ACB0-605C-A36B2A57B93A}"/>
                </a:ext>
              </a:extLst>
            </p:cNvPr>
            <p:cNvSpPr/>
            <p:nvPr userDrawn="1"/>
          </p:nvSpPr>
          <p:spPr>
            <a:xfrm>
              <a:off x="9171428" y="279643"/>
              <a:ext cx="0" cy="4516755"/>
            </a:xfrm>
            <a:custGeom>
              <a:avLst/>
              <a:gdLst/>
              <a:ahLst/>
              <a:cxnLst/>
              <a:rect l="l" t="t" r="r" b="b"/>
              <a:pathLst>
                <a:path h="4516755">
                  <a:moveTo>
                    <a:pt x="0" y="4516647"/>
                  </a:moveTo>
                  <a:lnTo>
                    <a:pt x="0" y="0"/>
                  </a:lnTo>
                </a:path>
              </a:pathLst>
            </a:custGeom>
            <a:ln w="14837"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20353164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7">
          <p15:clr>
            <a:srgbClr val="FBAE40"/>
          </p15:clr>
        </p15:guide>
        <p15:guide id="2" pos="7423">
          <p15:clr>
            <a:srgbClr val="FBAE40"/>
          </p15:clr>
        </p15:guide>
        <p15:guide id="3" orient="horz" pos="4088">
          <p15:clr>
            <a:srgbClr val="FBAE40"/>
          </p15:clr>
        </p15:guide>
        <p15:guide id="4" orient="horz" pos="3725">
          <p15:clr>
            <a:srgbClr val="FBAE40"/>
          </p15:clr>
        </p15:guide>
        <p15:guide id="5" orient="horz" pos="255">
          <p15:clr>
            <a:srgbClr val="FBAE40"/>
          </p15:clr>
        </p15:guide>
      </p15:sldGuideLst>
    </p:ext>
  </p:extLst>
</p:sldLayout>
</file>

<file path=ppt/slideLayouts/slideLayout1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pa 01 - High Yie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8">
            <a:extLst>
              <a:ext uri="{FF2B5EF4-FFF2-40B4-BE49-F238E27FC236}">
                <a16:creationId xmlns:a16="http://schemas.microsoft.com/office/drawing/2014/main" id="{17364209-1E38-0B40-9231-C88F3267BC2A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-8117" t="-23966" r="-8117" b="-23966"/>
          <a:stretch/>
        </p:blipFill>
        <p:spPr>
          <a:xfrm>
            <a:off x="10183916" y="304605"/>
            <a:ext cx="1715687" cy="742966"/>
          </a:xfrm>
          <a:prstGeom prst="rect">
            <a:avLst/>
          </a:prstGeom>
        </p:spPr>
      </p:pic>
      <p:sp>
        <p:nvSpPr>
          <p:cNvPr id="2" name="Text Placeholder 20">
            <a:extLst>
              <a:ext uri="{FF2B5EF4-FFF2-40B4-BE49-F238E27FC236}">
                <a16:creationId xmlns:a16="http://schemas.microsoft.com/office/drawing/2014/main" id="{595D97E3-B378-E7B0-4A76-391C0989E8B6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410331" y="6296541"/>
            <a:ext cx="2364803" cy="184666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marR="3081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bg1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1pPr>
            <a:lvl2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2pPr>
            <a:lvl3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3pPr>
            <a:lvl4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4pPr>
            <a:lvl5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pt-BR" sz="1200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5pPr>
          </a:lstStyle>
          <a:p>
            <a:pPr marR="3081">
              <a:lnSpc>
                <a:spcPct val="100000"/>
              </a:lnSpc>
              <a:spcBef>
                <a:spcPts val="0"/>
              </a:spcBef>
              <a:buClrTx/>
              <a:buFontTx/>
            </a:pPr>
            <a:r>
              <a:rPr lang="pt-BR" sz="120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</a:rPr>
              <a:t>Data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7E424369-4F91-BA78-D59E-F025384664D4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9410330" y="6089649"/>
            <a:ext cx="2364803" cy="184666"/>
          </a:xfrm>
          <a:prstGeom prst="rect">
            <a:avLst/>
          </a:prstGeom>
        </p:spPr>
        <p:txBody>
          <a:bodyPr lIns="0" tIns="0" rIns="0" bIns="0"/>
          <a:lstStyle>
            <a:lvl1pPr marL="0" marR="3081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1" i="0" u="none" strike="noStrike" kern="1200" cap="none" dirty="0" smtClean="0">
                <a:solidFill>
                  <a:schemeClr val="bg1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1pPr>
            <a:lvl2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2pPr>
            <a:lvl3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3pPr>
            <a:lvl4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4pPr>
            <a:lvl5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pt-BR" sz="1200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5pPr>
          </a:lstStyle>
          <a:p>
            <a:pPr lvl="0"/>
            <a:r>
              <a:rPr lang="en-US"/>
              <a:t>Nome</a:t>
            </a:r>
            <a:endParaRPr lang="pt-BR"/>
          </a:p>
        </p:txBody>
      </p:sp>
      <p:sp>
        <p:nvSpPr>
          <p:cNvPr id="8" name="Text Placeholder 17">
            <a:extLst>
              <a:ext uri="{FF2B5EF4-FFF2-40B4-BE49-F238E27FC236}">
                <a16:creationId xmlns:a16="http://schemas.microsoft.com/office/drawing/2014/main" id="{D0E34669-E9A0-3031-84E9-7C3208F4EB6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07988" y="5927209"/>
            <a:ext cx="6115360" cy="553998"/>
          </a:xfrm>
          <a:prstGeom prst="rect">
            <a:avLst/>
          </a:prstGeom>
        </p:spPr>
        <p:txBody>
          <a:bodyPr lIns="0" tIns="0" rIns="0" bIns="0"/>
          <a:lstStyle>
            <a:lvl1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bg1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1pPr>
            <a:lvl2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2pPr>
            <a:lvl3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3pPr>
            <a:lvl4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4pPr>
            <a:lvl5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pt-BR" sz="1200" b="0" i="0" u="none" strike="noStrike" kern="1200" cap="none" dirty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5pPr>
          </a:lstStyle>
          <a:p>
            <a:pPr marR="3081">
              <a:lnSpc>
                <a:spcPct val="100000"/>
              </a:lnSpc>
              <a:spcBef>
                <a:spcPts val="0"/>
              </a:spcBef>
              <a:buClrTx/>
              <a:buFontTx/>
            </a:pPr>
            <a:r>
              <a:rPr lang="pt-BR" sz="1200">
                <a:solidFill>
                  <a:schemeClr val="tx2"/>
                </a:solidFill>
                <a:latin typeface="Versos" panose="020B0503020204030204" pitchFamily="34" charset="0"/>
              </a:rPr>
              <a:t>TIVIO </a:t>
            </a:r>
            <a:br>
              <a:rPr lang="pt-BR" sz="1200">
                <a:solidFill>
                  <a:schemeClr val="tx2"/>
                </a:solidFill>
                <a:latin typeface="Versos" panose="020B0503020204030204" pitchFamily="34" charset="0"/>
              </a:rPr>
            </a:br>
            <a:r>
              <a:rPr lang="pt-BR" sz="1200">
                <a:solidFill>
                  <a:schemeClr val="tx2"/>
                </a:solidFill>
                <a:latin typeface="Versos" panose="020B0503020204030204" pitchFamily="34" charset="0"/>
              </a:rPr>
              <a:t>CRÉDITO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2990FA51-3BC5-8B5F-4922-A3EFDBE7D39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7988" y="1113017"/>
            <a:ext cx="4233853" cy="1046440"/>
          </a:xfrm>
          <a:prstGeom prst="rect">
            <a:avLst/>
          </a:prstGeom>
          <a:noFill/>
        </p:spPr>
        <p:txBody>
          <a:bodyPr lIns="0" tIns="0" rIns="0" bIns="0" anchor="b" anchorCtr="0"/>
          <a:lstStyle>
            <a:lvl1pPr marL="0" indent="0">
              <a:buNone/>
              <a:defRPr sz="3400">
                <a:solidFill>
                  <a:schemeClr val="tx1"/>
                </a:solidFill>
                <a:latin typeface="Versos Light" panose="020B0403020204030204" pitchFamily="34" charset="0"/>
              </a:defRPr>
            </a:lvl1pPr>
          </a:lstStyle>
          <a:p>
            <a:pPr lvl="0"/>
            <a:r>
              <a:rPr lang="en-US" err="1"/>
              <a:t>Título</a:t>
            </a:r>
            <a:r>
              <a:rPr lang="en-US"/>
              <a:t> Template</a:t>
            </a:r>
          </a:p>
          <a:p>
            <a:pPr lvl="0"/>
            <a:r>
              <a:rPr lang="en-US" err="1"/>
              <a:t>Padrão</a:t>
            </a:r>
            <a:r>
              <a:rPr lang="en-US"/>
              <a:t> </a:t>
            </a:r>
            <a:r>
              <a:rPr lang="en-US" err="1"/>
              <a:t>Exemplo</a:t>
            </a:r>
            <a:endParaRPr lang="en-US"/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7C6416CC-D42A-F9D0-470E-9656CD4825B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07988" y="2159779"/>
            <a:ext cx="4233853" cy="307777"/>
          </a:xfrm>
          <a:prstGeom prst="rect">
            <a:avLst/>
          </a:prstGeom>
        </p:spPr>
        <p:txBody>
          <a:bodyPr lIns="0" tIns="0" rIns="0" bIns="0"/>
          <a:lstStyle>
            <a:lvl1pPr>
              <a:defRPr lang="en-US" sz="2000" b="1" i="0" u="none" strike="noStrike" kern="1200" cap="none" dirty="0" smtClean="0">
                <a:solidFill>
                  <a:schemeClr val="tx1"/>
                </a:solidFill>
                <a:latin typeface="Versos"/>
                <a:ea typeface="+mj-ea"/>
                <a:cs typeface="+mj-cs"/>
                <a:sym typeface="Arial"/>
              </a:defRPr>
            </a:lvl1pPr>
            <a:lvl2pPr>
              <a:defRPr lang="en-US" sz="2000" b="1" i="0" u="none" strike="noStrike" kern="1200" cap="none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Versos"/>
                <a:ea typeface="+mj-ea"/>
                <a:cs typeface="+mj-cs"/>
                <a:sym typeface="Arial"/>
              </a:defRPr>
            </a:lvl2pPr>
            <a:lvl3pPr>
              <a:defRPr lang="en-US" sz="2000" b="1" i="0" u="none" strike="noStrike" kern="1200" cap="none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Versos"/>
                <a:ea typeface="+mj-ea"/>
                <a:cs typeface="+mj-cs"/>
                <a:sym typeface="Arial"/>
              </a:defRPr>
            </a:lvl3pPr>
            <a:lvl4pPr>
              <a:defRPr lang="en-US" sz="2000" b="1" i="0" u="none" strike="noStrike" kern="1200" cap="none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Versos"/>
                <a:ea typeface="+mj-ea"/>
                <a:cs typeface="+mj-cs"/>
                <a:sym typeface="Arial"/>
              </a:defRPr>
            </a:lvl4pPr>
            <a:lvl5pPr>
              <a:defRPr lang="pt-BR" sz="2000" b="1" i="0" u="none" strike="noStrike" kern="1200" cap="none" dirty="0">
                <a:solidFill>
                  <a:schemeClr val="tx1">
                    <a:lumMod val="85000"/>
                    <a:lumOff val="15000"/>
                  </a:schemeClr>
                </a:solidFill>
                <a:latin typeface="Versos"/>
                <a:ea typeface="+mj-ea"/>
                <a:cs typeface="+mj-cs"/>
                <a:sym typeface="Arial"/>
              </a:defRPr>
            </a:lvl5pPr>
          </a:lstStyle>
          <a:p>
            <a:pPr lvl="0"/>
            <a:r>
              <a:rPr lang="pt-BR" sz="2000" b="1">
                <a:solidFill>
                  <a:schemeClr val="tx1">
                    <a:lumMod val="85000"/>
                    <a:lumOff val="15000"/>
                  </a:schemeClr>
                </a:solidFill>
                <a:latin typeface="Versos"/>
              </a:rPr>
              <a:t>FIC FIM EXEMPLO</a:t>
            </a:r>
            <a:endParaRPr lang="pt-BR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5A012F14-CC53-BA2E-43A9-50DD92B9262B}"/>
              </a:ext>
            </a:extLst>
          </p:cNvPr>
          <p:cNvGrpSpPr/>
          <p:nvPr userDrawn="1"/>
        </p:nvGrpSpPr>
        <p:grpSpPr>
          <a:xfrm>
            <a:off x="407988" y="404813"/>
            <a:ext cx="7879692" cy="2916619"/>
            <a:chOff x="509383" y="279643"/>
            <a:chExt cx="12206605" cy="4518199"/>
          </a:xfrm>
        </p:grpSpPr>
        <p:sp>
          <p:nvSpPr>
            <p:cNvPr id="12" name="bg object 18">
              <a:extLst>
                <a:ext uri="{FF2B5EF4-FFF2-40B4-BE49-F238E27FC236}">
                  <a16:creationId xmlns:a16="http://schemas.microsoft.com/office/drawing/2014/main" id="{F4DE6A1B-8C6A-BB82-E709-6A2A45FA1D05}"/>
                </a:ext>
              </a:extLst>
            </p:cNvPr>
            <p:cNvSpPr/>
            <p:nvPr userDrawn="1"/>
          </p:nvSpPr>
          <p:spPr>
            <a:xfrm>
              <a:off x="509383" y="4797842"/>
              <a:ext cx="12206605" cy="0"/>
            </a:xfrm>
            <a:custGeom>
              <a:avLst/>
              <a:gdLst/>
              <a:ahLst/>
              <a:cxnLst/>
              <a:rect l="l" t="t" r="r" b="b"/>
              <a:pathLst>
                <a:path w="12206605">
                  <a:moveTo>
                    <a:pt x="0" y="0"/>
                  </a:moveTo>
                  <a:lnTo>
                    <a:pt x="12206570" y="0"/>
                  </a:lnTo>
                </a:path>
              </a:pathLst>
            </a:custGeom>
            <a:ln w="14837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bg object 19">
              <a:extLst>
                <a:ext uri="{FF2B5EF4-FFF2-40B4-BE49-F238E27FC236}">
                  <a16:creationId xmlns:a16="http://schemas.microsoft.com/office/drawing/2014/main" id="{3D7CFF59-CCAF-2434-5D7E-E1CA4FB1EB7E}"/>
                </a:ext>
              </a:extLst>
            </p:cNvPr>
            <p:cNvSpPr/>
            <p:nvPr userDrawn="1"/>
          </p:nvSpPr>
          <p:spPr>
            <a:xfrm>
              <a:off x="9171428" y="279643"/>
              <a:ext cx="0" cy="4516755"/>
            </a:xfrm>
            <a:custGeom>
              <a:avLst/>
              <a:gdLst/>
              <a:ahLst/>
              <a:cxnLst/>
              <a:rect l="l" t="t" r="r" b="b"/>
              <a:pathLst>
                <a:path h="4516755">
                  <a:moveTo>
                    <a:pt x="0" y="4516647"/>
                  </a:moveTo>
                  <a:lnTo>
                    <a:pt x="0" y="0"/>
                  </a:lnTo>
                </a:path>
              </a:pathLst>
            </a:custGeom>
            <a:ln w="14837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5219352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7">
          <p15:clr>
            <a:srgbClr val="FBAE40"/>
          </p15:clr>
        </p15:guide>
        <p15:guide id="2" pos="7423">
          <p15:clr>
            <a:srgbClr val="FBAE40"/>
          </p15:clr>
        </p15:guide>
        <p15:guide id="3" orient="horz" pos="4088">
          <p15:clr>
            <a:srgbClr val="FBAE40"/>
          </p15:clr>
        </p15:guide>
        <p15:guide id="4" orient="horz" pos="3725">
          <p15:clr>
            <a:srgbClr val="FBAE40"/>
          </p15:clr>
        </p15:guide>
        <p15:guide id="5" orient="horz" pos="255">
          <p15:clr>
            <a:srgbClr val="FBAE40"/>
          </p15:clr>
        </p15:guide>
      </p15:sldGuideLst>
    </p:ext>
  </p:extLst>
</p:sldLayout>
</file>

<file path=ppt/slideLayouts/slideLayout1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Índice - High Grade - Mais 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spaço Reservado para Número de Slide 5">
            <a:extLst>
              <a:ext uri="{FF2B5EF4-FFF2-40B4-BE49-F238E27FC236}">
                <a16:creationId xmlns:a16="http://schemas.microsoft.com/office/drawing/2014/main" id="{1C9AF77E-9895-4AC7-A1DF-EE12ACB0EE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61763" y="6482556"/>
            <a:ext cx="295275" cy="1692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defRPr sz="1100">
                <a:solidFill>
                  <a:schemeClr val="bg1"/>
                </a:solidFill>
                <a:latin typeface="Versos" panose="020B0503020204030204" pitchFamily="34" charset="0"/>
                <a:cs typeface="Versos" panose="020B0503020204030204" pitchFamily="34" charset="0"/>
              </a:defRPr>
            </a:lvl1pPr>
          </a:lstStyle>
          <a:p>
            <a:fld id="{77667D73-C69A-4DAA-9003-24A825D36FE9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050BAD04-1FFE-3E42-A1B1-BDD8FE7DA82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63" y="368300"/>
            <a:ext cx="10183813" cy="4308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err="1"/>
              <a:t>Índice</a:t>
            </a:r>
            <a:r>
              <a:rPr lang="en-US"/>
              <a:t> - </a:t>
            </a:r>
            <a:r>
              <a:rPr lang="en-US" err="1"/>
              <a:t>Padrão</a:t>
            </a:r>
            <a:endParaRPr lang="en-US"/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27D03C84-7D32-1C70-A8E9-63EA0F348C1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4963" y="6482556"/>
            <a:ext cx="10980000" cy="138499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defRPr sz="900" baseline="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900">
                <a:latin typeface="Versos Light" panose="020B0403020204030204" pitchFamily="34" charset="0"/>
              </a:defRPr>
            </a:lvl2pPr>
            <a:lvl3pPr>
              <a:defRPr sz="900">
                <a:latin typeface="Versos Light" panose="020B0403020204030204" pitchFamily="34" charset="0"/>
              </a:defRPr>
            </a:lvl3pPr>
            <a:lvl4pPr>
              <a:defRPr sz="900">
                <a:latin typeface="Versos Light" panose="020B0403020204030204" pitchFamily="34" charset="0"/>
              </a:defRPr>
            </a:lvl4pPr>
            <a:lvl5pPr>
              <a:defRPr sz="900">
                <a:latin typeface="Versos Light" panose="020B0403020204030204" pitchFamily="34" charset="0"/>
              </a:defRPr>
            </a:lvl5pPr>
          </a:lstStyle>
          <a:p>
            <a:pPr lvl="0"/>
            <a:r>
              <a:rPr lang="en-US"/>
              <a:t>Fonte:</a:t>
            </a:r>
            <a:endParaRPr lang="pt-BR"/>
          </a:p>
        </p:txBody>
      </p:sp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9D8C61F7-2206-D64F-31E1-979FA329DE0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34963" y="1268414"/>
            <a:ext cx="11522075" cy="5076824"/>
          </a:xfrm>
          <a:prstGeom prst="rect">
            <a:avLst/>
          </a:prstGeom>
        </p:spPr>
        <p:txBody>
          <a:bodyPr wrap="square" lIns="0" tIns="0" rIns="0" bIns="0" numCol="2">
            <a:noAutofit/>
          </a:bodyPr>
          <a:lstStyle>
            <a:lvl1pPr marL="36000" indent="0">
              <a:lnSpc>
                <a:spcPct val="100000"/>
              </a:lnSpc>
              <a:spcBef>
                <a:spcPts val="0"/>
              </a:spcBef>
              <a:buNone/>
              <a:defRPr sz="140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err="1"/>
              <a:t>Título</a:t>
            </a:r>
            <a:endParaRPr lang="en-US"/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err="1"/>
              <a:t>Título</a:t>
            </a:r>
            <a:endParaRPr lang="en-US"/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err="1"/>
              <a:t>Título</a:t>
            </a:r>
            <a:endParaRPr lang="en-US"/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err="1"/>
              <a:t>Título</a:t>
            </a:r>
            <a:endParaRPr lang="en-US"/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err="1"/>
              <a:t>Título</a:t>
            </a:r>
            <a:endParaRPr lang="en-US"/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err="1"/>
              <a:t>Título</a:t>
            </a:r>
            <a:endParaRPr lang="en-US"/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err="1"/>
              <a:t>Título</a:t>
            </a:r>
            <a:endParaRPr lang="en-US"/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err="1"/>
              <a:t>Título</a:t>
            </a:r>
            <a:endParaRPr lang="en-US"/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err="1"/>
              <a:t>Título</a:t>
            </a:r>
            <a:endParaRPr lang="en-US"/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err="1"/>
              <a:t>Título</a:t>
            </a:r>
            <a:endParaRPr lang="en-US"/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err="1"/>
              <a:t>Título</a:t>
            </a:r>
            <a:endParaRPr lang="en-US"/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err="1"/>
              <a:t>Título</a:t>
            </a:r>
            <a:endParaRPr lang="en-US"/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err="1"/>
              <a:t>Título</a:t>
            </a:r>
            <a:endParaRPr lang="en-US"/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err="1"/>
              <a:t>Título</a:t>
            </a:r>
            <a:endParaRPr lang="en-US"/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err="1"/>
              <a:t>Título</a:t>
            </a:r>
            <a:endParaRPr lang="en-US"/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err="1"/>
              <a:t>Título</a:t>
            </a:r>
            <a:endParaRPr lang="en-US"/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err="1"/>
              <a:t>Título</a:t>
            </a:r>
            <a:endParaRPr lang="en-US"/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err="1"/>
              <a:t>Título</a:t>
            </a:r>
            <a:endParaRPr lang="en-US"/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err="1"/>
              <a:t>Título</a:t>
            </a:r>
            <a:endParaRPr lang="en-US"/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err="1"/>
              <a:t>Título</a:t>
            </a:r>
            <a:endParaRPr lang="en-US"/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err="1"/>
              <a:t>Título</a:t>
            </a:r>
            <a:endParaRPr lang="en-US"/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err="1"/>
              <a:t>Título</a:t>
            </a:r>
            <a:endParaRPr lang="en-US"/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err="1"/>
              <a:t>Título</a:t>
            </a:r>
            <a:endParaRPr lang="en-US"/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endParaRPr lang="en-US"/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err="1"/>
              <a:t>Título</a:t>
            </a:r>
            <a:endParaRPr lang="en-US"/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err="1"/>
              <a:t>Título</a:t>
            </a:r>
            <a:endParaRPr lang="en-US"/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err="1"/>
              <a:t>Título</a:t>
            </a:r>
            <a:endParaRPr lang="en-US"/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err="1"/>
              <a:t>Título</a:t>
            </a:r>
            <a:endParaRPr lang="en-US"/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err="1"/>
              <a:t>Título</a:t>
            </a:r>
            <a:endParaRPr lang="en-US"/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err="1"/>
              <a:t>Título</a:t>
            </a:r>
            <a:endParaRPr lang="en-US"/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err="1"/>
              <a:t>Título</a:t>
            </a:r>
            <a:endParaRPr lang="en-US"/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err="1"/>
              <a:t>Título</a:t>
            </a:r>
            <a:endParaRPr lang="en-US"/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err="1"/>
              <a:t>Título</a:t>
            </a:r>
            <a:endParaRPr lang="en-US"/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err="1"/>
              <a:t>Título</a:t>
            </a:r>
            <a:endParaRPr lang="en-US"/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err="1"/>
              <a:t>Título</a:t>
            </a:r>
            <a:endParaRPr lang="en-US"/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err="1"/>
              <a:t>Título</a:t>
            </a:r>
            <a:endParaRPr lang="en-US"/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err="1"/>
              <a:t>Título</a:t>
            </a:r>
            <a:endParaRPr lang="en-US"/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err="1"/>
              <a:t>Título</a:t>
            </a:r>
            <a:endParaRPr lang="en-US"/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err="1"/>
              <a:t>Título</a:t>
            </a:r>
            <a:endParaRPr lang="en-US"/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err="1"/>
              <a:t>Título</a:t>
            </a:r>
            <a:endParaRPr lang="en-US"/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err="1"/>
              <a:t>Título</a:t>
            </a:r>
            <a:endParaRPr lang="en-US"/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err="1"/>
              <a:t>Título</a:t>
            </a:r>
            <a:endParaRPr lang="en-US"/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err="1"/>
              <a:t>Título</a:t>
            </a:r>
            <a:endParaRPr lang="en-US"/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endParaRPr lang="en-US"/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endParaRPr lang="en-US"/>
          </a:p>
          <a:p>
            <a:pPr lvl="0"/>
            <a:endParaRPr lang="en-US"/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endParaRPr lang="en-US"/>
          </a:p>
          <a:p>
            <a:pPr lvl="0"/>
            <a:endParaRPr lang="en-US"/>
          </a:p>
        </p:txBody>
      </p:sp>
      <p:sp>
        <p:nvSpPr>
          <p:cNvPr id="4" name="Picture 8">
            <a:extLst>
              <a:ext uri="{FF2B5EF4-FFF2-40B4-BE49-F238E27FC236}">
                <a16:creationId xmlns:a16="http://schemas.microsoft.com/office/drawing/2014/main" id="{A5790082-B3AF-5DC7-AEAB-0F53AA8F9D33}"/>
              </a:ext>
            </a:extLst>
          </p:cNvPr>
          <p:cNvSpPr/>
          <p:nvPr userDrawn="1"/>
        </p:nvSpPr>
        <p:spPr>
          <a:xfrm>
            <a:off x="11091186" y="377178"/>
            <a:ext cx="765852" cy="260086"/>
          </a:xfrm>
          <a:custGeom>
            <a:avLst/>
            <a:gdLst>
              <a:gd name="connsiteX0" fmla="*/ 739575 w 765852"/>
              <a:gd name="connsiteY0" fmla="*/ 143884 h 260086"/>
              <a:gd name="connsiteX1" fmla="*/ 765852 w 765852"/>
              <a:gd name="connsiteY1" fmla="*/ 83403 h 260086"/>
              <a:gd name="connsiteX2" fmla="*/ 739575 w 765852"/>
              <a:gd name="connsiteY2" fmla="*/ 22921 h 260086"/>
              <a:gd name="connsiteX3" fmla="*/ 672177 w 765852"/>
              <a:gd name="connsiteY3" fmla="*/ 0 h 260086"/>
              <a:gd name="connsiteX4" fmla="*/ 604779 w 765852"/>
              <a:gd name="connsiteY4" fmla="*/ 22921 h 260086"/>
              <a:gd name="connsiteX5" fmla="*/ 578501 w 765852"/>
              <a:gd name="connsiteY5" fmla="*/ 83403 h 260086"/>
              <a:gd name="connsiteX6" fmla="*/ 604779 w 765852"/>
              <a:gd name="connsiteY6" fmla="*/ 143884 h 260086"/>
              <a:gd name="connsiteX7" fmla="*/ 672177 w 765852"/>
              <a:gd name="connsiteY7" fmla="*/ 166805 h 260086"/>
              <a:gd name="connsiteX8" fmla="*/ 739575 w 765852"/>
              <a:gd name="connsiteY8" fmla="*/ 143884 h 260086"/>
              <a:gd name="connsiteX9" fmla="*/ 604595 w 765852"/>
              <a:gd name="connsiteY9" fmla="*/ 83403 h 260086"/>
              <a:gd name="connsiteX10" fmla="*/ 622611 w 765852"/>
              <a:gd name="connsiteY10" fmla="*/ 41871 h 260086"/>
              <a:gd name="connsiteX11" fmla="*/ 672177 w 765852"/>
              <a:gd name="connsiteY11" fmla="*/ 25719 h 260086"/>
              <a:gd name="connsiteX12" fmla="*/ 721742 w 765852"/>
              <a:gd name="connsiteY12" fmla="*/ 41871 h 260086"/>
              <a:gd name="connsiteX13" fmla="*/ 739759 w 765852"/>
              <a:gd name="connsiteY13" fmla="*/ 83403 h 260086"/>
              <a:gd name="connsiteX14" fmla="*/ 721742 w 765852"/>
              <a:gd name="connsiteY14" fmla="*/ 124934 h 260086"/>
              <a:gd name="connsiteX15" fmla="*/ 672177 w 765852"/>
              <a:gd name="connsiteY15" fmla="*/ 141077 h 260086"/>
              <a:gd name="connsiteX16" fmla="*/ 622611 w 765852"/>
              <a:gd name="connsiteY16" fmla="*/ 124934 h 260086"/>
              <a:gd name="connsiteX17" fmla="*/ 604595 w 765852"/>
              <a:gd name="connsiteY17" fmla="*/ 83403 h 260086"/>
              <a:gd name="connsiteX18" fmla="*/ 238310 w 765852"/>
              <a:gd name="connsiteY18" fmla="*/ 207181 h 260086"/>
              <a:gd name="connsiteX19" fmla="*/ 249560 w 765852"/>
              <a:gd name="connsiteY19" fmla="*/ 204081 h 260086"/>
              <a:gd name="connsiteX20" fmla="*/ 261562 w 765852"/>
              <a:gd name="connsiteY20" fmla="*/ 207713 h 260086"/>
              <a:gd name="connsiteX21" fmla="*/ 268163 w 765852"/>
              <a:gd name="connsiteY21" fmla="*/ 217812 h 260086"/>
              <a:gd name="connsiteX22" fmla="*/ 275874 w 765852"/>
              <a:gd name="connsiteY22" fmla="*/ 217812 h 260086"/>
              <a:gd name="connsiteX23" fmla="*/ 267145 w 765852"/>
              <a:gd name="connsiteY23" fmla="*/ 202568 h 260086"/>
              <a:gd name="connsiteX24" fmla="*/ 249917 w 765852"/>
              <a:gd name="connsiteY24" fmla="*/ 196982 h 260086"/>
              <a:gd name="connsiteX25" fmla="*/ 234322 w 765852"/>
              <a:gd name="connsiteY25" fmla="*/ 200926 h 260086"/>
              <a:gd name="connsiteX26" fmla="*/ 223961 w 765852"/>
              <a:gd name="connsiteY26" fmla="*/ 212052 h 260086"/>
              <a:gd name="connsiteX27" fmla="*/ 220330 w 765852"/>
              <a:gd name="connsiteY27" fmla="*/ 228534 h 260086"/>
              <a:gd name="connsiteX28" fmla="*/ 223961 w 765852"/>
              <a:gd name="connsiteY28" fmla="*/ 245062 h 260086"/>
              <a:gd name="connsiteX29" fmla="*/ 234322 w 765852"/>
              <a:gd name="connsiteY29" fmla="*/ 256142 h 260086"/>
              <a:gd name="connsiteX30" fmla="*/ 249917 w 765852"/>
              <a:gd name="connsiteY30" fmla="*/ 260086 h 260086"/>
              <a:gd name="connsiteX31" fmla="*/ 267145 w 765852"/>
              <a:gd name="connsiteY31" fmla="*/ 254501 h 260086"/>
              <a:gd name="connsiteX32" fmla="*/ 275782 w 765852"/>
              <a:gd name="connsiteY32" fmla="*/ 239256 h 260086"/>
              <a:gd name="connsiteX33" fmla="*/ 268071 w 765852"/>
              <a:gd name="connsiteY33" fmla="*/ 239256 h 260086"/>
              <a:gd name="connsiteX34" fmla="*/ 261516 w 765852"/>
              <a:gd name="connsiteY34" fmla="*/ 249401 h 260086"/>
              <a:gd name="connsiteX35" fmla="*/ 249560 w 765852"/>
              <a:gd name="connsiteY35" fmla="*/ 252987 h 260086"/>
              <a:gd name="connsiteX36" fmla="*/ 238310 w 765852"/>
              <a:gd name="connsiteY36" fmla="*/ 249887 h 260086"/>
              <a:gd name="connsiteX37" fmla="*/ 230828 w 765852"/>
              <a:gd name="connsiteY37" fmla="*/ 241201 h 260086"/>
              <a:gd name="connsiteX38" fmla="*/ 228215 w 765852"/>
              <a:gd name="connsiteY38" fmla="*/ 228525 h 260086"/>
              <a:gd name="connsiteX39" fmla="*/ 230828 w 765852"/>
              <a:gd name="connsiteY39" fmla="*/ 215812 h 260086"/>
              <a:gd name="connsiteX40" fmla="*/ 238310 w 765852"/>
              <a:gd name="connsiteY40" fmla="*/ 207172 h 260086"/>
              <a:gd name="connsiteX41" fmla="*/ 335580 w 765852"/>
              <a:gd name="connsiteY41" fmla="*/ 197523 h 260086"/>
              <a:gd name="connsiteX42" fmla="*/ 311925 w 765852"/>
              <a:gd name="connsiteY42" fmla="*/ 259554 h 260086"/>
              <a:gd name="connsiteX43" fmla="*/ 319892 w 765852"/>
              <a:gd name="connsiteY43" fmla="*/ 259554 h 260086"/>
              <a:gd name="connsiteX44" fmla="*/ 326448 w 765852"/>
              <a:gd name="connsiteY44" fmla="*/ 242806 h 260086"/>
              <a:gd name="connsiteX45" fmla="*/ 353467 w 765852"/>
              <a:gd name="connsiteY45" fmla="*/ 242806 h 260086"/>
              <a:gd name="connsiteX46" fmla="*/ 360023 w 765852"/>
              <a:gd name="connsiteY46" fmla="*/ 259554 h 260086"/>
              <a:gd name="connsiteX47" fmla="*/ 368256 w 765852"/>
              <a:gd name="connsiteY47" fmla="*/ 259554 h 260086"/>
              <a:gd name="connsiteX48" fmla="*/ 344693 w 765852"/>
              <a:gd name="connsiteY48" fmla="*/ 197523 h 260086"/>
              <a:gd name="connsiteX49" fmla="*/ 335570 w 765852"/>
              <a:gd name="connsiteY49" fmla="*/ 197523 h 260086"/>
              <a:gd name="connsiteX50" fmla="*/ 328758 w 765852"/>
              <a:gd name="connsiteY50" fmla="*/ 235808 h 260086"/>
              <a:gd name="connsiteX51" fmla="*/ 339916 w 765852"/>
              <a:gd name="connsiteY51" fmla="*/ 205943 h 260086"/>
              <a:gd name="connsiteX52" fmla="*/ 351166 w 765852"/>
              <a:gd name="connsiteY52" fmla="*/ 235808 h 260086"/>
              <a:gd name="connsiteX53" fmla="*/ 328749 w 765852"/>
              <a:gd name="connsiteY53" fmla="*/ 235808 h 260086"/>
              <a:gd name="connsiteX54" fmla="*/ 725437 w 765852"/>
              <a:gd name="connsiteY54" fmla="*/ 197523 h 260086"/>
              <a:gd name="connsiteX55" fmla="*/ 717736 w 765852"/>
              <a:gd name="connsiteY55" fmla="*/ 197523 h 260086"/>
              <a:gd name="connsiteX56" fmla="*/ 717736 w 765852"/>
              <a:gd name="connsiteY56" fmla="*/ 259554 h 260086"/>
              <a:gd name="connsiteX57" fmla="*/ 753704 w 765852"/>
              <a:gd name="connsiteY57" fmla="*/ 259554 h 260086"/>
              <a:gd name="connsiteX58" fmla="*/ 753704 w 765852"/>
              <a:gd name="connsiteY58" fmla="*/ 252464 h 260086"/>
              <a:gd name="connsiteX59" fmla="*/ 725446 w 765852"/>
              <a:gd name="connsiteY59" fmla="*/ 252464 h 260086"/>
              <a:gd name="connsiteX60" fmla="*/ 725446 w 765852"/>
              <a:gd name="connsiteY60" fmla="*/ 197523 h 260086"/>
              <a:gd name="connsiteX61" fmla="*/ 250953 w 765852"/>
              <a:gd name="connsiteY61" fmla="*/ 2119 h 260086"/>
              <a:gd name="connsiteX62" fmla="*/ 225566 w 765852"/>
              <a:gd name="connsiteY62" fmla="*/ 2119 h 260086"/>
              <a:gd name="connsiteX63" fmla="*/ 225566 w 765852"/>
              <a:gd name="connsiteY63" fmla="*/ 164677 h 260086"/>
              <a:gd name="connsiteX64" fmla="*/ 250953 w 765852"/>
              <a:gd name="connsiteY64" fmla="*/ 164677 h 260086"/>
              <a:gd name="connsiteX65" fmla="*/ 250953 w 765852"/>
              <a:gd name="connsiteY65" fmla="*/ 2119 h 260086"/>
              <a:gd name="connsiteX66" fmla="*/ 80592 w 765852"/>
              <a:gd name="connsiteY66" fmla="*/ 62692 h 260086"/>
              <a:gd name="connsiteX67" fmla="*/ 80592 w 765852"/>
              <a:gd name="connsiteY67" fmla="*/ 164687 h 260086"/>
              <a:gd name="connsiteX68" fmla="*/ 106732 w 765852"/>
              <a:gd name="connsiteY68" fmla="*/ 164687 h 260086"/>
              <a:gd name="connsiteX69" fmla="*/ 106713 w 765852"/>
              <a:gd name="connsiteY69" fmla="*/ 62692 h 260086"/>
              <a:gd name="connsiteX70" fmla="*/ 95124 w 765852"/>
              <a:gd name="connsiteY70" fmla="*/ 28700 h 260086"/>
              <a:gd name="connsiteX71" fmla="*/ 93648 w 765852"/>
              <a:gd name="connsiteY71" fmla="*/ 26792 h 260086"/>
              <a:gd name="connsiteX72" fmla="*/ 92172 w 765852"/>
              <a:gd name="connsiteY72" fmla="*/ 28700 h 260086"/>
              <a:gd name="connsiteX73" fmla="*/ 80583 w 765852"/>
              <a:gd name="connsiteY73" fmla="*/ 62692 h 260086"/>
              <a:gd name="connsiteX74" fmla="*/ 47273 w 765852"/>
              <a:gd name="connsiteY74" fmla="*/ 2119 h 260086"/>
              <a:gd name="connsiteX75" fmla="*/ 0 w 765852"/>
              <a:gd name="connsiteY75" fmla="*/ 2119 h 260086"/>
              <a:gd name="connsiteX76" fmla="*/ 0 w 765852"/>
              <a:gd name="connsiteY76" fmla="*/ 26792 h 260086"/>
              <a:gd name="connsiteX77" fmla="*/ 93648 w 765852"/>
              <a:gd name="connsiteY77" fmla="*/ 26792 h 260086"/>
              <a:gd name="connsiteX78" fmla="*/ 91328 w 765852"/>
              <a:gd name="connsiteY78" fmla="*/ 23793 h 260086"/>
              <a:gd name="connsiteX79" fmla="*/ 47273 w 765852"/>
              <a:gd name="connsiteY79" fmla="*/ 2119 h 260086"/>
              <a:gd name="connsiteX80" fmla="*/ 95968 w 765852"/>
              <a:gd name="connsiteY80" fmla="*/ 23793 h 260086"/>
              <a:gd name="connsiteX81" fmla="*/ 93648 w 765852"/>
              <a:gd name="connsiteY81" fmla="*/ 26792 h 260086"/>
              <a:gd name="connsiteX82" fmla="*/ 187296 w 765852"/>
              <a:gd name="connsiteY82" fmla="*/ 26792 h 260086"/>
              <a:gd name="connsiteX83" fmla="*/ 187296 w 765852"/>
              <a:gd name="connsiteY83" fmla="*/ 2119 h 260086"/>
              <a:gd name="connsiteX84" fmla="*/ 140023 w 765852"/>
              <a:gd name="connsiteY84" fmla="*/ 2119 h 260086"/>
              <a:gd name="connsiteX85" fmla="*/ 95958 w 765852"/>
              <a:gd name="connsiteY85" fmla="*/ 23793 h 260086"/>
              <a:gd name="connsiteX86" fmla="*/ 514844 w 765852"/>
              <a:gd name="connsiteY86" fmla="*/ 164677 h 260086"/>
              <a:gd name="connsiteX87" fmla="*/ 540232 w 765852"/>
              <a:gd name="connsiteY87" fmla="*/ 164677 h 260086"/>
              <a:gd name="connsiteX88" fmla="*/ 540232 w 765852"/>
              <a:gd name="connsiteY88" fmla="*/ 2119 h 260086"/>
              <a:gd name="connsiteX89" fmla="*/ 514844 w 765852"/>
              <a:gd name="connsiteY89" fmla="*/ 2119 h 260086"/>
              <a:gd name="connsiteX90" fmla="*/ 514844 w 765852"/>
              <a:gd name="connsiteY90" fmla="*/ 164677 h 260086"/>
              <a:gd name="connsiteX91" fmla="*/ 495205 w 765852"/>
              <a:gd name="connsiteY91" fmla="*/ 259554 h 260086"/>
              <a:gd name="connsiteX92" fmla="*/ 502915 w 765852"/>
              <a:gd name="connsiteY92" fmla="*/ 259554 h 260086"/>
              <a:gd name="connsiteX93" fmla="*/ 502915 w 765852"/>
              <a:gd name="connsiteY93" fmla="*/ 197523 h 260086"/>
              <a:gd name="connsiteX94" fmla="*/ 495205 w 765852"/>
              <a:gd name="connsiteY94" fmla="*/ 197523 h 260086"/>
              <a:gd name="connsiteX95" fmla="*/ 495205 w 765852"/>
              <a:gd name="connsiteY95" fmla="*/ 259554 h 260086"/>
              <a:gd name="connsiteX96" fmla="*/ 544816 w 765852"/>
              <a:gd name="connsiteY96" fmla="*/ 204613 h 260086"/>
              <a:gd name="connsiteX97" fmla="*/ 564923 w 765852"/>
              <a:gd name="connsiteY97" fmla="*/ 204613 h 260086"/>
              <a:gd name="connsiteX98" fmla="*/ 564923 w 765852"/>
              <a:gd name="connsiteY98" fmla="*/ 259554 h 260086"/>
              <a:gd name="connsiteX99" fmla="*/ 572633 w 765852"/>
              <a:gd name="connsiteY99" fmla="*/ 259554 h 260086"/>
              <a:gd name="connsiteX100" fmla="*/ 572633 w 765852"/>
              <a:gd name="connsiteY100" fmla="*/ 204613 h 260086"/>
              <a:gd name="connsiteX101" fmla="*/ 592740 w 765852"/>
              <a:gd name="connsiteY101" fmla="*/ 204613 h 260086"/>
              <a:gd name="connsiteX102" fmla="*/ 592740 w 765852"/>
              <a:gd name="connsiteY102" fmla="*/ 197523 h 260086"/>
              <a:gd name="connsiteX103" fmla="*/ 544816 w 765852"/>
              <a:gd name="connsiteY103" fmla="*/ 197523 h 260086"/>
              <a:gd name="connsiteX104" fmla="*/ 544816 w 765852"/>
              <a:gd name="connsiteY104" fmla="*/ 204613 h 260086"/>
              <a:gd name="connsiteX105" fmla="*/ 287389 w 765852"/>
              <a:gd name="connsiteY105" fmla="*/ 2119 h 260086"/>
              <a:gd name="connsiteX106" fmla="*/ 345234 w 765852"/>
              <a:gd name="connsiteY106" fmla="*/ 140105 h 260086"/>
              <a:gd name="connsiteX107" fmla="*/ 381413 w 765852"/>
              <a:gd name="connsiteY107" fmla="*/ 166796 h 260086"/>
              <a:gd name="connsiteX108" fmla="*/ 382899 w 765852"/>
              <a:gd name="connsiteY108" fmla="*/ 166796 h 260086"/>
              <a:gd name="connsiteX109" fmla="*/ 316692 w 765852"/>
              <a:gd name="connsiteY109" fmla="*/ 2119 h 260086"/>
              <a:gd name="connsiteX110" fmla="*/ 287389 w 765852"/>
              <a:gd name="connsiteY110" fmla="*/ 2119 h 260086"/>
              <a:gd name="connsiteX111" fmla="*/ 443549 w 765852"/>
              <a:gd name="connsiteY111" fmla="*/ 199871 h 260086"/>
              <a:gd name="connsiteX112" fmla="*/ 432739 w 765852"/>
              <a:gd name="connsiteY112" fmla="*/ 197523 h 260086"/>
              <a:gd name="connsiteX113" fmla="*/ 408910 w 765852"/>
              <a:gd name="connsiteY113" fmla="*/ 197523 h 260086"/>
              <a:gd name="connsiteX114" fmla="*/ 408910 w 765852"/>
              <a:gd name="connsiteY114" fmla="*/ 259554 h 260086"/>
              <a:gd name="connsiteX115" fmla="*/ 416621 w 765852"/>
              <a:gd name="connsiteY115" fmla="*/ 259554 h 260086"/>
              <a:gd name="connsiteX116" fmla="*/ 416621 w 765852"/>
              <a:gd name="connsiteY116" fmla="*/ 235716 h 260086"/>
              <a:gd name="connsiteX117" fmla="*/ 432748 w 765852"/>
              <a:gd name="connsiteY117" fmla="*/ 235716 h 260086"/>
              <a:gd name="connsiteX118" fmla="*/ 443512 w 765852"/>
              <a:gd name="connsiteY118" fmla="*/ 233368 h 260086"/>
              <a:gd name="connsiteX119" fmla="*/ 450728 w 765852"/>
              <a:gd name="connsiteY119" fmla="*/ 226681 h 260086"/>
              <a:gd name="connsiteX120" fmla="*/ 453295 w 765852"/>
              <a:gd name="connsiteY120" fmla="*/ 216583 h 260086"/>
              <a:gd name="connsiteX121" fmla="*/ 450774 w 765852"/>
              <a:gd name="connsiteY121" fmla="*/ 206521 h 260086"/>
              <a:gd name="connsiteX122" fmla="*/ 443558 w 765852"/>
              <a:gd name="connsiteY122" fmla="*/ 199871 h 260086"/>
              <a:gd name="connsiteX123" fmla="*/ 441779 w 765852"/>
              <a:gd name="connsiteY123" fmla="*/ 225351 h 260086"/>
              <a:gd name="connsiteX124" fmla="*/ 432033 w 765852"/>
              <a:gd name="connsiteY124" fmla="*/ 228635 h 260086"/>
              <a:gd name="connsiteX125" fmla="*/ 416621 w 765852"/>
              <a:gd name="connsiteY125" fmla="*/ 228635 h 260086"/>
              <a:gd name="connsiteX126" fmla="*/ 416621 w 765852"/>
              <a:gd name="connsiteY126" fmla="*/ 204622 h 260086"/>
              <a:gd name="connsiteX127" fmla="*/ 432125 w 765852"/>
              <a:gd name="connsiteY127" fmla="*/ 204622 h 260086"/>
              <a:gd name="connsiteX128" fmla="*/ 441825 w 765852"/>
              <a:gd name="connsiteY128" fmla="*/ 207860 h 260086"/>
              <a:gd name="connsiteX129" fmla="*/ 445410 w 765852"/>
              <a:gd name="connsiteY129" fmla="*/ 216592 h 260086"/>
              <a:gd name="connsiteX130" fmla="*/ 441779 w 765852"/>
              <a:gd name="connsiteY130" fmla="*/ 225361 h 260086"/>
              <a:gd name="connsiteX131" fmla="*/ 382889 w 765852"/>
              <a:gd name="connsiteY131" fmla="*/ 166805 h 260086"/>
              <a:gd name="connsiteX132" fmla="*/ 384375 w 765852"/>
              <a:gd name="connsiteY132" fmla="*/ 166805 h 260086"/>
              <a:gd name="connsiteX133" fmla="*/ 420554 w 765852"/>
              <a:gd name="connsiteY133" fmla="*/ 140114 h 260086"/>
              <a:gd name="connsiteX134" fmla="*/ 478399 w 765852"/>
              <a:gd name="connsiteY134" fmla="*/ 2128 h 260086"/>
              <a:gd name="connsiteX135" fmla="*/ 449096 w 765852"/>
              <a:gd name="connsiteY135" fmla="*/ 2128 h 260086"/>
              <a:gd name="connsiteX136" fmla="*/ 382889 w 765852"/>
              <a:gd name="connsiteY136" fmla="*/ 166814 h 260086"/>
              <a:gd name="connsiteX137" fmla="*/ 644368 w 765852"/>
              <a:gd name="connsiteY137" fmla="*/ 197523 h 260086"/>
              <a:gd name="connsiteX138" fmla="*/ 620714 w 765852"/>
              <a:gd name="connsiteY138" fmla="*/ 259554 h 260086"/>
              <a:gd name="connsiteX139" fmla="*/ 628690 w 765852"/>
              <a:gd name="connsiteY139" fmla="*/ 259554 h 260086"/>
              <a:gd name="connsiteX140" fmla="*/ 635246 w 765852"/>
              <a:gd name="connsiteY140" fmla="*/ 242806 h 260086"/>
              <a:gd name="connsiteX141" fmla="*/ 662266 w 765852"/>
              <a:gd name="connsiteY141" fmla="*/ 242806 h 260086"/>
              <a:gd name="connsiteX142" fmla="*/ 668821 w 765852"/>
              <a:gd name="connsiteY142" fmla="*/ 259554 h 260086"/>
              <a:gd name="connsiteX143" fmla="*/ 677055 w 765852"/>
              <a:gd name="connsiteY143" fmla="*/ 259554 h 260086"/>
              <a:gd name="connsiteX144" fmla="*/ 653491 w 765852"/>
              <a:gd name="connsiteY144" fmla="*/ 197523 h 260086"/>
              <a:gd name="connsiteX145" fmla="*/ 644368 w 765852"/>
              <a:gd name="connsiteY145" fmla="*/ 197523 h 260086"/>
              <a:gd name="connsiteX146" fmla="*/ 637547 w 765852"/>
              <a:gd name="connsiteY146" fmla="*/ 235808 h 260086"/>
              <a:gd name="connsiteX147" fmla="*/ 648705 w 765852"/>
              <a:gd name="connsiteY147" fmla="*/ 205943 h 260086"/>
              <a:gd name="connsiteX148" fmla="*/ 659955 w 765852"/>
              <a:gd name="connsiteY148" fmla="*/ 235808 h 260086"/>
              <a:gd name="connsiteX149" fmla="*/ 637538 w 765852"/>
              <a:gd name="connsiteY149" fmla="*/ 235808 h 260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</a:cxnLst>
            <a:rect l="l" t="t" r="r" b="b"/>
            <a:pathLst>
              <a:path w="765852" h="260086">
                <a:moveTo>
                  <a:pt x="739575" y="143884"/>
                </a:moveTo>
                <a:cubicBezTo>
                  <a:pt x="756519" y="128906"/>
                  <a:pt x="765852" y="107425"/>
                  <a:pt x="765852" y="83403"/>
                </a:cubicBezTo>
                <a:cubicBezTo>
                  <a:pt x="765852" y="59381"/>
                  <a:pt x="756519" y="37899"/>
                  <a:pt x="739575" y="22921"/>
                </a:cubicBezTo>
                <a:cubicBezTo>
                  <a:pt x="722613" y="7925"/>
                  <a:pt x="699307" y="0"/>
                  <a:pt x="672177" y="0"/>
                </a:cubicBezTo>
                <a:cubicBezTo>
                  <a:pt x="645047" y="0"/>
                  <a:pt x="621740" y="7925"/>
                  <a:pt x="604779" y="22921"/>
                </a:cubicBezTo>
                <a:cubicBezTo>
                  <a:pt x="587835" y="37899"/>
                  <a:pt x="578501" y="59381"/>
                  <a:pt x="578501" y="83403"/>
                </a:cubicBezTo>
                <a:cubicBezTo>
                  <a:pt x="578501" y="107425"/>
                  <a:pt x="587835" y="128906"/>
                  <a:pt x="604779" y="143884"/>
                </a:cubicBezTo>
                <a:cubicBezTo>
                  <a:pt x="621740" y="158881"/>
                  <a:pt x="645047" y="166805"/>
                  <a:pt x="672177" y="166805"/>
                </a:cubicBezTo>
                <a:cubicBezTo>
                  <a:pt x="699307" y="166805"/>
                  <a:pt x="722613" y="158881"/>
                  <a:pt x="739575" y="143884"/>
                </a:cubicBezTo>
                <a:close/>
                <a:moveTo>
                  <a:pt x="604595" y="83403"/>
                </a:moveTo>
                <a:cubicBezTo>
                  <a:pt x="604595" y="66489"/>
                  <a:pt x="610821" y="52135"/>
                  <a:pt x="622611" y="41871"/>
                </a:cubicBezTo>
                <a:cubicBezTo>
                  <a:pt x="634751" y="31305"/>
                  <a:pt x="651887" y="25719"/>
                  <a:pt x="672177" y="25719"/>
                </a:cubicBezTo>
                <a:cubicBezTo>
                  <a:pt x="692467" y="25719"/>
                  <a:pt x="709603" y="31305"/>
                  <a:pt x="721742" y="41871"/>
                </a:cubicBezTo>
                <a:cubicBezTo>
                  <a:pt x="733524" y="52126"/>
                  <a:pt x="739759" y="66489"/>
                  <a:pt x="739759" y="83403"/>
                </a:cubicBezTo>
                <a:cubicBezTo>
                  <a:pt x="739759" y="100316"/>
                  <a:pt x="733533" y="114671"/>
                  <a:pt x="721742" y="124934"/>
                </a:cubicBezTo>
                <a:cubicBezTo>
                  <a:pt x="709603" y="135501"/>
                  <a:pt x="692467" y="141077"/>
                  <a:pt x="672177" y="141077"/>
                </a:cubicBezTo>
                <a:cubicBezTo>
                  <a:pt x="651887" y="141077"/>
                  <a:pt x="634741" y="135491"/>
                  <a:pt x="622611" y="124934"/>
                </a:cubicBezTo>
                <a:cubicBezTo>
                  <a:pt x="610830" y="114671"/>
                  <a:pt x="604595" y="100316"/>
                  <a:pt x="604595" y="83403"/>
                </a:cubicBezTo>
                <a:close/>
                <a:moveTo>
                  <a:pt x="238310" y="207181"/>
                </a:moveTo>
                <a:cubicBezTo>
                  <a:pt x="241556" y="205118"/>
                  <a:pt x="245306" y="204081"/>
                  <a:pt x="249560" y="204081"/>
                </a:cubicBezTo>
                <a:cubicBezTo>
                  <a:pt x="254282" y="204081"/>
                  <a:pt x="258288" y="205292"/>
                  <a:pt x="261562" y="207713"/>
                </a:cubicBezTo>
                <a:cubicBezTo>
                  <a:pt x="264835" y="210135"/>
                  <a:pt x="267035" y="213501"/>
                  <a:pt x="268163" y="217812"/>
                </a:cubicBezTo>
                <a:lnTo>
                  <a:pt x="275874" y="217812"/>
                </a:lnTo>
                <a:cubicBezTo>
                  <a:pt x="274691" y="211373"/>
                  <a:pt x="271784" y="206292"/>
                  <a:pt x="267145" y="202568"/>
                </a:cubicBezTo>
                <a:cubicBezTo>
                  <a:pt x="262506" y="198844"/>
                  <a:pt x="256766" y="196982"/>
                  <a:pt x="249917" y="196982"/>
                </a:cubicBezTo>
                <a:cubicBezTo>
                  <a:pt x="244013" y="196982"/>
                  <a:pt x="238814" y="198293"/>
                  <a:pt x="234322" y="200926"/>
                </a:cubicBezTo>
                <a:cubicBezTo>
                  <a:pt x="229838" y="203558"/>
                  <a:pt x="226382" y="207264"/>
                  <a:pt x="223961" y="212052"/>
                </a:cubicBezTo>
                <a:cubicBezTo>
                  <a:pt x="221541" y="216840"/>
                  <a:pt x="220330" y="222334"/>
                  <a:pt x="220330" y="228534"/>
                </a:cubicBezTo>
                <a:cubicBezTo>
                  <a:pt x="220330" y="234734"/>
                  <a:pt x="221541" y="240302"/>
                  <a:pt x="223961" y="245062"/>
                </a:cubicBezTo>
                <a:cubicBezTo>
                  <a:pt x="226382" y="249823"/>
                  <a:pt x="229838" y="253510"/>
                  <a:pt x="234322" y="256142"/>
                </a:cubicBezTo>
                <a:cubicBezTo>
                  <a:pt x="238805" y="258775"/>
                  <a:pt x="244004" y="260086"/>
                  <a:pt x="249917" y="260086"/>
                </a:cubicBezTo>
                <a:cubicBezTo>
                  <a:pt x="256831" y="260086"/>
                  <a:pt x="262570" y="258224"/>
                  <a:pt x="267145" y="254501"/>
                </a:cubicBezTo>
                <a:cubicBezTo>
                  <a:pt x="271720" y="250777"/>
                  <a:pt x="274599" y="245695"/>
                  <a:pt x="275782" y="239256"/>
                </a:cubicBezTo>
                <a:lnTo>
                  <a:pt x="268071" y="239256"/>
                </a:lnTo>
                <a:cubicBezTo>
                  <a:pt x="266888" y="243631"/>
                  <a:pt x="264706" y="247007"/>
                  <a:pt x="261516" y="249401"/>
                </a:cubicBezTo>
                <a:cubicBezTo>
                  <a:pt x="258325" y="251795"/>
                  <a:pt x="254337" y="252987"/>
                  <a:pt x="249560" y="252987"/>
                </a:cubicBezTo>
                <a:cubicBezTo>
                  <a:pt x="245306" y="252987"/>
                  <a:pt x="241556" y="251951"/>
                  <a:pt x="238310" y="249887"/>
                </a:cubicBezTo>
                <a:cubicBezTo>
                  <a:pt x="235064" y="247823"/>
                  <a:pt x="232561" y="244925"/>
                  <a:pt x="230828" y="241201"/>
                </a:cubicBezTo>
                <a:cubicBezTo>
                  <a:pt x="229086" y="237477"/>
                  <a:pt x="228215" y="233258"/>
                  <a:pt x="228215" y="228525"/>
                </a:cubicBezTo>
                <a:cubicBezTo>
                  <a:pt x="228215" y="223792"/>
                  <a:pt x="229086" y="219499"/>
                  <a:pt x="230828" y="215812"/>
                </a:cubicBezTo>
                <a:cubicBezTo>
                  <a:pt x="232570" y="212125"/>
                  <a:pt x="235064" y="209245"/>
                  <a:pt x="238310" y="207172"/>
                </a:cubicBezTo>
                <a:close/>
                <a:moveTo>
                  <a:pt x="335580" y="197523"/>
                </a:moveTo>
                <a:lnTo>
                  <a:pt x="311925" y="259554"/>
                </a:lnTo>
                <a:lnTo>
                  <a:pt x="319892" y="259554"/>
                </a:lnTo>
                <a:lnTo>
                  <a:pt x="326448" y="242806"/>
                </a:lnTo>
                <a:lnTo>
                  <a:pt x="353467" y="242806"/>
                </a:lnTo>
                <a:lnTo>
                  <a:pt x="360023" y="259554"/>
                </a:lnTo>
                <a:lnTo>
                  <a:pt x="368256" y="259554"/>
                </a:lnTo>
                <a:lnTo>
                  <a:pt x="344693" y="197523"/>
                </a:lnTo>
                <a:lnTo>
                  <a:pt x="335570" y="197523"/>
                </a:lnTo>
                <a:close/>
                <a:moveTo>
                  <a:pt x="328758" y="235808"/>
                </a:moveTo>
                <a:lnTo>
                  <a:pt x="339916" y="205943"/>
                </a:lnTo>
                <a:lnTo>
                  <a:pt x="351166" y="235808"/>
                </a:lnTo>
                <a:lnTo>
                  <a:pt x="328749" y="235808"/>
                </a:lnTo>
                <a:close/>
                <a:moveTo>
                  <a:pt x="725437" y="197523"/>
                </a:moveTo>
                <a:lnTo>
                  <a:pt x="717736" y="197523"/>
                </a:lnTo>
                <a:lnTo>
                  <a:pt x="717736" y="259554"/>
                </a:lnTo>
                <a:lnTo>
                  <a:pt x="753704" y="259554"/>
                </a:lnTo>
                <a:lnTo>
                  <a:pt x="753704" y="252464"/>
                </a:lnTo>
                <a:lnTo>
                  <a:pt x="725446" y="252464"/>
                </a:lnTo>
                <a:lnTo>
                  <a:pt x="725446" y="197523"/>
                </a:lnTo>
                <a:close/>
                <a:moveTo>
                  <a:pt x="250953" y="2119"/>
                </a:moveTo>
                <a:lnTo>
                  <a:pt x="225566" y="2119"/>
                </a:lnTo>
                <a:lnTo>
                  <a:pt x="225566" y="164677"/>
                </a:lnTo>
                <a:lnTo>
                  <a:pt x="250953" y="164677"/>
                </a:lnTo>
                <a:lnTo>
                  <a:pt x="250953" y="2119"/>
                </a:lnTo>
                <a:close/>
                <a:moveTo>
                  <a:pt x="80592" y="62692"/>
                </a:moveTo>
                <a:lnTo>
                  <a:pt x="80592" y="164687"/>
                </a:lnTo>
                <a:cubicBezTo>
                  <a:pt x="80592" y="164687"/>
                  <a:pt x="106732" y="164687"/>
                  <a:pt x="106732" y="164687"/>
                </a:cubicBezTo>
                <a:lnTo>
                  <a:pt x="106713" y="62692"/>
                </a:lnTo>
                <a:cubicBezTo>
                  <a:pt x="106713" y="50282"/>
                  <a:pt x="102707" y="38523"/>
                  <a:pt x="95124" y="28700"/>
                </a:cubicBezTo>
                <a:lnTo>
                  <a:pt x="93648" y="26792"/>
                </a:lnTo>
                <a:lnTo>
                  <a:pt x="92172" y="28700"/>
                </a:lnTo>
                <a:cubicBezTo>
                  <a:pt x="84589" y="38523"/>
                  <a:pt x="80583" y="50273"/>
                  <a:pt x="80583" y="62692"/>
                </a:cubicBezTo>
                <a:close/>
                <a:moveTo>
                  <a:pt x="47273" y="2119"/>
                </a:moveTo>
                <a:lnTo>
                  <a:pt x="0" y="2119"/>
                </a:lnTo>
                <a:lnTo>
                  <a:pt x="0" y="26792"/>
                </a:lnTo>
                <a:lnTo>
                  <a:pt x="93648" y="26792"/>
                </a:lnTo>
                <a:lnTo>
                  <a:pt x="91328" y="23793"/>
                </a:lnTo>
                <a:cubicBezTo>
                  <a:pt x="80693" y="10025"/>
                  <a:pt x="64629" y="2119"/>
                  <a:pt x="47273" y="2119"/>
                </a:cubicBezTo>
                <a:close/>
                <a:moveTo>
                  <a:pt x="95968" y="23793"/>
                </a:moveTo>
                <a:lnTo>
                  <a:pt x="93648" y="26792"/>
                </a:lnTo>
                <a:lnTo>
                  <a:pt x="187296" y="26792"/>
                </a:lnTo>
                <a:lnTo>
                  <a:pt x="187296" y="2119"/>
                </a:lnTo>
                <a:lnTo>
                  <a:pt x="140023" y="2119"/>
                </a:lnTo>
                <a:cubicBezTo>
                  <a:pt x="122657" y="2119"/>
                  <a:pt x="106603" y="10016"/>
                  <a:pt x="95958" y="23793"/>
                </a:cubicBezTo>
                <a:close/>
                <a:moveTo>
                  <a:pt x="514844" y="164677"/>
                </a:moveTo>
                <a:lnTo>
                  <a:pt x="540232" y="164677"/>
                </a:lnTo>
                <a:lnTo>
                  <a:pt x="540232" y="2119"/>
                </a:lnTo>
                <a:lnTo>
                  <a:pt x="514844" y="2119"/>
                </a:lnTo>
                <a:lnTo>
                  <a:pt x="514844" y="164677"/>
                </a:lnTo>
                <a:close/>
                <a:moveTo>
                  <a:pt x="495205" y="259554"/>
                </a:moveTo>
                <a:lnTo>
                  <a:pt x="502915" y="259554"/>
                </a:lnTo>
                <a:lnTo>
                  <a:pt x="502915" y="197523"/>
                </a:lnTo>
                <a:lnTo>
                  <a:pt x="495205" y="197523"/>
                </a:lnTo>
                <a:lnTo>
                  <a:pt x="495205" y="259554"/>
                </a:lnTo>
                <a:close/>
                <a:moveTo>
                  <a:pt x="544816" y="204613"/>
                </a:moveTo>
                <a:lnTo>
                  <a:pt x="564923" y="204613"/>
                </a:lnTo>
                <a:lnTo>
                  <a:pt x="564923" y="259554"/>
                </a:lnTo>
                <a:lnTo>
                  <a:pt x="572633" y="259554"/>
                </a:lnTo>
                <a:lnTo>
                  <a:pt x="572633" y="204613"/>
                </a:lnTo>
                <a:lnTo>
                  <a:pt x="592740" y="204613"/>
                </a:lnTo>
                <a:lnTo>
                  <a:pt x="592740" y="197523"/>
                </a:lnTo>
                <a:lnTo>
                  <a:pt x="544816" y="197523"/>
                </a:lnTo>
                <a:lnTo>
                  <a:pt x="544816" y="204613"/>
                </a:lnTo>
                <a:close/>
                <a:moveTo>
                  <a:pt x="287389" y="2119"/>
                </a:moveTo>
                <a:cubicBezTo>
                  <a:pt x="287389" y="2119"/>
                  <a:pt x="335680" y="117220"/>
                  <a:pt x="345234" y="140105"/>
                </a:cubicBezTo>
                <a:cubicBezTo>
                  <a:pt x="356374" y="166796"/>
                  <a:pt x="374464" y="166796"/>
                  <a:pt x="381413" y="166796"/>
                </a:cubicBezTo>
                <a:lnTo>
                  <a:pt x="382899" y="166796"/>
                </a:lnTo>
                <a:lnTo>
                  <a:pt x="316692" y="2119"/>
                </a:lnTo>
                <a:lnTo>
                  <a:pt x="287389" y="2119"/>
                </a:lnTo>
                <a:close/>
                <a:moveTo>
                  <a:pt x="443549" y="199871"/>
                </a:moveTo>
                <a:cubicBezTo>
                  <a:pt x="440413" y="198303"/>
                  <a:pt x="436819" y="197523"/>
                  <a:pt x="432739" y="197523"/>
                </a:cubicBezTo>
                <a:lnTo>
                  <a:pt x="408910" y="197523"/>
                </a:lnTo>
                <a:lnTo>
                  <a:pt x="408910" y="259554"/>
                </a:lnTo>
                <a:lnTo>
                  <a:pt x="416621" y="259554"/>
                </a:lnTo>
                <a:lnTo>
                  <a:pt x="416621" y="235716"/>
                </a:lnTo>
                <a:lnTo>
                  <a:pt x="432748" y="235716"/>
                </a:lnTo>
                <a:cubicBezTo>
                  <a:pt x="436819" y="235716"/>
                  <a:pt x="440413" y="234936"/>
                  <a:pt x="443512" y="233368"/>
                </a:cubicBezTo>
                <a:cubicBezTo>
                  <a:pt x="446611" y="231799"/>
                  <a:pt x="449013" y="229571"/>
                  <a:pt x="450728" y="226681"/>
                </a:cubicBezTo>
                <a:cubicBezTo>
                  <a:pt x="452442" y="223783"/>
                  <a:pt x="453295" y="220417"/>
                  <a:pt x="453295" y="216583"/>
                </a:cubicBezTo>
                <a:cubicBezTo>
                  <a:pt x="453295" y="212749"/>
                  <a:pt x="452452" y="209392"/>
                  <a:pt x="450774" y="206521"/>
                </a:cubicBezTo>
                <a:cubicBezTo>
                  <a:pt x="449087" y="203659"/>
                  <a:pt x="446685" y="201439"/>
                  <a:pt x="443558" y="199871"/>
                </a:cubicBezTo>
                <a:close/>
                <a:moveTo>
                  <a:pt x="441779" y="225351"/>
                </a:moveTo>
                <a:cubicBezTo>
                  <a:pt x="439359" y="227534"/>
                  <a:pt x="436113" y="228635"/>
                  <a:pt x="432033" y="228635"/>
                </a:cubicBezTo>
                <a:lnTo>
                  <a:pt x="416621" y="228635"/>
                </a:lnTo>
                <a:lnTo>
                  <a:pt x="416621" y="204622"/>
                </a:lnTo>
                <a:lnTo>
                  <a:pt x="432125" y="204622"/>
                </a:lnTo>
                <a:cubicBezTo>
                  <a:pt x="436196" y="204622"/>
                  <a:pt x="439432" y="205705"/>
                  <a:pt x="441825" y="207860"/>
                </a:cubicBezTo>
                <a:cubicBezTo>
                  <a:pt x="444218" y="210015"/>
                  <a:pt x="445410" y="212923"/>
                  <a:pt x="445410" y="216592"/>
                </a:cubicBezTo>
                <a:cubicBezTo>
                  <a:pt x="445410" y="220261"/>
                  <a:pt x="444200" y="223178"/>
                  <a:pt x="441779" y="225361"/>
                </a:cubicBezTo>
                <a:close/>
                <a:moveTo>
                  <a:pt x="382889" y="166805"/>
                </a:moveTo>
                <a:lnTo>
                  <a:pt x="384375" y="166805"/>
                </a:lnTo>
                <a:cubicBezTo>
                  <a:pt x="391334" y="166805"/>
                  <a:pt x="409423" y="166805"/>
                  <a:pt x="420554" y="140114"/>
                </a:cubicBezTo>
                <a:cubicBezTo>
                  <a:pt x="430099" y="117230"/>
                  <a:pt x="478399" y="2128"/>
                  <a:pt x="478399" y="2128"/>
                </a:cubicBezTo>
                <a:lnTo>
                  <a:pt x="449096" y="2128"/>
                </a:lnTo>
                <a:lnTo>
                  <a:pt x="382889" y="166814"/>
                </a:lnTo>
                <a:close/>
                <a:moveTo>
                  <a:pt x="644368" y="197523"/>
                </a:moveTo>
                <a:lnTo>
                  <a:pt x="620714" y="259554"/>
                </a:lnTo>
                <a:lnTo>
                  <a:pt x="628690" y="259554"/>
                </a:lnTo>
                <a:lnTo>
                  <a:pt x="635246" y="242806"/>
                </a:lnTo>
                <a:lnTo>
                  <a:pt x="662266" y="242806"/>
                </a:lnTo>
                <a:lnTo>
                  <a:pt x="668821" y="259554"/>
                </a:lnTo>
                <a:lnTo>
                  <a:pt x="677055" y="259554"/>
                </a:lnTo>
                <a:lnTo>
                  <a:pt x="653491" y="197523"/>
                </a:lnTo>
                <a:lnTo>
                  <a:pt x="644368" y="197523"/>
                </a:lnTo>
                <a:close/>
                <a:moveTo>
                  <a:pt x="637547" y="235808"/>
                </a:moveTo>
                <a:lnTo>
                  <a:pt x="648705" y="205943"/>
                </a:lnTo>
                <a:lnTo>
                  <a:pt x="659955" y="235808"/>
                </a:lnTo>
                <a:lnTo>
                  <a:pt x="637538" y="235808"/>
                </a:lnTo>
                <a:close/>
              </a:path>
            </a:pathLst>
          </a:custGeom>
          <a:solidFill>
            <a:schemeClr val="bg1"/>
          </a:solidFill>
          <a:ln w="1061" cap="flat">
            <a:noFill/>
            <a:prstDash val="solid"/>
            <a:miter/>
          </a:ln>
        </p:spPr>
        <p:txBody>
          <a:bodyPr rtlCol="0" anchor="ctr"/>
          <a:lstStyle/>
          <a:p>
            <a:endParaRPr lang="pt-BR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176183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65">
          <p15:clr>
            <a:srgbClr val="FBAE40"/>
          </p15:clr>
        </p15:guide>
        <p15:guide id="2" pos="211">
          <p15:clr>
            <a:srgbClr val="FBAE40"/>
          </p15:clr>
        </p15:guide>
        <p15:guide id="3" orient="horz" pos="3997">
          <p15:clr>
            <a:srgbClr val="FBAE40"/>
          </p15:clr>
        </p15:guide>
        <p15:guide id="4" pos="7469">
          <p15:clr>
            <a:srgbClr val="FBAE40"/>
          </p15:clr>
        </p15:guide>
        <p15:guide id="5" orient="horz" pos="232">
          <p15:clr>
            <a:srgbClr val="FBAE40"/>
          </p15:clr>
        </p15:guide>
        <p15:guide id="6" orient="horz" pos="504">
          <p15:clr>
            <a:srgbClr val="FBAE40"/>
          </p15:clr>
        </p15:guide>
        <p15:guide id="7" orient="horz" pos="799">
          <p15:clr>
            <a:srgbClr val="FBAE40"/>
          </p15:clr>
        </p15:guide>
      </p15:sldGuideLst>
    </p:ext>
  </p:extLst>
</p:sldLayout>
</file>

<file path=ppt/slideLayouts/slideLayout1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Índice - High Grade - 10 títul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Espaço Reservado para Número de Slide 5">
            <a:extLst>
              <a:ext uri="{FF2B5EF4-FFF2-40B4-BE49-F238E27FC236}">
                <a16:creationId xmlns:a16="http://schemas.microsoft.com/office/drawing/2014/main" id="{8B43B5D6-9411-2916-3463-C0BBC4CE3A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61763" y="6480822"/>
            <a:ext cx="295275" cy="1692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defRPr sz="1100">
                <a:solidFill>
                  <a:schemeClr val="bg1"/>
                </a:solidFill>
                <a:latin typeface="Versos" panose="020B0503020204030204" pitchFamily="34" charset="0"/>
                <a:cs typeface="Versos" panose="020B0503020204030204" pitchFamily="34" charset="0"/>
              </a:defRPr>
            </a:lvl1pPr>
          </a:lstStyle>
          <a:p>
            <a:fld id="{77667D73-C69A-4DAA-9003-24A825D36FE9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95" name="Text Placeholder 3">
            <a:extLst>
              <a:ext uri="{FF2B5EF4-FFF2-40B4-BE49-F238E27FC236}">
                <a16:creationId xmlns:a16="http://schemas.microsoft.com/office/drawing/2014/main" id="{1F9E0DEB-08E9-5248-44F9-9916F0925C8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63" y="368300"/>
            <a:ext cx="10183813" cy="4308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800">
                <a:solidFill>
                  <a:schemeClr val="bg1"/>
                </a:solidFill>
              </a:defRPr>
            </a:lvl1pPr>
          </a:lstStyle>
          <a:p>
            <a:pPr lvl="0"/>
            <a:r>
              <a:rPr lang="pt-BR"/>
              <a:t>Índice | Até 10 títulos</a:t>
            </a:r>
            <a:endParaRPr lang="en-US"/>
          </a:p>
        </p:txBody>
      </p:sp>
      <p:sp>
        <p:nvSpPr>
          <p:cNvPr id="96" name="Text Placeholder 10">
            <a:extLst>
              <a:ext uri="{FF2B5EF4-FFF2-40B4-BE49-F238E27FC236}">
                <a16:creationId xmlns:a16="http://schemas.microsoft.com/office/drawing/2014/main" id="{86EE135B-8461-A8E5-B808-1CCC5F3ABF3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4963" y="6482556"/>
            <a:ext cx="10980000" cy="138499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defRPr sz="900" baseline="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900">
                <a:latin typeface="Versos Light" panose="020B0403020204030204" pitchFamily="34" charset="0"/>
              </a:defRPr>
            </a:lvl2pPr>
            <a:lvl3pPr>
              <a:defRPr sz="900">
                <a:latin typeface="Versos Light" panose="020B0403020204030204" pitchFamily="34" charset="0"/>
              </a:defRPr>
            </a:lvl3pPr>
            <a:lvl4pPr>
              <a:defRPr sz="900">
                <a:latin typeface="Versos Light" panose="020B0403020204030204" pitchFamily="34" charset="0"/>
              </a:defRPr>
            </a:lvl4pPr>
            <a:lvl5pPr>
              <a:defRPr sz="900">
                <a:latin typeface="Versos Light" panose="020B0403020204030204" pitchFamily="34" charset="0"/>
              </a:defRPr>
            </a:lvl5pPr>
          </a:lstStyle>
          <a:p>
            <a:pPr lvl="0"/>
            <a:r>
              <a:rPr lang="en-US"/>
              <a:t>Fonte:</a:t>
            </a:r>
            <a:endParaRPr lang="pt-BR"/>
          </a:p>
        </p:txBody>
      </p:sp>
      <p:sp>
        <p:nvSpPr>
          <p:cNvPr id="97" name="Text Placeholder 21">
            <a:extLst>
              <a:ext uri="{FF2B5EF4-FFF2-40B4-BE49-F238E27FC236}">
                <a16:creationId xmlns:a16="http://schemas.microsoft.com/office/drawing/2014/main" id="{C68EECD8-4868-C403-065A-798C94914B2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217549" y="1340437"/>
            <a:ext cx="4304945" cy="369332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2400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1800">
                <a:latin typeface="Versos" panose="020B0503020204030204" pitchFamily="34" charset="0"/>
              </a:defRPr>
            </a:lvl2pPr>
            <a:lvl3pPr>
              <a:defRPr sz="1800">
                <a:latin typeface="Versos" panose="020B0503020204030204" pitchFamily="34" charset="0"/>
              </a:defRPr>
            </a:lvl3pPr>
            <a:lvl4pPr>
              <a:defRPr sz="1800">
                <a:latin typeface="Versos" panose="020B0503020204030204" pitchFamily="34" charset="0"/>
              </a:defRPr>
            </a:lvl4pPr>
            <a:lvl5pPr>
              <a:defRPr sz="18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 err="1"/>
              <a:t>Assunto</a:t>
            </a:r>
            <a:endParaRPr lang="pt-BR"/>
          </a:p>
        </p:txBody>
      </p:sp>
      <p:sp>
        <p:nvSpPr>
          <p:cNvPr id="98" name="Text Placeholder 21">
            <a:extLst>
              <a:ext uri="{FF2B5EF4-FFF2-40B4-BE49-F238E27FC236}">
                <a16:creationId xmlns:a16="http://schemas.microsoft.com/office/drawing/2014/main" id="{377F7479-B5E7-D307-06B9-71E3BA37F3E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217549" y="2266421"/>
            <a:ext cx="4304945" cy="369332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2400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1800">
                <a:latin typeface="Versos" panose="020B0503020204030204" pitchFamily="34" charset="0"/>
              </a:defRPr>
            </a:lvl2pPr>
            <a:lvl3pPr>
              <a:defRPr sz="1800">
                <a:latin typeface="Versos" panose="020B0503020204030204" pitchFamily="34" charset="0"/>
              </a:defRPr>
            </a:lvl3pPr>
            <a:lvl4pPr>
              <a:defRPr sz="1800">
                <a:latin typeface="Versos" panose="020B0503020204030204" pitchFamily="34" charset="0"/>
              </a:defRPr>
            </a:lvl4pPr>
            <a:lvl5pPr>
              <a:defRPr sz="18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 err="1"/>
              <a:t>Assunto</a:t>
            </a:r>
            <a:endParaRPr lang="pt-BR"/>
          </a:p>
        </p:txBody>
      </p:sp>
      <p:sp>
        <p:nvSpPr>
          <p:cNvPr id="99" name="Text Placeholder 21">
            <a:extLst>
              <a:ext uri="{FF2B5EF4-FFF2-40B4-BE49-F238E27FC236}">
                <a16:creationId xmlns:a16="http://schemas.microsoft.com/office/drawing/2014/main" id="{A9CB3A34-F081-C677-A00F-67C1873C062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217549" y="3279695"/>
            <a:ext cx="4304945" cy="369332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2400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1800">
                <a:latin typeface="Versos" panose="020B0503020204030204" pitchFamily="34" charset="0"/>
              </a:defRPr>
            </a:lvl2pPr>
            <a:lvl3pPr>
              <a:defRPr sz="1800">
                <a:latin typeface="Versos" panose="020B0503020204030204" pitchFamily="34" charset="0"/>
              </a:defRPr>
            </a:lvl3pPr>
            <a:lvl4pPr>
              <a:defRPr sz="1800">
                <a:latin typeface="Versos" panose="020B0503020204030204" pitchFamily="34" charset="0"/>
              </a:defRPr>
            </a:lvl4pPr>
            <a:lvl5pPr>
              <a:defRPr sz="18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 err="1"/>
              <a:t>Assunto</a:t>
            </a:r>
            <a:endParaRPr lang="pt-BR"/>
          </a:p>
        </p:txBody>
      </p:sp>
      <p:sp>
        <p:nvSpPr>
          <p:cNvPr id="100" name="Text Placeholder 21">
            <a:extLst>
              <a:ext uri="{FF2B5EF4-FFF2-40B4-BE49-F238E27FC236}">
                <a16:creationId xmlns:a16="http://schemas.microsoft.com/office/drawing/2014/main" id="{66627ED0-3A46-8737-6897-D3BDDB091302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217549" y="4298020"/>
            <a:ext cx="4304945" cy="369332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2400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1800">
                <a:latin typeface="Versos" panose="020B0503020204030204" pitchFamily="34" charset="0"/>
              </a:defRPr>
            </a:lvl2pPr>
            <a:lvl3pPr>
              <a:defRPr sz="1800">
                <a:latin typeface="Versos" panose="020B0503020204030204" pitchFamily="34" charset="0"/>
              </a:defRPr>
            </a:lvl3pPr>
            <a:lvl4pPr>
              <a:defRPr sz="1800">
                <a:latin typeface="Versos" panose="020B0503020204030204" pitchFamily="34" charset="0"/>
              </a:defRPr>
            </a:lvl4pPr>
            <a:lvl5pPr>
              <a:defRPr sz="18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 err="1"/>
              <a:t>Assunto</a:t>
            </a:r>
            <a:endParaRPr lang="pt-BR"/>
          </a:p>
        </p:txBody>
      </p:sp>
      <p:sp>
        <p:nvSpPr>
          <p:cNvPr id="101" name="Text Placeholder 21">
            <a:extLst>
              <a:ext uri="{FF2B5EF4-FFF2-40B4-BE49-F238E27FC236}">
                <a16:creationId xmlns:a16="http://schemas.microsoft.com/office/drawing/2014/main" id="{4A98C90D-F543-2D3A-9F32-FF02504B384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978587" y="1338594"/>
            <a:ext cx="4304945" cy="369332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2400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1800">
                <a:latin typeface="Versos" panose="020B0503020204030204" pitchFamily="34" charset="0"/>
              </a:defRPr>
            </a:lvl2pPr>
            <a:lvl3pPr>
              <a:defRPr sz="1800">
                <a:latin typeface="Versos" panose="020B0503020204030204" pitchFamily="34" charset="0"/>
              </a:defRPr>
            </a:lvl3pPr>
            <a:lvl4pPr>
              <a:defRPr sz="1800">
                <a:latin typeface="Versos" panose="020B0503020204030204" pitchFamily="34" charset="0"/>
              </a:defRPr>
            </a:lvl4pPr>
            <a:lvl5pPr>
              <a:defRPr sz="18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 err="1"/>
              <a:t>Assunto</a:t>
            </a:r>
            <a:endParaRPr lang="pt-BR"/>
          </a:p>
        </p:txBody>
      </p:sp>
      <p:sp>
        <p:nvSpPr>
          <p:cNvPr id="102" name="Text Placeholder 21">
            <a:extLst>
              <a:ext uri="{FF2B5EF4-FFF2-40B4-BE49-F238E27FC236}">
                <a16:creationId xmlns:a16="http://schemas.microsoft.com/office/drawing/2014/main" id="{02D303FD-4338-9202-3742-445CFAC544F9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978587" y="2264578"/>
            <a:ext cx="4304945" cy="369332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2400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1800">
                <a:latin typeface="Versos" panose="020B0503020204030204" pitchFamily="34" charset="0"/>
              </a:defRPr>
            </a:lvl2pPr>
            <a:lvl3pPr>
              <a:defRPr sz="1800">
                <a:latin typeface="Versos" panose="020B0503020204030204" pitchFamily="34" charset="0"/>
              </a:defRPr>
            </a:lvl3pPr>
            <a:lvl4pPr>
              <a:defRPr sz="1800">
                <a:latin typeface="Versos" panose="020B0503020204030204" pitchFamily="34" charset="0"/>
              </a:defRPr>
            </a:lvl4pPr>
            <a:lvl5pPr>
              <a:defRPr sz="18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 err="1"/>
              <a:t>Assunto</a:t>
            </a:r>
            <a:endParaRPr lang="pt-BR"/>
          </a:p>
        </p:txBody>
      </p:sp>
      <p:sp>
        <p:nvSpPr>
          <p:cNvPr id="103" name="Text Placeholder 21">
            <a:extLst>
              <a:ext uri="{FF2B5EF4-FFF2-40B4-BE49-F238E27FC236}">
                <a16:creationId xmlns:a16="http://schemas.microsoft.com/office/drawing/2014/main" id="{DAB51C54-4BA1-024C-8F1D-E61343BFAC42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978587" y="3274846"/>
            <a:ext cx="4304945" cy="369332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2400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1800">
                <a:latin typeface="Versos" panose="020B0503020204030204" pitchFamily="34" charset="0"/>
              </a:defRPr>
            </a:lvl2pPr>
            <a:lvl3pPr>
              <a:defRPr sz="1800">
                <a:latin typeface="Versos" panose="020B0503020204030204" pitchFamily="34" charset="0"/>
              </a:defRPr>
            </a:lvl3pPr>
            <a:lvl4pPr>
              <a:defRPr sz="1800">
                <a:latin typeface="Versos" panose="020B0503020204030204" pitchFamily="34" charset="0"/>
              </a:defRPr>
            </a:lvl4pPr>
            <a:lvl5pPr>
              <a:defRPr sz="18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 err="1"/>
              <a:t>Assunto</a:t>
            </a:r>
            <a:endParaRPr lang="pt-BR"/>
          </a:p>
        </p:txBody>
      </p:sp>
      <p:sp>
        <p:nvSpPr>
          <p:cNvPr id="104" name="Text Placeholder 21">
            <a:extLst>
              <a:ext uri="{FF2B5EF4-FFF2-40B4-BE49-F238E27FC236}">
                <a16:creationId xmlns:a16="http://schemas.microsoft.com/office/drawing/2014/main" id="{31C27C31-0117-4C41-7DD9-9A95AE01F9D5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978587" y="4296177"/>
            <a:ext cx="4304945" cy="369332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2400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1800">
                <a:latin typeface="Versos" panose="020B0503020204030204" pitchFamily="34" charset="0"/>
              </a:defRPr>
            </a:lvl2pPr>
            <a:lvl3pPr>
              <a:defRPr sz="1800">
                <a:latin typeface="Versos" panose="020B0503020204030204" pitchFamily="34" charset="0"/>
              </a:defRPr>
            </a:lvl3pPr>
            <a:lvl4pPr>
              <a:defRPr sz="1800">
                <a:latin typeface="Versos" panose="020B0503020204030204" pitchFamily="34" charset="0"/>
              </a:defRPr>
            </a:lvl4pPr>
            <a:lvl5pPr>
              <a:defRPr sz="18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 err="1"/>
              <a:t>Assunto</a:t>
            </a:r>
            <a:endParaRPr lang="pt-BR"/>
          </a:p>
        </p:txBody>
      </p:sp>
      <p:sp>
        <p:nvSpPr>
          <p:cNvPr id="105" name="Text Placeholder 21">
            <a:extLst>
              <a:ext uri="{FF2B5EF4-FFF2-40B4-BE49-F238E27FC236}">
                <a16:creationId xmlns:a16="http://schemas.microsoft.com/office/drawing/2014/main" id="{305C7304-230E-F6CE-A76D-99DF1E692F0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34964" y="1319509"/>
            <a:ext cx="666897" cy="492443"/>
          </a:xfrm>
          <a:prstGeom prst="rect">
            <a:avLst/>
          </a:prstGeom>
          <a:noFill/>
        </p:spPr>
        <p:txBody>
          <a:bodyPr lIns="0" tIns="0" rIns="0" bIns="0" anchor="ctr" anchorCtr="0"/>
          <a:lstStyle>
            <a:lvl1pPr algn="ctr">
              <a:defRPr sz="3200" b="1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1800">
                <a:latin typeface="Versos" panose="020B0503020204030204" pitchFamily="34" charset="0"/>
              </a:defRPr>
            </a:lvl2pPr>
            <a:lvl3pPr>
              <a:defRPr sz="1800">
                <a:latin typeface="Versos" panose="020B0503020204030204" pitchFamily="34" charset="0"/>
              </a:defRPr>
            </a:lvl3pPr>
            <a:lvl4pPr>
              <a:defRPr sz="1800">
                <a:latin typeface="Versos" panose="020B0503020204030204" pitchFamily="34" charset="0"/>
              </a:defRPr>
            </a:lvl4pPr>
            <a:lvl5pPr>
              <a:defRPr sz="18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1.</a:t>
            </a:r>
            <a:endParaRPr lang="pt-BR"/>
          </a:p>
        </p:txBody>
      </p:sp>
      <p:sp>
        <p:nvSpPr>
          <p:cNvPr id="106" name="Text Placeholder 21">
            <a:extLst>
              <a:ext uri="{FF2B5EF4-FFF2-40B4-BE49-F238E27FC236}">
                <a16:creationId xmlns:a16="http://schemas.microsoft.com/office/drawing/2014/main" id="{646BD931-2CC9-4B26-938C-C6A9327B317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34964" y="2240644"/>
            <a:ext cx="666897" cy="492443"/>
          </a:xfrm>
          <a:prstGeom prst="rect">
            <a:avLst/>
          </a:prstGeom>
        </p:spPr>
        <p:txBody>
          <a:bodyPr lIns="0" tIns="0" rIns="0" bIns="0" anchor="ctr" anchorCtr="0"/>
          <a:lstStyle>
            <a:lvl1pPr algn="ctr">
              <a:defRPr sz="3200" b="1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1800">
                <a:latin typeface="Versos" panose="020B0503020204030204" pitchFamily="34" charset="0"/>
              </a:defRPr>
            </a:lvl2pPr>
            <a:lvl3pPr>
              <a:defRPr sz="1800">
                <a:latin typeface="Versos" panose="020B0503020204030204" pitchFamily="34" charset="0"/>
              </a:defRPr>
            </a:lvl3pPr>
            <a:lvl4pPr>
              <a:defRPr sz="1800">
                <a:latin typeface="Versos" panose="020B0503020204030204" pitchFamily="34" charset="0"/>
              </a:defRPr>
            </a:lvl4pPr>
            <a:lvl5pPr>
              <a:defRPr sz="18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2.</a:t>
            </a:r>
            <a:endParaRPr lang="pt-BR"/>
          </a:p>
        </p:txBody>
      </p:sp>
      <p:sp>
        <p:nvSpPr>
          <p:cNvPr id="107" name="Text Placeholder 21">
            <a:extLst>
              <a:ext uri="{FF2B5EF4-FFF2-40B4-BE49-F238E27FC236}">
                <a16:creationId xmlns:a16="http://schemas.microsoft.com/office/drawing/2014/main" id="{7EF60F9A-51DE-3649-80E7-711C186485A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34964" y="3250912"/>
            <a:ext cx="666897" cy="492443"/>
          </a:xfrm>
          <a:prstGeom prst="rect">
            <a:avLst/>
          </a:prstGeom>
        </p:spPr>
        <p:txBody>
          <a:bodyPr lIns="0" tIns="0" rIns="0" bIns="0" anchor="ctr" anchorCtr="0"/>
          <a:lstStyle>
            <a:lvl1pPr algn="ctr">
              <a:defRPr sz="3200" b="1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1800">
                <a:latin typeface="Versos" panose="020B0503020204030204" pitchFamily="34" charset="0"/>
              </a:defRPr>
            </a:lvl2pPr>
            <a:lvl3pPr>
              <a:defRPr sz="1800">
                <a:latin typeface="Versos" panose="020B0503020204030204" pitchFamily="34" charset="0"/>
              </a:defRPr>
            </a:lvl3pPr>
            <a:lvl4pPr>
              <a:defRPr sz="1800">
                <a:latin typeface="Versos" panose="020B0503020204030204" pitchFamily="34" charset="0"/>
              </a:defRPr>
            </a:lvl4pPr>
            <a:lvl5pPr>
              <a:defRPr sz="18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3.</a:t>
            </a:r>
            <a:endParaRPr lang="pt-BR"/>
          </a:p>
        </p:txBody>
      </p:sp>
      <p:sp>
        <p:nvSpPr>
          <p:cNvPr id="108" name="Text Placeholder 21">
            <a:extLst>
              <a:ext uri="{FF2B5EF4-FFF2-40B4-BE49-F238E27FC236}">
                <a16:creationId xmlns:a16="http://schemas.microsoft.com/office/drawing/2014/main" id="{454FB385-5582-984D-3BEC-2409DCFBBEA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34964" y="4269237"/>
            <a:ext cx="666897" cy="492443"/>
          </a:xfrm>
          <a:prstGeom prst="rect">
            <a:avLst/>
          </a:prstGeom>
        </p:spPr>
        <p:txBody>
          <a:bodyPr lIns="0" tIns="0" rIns="0" bIns="0" anchor="ctr" anchorCtr="0"/>
          <a:lstStyle>
            <a:lvl1pPr algn="ctr">
              <a:defRPr sz="3200" b="1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1800">
                <a:latin typeface="Versos" panose="020B0503020204030204" pitchFamily="34" charset="0"/>
              </a:defRPr>
            </a:lvl2pPr>
            <a:lvl3pPr>
              <a:defRPr sz="1800">
                <a:latin typeface="Versos" panose="020B0503020204030204" pitchFamily="34" charset="0"/>
              </a:defRPr>
            </a:lvl3pPr>
            <a:lvl4pPr>
              <a:defRPr sz="1800">
                <a:latin typeface="Versos" panose="020B0503020204030204" pitchFamily="34" charset="0"/>
              </a:defRPr>
            </a:lvl4pPr>
            <a:lvl5pPr>
              <a:defRPr sz="18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4.</a:t>
            </a:r>
            <a:endParaRPr lang="pt-BR"/>
          </a:p>
        </p:txBody>
      </p:sp>
      <p:sp>
        <p:nvSpPr>
          <p:cNvPr id="109" name="Text Placeholder 21">
            <a:extLst>
              <a:ext uri="{FF2B5EF4-FFF2-40B4-BE49-F238E27FC236}">
                <a16:creationId xmlns:a16="http://schemas.microsoft.com/office/drawing/2014/main" id="{48AFB4A3-A713-3B36-5C4C-116B1798240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096002" y="1319509"/>
            <a:ext cx="666897" cy="492443"/>
          </a:xfrm>
          <a:prstGeom prst="rect">
            <a:avLst/>
          </a:prstGeom>
        </p:spPr>
        <p:txBody>
          <a:bodyPr lIns="0" tIns="0" rIns="0" bIns="0" anchor="ctr" anchorCtr="0"/>
          <a:lstStyle>
            <a:lvl1pPr algn="ctr">
              <a:defRPr sz="3200" b="1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1800">
                <a:latin typeface="Versos" panose="020B0503020204030204" pitchFamily="34" charset="0"/>
              </a:defRPr>
            </a:lvl2pPr>
            <a:lvl3pPr>
              <a:defRPr sz="1800">
                <a:latin typeface="Versos" panose="020B0503020204030204" pitchFamily="34" charset="0"/>
              </a:defRPr>
            </a:lvl3pPr>
            <a:lvl4pPr>
              <a:defRPr sz="1800">
                <a:latin typeface="Versos" panose="020B0503020204030204" pitchFamily="34" charset="0"/>
              </a:defRPr>
            </a:lvl4pPr>
            <a:lvl5pPr>
              <a:defRPr sz="18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6.</a:t>
            </a:r>
            <a:endParaRPr lang="pt-BR"/>
          </a:p>
        </p:txBody>
      </p:sp>
      <p:sp>
        <p:nvSpPr>
          <p:cNvPr id="110" name="Text Placeholder 21">
            <a:extLst>
              <a:ext uri="{FF2B5EF4-FFF2-40B4-BE49-F238E27FC236}">
                <a16:creationId xmlns:a16="http://schemas.microsoft.com/office/drawing/2014/main" id="{455A5A6A-C346-A345-7676-47650852DEC5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096002" y="2240644"/>
            <a:ext cx="666897" cy="492443"/>
          </a:xfrm>
          <a:prstGeom prst="rect">
            <a:avLst/>
          </a:prstGeom>
        </p:spPr>
        <p:txBody>
          <a:bodyPr lIns="0" tIns="0" rIns="0" bIns="0" anchor="ctr" anchorCtr="0"/>
          <a:lstStyle>
            <a:lvl1pPr algn="ctr">
              <a:defRPr sz="3200" b="1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1800">
                <a:latin typeface="Versos" panose="020B0503020204030204" pitchFamily="34" charset="0"/>
              </a:defRPr>
            </a:lvl2pPr>
            <a:lvl3pPr>
              <a:defRPr sz="1800">
                <a:latin typeface="Versos" panose="020B0503020204030204" pitchFamily="34" charset="0"/>
              </a:defRPr>
            </a:lvl3pPr>
            <a:lvl4pPr>
              <a:defRPr sz="1800">
                <a:latin typeface="Versos" panose="020B0503020204030204" pitchFamily="34" charset="0"/>
              </a:defRPr>
            </a:lvl4pPr>
            <a:lvl5pPr>
              <a:defRPr sz="18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7.</a:t>
            </a:r>
            <a:endParaRPr lang="pt-BR"/>
          </a:p>
        </p:txBody>
      </p:sp>
      <p:sp>
        <p:nvSpPr>
          <p:cNvPr id="111" name="Text Placeholder 21">
            <a:extLst>
              <a:ext uri="{FF2B5EF4-FFF2-40B4-BE49-F238E27FC236}">
                <a16:creationId xmlns:a16="http://schemas.microsoft.com/office/drawing/2014/main" id="{C9036724-53EE-61EA-4F36-0647670CC647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096002" y="3250912"/>
            <a:ext cx="666897" cy="492443"/>
          </a:xfrm>
          <a:prstGeom prst="rect">
            <a:avLst/>
          </a:prstGeom>
          <a:noFill/>
        </p:spPr>
        <p:txBody>
          <a:bodyPr lIns="0" tIns="0" rIns="0" bIns="0" anchor="ctr" anchorCtr="0"/>
          <a:lstStyle>
            <a:lvl1pPr algn="ctr">
              <a:defRPr sz="3200" b="1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1800">
                <a:latin typeface="Versos" panose="020B0503020204030204" pitchFamily="34" charset="0"/>
              </a:defRPr>
            </a:lvl2pPr>
            <a:lvl3pPr>
              <a:defRPr sz="1800">
                <a:latin typeface="Versos" panose="020B0503020204030204" pitchFamily="34" charset="0"/>
              </a:defRPr>
            </a:lvl3pPr>
            <a:lvl4pPr>
              <a:defRPr sz="1800">
                <a:latin typeface="Versos" panose="020B0503020204030204" pitchFamily="34" charset="0"/>
              </a:defRPr>
            </a:lvl4pPr>
            <a:lvl5pPr>
              <a:defRPr sz="18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8.</a:t>
            </a:r>
            <a:endParaRPr lang="pt-BR"/>
          </a:p>
        </p:txBody>
      </p:sp>
      <p:sp>
        <p:nvSpPr>
          <p:cNvPr id="112" name="Text Placeholder 21">
            <a:extLst>
              <a:ext uri="{FF2B5EF4-FFF2-40B4-BE49-F238E27FC236}">
                <a16:creationId xmlns:a16="http://schemas.microsoft.com/office/drawing/2014/main" id="{59FC8DE1-DA8C-E6FC-0074-C1233AE33862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096002" y="4269237"/>
            <a:ext cx="666897" cy="492443"/>
          </a:xfrm>
          <a:prstGeom prst="rect">
            <a:avLst/>
          </a:prstGeom>
        </p:spPr>
        <p:txBody>
          <a:bodyPr lIns="0" tIns="0" rIns="0" bIns="0" anchor="ctr" anchorCtr="0"/>
          <a:lstStyle>
            <a:lvl1pPr algn="ctr">
              <a:defRPr sz="3200" b="1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1800">
                <a:latin typeface="Versos" panose="020B0503020204030204" pitchFamily="34" charset="0"/>
              </a:defRPr>
            </a:lvl2pPr>
            <a:lvl3pPr>
              <a:defRPr sz="1800">
                <a:latin typeface="Versos" panose="020B0503020204030204" pitchFamily="34" charset="0"/>
              </a:defRPr>
            </a:lvl3pPr>
            <a:lvl4pPr>
              <a:defRPr sz="1800">
                <a:latin typeface="Versos" panose="020B0503020204030204" pitchFamily="34" charset="0"/>
              </a:defRPr>
            </a:lvl4pPr>
            <a:lvl5pPr>
              <a:defRPr sz="18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9.</a:t>
            </a:r>
            <a:endParaRPr lang="pt-BR"/>
          </a:p>
        </p:txBody>
      </p:sp>
      <p:sp>
        <p:nvSpPr>
          <p:cNvPr id="113" name="Text Placeholder 21">
            <a:extLst>
              <a:ext uri="{FF2B5EF4-FFF2-40B4-BE49-F238E27FC236}">
                <a16:creationId xmlns:a16="http://schemas.microsoft.com/office/drawing/2014/main" id="{CD7EC131-607A-502B-D5DB-EACD3848C447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217549" y="5311941"/>
            <a:ext cx="4304945" cy="369332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2400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1800">
                <a:latin typeface="Versos" panose="020B0503020204030204" pitchFamily="34" charset="0"/>
              </a:defRPr>
            </a:lvl2pPr>
            <a:lvl3pPr>
              <a:defRPr sz="1800">
                <a:latin typeface="Versos" panose="020B0503020204030204" pitchFamily="34" charset="0"/>
              </a:defRPr>
            </a:lvl3pPr>
            <a:lvl4pPr>
              <a:defRPr sz="1800">
                <a:latin typeface="Versos" panose="020B0503020204030204" pitchFamily="34" charset="0"/>
              </a:defRPr>
            </a:lvl4pPr>
            <a:lvl5pPr>
              <a:defRPr sz="18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 err="1"/>
              <a:t>Assunto</a:t>
            </a:r>
            <a:endParaRPr lang="pt-BR"/>
          </a:p>
        </p:txBody>
      </p:sp>
      <p:sp>
        <p:nvSpPr>
          <p:cNvPr id="114" name="Text Placeholder 21">
            <a:extLst>
              <a:ext uri="{FF2B5EF4-FFF2-40B4-BE49-F238E27FC236}">
                <a16:creationId xmlns:a16="http://schemas.microsoft.com/office/drawing/2014/main" id="{39366CD8-736E-E9F0-1631-408CE9342B7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978587" y="5310098"/>
            <a:ext cx="4304945" cy="369332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2400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1800">
                <a:latin typeface="Versos" panose="020B0503020204030204" pitchFamily="34" charset="0"/>
              </a:defRPr>
            </a:lvl2pPr>
            <a:lvl3pPr>
              <a:defRPr sz="1800">
                <a:latin typeface="Versos" panose="020B0503020204030204" pitchFamily="34" charset="0"/>
              </a:defRPr>
            </a:lvl3pPr>
            <a:lvl4pPr>
              <a:defRPr sz="1800">
                <a:latin typeface="Versos" panose="020B0503020204030204" pitchFamily="34" charset="0"/>
              </a:defRPr>
            </a:lvl4pPr>
            <a:lvl5pPr>
              <a:defRPr sz="18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 err="1"/>
              <a:t>Assunto</a:t>
            </a:r>
            <a:endParaRPr lang="pt-BR"/>
          </a:p>
        </p:txBody>
      </p:sp>
      <p:sp>
        <p:nvSpPr>
          <p:cNvPr id="115" name="Text Placeholder 21">
            <a:extLst>
              <a:ext uri="{FF2B5EF4-FFF2-40B4-BE49-F238E27FC236}">
                <a16:creationId xmlns:a16="http://schemas.microsoft.com/office/drawing/2014/main" id="{A36BD412-4DD9-0776-5A73-B5939ACF9185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334964" y="5283158"/>
            <a:ext cx="666897" cy="492443"/>
          </a:xfrm>
          <a:prstGeom prst="rect">
            <a:avLst/>
          </a:prstGeom>
        </p:spPr>
        <p:txBody>
          <a:bodyPr lIns="0" tIns="0" rIns="0" bIns="0" anchor="ctr" anchorCtr="0"/>
          <a:lstStyle>
            <a:lvl1pPr algn="ctr">
              <a:defRPr sz="3200" b="1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1800">
                <a:latin typeface="Versos" panose="020B0503020204030204" pitchFamily="34" charset="0"/>
              </a:defRPr>
            </a:lvl2pPr>
            <a:lvl3pPr>
              <a:defRPr sz="1800">
                <a:latin typeface="Versos" panose="020B0503020204030204" pitchFamily="34" charset="0"/>
              </a:defRPr>
            </a:lvl3pPr>
            <a:lvl4pPr>
              <a:defRPr sz="1800">
                <a:latin typeface="Versos" panose="020B0503020204030204" pitchFamily="34" charset="0"/>
              </a:defRPr>
            </a:lvl4pPr>
            <a:lvl5pPr>
              <a:defRPr sz="18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5.</a:t>
            </a:r>
            <a:endParaRPr lang="pt-BR"/>
          </a:p>
        </p:txBody>
      </p:sp>
      <p:sp>
        <p:nvSpPr>
          <p:cNvPr id="116" name="Text Placeholder 21">
            <a:extLst>
              <a:ext uri="{FF2B5EF4-FFF2-40B4-BE49-F238E27FC236}">
                <a16:creationId xmlns:a16="http://schemas.microsoft.com/office/drawing/2014/main" id="{0D56432C-F90B-BE78-9849-16EDFA25EDF3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6096002" y="5283158"/>
            <a:ext cx="666897" cy="492443"/>
          </a:xfrm>
          <a:prstGeom prst="rect">
            <a:avLst/>
          </a:prstGeom>
        </p:spPr>
        <p:txBody>
          <a:bodyPr lIns="0" tIns="0" rIns="0" bIns="0" anchor="ctr" anchorCtr="0"/>
          <a:lstStyle>
            <a:lvl1pPr algn="ctr">
              <a:defRPr sz="3200" b="1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1800">
                <a:latin typeface="Versos" panose="020B0503020204030204" pitchFamily="34" charset="0"/>
              </a:defRPr>
            </a:lvl2pPr>
            <a:lvl3pPr>
              <a:defRPr sz="1800">
                <a:latin typeface="Versos" panose="020B0503020204030204" pitchFamily="34" charset="0"/>
              </a:defRPr>
            </a:lvl3pPr>
            <a:lvl4pPr>
              <a:defRPr sz="1800">
                <a:latin typeface="Versos" panose="020B0503020204030204" pitchFamily="34" charset="0"/>
              </a:defRPr>
            </a:lvl4pPr>
            <a:lvl5pPr>
              <a:defRPr sz="18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10.</a:t>
            </a:r>
            <a:endParaRPr lang="pt-BR"/>
          </a:p>
        </p:txBody>
      </p:sp>
      <p:sp>
        <p:nvSpPr>
          <p:cNvPr id="3" name="Picture 8">
            <a:extLst>
              <a:ext uri="{FF2B5EF4-FFF2-40B4-BE49-F238E27FC236}">
                <a16:creationId xmlns:a16="http://schemas.microsoft.com/office/drawing/2014/main" id="{13E1FCE5-3B0A-A220-D717-0F7086E423DA}"/>
              </a:ext>
            </a:extLst>
          </p:cNvPr>
          <p:cNvSpPr/>
          <p:nvPr userDrawn="1"/>
        </p:nvSpPr>
        <p:spPr>
          <a:xfrm>
            <a:off x="11091186" y="377178"/>
            <a:ext cx="765852" cy="260086"/>
          </a:xfrm>
          <a:custGeom>
            <a:avLst/>
            <a:gdLst>
              <a:gd name="connsiteX0" fmla="*/ 739575 w 765852"/>
              <a:gd name="connsiteY0" fmla="*/ 143884 h 260086"/>
              <a:gd name="connsiteX1" fmla="*/ 765852 w 765852"/>
              <a:gd name="connsiteY1" fmla="*/ 83403 h 260086"/>
              <a:gd name="connsiteX2" fmla="*/ 739575 w 765852"/>
              <a:gd name="connsiteY2" fmla="*/ 22921 h 260086"/>
              <a:gd name="connsiteX3" fmla="*/ 672177 w 765852"/>
              <a:gd name="connsiteY3" fmla="*/ 0 h 260086"/>
              <a:gd name="connsiteX4" fmla="*/ 604779 w 765852"/>
              <a:gd name="connsiteY4" fmla="*/ 22921 h 260086"/>
              <a:gd name="connsiteX5" fmla="*/ 578501 w 765852"/>
              <a:gd name="connsiteY5" fmla="*/ 83403 h 260086"/>
              <a:gd name="connsiteX6" fmla="*/ 604779 w 765852"/>
              <a:gd name="connsiteY6" fmla="*/ 143884 h 260086"/>
              <a:gd name="connsiteX7" fmla="*/ 672177 w 765852"/>
              <a:gd name="connsiteY7" fmla="*/ 166805 h 260086"/>
              <a:gd name="connsiteX8" fmla="*/ 739575 w 765852"/>
              <a:gd name="connsiteY8" fmla="*/ 143884 h 260086"/>
              <a:gd name="connsiteX9" fmla="*/ 604595 w 765852"/>
              <a:gd name="connsiteY9" fmla="*/ 83403 h 260086"/>
              <a:gd name="connsiteX10" fmla="*/ 622611 w 765852"/>
              <a:gd name="connsiteY10" fmla="*/ 41871 h 260086"/>
              <a:gd name="connsiteX11" fmla="*/ 672177 w 765852"/>
              <a:gd name="connsiteY11" fmla="*/ 25719 h 260086"/>
              <a:gd name="connsiteX12" fmla="*/ 721742 w 765852"/>
              <a:gd name="connsiteY12" fmla="*/ 41871 h 260086"/>
              <a:gd name="connsiteX13" fmla="*/ 739759 w 765852"/>
              <a:gd name="connsiteY13" fmla="*/ 83403 h 260086"/>
              <a:gd name="connsiteX14" fmla="*/ 721742 w 765852"/>
              <a:gd name="connsiteY14" fmla="*/ 124934 h 260086"/>
              <a:gd name="connsiteX15" fmla="*/ 672177 w 765852"/>
              <a:gd name="connsiteY15" fmla="*/ 141077 h 260086"/>
              <a:gd name="connsiteX16" fmla="*/ 622611 w 765852"/>
              <a:gd name="connsiteY16" fmla="*/ 124934 h 260086"/>
              <a:gd name="connsiteX17" fmla="*/ 604595 w 765852"/>
              <a:gd name="connsiteY17" fmla="*/ 83403 h 260086"/>
              <a:gd name="connsiteX18" fmla="*/ 238310 w 765852"/>
              <a:gd name="connsiteY18" fmla="*/ 207181 h 260086"/>
              <a:gd name="connsiteX19" fmla="*/ 249560 w 765852"/>
              <a:gd name="connsiteY19" fmla="*/ 204081 h 260086"/>
              <a:gd name="connsiteX20" fmla="*/ 261562 w 765852"/>
              <a:gd name="connsiteY20" fmla="*/ 207713 h 260086"/>
              <a:gd name="connsiteX21" fmla="*/ 268163 w 765852"/>
              <a:gd name="connsiteY21" fmla="*/ 217812 h 260086"/>
              <a:gd name="connsiteX22" fmla="*/ 275874 w 765852"/>
              <a:gd name="connsiteY22" fmla="*/ 217812 h 260086"/>
              <a:gd name="connsiteX23" fmla="*/ 267145 w 765852"/>
              <a:gd name="connsiteY23" fmla="*/ 202568 h 260086"/>
              <a:gd name="connsiteX24" fmla="*/ 249917 w 765852"/>
              <a:gd name="connsiteY24" fmla="*/ 196982 h 260086"/>
              <a:gd name="connsiteX25" fmla="*/ 234322 w 765852"/>
              <a:gd name="connsiteY25" fmla="*/ 200926 h 260086"/>
              <a:gd name="connsiteX26" fmla="*/ 223961 w 765852"/>
              <a:gd name="connsiteY26" fmla="*/ 212052 h 260086"/>
              <a:gd name="connsiteX27" fmla="*/ 220330 w 765852"/>
              <a:gd name="connsiteY27" fmla="*/ 228534 h 260086"/>
              <a:gd name="connsiteX28" fmla="*/ 223961 w 765852"/>
              <a:gd name="connsiteY28" fmla="*/ 245062 h 260086"/>
              <a:gd name="connsiteX29" fmla="*/ 234322 w 765852"/>
              <a:gd name="connsiteY29" fmla="*/ 256142 h 260086"/>
              <a:gd name="connsiteX30" fmla="*/ 249917 w 765852"/>
              <a:gd name="connsiteY30" fmla="*/ 260086 h 260086"/>
              <a:gd name="connsiteX31" fmla="*/ 267145 w 765852"/>
              <a:gd name="connsiteY31" fmla="*/ 254501 h 260086"/>
              <a:gd name="connsiteX32" fmla="*/ 275782 w 765852"/>
              <a:gd name="connsiteY32" fmla="*/ 239256 h 260086"/>
              <a:gd name="connsiteX33" fmla="*/ 268071 w 765852"/>
              <a:gd name="connsiteY33" fmla="*/ 239256 h 260086"/>
              <a:gd name="connsiteX34" fmla="*/ 261516 w 765852"/>
              <a:gd name="connsiteY34" fmla="*/ 249401 h 260086"/>
              <a:gd name="connsiteX35" fmla="*/ 249560 w 765852"/>
              <a:gd name="connsiteY35" fmla="*/ 252987 h 260086"/>
              <a:gd name="connsiteX36" fmla="*/ 238310 w 765852"/>
              <a:gd name="connsiteY36" fmla="*/ 249887 h 260086"/>
              <a:gd name="connsiteX37" fmla="*/ 230828 w 765852"/>
              <a:gd name="connsiteY37" fmla="*/ 241201 h 260086"/>
              <a:gd name="connsiteX38" fmla="*/ 228215 w 765852"/>
              <a:gd name="connsiteY38" fmla="*/ 228525 h 260086"/>
              <a:gd name="connsiteX39" fmla="*/ 230828 w 765852"/>
              <a:gd name="connsiteY39" fmla="*/ 215812 h 260086"/>
              <a:gd name="connsiteX40" fmla="*/ 238310 w 765852"/>
              <a:gd name="connsiteY40" fmla="*/ 207172 h 260086"/>
              <a:gd name="connsiteX41" fmla="*/ 335580 w 765852"/>
              <a:gd name="connsiteY41" fmla="*/ 197523 h 260086"/>
              <a:gd name="connsiteX42" fmla="*/ 311925 w 765852"/>
              <a:gd name="connsiteY42" fmla="*/ 259554 h 260086"/>
              <a:gd name="connsiteX43" fmla="*/ 319892 w 765852"/>
              <a:gd name="connsiteY43" fmla="*/ 259554 h 260086"/>
              <a:gd name="connsiteX44" fmla="*/ 326448 w 765852"/>
              <a:gd name="connsiteY44" fmla="*/ 242806 h 260086"/>
              <a:gd name="connsiteX45" fmla="*/ 353467 w 765852"/>
              <a:gd name="connsiteY45" fmla="*/ 242806 h 260086"/>
              <a:gd name="connsiteX46" fmla="*/ 360023 w 765852"/>
              <a:gd name="connsiteY46" fmla="*/ 259554 h 260086"/>
              <a:gd name="connsiteX47" fmla="*/ 368256 w 765852"/>
              <a:gd name="connsiteY47" fmla="*/ 259554 h 260086"/>
              <a:gd name="connsiteX48" fmla="*/ 344693 w 765852"/>
              <a:gd name="connsiteY48" fmla="*/ 197523 h 260086"/>
              <a:gd name="connsiteX49" fmla="*/ 335570 w 765852"/>
              <a:gd name="connsiteY49" fmla="*/ 197523 h 260086"/>
              <a:gd name="connsiteX50" fmla="*/ 328758 w 765852"/>
              <a:gd name="connsiteY50" fmla="*/ 235808 h 260086"/>
              <a:gd name="connsiteX51" fmla="*/ 339916 w 765852"/>
              <a:gd name="connsiteY51" fmla="*/ 205943 h 260086"/>
              <a:gd name="connsiteX52" fmla="*/ 351166 w 765852"/>
              <a:gd name="connsiteY52" fmla="*/ 235808 h 260086"/>
              <a:gd name="connsiteX53" fmla="*/ 328749 w 765852"/>
              <a:gd name="connsiteY53" fmla="*/ 235808 h 260086"/>
              <a:gd name="connsiteX54" fmla="*/ 725437 w 765852"/>
              <a:gd name="connsiteY54" fmla="*/ 197523 h 260086"/>
              <a:gd name="connsiteX55" fmla="*/ 717736 w 765852"/>
              <a:gd name="connsiteY55" fmla="*/ 197523 h 260086"/>
              <a:gd name="connsiteX56" fmla="*/ 717736 w 765852"/>
              <a:gd name="connsiteY56" fmla="*/ 259554 h 260086"/>
              <a:gd name="connsiteX57" fmla="*/ 753704 w 765852"/>
              <a:gd name="connsiteY57" fmla="*/ 259554 h 260086"/>
              <a:gd name="connsiteX58" fmla="*/ 753704 w 765852"/>
              <a:gd name="connsiteY58" fmla="*/ 252464 h 260086"/>
              <a:gd name="connsiteX59" fmla="*/ 725446 w 765852"/>
              <a:gd name="connsiteY59" fmla="*/ 252464 h 260086"/>
              <a:gd name="connsiteX60" fmla="*/ 725446 w 765852"/>
              <a:gd name="connsiteY60" fmla="*/ 197523 h 260086"/>
              <a:gd name="connsiteX61" fmla="*/ 250953 w 765852"/>
              <a:gd name="connsiteY61" fmla="*/ 2119 h 260086"/>
              <a:gd name="connsiteX62" fmla="*/ 225566 w 765852"/>
              <a:gd name="connsiteY62" fmla="*/ 2119 h 260086"/>
              <a:gd name="connsiteX63" fmla="*/ 225566 w 765852"/>
              <a:gd name="connsiteY63" fmla="*/ 164677 h 260086"/>
              <a:gd name="connsiteX64" fmla="*/ 250953 w 765852"/>
              <a:gd name="connsiteY64" fmla="*/ 164677 h 260086"/>
              <a:gd name="connsiteX65" fmla="*/ 250953 w 765852"/>
              <a:gd name="connsiteY65" fmla="*/ 2119 h 260086"/>
              <a:gd name="connsiteX66" fmla="*/ 80592 w 765852"/>
              <a:gd name="connsiteY66" fmla="*/ 62692 h 260086"/>
              <a:gd name="connsiteX67" fmla="*/ 80592 w 765852"/>
              <a:gd name="connsiteY67" fmla="*/ 164687 h 260086"/>
              <a:gd name="connsiteX68" fmla="*/ 106732 w 765852"/>
              <a:gd name="connsiteY68" fmla="*/ 164687 h 260086"/>
              <a:gd name="connsiteX69" fmla="*/ 106713 w 765852"/>
              <a:gd name="connsiteY69" fmla="*/ 62692 h 260086"/>
              <a:gd name="connsiteX70" fmla="*/ 95124 w 765852"/>
              <a:gd name="connsiteY70" fmla="*/ 28700 h 260086"/>
              <a:gd name="connsiteX71" fmla="*/ 93648 w 765852"/>
              <a:gd name="connsiteY71" fmla="*/ 26792 h 260086"/>
              <a:gd name="connsiteX72" fmla="*/ 92172 w 765852"/>
              <a:gd name="connsiteY72" fmla="*/ 28700 h 260086"/>
              <a:gd name="connsiteX73" fmla="*/ 80583 w 765852"/>
              <a:gd name="connsiteY73" fmla="*/ 62692 h 260086"/>
              <a:gd name="connsiteX74" fmla="*/ 47273 w 765852"/>
              <a:gd name="connsiteY74" fmla="*/ 2119 h 260086"/>
              <a:gd name="connsiteX75" fmla="*/ 0 w 765852"/>
              <a:gd name="connsiteY75" fmla="*/ 2119 h 260086"/>
              <a:gd name="connsiteX76" fmla="*/ 0 w 765852"/>
              <a:gd name="connsiteY76" fmla="*/ 26792 h 260086"/>
              <a:gd name="connsiteX77" fmla="*/ 93648 w 765852"/>
              <a:gd name="connsiteY77" fmla="*/ 26792 h 260086"/>
              <a:gd name="connsiteX78" fmla="*/ 91328 w 765852"/>
              <a:gd name="connsiteY78" fmla="*/ 23793 h 260086"/>
              <a:gd name="connsiteX79" fmla="*/ 47273 w 765852"/>
              <a:gd name="connsiteY79" fmla="*/ 2119 h 260086"/>
              <a:gd name="connsiteX80" fmla="*/ 95968 w 765852"/>
              <a:gd name="connsiteY80" fmla="*/ 23793 h 260086"/>
              <a:gd name="connsiteX81" fmla="*/ 93648 w 765852"/>
              <a:gd name="connsiteY81" fmla="*/ 26792 h 260086"/>
              <a:gd name="connsiteX82" fmla="*/ 187296 w 765852"/>
              <a:gd name="connsiteY82" fmla="*/ 26792 h 260086"/>
              <a:gd name="connsiteX83" fmla="*/ 187296 w 765852"/>
              <a:gd name="connsiteY83" fmla="*/ 2119 h 260086"/>
              <a:gd name="connsiteX84" fmla="*/ 140023 w 765852"/>
              <a:gd name="connsiteY84" fmla="*/ 2119 h 260086"/>
              <a:gd name="connsiteX85" fmla="*/ 95958 w 765852"/>
              <a:gd name="connsiteY85" fmla="*/ 23793 h 260086"/>
              <a:gd name="connsiteX86" fmla="*/ 514844 w 765852"/>
              <a:gd name="connsiteY86" fmla="*/ 164677 h 260086"/>
              <a:gd name="connsiteX87" fmla="*/ 540232 w 765852"/>
              <a:gd name="connsiteY87" fmla="*/ 164677 h 260086"/>
              <a:gd name="connsiteX88" fmla="*/ 540232 w 765852"/>
              <a:gd name="connsiteY88" fmla="*/ 2119 h 260086"/>
              <a:gd name="connsiteX89" fmla="*/ 514844 w 765852"/>
              <a:gd name="connsiteY89" fmla="*/ 2119 h 260086"/>
              <a:gd name="connsiteX90" fmla="*/ 514844 w 765852"/>
              <a:gd name="connsiteY90" fmla="*/ 164677 h 260086"/>
              <a:gd name="connsiteX91" fmla="*/ 495205 w 765852"/>
              <a:gd name="connsiteY91" fmla="*/ 259554 h 260086"/>
              <a:gd name="connsiteX92" fmla="*/ 502915 w 765852"/>
              <a:gd name="connsiteY92" fmla="*/ 259554 h 260086"/>
              <a:gd name="connsiteX93" fmla="*/ 502915 w 765852"/>
              <a:gd name="connsiteY93" fmla="*/ 197523 h 260086"/>
              <a:gd name="connsiteX94" fmla="*/ 495205 w 765852"/>
              <a:gd name="connsiteY94" fmla="*/ 197523 h 260086"/>
              <a:gd name="connsiteX95" fmla="*/ 495205 w 765852"/>
              <a:gd name="connsiteY95" fmla="*/ 259554 h 260086"/>
              <a:gd name="connsiteX96" fmla="*/ 544816 w 765852"/>
              <a:gd name="connsiteY96" fmla="*/ 204613 h 260086"/>
              <a:gd name="connsiteX97" fmla="*/ 564923 w 765852"/>
              <a:gd name="connsiteY97" fmla="*/ 204613 h 260086"/>
              <a:gd name="connsiteX98" fmla="*/ 564923 w 765852"/>
              <a:gd name="connsiteY98" fmla="*/ 259554 h 260086"/>
              <a:gd name="connsiteX99" fmla="*/ 572633 w 765852"/>
              <a:gd name="connsiteY99" fmla="*/ 259554 h 260086"/>
              <a:gd name="connsiteX100" fmla="*/ 572633 w 765852"/>
              <a:gd name="connsiteY100" fmla="*/ 204613 h 260086"/>
              <a:gd name="connsiteX101" fmla="*/ 592740 w 765852"/>
              <a:gd name="connsiteY101" fmla="*/ 204613 h 260086"/>
              <a:gd name="connsiteX102" fmla="*/ 592740 w 765852"/>
              <a:gd name="connsiteY102" fmla="*/ 197523 h 260086"/>
              <a:gd name="connsiteX103" fmla="*/ 544816 w 765852"/>
              <a:gd name="connsiteY103" fmla="*/ 197523 h 260086"/>
              <a:gd name="connsiteX104" fmla="*/ 544816 w 765852"/>
              <a:gd name="connsiteY104" fmla="*/ 204613 h 260086"/>
              <a:gd name="connsiteX105" fmla="*/ 287389 w 765852"/>
              <a:gd name="connsiteY105" fmla="*/ 2119 h 260086"/>
              <a:gd name="connsiteX106" fmla="*/ 345234 w 765852"/>
              <a:gd name="connsiteY106" fmla="*/ 140105 h 260086"/>
              <a:gd name="connsiteX107" fmla="*/ 381413 w 765852"/>
              <a:gd name="connsiteY107" fmla="*/ 166796 h 260086"/>
              <a:gd name="connsiteX108" fmla="*/ 382899 w 765852"/>
              <a:gd name="connsiteY108" fmla="*/ 166796 h 260086"/>
              <a:gd name="connsiteX109" fmla="*/ 316692 w 765852"/>
              <a:gd name="connsiteY109" fmla="*/ 2119 h 260086"/>
              <a:gd name="connsiteX110" fmla="*/ 287389 w 765852"/>
              <a:gd name="connsiteY110" fmla="*/ 2119 h 260086"/>
              <a:gd name="connsiteX111" fmla="*/ 443549 w 765852"/>
              <a:gd name="connsiteY111" fmla="*/ 199871 h 260086"/>
              <a:gd name="connsiteX112" fmla="*/ 432739 w 765852"/>
              <a:gd name="connsiteY112" fmla="*/ 197523 h 260086"/>
              <a:gd name="connsiteX113" fmla="*/ 408910 w 765852"/>
              <a:gd name="connsiteY113" fmla="*/ 197523 h 260086"/>
              <a:gd name="connsiteX114" fmla="*/ 408910 w 765852"/>
              <a:gd name="connsiteY114" fmla="*/ 259554 h 260086"/>
              <a:gd name="connsiteX115" fmla="*/ 416621 w 765852"/>
              <a:gd name="connsiteY115" fmla="*/ 259554 h 260086"/>
              <a:gd name="connsiteX116" fmla="*/ 416621 w 765852"/>
              <a:gd name="connsiteY116" fmla="*/ 235716 h 260086"/>
              <a:gd name="connsiteX117" fmla="*/ 432748 w 765852"/>
              <a:gd name="connsiteY117" fmla="*/ 235716 h 260086"/>
              <a:gd name="connsiteX118" fmla="*/ 443512 w 765852"/>
              <a:gd name="connsiteY118" fmla="*/ 233368 h 260086"/>
              <a:gd name="connsiteX119" fmla="*/ 450728 w 765852"/>
              <a:gd name="connsiteY119" fmla="*/ 226681 h 260086"/>
              <a:gd name="connsiteX120" fmla="*/ 453295 w 765852"/>
              <a:gd name="connsiteY120" fmla="*/ 216583 h 260086"/>
              <a:gd name="connsiteX121" fmla="*/ 450774 w 765852"/>
              <a:gd name="connsiteY121" fmla="*/ 206521 h 260086"/>
              <a:gd name="connsiteX122" fmla="*/ 443558 w 765852"/>
              <a:gd name="connsiteY122" fmla="*/ 199871 h 260086"/>
              <a:gd name="connsiteX123" fmla="*/ 441779 w 765852"/>
              <a:gd name="connsiteY123" fmla="*/ 225351 h 260086"/>
              <a:gd name="connsiteX124" fmla="*/ 432033 w 765852"/>
              <a:gd name="connsiteY124" fmla="*/ 228635 h 260086"/>
              <a:gd name="connsiteX125" fmla="*/ 416621 w 765852"/>
              <a:gd name="connsiteY125" fmla="*/ 228635 h 260086"/>
              <a:gd name="connsiteX126" fmla="*/ 416621 w 765852"/>
              <a:gd name="connsiteY126" fmla="*/ 204622 h 260086"/>
              <a:gd name="connsiteX127" fmla="*/ 432125 w 765852"/>
              <a:gd name="connsiteY127" fmla="*/ 204622 h 260086"/>
              <a:gd name="connsiteX128" fmla="*/ 441825 w 765852"/>
              <a:gd name="connsiteY128" fmla="*/ 207860 h 260086"/>
              <a:gd name="connsiteX129" fmla="*/ 445410 w 765852"/>
              <a:gd name="connsiteY129" fmla="*/ 216592 h 260086"/>
              <a:gd name="connsiteX130" fmla="*/ 441779 w 765852"/>
              <a:gd name="connsiteY130" fmla="*/ 225361 h 260086"/>
              <a:gd name="connsiteX131" fmla="*/ 382889 w 765852"/>
              <a:gd name="connsiteY131" fmla="*/ 166805 h 260086"/>
              <a:gd name="connsiteX132" fmla="*/ 384375 w 765852"/>
              <a:gd name="connsiteY132" fmla="*/ 166805 h 260086"/>
              <a:gd name="connsiteX133" fmla="*/ 420554 w 765852"/>
              <a:gd name="connsiteY133" fmla="*/ 140114 h 260086"/>
              <a:gd name="connsiteX134" fmla="*/ 478399 w 765852"/>
              <a:gd name="connsiteY134" fmla="*/ 2128 h 260086"/>
              <a:gd name="connsiteX135" fmla="*/ 449096 w 765852"/>
              <a:gd name="connsiteY135" fmla="*/ 2128 h 260086"/>
              <a:gd name="connsiteX136" fmla="*/ 382889 w 765852"/>
              <a:gd name="connsiteY136" fmla="*/ 166814 h 260086"/>
              <a:gd name="connsiteX137" fmla="*/ 644368 w 765852"/>
              <a:gd name="connsiteY137" fmla="*/ 197523 h 260086"/>
              <a:gd name="connsiteX138" fmla="*/ 620714 w 765852"/>
              <a:gd name="connsiteY138" fmla="*/ 259554 h 260086"/>
              <a:gd name="connsiteX139" fmla="*/ 628690 w 765852"/>
              <a:gd name="connsiteY139" fmla="*/ 259554 h 260086"/>
              <a:gd name="connsiteX140" fmla="*/ 635246 w 765852"/>
              <a:gd name="connsiteY140" fmla="*/ 242806 h 260086"/>
              <a:gd name="connsiteX141" fmla="*/ 662266 w 765852"/>
              <a:gd name="connsiteY141" fmla="*/ 242806 h 260086"/>
              <a:gd name="connsiteX142" fmla="*/ 668821 w 765852"/>
              <a:gd name="connsiteY142" fmla="*/ 259554 h 260086"/>
              <a:gd name="connsiteX143" fmla="*/ 677055 w 765852"/>
              <a:gd name="connsiteY143" fmla="*/ 259554 h 260086"/>
              <a:gd name="connsiteX144" fmla="*/ 653491 w 765852"/>
              <a:gd name="connsiteY144" fmla="*/ 197523 h 260086"/>
              <a:gd name="connsiteX145" fmla="*/ 644368 w 765852"/>
              <a:gd name="connsiteY145" fmla="*/ 197523 h 260086"/>
              <a:gd name="connsiteX146" fmla="*/ 637547 w 765852"/>
              <a:gd name="connsiteY146" fmla="*/ 235808 h 260086"/>
              <a:gd name="connsiteX147" fmla="*/ 648705 w 765852"/>
              <a:gd name="connsiteY147" fmla="*/ 205943 h 260086"/>
              <a:gd name="connsiteX148" fmla="*/ 659955 w 765852"/>
              <a:gd name="connsiteY148" fmla="*/ 235808 h 260086"/>
              <a:gd name="connsiteX149" fmla="*/ 637538 w 765852"/>
              <a:gd name="connsiteY149" fmla="*/ 235808 h 260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</a:cxnLst>
            <a:rect l="l" t="t" r="r" b="b"/>
            <a:pathLst>
              <a:path w="765852" h="260086">
                <a:moveTo>
                  <a:pt x="739575" y="143884"/>
                </a:moveTo>
                <a:cubicBezTo>
                  <a:pt x="756519" y="128906"/>
                  <a:pt x="765852" y="107425"/>
                  <a:pt x="765852" y="83403"/>
                </a:cubicBezTo>
                <a:cubicBezTo>
                  <a:pt x="765852" y="59381"/>
                  <a:pt x="756519" y="37899"/>
                  <a:pt x="739575" y="22921"/>
                </a:cubicBezTo>
                <a:cubicBezTo>
                  <a:pt x="722613" y="7925"/>
                  <a:pt x="699307" y="0"/>
                  <a:pt x="672177" y="0"/>
                </a:cubicBezTo>
                <a:cubicBezTo>
                  <a:pt x="645047" y="0"/>
                  <a:pt x="621740" y="7925"/>
                  <a:pt x="604779" y="22921"/>
                </a:cubicBezTo>
                <a:cubicBezTo>
                  <a:pt x="587835" y="37899"/>
                  <a:pt x="578501" y="59381"/>
                  <a:pt x="578501" y="83403"/>
                </a:cubicBezTo>
                <a:cubicBezTo>
                  <a:pt x="578501" y="107425"/>
                  <a:pt x="587835" y="128906"/>
                  <a:pt x="604779" y="143884"/>
                </a:cubicBezTo>
                <a:cubicBezTo>
                  <a:pt x="621740" y="158881"/>
                  <a:pt x="645047" y="166805"/>
                  <a:pt x="672177" y="166805"/>
                </a:cubicBezTo>
                <a:cubicBezTo>
                  <a:pt x="699307" y="166805"/>
                  <a:pt x="722613" y="158881"/>
                  <a:pt x="739575" y="143884"/>
                </a:cubicBezTo>
                <a:close/>
                <a:moveTo>
                  <a:pt x="604595" y="83403"/>
                </a:moveTo>
                <a:cubicBezTo>
                  <a:pt x="604595" y="66489"/>
                  <a:pt x="610821" y="52135"/>
                  <a:pt x="622611" y="41871"/>
                </a:cubicBezTo>
                <a:cubicBezTo>
                  <a:pt x="634751" y="31305"/>
                  <a:pt x="651887" y="25719"/>
                  <a:pt x="672177" y="25719"/>
                </a:cubicBezTo>
                <a:cubicBezTo>
                  <a:pt x="692467" y="25719"/>
                  <a:pt x="709603" y="31305"/>
                  <a:pt x="721742" y="41871"/>
                </a:cubicBezTo>
                <a:cubicBezTo>
                  <a:pt x="733524" y="52126"/>
                  <a:pt x="739759" y="66489"/>
                  <a:pt x="739759" y="83403"/>
                </a:cubicBezTo>
                <a:cubicBezTo>
                  <a:pt x="739759" y="100316"/>
                  <a:pt x="733533" y="114671"/>
                  <a:pt x="721742" y="124934"/>
                </a:cubicBezTo>
                <a:cubicBezTo>
                  <a:pt x="709603" y="135501"/>
                  <a:pt x="692467" y="141077"/>
                  <a:pt x="672177" y="141077"/>
                </a:cubicBezTo>
                <a:cubicBezTo>
                  <a:pt x="651887" y="141077"/>
                  <a:pt x="634741" y="135491"/>
                  <a:pt x="622611" y="124934"/>
                </a:cubicBezTo>
                <a:cubicBezTo>
                  <a:pt x="610830" y="114671"/>
                  <a:pt x="604595" y="100316"/>
                  <a:pt x="604595" y="83403"/>
                </a:cubicBezTo>
                <a:close/>
                <a:moveTo>
                  <a:pt x="238310" y="207181"/>
                </a:moveTo>
                <a:cubicBezTo>
                  <a:pt x="241556" y="205118"/>
                  <a:pt x="245306" y="204081"/>
                  <a:pt x="249560" y="204081"/>
                </a:cubicBezTo>
                <a:cubicBezTo>
                  <a:pt x="254282" y="204081"/>
                  <a:pt x="258288" y="205292"/>
                  <a:pt x="261562" y="207713"/>
                </a:cubicBezTo>
                <a:cubicBezTo>
                  <a:pt x="264835" y="210135"/>
                  <a:pt x="267035" y="213501"/>
                  <a:pt x="268163" y="217812"/>
                </a:cubicBezTo>
                <a:lnTo>
                  <a:pt x="275874" y="217812"/>
                </a:lnTo>
                <a:cubicBezTo>
                  <a:pt x="274691" y="211373"/>
                  <a:pt x="271784" y="206292"/>
                  <a:pt x="267145" y="202568"/>
                </a:cubicBezTo>
                <a:cubicBezTo>
                  <a:pt x="262506" y="198844"/>
                  <a:pt x="256766" y="196982"/>
                  <a:pt x="249917" y="196982"/>
                </a:cubicBezTo>
                <a:cubicBezTo>
                  <a:pt x="244013" y="196982"/>
                  <a:pt x="238814" y="198293"/>
                  <a:pt x="234322" y="200926"/>
                </a:cubicBezTo>
                <a:cubicBezTo>
                  <a:pt x="229838" y="203558"/>
                  <a:pt x="226382" y="207264"/>
                  <a:pt x="223961" y="212052"/>
                </a:cubicBezTo>
                <a:cubicBezTo>
                  <a:pt x="221541" y="216840"/>
                  <a:pt x="220330" y="222334"/>
                  <a:pt x="220330" y="228534"/>
                </a:cubicBezTo>
                <a:cubicBezTo>
                  <a:pt x="220330" y="234734"/>
                  <a:pt x="221541" y="240302"/>
                  <a:pt x="223961" y="245062"/>
                </a:cubicBezTo>
                <a:cubicBezTo>
                  <a:pt x="226382" y="249823"/>
                  <a:pt x="229838" y="253510"/>
                  <a:pt x="234322" y="256142"/>
                </a:cubicBezTo>
                <a:cubicBezTo>
                  <a:pt x="238805" y="258775"/>
                  <a:pt x="244004" y="260086"/>
                  <a:pt x="249917" y="260086"/>
                </a:cubicBezTo>
                <a:cubicBezTo>
                  <a:pt x="256831" y="260086"/>
                  <a:pt x="262570" y="258224"/>
                  <a:pt x="267145" y="254501"/>
                </a:cubicBezTo>
                <a:cubicBezTo>
                  <a:pt x="271720" y="250777"/>
                  <a:pt x="274599" y="245695"/>
                  <a:pt x="275782" y="239256"/>
                </a:cubicBezTo>
                <a:lnTo>
                  <a:pt x="268071" y="239256"/>
                </a:lnTo>
                <a:cubicBezTo>
                  <a:pt x="266888" y="243631"/>
                  <a:pt x="264706" y="247007"/>
                  <a:pt x="261516" y="249401"/>
                </a:cubicBezTo>
                <a:cubicBezTo>
                  <a:pt x="258325" y="251795"/>
                  <a:pt x="254337" y="252987"/>
                  <a:pt x="249560" y="252987"/>
                </a:cubicBezTo>
                <a:cubicBezTo>
                  <a:pt x="245306" y="252987"/>
                  <a:pt x="241556" y="251951"/>
                  <a:pt x="238310" y="249887"/>
                </a:cubicBezTo>
                <a:cubicBezTo>
                  <a:pt x="235064" y="247823"/>
                  <a:pt x="232561" y="244925"/>
                  <a:pt x="230828" y="241201"/>
                </a:cubicBezTo>
                <a:cubicBezTo>
                  <a:pt x="229086" y="237477"/>
                  <a:pt x="228215" y="233258"/>
                  <a:pt x="228215" y="228525"/>
                </a:cubicBezTo>
                <a:cubicBezTo>
                  <a:pt x="228215" y="223792"/>
                  <a:pt x="229086" y="219499"/>
                  <a:pt x="230828" y="215812"/>
                </a:cubicBezTo>
                <a:cubicBezTo>
                  <a:pt x="232570" y="212125"/>
                  <a:pt x="235064" y="209245"/>
                  <a:pt x="238310" y="207172"/>
                </a:cubicBezTo>
                <a:close/>
                <a:moveTo>
                  <a:pt x="335580" y="197523"/>
                </a:moveTo>
                <a:lnTo>
                  <a:pt x="311925" y="259554"/>
                </a:lnTo>
                <a:lnTo>
                  <a:pt x="319892" y="259554"/>
                </a:lnTo>
                <a:lnTo>
                  <a:pt x="326448" y="242806"/>
                </a:lnTo>
                <a:lnTo>
                  <a:pt x="353467" y="242806"/>
                </a:lnTo>
                <a:lnTo>
                  <a:pt x="360023" y="259554"/>
                </a:lnTo>
                <a:lnTo>
                  <a:pt x="368256" y="259554"/>
                </a:lnTo>
                <a:lnTo>
                  <a:pt x="344693" y="197523"/>
                </a:lnTo>
                <a:lnTo>
                  <a:pt x="335570" y="197523"/>
                </a:lnTo>
                <a:close/>
                <a:moveTo>
                  <a:pt x="328758" y="235808"/>
                </a:moveTo>
                <a:lnTo>
                  <a:pt x="339916" y="205943"/>
                </a:lnTo>
                <a:lnTo>
                  <a:pt x="351166" y="235808"/>
                </a:lnTo>
                <a:lnTo>
                  <a:pt x="328749" y="235808"/>
                </a:lnTo>
                <a:close/>
                <a:moveTo>
                  <a:pt x="725437" y="197523"/>
                </a:moveTo>
                <a:lnTo>
                  <a:pt x="717736" y="197523"/>
                </a:lnTo>
                <a:lnTo>
                  <a:pt x="717736" y="259554"/>
                </a:lnTo>
                <a:lnTo>
                  <a:pt x="753704" y="259554"/>
                </a:lnTo>
                <a:lnTo>
                  <a:pt x="753704" y="252464"/>
                </a:lnTo>
                <a:lnTo>
                  <a:pt x="725446" y="252464"/>
                </a:lnTo>
                <a:lnTo>
                  <a:pt x="725446" y="197523"/>
                </a:lnTo>
                <a:close/>
                <a:moveTo>
                  <a:pt x="250953" y="2119"/>
                </a:moveTo>
                <a:lnTo>
                  <a:pt x="225566" y="2119"/>
                </a:lnTo>
                <a:lnTo>
                  <a:pt x="225566" y="164677"/>
                </a:lnTo>
                <a:lnTo>
                  <a:pt x="250953" y="164677"/>
                </a:lnTo>
                <a:lnTo>
                  <a:pt x="250953" y="2119"/>
                </a:lnTo>
                <a:close/>
                <a:moveTo>
                  <a:pt x="80592" y="62692"/>
                </a:moveTo>
                <a:lnTo>
                  <a:pt x="80592" y="164687"/>
                </a:lnTo>
                <a:cubicBezTo>
                  <a:pt x="80592" y="164687"/>
                  <a:pt x="106732" y="164687"/>
                  <a:pt x="106732" y="164687"/>
                </a:cubicBezTo>
                <a:lnTo>
                  <a:pt x="106713" y="62692"/>
                </a:lnTo>
                <a:cubicBezTo>
                  <a:pt x="106713" y="50282"/>
                  <a:pt x="102707" y="38523"/>
                  <a:pt x="95124" y="28700"/>
                </a:cubicBezTo>
                <a:lnTo>
                  <a:pt x="93648" y="26792"/>
                </a:lnTo>
                <a:lnTo>
                  <a:pt x="92172" y="28700"/>
                </a:lnTo>
                <a:cubicBezTo>
                  <a:pt x="84589" y="38523"/>
                  <a:pt x="80583" y="50273"/>
                  <a:pt x="80583" y="62692"/>
                </a:cubicBezTo>
                <a:close/>
                <a:moveTo>
                  <a:pt x="47273" y="2119"/>
                </a:moveTo>
                <a:lnTo>
                  <a:pt x="0" y="2119"/>
                </a:lnTo>
                <a:lnTo>
                  <a:pt x="0" y="26792"/>
                </a:lnTo>
                <a:lnTo>
                  <a:pt x="93648" y="26792"/>
                </a:lnTo>
                <a:lnTo>
                  <a:pt x="91328" y="23793"/>
                </a:lnTo>
                <a:cubicBezTo>
                  <a:pt x="80693" y="10025"/>
                  <a:pt x="64629" y="2119"/>
                  <a:pt x="47273" y="2119"/>
                </a:cubicBezTo>
                <a:close/>
                <a:moveTo>
                  <a:pt x="95968" y="23793"/>
                </a:moveTo>
                <a:lnTo>
                  <a:pt x="93648" y="26792"/>
                </a:lnTo>
                <a:lnTo>
                  <a:pt x="187296" y="26792"/>
                </a:lnTo>
                <a:lnTo>
                  <a:pt x="187296" y="2119"/>
                </a:lnTo>
                <a:lnTo>
                  <a:pt x="140023" y="2119"/>
                </a:lnTo>
                <a:cubicBezTo>
                  <a:pt x="122657" y="2119"/>
                  <a:pt x="106603" y="10016"/>
                  <a:pt x="95958" y="23793"/>
                </a:cubicBezTo>
                <a:close/>
                <a:moveTo>
                  <a:pt x="514844" y="164677"/>
                </a:moveTo>
                <a:lnTo>
                  <a:pt x="540232" y="164677"/>
                </a:lnTo>
                <a:lnTo>
                  <a:pt x="540232" y="2119"/>
                </a:lnTo>
                <a:lnTo>
                  <a:pt x="514844" y="2119"/>
                </a:lnTo>
                <a:lnTo>
                  <a:pt x="514844" y="164677"/>
                </a:lnTo>
                <a:close/>
                <a:moveTo>
                  <a:pt x="495205" y="259554"/>
                </a:moveTo>
                <a:lnTo>
                  <a:pt x="502915" y="259554"/>
                </a:lnTo>
                <a:lnTo>
                  <a:pt x="502915" y="197523"/>
                </a:lnTo>
                <a:lnTo>
                  <a:pt x="495205" y="197523"/>
                </a:lnTo>
                <a:lnTo>
                  <a:pt x="495205" y="259554"/>
                </a:lnTo>
                <a:close/>
                <a:moveTo>
                  <a:pt x="544816" y="204613"/>
                </a:moveTo>
                <a:lnTo>
                  <a:pt x="564923" y="204613"/>
                </a:lnTo>
                <a:lnTo>
                  <a:pt x="564923" y="259554"/>
                </a:lnTo>
                <a:lnTo>
                  <a:pt x="572633" y="259554"/>
                </a:lnTo>
                <a:lnTo>
                  <a:pt x="572633" y="204613"/>
                </a:lnTo>
                <a:lnTo>
                  <a:pt x="592740" y="204613"/>
                </a:lnTo>
                <a:lnTo>
                  <a:pt x="592740" y="197523"/>
                </a:lnTo>
                <a:lnTo>
                  <a:pt x="544816" y="197523"/>
                </a:lnTo>
                <a:lnTo>
                  <a:pt x="544816" y="204613"/>
                </a:lnTo>
                <a:close/>
                <a:moveTo>
                  <a:pt x="287389" y="2119"/>
                </a:moveTo>
                <a:cubicBezTo>
                  <a:pt x="287389" y="2119"/>
                  <a:pt x="335680" y="117220"/>
                  <a:pt x="345234" y="140105"/>
                </a:cubicBezTo>
                <a:cubicBezTo>
                  <a:pt x="356374" y="166796"/>
                  <a:pt x="374464" y="166796"/>
                  <a:pt x="381413" y="166796"/>
                </a:cubicBezTo>
                <a:lnTo>
                  <a:pt x="382899" y="166796"/>
                </a:lnTo>
                <a:lnTo>
                  <a:pt x="316692" y="2119"/>
                </a:lnTo>
                <a:lnTo>
                  <a:pt x="287389" y="2119"/>
                </a:lnTo>
                <a:close/>
                <a:moveTo>
                  <a:pt x="443549" y="199871"/>
                </a:moveTo>
                <a:cubicBezTo>
                  <a:pt x="440413" y="198303"/>
                  <a:pt x="436819" y="197523"/>
                  <a:pt x="432739" y="197523"/>
                </a:cubicBezTo>
                <a:lnTo>
                  <a:pt x="408910" y="197523"/>
                </a:lnTo>
                <a:lnTo>
                  <a:pt x="408910" y="259554"/>
                </a:lnTo>
                <a:lnTo>
                  <a:pt x="416621" y="259554"/>
                </a:lnTo>
                <a:lnTo>
                  <a:pt x="416621" y="235716"/>
                </a:lnTo>
                <a:lnTo>
                  <a:pt x="432748" y="235716"/>
                </a:lnTo>
                <a:cubicBezTo>
                  <a:pt x="436819" y="235716"/>
                  <a:pt x="440413" y="234936"/>
                  <a:pt x="443512" y="233368"/>
                </a:cubicBezTo>
                <a:cubicBezTo>
                  <a:pt x="446611" y="231799"/>
                  <a:pt x="449013" y="229571"/>
                  <a:pt x="450728" y="226681"/>
                </a:cubicBezTo>
                <a:cubicBezTo>
                  <a:pt x="452442" y="223783"/>
                  <a:pt x="453295" y="220417"/>
                  <a:pt x="453295" y="216583"/>
                </a:cubicBezTo>
                <a:cubicBezTo>
                  <a:pt x="453295" y="212749"/>
                  <a:pt x="452452" y="209392"/>
                  <a:pt x="450774" y="206521"/>
                </a:cubicBezTo>
                <a:cubicBezTo>
                  <a:pt x="449087" y="203659"/>
                  <a:pt x="446685" y="201439"/>
                  <a:pt x="443558" y="199871"/>
                </a:cubicBezTo>
                <a:close/>
                <a:moveTo>
                  <a:pt x="441779" y="225351"/>
                </a:moveTo>
                <a:cubicBezTo>
                  <a:pt x="439359" y="227534"/>
                  <a:pt x="436113" y="228635"/>
                  <a:pt x="432033" y="228635"/>
                </a:cubicBezTo>
                <a:lnTo>
                  <a:pt x="416621" y="228635"/>
                </a:lnTo>
                <a:lnTo>
                  <a:pt x="416621" y="204622"/>
                </a:lnTo>
                <a:lnTo>
                  <a:pt x="432125" y="204622"/>
                </a:lnTo>
                <a:cubicBezTo>
                  <a:pt x="436196" y="204622"/>
                  <a:pt x="439432" y="205705"/>
                  <a:pt x="441825" y="207860"/>
                </a:cubicBezTo>
                <a:cubicBezTo>
                  <a:pt x="444218" y="210015"/>
                  <a:pt x="445410" y="212923"/>
                  <a:pt x="445410" y="216592"/>
                </a:cubicBezTo>
                <a:cubicBezTo>
                  <a:pt x="445410" y="220261"/>
                  <a:pt x="444200" y="223178"/>
                  <a:pt x="441779" y="225361"/>
                </a:cubicBezTo>
                <a:close/>
                <a:moveTo>
                  <a:pt x="382889" y="166805"/>
                </a:moveTo>
                <a:lnTo>
                  <a:pt x="384375" y="166805"/>
                </a:lnTo>
                <a:cubicBezTo>
                  <a:pt x="391334" y="166805"/>
                  <a:pt x="409423" y="166805"/>
                  <a:pt x="420554" y="140114"/>
                </a:cubicBezTo>
                <a:cubicBezTo>
                  <a:pt x="430099" y="117230"/>
                  <a:pt x="478399" y="2128"/>
                  <a:pt x="478399" y="2128"/>
                </a:cubicBezTo>
                <a:lnTo>
                  <a:pt x="449096" y="2128"/>
                </a:lnTo>
                <a:lnTo>
                  <a:pt x="382889" y="166814"/>
                </a:lnTo>
                <a:close/>
                <a:moveTo>
                  <a:pt x="644368" y="197523"/>
                </a:moveTo>
                <a:lnTo>
                  <a:pt x="620714" y="259554"/>
                </a:lnTo>
                <a:lnTo>
                  <a:pt x="628690" y="259554"/>
                </a:lnTo>
                <a:lnTo>
                  <a:pt x="635246" y="242806"/>
                </a:lnTo>
                <a:lnTo>
                  <a:pt x="662266" y="242806"/>
                </a:lnTo>
                <a:lnTo>
                  <a:pt x="668821" y="259554"/>
                </a:lnTo>
                <a:lnTo>
                  <a:pt x="677055" y="259554"/>
                </a:lnTo>
                <a:lnTo>
                  <a:pt x="653491" y="197523"/>
                </a:lnTo>
                <a:lnTo>
                  <a:pt x="644368" y="197523"/>
                </a:lnTo>
                <a:close/>
                <a:moveTo>
                  <a:pt x="637547" y="235808"/>
                </a:moveTo>
                <a:lnTo>
                  <a:pt x="648705" y="205943"/>
                </a:lnTo>
                <a:lnTo>
                  <a:pt x="659955" y="235808"/>
                </a:lnTo>
                <a:lnTo>
                  <a:pt x="637538" y="235808"/>
                </a:lnTo>
                <a:close/>
              </a:path>
            </a:pathLst>
          </a:custGeom>
          <a:solidFill>
            <a:schemeClr val="bg1"/>
          </a:solidFill>
          <a:ln w="1061" cap="flat">
            <a:noFill/>
            <a:prstDash val="solid"/>
            <a:miter/>
          </a:ln>
        </p:spPr>
        <p:txBody>
          <a:bodyPr rtlCol="0" anchor="ctr"/>
          <a:lstStyle/>
          <a:p>
            <a:endParaRPr lang="pt-BR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704433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65">
          <p15:clr>
            <a:srgbClr val="FBAE40"/>
          </p15:clr>
        </p15:guide>
        <p15:guide id="2" pos="211">
          <p15:clr>
            <a:srgbClr val="FBAE40"/>
          </p15:clr>
        </p15:guide>
        <p15:guide id="3" orient="horz" pos="3997">
          <p15:clr>
            <a:srgbClr val="FBAE40"/>
          </p15:clr>
        </p15:guide>
        <p15:guide id="4" pos="7469">
          <p15:clr>
            <a:srgbClr val="FBAE40"/>
          </p15:clr>
        </p15:guide>
        <p15:guide id="5" orient="horz" pos="232">
          <p15:clr>
            <a:srgbClr val="FBAE40"/>
          </p15:clr>
        </p15:guide>
        <p15:guide id="6" orient="horz" pos="504">
          <p15:clr>
            <a:srgbClr val="FBAE40"/>
          </p15:clr>
        </p15:guide>
        <p15:guide id="7" orient="horz" pos="799">
          <p15:clr>
            <a:srgbClr val="FBAE40"/>
          </p15:clr>
        </p15:guide>
      </p15:sldGuideLst>
    </p:ext>
  </p:extLst>
</p:sldLayout>
</file>

<file path=ppt/slideLayouts/slideLayout1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Índice - High Grade - 14 títul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Espaço Reservado para Número de Slide 5">
            <a:extLst>
              <a:ext uri="{FF2B5EF4-FFF2-40B4-BE49-F238E27FC236}">
                <a16:creationId xmlns:a16="http://schemas.microsoft.com/office/drawing/2014/main" id="{8B43B5D6-9411-2916-3463-C0BBC4CE3A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42617" y="6482556"/>
            <a:ext cx="295275" cy="1692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defRPr sz="1100">
                <a:solidFill>
                  <a:schemeClr val="bg1"/>
                </a:solidFill>
                <a:latin typeface="Versos" panose="020B0503020204030204" pitchFamily="34" charset="0"/>
                <a:cs typeface="Versos" panose="020B0503020204030204" pitchFamily="34" charset="0"/>
              </a:defRPr>
            </a:lvl1pPr>
          </a:lstStyle>
          <a:p>
            <a:fld id="{77667D73-C69A-4DAA-9003-24A825D36FE9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95" name="Text Placeholder 3">
            <a:extLst>
              <a:ext uri="{FF2B5EF4-FFF2-40B4-BE49-F238E27FC236}">
                <a16:creationId xmlns:a16="http://schemas.microsoft.com/office/drawing/2014/main" id="{1F9E0DEB-08E9-5248-44F9-9916F0925C8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63" y="368300"/>
            <a:ext cx="10183813" cy="4308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800">
                <a:solidFill>
                  <a:schemeClr val="bg1"/>
                </a:solidFill>
              </a:defRPr>
            </a:lvl1pPr>
          </a:lstStyle>
          <a:p>
            <a:pPr lvl="0"/>
            <a:r>
              <a:rPr lang="pt-BR"/>
              <a:t>Índice | Até 14 títulos</a:t>
            </a:r>
            <a:endParaRPr lang="en-US"/>
          </a:p>
        </p:txBody>
      </p:sp>
      <p:sp>
        <p:nvSpPr>
          <p:cNvPr id="96" name="Text Placeholder 10">
            <a:extLst>
              <a:ext uri="{FF2B5EF4-FFF2-40B4-BE49-F238E27FC236}">
                <a16:creationId xmlns:a16="http://schemas.microsoft.com/office/drawing/2014/main" id="{86EE135B-8461-A8E5-B808-1CCC5F3ABF3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4963" y="6482556"/>
            <a:ext cx="10980000" cy="138499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defRPr sz="900" baseline="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900">
                <a:latin typeface="Versos Light" panose="020B0403020204030204" pitchFamily="34" charset="0"/>
              </a:defRPr>
            </a:lvl2pPr>
            <a:lvl3pPr>
              <a:defRPr sz="900">
                <a:latin typeface="Versos Light" panose="020B0403020204030204" pitchFamily="34" charset="0"/>
              </a:defRPr>
            </a:lvl3pPr>
            <a:lvl4pPr>
              <a:defRPr sz="900">
                <a:latin typeface="Versos Light" panose="020B0403020204030204" pitchFamily="34" charset="0"/>
              </a:defRPr>
            </a:lvl4pPr>
            <a:lvl5pPr>
              <a:defRPr sz="900">
                <a:latin typeface="Versos Light" panose="020B0403020204030204" pitchFamily="34" charset="0"/>
              </a:defRPr>
            </a:lvl5pPr>
          </a:lstStyle>
          <a:p>
            <a:pPr lvl="0"/>
            <a:r>
              <a:rPr lang="en-US"/>
              <a:t>Fonte:</a:t>
            </a:r>
            <a:endParaRPr lang="pt-BR"/>
          </a:p>
        </p:txBody>
      </p:sp>
      <p:sp>
        <p:nvSpPr>
          <p:cNvPr id="97" name="Text Placeholder 21">
            <a:extLst>
              <a:ext uri="{FF2B5EF4-FFF2-40B4-BE49-F238E27FC236}">
                <a16:creationId xmlns:a16="http://schemas.microsoft.com/office/drawing/2014/main" id="{C68EECD8-4868-C403-065A-798C94914B2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112441" y="1294749"/>
            <a:ext cx="3633266" cy="369332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2400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1800">
                <a:latin typeface="Versos" panose="020B0503020204030204" pitchFamily="34" charset="0"/>
              </a:defRPr>
            </a:lvl2pPr>
            <a:lvl3pPr>
              <a:defRPr sz="1800">
                <a:latin typeface="Versos" panose="020B0503020204030204" pitchFamily="34" charset="0"/>
              </a:defRPr>
            </a:lvl3pPr>
            <a:lvl4pPr>
              <a:defRPr sz="1800">
                <a:latin typeface="Versos" panose="020B0503020204030204" pitchFamily="34" charset="0"/>
              </a:defRPr>
            </a:lvl4pPr>
            <a:lvl5pPr>
              <a:defRPr sz="18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 err="1"/>
              <a:t>Assunto</a:t>
            </a:r>
            <a:endParaRPr lang="pt-BR"/>
          </a:p>
        </p:txBody>
      </p:sp>
      <p:sp>
        <p:nvSpPr>
          <p:cNvPr id="98" name="Text Placeholder 21">
            <a:extLst>
              <a:ext uri="{FF2B5EF4-FFF2-40B4-BE49-F238E27FC236}">
                <a16:creationId xmlns:a16="http://schemas.microsoft.com/office/drawing/2014/main" id="{377F7479-B5E7-D307-06B9-71E3BA37F3E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112441" y="2053172"/>
            <a:ext cx="3633266" cy="369332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2400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1800">
                <a:latin typeface="Versos" panose="020B0503020204030204" pitchFamily="34" charset="0"/>
              </a:defRPr>
            </a:lvl2pPr>
            <a:lvl3pPr>
              <a:defRPr sz="1800">
                <a:latin typeface="Versos" panose="020B0503020204030204" pitchFamily="34" charset="0"/>
              </a:defRPr>
            </a:lvl3pPr>
            <a:lvl4pPr>
              <a:defRPr sz="1800">
                <a:latin typeface="Versos" panose="020B0503020204030204" pitchFamily="34" charset="0"/>
              </a:defRPr>
            </a:lvl4pPr>
            <a:lvl5pPr>
              <a:defRPr sz="18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 err="1"/>
              <a:t>Assunto</a:t>
            </a:r>
            <a:endParaRPr lang="pt-BR"/>
          </a:p>
        </p:txBody>
      </p:sp>
      <p:sp>
        <p:nvSpPr>
          <p:cNvPr id="99" name="Text Placeholder 21">
            <a:extLst>
              <a:ext uri="{FF2B5EF4-FFF2-40B4-BE49-F238E27FC236}">
                <a16:creationId xmlns:a16="http://schemas.microsoft.com/office/drawing/2014/main" id="{A9CB3A34-F081-C677-A00F-67C1873C062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112441" y="2813030"/>
            <a:ext cx="3633266" cy="369332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2400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1800">
                <a:latin typeface="Versos" panose="020B0503020204030204" pitchFamily="34" charset="0"/>
              </a:defRPr>
            </a:lvl2pPr>
            <a:lvl3pPr>
              <a:defRPr sz="1800">
                <a:latin typeface="Versos" panose="020B0503020204030204" pitchFamily="34" charset="0"/>
              </a:defRPr>
            </a:lvl3pPr>
            <a:lvl4pPr>
              <a:defRPr sz="1800">
                <a:latin typeface="Versos" panose="020B0503020204030204" pitchFamily="34" charset="0"/>
              </a:defRPr>
            </a:lvl4pPr>
            <a:lvl5pPr>
              <a:defRPr sz="18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 err="1"/>
              <a:t>Assunto</a:t>
            </a:r>
            <a:endParaRPr lang="pt-BR"/>
          </a:p>
        </p:txBody>
      </p:sp>
      <p:sp>
        <p:nvSpPr>
          <p:cNvPr id="100" name="Text Placeholder 21">
            <a:extLst>
              <a:ext uri="{FF2B5EF4-FFF2-40B4-BE49-F238E27FC236}">
                <a16:creationId xmlns:a16="http://schemas.microsoft.com/office/drawing/2014/main" id="{66627ED0-3A46-8737-6897-D3BDDB091302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112441" y="3578536"/>
            <a:ext cx="3633266" cy="369332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2400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1800">
                <a:latin typeface="Versos" panose="020B0503020204030204" pitchFamily="34" charset="0"/>
              </a:defRPr>
            </a:lvl2pPr>
            <a:lvl3pPr>
              <a:defRPr sz="1800">
                <a:latin typeface="Versos" panose="020B0503020204030204" pitchFamily="34" charset="0"/>
              </a:defRPr>
            </a:lvl3pPr>
            <a:lvl4pPr>
              <a:defRPr sz="1800">
                <a:latin typeface="Versos" panose="020B0503020204030204" pitchFamily="34" charset="0"/>
              </a:defRPr>
            </a:lvl4pPr>
            <a:lvl5pPr>
              <a:defRPr sz="18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 err="1"/>
              <a:t>Assunto</a:t>
            </a:r>
            <a:endParaRPr lang="pt-BR"/>
          </a:p>
        </p:txBody>
      </p:sp>
      <p:sp>
        <p:nvSpPr>
          <p:cNvPr id="101" name="Text Placeholder 21">
            <a:extLst>
              <a:ext uri="{FF2B5EF4-FFF2-40B4-BE49-F238E27FC236}">
                <a16:creationId xmlns:a16="http://schemas.microsoft.com/office/drawing/2014/main" id="{4A98C90D-F543-2D3A-9F32-FF02504B384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873479" y="1298388"/>
            <a:ext cx="3633266" cy="369332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2400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1800">
                <a:latin typeface="Versos" panose="020B0503020204030204" pitchFamily="34" charset="0"/>
              </a:defRPr>
            </a:lvl2pPr>
            <a:lvl3pPr>
              <a:defRPr sz="1800">
                <a:latin typeface="Versos" panose="020B0503020204030204" pitchFamily="34" charset="0"/>
              </a:defRPr>
            </a:lvl3pPr>
            <a:lvl4pPr>
              <a:defRPr sz="1800">
                <a:latin typeface="Versos" panose="020B0503020204030204" pitchFamily="34" charset="0"/>
              </a:defRPr>
            </a:lvl4pPr>
            <a:lvl5pPr>
              <a:defRPr sz="18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 err="1"/>
              <a:t>Assunto</a:t>
            </a:r>
            <a:endParaRPr lang="pt-BR"/>
          </a:p>
        </p:txBody>
      </p:sp>
      <p:sp>
        <p:nvSpPr>
          <p:cNvPr id="102" name="Text Placeholder 21">
            <a:extLst>
              <a:ext uri="{FF2B5EF4-FFF2-40B4-BE49-F238E27FC236}">
                <a16:creationId xmlns:a16="http://schemas.microsoft.com/office/drawing/2014/main" id="{02D303FD-4338-9202-3742-445CFAC544F9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873479" y="2051616"/>
            <a:ext cx="3633266" cy="369332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2400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1800">
                <a:latin typeface="Versos" panose="020B0503020204030204" pitchFamily="34" charset="0"/>
              </a:defRPr>
            </a:lvl2pPr>
            <a:lvl3pPr>
              <a:defRPr sz="1800">
                <a:latin typeface="Versos" panose="020B0503020204030204" pitchFamily="34" charset="0"/>
              </a:defRPr>
            </a:lvl3pPr>
            <a:lvl4pPr>
              <a:defRPr sz="1800">
                <a:latin typeface="Versos" panose="020B0503020204030204" pitchFamily="34" charset="0"/>
              </a:defRPr>
            </a:lvl4pPr>
            <a:lvl5pPr>
              <a:defRPr sz="18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 err="1"/>
              <a:t>Assunto</a:t>
            </a:r>
            <a:endParaRPr lang="pt-BR"/>
          </a:p>
        </p:txBody>
      </p:sp>
      <p:sp>
        <p:nvSpPr>
          <p:cNvPr id="103" name="Text Placeholder 21">
            <a:extLst>
              <a:ext uri="{FF2B5EF4-FFF2-40B4-BE49-F238E27FC236}">
                <a16:creationId xmlns:a16="http://schemas.microsoft.com/office/drawing/2014/main" id="{DAB51C54-4BA1-024C-8F1D-E61343BFAC42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873479" y="2808937"/>
            <a:ext cx="3633266" cy="369332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2400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1800">
                <a:latin typeface="Versos" panose="020B0503020204030204" pitchFamily="34" charset="0"/>
              </a:defRPr>
            </a:lvl2pPr>
            <a:lvl3pPr>
              <a:defRPr sz="1800">
                <a:latin typeface="Versos" panose="020B0503020204030204" pitchFamily="34" charset="0"/>
              </a:defRPr>
            </a:lvl3pPr>
            <a:lvl4pPr>
              <a:defRPr sz="1800">
                <a:latin typeface="Versos" panose="020B0503020204030204" pitchFamily="34" charset="0"/>
              </a:defRPr>
            </a:lvl4pPr>
            <a:lvl5pPr>
              <a:defRPr sz="18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 err="1"/>
              <a:t>Assunto</a:t>
            </a:r>
            <a:endParaRPr lang="pt-BR"/>
          </a:p>
        </p:txBody>
      </p:sp>
      <p:sp>
        <p:nvSpPr>
          <p:cNvPr id="104" name="Text Placeholder 21">
            <a:extLst>
              <a:ext uri="{FF2B5EF4-FFF2-40B4-BE49-F238E27FC236}">
                <a16:creationId xmlns:a16="http://schemas.microsoft.com/office/drawing/2014/main" id="{31C27C31-0117-4C41-7DD9-9A95AE01F9D5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873479" y="3576980"/>
            <a:ext cx="3633266" cy="369332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2400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1800">
                <a:latin typeface="Versos" panose="020B0503020204030204" pitchFamily="34" charset="0"/>
              </a:defRPr>
            </a:lvl2pPr>
            <a:lvl3pPr>
              <a:defRPr sz="1800">
                <a:latin typeface="Versos" panose="020B0503020204030204" pitchFamily="34" charset="0"/>
              </a:defRPr>
            </a:lvl3pPr>
            <a:lvl4pPr>
              <a:defRPr sz="1800">
                <a:latin typeface="Versos" panose="020B0503020204030204" pitchFamily="34" charset="0"/>
              </a:defRPr>
            </a:lvl4pPr>
            <a:lvl5pPr>
              <a:defRPr sz="18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 err="1"/>
              <a:t>Assunto</a:t>
            </a:r>
            <a:endParaRPr lang="pt-BR"/>
          </a:p>
        </p:txBody>
      </p:sp>
      <p:sp>
        <p:nvSpPr>
          <p:cNvPr id="105" name="Text Placeholder 21">
            <a:extLst>
              <a:ext uri="{FF2B5EF4-FFF2-40B4-BE49-F238E27FC236}">
                <a16:creationId xmlns:a16="http://schemas.microsoft.com/office/drawing/2014/main" id="{305C7304-230E-F6CE-A76D-99DF1E692F0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34965" y="1272292"/>
            <a:ext cx="562844" cy="492443"/>
          </a:xfrm>
          <a:prstGeom prst="rect">
            <a:avLst/>
          </a:prstGeom>
          <a:noFill/>
        </p:spPr>
        <p:txBody>
          <a:bodyPr lIns="0" tIns="0" rIns="0" bIns="0" anchor="ctr" anchorCtr="0"/>
          <a:lstStyle>
            <a:lvl1pPr algn="ctr">
              <a:defRPr sz="3200" b="1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1800">
                <a:latin typeface="Versos" panose="020B0503020204030204" pitchFamily="34" charset="0"/>
              </a:defRPr>
            </a:lvl2pPr>
            <a:lvl3pPr>
              <a:defRPr sz="1800">
                <a:latin typeface="Versos" panose="020B0503020204030204" pitchFamily="34" charset="0"/>
              </a:defRPr>
            </a:lvl3pPr>
            <a:lvl4pPr>
              <a:defRPr sz="1800">
                <a:latin typeface="Versos" panose="020B0503020204030204" pitchFamily="34" charset="0"/>
              </a:defRPr>
            </a:lvl4pPr>
            <a:lvl5pPr>
              <a:defRPr sz="18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1.</a:t>
            </a:r>
            <a:endParaRPr lang="pt-BR"/>
          </a:p>
        </p:txBody>
      </p:sp>
      <p:sp>
        <p:nvSpPr>
          <p:cNvPr id="106" name="Text Placeholder 21">
            <a:extLst>
              <a:ext uri="{FF2B5EF4-FFF2-40B4-BE49-F238E27FC236}">
                <a16:creationId xmlns:a16="http://schemas.microsoft.com/office/drawing/2014/main" id="{646BD931-2CC9-4B26-938C-C6A9327B317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34965" y="2021813"/>
            <a:ext cx="562844" cy="492443"/>
          </a:xfrm>
          <a:prstGeom prst="rect">
            <a:avLst/>
          </a:prstGeom>
        </p:spPr>
        <p:txBody>
          <a:bodyPr lIns="0" tIns="0" rIns="0" bIns="0" anchor="ctr" anchorCtr="0"/>
          <a:lstStyle>
            <a:lvl1pPr algn="ctr">
              <a:defRPr sz="3200" b="1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1800">
                <a:latin typeface="Versos" panose="020B0503020204030204" pitchFamily="34" charset="0"/>
              </a:defRPr>
            </a:lvl2pPr>
            <a:lvl3pPr>
              <a:defRPr sz="1800">
                <a:latin typeface="Versos" panose="020B0503020204030204" pitchFamily="34" charset="0"/>
              </a:defRPr>
            </a:lvl3pPr>
            <a:lvl4pPr>
              <a:defRPr sz="1800">
                <a:latin typeface="Versos" panose="020B0503020204030204" pitchFamily="34" charset="0"/>
              </a:defRPr>
            </a:lvl4pPr>
            <a:lvl5pPr>
              <a:defRPr sz="18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2.</a:t>
            </a:r>
            <a:endParaRPr lang="pt-BR"/>
          </a:p>
        </p:txBody>
      </p:sp>
      <p:sp>
        <p:nvSpPr>
          <p:cNvPr id="107" name="Text Placeholder 21">
            <a:extLst>
              <a:ext uri="{FF2B5EF4-FFF2-40B4-BE49-F238E27FC236}">
                <a16:creationId xmlns:a16="http://schemas.microsoft.com/office/drawing/2014/main" id="{7EF60F9A-51DE-3649-80E7-711C186485A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34965" y="2779134"/>
            <a:ext cx="562844" cy="492443"/>
          </a:xfrm>
          <a:prstGeom prst="rect">
            <a:avLst/>
          </a:prstGeom>
        </p:spPr>
        <p:txBody>
          <a:bodyPr lIns="0" tIns="0" rIns="0" bIns="0" anchor="ctr" anchorCtr="0"/>
          <a:lstStyle>
            <a:lvl1pPr algn="ctr">
              <a:defRPr sz="3200" b="1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1800">
                <a:latin typeface="Versos" panose="020B0503020204030204" pitchFamily="34" charset="0"/>
              </a:defRPr>
            </a:lvl2pPr>
            <a:lvl3pPr>
              <a:defRPr sz="1800">
                <a:latin typeface="Versos" panose="020B0503020204030204" pitchFamily="34" charset="0"/>
              </a:defRPr>
            </a:lvl3pPr>
            <a:lvl4pPr>
              <a:defRPr sz="1800">
                <a:latin typeface="Versos" panose="020B0503020204030204" pitchFamily="34" charset="0"/>
              </a:defRPr>
            </a:lvl4pPr>
            <a:lvl5pPr>
              <a:defRPr sz="18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3.</a:t>
            </a:r>
            <a:endParaRPr lang="pt-BR"/>
          </a:p>
        </p:txBody>
      </p:sp>
      <p:sp>
        <p:nvSpPr>
          <p:cNvPr id="108" name="Text Placeholder 21">
            <a:extLst>
              <a:ext uri="{FF2B5EF4-FFF2-40B4-BE49-F238E27FC236}">
                <a16:creationId xmlns:a16="http://schemas.microsoft.com/office/drawing/2014/main" id="{454FB385-5582-984D-3BEC-2409DCFBBEA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34965" y="3544640"/>
            <a:ext cx="562844" cy="492443"/>
          </a:xfrm>
          <a:prstGeom prst="rect">
            <a:avLst/>
          </a:prstGeom>
        </p:spPr>
        <p:txBody>
          <a:bodyPr lIns="0" tIns="0" rIns="0" bIns="0" anchor="ctr" anchorCtr="0"/>
          <a:lstStyle>
            <a:lvl1pPr algn="ctr">
              <a:defRPr sz="3200" b="1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1800">
                <a:latin typeface="Versos" panose="020B0503020204030204" pitchFamily="34" charset="0"/>
              </a:defRPr>
            </a:lvl2pPr>
            <a:lvl3pPr>
              <a:defRPr sz="1800">
                <a:latin typeface="Versos" panose="020B0503020204030204" pitchFamily="34" charset="0"/>
              </a:defRPr>
            </a:lvl3pPr>
            <a:lvl4pPr>
              <a:defRPr sz="1800">
                <a:latin typeface="Versos" panose="020B0503020204030204" pitchFamily="34" charset="0"/>
              </a:defRPr>
            </a:lvl4pPr>
            <a:lvl5pPr>
              <a:defRPr sz="18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4.</a:t>
            </a:r>
            <a:endParaRPr lang="pt-BR"/>
          </a:p>
        </p:txBody>
      </p:sp>
      <p:sp>
        <p:nvSpPr>
          <p:cNvPr id="109" name="Text Placeholder 21">
            <a:extLst>
              <a:ext uri="{FF2B5EF4-FFF2-40B4-BE49-F238E27FC236}">
                <a16:creationId xmlns:a16="http://schemas.microsoft.com/office/drawing/2014/main" id="{48AFB4A3-A713-3B36-5C4C-116B1798240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096003" y="1277486"/>
            <a:ext cx="562844" cy="492443"/>
          </a:xfrm>
          <a:prstGeom prst="rect">
            <a:avLst/>
          </a:prstGeom>
        </p:spPr>
        <p:txBody>
          <a:bodyPr lIns="0" tIns="0" rIns="0" bIns="0" anchor="ctr" anchorCtr="0"/>
          <a:lstStyle>
            <a:lvl1pPr algn="ctr">
              <a:defRPr sz="3200" b="1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1800">
                <a:latin typeface="Versos" panose="020B0503020204030204" pitchFamily="34" charset="0"/>
              </a:defRPr>
            </a:lvl2pPr>
            <a:lvl3pPr>
              <a:defRPr sz="1800">
                <a:latin typeface="Versos" panose="020B0503020204030204" pitchFamily="34" charset="0"/>
              </a:defRPr>
            </a:lvl3pPr>
            <a:lvl4pPr>
              <a:defRPr sz="1800">
                <a:latin typeface="Versos" panose="020B0503020204030204" pitchFamily="34" charset="0"/>
              </a:defRPr>
            </a:lvl4pPr>
            <a:lvl5pPr>
              <a:defRPr sz="18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8.</a:t>
            </a:r>
            <a:endParaRPr lang="pt-BR"/>
          </a:p>
        </p:txBody>
      </p:sp>
      <p:sp>
        <p:nvSpPr>
          <p:cNvPr id="110" name="Text Placeholder 21">
            <a:extLst>
              <a:ext uri="{FF2B5EF4-FFF2-40B4-BE49-F238E27FC236}">
                <a16:creationId xmlns:a16="http://schemas.microsoft.com/office/drawing/2014/main" id="{455A5A6A-C346-A345-7676-47650852DEC5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096003" y="2021813"/>
            <a:ext cx="562844" cy="492443"/>
          </a:xfrm>
          <a:prstGeom prst="rect">
            <a:avLst/>
          </a:prstGeom>
        </p:spPr>
        <p:txBody>
          <a:bodyPr lIns="0" tIns="0" rIns="0" bIns="0" anchor="ctr" anchorCtr="0"/>
          <a:lstStyle>
            <a:lvl1pPr algn="ctr">
              <a:defRPr sz="3200" b="1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1800">
                <a:latin typeface="Versos" panose="020B0503020204030204" pitchFamily="34" charset="0"/>
              </a:defRPr>
            </a:lvl2pPr>
            <a:lvl3pPr>
              <a:defRPr sz="1800">
                <a:latin typeface="Versos" panose="020B0503020204030204" pitchFamily="34" charset="0"/>
              </a:defRPr>
            </a:lvl3pPr>
            <a:lvl4pPr>
              <a:defRPr sz="1800">
                <a:latin typeface="Versos" panose="020B0503020204030204" pitchFamily="34" charset="0"/>
              </a:defRPr>
            </a:lvl4pPr>
            <a:lvl5pPr>
              <a:defRPr sz="18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9.</a:t>
            </a:r>
            <a:endParaRPr lang="pt-BR"/>
          </a:p>
        </p:txBody>
      </p:sp>
      <p:sp>
        <p:nvSpPr>
          <p:cNvPr id="111" name="Text Placeholder 21">
            <a:extLst>
              <a:ext uri="{FF2B5EF4-FFF2-40B4-BE49-F238E27FC236}">
                <a16:creationId xmlns:a16="http://schemas.microsoft.com/office/drawing/2014/main" id="{C9036724-53EE-61EA-4F36-0647670CC647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096003" y="2779134"/>
            <a:ext cx="562844" cy="492443"/>
          </a:xfrm>
          <a:prstGeom prst="rect">
            <a:avLst/>
          </a:prstGeom>
          <a:noFill/>
        </p:spPr>
        <p:txBody>
          <a:bodyPr lIns="0" tIns="0" rIns="0" bIns="0" anchor="ctr" anchorCtr="0"/>
          <a:lstStyle>
            <a:lvl1pPr algn="ctr">
              <a:defRPr sz="3200" b="1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1800">
                <a:latin typeface="Versos" panose="020B0503020204030204" pitchFamily="34" charset="0"/>
              </a:defRPr>
            </a:lvl2pPr>
            <a:lvl3pPr>
              <a:defRPr sz="1800">
                <a:latin typeface="Versos" panose="020B0503020204030204" pitchFamily="34" charset="0"/>
              </a:defRPr>
            </a:lvl3pPr>
            <a:lvl4pPr>
              <a:defRPr sz="1800">
                <a:latin typeface="Versos" panose="020B0503020204030204" pitchFamily="34" charset="0"/>
              </a:defRPr>
            </a:lvl4pPr>
            <a:lvl5pPr>
              <a:defRPr sz="18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10.</a:t>
            </a:r>
            <a:endParaRPr lang="pt-BR"/>
          </a:p>
        </p:txBody>
      </p:sp>
      <p:sp>
        <p:nvSpPr>
          <p:cNvPr id="112" name="Text Placeholder 21">
            <a:extLst>
              <a:ext uri="{FF2B5EF4-FFF2-40B4-BE49-F238E27FC236}">
                <a16:creationId xmlns:a16="http://schemas.microsoft.com/office/drawing/2014/main" id="{59FC8DE1-DA8C-E6FC-0074-C1233AE33862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096003" y="3544640"/>
            <a:ext cx="562844" cy="492443"/>
          </a:xfrm>
          <a:prstGeom prst="rect">
            <a:avLst/>
          </a:prstGeom>
        </p:spPr>
        <p:txBody>
          <a:bodyPr lIns="0" tIns="0" rIns="0" bIns="0" anchor="ctr" anchorCtr="0"/>
          <a:lstStyle>
            <a:lvl1pPr algn="ctr">
              <a:defRPr sz="3200" b="1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1800">
                <a:latin typeface="Versos" panose="020B0503020204030204" pitchFamily="34" charset="0"/>
              </a:defRPr>
            </a:lvl2pPr>
            <a:lvl3pPr>
              <a:defRPr sz="1800">
                <a:latin typeface="Versos" panose="020B0503020204030204" pitchFamily="34" charset="0"/>
              </a:defRPr>
            </a:lvl3pPr>
            <a:lvl4pPr>
              <a:defRPr sz="1800">
                <a:latin typeface="Versos" panose="020B0503020204030204" pitchFamily="34" charset="0"/>
              </a:defRPr>
            </a:lvl4pPr>
            <a:lvl5pPr>
              <a:defRPr sz="18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11.</a:t>
            </a:r>
            <a:endParaRPr lang="pt-BR"/>
          </a:p>
        </p:txBody>
      </p:sp>
      <p:sp>
        <p:nvSpPr>
          <p:cNvPr id="113" name="Text Placeholder 21">
            <a:extLst>
              <a:ext uri="{FF2B5EF4-FFF2-40B4-BE49-F238E27FC236}">
                <a16:creationId xmlns:a16="http://schemas.microsoft.com/office/drawing/2014/main" id="{CD7EC131-607A-502B-D5DB-EACD3848C447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112441" y="4354249"/>
            <a:ext cx="3633266" cy="369332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2400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1800">
                <a:latin typeface="Versos" panose="020B0503020204030204" pitchFamily="34" charset="0"/>
              </a:defRPr>
            </a:lvl2pPr>
            <a:lvl3pPr>
              <a:defRPr sz="1800">
                <a:latin typeface="Versos" panose="020B0503020204030204" pitchFamily="34" charset="0"/>
              </a:defRPr>
            </a:lvl3pPr>
            <a:lvl4pPr>
              <a:defRPr sz="1800">
                <a:latin typeface="Versos" panose="020B0503020204030204" pitchFamily="34" charset="0"/>
              </a:defRPr>
            </a:lvl4pPr>
            <a:lvl5pPr>
              <a:defRPr sz="18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 err="1"/>
              <a:t>Assunto</a:t>
            </a:r>
            <a:endParaRPr lang="pt-BR"/>
          </a:p>
        </p:txBody>
      </p:sp>
      <p:sp>
        <p:nvSpPr>
          <p:cNvPr id="114" name="Text Placeholder 21">
            <a:extLst>
              <a:ext uri="{FF2B5EF4-FFF2-40B4-BE49-F238E27FC236}">
                <a16:creationId xmlns:a16="http://schemas.microsoft.com/office/drawing/2014/main" id="{39366CD8-736E-E9F0-1631-408CE9342B7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873479" y="4352693"/>
            <a:ext cx="3633266" cy="369332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2400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1800">
                <a:latin typeface="Versos" panose="020B0503020204030204" pitchFamily="34" charset="0"/>
              </a:defRPr>
            </a:lvl2pPr>
            <a:lvl3pPr>
              <a:defRPr sz="1800">
                <a:latin typeface="Versos" panose="020B0503020204030204" pitchFamily="34" charset="0"/>
              </a:defRPr>
            </a:lvl3pPr>
            <a:lvl4pPr>
              <a:defRPr sz="1800">
                <a:latin typeface="Versos" panose="020B0503020204030204" pitchFamily="34" charset="0"/>
              </a:defRPr>
            </a:lvl4pPr>
            <a:lvl5pPr>
              <a:defRPr sz="18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 err="1"/>
              <a:t>Assunto</a:t>
            </a:r>
            <a:endParaRPr lang="pt-BR"/>
          </a:p>
        </p:txBody>
      </p:sp>
      <p:sp>
        <p:nvSpPr>
          <p:cNvPr id="115" name="Text Placeholder 21">
            <a:extLst>
              <a:ext uri="{FF2B5EF4-FFF2-40B4-BE49-F238E27FC236}">
                <a16:creationId xmlns:a16="http://schemas.microsoft.com/office/drawing/2014/main" id="{A36BD412-4DD9-0776-5A73-B5939ACF9185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334965" y="4320353"/>
            <a:ext cx="562844" cy="492443"/>
          </a:xfrm>
          <a:prstGeom prst="rect">
            <a:avLst/>
          </a:prstGeom>
        </p:spPr>
        <p:txBody>
          <a:bodyPr lIns="0" tIns="0" rIns="0" bIns="0" anchor="ctr" anchorCtr="0"/>
          <a:lstStyle>
            <a:lvl1pPr algn="ctr">
              <a:defRPr sz="3200" b="1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1800">
                <a:latin typeface="Versos" panose="020B0503020204030204" pitchFamily="34" charset="0"/>
              </a:defRPr>
            </a:lvl2pPr>
            <a:lvl3pPr>
              <a:defRPr sz="1800">
                <a:latin typeface="Versos" panose="020B0503020204030204" pitchFamily="34" charset="0"/>
              </a:defRPr>
            </a:lvl3pPr>
            <a:lvl4pPr>
              <a:defRPr sz="1800">
                <a:latin typeface="Versos" panose="020B0503020204030204" pitchFamily="34" charset="0"/>
              </a:defRPr>
            </a:lvl4pPr>
            <a:lvl5pPr>
              <a:defRPr sz="18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5.</a:t>
            </a:r>
            <a:endParaRPr lang="pt-BR"/>
          </a:p>
        </p:txBody>
      </p:sp>
      <p:sp>
        <p:nvSpPr>
          <p:cNvPr id="116" name="Text Placeholder 21">
            <a:extLst>
              <a:ext uri="{FF2B5EF4-FFF2-40B4-BE49-F238E27FC236}">
                <a16:creationId xmlns:a16="http://schemas.microsoft.com/office/drawing/2014/main" id="{0D56432C-F90B-BE78-9849-16EDFA25EDF3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6096003" y="4320353"/>
            <a:ext cx="562844" cy="492443"/>
          </a:xfrm>
          <a:prstGeom prst="rect">
            <a:avLst/>
          </a:prstGeom>
        </p:spPr>
        <p:txBody>
          <a:bodyPr lIns="0" tIns="0" rIns="0" bIns="0" anchor="ctr" anchorCtr="0"/>
          <a:lstStyle>
            <a:lvl1pPr algn="ctr">
              <a:defRPr sz="3200" b="1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1800">
                <a:latin typeface="Versos" panose="020B0503020204030204" pitchFamily="34" charset="0"/>
              </a:defRPr>
            </a:lvl2pPr>
            <a:lvl3pPr>
              <a:defRPr sz="1800">
                <a:latin typeface="Versos" panose="020B0503020204030204" pitchFamily="34" charset="0"/>
              </a:defRPr>
            </a:lvl3pPr>
            <a:lvl4pPr>
              <a:defRPr sz="1800">
                <a:latin typeface="Versos" panose="020B0503020204030204" pitchFamily="34" charset="0"/>
              </a:defRPr>
            </a:lvl4pPr>
            <a:lvl5pPr>
              <a:defRPr sz="18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12.</a:t>
            </a:r>
            <a:endParaRPr lang="pt-BR"/>
          </a:p>
        </p:txBody>
      </p:sp>
      <p:sp>
        <p:nvSpPr>
          <p:cNvPr id="26" name="Text Placeholder 21">
            <a:extLst>
              <a:ext uri="{FF2B5EF4-FFF2-40B4-BE49-F238E27FC236}">
                <a16:creationId xmlns:a16="http://schemas.microsoft.com/office/drawing/2014/main" id="{C5B1F338-8D07-6165-2984-C97D76B836F9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112441" y="5133711"/>
            <a:ext cx="3633266" cy="369332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2400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1800">
                <a:latin typeface="Versos" panose="020B0503020204030204" pitchFamily="34" charset="0"/>
              </a:defRPr>
            </a:lvl2pPr>
            <a:lvl3pPr>
              <a:defRPr sz="1800">
                <a:latin typeface="Versos" panose="020B0503020204030204" pitchFamily="34" charset="0"/>
              </a:defRPr>
            </a:lvl3pPr>
            <a:lvl4pPr>
              <a:defRPr sz="1800">
                <a:latin typeface="Versos" panose="020B0503020204030204" pitchFamily="34" charset="0"/>
              </a:defRPr>
            </a:lvl4pPr>
            <a:lvl5pPr>
              <a:defRPr sz="18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 err="1"/>
              <a:t>Assunto</a:t>
            </a:r>
            <a:endParaRPr lang="pt-BR"/>
          </a:p>
        </p:txBody>
      </p:sp>
      <p:sp>
        <p:nvSpPr>
          <p:cNvPr id="27" name="Text Placeholder 21">
            <a:extLst>
              <a:ext uri="{FF2B5EF4-FFF2-40B4-BE49-F238E27FC236}">
                <a16:creationId xmlns:a16="http://schemas.microsoft.com/office/drawing/2014/main" id="{6AC2D12D-986D-3DD5-FBFC-D384978B998E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873479" y="5132155"/>
            <a:ext cx="3633266" cy="369332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2400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1800">
                <a:latin typeface="Versos" panose="020B0503020204030204" pitchFamily="34" charset="0"/>
              </a:defRPr>
            </a:lvl2pPr>
            <a:lvl3pPr>
              <a:defRPr sz="1800">
                <a:latin typeface="Versos" panose="020B0503020204030204" pitchFamily="34" charset="0"/>
              </a:defRPr>
            </a:lvl3pPr>
            <a:lvl4pPr>
              <a:defRPr sz="1800">
                <a:latin typeface="Versos" panose="020B0503020204030204" pitchFamily="34" charset="0"/>
              </a:defRPr>
            </a:lvl4pPr>
            <a:lvl5pPr>
              <a:defRPr sz="18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 err="1"/>
              <a:t>Assunto</a:t>
            </a:r>
            <a:endParaRPr lang="pt-BR"/>
          </a:p>
        </p:txBody>
      </p:sp>
      <p:sp>
        <p:nvSpPr>
          <p:cNvPr id="28" name="Text Placeholder 21">
            <a:extLst>
              <a:ext uri="{FF2B5EF4-FFF2-40B4-BE49-F238E27FC236}">
                <a16:creationId xmlns:a16="http://schemas.microsoft.com/office/drawing/2014/main" id="{91E97FC2-9348-4E3B-00E5-76B9F5F34636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334965" y="5099815"/>
            <a:ext cx="562844" cy="492443"/>
          </a:xfrm>
          <a:prstGeom prst="rect">
            <a:avLst/>
          </a:prstGeom>
        </p:spPr>
        <p:txBody>
          <a:bodyPr lIns="0" tIns="0" rIns="0" bIns="0" anchor="ctr" anchorCtr="0"/>
          <a:lstStyle>
            <a:lvl1pPr algn="ctr">
              <a:defRPr sz="3200" b="1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1800">
                <a:latin typeface="Versos" panose="020B0503020204030204" pitchFamily="34" charset="0"/>
              </a:defRPr>
            </a:lvl2pPr>
            <a:lvl3pPr>
              <a:defRPr sz="1800">
                <a:latin typeface="Versos" panose="020B0503020204030204" pitchFamily="34" charset="0"/>
              </a:defRPr>
            </a:lvl3pPr>
            <a:lvl4pPr>
              <a:defRPr sz="1800">
                <a:latin typeface="Versos" panose="020B0503020204030204" pitchFamily="34" charset="0"/>
              </a:defRPr>
            </a:lvl4pPr>
            <a:lvl5pPr>
              <a:defRPr sz="18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6.</a:t>
            </a:r>
            <a:endParaRPr lang="pt-BR"/>
          </a:p>
        </p:txBody>
      </p:sp>
      <p:sp>
        <p:nvSpPr>
          <p:cNvPr id="29" name="Text Placeholder 21">
            <a:extLst>
              <a:ext uri="{FF2B5EF4-FFF2-40B4-BE49-F238E27FC236}">
                <a16:creationId xmlns:a16="http://schemas.microsoft.com/office/drawing/2014/main" id="{10FCC27C-9F7B-60DD-448A-FA5C70190D6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6096003" y="5099815"/>
            <a:ext cx="562844" cy="492443"/>
          </a:xfrm>
          <a:prstGeom prst="rect">
            <a:avLst/>
          </a:prstGeom>
        </p:spPr>
        <p:txBody>
          <a:bodyPr lIns="0" tIns="0" rIns="0" bIns="0" anchor="ctr" anchorCtr="0"/>
          <a:lstStyle>
            <a:lvl1pPr algn="ctr">
              <a:defRPr sz="3200" b="1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1800">
                <a:latin typeface="Versos" panose="020B0503020204030204" pitchFamily="34" charset="0"/>
              </a:defRPr>
            </a:lvl2pPr>
            <a:lvl3pPr>
              <a:defRPr sz="1800">
                <a:latin typeface="Versos" panose="020B0503020204030204" pitchFamily="34" charset="0"/>
              </a:defRPr>
            </a:lvl3pPr>
            <a:lvl4pPr>
              <a:defRPr sz="1800">
                <a:latin typeface="Versos" panose="020B0503020204030204" pitchFamily="34" charset="0"/>
              </a:defRPr>
            </a:lvl4pPr>
            <a:lvl5pPr>
              <a:defRPr sz="18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13.</a:t>
            </a:r>
            <a:endParaRPr lang="pt-BR"/>
          </a:p>
        </p:txBody>
      </p:sp>
      <p:sp>
        <p:nvSpPr>
          <p:cNvPr id="30" name="Text Placeholder 21">
            <a:extLst>
              <a:ext uri="{FF2B5EF4-FFF2-40B4-BE49-F238E27FC236}">
                <a16:creationId xmlns:a16="http://schemas.microsoft.com/office/drawing/2014/main" id="{647A3C75-F52C-9572-4AC8-DF3C9EC74895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112441" y="5909424"/>
            <a:ext cx="3633266" cy="369332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2400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1800">
                <a:latin typeface="Versos" panose="020B0503020204030204" pitchFamily="34" charset="0"/>
              </a:defRPr>
            </a:lvl2pPr>
            <a:lvl3pPr>
              <a:defRPr sz="1800">
                <a:latin typeface="Versos" panose="020B0503020204030204" pitchFamily="34" charset="0"/>
              </a:defRPr>
            </a:lvl3pPr>
            <a:lvl4pPr>
              <a:defRPr sz="1800">
                <a:latin typeface="Versos" panose="020B0503020204030204" pitchFamily="34" charset="0"/>
              </a:defRPr>
            </a:lvl4pPr>
            <a:lvl5pPr>
              <a:defRPr sz="18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 err="1"/>
              <a:t>Assunto</a:t>
            </a:r>
            <a:endParaRPr lang="pt-BR"/>
          </a:p>
        </p:txBody>
      </p:sp>
      <p:sp>
        <p:nvSpPr>
          <p:cNvPr id="31" name="Text Placeholder 21">
            <a:extLst>
              <a:ext uri="{FF2B5EF4-FFF2-40B4-BE49-F238E27FC236}">
                <a16:creationId xmlns:a16="http://schemas.microsoft.com/office/drawing/2014/main" id="{CF181672-FCCE-ED51-44CD-B257A5102052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6873479" y="5907868"/>
            <a:ext cx="3633266" cy="369332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2400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1800">
                <a:latin typeface="Versos" panose="020B0503020204030204" pitchFamily="34" charset="0"/>
              </a:defRPr>
            </a:lvl2pPr>
            <a:lvl3pPr>
              <a:defRPr sz="1800">
                <a:latin typeface="Versos" panose="020B0503020204030204" pitchFamily="34" charset="0"/>
              </a:defRPr>
            </a:lvl3pPr>
            <a:lvl4pPr>
              <a:defRPr sz="1800">
                <a:latin typeface="Versos" panose="020B0503020204030204" pitchFamily="34" charset="0"/>
              </a:defRPr>
            </a:lvl4pPr>
            <a:lvl5pPr>
              <a:defRPr sz="18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 err="1"/>
              <a:t>Assunto</a:t>
            </a:r>
            <a:endParaRPr lang="pt-BR"/>
          </a:p>
        </p:txBody>
      </p:sp>
      <p:sp>
        <p:nvSpPr>
          <p:cNvPr id="32" name="Text Placeholder 21">
            <a:extLst>
              <a:ext uri="{FF2B5EF4-FFF2-40B4-BE49-F238E27FC236}">
                <a16:creationId xmlns:a16="http://schemas.microsoft.com/office/drawing/2014/main" id="{C4E37429-91F7-9872-16AB-E9D998B9B034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334965" y="5875528"/>
            <a:ext cx="562844" cy="492443"/>
          </a:xfrm>
          <a:prstGeom prst="rect">
            <a:avLst/>
          </a:prstGeom>
        </p:spPr>
        <p:txBody>
          <a:bodyPr lIns="0" tIns="0" rIns="0" bIns="0" anchor="ctr" anchorCtr="0"/>
          <a:lstStyle>
            <a:lvl1pPr algn="ctr">
              <a:defRPr sz="3200" b="1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1800">
                <a:latin typeface="Versos" panose="020B0503020204030204" pitchFamily="34" charset="0"/>
              </a:defRPr>
            </a:lvl2pPr>
            <a:lvl3pPr>
              <a:defRPr sz="1800">
                <a:latin typeface="Versos" panose="020B0503020204030204" pitchFamily="34" charset="0"/>
              </a:defRPr>
            </a:lvl3pPr>
            <a:lvl4pPr>
              <a:defRPr sz="1800">
                <a:latin typeface="Versos" panose="020B0503020204030204" pitchFamily="34" charset="0"/>
              </a:defRPr>
            </a:lvl4pPr>
            <a:lvl5pPr>
              <a:defRPr sz="18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7.</a:t>
            </a:r>
            <a:endParaRPr lang="pt-BR"/>
          </a:p>
        </p:txBody>
      </p:sp>
      <p:sp>
        <p:nvSpPr>
          <p:cNvPr id="33" name="Text Placeholder 21">
            <a:extLst>
              <a:ext uri="{FF2B5EF4-FFF2-40B4-BE49-F238E27FC236}">
                <a16:creationId xmlns:a16="http://schemas.microsoft.com/office/drawing/2014/main" id="{996E1AEB-6FC0-93DB-7162-B62353FB6F67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6096003" y="5875528"/>
            <a:ext cx="562844" cy="492443"/>
          </a:xfrm>
          <a:prstGeom prst="rect">
            <a:avLst/>
          </a:prstGeom>
        </p:spPr>
        <p:txBody>
          <a:bodyPr lIns="0" tIns="0" rIns="0" bIns="0" anchor="ctr" anchorCtr="0"/>
          <a:lstStyle>
            <a:lvl1pPr algn="ctr">
              <a:defRPr sz="3200" b="1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1800">
                <a:latin typeface="Versos" panose="020B0503020204030204" pitchFamily="34" charset="0"/>
              </a:defRPr>
            </a:lvl2pPr>
            <a:lvl3pPr>
              <a:defRPr sz="1800">
                <a:latin typeface="Versos" panose="020B0503020204030204" pitchFamily="34" charset="0"/>
              </a:defRPr>
            </a:lvl3pPr>
            <a:lvl4pPr>
              <a:defRPr sz="1800">
                <a:latin typeface="Versos" panose="020B0503020204030204" pitchFamily="34" charset="0"/>
              </a:defRPr>
            </a:lvl4pPr>
            <a:lvl5pPr>
              <a:defRPr sz="18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14.</a:t>
            </a:r>
            <a:endParaRPr lang="pt-BR"/>
          </a:p>
        </p:txBody>
      </p:sp>
      <p:sp>
        <p:nvSpPr>
          <p:cNvPr id="2" name="Picture 8">
            <a:extLst>
              <a:ext uri="{FF2B5EF4-FFF2-40B4-BE49-F238E27FC236}">
                <a16:creationId xmlns:a16="http://schemas.microsoft.com/office/drawing/2014/main" id="{1352B972-1623-C7B4-AF77-24C25FC1A7A7}"/>
              </a:ext>
            </a:extLst>
          </p:cNvPr>
          <p:cNvSpPr/>
          <p:nvPr userDrawn="1"/>
        </p:nvSpPr>
        <p:spPr>
          <a:xfrm>
            <a:off x="11091186" y="377178"/>
            <a:ext cx="765852" cy="260086"/>
          </a:xfrm>
          <a:custGeom>
            <a:avLst/>
            <a:gdLst>
              <a:gd name="connsiteX0" fmla="*/ 739575 w 765852"/>
              <a:gd name="connsiteY0" fmla="*/ 143884 h 260086"/>
              <a:gd name="connsiteX1" fmla="*/ 765852 w 765852"/>
              <a:gd name="connsiteY1" fmla="*/ 83403 h 260086"/>
              <a:gd name="connsiteX2" fmla="*/ 739575 w 765852"/>
              <a:gd name="connsiteY2" fmla="*/ 22921 h 260086"/>
              <a:gd name="connsiteX3" fmla="*/ 672177 w 765852"/>
              <a:gd name="connsiteY3" fmla="*/ 0 h 260086"/>
              <a:gd name="connsiteX4" fmla="*/ 604779 w 765852"/>
              <a:gd name="connsiteY4" fmla="*/ 22921 h 260086"/>
              <a:gd name="connsiteX5" fmla="*/ 578501 w 765852"/>
              <a:gd name="connsiteY5" fmla="*/ 83403 h 260086"/>
              <a:gd name="connsiteX6" fmla="*/ 604779 w 765852"/>
              <a:gd name="connsiteY6" fmla="*/ 143884 h 260086"/>
              <a:gd name="connsiteX7" fmla="*/ 672177 w 765852"/>
              <a:gd name="connsiteY7" fmla="*/ 166805 h 260086"/>
              <a:gd name="connsiteX8" fmla="*/ 739575 w 765852"/>
              <a:gd name="connsiteY8" fmla="*/ 143884 h 260086"/>
              <a:gd name="connsiteX9" fmla="*/ 604595 w 765852"/>
              <a:gd name="connsiteY9" fmla="*/ 83403 h 260086"/>
              <a:gd name="connsiteX10" fmla="*/ 622611 w 765852"/>
              <a:gd name="connsiteY10" fmla="*/ 41871 h 260086"/>
              <a:gd name="connsiteX11" fmla="*/ 672177 w 765852"/>
              <a:gd name="connsiteY11" fmla="*/ 25719 h 260086"/>
              <a:gd name="connsiteX12" fmla="*/ 721742 w 765852"/>
              <a:gd name="connsiteY12" fmla="*/ 41871 h 260086"/>
              <a:gd name="connsiteX13" fmla="*/ 739759 w 765852"/>
              <a:gd name="connsiteY13" fmla="*/ 83403 h 260086"/>
              <a:gd name="connsiteX14" fmla="*/ 721742 w 765852"/>
              <a:gd name="connsiteY14" fmla="*/ 124934 h 260086"/>
              <a:gd name="connsiteX15" fmla="*/ 672177 w 765852"/>
              <a:gd name="connsiteY15" fmla="*/ 141077 h 260086"/>
              <a:gd name="connsiteX16" fmla="*/ 622611 w 765852"/>
              <a:gd name="connsiteY16" fmla="*/ 124934 h 260086"/>
              <a:gd name="connsiteX17" fmla="*/ 604595 w 765852"/>
              <a:gd name="connsiteY17" fmla="*/ 83403 h 260086"/>
              <a:gd name="connsiteX18" fmla="*/ 238310 w 765852"/>
              <a:gd name="connsiteY18" fmla="*/ 207181 h 260086"/>
              <a:gd name="connsiteX19" fmla="*/ 249560 w 765852"/>
              <a:gd name="connsiteY19" fmla="*/ 204081 h 260086"/>
              <a:gd name="connsiteX20" fmla="*/ 261562 w 765852"/>
              <a:gd name="connsiteY20" fmla="*/ 207713 h 260086"/>
              <a:gd name="connsiteX21" fmla="*/ 268163 w 765852"/>
              <a:gd name="connsiteY21" fmla="*/ 217812 h 260086"/>
              <a:gd name="connsiteX22" fmla="*/ 275874 w 765852"/>
              <a:gd name="connsiteY22" fmla="*/ 217812 h 260086"/>
              <a:gd name="connsiteX23" fmla="*/ 267145 w 765852"/>
              <a:gd name="connsiteY23" fmla="*/ 202568 h 260086"/>
              <a:gd name="connsiteX24" fmla="*/ 249917 w 765852"/>
              <a:gd name="connsiteY24" fmla="*/ 196982 h 260086"/>
              <a:gd name="connsiteX25" fmla="*/ 234322 w 765852"/>
              <a:gd name="connsiteY25" fmla="*/ 200926 h 260086"/>
              <a:gd name="connsiteX26" fmla="*/ 223961 w 765852"/>
              <a:gd name="connsiteY26" fmla="*/ 212052 h 260086"/>
              <a:gd name="connsiteX27" fmla="*/ 220330 w 765852"/>
              <a:gd name="connsiteY27" fmla="*/ 228534 h 260086"/>
              <a:gd name="connsiteX28" fmla="*/ 223961 w 765852"/>
              <a:gd name="connsiteY28" fmla="*/ 245062 h 260086"/>
              <a:gd name="connsiteX29" fmla="*/ 234322 w 765852"/>
              <a:gd name="connsiteY29" fmla="*/ 256142 h 260086"/>
              <a:gd name="connsiteX30" fmla="*/ 249917 w 765852"/>
              <a:gd name="connsiteY30" fmla="*/ 260086 h 260086"/>
              <a:gd name="connsiteX31" fmla="*/ 267145 w 765852"/>
              <a:gd name="connsiteY31" fmla="*/ 254501 h 260086"/>
              <a:gd name="connsiteX32" fmla="*/ 275782 w 765852"/>
              <a:gd name="connsiteY32" fmla="*/ 239256 h 260086"/>
              <a:gd name="connsiteX33" fmla="*/ 268071 w 765852"/>
              <a:gd name="connsiteY33" fmla="*/ 239256 h 260086"/>
              <a:gd name="connsiteX34" fmla="*/ 261516 w 765852"/>
              <a:gd name="connsiteY34" fmla="*/ 249401 h 260086"/>
              <a:gd name="connsiteX35" fmla="*/ 249560 w 765852"/>
              <a:gd name="connsiteY35" fmla="*/ 252987 h 260086"/>
              <a:gd name="connsiteX36" fmla="*/ 238310 w 765852"/>
              <a:gd name="connsiteY36" fmla="*/ 249887 h 260086"/>
              <a:gd name="connsiteX37" fmla="*/ 230828 w 765852"/>
              <a:gd name="connsiteY37" fmla="*/ 241201 h 260086"/>
              <a:gd name="connsiteX38" fmla="*/ 228215 w 765852"/>
              <a:gd name="connsiteY38" fmla="*/ 228525 h 260086"/>
              <a:gd name="connsiteX39" fmla="*/ 230828 w 765852"/>
              <a:gd name="connsiteY39" fmla="*/ 215812 h 260086"/>
              <a:gd name="connsiteX40" fmla="*/ 238310 w 765852"/>
              <a:gd name="connsiteY40" fmla="*/ 207172 h 260086"/>
              <a:gd name="connsiteX41" fmla="*/ 335580 w 765852"/>
              <a:gd name="connsiteY41" fmla="*/ 197523 h 260086"/>
              <a:gd name="connsiteX42" fmla="*/ 311925 w 765852"/>
              <a:gd name="connsiteY42" fmla="*/ 259554 h 260086"/>
              <a:gd name="connsiteX43" fmla="*/ 319892 w 765852"/>
              <a:gd name="connsiteY43" fmla="*/ 259554 h 260086"/>
              <a:gd name="connsiteX44" fmla="*/ 326448 w 765852"/>
              <a:gd name="connsiteY44" fmla="*/ 242806 h 260086"/>
              <a:gd name="connsiteX45" fmla="*/ 353467 w 765852"/>
              <a:gd name="connsiteY45" fmla="*/ 242806 h 260086"/>
              <a:gd name="connsiteX46" fmla="*/ 360023 w 765852"/>
              <a:gd name="connsiteY46" fmla="*/ 259554 h 260086"/>
              <a:gd name="connsiteX47" fmla="*/ 368256 w 765852"/>
              <a:gd name="connsiteY47" fmla="*/ 259554 h 260086"/>
              <a:gd name="connsiteX48" fmla="*/ 344693 w 765852"/>
              <a:gd name="connsiteY48" fmla="*/ 197523 h 260086"/>
              <a:gd name="connsiteX49" fmla="*/ 335570 w 765852"/>
              <a:gd name="connsiteY49" fmla="*/ 197523 h 260086"/>
              <a:gd name="connsiteX50" fmla="*/ 328758 w 765852"/>
              <a:gd name="connsiteY50" fmla="*/ 235808 h 260086"/>
              <a:gd name="connsiteX51" fmla="*/ 339916 w 765852"/>
              <a:gd name="connsiteY51" fmla="*/ 205943 h 260086"/>
              <a:gd name="connsiteX52" fmla="*/ 351166 w 765852"/>
              <a:gd name="connsiteY52" fmla="*/ 235808 h 260086"/>
              <a:gd name="connsiteX53" fmla="*/ 328749 w 765852"/>
              <a:gd name="connsiteY53" fmla="*/ 235808 h 260086"/>
              <a:gd name="connsiteX54" fmla="*/ 725437 w 765852"/>
              <a:gd name="connsiteY54" fmla="*/ 197523 h 260086"/>
              <a:gd name="connsiteX55" fmla="*/ 717736 w 765852"/>
              <a:gd name="connsiteY55" fmla="*/ 197523 h 260086"/>
              <a:gd name="connsiteX56" fmla="*/ 717736 w 765852"/>
              <a:gd name="connsiteY56" fmla="*/ 259554 h 260086"/>
              <a:gd name="connsiteX57" fmla="*/ 753704 w 765852"/>
              <a:gd name="connsiteY57" fmla="*/ 259554 h 260086"/>
              <a:gd name="connsiteX58" fmla="*/ 753704 w 765852"/>
              <a:gd name="connsiteY58" fmla="*/ 252464 h 260086"/>
              <a:gd name="connsiteX59" fmla="*/ 725446 w 765852"/>
              <a:gd name="connsiteY59" fmla="*/ 252464 h 260086"/>
              <a:gd name="connsiteX60" fmla="*/ 725446 w 765852"/>
              <a:gd name="connsiteY60" fmla="*/ 197523 h 260086"/>
              <a:gd name="connsiteX61" fmla="*/ 250953 w 765852"/>
              <a:gd name="connsiteY61" fmla="*/ 2119 h 260086"/>
              <a:gd name="connsiteX62" fmla="*/ 225566 w 765852"/>
              <a:gd name="connsiteY62" fmla="*/ 2119 h 260086"/>
              <a:gd name="connsiteX63" fmla="*/ 225566 w 765852"/>
              <a:gd name="connsiteY63" fmla="*/ 164677 h 260086"/>
              <a:gd name="connsiteX64" fmla="*/ 250953 w 765852"/>
              <a:gd name="connsiteY64" fmla="*/ 164677 h 260086"/>
              <a:gd name="connsiteX65" fmla="*/ 250953 w 765852"/>
              <a:gd name="connsiteY65" fmla="*/ 2119 h 260086"/>
              <a:gd name="connsiteX66" fmla="*/ 80592 w 765852"/>
              <a:gd name="connsiteY66" fmla="*/ 62692 h 260086"/>
              <a:gd name="connsiteX67" fmla="*/ 80592 w 765852"/>
              <a:gd name="connsiteY67" fmla="*/ 164687 h 260086"/>
              <a:gd name="connsiteX68" fmla="*/ 106732 w 765852"/>
              <a:gd name="connsiteY68" fmla="*/ 164687 h 260086"/>
              <a:gd name="connsiteX69" fmla="*/ 106713 w 765852"/>
              <a:gd name="connsiteY69" fmla="*/ 62692 h 260086"/>
              <a:gd name="connsiteX70" fmla="*/ 95124 w 765852"/>
              <a:gd name="connsiteY70" fmla="*/ 28700 h 260086"/>
              <a:gd name="connsiteX71" fmla="*/ 93648 w 765852"/>
              <a:gd name="connsiteY71" fmla="*/ 26792 h 260086"/>
              <a:gd name="connsiteX72" fmla="*/ 92172 w 765852"/>
              <a:gd name="connsiteY72" fmla="*/ 28700 h 260086"/>
              <a:gd name="connsiteX73" fmla="*/ 80583 w 765852"/>
              <a:gd name="connsiteY73" fmla="*/ 62692 h 260086"/>
              <a:gd name="connsiteX74" fmla="*/ 47273 w 765852"/>
              <a:gd name="connsiteY74" fmla="*/ 2119 h 260086"/>
              <a:gd name="connsiteX75" fmla="*/ 0 w 765852"/>
              <a:gd name="connsiteY75" fmla="*/ 2119 h 260086"/>
              <a:gd name="connsiteX76" fmla="*/ 0 w 765852"/>
              <a:gd name="connsiteY76" fmla="*/ 26792 h 260086"/>
              <a:gd name="connsiteX77" fmla="*/ 93648 w 765852"/>
              <a:gd name="connsiteY77" fmla="*/ 26792 h 260086"/>
              <a:gd name="connsiteX78" fmla="*/ 91328 w 765852"/>
              <a:gd name="connsiteY78" fmla="*/ 23793 h 260086"/>
              <a:gd name="connsiteX79" fmla="*/ 47273 w 765852"/>
              <a:gd name="connsiteY79" fmla="*/ 2119 h 260086"/>
              <a:gd name="connsiteX80" fmla="*/ 95968 w 765852"/>
              <a:gd name="connsiteY80" fmla="*/ 23793 h 260086"/>
              <a:gd name="connsiteX81" fmla="*/ 93648 w 765852"/>
              <a:gd name="connsiteY81" fmla="*/ 26792 h 260086"/>
              <a:gd name="connsiteX82" fmla="*/ 187296 w 765852"/>
              <a:gd name="connsiteY82" fmla="*/ 26792 h 260086"/>
              <a:gd name="connsiteX83" fmla="*/ 187296 w 765852"/>
              <a:gd name="connsiteY83" fmla="*/ 2119 h 260086"/>
              <a:gd name="connsiteX84" fmla="*/ 140023 w 765852"/>
              <a:gd name="connsiteY84" fmla="*/ 2119 h 260086"/>
              <a:gd name="connsiteX85" fmla="*/ 95958 w 765852"/>
              <a:gd name="connsiteY85" fmla="*/ 23793 h 260086"/>
              <a:gd name="connsiteX86" fmla="*/ 514844 w 765852"/>
              <a:gd name="connsiteY86" fmla="*/ 164677 h 260086"/>
              <a:gd name="connsiteX87" fmla="*/ 540232 w 765852"/>
              <a:gd name="connsiteY87" fmla="*/ 164677 h 260086"/>
              <a:gd name="connsiteX88" fmla="*/ 540232 w 765852"/>
              <a:gd name="connsiteY88" fmla="*/ 2119 h 260086"/>
              <a:gd name="connsiteX89" fmla="*/ 514844 w 765852"/>
              <a:gd name="connsiteY89" fmla="*/ 2119 h 260086"/>
              <a:gd name="connsiteX90" fmla="*/ 514844 w 765852"/>
              <a:gd name="connsiteY90" fmla="*/ 164677 h 260086"/>
              <a:gd name="connsiteX91" fmla="*/ 495205 w 765852"/>
              <a:gd name="connsiteY91" fmla="*/ 259554 h 260086"/>
              <a:gd name="connsiteX92" fmla="*/ 502915 w 765852"/>
              <a:gd name="connsiteY92" fmla="*/ 259554 h 260086"/>
              <a:gd name="connsiteX93" fmla="*/ 502915 w 765852"/>
              <a:gd name="connsiteY93" fmla="*/ 197523 h 260086"/>
              <a:gd name="connsiteX94" fmla="*/ 495205 w 765852"/>
              <a:gd name="connsiteY94" fmla="*/ 197523 h 260086"/>
              <a:gd name="connsiteX95" fmla="*/ 495205 w 765852"/>
              <a:gd name="connsiteY95" fmla="*/ 259554 h 260086"/>
              <a:gd name="connsiteX96" fmla="*/ 544816 w 765852"/>
              <a:gd name="connsiteY96" fmla="*/ 204613 h 260086"/>
              <a:gd name="connsiteX97" fmla="*/ 564923 w 765852"/>
              <a:gd name="connsiteY97" fmla="*/ 204613 h 260086"/>
              <a:gd name="connsiteX98" fmla="*/ 564923 w 765852"/>
              <a:gd name="connsiteY98" fmla="*/ 259554 h 260086"/>
              <a:gd name="connsiteX99" fmla="*/ 572633 w 765852"/>
              <a:gd name="connsiteY99" fmla="*/ 259554 h 260086"/>
              <a:gd name="connsiteX100" fmla="*/ 572633 w 765852"/>
              <a:gd name="connsiteY100" fmla="*/ 204613 h 260086"/>
              <a:gd name="connsiteX101" fmla="*/ 592740 w 765852"/>
              <a:gd name="connsiteY101" fmla="*/ 204613 h 260086"/>
              <a:gd name="connsiteX102" fmla="*/ 592740 w 765852"/>
              <a:gd name="connsiteY102" fmla="*/ 197523 h 260086"/>
              <a:gd name="connsiteX103" fmla="*/ 544816 w 765852"/>
              <a:gd name="connsiteY103" fmla="*/ 197523 h 260086"/>
              <a:gd name="connsiteX104" fmla="*/ 544816 w 765852"/>
              <a:gd name="connsiteY104" fmla="*/ 204613 h 260086"/>
              <a:gd name="connsiteX105" fmla="*/ 287389 w 765852"/>
              <a:gd name="connsiteY105" fmla="*/ 2119 h 260086"/>
              <a:gd name="connsiteX106" fmla="*/ 345234 w 765852"/>
              <a:gd name="connsiteY106" fmla="*/ 140105 h 260086"/>
              <a:gd name="connsiteX107" fmla="*/ 381413 w 765852"/>
              <a:gd name="connsiteY107" fmla="*/ 166796 h 260086"/>
              <a:gd name="connsiteX108" fmla="*/ 382899 w 765852"/>
              <a:gd name="connsiteY108" fmla="*/ 166796 h 260086"/>
              <a:gd name="connsiteX109" fmla="*/ 316692 w 765852"/>
              <a:gd name="connsiteY109" fmla="*/ 2119 h 260086"/>
              <a:gd name="connsiteX110" fmla="*/ 287389 w 765852"/>
              <a:gd name="connsiteY110" fmla="*/ 2119 h 260086"/>
              <a:gd name="connsiteX111" fmla="*/ 443549 w 765852"/>
              <a:gd name="connsiteY111" fmla="*/ 199871 h 260086"/>
              <a:gd name="connsiteX112" fmla="*/ 432739 w 765852"/>
              <a:gd name="connsiteY112" fmla="*/ 197523 h 260086"/>
              <a:gd name="connsiteX113" fmla="*/ 408910 w 765852"/>
              <a:gd name="connsiteY113" fmla="*/ 197523 h 260086"/>
              <a:gd name="connsiteX114" fmla="*/ 408910 w 765852"/>
              <a:gd name="connsiteY114" fmla="*/ 259554 h 260086"/>
              <a:gd name="connsiteX115" fmla="*/ 416621 w 765852"/>
              <a:gd name="connsiteY115" fmla="*/ 259554 h 260086"/>
              <a:gd name="connsiteX116" fmla="*/ 416621 w 765852"/>
              <a:gd name="connsiteY116" fmla="*/ 235716 h 260086"/>
              <a:gd name="connsiteX117" fmla="*/ 432748 w 765852"/>
              <a:gd name="connsiteY117" fmla="*/ 235716 h 260086"/>
              <a:gd name="connsiteX118" fmla="*/ 443512 w 765852"/>
              <a:gd name="connsiteY118" fmla="*/ 233368 h 260086"/>
              <a:gd name="connsiteX119" fmla="*/ 450728 w 765852"/>
              <a:gd name="connsiteY119" fmla="*/ 226681 h 260086"/>
              <a:gd name="connsiteX120" fmla="*/ 453295 w 765852"/>
              <a:gd name="connsiteY120" fmla="*/ 216583 h 260086"/>
              <a:gd name="connsiteX121" fmla="*/ 450774 w 765852"/>
              <a:gd name="connsiteY121" fmla="*/ 206521 h 260086"/>
              <a:gd name="connsiteX122" fmla="*/ 443558 w 765852"/>
              <a:gd name="connsiteY122" fmla="*/ 199871 h 260086"/>
              <a:gd name="connsiteX123" fmla="*/ 441779 w 765852"/>
              <a:gd name="connsiteY123" fmla="*/ 225351 h 260086"/>
              <a:gd name="connsiteX124" fmla="*/ 432033 w 765852"/>
              <a:gd name="connsiteY124" fmla="*/ 228635 h 260086"/>
              <a:gd name="connsiteX125" fmla="*/ 416621 w 765852"/>
              <a:gd name="connsiteY125" fmla="*/ 228635 h 260086"/>
              <a:gd name="connsiteX126" fmla="*/ 416621 w 765852"/>
              <a:gd name="connsiteY126" fmla="*/ 204622 h 260086"/>
              <a:gd name="connsiteX127" fmla="*/ 432125 w 765852"/>
              <a:gd name="connsiteY127" fmla="*/ 204622 h 260086"/>
              <a:gd name="connsiteX128" fmla="*/ 441825 w 765852"/>
              <a:gd name="connsiteY128" fmla="*/ 207860 h 260086"/>
              <a:gd name="connsiteX129" fmla="*/ 445410 w 765852"/>
              <a:gd name="connsiteY129" fmla="*/ 216592 h 260086"/>
              <a:gd name="connsiteX130" fmla="*/ 441779 w 765852"/>
              <a:gd name="connsiteY130" fmla="*/ 225361 h 260086"/>
              <a:gd name="connsiteX131" fmla="*/ 382889 w 765852"/>
              <a:gd name="connsiteY131" fmla="*/ 166805 h 260086"/>
              <a:gd name="connsiteX132" fmla="*/ 384375 w 765852"/>
              <a:gd name="connsiteY132" fmla="*/ 166805 h 260086"/>
              <a:gd name="connsiteX133" fmla="*/ 420554 w 765852"/>
              <a:gd name="connsiteY133" fmla="*/ 140114 h 260086"/>
              <a:gd name="connsiteX134" fmla="*/ 478399 w 765852"/>
              <a:gd name="connsiteY134" fmla="*/ 2128 h 260086"/>
              <a:gd name="connsiteX135" fmla="*/ 449096 w 765852"/>
              <a:gd name="connsiteY135" fmla="*/ 2128 h 260086"/>
              <a:gd name="connsiteX136" fmla="*/ 382889 w 765852"/>
              <a:gd name="connsiteY136" fmla="*/ 166814 h 260086"/>
              <a:gd name="connsiteX137" fmla="*/ 644368 w 765852"/>
              <a:gd name="connsiteY137" fmla="*/ 197523 h 260086"/>
              <a:gd name="connsiteX138" fmla="*/ 620714 w 765852"/>
              <a:gd name="connsiteY138" fmla="*/ 259554 h 260086"/>
              <a:gd name="connsiteX139" fmla="*/ 628690 w 765852"/>
              <a:gd name="connsiteY139" fmla="*/ 259554 h 260086"/>
              <a:gd name="connsiteX140" fmla="*/ 635246 w 765852"/>
              <a:gd name="connsiteY140" fmla="*/ 242806 h 260086"/>
              <a:gd name="connsiteX141" fmla="*/ 662266 w 765852"/>
              <a:gd name="connsiteY141" fmla="*/ 242806 h 260086"/>
              <a:gd name="connsiteX142" fmla="*/ 668821 w 765852"/>
              <a:gd name="connsiteY142" fmla="*/ 259554 h 260086"/>
              <a:gd name="connsiteX143" fmla="*/ 677055 w 765852"/>
              <a:gd name="connsiteY143" fmla="*/ 259554 h 260086"/>
              <a:gd name="connsiteX144" fmla="*/ 653491 w 765852"/>
              <a:gd name="connsiteY144" fmla="*/ 197523 h 260086"/>
              <a:gd name="connsiteX145" fmla="*/ 644368 w 765852"/>
              <a:gd name="connsiteY145" fmla="*/ 197523 h 260086"/>
              <a:gd name="connsiteX146" fmla="*/ 637547 w 765852"/>
              <a:gd name="connsiteY146" fmla="*/ 235808 h 260086"/>
              <a:gd name="connsiteX147" fmla="*/ 648705 w 765852"/>
              <a:gd name="connsiteY147" fmla="*/ 205943 h 260086"/>
              <a:gd name="connsiteX148" fmla="*/ 659955 w 765852"/>
              <a:gd name="connsiteY148" fmla="*/ 235808 h 260086"/>
              <a:gd name="connsiteX149" fmla="*/ 637538 w 765852"/>
              <a:gd name="connsiteY149" fmla="*/ 235808 h 260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</a:cxnLst>
            <a:rect l="l" t="t" r="r" b="b"/>
            <a:pathLst>
              <a:path w="765852" h="260086">
                <a:moveTo>
                  <a:pt x="739575" y="143884"/>
                </a:moveTo>
                <a:cubicBezTo>
                  <a:pt x="756519" y="128906"/>
                  <a:pt x="765852" y="107425"/>
                  <a:pt x="765852" y="83403"/>
                </a:cubicBezTo>
                <a:cubicBezTo>
                  <a:pt x="765852" y="59381"/>
                  <a:pt x="756519" y="37899"/>
                  <a:pt x="739575" y="22921"/>
                </a:cubicBezTo>
                <a:cubicBezTo>
                  <a:pt x="722613" y="7925"/>
                  <a:pt x="699307" y="0"/>
                  <a:pt x="672177" y="0"/>
                </a:cubicBezTo>
                <a:cubicBezTo>
                  <a:pt x="645047" y="0"/>
                  <a:pt x="621740" y="7925"/>
                  <a:pt x="604779" y="22921"/>
                </a:cubicBezTo>
                <a:cubicBezTo>
                  <a:pt x="587835" y="37899"/>
                  <a:pt x="578501" y="59381"/>
                  <a:pt x="578501" y="83403"/>
                </a:cubicBezTo>
                <a:cubicBezTo>
                  <a:pt x="578501" y="107425"/>
                  <a:pt x="587835" y="128906"/>
                  <a:pt x="604779" y="143884"/>
                </a:cubicBezTo>
                <a:cubicBezTo>
                  <a:pt x="621740" y="158881"/>
                  <a:pt x="645047" y="166805"/>
                  <a:pt x="672177" y="166805"/>
                </a:cubicBezTo>
                <a:cubicBezTo>
                  <a:pt x="699307" y="166805"/>
                  <a:pt x="722613" y="158881"/>
                  <a:pt x="739575" y="143884"/>
                </a:cubicBezTo>
                <a:close/>
                <a:moveTo>
                  <a:pt x="604595" y="83403"/>
                </a:moveTo>
                <a:cubicBezTo>
                  <a:pt x="604595" y="66489"/>
                  <a:pt x="610821" y="52135"/>
                  <a:pt x="622611" y="41871"/>
                </a:cubicBezTo>
                <a:cubicBezTo>
                  <a:pt x="634751" y="31305"/>
                  <a:pt x="651887" y="25719"/>
                  <a:pt x="672177" y="25719"/>
                </a:cubicBezTo>
                <a:cubicBezTo>
                  <a:pt x="692467" y="25719"/>
                  <a:pt x="709603" y="31305"/>
                  <a:pt x="721742" y="41871"/>
                </a:cubicBezTo>
                <a:cubicBezTo>
                  <a:pt x="733524" y="52126"/>
                  <a:pt x="739759" y="66489"/>
                  <a:pt x="739759" y="83403"/>
                </a:cubicBezTo>
                <a:cubicBezTo>
                  <a:pt x="739759" y="100316"/>
                  <a:pt x="733533" y="114671"/>
                  <a:pt x="721742" y="124934"/>
                </a:cubicBezTo>
                <a:cubicBezTo>
                  <a:pt x="709603" y="135501"/>
                  <a:pt x="692467" y="141077"/>
                  <a:pt x="672177" y="141077"/>
                </a:cubicBezTo>
                <a:cubicBezTo>
                  <a:pt x="651887" y="141077"/>
                  <a:pt x="634741" y="135491"/>
                  <a:pt x="622611" y="124934"/>
                </a:cubicBezTo>
                <a:cubicBezTo>
                  <a:pt x="610830" y="114671"/>
                  <a:pt x="604595" y="100316"/>
                  <a:pt x="604595" y="83403"/>
                </a:cubicBezTo>
                <a:close/>
                <a:moveTo>
                  <a:pt x="238310" y="207181"/>
                </a:moveTo>
                <a:cubicBezTo>
                  <a:pt x="241556" y="205118"/>
                  <a:pt x="245306" y="204081"/>
                  <a:pt x="249560" y="204081"/>
                </a:cubicBezTo>
                <a:cubicBezTo>
                  <a:pt x="254282" y="204081"/>
                  <a:pt x="258288" y="205292"/>
                  <a:pt x="261562" y="207713"/>
                </a:cubicBezTo>
                <a:cubicBezTo>
                  <a:pt x="264835" y="210135"/>
                  <a:pt x="267035" y="213501"/>
                  <a:pt x="268163" y="217812"/>
                </a:cubicBezTo>
                <a:lnTo>
                  <a:pt x="275874" y="217812"/>
                </a:lnTo>
                <a:cubicBezTo>
                  <a:pt x="274691" y="211373"/>
                  <a:pt x="271784" y="206292"/>
                  <a:pt x="267145" y="202568"/>
                </a:cubicBezTo>
                <a:cubicBezTo>
                  <a:pt x="262506" y="198844"/>
                  <a:pt x="256766" y="196982"/>
                  <a:pt x="249917" y="196982"/>
                </a:cubicBezTo>
                <a:cubicBezTo>
                  <a:pt x="244013" y="196982"/>
                  <a:pt x="238814" y="198293"/>
                  <a:pt x="234322" y="200926"/>
                </a:cubicBezTo>
                <a:cubicBezTo>
                  <a:pt x="229838" y="203558"/>
                  <a:pt x="226382" y="207264"/>
                  <a:pt x="223961" y="212052"/>
                </a:cubicBezTo>
                <a:cubicBezTo>
                  <a:pt x="221541" y="216840"/>
                  <a:pt x="220330" y="222334"/>
                  <a:pt x="220330" y="228534"/>
                </a:cubicBezTo>
                <a:cubicBezTo>
                  <a:pt x="220330" y="234734"/>
                  <a:pt x="221541" y="240302"/>
                  <a:pt x="223961" y="245062"/>
                </a:cubicBezTo>
                <a:cubicBezTo>
                  <a:pt x="226382" y="249823"/>
                  <a:pt x="229838" y="253510"/>
                  <a:pt x="234322" y="256142"/>
                </a:cubicBezTo>
                <a:cubicBezTo>
                  <a:pt x="238805" y="258775"/>
                  <a:pt x="244004" y="260086"/>
                  <a:pt x="249917" y="260086"/>
                </a:cubicBezTo>
                <a:cubicBezTo>
                  <a:pt x="256831" y="260086"/>
                  <a:pt x="262570" y="258224"/>
                  <a:pt x="267145" y="254501"/>
                </a:cubicBezTo>
                <a:cubicBezTo>
                  <a:pt x="271720" y="250777"/>
                  <a:pt x="274599" y="245695"/>
                  <a:pt x="275782" y="239256"/>
                </a:cubicBezTo>
                <a:lnTo>
                  <a:pt x="268071" y="239256"/>
                </a:lnTo>
                <a:cubicBezTo>
                  <a:pt x="266888" y="243631"/>
                  <a:pt x="264706" y="247007"/>
                  <a:pt x="261516" y="249401"/>
                </a:cubicBezTo>
                <a:cubicBezTo>
                  <a:pt x="258325" y="251795"/>
                  <a:pt x="254337" y="252987"/>
                  <a:pt x="249560" y="252987"/>
                </a:cubicBezTo>
                <a:cubicBezTo>
                  <a:pt x="245306" y="252987"/>
                  <a:pt x="241556" y="251951"/>
                  <a:pt x="238310" y="249887"/>
                </a:cubicBezTo>
                <a:cubicBezTo>
                  <a:pt x="235064" y="247823"/>
                  <a:pt x="232561" y="244925"/>
                  <a:pt x="230828" y="241201"/>
                </a:cubicBezTo>
                <a:cubicBezTo>
                  <a:pt x="229086" y="237477"/>
                  <a:pt x="228215" y="233258"/>
                  <a:pt x="228215" y="228525"/>
                </a:cubicBezTo>
                <a:cubicBezTo>
                  <a:pt x="228215" y="223792"/>
                  <a:pt x="229086" y="219499"/>
                  <a:pt x="230828" y="215812"/>
                </a:cubicBezTo>
                <a:cubicBezTo>
                  <a:pt x="232570" y="212125"/>
                  <a:pt x="235064" y="209245"/>
                  <a:pt x="238310" y="207172"/>
                </a:cubicBezTo>
                <a:close/>
                <a:moveTo>
                  <a:pt x="335580" y="197523"/>
                </a:moveTo>
                <a:lnTo>
                  <a:pt x="311925" y="259554"/>
                </a:lnTo>
                <a:lnTo>
                  <a:pt x="319892" y="259554"/>
                </a:lnTo>
                <a:lnTo>
                  <a:pt x="326448" y="242806"/>
                </a:lnTo>
                <a:lnTo>
                  <a:pt x="353467" y="242806"/>
                </a:lnTo>
                <a:lnTo>
                  <a:pt x="360023" y="259554"/>
                </a:lnTo>
                <a:lnTo>
                  <a:pt x="368256" y="259554"/>
                </a:lnTo>
                <a:lnTo>
                  <a:pt x="344693" y="197523"/>
                </a:lnTo>
                <a:lnTo>
                  <a:pt x="335570" y="197523"/>
                </a:lnTo>
                <a:close/>
                <a:moveTo>
                  <a:pt x="328758" y="235808"/>
                </a:moveTo>
                <a:lnTo>
                  <a:pt x="339916" y="205943"/>
                </a:lnTo>
                <a:lnTo>
                  <a:pt x="351166" y="235808"/>
                </a:lnTo>
                <a:lnTo>
                  <a:pt x="328749" y="235808"/>
                </a:lnTo>
                <a:close/>
                <a:moveTo>
                  <a:pt x="725437" y="197523"/>
                </a:moveTo>
                <a:lnTo>
                  <a:pt x="717736" y="197523"/>
                </a:lnTo>
                <a:lnTo>
                  <a:pt x="717736" y="259554"/>
                </a:lnTo>
                <a:lnTo>
                  <a:pt x="753704" y="259554"/>
                </a:lnTo>
                <a:lnTo>
                  <a:pt x="753704" y="252464"/>
                </a:lnTo>
                <a:lnTo>
                  <a:pt x="725446" y="252464"/>
                </a:lnTo>
                <a:lnTo>
                  <a:pt x="725446" y="197523"/>
                </a:lnTo>
                <a:close/>
                <a:moveTo>
                  <a:pt x="250953" y="2119"/>
                </a:moveTo>
                <a:lnTo>
                  <a:pt x="225566" y="2119"/>
                </a:lnTo>
                <a:lnTo>
                  <a:pt x="225566" y="164677"/>
                </a:lnTo>
                <a:lnTo>
                  <a:pt x="250953" y="164677"/>
                </a:lnTo>
                <a:lnTo>
                  <a:pt x="250953" y="2119"/>
                </a:lnTo>
                <a:close/>
                <a:moveTo>
                  <a:pt x="80592" y="62692"/>
                </a:moveTo>
                <a:lnTo>
                  <a:pt x="80592" y="164687"/>
                </a:lnTo>
                <a:cubicBezTo>
                  <a:pt x="80592" y="164687"/>
                  <a:pt x="106732" y="164687"/>
                  <a:pt x="106732" y="164687"/>
                </a:cubicBezTo>
                <a:lnTo>
                  <a:pt x="106713" y="62692"/>
                </a:lnTo>
                <a:cubicBezTo>
                  <a:pt x="106713" y="50282"/>
                  <a:pt x="102707" y="38523"/>
                  <a:pt x="95124" y="28700"/>
                </a:cubicBezTo>
                <a:lnTo>
                  <a:pt x="93648" y="26792"/>
                </a:lnTo>
                <a:lnTo>
                  <a:pt x="92172" y="28700"/>
                </a:lnTo>
                <a:cubicBezTo>
                  <a:pt x="84589" y="38523"/>
                  <a:pt x="80583" y="50273"/>
                  <a:pt x="80583" y="62692"/>
                </a:cubicBezTo>
                <a:close/>
                <a:moveTo>
                  <a:pt x="47273" y="2119"/>
                </a:moveTo>
                <a:lnTo>
                  <a:pt x="0" y="2119"/>
                </a:lnTo>
                <a:lnTo>
                  <a:pt x="0" y="26792"/>
                </a:lnTo>
                <a:lnTo>
                  <a:pt x="93648" y="26792"/>
                </a:lnTo>
                <a:lnTo>
                  <a:pt x="91328" y="23793"/>
                </a:lnTo>
                <a:cubicBezTo>
                  <a:pt x="80693" y="10025"/>
                  <a:pt x="64629" y="2119"/>
                  <a:pt x="47273" y="2119"/>
                </a:cubicBezTo>
                <a:close/>
                <a:moveTo>
                  <a:pt x="95968" y="23793"/>
                </a:moveTo>
                <a:lnTo>
                  <a:pt x="93648" y="26792"/>
                </a:lnTo>
                <a:lnTo>
                  <a:pt x="187296" y="26792"/>
                </a:lnTo>
                <a:lnTo>
                  <a:pt x="187296" y="2119"/>
                </a:lnTo>
                <a:lnTo>
                  <a:pt x="140023" y="2119"/>
                </a:lnTo>
                <a:cubicBezTo>
                  <a:pt x="122657" y="2119"/>
                  <a:pt x="106603" y="10016"/>
                  <a:pt x="95958" y="23793"/>
                </a:cubicBezTo>
                <a:close/>
                <a:moveTo>
                  <a:pt x="514844" y="164677"/>
                </a:moveTo>
                <a:lnTo>
                  <a:pt x="540232" y="164677"/>
                </a:lnTo>
                <a:lnTo>
                  <a:pt x="540232" y="2119"/>
                </a:lnTo>
                <a:lnTo>
                  <a:pt x="514844" y="2119"/>
                </a:lnTo>
                <a:lnTo>
                  <a:pt x="514844" y="164677"/>
                </a:lnTo>
                <a:close/>
                <a:moveTo>
                  <a:pt x="495205" y="259554"/>
                </a:moveTo>
                <a:lnTo>
                  <a:pt x="502915" y="259554"/>
                </a:lnTo>
                <a:lnTo>
                  <a:pt x="502915" y="197523"/>
                </a:lnTo>
                <a:lnTo>
                  <a:pt x="495205" y="197523"/>
                </a:lnTo>
                <a:lnTo>
                  <a:pt x="495205" y="259554"/>
                </a:lnTo>
                <a:close/>
                <a:moveTo>
                  <a:pt x="544816" y="204613"/>
                </a:moveTo>
                <a:lnTo>
                  <a:pt x="564923" y="204613"/>
                </a:lnTo>
                <a:lnTo>
                  <a:pt x="564923" y="259554"/>
                </a:lnTo>
                <a:lnTo>
                  <a:pt x="572633" y="259554"/>
                </a:lnTo>
                <a:lnTo>
                  <a:pt x="572633" y="204613"/>
                </a:lnTo>
                <a:lnTo>
                  <a:pt x="592740" y="204613"/>
                </a:lnTo>
                <a:lnTo>
                  <a:pt x="592740" y="197523"/>
                </a:lnTo>
                <a:lnTo>
                  <a:pt x="544816" y="197523"/>
                </a:lnTo>
                <a:lnTo>
                  <a:pt x="544816" y="204613"/>
                </a:lnTo>
                <a:close/>
                <a:moveTo>
                  <a:pt x="287389" y="2119"/>
                </a:moveTo>
                <a:cubicBezTo>
                  <a:pt x="287389" y="2119"/>
                  <a:pt x="335680" y="117220"/>
                  <a:pt x="345234" y="140105"/>
                </a:cubicBezTo>
                <a:cubicBezTo>
                  <a:pt x="356374" y="166796"/>
                  <a:pt x="374464" y="166796"/>
                  <a:pt x="381413" y="166796"/>
                </a:cubicBezTo>
                <a:lnTo>
                  <a:pt x="382899" y="166796"/>
                </a:lnTo>
                <a:lnTo>
                  <a:pt x="316692" y="2119"/>
                </a:lnTo>
                <a:lnTo>
                  <a:pt x="287389" y="2119"/>
                </a:lnTo>
                <a:close/>
                <a:moveTo>
                  <a:pt x="443549" y="199871"/>
                </a:moveTo>
                <a:cubicBezTo>
                  <a:pt x="440413" y="198303"/>
                  <a:pt x="436819" y="197523"/>
                  <a:pt x="432739" y="197523"/>
                </a:cubicBezTo>
                <a:lnTo>
                  <a:pt x="408910" y="197523"/>
                </a:lnTo>
                <a:lnTo>
                  <a:pt x="408910" y="259554"/>
                </a:lnTo>
                <a:lnTo>
                  <a:pt x="416621" y="259554"/>
                </a:lnTo>
                <a:lnTo>
                  <a:pt x="416621" y="235716"/>
                </a:lnTo>
                <a:lnTo>
                  <a:pt x="432748" y="235716"/>
                </a:lnTo>
                <a:cubicBezTo>
                  <a:pt x="436819" y="235716"/>
                  <a:pt x="440413" y="234936"/>
                  <a:pt x="443512" y="233368"/>
                </a:cubicBezTo>
                <a:cubicBezTo>
                  <a:pt x="446611" y="231799"/>
                  <a:pt x="449013" y="229571"/>
                  <a:pt x="450728" y="226681"/>
                </a:cubicBezTo>
                <a:cubicBezTo>
                  <a:pt x="452442" y="223783"/>
                  <a:pt x="453295" y="220417"/>
                  <a:pt x="453295" y="216583"/>
                </a:cubicBezTo>
                <a:cubicBezTo>
                  <a:pt x="453295" y="212749"/>
                  <a:pt x="452452" y="209392"/>
                  <a:pt x="450774" y="206521"/>
                </a:cubicBezTo>
                <a:cubicBezTo>
                  <a:pt x="449087" y="203659"/>
                  <a:pt x="446685" y="201439"/>
                  <a:pt x="443558" y="199871"/>
                </a:cubicBezTo>
                <a:close/>
                <a:moveTo>
                  <a:pt x="441779" y="225351"/>
                </a:moveTo>
                <a:cubicBezTo>
                  <a:pt x="439359" y="227534"/>
                  <a:pt x="436113" y="228635"/>
                  <a:pt x="432033" y="228635"/>
                </a:cubicBezTo>
                <a:lnTo>
                  <a:pt x="416621" y="228635"/>
                </a:lnTo>
                <a:lnTo>
                  <a:pt x="416621" y="204622"/>
                </a:lnTo>
                <a:lnTo>
                  <a:pt x="432125" y="204622"/>
                </a:lnTo>
                <a:cubicBezTo>
                  <a:pt x="436196" y="204622"/>
                  <a:pt x="439432" y="205705"/>
                  <a:pt x="441825" y="207860"/>
                </a:cubicBezTo>
                <a:cubicBezTo>
                  <a:pt x="444218" y="210015"/>
                  <a:pt x="445410" y="212923"/>
                  <a:pt x="445410" y="216592"/>
                </a:cubicBezTo>
                <a:cubicBezTo>
                  <a:pt x="445410" y="220261"/>
                  <a:pt x="444200" y="223178"/>
                  <a:pt x="441779" y="225361"/>
                </a:cubicBezTo>
                <a:close/>
                <a:moveTo>
                  <a:pt x="382889" y="166805"/>
                </a:moveTo>
                <a:lnTo>
                  <a:pt x="384375" y="166805"/>
                </a:lnTo>
                <a:cubicBezTo>
                  <a:pt x="391334" y="166805"/>
                  <a:pt x="409423" y="166805"/>
                  <a:pt x="420554" y="140114"/>
                </a:cubicBezTo>
                <a:cubicBezTo>
                  <a:pt x="430099" y="117230"/>
                  <a:pt x="478399" y="2128"/>
                  <a:pt x="478399" y="2128"/>
                </a:cubicBezTo>
                <a:lnTo>
                  <a:pt x="449096" y="2128"/>
                </a:lnTo>
                <a:lnTo>
                  <a:pt x="382889" y="166814"/>
                </a:lnTo>
                <a:close/>
                <a:moveTo>
                  <a:pt x="644368" y="197523"/>
                </a:moveTo>
                <a:lnTo>
                  <a:pt x="620714" y="259554"/>
                </a:lnTo>
                <a:lnTo>
                  <a:pt x="628690" y="259554"/>
                </a:lnTo>
                <a:lnTo>
                  <a:pt x="635246" y="242806"/>
                </a:lnTo>
                <a:lnTo>
                  <a:pt x="662266" y="242806"/>
                </a:lnTo>
                <a:lnTo>
                  <a:pt x="668821" y="259554"/>
                </a:lnTo>
                <a:lnTo>
                  <a:pt x="677055" y="259554"/>
                </a:lnTo>
                <a:lnTo>
                  <a:pt x="653491" y="197523"/>
                </a:lnTo>
                <a:lnTo>
                  <a:pt x="644368" y="197523"/>
                </a:lnTo>
                <a:close/>
                <a:moveTo>
                  <a:pt x="637547" y="235808"/>
                </a:moveTo>
                <a:lnTo>
                  <a:pt x="648705" y="205943"/>
                </a:lnTo>
                <a:lnTo>
                  <a:pt x="659955" y="235808"/>
                </a:lnTo>
                <a:lnTo>
                  <a:pt x="637538" y="235808"/>
                </a:lnTo>
                <a:close/>
              </a:path>
            </a:pathLst>
          </a:custGeom>
          <a:solidFill>
            <a:schemeClr val="bg1"/>
          </a:solidFill>
          <a:ln w="1061" cap="flat">
            <a:noFill/>
            <a:prstDash val="solid"/>
            <a:miter/>
          </a:ln>
        </p:spPr>
        <p:txBody>
          <a:bodyPr rtlCol="0" anchor="ctr"/>
          <a:lstStyle/>
          <a:p>
            <a:endParaRPr lang="pt-BR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079899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65">
          <p15:clr>
            <a:srgbClr val="FBAE40"/>
          </p15:clr>
        </p15:guide>
        <p15:guide id="2" pos="211">
          <p15:clr>
            <a:srgbClr val="FBAE40"/>
          </p15:clr>
        </p15:guide>
        <p15:guide id="3" orient="horz" pos="3997">
          <p15:clr>
            <a:srgbClr val="FBAE40"/>
          </p15:clr>
        </p15:guide>
        <p15:guide id="4" pos="7469">
          <p15:clr>
            <a:srgbClr val="FBAE40"/>
          </p15:clr>
        </p15:guide>
        <p15:guide id="5" orient="horz" pos="232">
          <p15:clr>
            <a:srgbClr val="FBAE40"/>
          </p15:clr>
        </p15:guide>
        <p15:guide id="6" orient="horz" pos="504">
          <p15:clr>
            <a:srgbClr val="FBAE40"/>
          </p15:clr>
        </p15:guide>
        <p15:guide id="7" orient="horz" pos="799">
          <p15:clr>
            <a:srgbClr val="FBAE40"/>
          </p15:clr>
        </p15:guide>
      </p15:sldGuideLst>
    </p:ext>
  </p:extLst>
</p:sldLayout>
</file>

<file path=ppt/slideLayouts/slideLayout15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696213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944809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65">
          <p15:clr>
            <a:srgbClr val="FBAE40"/>
          </p15:clr>
        </p15:guide>
        <p15:guide id="2" pos="211">
          <p15:clr>
            <a:srgbClr val="FBAE40"/>
          </p15:clr>
        </p15:guide>
        <p15:guide id="3" orient="horz" pos="482">
          <p15:clr>
            <a:srgbClr val="FBAE40"/>
          </p15:clr>
        </p15:guide>
        <p15:guide id="4" pos="7469">
          <p15:clr>
            <a:srgbClr val="FBAE40"/>
          </p15:clr>
        </p15:guide>
      </p15:sldGuideLst>
    </p:ext>
  </p:extLst>
</p:sldLayout>
</file>

<file path=ppt/slideLayouts/slideLayout1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132BCE3-A04F-8602-64F7-7623C7EAF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25249" y="6475413"/>
            <a:ext cx="295275" cy="1692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 sz="1100">
                <a:latin typeface="Versos" panose="020B0503020204030204" pitchFamily="34" charset="0"/>
                <a:cs typeface="Versos" panose="020B0503020204030204" pitchFamily="34" charset="0"/>
              </a:defRPr>
            </a:lvl1pPr>
          </a:lstStyle>
          <a:p>
            <a:fld id="{77667D73-C69A-4DAA-9003-24A825D36FE9}" type="slidenum">
              <a:rPr lang="pt-BR" smtClean="0"/>
              <a:pPr/>
              <a:t>‹#›</a:t>
            </a:fld>
            <a:endParaRPr lang="pt-BR"/>
          </a:p>
        </p:txBody>
      </p:sp>
      <p:pic>
        <p:nvPicPr>
          <p:cNvPr id="3" name="Picture 8">
            <a:extLst>
              <a:ext uri="{FF2B5EF4-FFF2-40B4-BE49-F238E27FC236}">
                <a16:creationId xmlns:a16="http://schemas.microsoft.com/office/drawing/2014/main" id="{B7B3B770-9B14-1379-A09F-1CBACC59D407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-8117" t="-23966" r="-8117" b="-23966"/>
          <a:stretch/>
        </p:blipFill>
        <p:spPr>
          <a:xfrm>
            <a:off x="10770615" y="290513"/>
            <a:ext cx="1125316" cy="4873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43451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446">
          <p15:clr>
            <a:srgbClr val="FBAE40"/>
          </p15:clr>
        </p15:guide>
        <p15:guide id="2" orient="horz" pos="3974">
          <p15:clr>
            <a:srgbClr val="FBAE40"/>
          </p15:clr>
        </p15:guide>
        <p15:guide id="3" orient="horz" pos="232">
          <p15:clr>
            <a:srgbClr val="FBAE40"/>
          </p15:clr>
        </p15:guide>
        <p15:guide id="4" pos="234">
          <p15:clr>
            <a:srgbClr val="FBAE40"/>
          </p15:clr>
        </p15:guide>
      </p15:sldGuideLst>
    </p:ext>
  </p:extLst>
</p:sldLayout>
</file>

<file path=ppt/slideLayouts/slideLayout16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apa 01 - F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7">
            <a:extLst>
              <a:ext uri="{FF2B5EF4-FFF2-40B4-BE49-F238E27FC236}">
                <a16:creationId xmlns:a16="http://schemas.microsoft.com/office/drawing/2014/main" id="{A68C5C04-9F9C-AD5B-8544-86BD159ED555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 lIns="0" tIns="0" rIns="0" bIns="972000" anchor="ctr" anchorCtr="0">
            <a:noAutofit/>
          </a:bodyPr>
          <a:lstStyle>
            <a:lvl1pPr algn="ctr">
              <a:defRPr sz="2400">
                <a:solidFill>
                  <a:schemeClr val="bg2">
                    <a:lumMod val="90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AAA4D9F5-240A-9CC5-1EF0-9AAA83CC690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7988" y="1113017"/>
            <a:ext cx="4233853" cy="1046440"/>
          </a:xfrm>
          <a:prstGeom prst="rect">
            <a:avLst/>
          </a:prstGeom>
          <a:noFill/>
        </p:spPr>
        <p:txBody>
          <a:bodyPr lIns="0" tIns="0" rIns="0" bIns="0" anchor="b" anchorCtr="0"/>
          <a:lstStyle>
            <a:lvl1pPr marL="0" indent="0">
              <a:buNone/>
              <a:defRPr sz="3400">
                <a:solidFill>
                  <a:schemeClr val="bg1"/>
                </a:solidFill>
                <a:latin typeface="Versos Light" panose="020B0403020204030204" pitchFamily="34" charset="0"/>
              </a:defRPr>
            </a:lvl1pPr>
          </a:lstStyle>
          <a:p>
            <a:pPr lvl="0"/>
            <a:r>
              <a:rPr lang="en-US" err="1"/>
              <a:t>Título</a:t>
            </a:r>
            <a:r>
              <a:rPr lang="en-US"/>
              <a:t> Template</a:t>
            </a:r>
          </a:p>
          <a:p>
            <a:pPr lvl="0"/>
            <a:r>
              <a:rPr lang="en-US" err="1"/>
              <a:t>Padrão</a:t>
            </a:r>
            <a:r>
              <a:rPr lang="en-US"/>
              <a:t> </a:t>
            </a:r>
            <a:r>
              <a:rPr lang="en-US" err="1"/>
              <a:t>Exemplo</a:t>
            </a:r>
            <a:endParaRPr lang="en-US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3AE31B1-0E8A-430C-61E0-A4A65D4D936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07988" y="2159779"/>
            <a:ext cx="4233853" cy="307777"/>
          </a:xfrm>
          <a:prstGeom prst="rect">
            <a:avLst/>
          </a:prstGeom>
        </p:spPr>
        <p:txBody>
          <a:bodyPr lIns="0" tIns="0" rIns="0" bIns="0"/>
          <a:lstStyle>
            <a:lvl1pPr>
              <a:defRPr lang="en-US" sz="2000" b="1" i="0" u="none" strike="noStrike" kern="1200" cap="none" dirty="0" smtClean="0">
                <a:solidFill>
                  <a:schemeClr val="bg1"/>
                </a:solidFill>
                <a:latin typeface="Versos"/>
                <a:ea typeface="+mj-ea"/>
                <a:cs typeface="+mj-cs"/>
                <a:sym typeface="Arial"/>
              </a:defRPr>
            </a:lvl1pPr>
            <a:lvl2pPr>
              <a:defRPr lang="en-US" sz="2000" b="1" i="0" u="none" strike="noStrike" kern="1200" cap="none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Versos"/>
                <a:ea typeface="+mj-ea"/>
                <a:cs typeface="+mj-cs"/>
                <a:sym typeface="Arial"/>
              </a:defRPr>
            </a:lvl2pPr>
            <a:lvl3pPr>
              <a:defRPr lang="en-US" sz="2000" b="1" i="0" u="none" strike="noStrike" kern="1200" cap="none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Versos"/>
                <a:ea typeface="+mj-ea"/>
                <a:cs typeface="+mj-cs"/>
                <a:sym typeface="Arial"/>
              </a:defRPr>
            </a:lvl3pPr>
            <a:lvl4pPr>
              <a:defRPr lang="en-US" sz="2000" b="1" i="0" u="none" strike="noStrike" kern="1200" cap="none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Versos"/>
                <a:ea typeface="+mj-ea"/>
                <a:cs typeface="+mj-cs"/>
                <a:sym typeface="Arial"/>
              </a:defRPr>
            </a:lvl4pPr>
            <a:lvl5pPr>
              <a:defRPr lang="pt-BR" sz="2000" b="1" i="0" u="none" strike="noStrike" kern="1200" cap="none" dirty="0">
                <a:solidFill>
                  <a:schemeClr val="tx1">
                    <a:lumMod val="85000"/>
                    <a:lumOff val="15000"/>
                  </a:schemeClr>
                </a:solidFill>
                <a:latin typeface="Versos"/>
                <a:ea typeface="+mj-ea"/>
                <a:cs typeface="+mj-cs"/>
                <a:sym typeface="Arial"/>
              </a:defRPr>
            </a:lvl5pPr>
          </a:lstStyle>
          <a:p>
            <a:pPr lvl="0"/>
            <a:r>
              <a:rPr lang="pt-BR" sz="2000" b="1">
                <a:solidFill>
                  <a:schemeClr val="tx1">
                    <a:lumMod val="85000"/>
                    <a:lumOff val="15000"/>
                  </a:schemeClr>
                </a:solidFill>
                <a:latin typeface="Versos"/>
              </a:rPr>
              <a:t>FIC FIM EXEMPLO</a:t>
            </a:r>
            <a:endParaRPr lang="pt-BR"/>
          </a:p>
        </p:txBody>
      </p:sp>
      <p:sp>
        <p:nvSpPr>
          <p:cNvPr id="2" name="Text Placeholder 20">
            <a:extLst>
              <a:ext uri="{FF2B5EF4-FFF2-40B4-BE49-F238E27FC236}">
                <a16:creationId xmlns:a16="http://schemas.microsoft.com/office/drawing/2014/main" id="{595D97E3-B378-E7B0-4A76-391C0989E8B6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410331" y="6296541"/>
            <a:ext cx="2364803" cy="184666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marR="3081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bg1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1pPr>
            <a:lvl2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2pPr>
            <a:lvl3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3pPr>
            <a:lvl4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4pPr>
            <a:lvl5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pt-BR" sz="1200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5pPr>
          </a:lstStyle>
          <a:p>
            <a:pPr marR="3081">
              <a:lnSpc>
                <a:spcPct val="100000"/>
              </a:lnSpc>
              <a:spcBef>
                <a:spcPts val="0"/>
              </a:spcBef>
              <a:buClrTx/>
              <a:buFontTx/>
            </a:pPr>
            <a:r>
              <a:rPr lang="pt-BR" sz="120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</a:rPr>
              <a:t>Data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7E424369-4F91-BA78-D59E-F025384664D4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9410330" y="6089649"/>
            <a:ext cx="2364803" cy="184666"/>
          </a:xfrm>
          <a:prstGeom prst="rect">
            <a:avLst/>
          </a:prstGeom>
        </p:spPr>
        <p:txBody>
          <a:bodyPr lIns="0" tIns="0" rIns="0" bIns="0"/>
          <a:lstStyle>
            <a:lvl1pPr marL="0" marR="3081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1" i="0" u="none" strike="noStrike" kern="1200" cap="none" dirty="0" smtClean="0">
                <a:solidFill>
                  <a:schemeClr val="bg1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1pPr>
            <a:lvl2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2pPr>
            <a:lvl3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3pPr>
            <a:lvl4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4pPr>
            <a:lvl5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pt-BR" sz="1200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5pPr>
          </a:lstStyle>
          <a:p>
            <a:pPr lvl="0"/>
            <a:r>
              <a:rPr lang="en-US"/>
              <a:t>Nome</a:t>
            </a:r>
            <a:endParaRPr lang="pt-BR"/>
          </a:p>
        </p:txBody>
      </p:sp>
      <p:sp>
        <p:nvSpPr>
          <p:cNvPr id="8" name="Text Placeholder 17">
            <a:extLst>
              <a:ext uri="{FF2B5EF4-FFF2-40B4-BE49-F238E27FC236}">
                <a16:creationId xmlns:a16="http://schemas.microsoft.com/office/drawing/2014/main" id="{D0E34669-E9A0-3031-84E9-7C3208F4EB6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07988" y="5927209"/>
            <a:ext cx="6115360" cy="553998"/>
          </a:xfrm>
          <a:prstGeom prst="rect">
            <a:avLst/>
          </a:prstGeom>
        </p:spPr>
        <p:txBody>
          <a:bodyPr lIns="0" tIns="0" rIns="0" bIns="0"/>
          <a:lstStyle>
            <a:lvl1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bg1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1pPr>
            <a:lvl2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2pPr>
            <a:lvl3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3pPr>
            <a:lvl4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4pPr>
            <a:lvl5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pt-BR" sz="1200" b="0" i="0" u="none" strike="noStrike" kern="1200" cap="none" dirty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5pPr>
          </a:lstStyle>
          <a:p>
            <a:pPr marR="3081">
              <a:lnSpc>
                <a:spcPct val="100000"/>
              </a:lnSpc>
              <a:spcBef>
                <a:spcPts val="0"/>
              </a:spcBef>
              <a:buClrTx/>
              <a:buFontTx/>
            </a:pPr>
            <a:r>
              <a:rPr lang="pt-BR" sz="1200">
                <a:solidFill>
                  <a:schemeClr val="tx2"/>
                </a:solidFill>
                <a:latin typeface="Versos" panose="020B0503020204030204" pitchFamily="34" charset="0"/>
              </a:rPr>
              <a:t>TIVIO </a:t>
            </a:r>
            <a:br>
              <a:rPr lang="pt-BR" sz="1200">
                <a:solidFill>
                  <a:schemeClr val="tx2"/>
                </a:solidFill>
                <a:latin typeface="Versos" panose="020B0503020204030204" pitchFamily="34" charset="0"/>
              </a:rPr>
            </a:br>
            <a:r>
              <a:rPr lang="pt-BR" sz="1200">
                <a:solidFill>
                  <a:schemeClr val="tx2"/>
                </a:solidFill>
                <a:latin typeface="Versos" panose="020B0503020204030204" pitchFamily="34" charset="0"/>
              </a:rPr>
              <a:t>CRÉDITO </a:t>
            </a:r>
            <a:br>
              <a:rPr lang="pt-BR" sz="1200">
                <a:solidFill>
                  <a:schemeClr val="tx2"/>
                </a:solidFill>
                <a:latin typeface="Versos" panose="020B0503020204030204" pitchFamily="34" charset="0"/>
              </a:rPr>
            </a:br>
            <a:r>
              <a:rPr lang="pt-BR" sz="1200">
                <a:solidFill>
                  <a:schemeClr val="tx2"/>
                </a:solidFill>
                <a:latin typeface="Versos" panose="020B0503020204030204" pitchFamily="34" charset="0"/>
              </a:rPr>
              <a:t>ESTRUTURADO</a:t>
            </a:r>
          </a:p>
        </p:txBody>
      </p:sp>
    </p:spTree>
    <p:extLst>
      <p:ext uri="{BB962C8B-B14F-4D97-AF65-F5344CB8AC3E}">
        <p14:creationId xmlns:p14="http://schemas.microsoft.com/office/powerpoint/2010/main" val="395721820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7">
          <p15:clr>
            <a:srgbClr val="FBAE40"/>
          </p15:clr>
        </p15:guide>
        <p15:guide id="2" pos="7423">
          <p15:clr>
            <a:srgbClr val="FBAE40"/>
          </p15:clr>
        </p15:guide>
        <p15:guide id="3" orient="horz" pos="4088">
          <p15:clr>
            <a:srgbClr val="FBAE40"/>
          </p15:clr>
        </p15:guide>
        <p15:guide id="4" orient="horz" pos="3725">
          <p15:clr>
            <a:srgbClr val="FBAE40"/>
          </p15:clr>
        </p15:guide>
        <p15:guide id="5" orient="horz" pos="255">
          <p15:clr>
            <a:srgbClr val="FBAE40"/>
          </p15:clr>
        </p15:guide>
      </p15:sldGuideLst>
    </p:ext>
  </p:extLst>
</p:sldLayout>
</file>

<file path=ppt/slideLayouts/slideLayout16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ivisória - Escur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F53E2E6E-222A-F591-1663-CA402B732DC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7988" y="2938015"/>
            <a:ext cx="4167530" cy="2783977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>
              <a:buNone/>
              <a:defRPr sz="3400">
                <a:solidFill>
                  <a:schemeClr val="bg1"/>
                </a:solidFill>
                <a:latin typeface="Versos Light" panose="020B0403020204030204" pitchFamily="34" charset="0"/>
              </a:defRPr>
            </a:lvl1pPr>
          </a:lstStyle>
          <a:p>
            <a:pPr lvl="0"/>
            <a:r>
              <a:rPr lang="en-US" err="1"/>
              <a:t>Anexos</a:t>
            </a:r>
            <a:endParaRPr lang="en-US"/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96110406-75EA-FDCF-8EC5-7273399369D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07988" y="5722314"/>
            <a:ext cx="4167530" cy="997297"/>
          </a:xfrm>
          <a:prstGeom prst="rect">
            <a:avLst/>
          </a:prstGeom>
        </p:spPr>
        <p:txBody>
          <a:bodyPr lIns="0" tIns="0" rIns="0" bIns="0"/>
          <a:lstStyle>
            <a:lvl1pPr>
              <a:defRPr lang="en-US" sz="2000" b="1" i="0" u="none" strike="noStrike" kern="1200" cap="none" dirty="0" smtClean="0">
                <a:solidFill>
                  <a:schemeClr val="bg1"/>
                </a:solidFill>
                <a:latin typeface="Versos"/>
                <a:ea typeface="+mj-ea"/>
                <a:cs typeface="+mj-cs"/>
                <a:sym typeface="Arial"/>
              </a:defRPr>
            </a:lvl1pPr>
            <a:lvl2pPr>
              <a:defRPr lang="en-US" sz="2000" b="1" i="0" u="none" strike="noStrike" kern="1200" cap="none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Versos"/>
                <a:ea typeface="+mj-ea"/>
                <a:cs typeface="+mj-cs"/>
                <a:sym typeface="Arial"/>
              </a:defRPr>
            </a:lvl2pPr>
            <a:lvl3pPr>
              <a:defRPr lang="en-US" sz="2000" b="1" i="0" u="none" strike="noStrike" kern="1200" cap="none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Versos"/>
                <a:ea typeface="+mj-ea"/>
                <a:cs typeface="+mj-cs"/>
                <a:sym typeface="Arial"/>
              </a:defRPr>
            </a:lvl3pPr>
            <a:lvl4pPr>
              <a:defRPr lang="en-US" sz="2000" b="1" i="0" u="none" strike="noStrike" kern="1200" cap="none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Versos"/>
                <a:ea typeface="+mj-ea"/>
                <a:cs typeface="+mj-cs"/>
                <a:sym typeface="Arial"/>
              </a:defRPr>
            </a:lvl4pPr>
            <a:lvl5pPr>
              <a:defRPr lang="pt-BR" sz="2000" b="1" i="0" u="none" strike="noStrike" kern="1200" cap="none" dirty="0">
                <a:solidFill>
                  <a:schemeClr val="tx1">
                    <a:lumMod val="85000"/>
                    <a:lumOff val="15000"/>
                  </a:schemeClr>
                </a:solidFill>
                <a:latin typeface="Versos"/>
                <a:ea typeface="+mj-ea"/>
                <a:cs typeface="+mj-cs"/>
                <a:sym typeface="Arial"/>
              </a:defRPr>
            </a:lvl5pPr>
          </a:lstStyle>
          <a:p>
            <a:pPr lvl="0"/>
            <a:r>
              <a:rPr lang="pt-BR" sz="2000" b="1">
                <a:solidFill>
                  <a:schemeClr val="tx1">
                    <a:lumMod val="85000"/>
                    <a:lumOff val="15000"/>
                  </a:schemeClr>
                </a:solidFill>
                <a:latin typeface="Versos"/>
              </a:rPr>
              <a:t>FIC FIM EXEMPLO</a:t>
            </a:r>
            <a:endParaRPr lang="pt-BR"/>
          </a:p>
        </p:txBody>
      </p:sp>
      <p:sp>
        <p:nvSpPr>
          <p:cNvPr id="22" name="Text Placeholder 20">
            <a:extLst>
              <a:ext uri="{FF2B5EF4-FFF2-40B4-BE49-F238E27FC236}">
                <a16:creationId xmlns:a16="http://schemas.microsoft.com/office/drawing/2014/main" id="{D681B05B-2386-9C81-6A6D-BFFEF6DED57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096000" y="5804626"/>
            <a:ext cx="1449387" cy="184666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bg1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1pPr>
            <a:lvl2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2pPr>
            <a:lvl3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3pPr>
            <a:lvl4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4pPr>
            <a:lvl5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pt-BR" sz="1200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5pPr>
          </a:lstStyle>
          <a:p>
            <a:pPr marR="3081">
              <a:lnSpc>
                <a:spcPct val="100000"/>
              </a:lnSpc>
              <a:spcBef>
                <a:spcPts val="0"/>
              </a:spcBef>
              <a:buClrTx/>
              <a:buFontTx/>
            </a:pPr>
            <a:r>
              <a:rPr lang="pt-BR" sz="120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</a:rPr>
              <a:t>email@tivio.com</a:t>
            </a:r>
          </a:p>
        </p:txBody>
      </p:sp>
      <p:sp>
        <p:nvSpPr>
          <p:cNvPr id="23" name="Text Placeholder 20">
            <a:extLst>
              <a:ext uri="{FF2B5EF4-FFF2-40B4-BE49-F238E27FC236}">
                <a16:creationId xmlns:a16="http://schemas.microsoft.com/office/drawing/2014/main" id="{ACB2D47A-729B-16A4-3FD8-0779C01BA71B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766083" y="5804626"/>
            <a:ext cx="1449387" cy="184666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bg1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1pPr>
            <a:lvl2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2pPr>
            <a:lvl3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3pPr>
            <a:lvl4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4pPr>
            <a:lvl5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pt-BR" sz="1200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5pPr>
          </a:lstStyle>
          <a:p>
            <a:pPr marR="3081">
              <a:lnSpc>
                <a:spcPct val="100000"/>
              </a:lnSpc>
              <a:spcBef>
                <a:spcPts val="0"/>
              </a:spcBef>
              <a:buClrTx/>
              <a:buFontTx/>
            </a:pPr>
            <a:r>
              <a:rPr lang="pt-BR" sz="120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</a:rPr>
              <a:t>email@tivio.com</a:t>
            </a:r>
          </a:p>
        </p:txBody>
      </p:sp>
      <p:sp>
        <p:nvSpPr>
          <p:cNvPr id="24" name="Text Placeholder 20">
            <a:extLst>
              <a:ext uri="{FF2B5EF4-FFF2-40B4-BE49-F238E27FC236}">
                <a16:creationId xmlns:a16="http://schemas.microsoft.com/office/drawing/2014/main" id="{6392F700-2642-3814-0747-D0EBAE5EE8D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436008" y="5804626"/>
            <a:ext cx="1449387" cy="184666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bg1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1pPr>
            <a:lvl2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2pPr>
            <a:lvl3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3pPr>
            <a:lvl4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4pPr>
            <a:lvl5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pt-BR" sz="1200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5pPr>
          </a:lstStyle>
          <a:p>
            <a:pPr marR="3081">
              <a:lnSpc>
                <a:spcPct val="100000"/>
              </a:lnSpc>
              <a:spcBef>
                <a:spcPts val="0"/>
              </a:spcBef>
              <a:buClrTx/>
              <a:buFontTx/>
            </a:pPr>
            <a:r>
              <a:rPr lang="pt-BR" sz="120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</a:rPr>
              <a:t>email@tivio.com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157C41B9-AF41-31A7-3A0A-19B45968B48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096000" y="5597734"/>
            <a:ext cx="1449387" cy="180000"/>
          </a:xfrm>
          <a:prstGeom prst="rect">
            <a:avLst/>
          </a:prstGeom>
        </p:spPr>
        <p:txBody>
          <a:bodyPr lIns="0" tIns="0" rIns="0" bIns="0"/>
          <a:lstStyle>
            <a:lvl1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1" i="0" u="none" strike="noStrike" kern="1200" cap="none" dirty="0" smtClean="0">
                <a:solidFill>
                  <a:schemeClr val="bg1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1pPr>
            <a:lvl2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2pPr>
            <a:lvl3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3pPr>
            <a:lvl4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4pPr>
            <a:lvl5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pt-BR" sz="1200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5pPr>
          </a:lstStyle>
          <a:p>
            <a:pPr lvl="0"/>
            <a:r>
              <a:rPr lang="en-US"/>
              <a:t>Nome </a:t>
            </a:r>
            <a:r>
              <a:rPr lang="en-US" err="1"/>
              <a:t>Sobrenome</a:t>
            </a:r>
            <a:endParaRPr lang="pt-BR"/>
          </a:p>
        </p:txBody>
      </p:sp>
      <p:sp>
        <p:nvSpPr>
          <p:cNvPr id="26" name="Text Placeholder 41">
            <a:extLst>
              <a:ext uri="{FF2B5EF4-FFF2-40B4-BE49-F238E27FC236}">
                <a16:creationId xmlns:a16="http://schemas.microsoft.com/office/drawing/2014/main" id="{3517E57F-3F51-7633-EEE2-B42F36DCEDB6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7766082" y="5597734"/>
            <a:ext cx="1449387" cy="180000"/>
          </a:xfrm>
          <a:prstGeom prst="rect">
            <a:avLst/>
          </a:prstGeom>
        </p:spPr>
        <p:txBody>
          <a:bodyPr lIns="0" tIns="0" rIns="0" bIns="0"/>
          <a:lstStyle>
            <a:lvl1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1" i="0" u="none" strike="noStrike" kern="1200" cap="none" dirty="0" smtClean="0">
                <a:solidFill>
                  <a:schemeClr val="bg1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1pPr>
            <a:lvl2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2pPr>
            <a:lvl3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3pPr>
            <a:lvl4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4pPr>
            <a:lvl5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pt-BR" sz="1200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5pPr>
          </a:lstStyle>
          <a:p>
            <a:pPr lvl="0"/>
            <a:r>
              <a:rPr lang="en-US"/>
              <a:t>Nome </a:t>
            </a:r>
            <a:r>
              <a:rPr lang="en-US" err="1"/>
              <a:t>Sobrenome</a:t>
            </a:r>
            <a:endParaRPr lang="pt-BR"/>
          </a:p>
        </p:txBody>
      </p:sp>
      <p:sp>
        <p:nvSpPr>
          <p:cNvPr id="27" name="Text Placeholder 41">
            <a:extLst>
              <a:ext uri="{FF2B5EF4-FFF2-40B4-BE49-F238E27FC236}">
                <a16:creationId xmlns:a16="http://schemas.microsoft.com/office/drawing/2014/main" id="{87E0728A-5639-44E4-17A8-459EA60420AA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436007" y="5597734"/>
            <a:ext cx="1449387" cy="180000"/>
          </a:xfrm>
          <a:prstGeom prst="rect">
            <a:avLst/>
          </a:prstGeom>
        </p:spPr>
        <p:txBody>
          <a:bodyPr lIns="0" tIns="0" rIns="0" bIns="0"/>
          <a:lstStyle>
            <a:lvl1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1" i="0" u="none" strike="noStrike" kern="1200" cap="none" dirty="0" smtClean="0">
                <a:solidFill>
                  <a:schemeClr val="bg1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1pPr>
            <a:lvl2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2pPr>
            <a:lvl3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3pPr>
            <a:lvl4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4pPr>
            <a:lvl5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pt-BR" sz="1200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5pPr>
          </a:lstStyle>
          <a:p>
            <a:pPr lvl="0"/>
            <a:r>
              <a:rPr lang="en-US"/>
              <a:t>Nome </a:t>
            </a:r>
            <a:r>
              <a:rPr lang="en-US" err="1"/>
              <a:t>Sobrenome</a:t>
            </a:r>
            <a:endParaRPr lang="pt-BR"/>
          </a:p>
        </p:txBody>
      </p:sp>
      <p:sp>
        <p:nvSpPr>
          <p:cNvPr id="28" name="Text Placeholder 17">
            <a:extLst>
              <a:ext uri="{FF2B5EF4-FFF2-40B4-BE49-F238E27FC236}">
                <a16:creationId xmlns:a16="http://schemas.microsoft.com/office/drawing/2014/main" id="{46268A65-19CA-59CF-EB3E-096ECD0A6AD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6000" y="5300937"/>
            <a:ext cx="4789394" cy="200722"/>
          </a:xfrm>
          <a:prstGeom prst="rect">
            <a:avLst/>
          </a:prstGeom>
        </p:spPr>
        <p:txBody>
          <a:bodyPr lIns="0" tIns="0" rIns="0" bIns="0"/>
          <a:lstStyle>
            <a:lvl1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accent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1pPr>
            <a:lvl2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2pPr>
            <a:lvl3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3pPr>
            <a:lvl4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4pPr>
            <a:lvl5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pt-BR" sz="1200" b="0" i="0" u="none" strike="noStrike" kern="1200" cap="none" dirty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5pPr>
          </a:lstStyle>
          <a:p>
            <a:pPr marR="3081">
              <a:lnSpc>
                <a:spcPct val="100000"/>
              </a:lnSpc>
              <a:spcBef>
                <a:spcPts val="0"/>
              </a:spcBef>
              <a:buClrTx/>
              <a:buFontTx/>
            </a:pPr>
            <a:r>
              <a:rPr lang="pt-BR" sz="1200">
                <a:solidFill>
                  <a:schemeClr val="tx2"/>
                </a:solidFill>
                <a:latin typeface="Versos" panose="020B0503020204030204" pitchFamily="34" charset="0"/>
              </a:rPr>
              <a:t>Área de atuação</a:t>
            </a:r>
          </a:p>
        </p:txBody>
      </p:sp>
    </p:spTree>
    <p:extLst>
      <p:ext uri="{BB962C8B-B14F-4D97-AF65-F5344CB8AC3E}">
        <p14:creationId xmlns:p14="http://schemas.microsoft.com/office/powerpoint/2010/main" val="2137990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7">
          <p15:clr>
            <a:srgbClr val="FBAE40"/>
          </p15:clr>
        </p15:guide>
        <p15:guide id="2" orient="horz" pos="3770">
          <p15:clr>
            <a:srgbClr val="FBAE40"/>
          </p15:clr>
        </p15:guide>
        <p15:guide id="3" pos="7446">
          <p15:clr>
            <a:srgbClr val="FBAE40"/>
          </p15:clr>
        </p15:guide>
        <p15:guide id="4" orient="horz" pos="3997">
          <p15:clr>
            <a:srgbClr val="FBAE40"/>
          </p15:clr>
        </p15:guide>
        <p15:guide id="5" orient="horz" pos="550">
          <p15:clr>
            <a:srgbClr val="FBAE40"/>
          </p15:clr>
        </p15:guide>
        <p15:guide id="6" orient="horz" pos="323">
          <p15:clr>
            <a:srgbClr val="FBAE40"/>
          </p15:clr>
        </p15:guide>
      </p15:sldGuideLst>
    </p:ext>
  </p:extLst>
</p:sldLayout>
</file>

<file path=ppt/slideLayouts/slideLayout16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ítulo | 1 linha - Branco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132BCE3-A04F-8602-64F7-7623C7EAF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61763" y="6482556"/>
            <a:ext cx="295275" cy="1692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defRPr sz="1100">
                <a:solidFill>
                  <a:schemeClr val="bg1"/>
                </a:solidFill>
                <a:latin typeface="Versos" panose="020B0503020204030204" pitchFamily="34" charset="0"/>
                <a:cs typeface="Versos" panose="020B0503020204030204" pitchFamily="34" charset="0"/>
              </a:defRPr>
            </a:lvl1pPr>
          </a:lstStyle>
          <a:p>
            <a:fld id="{77667D73-C69A-4DAA-9003-24A825D36FE9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B13D7C-5A47-B0DF-B518-26E79F5D2DB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63" y="368300"/>
            <a:ext cx="10183813" cy="4308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err="1"/>
              <a:t>Título</a:t>
            </a:r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401465E-A8CD-A3BA-BE2A-9597492FDC6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4963" y="6482556"/>
            <a:ext cx="10980000" cy="138499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defRPr sz="900" baseline="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900">
                <a:latin typeface="Versos Light" panose="020B0403020204030204" pitchFamily="34" charset="0"/>
              </a:defRPr>
            </a:lvl2pPr>
            <a:lvl3pPr>
              <a:defRPr sz="900">
                <a:latin typeface="Versos Light" panose="020B0403020204030204" pitchFamily="34" charset="0"/>
              </a:defRPr>
            </a:lvl3pPr>
            <a:lvl4pPr>
              <a:defRPr sz="900">
                <a:latin typeface="Versos Light" panose="020B0403020204030204" pitchFamily="34" charset="0"/>
              </a:defRPr>
            </a:lvl4pPr>
            <a:lvl5pPr>
              <a:defRPr sz="900">
                <a:latin typeface="Versos Light" panose="020B0403020204030204" pitchFamily="34" charset="0"/>
              </a:defRPr>
            </a:lvl5pPr>
          </a:lstStyle>
          <a:p>
            <a:pPr lvl="0"/>
            <a:r>
              <a:rPr lang="en-US"/>
              <a:t>Fonte:</a:t>
            </a:r>
            <a:endParaRPr lang="pt-BR"/>
          </a:p>
        </p:txBody>
      </p:sp>
      <p:sp>
        <p:nvSpPr>
          <p:cNvPr id="12" name="Text Placeholder 8">
            <a:extLst>
              <a:ext uri="{FF2B5EF4-FFF2-40B4-BE49-F238E27FC236}">
                <a16:creationId xmlns:a16="http://schemas.microsoft.com/office/drawing/2014/main" id="{7A7A9582-3614-801A-785B-273FCD3E092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34963" y="1949414"/>
            <a:ext cx="11522075" cy="435931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>
                <a:solidFill>
                  <a:schemeClr val="tx1"/>
                </a:solidFill>
                <a:latin typeface="Versos Light" panose="020B04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7F86D482-580C-D22A-58CC-10B9C4F7EDD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34962" y="1518527"/>
            <a:ext cx="11522585" cy="23011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>
                <a:solidFill>
                  <a:schemeClr val="tx1"/>
                </a:solidFill>
                <a:latin typeface="Versos" panose="020B05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Picture 8">
            <a:extLst>
              <a:ext uri="{FF2B5EF4-FFF2-40B4-BE49-F238E27FC236}">
                <a16:creationId xmlns:a16="http://schemas.microsoft.com/office/drawing/2014/main" id="{EFD7F938-B824-C27B-BEB2-95E90F5FFDD4}"/>
              </a:ext>
            </a:extLst>
          </p:cNvPr>
          <p:cNvSpPr/>
          <p:nvPr userDrawn="1"/>
        </p:nvSpPr>
        <p:spPr>
          <a:xfrm>
            <a:off x="11091186" y="377178"/>
            <a:ext cx="765852" cy="260086"/>
          </a:xfrm>
          <a:custGeom>
            <a:avLst/>
            <a:gdLst>
              <a:gd name="connsiteX0" fmla="*/ 739575 w 765852"/>
              <a:gd name="connsiteY0" fmla="*/ 143884 h 260086"/>
              <a:gd name="connsiteX1" fmla="*/ 765852 w 765852"/>
              <a:gd name="connsiteY1" fmla="*/ 83403 h 260086"/>
              <a:gd name="connsiteX2" fmla="*/ 739575 w 765852"/>
              <a:gd name="connsiteY2" fmla="*/ 22921 h 260086"/>
              <a:gd name="connsiteX3" fmla="*/ 672177 w 765852"/>
              <a:gd name="connsiteY3" fmla="*/ 0 h 260086"/>
              <a:gd name="connsiteX4" fmla="*/ 604779 w 765852"/>
              <a:gd name="connsiteY4" fmla="*/ 22921 h 260086"/>
              <a:gd name="connsiteX5" fmla="*/ 578501 w 765852"/>
              <a:gd name="connsiteY5" fmla="*/ 83403 h 260086"/>
              <a:gd name="connsiteX6" fmla="*/ 604779 w 765852"/>
              <a:gd name="connsiteY6" fmla="*/ 143884 h 260086"/>
              <a:gd name="connsiteX7" fmla="*/ 672177 w 765852"/>
              <a:gd name="connsiteY7" fmla="*/ 166805 h 260086"/>
              <a:gd name="connsiteX8" fmla="*/ 739575 w 765852"/>
              <a:gd name="connsiteY8" fmla="*/ 143884 h 260086"/>
              <a:gd name="connsiteX9" fmla="*/ 604595 w 765852"/>
              <a:gd name="connsiteY9" fmla="*/ 83403 h 260086"/>
              <a:gd name="connsiteX10" fmla="*/ 622611 w 765852"/>
              <a:gd name="connsiteY10" fmla="*/ 41871 h 260086"/>
              <a:gd name="connsiteX11" fmla="*/ 672177 w 765852"/>
              <a:gd name="connsiteY11" fmla="*/ 25719 h 260086"/>
              <a:gd name="connsiteX12" fmla="*/ 721742 w 765852"/>
              <a:gd name="connsiteY12" fmla="*/ 41871 h 260086"/>
              <a:gd name="connsiteX13" fmla="*/ 739759 w 765852"/>
              <a:gd name="connsiteY13" fmla="*/ 83403 h 260086"/>
              <a:gd name="connsiteX14" fmla="*/ 721742 w 765852"/>
              <a:gd name="connsiteY14" fmla="*/ 124934 h 260086"/>
              <a:gd name="connsiteX15" fmla="*/ 672177 w 765852"/>
              <a:gd name="connsiteY15" fmla="*/ 141077 h 260086"/>
              <a:gd name="connsiteX16" fmla="*/ 622611 w 765852"/>
              <a:gd name="connsiteY16" fmla="*/ 124934 h 260086"/>
              <a:gd name="connsiteX17" fmla="*/ 604595 w 765852"/>
              <a:gd name="connsiteY17" fmla="*/ 83403 h 260086"/>
              <a:gd name="connsiteX18" fmla="*/ 238310 w 765852"/>
              <a:gd name="connsiteY18" fmla="*/ 207181 h 260086"/>
              <a:gd name="connsiteX19" fmla="*/ 249560 w 765852"/>
              <a:gd name="connsiteY19" fmla="*/ 204081 h 260086"/>
              <a:gd name="connsiteX20" fmla="*/ 261562 w 765852"/>
              <a:gd name="connsiteY20" fmla="*/ 207713 h 260086"/>
              <a:gd name="connsiteX21" fmla="*/ 268163 w 765852"/>
              <a:gd name="connsiteY21" fmla="*/ 217812 h 260086"/>
              <a:gd name="connsiteX22" fmla="*/ 275874 w 765852"/>
              <a:gd name="connsiteY22" fmla="*/ 217812 h 260086"/>
              <a:gd name="connsiteX23" fmla="*/ 267145 w 765852"/>
              <a:gd name="connsiteY23" fmla="*/ 202568 h 260086"/>
              <a:gd name="connsiteX24" fmla="*/ 249917 w 765852"/>
              <a:gd name="connsiteY24" fmla="*/ 196982 h 260086"/>
              <a:gd name="connsiteX25" fmla="*/ 234322 w 765852"/>
              <a:gd name="connsiteY25" fmla="*/ 200926 h 260086"/>
              <a:gd name="connsiteX26" fmla="*/ 223961 w 765852"/>
              <a:gd name="connsiteY26" fmla="*/ 212052 h 260086"/>
              <a:gd name="connsiteX27" fmla="*/ 220330 w 765852"/>
              <a:gd name="connsiteY27" fmla="*/ 228534 h 260086"/>
              <a:gd name="connsiteX28" fmla="*/ 223961 w 765852"/>
              <a:gd name="connsiteY28" fmla="*/ 245062 h 260086"/>
              <a:gd name="connsiteX29" fmla="*/ 234322 w 765852"/>
              <a:gd name="connsiteY29" fmla="*/ 256142 h 260086"/>
              <a:gd name="connsiteX30" fmla="*/ 249917 w 765852"/>
              <a:gd name="connsiteY30" fmla="*/ 260086 h 260086"/>
              <a:gd name="connsiteX31" fmla="*/ 267145 w 765852"/>
              <a:gd name="connsiteY31" fmla="*/ 254501 h 260086"/>
              <a:gd name="connsiteX32" fmla="*/ 275782 w 765852"/>
              <a:gd name="connsiteY32" fmla="*/ 239256 h 260086"/>
              <a:gd name="connsiteX33" fmla="*/ 268071 w 765852"/>
              <a:gd name="connsiteY33" fmla="*/ 239256 h 260086"/>
              <a:gd name="connsiteX34" fmla="*/ 261516 w 765852"/>
              <a:gd name="connsiteY34" fmla="*/ 249401 h 260086"/>
              <a:gd name="connsiteX35" fmla="*/ 249560 w 765852"/>
              <a:gd name="connsiteY35" fmla="*/ 252987 h 260086"/>
              <a:gd name="connsiteX36" fmla="*/ 238310 w 765852"/>
              <a:gd name="connsiteY36" fmla="*/ 249887 h 260086"/>
              <a:gd name="connsiteX37" fmla="*/ 230828 w 765852"/>
              <a:gd name="connsiteY37" fmla="*/ 241201 h 260086"/>
              <a:gd name="connsiteX38" fmla="*/ 228215 w 765852"/>
              <a:gd name="connsiteY38" fmla="*/ 228525 h 260086"/>
              <a:gd name="connsiteX39" fmla="*/ 230828 w 765852"/>
              <a:gd name="connsiteY39" fmla="*/ 215812 h 260086"/>
              <a:gd name="connsiteX40" fmla="*/ 238310 w 765852"/>
              <a:gd name="connsiteY40" fmla="*/ 207172 h 260086"/>
              <a:gd name="connsiteX41" fmla="*/ 335580 w 765852"/>
              <a:gd name="connsiteY41" fmla="*/ 197523 h 260086"/>
              <a:gd name="connsiteX42" fmla="*/ 311925 w 765852"/>
              <a:gd name="connsiteY42" fmla="*/ 259554 h 260086"/>
              <a:gd name="connsiteX43" fmla="*/ 319892 w 765852"/>
              <a:gd name="connsiteY43" fmla="*/ 259554 h 260086"/>
              <a:gd name="connsiteX44" fmla="*/ 326448 w 765852"/>
              <a:gd name="connsiteY44" fmla="*/ 242806 h 260086"/>
              <a:gd name="connsiteX45" fmla="*/ 353467 w 765852"/>
              <a:gd name="connsiteY45" fmla="*/ 242806 h 260086"/>
              <a:gd name="connsiteX46" fmla="*/ 360023 w 765852"/>
              <a:gd name="connsiteY46" fmla="*/ 259554 h 260086"/>
              <a:gd name="connsiteX47" fmla="*/ 368256 w 765852"/>
              <a:gd name="connsiteY47" fmla="*/ 259554 h 260086"/>
              <a:gd name="connsiteX48" fmla="*/ 344693 w 765852"/>
              <a:gd name="connsiteY48" fmla="*/ 197523 h 260086"/>
              <a:gd name="connsiteX49" fmla="*/ 335570 w 765852"/>
              <a:gd name="connsiteY49" fmla="*/ 197523 h 260086"/>
              <a:gd name="connsiteX50" fmla="*/ 328758 w 765852"/>
              <a:gd name="connsiteY50" fmla="*/ 235808 h 260086"/>
              <a:gd name="connsiteX51" fmla="*/ 339916 w 765852"/>
              <a:gd name="connsiteY51" fmla="*/ 205943 h 260086"/>
              <a:gd name="connsiteX52" fmla="*/ 351166 w 765852"/>
              <a:gd name="connsiteY52" fmla="*/ 235808 h 260086"/>
              <a:gd name="connsiteX53" fmla="*/ 328749 w 765852"/>
              <a:gd name="connsiteY53" fmla="*/ 235808 h 260086"/>
              <a:gd name="connsiteX54" fmla="*/ 725437 w 765852"/>
              <a:gd name="connsiteY54" fmla="*/ 197523 h 260086"/>
              <a:gd name="connsiteX55" fmla="*/ 717736 w 765852"/>
              <a:gd name="connsiteY55" fmla="*/ 197523 h 260086"/>
              <a:gd name="connsiteX56" fmla="*/ 717736 w 765852"/>
              <a:gd name="connsiteY56" fmla="*/ 259554 h 260086"/>
              <a:gd name="connsiteX57" fmla="*/ 753704 w 765852"/>
              <a:gd name="connsiteY57" fmla="*/ 259554 h 260086"/>
              <a:gd name="connsiteX58" fmla="*/ 753704 w 765852"/>
              <a:gd name="connsiteY58" fmla="*/ 252464 h 260086"/>
              <a:gd name="connsiteX59" fmla="*/ 725446 w 765852"/>
              <a:gd name="connsiteY59" fmla="*/ 252464 h 260086"/>
              <a:gd name="connsiteX60" fmla="*/ 725446 w 765852"/>
              <a:gd name="connsiteY60" fmla="*/ 197523 h 260086"/>
              <a:gd name="connsiteX61" fmla="*/ 250953 w 765852"/>
              <a:gd name="connsiteY61" fmla="*/ 2119 h 260086"/>
              <a:gd name="connsiteX62" fmla="*/ 225566 w 765852"/>
              <a:gd name="connsiteY62" fmla="*/ 2119 h 260086"/>
              <a:gd name="connsiteX63" fmla="*/ 225566 w 765852"/>
              <a:gd name="connsiteY63" fmla="*/ 164677 h 260086"/>
              <a:gd name="connsiteX64" fmla="*/ 250953 w 765852"/>
              <a:gd name="connsiteY64" fmla="*/ 164677 h 260086"/>
              <a:gd name="connsiteX65" fmla="*/ 250953 w 765852"/>
              <a:gd name="connsiteY65" fmla="*/ 2119 h 260086"/>
              <a:gd name="connsiteX66" fmla="*/ 80592 w 765852"/>
              <a:gd name="connsiteY66" fmla="*/ 62692 h 260086"/>
              <a:gd name="connsiteX67" fmla="*/ 80592 w 765852"/>
              <a:gd name="connsiteY67" fmla="*/ 164687 h 260086"/>
              <a:gd name="connsiteX68" fmla="*/ 106732 w 765852"/>
              <a:gd name="connsiteY68" fmla="*/ 164687 h 260086"/>
              <a:gd name="connsiteX69" fmla="*/ 106713 w 765852"/>
              <a:gd name="connsiteY69" fmla="*/ 62692 h 260086"/>
              <a:gd name="connsiteX70" fmla="*/ 95124 w 765852"/>
              <a:gd name="connsiteY70" fmla="*/ 28700 h 260086"/>
              <a:gd name="connsiteX71" fmla="*/ 93648 w 765852"/>
              <a:gd name="connsiteY71" fmla="*/ 26792 h 260086"/>
              <a:gd name="connsiteX72" fmla="*/ 92172 w 765852"/>
              <a:gd name="connsiteY72" fmla="*/ 28700 h 260086"/>
              <a:gd name="connsiteX73" fmla="*/ 80583 w 765852"/>
              <a:gd name="connsiteY73" fmla="*/ 62692 h 260086"/>
              <a:gd name="connsiteX74" fmla="*/ 47273 w 765852"/>
              <a:gd name="connsiteY74" fmla="*/ 2119 h 260086"/>
              <a:gd name="connsiteX75" fmla="*/ 0 w 765852"/>
              <a:gd name="connsiteY75" fmla="*/ 2119 h 260086"/>
              <a:gd name="connsiteX76" fmla="*/ 0 w 765852"/>
              <a:gd name="connsiteY76" fmla="*/ 26792 h 260086"/>
              <a:gd name="connsiteX77" fmla="*/ 93648 w 765852"/>
              <a:gd name="connsiteY77" fmla="*/ 26792 h 260086"/>
              <a:gd name="connsiteX78" fmla="*/ 91328 w 765852"/>
              <a:gd name="connsiteY78" fmla="*/ 23793 h 260086"/>
              <a:gd name="connsiteX79" fmla="*/ 47273 w 765852"/>
              <a:gd name="connsiteY79" fmla="*/ 2119 h 260086"/>
              <a:gd name="connsiteX80" fmla="*/ 95968 w 765852"/>
              <a:gd name="connsiteY80" fmla="*/ 23793 h 260086"/>
              <a:gd name="connsiteX81" fmla="*/ 93648 w 765852"/>
              <a:gd name="connsiteY81" fmla="*/ 26792 h 260086"/>
              <a:gd name="connsiteX82" fmla="*/ 187296 w 765852"/>
              <a:gd name="connsiteY82" fmla="*/ 26792 h 260086"/>
              <a:gd name="connsiteX83" fmla="*/ 187296 w 765852"/>
              <a:gd name="connsiteY83" fmla="*/ 2119 h 260086"/>
              <a:gd name="connsiteX84" fmla="*/ 140023 w 765852"/>
              <a:gd name="connsiteY84" fmla="*/ 2119 h 260086"/>
              <a:gd name="connsiteX85" fmla="*/ 95958 w 765852"/>
              <a:gd name="connsiteY85" fmla="*/ 23793 h 260086"/>
              <a:gd name="connsiteX86" fmla="*/ 514844 w 765852"/>
              <a:gd name="connsiteY86" fmla="*/ 164677 h 260086"/>
              <a:gd name="connsiteX87" fmla="*/ 540232 w 765852"/>
              <a:gd name="connsiteY87" fmla="*/ 164677 h 260086"/>
              <a:gd name="connsiteX88" fmla="*/ 540232 w 765852"/>
              <a:gd name="connsiteY88" fmla="*/ 2119 h 260086"/>
              <a:gd name="connsiteX89" fmla="*/ 514844 w 765852"/>
              <a:gd name="connsiteY89" fmla="*/ 2119 h 260086"/>
              <a:gd name="connsiteX90" fmla="*/ 514844 w 765852"/>
              <a:gd name="connsiteY90" fmla="*/ 164677 h 260086"/>
              <a:gd name="connsiteX91" fmla="*/ 495205 w 765852"/>
              <a:gd name="connsiteY91" fmla="*/ 259554 h 260086"/>
              <a:gd name="connsiteX92" fmla="*/ 502915 w 765852"/>
              <a:gd name="connsiteY92" fmla="*/ 259554 h 260086"/>
              <a:gd name="connsiteX93" fmla="*/ 502915 w 765852"/>
              <a:gd name="connsiteY93" fmla="*/ 197523 h 260086"/>
              <a:gd name="connsiteX94" fmla="*/ 495205 w 765852"/>
              <a:gd name="connsiteY94" fmla="*/ 197523 h 260086"/>
              <a:gd name="connsiteX95" fmla="*/ 495205 w 765852"/>
              <a:gd name="connsiteY95" fmla="*/ 259554 h 260086"/>
              <a:gd name="connsiteX96" fmla="*/ 544816 w 765852"/>
              <a:gd name="connsiteY96" fmla="*/ 204613 h 260086"/>
              <a:gd name="connsiteX97" fmla="*/ 564923 w 765852"/>
              <a:gd name="connsiteY97" fmla="*/ 204613 h 260086"/>
              <a:gd name="connsiteX98" fmla="*/ 564923 w 765852"/>
              <a:gd name="connsiteY98" fmla="*/ 259554 h 260086"/>
              <a:gd name="connsiteX99" fmla="*/ 572633 w 765852"/>
              <a:gd name="connsiteY99" fmla="*/ 259554 h 260086"/>
              <a:gd name="connsiteX100" fmla="*/ 572633 w 765852"/>
              <a:gd name="connsiteY100" fmla="*/ 204613 h 260086"/>
              <a:gd name="connsiteX101" fmla="*/ 592740 w 765852"/>
              <a:gd name="connsiteY101" fmla="*/ 204613 h 260086"/>
              <a:gd name="connsiteX102" fmla="*/ 592740 w 765852"/>
              <a:gd name="connsiteY102" fmla="*/ 197523 h 260086"/>
              <a:gd name="connsiteX103" fmla="*/ 544816 w 765852"/>
              <a:gd name="connsiteY103" fmla="*/ 197523 h 260086"/>
              <a:gd name="connsiteX104" fmla="*/ 544816 w 765852"/>
              <a:gd name="connsiteY104" fmla="*/ 204613 h 260086"/>
              <a:gd name="connsiteX105" fmla="*/ 287389 w 765852"/>
              <a:gd name="connsiteY105" fmla="*/ 2119 h 260086"/>
              <a:gd name="connsiteX106" fmla="*/ 345234 w 765852"/>
              <a:gd name="connsiteY106" fmla="*/ 140105 h 260086"/>
              <a:gd name="connsiteX107" fmla="*/ 381413 w 765852"/>
              <a:gd name="connsiteY107" fmla="*/ 166796 h 260086"/>
              <a:gd name="connsiteX108" fmla="*/ 382899 w 765852"/>
              <a:gd name="connsiteY108" fmla="*/ 166796 h 260086"/>
              <a:gd name="connsiteX109" fmla="*/ 316692 w 765852"/>
              <a:gd name="connsiteY109" fmla="*/ 2119 h 260086"/>
              <a:gd name="connsiteX110" fmla="*/ 287389 w 765852"/>
              <a:gd name="connsiteY110" fmla="*/ 2119 h 260086"/>
              <a:gd name="connsiteX111" fmla="*/ 443549 w 765852"/>
              <a:gd name="connsiteY111" fmla="*/ 199871 h 260086"/>
              <a:gd name="connsiteX112" fmla="*/ 432739 w 765852"/>
              <a:gd name="connsiteY112" fmla="*/ 197523 h 260086"/>
              <a:gd name="connsiteX113" fmla="*/ 408910 w 765852"/>
              <a:gd name="connsiteY113" fmla="*/ 197523 h 260086"/>
              <a:gd name="connsiteX114" fmla="*/ 408910 w 765852"/>
              <a:gd name="connsiteY114" fmla="*/ 259554 h 260086"/>
              <a:gd name="connsiteX115" fmla="*/ 416621 w 765852"/>
              <a:gd name="connsiteY115" fmla="*/ 259554 h 260086"/>
              <a:gd name="connsiteX116" fmla="*/ 416621 w 765852"/>
              <a:gd name="connsiteY116" fmla="*/ 235716 h 260086"/>
              <a:gd name="connsiteX117" fmla="*/ 432748 w 765852"/>
              <a:gd name="connsiteY117" fmla="*/ 235716 h 260086"/>
              <a:gd name="connsiteX118" fmla="*/ 443512 w 765852"/>
              <a:gd name="connsiteY118" fmla="*/ 233368 h 260086"/>
              <a:gd name="connsiteX119" fmla="*/ 450728 w 765852"/>
              <a:gd name="connsiteY119" fmla="*/ 226681 h 260086"/>
              <a:gd name="connsiteX120" fmla="*/ 453295 w 765852"/>
              <a:gd name="connsiteY120" fmla="*/ 216583 h 260086"/>
              <a:gd name="connsiteX121" fmla="*/ 450774 w 765852"/>
              <a:gd name="connsiteY121" fmla="*/ 206521 h 260086"/>
              <a:gd name="connsiteX122" fmla="*/ 443558 w 765852"/>
              <a:gd name="connsiteY122" fmla="*/ 199871 h 260086"/>
              <a:gd name="connsiteX123" fmla="*/ 441779 w 765852"/>
              <a:gd name="connsiteY123" fmla="*/ 225351 h 260086"/>
              <a:gd name="connsiteX124" fmla="*/ 432033 w 765852"/>
              <a:gd name="connsiteY124" fmla="*/ 228635 h 260086"/>
              <a:gd name="connsiteX125" fmla="*/ 416621 w 765852"/>
              <a:gd name="connsiteY125" fmla="*/ 228635 h 260086"/>
              <a:gd name="connsiteX126" fmla="*/ 416621 w 765852"/>
              <a:gd name="connsiteY126" fmla="*/ 204622 h 260086"/>
              <a:gd name="connsiteX127" fmla="*/ 432125 w 765852"/>
              <a:gd name="connsiteY127" fmla="*/ 204622 h 260086"/>
              <a:gd name="connsiteX128" fmla="*/ 441825 w 765852"/>
              <a:gd name="connsiteY128" fmla="*/ 207860 h 260086"/>
              <a:gd name="connsiteX129" fmla="*/ 445410 w 765852"/>
              <a:gd name="connsiteY129" fmla="*/ 216592 h 260086"/>
              <a:gd name="connsiteX130" fmla="*/ 441779 w 765852"/>
              <a:gd name="connsiteY130" fmla="*/ 225361 h 260086"/>
              <a:gd name="connsiteX131" fmla="*/ 382889 w 765852"/>
              <a:gd name="connsiteY131" fmla="*/ 166805 h 260086"/>
              <a:gd name="connsiteX132" fmla="*/ 384375 w 765852"/>
              <a:gd name="connsiteY132" fmla="*/ 166805 h 260086"/>
              <a:gd name="connsiteX133" fmla="*/ 420554 w 765852"/>
              <a:gd name="connsiteY133" fmla="*/ 140114 h 260086"/>
              <a:gd name="connsiteX134" fmla="*/ 478399 w 765852"/>
              <a:gd name="connsiteY134" fmla="*/ 2128 h 260086"/>
              <a:gd name="connsiteX135" fmla="*/ 449096 w 765852"/>
              <a:gd name="connsiteY135" fmla="*/ 2128 h 260086"/>
              <a:gd name="connsiteX136" fmla="*/ 382889 w 765852"/>
              <a:gd name="connsiteY136" fmla="*/ 166814 h 260086"/>
              <a:gd name="connsiteX137" fmla="*/ 644368 w 765852"/>
              <a:gd name="connsiteY137" fmla="*/ 197523 h 260086"/>
              <a:gd name="connsiteX138" fmla="*/ 620714 w 765852"/>
              <a:gd name="connsiteY138" fmla="*/ 259554 h 260086"/>
              <a:gd name="connsiteX139" fmla="*/ 628690 w 765852"/>
              <a:gd name="connsiteY139" fmla="*/ 259554 h 260086"/>
              <a:gd name="connsiteX140" fmla="*/ 635246 w 765852"/>
              <a:gd name="connsiteY140" fmla="*/ 242806 h 260086"/>
              <a:gd name="connsiteX141" fmla="*/ 662266 w 765852"/>
              <a:gd name="connsiteY141" fmla="*/ 242806 h 260086"/>
              <a:gd name="connsiteX142" fmla="*/ 668821 w 765852"/>
              <a:gd name="connsiteY142" fmla="*/ 259554 h 260086"/>
              <a:gd name="connsiteX143" fmla="*/ 677055 w 765852"/>
              <a:gd name="connsiteY143" fmla="*/ 259554 h 260086"/>
              <a:gd name="connsiteX144" fmla="*/ 653491 w 765852"/>
              <a:gd name="connsiteY144" fmla="*/ 197523 h 260086"/>
              <a:gd name="connsiteX145" fmla="*/ 644368 w 765852"/>
              <a:gd name="connsiteY145" fmla="*/ 197523 h 260086"/>
              <a:gd name="connsiteX146" fmla="*/ 637547 w 765852"/>
              <a:gd name="connsiteY146" fmla="*/ 235808 h 260086"/>
              <a:gd name="connsiteX147" fmla="*/ 648705 w 765852"/>
              <a:gd name="connsiteY147" fmla="*/ 205943 h 260086"/>
              <a:gd name="connsiteX148" fmla="*/ 659955 w 765852"/>
              <a:gd name="connsiteY148" fmla="*/ 235808 h 260086"/>
              <a:gd name="connsiteX149" fmla="*/ 637538 w 765852"/>
              <a:gd name="connsiteY149" fmla="*/ 235808 h 260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</a:cxnLst>
            <a:rect l="l" t="t" r="r" b="b"/>
            <a:pathLst>
              <a:path w="765852" h="260086">
                <a:moveTo>
                  <a:pt x="739575" y="143884"/>
                </a:moveTo>
                <a:cubicBezTo>
                  <a:pt x="756519" y="128906"/>
                  <a:pt x="765852" y="107425"/>
                  <a:pt x="765852" y="83403"/>
                </a:cubicBezTo>
                <a:cubicBezTo>
                  <a:pt x="765852" y="59381"/>
                  <a:pt x="756519" y="37899"/>
                  <a:pt x="739575" y="22921"/>
                </a:cubicBezTo>
                <a:cubicBezTo>
                  <a:pt x="722613" y="7925"/>
                  <a:pt x="699307" y="0"/>
                  <a:pt x="672177" y="0"/>
                </a:cubicBezTo>
                <a:cubicBezTo>
                  <a:pt x="645047" y="0"/>
                  <a:pt x="621740" y="7925"/>
                  <a:pt x="604779" y="22921"/>
                </a:cubicBezTo>
                <a:cubicBezTo>
                  <a:pt x="587835" y="37899"/>
                  <a:pt x="578501" y="59381"/>
                  <a:pt x="578501" y="83403"/>
                </a:cubicBezTo>
                <a:cubicBezTo>
                  <a:pt x="578501" y="107425"/>
                  <a:pt x="587835" y="128906"/>
                  <a:pt x="604779" y="143884"/>
                </a:cubicBezTo>
                <a:cubicBezTo>
                  <a:pt x="621740" y="158881"/>
                  <a:pt x="645047" y="166805"/>
                  <a:pt x="672177" y="166805"/>
                </a:cubicBezTo>
                <a:cubicBezTo>
                  <a:pt x="699307" y="166805"/>
                  <a:pt x="722613" y="158881"/>
                  <a:pt x="739575" y="143884"/>
                </a:cubicBezTo>
                <a:close/>
                <a:moveTo>
                  <a:pt x="604595" y="83403"/>
                </a:moveTo>
                <a:cubicBezTo>
                  <a:pt x="604595" y="66489"/>
                  <a:pt x="610821" y="52135"/>
                  <a:pt x="622611" y="41871"/>
                </a:cubicBezTo>
                <a:cubicBezTo>
                  <a:pt x="634751" y="31305"/>
                  <a:pt x="651887" y="25719"/>
                  <a:pt x="672177" y="25719"/>
                </a:cubicBezTo>
                <a:cubicBezTo>
                  <a:pt x="692467" y="25719"/>
                  <a:pt x="709603" y="31305"/>
                  <a:pt x="721742" y="41871"/>
                </a:cubicBezTo>
                <a:cubicBezTo>
                  <a:pt x="733524" y="52126"/>
                  <a:pt x="739759" y="66489"/>
                  <a:pt x="739759" y="83403"/>
                </a:cubicBezTo>
                <a:cubicBezTo>
                  <a:pt x="739759" y="100316"/>
                  <a:pt x="733533" y="114671"/>
                  <a:pt x="721742" y="124934"/>
                </a:cubicBezTo>
                <a:cubicBezTo>
                  <a:pt x="709603" y="135501"/>
                  <a:pt x="692467" y="141077"/>
                  <a:pt x="672177" y="141077"/>
                </a:cubicBezTo>
                <a:cubicBezTo>
                  <a:pt x="651887" y="141077"/>
                  <a:pt x="634741" y="135491"/>
                  <a:pt x="622611" y="124934"/>
                </a:cubicBezTo>
                <a:cubicBezTo>
                  <a:pt x="610830" y="114671"/>
                  <a:pt x="604595" y="100316"/>
                  <a:pt x="604595" y="83403"/>
                </a:cubicBezTo>
                <a:close/>
                <a:moveTo>
                  <a:pt x="238310" y="207181"/>
                </a:moveTo>
                <a:cubicBezTo>
                  <a:pt x="241556" y="205118"/>
                  <a:pt x="245306" y="204081"/>
                  <a:pt x="249560" y="204081"/>
                </a:cubicBezTo>
                <a:cubicBezTo>
                  <a:pt x="254282" y="204081"/>
                  <a:pt x="258288" y="205292"/>
                  <a:pt x="261562" y="207713"/>
                </a:cubicBezTo>
                <a:cubicBezTo>
                  <a:pt x="264835" y="210135"/>
                  <a:pt x="267035" y="213501"/>
                  <a:pt x="268163" y="217812"/>
                </a:cubicBezTo>
                <a:lnTo>
                  <a:pt x="275874" y="217812"/>
                </a:lnTo>
                <a:cubicBezTo>
                  <a:pt x="274691" y="211373"/>
                  <a:pt x="271784" y="206292"/>
                  <a:pt x="267145" y="202568"/>
                </a:cubicBezTo>
                <a:cubicBezTo>
                  <a:pt x="262506" y="198844"/>
                  <a:pt x="256766" y="196982"/>
                  <a:pt x="249917" y="196982"/>
                </a:cubicBezTo>
                <a:cubicBezTo>
                  <a:pt x="244013" y="196982"/>
                  <a:pt x="238814" y="198293"/>
                  <a:pt x="234322" y="200926"/>
                </a:cubicBezTo>
                <a:cubicBezTo>
                  <a:pt x="229838" y="203558"/>
                  <a:pt x="226382" y="207264"/>
                  <a:pt x="223961" y="212052"/>
                </a:cubicBezTo>
                <a:cubicBezTo>
                  <a:pt x="221541" y="216840"/>
                  <a:pt x="220330" y="222334"/>
                  <a:pt x="220330" y="228534"/>
                </a:cubicBezTo>
                <a:cubicBezTo>
                  <a:pt x="220330" y="234734"/>
                  <a:pt x="221541" y="240302"/>
                  <a:pt x="223961" y="245062"/>
                </a:cubicBezTo>
                <a:cubicBezTo>
                  <a:pt x="226382" y="249823"/>
                  <a:pt x="229838" y="253510"/>
                  <a:pt x="234322" y="256142"/>
                </a:cubicBezTo>
                <a:cubicBezTo>
                  <a:pt x="238805" y="258775"/>
                  <a:pt x="244004" y="260086"/>
                  <a:pt x="249917" y="260086"/>
                </a:cubicBezTo>
                <a:cubicBezTo>
                  <a:pt x="256831" y="260086"/>
                  <a:pt x="262570" y="258224"/>
                  <a:pt x="267145" y="254501"/>
                </a:cubicBezTo>
                <a:cubicBezTo>
                  <a:pt x="271720" y="250777"/>
                  <a:pt x="274599" y="245695"/>
                  <a:pt x="275782" y="239256"/>
                </a:cubicBezTo>
                <a:lnTo>
                  <a:pt x="268071" y="239256"/>
                </a:lnTo>
                <a:cubicBezTo>
                  <a:pt x="266888" y="243631"/>
                  <a:pt x="264706" y="247007"/>
                  <a:pt x="261516" y="249401"/>
                </a:cubicBezTo>
                <a:cubicBezTo>
                  <a:pt x="258325" y="251795"/>
                  <a:pt x="254337" y="252987"/>
                  <a:pt x="249560" y="252987"/>
                </a:cubicBezTo>
                <a:cubicBezTo>
                  <a:pt x="245306" y="252987"/>
                  <a:pt x="241556" y="251951"/>
                  <a:pt x="238310" y="249887"/>
                </a:cubicBezTo>
                <a:cubicBezTo>
                  <a:pt x="235064" y="247823"/>
                  <a:pt x="232561" y="244925"/>
                  <a:pt x="230828" y="241201"/>
                </a:cubicBezTo>
                <a:cubicBezTo>
                  <a:pt x="229086" y="237477"/>
                  <a:pt x="228215" y="233258"/>
                  <a:pt x="228215" y="228525"/>
                </a:cubicBezTo>
                <a:cubicBezTo>
                  <a:pt x="228215" y="223792"/>
                  <a:pt x="229086" y="219499"/>
                  <a:pt x="230828" y="215812"/>
                </a:cubicBezTo>
                <a:cubicBezTo>
                  <a:pt x="232570" y="212125"/>
                  <a:pt x="235064" y="209245"/>
                  <a:pt x="238310" y="207172"/>
                </a:cubicBezTo>
                <a:close/>
                <a:moveTo>
                  <a:pt x="335580" y="197523"/>
                </a:moveTo>
                <a:lnTo>
                  <a:pt x="311925" y="259554"/>
                </a:lnTo>
                <a:lnTo>
                  <a:pt x="319892" y="259554"/>
                </a:lnTo>
                <a:lnTo>
                  <a:pt x="326448" y="242806"/>
                </a:lnTo>
                <a:lnTo>
                  <a:pt x="353467" y="242806"/>
                </a:lnTo>
                <a:lnTo>
                  <a:pt x="360023" y="259554"/>
                </a:lnTo>
                <a:lnTo>
                  <a:pt x="368256" y="259554"/>
                </a:lnTo>
                <a:lnTo>
                  <a:pt x="344693" y="197523"/>
                </a:lnTo>
                <a:lnTo>
                  <a:pt x="335570" y="197523"/>
                </a:lnTo>
                <a:close/>
                <a:moveTo>
                  <a:pt x="328758" y="235808"/>
                </a:moveTo>
                <a:lnTo>
                  <a:pt x="339916" y="205943"/>
                </a:lnTo>
                <a:lnTo>
                  <a:pt x="351166" y="235808"/>
                </a:lnTo>
                <a:lnTo>
                  <a:pt x="328749" y="235808"/>
                </a:lnTo>
                <a:close/>
                <a:moveTo>
                  <a:pt x="725437" y="197523"/>
                </a:moveTo>
                <a:lnTo>
                  <a:pt x="717736" y="197523"/>
                </a:lnTo>
                <a:lnTo>
                  <a:pt x="717736" y="259554"/>
                </a:lnTo>
                <a:lnTo>
                  <a:pt x="753704" y="259554"/>
                </a:lnTo>
                <a:lnTo>
                  <a:pt x="753704" y="252464"/>
                </a:lnTo>
                <a:lnTo>
                  <a:pt x="725446" y="252464"/>
                </a:lnTo>
                <a:lnTo>
                  <a:pt x="725446" y="197523"/>
                </a:lnTo>
                <a:close/>
                <a:moveTo>
                  <a:pt x="250953" y="2119"/>
                </a:moveTo>
                <a:lnTo>
                  <a:pt x="225566" y="2119"/>
                </a:lnTo>
                <a:lnTo>
                  <a:pt x="225566" y="164677"/>
                </a:lnTo>
                <a:lnTo>
                  <a:pt x="250953" y="164677"/>
                </a:lnTo>
                <a:lnTo>
                  <a:pt x="250953" y="2119"/>
                </a:lnTo>
                <a:close/>
                <a:moveTo>
                  <a:pt x="80592" y="62692"/>
                </a:moveTo>
                <a:lnTo>
                  <a:pt x="80592" y="164687"/>
                </a:lnTo>
                <a:cubicBezTo>
                  <a:pt x="80592" y="164687"/>
                  <a:pt x="106732" y="164687"/>
                  <a:pt x="106732" y="164687"/>
                </a:cubicBezTo>
                <a:lnTo>
                  <a:pt x="106713" y="62692"/>
                </a:lnTo>
                <a:cubicBezTo>
                  <a:pt x="106713" y="50282"/>
                  <a:pt x="102707" y="38523"/>
                  <a:pt x="95124" y="28700"/>
                </a:cubicBezTo>
                <a:lnTo>
                  <a:pt x="93648" y="26792"/>
                </a:lnTo>
                <a:lnTo>
                  <a:pt x="92172" y="28700"/>
                </a:lnTo>
                <a:cubicBezTo>
                  <a:pt x="84589" y="38523"/>
                  <a:pt x="80583" y="50273"/>
                  <a:pt x="80583" y="62692"/>
                </a:cubicBezTo>
                <a:close/>
                <a:moveTo>
                  <a:pt x="47273" y="2119"/>
                </a:moveTo>
                <a:lnTo>
                  <a:pt x="0" y="2119"/>
                </a:lnTo>
                <a:lnTo>
                  <a:pt x="0" y="26792"/>
                </a:lnTo>
                <a:lnTo>
                  <a:pt x="93648" y="26792"/>
                </a:lnTo>
                <a:lnTo>
                  <a:pt x="91328" y="23793"/>
                </a:lnTo>
                <a:cubicBezTo>
                  <a:pt x="80693" y="10025"/>
                  <a:pt x="64629" y="2119"/>
                  <a:pt x="47273" y="2119"/>
                </a:cubicBezTo>
                <a:close/>
                <a:moveTo>
                  <a:pt x="95968" y="23793"/>
                </a:moveTo>
                <a:lnTo>
                  <a:pt x="93648" y="26792"/>
                </a:lnTo>
                <a:lnTo>
                  <a:pt x="187296" y="26792"/>
                </a:lnTo>
                <a:lnTo>
                  <a:pt x="187296" y="2119"/>
                </a:lnTo>
                <a:lnTo>
                  <a:pt x="140023" y="2119"/>
                </a:lnTo>
                <a:cubicBezTo>
                  <a:pt x="122657" y="2119"/>
                  <a:pt x="106603" y="10016"/>
                  <a:pt x="95958" y="23793"/>
                </a:cubicBezTo>
                <a:close/>
                <a:moveTo>
                  <a:pt x="514844" y="164677"/>
                </a:moveTo>
                <a:lnTo>
                  <a:pt x="540232" y="164677"/>
                </a:lnTo>
                <a:lnTo>
                  <a:pt x="540232" y="2119"/>
                </a:lnTo>
                <a:lnTo>
                  <a:pt x="514844" y="2119"/>
                </a:lnTo>
                <a:lnTo>
                  <a:pt x="514844" y="164677"/>
                </a:lnTo>
                <a:close/>
                <a:moveTo>
                  <a:pt x="495205" y="259554"/>
                </a:moveTo>
                <a:lnTo>
                  <a:pt x="502915" y="259554"/>
                </a:lnTo>
                <a:lnTo>
                  <a:pt x="502915" y="197523"/>
                </a:lnTo>
                <a:lnTo>
                  <a:pt x="495205" y="197523"/>
                </a:lnTo>
                <a:lnTo>
                  <a:pt x="495205" y="259554"/>
                </a:lnTo>
                <a:close/>
                <a:moveTo>
                  <a:pt x="544816" y="204613"/>
                </a:moveTo>
                <a:lnTo>
                  <a:pt x="564923" y="204613"/>
                </a:lnTo>
                <a:lnTo>
                  <a:pt x="564923" y="259554"/>
                </a:lnTo>
                <a:lnTo>
                  <a:pt x="572633" y="259554"/>
                </a:lnTo>
                <a:lnTo>
                  <a:pt x="572633" y="204613"/>
                </a:lnTo>
                <a:lnTo>
                  <a:pt x="592740" y="204613"/>
                </a:lnTo>
                <a:lnTo>
                  <a:pt x="592740" y="197523"/>
                </a:lnTo>
                <a:lnTo>
                  <a:pt x="544816" y="197523"/>
                </a:lnTo>
                <a:lnTo>
                  <a:pt x="544816" y="204613"/>
                </a:lnTo>
                <a:close/>
                <a:moveTo>
                  <a:pt x="287389" y="2119"/>
                </a:moveTo>
                <a:cubicBezTo>
                  <a:pt x="287389" y="2119"/>
                  <a:pt x="335680" y="117220"/>
                  <a:pt x="345234" y="140105"/>
                </a:cubicBezTo>
                <a:cubicBezTo>
                  <a:pt x="356374" y="166796"/>
                  <a:pt x="374464" y="166796"/>
                  <a:pt x="381413" y="166796"/>
                </a:cubicBezTo>
                <a:lnTo>
                  <a:pt x="382899" y="166796"/>
                </a:lnTo>
                <a:lnTo>
                  <a:pt x="316692" y="2119"/>
                </a:lnTo>
                <a:lnTo>
                  <a:pt x="287389" y="2119"/>
                </a:lnTo>
                <a:close/>
                <a:moveTo>
                  <a:pt x="443549" y="199871"/>
                </a:moveTo>
                <a:cubicBezTo>
                  <a:pt x="440413" y="198303"/>
                  <a:pt x="436819" y="197523"/>
                  <a:pt x="432739" y="197523"/>
                </a:cubicBezTo>
                <a:lnTo>
                  <a:pt x="408910" y="197523"/>
                </a:lnTo>
                <a:lnTo>
                  <a:pt x="408910" y="259554"/>
                </a:lnTo>
                <a:lnTo>
                  <a:pt x="416621" y="259554"/>
                </a:lnTo>
                <a:lnTo>
                  <a:pt x="416621" y="235716"/>
                </a:lnTo>
                <a:lnTo>
                  <a:pt x="432748" y="235716"/>
                </a:lnTo>
                <a:cubicBezTo>
                  <a:pt x="436819" y="235716"/>
                  <a:pt x="440413" y="234936"/>
                  <a:pt x="443512" y="233368"/>
                </a:cubicBezTo>
                <a:cubicBezTo>
                  <a:pt x="446611" y="231799"/>
                  <a:pt x="449013" y="229571"/>
                  <a:pt x="450728" y="226681"/>
                </a:cubicBezTo>
                <a:cubicBezTo>
                  <a:pt x="452442" y="223783"/>
                  <a:pt x="453295" y="220417"/>
                  <a:pt x="453295" y="216583"/>
                </a:cubicBezTo>
                <a:cubicBezTo>
                  <a:pt x="453295" y="212749"/>
                  <a:pt x="452452" y="209392"/>
                  <a:pt x="450774" y="206521"/>
                </a:cubicBezTo>
                <a:cubicBezTo>
                  <a:pt x="449087" y="203659"/>
                  <a:pt x="446685" y="201439"/>
                  <a:pt x="443558" y="199871"/>
                </a:cubicBezTo>
                <a:close/>
                <a:moveTo>
                  <a:pt x="441779" y="225351"/>
                </a:moveTo>
                <a:cubicBezTo>
                  <a:pt x="439359" y="227534"/>
                  <a:pt x="436113" y="228635"/>
                  <a:pt x="432033" y="228635"/>
                </a:cubicBezTo>
                <a:lnTo>
                  <a:pt x="416621" y="228635"/>
                </a:lnTo>
                <a:lnTo>
                  <a:pt x="416621" y="204622"/>
                </a:lnTo>
                <a:lnTo>
                  <a:pt x="432125" y="204622"/>
                </a:lnTo>
                <a:cubicBezTo>
                  <a:pt x="436196" y="204622"/>
                  <a:pt x="439432" y="205705"/>
                  <a:pt x="441825" y="207860"/>
                </a:cubicBezTo>
                <a:cubicBezTo>
                  <a:pt x="444218" y="210015"/>
                  <a:pt x="445410" y="212923"/>
                  <a:pt x="445410" y="216592"/>
                </a:cubicBezTo>
                <a:cubicBezTo>
                  <a:pt x="445410" y="220261"/>
                  <a:pt x="444200" y="223178"/>
                  <a:pt x="441779" y="225361"/>
                </a:cubicBezTo>
                <a:close/>
                <a:moveTo>
                  <a:pt x="382889" y="166805"/>
                </a:moveTo>
                <a:lnTo>
                  <a:pt x="384375" y="166805"/>
                </a:lnTo>
                <a:cubicBezTo>
                  <a:pt x="391334" y="166805"/>
                  <a:pt x="409423" y="166805"/>
                  <a:pt x="420554" y="140114"/>
                </a:cubicBezTo>
                <a:cubicBezTo>
                  <a:pt x="430099" y="117230"/>
                  <a:pt x="478399" y="2128"/>
                  <a:pt x="478399" y="2128"/>
                </a:cubicBezTo>
                <a:lnTo>
                  <a:pt x="449096" y="2128"/>
                </a:lnTo>
                <a:lnTo>
                  <a:pt x="382889" y="166814"/>
                </a:lnTo>
                <a:close/>
                <a:moveTo>
                  <a:pt x="644368" y="197523"/>
                </a:moveTo>
                <a:lnTo>
                  <a:pt x="620714" y="259554"/>
                </a:lnTo>
                <a:lnTo>
                  <a:pt x="628690" y="259554"/>
                </a:lnTo>
                <a:lnTo>
                  <a:pt x="635246" y="242806"/>
                </a:lnTo>
                <a:lnTo>
                  <a:pt x="662266" y="242806"/>
                </a:lnTo>
                <a:lnTo>
                  <a:pt x="668821" y="259554"/>
                </a:lnTo>
                <a:lnTo>
                  <a:pt x="677055" y="259554"/>
                </a:lnTo>
                <a:lnTo>
                  <a:pt x="653491" y="197523"/>
                </a:lnTo>
                <a:lnTo>
                  <a:pt x="644368" y="197523"/>
                </a:lnTo>
                <a:close/>
                <a:moveTo>
                  <a:pt x="637547" y="235808"/>
                </a:moveTo>
                <a:lnTo>
                  <a:pt x="648705" y="205943"/>
                </a:lnTo>
                <a:lnTo>
                  <a:pt x="659955" y="235808"/>
                </a:lnTo>
                <a:lnTo>
                  <a:pt x="637538" y="235808"/>
                </a:lnTo>
                <a:close/>
              </a:path>
            </a:pathLst>
          </a:custGeom>
          <a:solidFill>
            <a:schemeClr val="bg1"/>
          </a:solidFill>
          <a:ln w="1061" cap="flat">
            <a:noFill/>
            <a:prstDash val="solid"/>
            <a:miter/>
          </a:ln>
        </p:spPr>
        <p:txBody>
          <a:bodyPr rtlCol="0" anchor="ctr"/>
          <a:lstStyle/>
          <a:p>
            <a:endParaRPr lang="pt-BR">
              <a:solidFill>
                <a:schemeClr val="accent6"/>
              </a:solidFill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AABEEE3-146C-208A-F0A8-E62D41BAC1B1}"/>
              </a:ext>
            </a:extLst>
          </p:cNvPr>
          <p:cNvCxnSpPr/>
          <p:nvPr userDrawn="1"/>
        </p:nvCxnSpPr>
        <p:spPr>
          <a:xfrm>
            <a:off x="334963" y="185353"/>
            <a:ext cx="10415415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FC25F11-AFC1-F015-563C-53F7C0C7CC0B}"/>
              </a:ext>
            </a:extLst>
          </p:cNvPr>
          <p:cNvCxnSpPr>
            <a:cxnSpLocks/>
          </p:cNvCxnSpPr>
          <p:nvPr userDrawn="1"/>
        </p:nvCxnSpPr>
        <p:spPr>
          <a:xfrm>
            <a:off x="334963" y="6708983"/>
            <a:ext cx="11857037" cy="0"/>
          </a:xfrm>
          <a:prstGeom prst="line">
            <a:avLst/>
          </a:prstGeom>
          <a:ln>
            <a:gradFill>
              <a:gsLst>
                <a:gs pos="0">
                  <a:schemeClr val="bg1"/>
                </a:gs>
                <a:gs pos="100000">
                  <a:schemeClr val="accent1">
                    <a:lumMod val="30000"/>
                    <a:lumOff val="70000"/>
                    <a:alpha val="0"/>
                  </a:schemeClr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309740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469">
          <p15:clr>
            <a:srgbClr val="FBAE40"/>
          </p15:clr>
        </p15:guide>
        <p15:guide id="2" orient="horz" pos="3974">
          <p15:clr>
            <a:srgbClr val="FBAE40"/>
          </p15:clr>
        </p15:guide>
        <p15:guide id="3" orient="horz" pos="232">
          <p15:clr>
            <a:srgbClr val="FBAE40"/>
          </p15:clr>
        </p15:guide>
        <p15:guide id="4" pos="211">
          <p15:clr>
            <a:srgbClr val="FBAE40"/>
          </p15:clr>
        </p15:guide>
        <p15:guide id="5" orient="horz" pos="4065">
          <p15:clr>
            <a:srgbClr val="FBAE40"/>
          </p15:clr>
        </p15:guide>
        <p15:guide id="6" orient="horz" pos="799">
          <p15:clr>
            <a:srgbClr val="FBAE40"/>
          </p15:clr>
        </p15:guide>
        <p15:guide id="7" orient="horz" pos="935">
          <p15:clr>
            <a:srgbClr val="FBAE40"/>
          </p15:clr>
        </p15:guide>
      </p15:sldGuideLst>
    </p:ext>
  </p:extLst>
</p:sldLayout>
</file>

<file path=ppt/slideLayouts/slideLayout16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isclaimer -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8">
            <a:extLst>
              <a:ext uri="{FF2B5EF4-FFF2-40B4-BE49-F238E27FC236}">
                <a16:creationId xmlns:a16="http://schemas.microsoft.com/office/drawing/2014/main" id="{0A77DBCB-2AB5-6CB5-41F8-C0F34878DCC3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-8117" t="-23966" r="-8117" b="-23966"/>
          <a:stretch/>
        </p:blipFill>
        <p:spPr>
          <a:xfrm>
            <a:off x="271656" y="6354582"/>
            <a:ext cx="889861" cy="385348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6F1873E-A461-1060-F030-72F82DE78FD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63" y="368300"/>
            <a:ext cx="8441175" cy="4308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Disclaimer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03F3B14A-4381-EE52-0164-94E04FE17DB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34962" y="1103586"/>
            <a:ext cx="11522075" cy="5133702"/>
          </a:xfrm>
          <a:prstGeom prst="rect">
            <a:avLst/>
          </a:prstGeom>
        </p:spPr>
        <p:txBody>
          <a:bodyPr lIns="0" tIns="0" rIns="0" bIns="0"/>
          <a:lstStyle>
            <a:lvl1pPr marL="0" indent="0" algn="just">
              <a:lnSpc>
                <a:spcPct val="100000"/>
              </a:lnSpc>
              <a:spcBef>
                <a:spcPts val="0"/>
              </a:spcBef>
              <a:buNone/>
              <a:defRPr sz="100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48786955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42">
          <p15:clr>
            <a:srgbClr val="FBAE40"/>
          </p15:clr>
        </p15:guide>
        <p15:guide id="2" pos="211">
          <p15:clr>
            <a:srgbClr val="FBAE40"/>
          </p15:clr>
        </p15:guide>
        <p15:guide id="3" orient="horz" pos="3929">
          <p15:clr>
            <a:srgbClr val="FBAE40"/>
          </p15:clr>
        </p15:guide>
        <p15:guide id="4" pos="7469">
          <p15:clr>
            <a:srgbClr val="FBAE40"/>
          </p15:clr>
        </p15:guide>
        <p15:guide id="5" orient="horz" pos="232">
          <p15:clr>
            <a:srgbClr val="FBAE40"/>
          </p15:clr>
        </p15:guide>
        <p15:guide id="6" orient="horz" pos="504">
          <p15:clr>
            <a:srgbClr val="FBAE40"/>
          </p15:clr>
        </p15:guide>
        <p15:guide id="7" orient="horz" pos="686">
          <p15:clr>
            <a:srgbClr val="FBAE40"/>
          </p15:clr>
        </p15:guide>
      </p15:sldGuideLst>
    </p:ext>
  </p:extLst>
</p:sldLayout>
</file>

<file path=ppt/slideLayouts/slideLayout16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1" y="2125981"/>
            <a:ext cx="10363201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r>
              <a:rPr lang="pt-BR"/>
              <a:t>Clique para editar o título Mestre</a:t>
            </a:r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1"/>
            <a:ext cx="853440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r>
              <a:rPr lang="pt-BR"/>
              <a:t>Clique para editar o estilo do subtítulo Mestre</a:t>
            </a:r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276999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276999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2" y="6377940"/>
            <a:ext cx="2804160" cy="276999"/>
          </a:xfrm>
          <a:prstGeom prst="rect">
            <a:avLst/>
          </a:prstGeom>
        </p:spPr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04749783"/>
      </p:ext>
    </p:extLst>
  </p:cSld>
  <p:clrMapOvr>
    <a:masterClrMapping/>
  </p:clrMapOvr>
</p:sldLayout>
</file>

<file path=ppt/slideLayouts/slideLayout16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25568" y="447772"/>
            <a:ext cx="11340864" cy="377924"/>
          </a:xfrm>
          <a:prstGeom prst="rect">
            <a:avLst/>
          </a:prstGeom>
        </p:spPr>
        <p:txBody>
          <a:bodyPr lIns="0" tIns="0" rIns="0" bIns="0"/>
          <a:lstStyle>
            <a:lvl1pPr>
              <a:defRPr sz="2456" b="0" i="0">
                <a:solidFill>
                  <a:schemeClr val="bg1"/>
                </a:solidFill>
                <a:latin typeface="Versos"/>
                <a:cs typeface="Versos"/>
              </a:defRPr>
            </a:lvl1pPr>
          </a:lstStyle>
          <a:p>
            <a:r>
              <a:rPr lang="pt-BR"/>
              <a:t>Clique para editar o título Mestre</a:t>
            </a:r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9600" y="1577340"/>
            <a:ext cx="10972800" cy="276999"/>
          </a:xfrm>
          <a:prstGeom prst="rect">
            <a:avLst/>
          </a:prstGeom>
        </p:spPr>
        <p:txBody>
          <a:bodyPr lIns="0" tIns="0" rIns="0" bIns="0"/>
          <a:lstStyle>
            <a:lvl1pPr>
              <a:defRPr/>
            </a:lvl1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276999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276999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2" y="6377940"/>
            <a:ext cx="2804160" cy="276999"/>
          </a:xfrm>
          <a:prstGeom prst="rect">
            <a:avLst/>
          </a:prstGeom>
        </p:spPr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8665430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562">
          <p15:clr>
            <a:srgbClr val="FBAE40"/>
          </p15:clr>
        </p15:guide>
        <p15:guide id="2" pos="6332">
          <p15:clr>
            <a:srgbClr val="FBAE40"/>
          </p15:clr>
        </p15:guide>
      </p15:sldGuideLst>
    </p:ext>
  </p:extLst>
</p:sldLayout>
</file>

<file path=ppt/slideLayouts/slideLayout16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25568" y="447772"/>
            <a:ext cx="11340864" cy="377924"/>
          </a:xfrm>
          <a:prstGeom prst="rect">
            <a:avLst/>
          </a:prstGeom>
        </p:spPr>
        <p:txBody>
          <a:bodyPr lIns="0" tIns="0" rIns="0" bIns="0"/>
          <a:lstStyle>
            <a:lvl1pPr>
              <a:defRPr sz="2456" b="0" i="0">
                <a:solidFill>
                  <a:schemeClr val="bg1"/>
                </a:solidFill>
                <a:latin typeface="Versos"/>
                <a:cs typeface="Versos"/>
              </a:defRPr>
            </a:lvl1pPr>
          </a:lstStyle>
          <a:p>
            <a:r>
              <a:rPr lang="pt-BR"/>
              <a:t>Clique para editar o título Mestre</a:t>
            </a:r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1"/>
            <a:ext cx="530352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1"/>
            <a:ext cx="530352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276999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276999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9/11/2026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>
          <a:xfrm>
            <a:off x="8778242" y="6377940"/>
            <a:ext cx="2804160" cy="276999"/>
          </a:xfrm>
          <a:prstGeom prst="rect">
            <a:avLst/>
          </a:prstGeom>
        </p:spPr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81466515"/>
      </p:ext>
    </p:extLst>
  </p:cSld>
  <p:clrMapOvr>
    <a:masterClrMapping/>
  </p:clrMapOvr>
</p:sldLayout>
</file>

<file path=ppt/slideLayouts/slideLayout16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25568" y="447772"/>
            <a:ext cx="11340864" cy="377924"/>
          </a:xfrm>
          <a:prstGeom prst="rect">
            <a:avLst/>
          </a:prstGeom>
        </p:spPr>
        <p:txBody>
          <a:bodyPr lIns="0" tIns="0" rIns="0" bIns="0"/>
          <a:lstStyle>
            <a:lvl1pPr>
              <a:defRPr sz="2456" b="0" i="0">
                <a:solidFill>
                  <a:schemeClr val="bg1"/>
                </a:solidFill>
                <a:latin typeface="+mj-lt"/>
                <a:cs typeface="Versos"/>
              </a:defRPr>
            </a:lvl1pPr>
          </a:lstStyle>
          <a:p>
            <a:r>
              <a:rPr lang="pt-BR"/>
              <a:t>Clique para editar o título Mestre</a:t>
            </a:r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276999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276999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9/11/2026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>
          <a:xfrm>
            <a:off x="8778242" y="6377940"/>
            <a:ext cx="2804160" cy="276999"/>
          </a:xfrm>
          <a:prstGeom prst="rect">
            <a:avLst/>
          </a:prstGeom>
        </p:spPr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15238626"/>
      </p:ext>
    </p:extLst>
  </p:cSld>
  <p:clrMapOvr>
    <a:masterClrMapping/>
  </p:clrMapOvr>
</p:sldLayout>
</file>

<file path=ppt/slideLayouts/slideLayout17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Em Branco">
    <p:bg>
      <p:bgPr>
        <a:gradFill>
          <a:gsLst>
            <a:gs pos="67000">
              <a:schemeClr val="tx1"/>
            </a:gs>
            <a:gs pos="100000">
              <a:schemeClr val="tx1"/>
            </a:gs>
            <a:gs pos="0">
              <a:srgbClr val="161B21"/>
            </a:gs>
          </a:gsLst>
          <a:lin ang="8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8979187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Título | 1 linha - Branco ">
    <p:bg>
      <p:bgPr>
        <a:gradFill>
          <a:gsLst>
            <a:gs pos="67000">
              <a:schemeClr val="tx1"/>
            </a:gs>
            <a:gs pos="100000">
              <a:schemeClr val="tx1"/>
            </a:gs>
            <a:gs pos="0">
              <a:srgbClr val="161B21"/>
            </a:gs>
          </a:gsLst>
          <a:lin ang="8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132BCE3-A04F-8602-64F7-7623C7EAF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61763" y="6482556"/>
            <a:ext cx="295275" cy="1692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defRPr sz="1100">
                <a:solidFill>
                  <a:schemeClr val="bg1"/>
                </a:solidFill>
                <a:latin typeface="Versos" panose="020B0503020204030204" pitchFamily="34" charset="0"/>
                <a:cs typeface="Versos" panose="020B0503020204030204" pitchFamily="34" charset="0"/>
              </a:defRPr>
            </a:lvl1pPr>
          </a:lstStyle>
          <a:p>
            <a:fld id="{77667D73-C69A-4DAA-9003-24A825D36FE9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B13D7C-5A47-B0DF-B518-26E79F5D2DB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64" y="368301"/>
            <a:ext cx="10183813" cy="4308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8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err="1"/>
              <a:t>Título</a:t>
            </a:r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401465E-A8CD-A3BA-BE2A-9597492FDC6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4963" y="6482557"/>
            <a:ext cx="10980000" cy="138499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defRPr sz="900" baseline="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900">
                <a:latin typeface="Versos Light" panose="020B0403020204030204" pitchFamily="34" charset="0"/>
              </a:defRPr>
            </a:lvl2pPr>
            <a:lvl3pPr>
              <a:defRPr sz="900">
                <a:latin typeface="Versos Light" panose="020B0403020204030204" pitchFamily="34" charset="0"/>
              </a:defRPr>
            </a:lvl3pPr>
            <a:lvl4pPr>
              <a:defRPr sz="900">
                <a:latin typeface="Versos Light" panose="020B0403020204030204" pitchFamily="34" charset="0"/>
              </a:defRPr>
            </a:lvl4pPr>
            <a:lvl5pPr>
              <a:defRPr sz="900">
                <a:latin typeface="Versos Light" panose="020B0403020204030204" pitchFamily="34" charset="0"/>
              </a:defRPr>
            </a:lvl5pPr>
          </a:lstStyle>
          <a:p>
            <a:pPr lvl="0"/>
            <a:r>
              <a:rPr lang="en-US"/>
              <a:t>Fonte:</a:t>
            </a:r>
            <a:endParaRPr lang="pt-BR"/>
          </a:p>
        </p:txBody>
      </p:sp>
      <p:sp>
        <p:nvSpPr>
          <p:cNvPr id="12" name="Text Placeholder 8">
            <a:extLst>
              <a:ext uri="{FF2B5EF4-FFF2-40B4-BE49-F238E27FC236}">
                <a16:creationId xmlns:a16="http://schemas.microsoft.com/office/drawing/2014/main" id="{7A7A9582-3614-801A-785B-273FCD3E092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34964" y="1949415"/>
            <a:ext cx="11522075" cy="435931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>
                <a:solidFill>
                  <a:schemeClr val="tx1"/>
                </a:solidFill>
                <a:latin typeface="Versos Light" panose="020B04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7F86D482-580C-D22A-58CC-10B9C4F7EDD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34963" y="1518528"/>
            <a:ext cx="11522585" cy="23011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>
                <a:solidFill>
                  <a:schemeClr val="tx1"/>
                </a:solidFill>
                <a:latin typeface="Versos" panose="020B05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" name="Picture 8">
            <a:extLst>
              <a:ext uri="{FF2B5EF4-FFF2-40B4-BE49-F238E27FC236}">
                <a16:creationId xmlns:a16="http://schemas.microsoft.com/office/drawing/2014/main" id="{EFD7F938-B824-C27B-BEB2-95E90F5FFDD4}"/>
              </a:ext>
            </a:extLst>
          </p:cNvPr>
          <p:cNvSpPr/>
          <p:nvPr/>
        </p:nvSpPr>
        <p:spPr>
          <a:xfrm>
            <a:off x="11091186" y="377179"/>
            <a:ext cx="765852" cy="260086"/>
          </a:xfrm>
          <a:custGeom>
            <a:avLst/>
            <a:gdLst>
              <a:gd name="connsiteX0" fmla="*/ 739575 w 765852"/>
              <a:gd name="connsiteY0" fmla="*/ 143884 h 260086"/>
              <a:gd name="connsiteX1" fmla="*/ 765852 w 765852"/>
              <a:gd name="connsiteY1" fmla="*/ 83403 h 260086"/>
              <a:gd name="connsiteX2" fmla="*/ 739575 w 765852"/>
              <a:gd name="connsiteY2" fmla="*/ 22921 h 260086"/>
              <a:gd name="connsiteX3" fmla="*/ 672177 w 765852"/>
              <a:gd name="connsiteY3" fmla="*/ 0 h 260086"/>
              <a:gd name="connsiteX4" fmla="*/ 604779 w 765852"/>
              <a:gd name="connsiteY4" fmla="*/ 22921 h 260086"/>
              <a:gd name="connsiteX5" fmla="*/ 578501 w 765852"/>
              <a:gd name="connsiteY5" fmla="*/ 83403 h 260086"/>
              <a:gd name="connsiteX6" fmla="*/ 604779 w 765852"/>
              <a:gd name="connsiteY6" fmla="*/ 143884 h 260086"/>
              <a:gd name="connsiteX7" fmla="*/ 672177 w 765852"/>
              <a:gd name="connsiteY7" fmla="*/ 166805 h 260086"/>
              <a:gd name="connsiteX8" fmla="*/ 739575 w 765852"/>
              <a:gd name="connsiteY8" fmla="*/ 143884 h 260086"/>
              <a:gd name="connsiteX9" fmla="*/ 604595 w 765852"/>
              <a:gd name="connsiteY9" fmla="*/ 83403 h 260086"/>
              <a:gd name="connsiteX10" fmla="*/ 622611 w 765852"/>
              <a:gd name="connsiteY10" fmla="*/ 41871 h 260086"/>
              <a:gd name="connsiteX11" fmla="*/ 672177 w 765852"/>
              <a:gd name="connsiteY11" fmla="*/ 25719 h 260086"/>
              <a:gd name="connsiteX12" fmla="*/ 721742 w 765852"/>
              <a:gd name="connsiteY12" fmla="*/ 41871 h 260086"/>
              <a:gd name="connsiteX13" fmla="*/ 739759 w 765852"/>
              <a:gd name="connsiteY13" fmla="*/ 83403 h 260086"/>
              <a:gd name="connsiteX14" fmla="*/ 721742 w 765852"/>
              <a:gd name="connsiteY14" fmla="*/ 124934 h 260086"/>
              <a:gd name="connsiteX15" fmla="*/ 672177 w 765852"/>
              <a:gd name="connsiteY15" fmla="*/ 141077 h 260086"/>
              <a:gd name="connsiteX16" fmla="*/ 622611 w 765852"/>
              <a:gd name="connsiteY16" fmla="*/ 124934 h 260086"/>
              <a:gd name="connsiteX17" fmla="*/ 604595 w 765852"/>
              <a:gd name="connsiteY17" fmla="*/ 83403 h 260086"/>
              <a:gd name="connsiteX18" fmla="*/ 238310 w 765852"/>
              <a:gd name="connsiteY18" fmla="*/ 207181 h 260086"/>
              <a:gd name="connsiteX19" fmla="*/ 249560 w 765852"/>
              <a:gd name="connsiteY19" fmla="*/ 204081 h 260086"/>
              <a:gd name="connsiteX20" fmla="*/ 261562 w 765852"/>
              <a:gd name="connsiteY20" fmla="*/ 207713 h 260086"/>
              <a:gd name="connsiteX21" fmla="*/ 268163 w 765852"/>
              <a:gd name="connsiteY21" fmla="*/ 217812 h 260086"/>
              <a:gd name="connsiteX22" fmla="*/ 275874 w 765852"/>
              <a:gd name="connsiteY22" fmla="*/ 217812 h 260086"/>
              <a:gd name="connsiteX23" fmla="*/ 267145 w 765852"/>
              <a:gd name="connsiteY23" fmla="*/ 202568 h 260086"/>
              <a:gd name="connsiteX24" fmla="*/ 249917 w 765852"/>
              <a:gd name="connsiteY24" fmla="*/ 196982 h 260086"/>
              <a:gd name="connsiteX25" fmla="*/ 234322 w 765852"/>
              <a:gd name="connsiteY25" fmla="*/ 200926 h 260086"/>
              <a:gd name="connsiteX26" fmla="*/ 223961 w 765852"/>
              <a:gd name="connsiteY26" fmla="*/ 212052 h 260086"/>
              <a:gd name="connsiteX27" fmla="*/ 220330 w 765852"/>
              <a:gd name="connsiteY27" fmla="*/ 228534 h 260086"/>
              <a:gd name="connsiteX28" fmla="*/ 223961 w 765852"/>
              <a:gd name="connsiteY28" fmla="*/ 245062 h 260086"/>
              <a:gd name="connsiteX29" fmla="*/ 234322 w 765852"/>
              <a:gd name="connsiteY29" fmla="*/ 256142 h 260086"/>
              <a:gd name="connsiteX30" fmla="*/ 249917 w 765852"/>
              <a:gd name="connsiteY30" fmla="*/ 260086 h 260086"/>
              <a:gd name="connsiteX31" fmla="*/ 267145 w 765852"/>
              <a:gd name="connsiteY31" fmla="*/ 254501 h 260086"/>
              <a:gd name="connsiteX32" fmla="*/ 275782 w 765852"/>
              <a:gd name="connsiteY32" fmla="*/ 239256 h 260086"/>
              <a:gd name="connsiteX33" fmla="*/ 268071 w 765852"/>
              <a:gd name="connsiteY33" fmla="*/ 239256 h 260086"/>
              <a:gd name="connsiteX34" fmla="*/ 261516 w 765852"/>
              <a:gd name="connsiteY34" fmla="*/ 249401 h 260086"/>
              <a:gd name="connsiteX35" fmla="*/ 249560 w 765852"/>
              <a:gd name="connsiteY35" fmla="*/ 252987 h 260086"/>
              <a:gd name="connsiteX36" fmla="*/ 238310 w 765852"/>
              <a:gd name="connsiteY36" fmla="*/ 249887 h 260086"/>
              <a:gd name="connsiteX37" fmla="*/ 230828 w 765852"/>
              <a:gd name="connsiteY37" fmla="*/ 241201 h 260086"/>
              <a:gd name="connsiteX38" fmla="*/ 228215 w 765852"/>
              <a:gd name="connsiteY38" fmla="*/ 228525 h 260086"/>
              <a:gd name="connsiteX39" fmla="*/ 230828 w 765852"/>
              <a:gd name="connsiteY39" fmla="*/ 215812 h 260086"/>
              <a:gd name="connsiteX40" fmla="*/ 238310 w 765852"/>
              <a:gd name="connsiteY40" fmla="*/ 207172 h 260086"/>
              <a:gd name="connsiteX41" fmla="*/ 335580 w 765852"/>
              <a:gd name="connsiteY41" fmla="*/ 197523 h 260086"/>
              <a:gd name="connsiteX42" fmla="*/ 311925 w 765852"/>
              <a:gd name="connsiteY42" fmla="*/ 259554 h 260086"/>
              <a:gd name="connsiteX43" fmla="*/ 319892 w 765852"/>
              <a:gd name="connsiteY43" fmla="*/ 259554 h 260086"/>
              <a:gd name="connsiteX44" fmla="*/ 326448 w 765852"/>
              <a:gd name="connsiteY44" fmla="*/ 242806 h 260086"/>
              <a:gd name="connsiteX45" fmla="*/ 353467 w 765852"/>
              <a:gd name="connsiteY45" fmla="*/ 242806 h 260086"/>
              <a:gd name="connsiteX46" fmla="*/ 360023 w 765852"/>
              <a:gd name="connsiteY46" fmla="*/ 259554 h 260086"/>
              <a:gd name="connsiteX47" fmla="*/ 368256 w 765852"/>
              <a:gd name="connsiteY47" fmla="*/ 259554 h 260086"/>
              <a:gd name="connsiteX48" fmla="*/ 344693 w 765852"/>
              <a:gd name="connsiteY48" fmla="*/ 197523 h 260086"/>
              <a:gd name="connsiteX49" fmla="*/ 335570 w 765852"/>
              <a:gd name="connsiteY49" fmla="*/ 197523 h 260086"/>
              <a:gd name="connsiteX50" fmla="*/ 328758 w 765852"/>
              <a:gd name="connsiteY50" fmla="*/ 235808 h 260086"/>
              <a:gd name="connsiteX51" fmla="*/ 339916 w 765852"/>
              <a:gd name="connsiteY51" fmla="*/ 205943 h 260086"/>
              <a:gd name="connsiteX52" fmla="*/ 351166 w 765852"/>
              <a:gd name="connsiteY52" fmla="*/ 235808 h 260086"/>
              <a:gd name="connsiteX53" fmla="*/ 328749 w 765852"/>
              <a:gd name="connsiteY53" fmla="*/ 235808 h 260086"/>
              <a:gd name="connsiteX54" fmla="*/ 725437 w 765852"/>
              <a:gd name="connsiteY54" fmla="*/ 197523 h 260086"/>
              <a:gd name="connsiteX55" fmla="*/ 717736 w 765852"/>
              <a:gd name="connsiteY55" fmla="*/ 197523 h 260086"/>
              <a:gd name="connsiteX56" fmla="*/ 717736 w 765852"/>
              <a:gd name="connsiteY56" fmla="*/ 259554 h 260086"/>
              <a:gd name="connsiteX57" fmla="*/ 753704 w 765852"/>
              <a:gd name="connsiteY57" fmla="*/ 259554 h 260086"/>
              <a:gd name="connsiteX58" fmla="*/ 753704 w 765852"/>
              <a:gd name="connsiteY58" fmla="*/ 252464 h 260086"/>
              <a:gd name="connsiteX59" fmla="*/ 725446 w 765852"/>
              <a:gd name="connsiteY59" fmla="*/ 252464 h 260086"/>
              <a:gd name="connsiteX60" fmla="*/ 725446 w 765852"/>
              <a:gd name="connsiteY60" fmla="*/ 197523 h 260086"/>
              <a:gd name="connsiteX61" fmla="*/ 250953 w 765852"/>
              <a:gd name="connsiteY61" fmla="*/ 2119 h 260086"/>
              <a:gd name="connsiteX62" fmla="*/ 225566 w 765852"/>
              <a:gd name="connsiteY62" fmla="*/ 2119 h 260086"/>
              <a:gd name="connsiteX63" fmla="*/ 225566 w 765852"/>
              <a:gd name="connsiteY63" fmla="*/ 164677 h 260086"/>
              <a:gd name="connsiteX64" fmla="*/ 250953 w 765852"/>
              <a:gd name="connsiteY64" fmla="*/ 164677 h 260086"/>
              <a:gd name="connsiteX65" fmla="*/ 250953 w 765852"/>
              <a:gd name="connsiteY65" fmla="*/ 2119 h 260086"/>
              <a:gd name="connsiteX66" fmla="*/ 80592 w 765852"/>
              <a:gd name="connsiteY66" fmla="*/ 62692 h 260086"/>
              <a:gd name="connsiteX67" fmla="*/ 80592 w 765852"/>
              <a:gd name="connsiteY67" fmla="*/ 164687 h 260086"/>
              <a:gd name="connsiteX68" fmla="*/ 106732 w 765852"/>
              <a:gd name="connsiteY68" fmla="*/ 164687 h 260086"/>
              <a:gd name="connsiteX69" fmla="*/ 106713 w 765852"/>
              <a:gd name="connsiteY69" fmla="*/ 62692 h 260086"/>
              <a:gd name="connsiteX70" fmla="*/ 95124 w 765852"/>
              <a:gd name="connsiteY70" fmla="*/ 28700 h 260086"/>
              <a:gd name="connsiteX71" fmla="*/ 93648 w 765852"/>
              <a:gd name="connsiteY71" fmla="*/ 26792 h 260086"/>
              <a:gd name="connsiteX72" fmla="*/ 92172 w 765852"/>
              <a:gd name="connsiteY72" fmla="*/ 28700 h 260086"/>
              <a:gd name="connsiteX73" fmla="*/ 80583 w 765852"/>
              <a:gd name="connsiteY73" fmla="*/ 62692 h 260086"/>
              <a:gd name="connsiteX74" fmla="*/ 47273 w 765852"/>
              <a:gd name="connsiteY74" fmla="*/ 2119 h 260086"/>
              <a:gd name="connsiteX75" fmla="*/ 0 w 765852"/>
              <a:gd name="connsiteY75" fmla="*/ 2119 h 260086"/>
              <a:gd name="connsiteX76" fmla="*/ 0 w 765852"/>
              <a:gd name="connsiteY76" fmla="*/ 26792 h 260086"/>
              <a:gd name="connsiteX77" fmla="*/ 93648 w 765852"/>
              <a:gd name="connsiteY77" fmla="*/ 26792 h 260086"/>
              <a:gd name="connsiteX78" fmla="*/ 91328 w 765852"/>
              <a:gd name="connsiteY78" fmla="*/ 23793 h 260086"/>
              <a:gd name="connsiteX79" fmla="*/ 47273 w 765852"/>
              <a:gd name="connsiteY79" fmla="*/ 2119 h 260086"/>
              <a:gd name="connsiteX80" fmla="*/ 95968 w 765852"/>
              <a:gd name="connsiteY80" fmla="*/ 23793 h 260086"/>
              <a:gd name="connsiteX81" fmla="*/ 93648 w 765852"/>
              <a:gd name="connsiteY81" fmla="*/ 26792 h 260086"/>
              <a:gd name="connsiteX82" fmla="*/ 187296 w 765852"/>
              <a:gd name="connsiteY82" fmla="*/ 26792 h 260086"/>
              <a:gd name="connsiteX83" fmla="*/ 187296 w 765852"/>
              <a:gd name="connsiteY83" fmla="*/ 2119 h 260086"/>
              <a:gd name="connsiteX84" fmla="*/ 140023 w 765852"/>
              <a:gd name="connsiteY84" fmla="*/ 2119 h 260086"/>
              <a:gd name="connsiteX85" fmla="*/ 95958 w 765852"/>
              <a:gd name="connsiteY85" fmla="*/ 23793 h 260086"/>
              <a:gd name="connsiteX86" fmla="*/ 514844 w 765852"/>
              <a:gd name="connsiteY86" fmla="*/ 164677 h 260086"/>
              <a:gd name="connsiteX87" fmla="*/ 540232 w 765852"/>
              <a:gd name="connsiteY87" fmla="*/ 164677 h 260086"/>
              <a:gd name="connsiteX88" fmla="*/ 540232 w 765852"/>
              <a:gd name="connsiteY88" fmla="*/ 2119 h 260086"/>
              <a:gd name="connsiteX89" fmla="*/ 514844 w 765852"/>
              <a:gd name="connsiteY89" fmla="*/ 2119 h 260086"/>
              <a:gd name="connsiteX90" fmla="*/ 514844 w 765852"/>
              <a:gd name="connsiteY90" fmla="*/ 164677 h 260086"/>
              <a:gd name="connsiteX91" fmla="*/ 495205 w 765852"/>
              <a:gd name="connsiteY91" fmla="*/ 259554 h 260086"/>
              <a:gd name="connsiteX92" fmla="*/ 502915 w 765852"/>
              <a:gd name="connsiteY92" fmla="*/ 259554 h 260086"/>
              <a:gd name="connsiteX93" fmla="*/ 502915 w 765852"/>
              <a:gd name="connsiteY93" fmla="*/ 197523 h 260086"/>
              <a:gd name="connsiteX94" fmla="*/ 495205 w 765852"/>
              <a:gd name="connsiteY94" fmla="*/ 197523 h 260086"/>
              <a:gd name="connsiteX95" fmla="*/ 495205 w 765852"/>
              <a:gd name="connsiteY95" fmla="*/ 259554 h 260086"/>
              <a:gd name="connsiteX96" fmla="*/ 544816 w 765852"/>
              <a:gd name="connsiteY96" fmla="*/ 204613 h 260086"/>
              <a:gd name="connsiteX97" fmla="*/ 564923 w 765852"/>
              <a:gd name="connsiteY97" fmla="*/ 204613 h 260086"/>
              <a:gd name="connsiteX98" fmla="*/ 564923 w 765852"/>
              <a:gd name="connsiteY98" fmla="*/ 259554 h 260086"/>
              <a:gd name="connsiteX99" fmla="*/ 572633 w 765852"/>
              <a:gd name="connsiteY99" fmla="*/ 259554 h 260086"/>
              <a:gd name="connsiteX100" fmla="*/ 572633 w 765852"/>
              <a:gd name="connsiteY100" fmla="*/ 204613 h 260086"/>
              <a:gd name="connsiteX101" fmla="*/ 592740 w 765852"/>
              <a:gd name="connsiteY101" fmla="*/ 204613 h 260086"/>
              <a:gd name="connsiteX102" fmla="*/ 592740 w 765852"/>
              <a:gd name="connsiteY102" fmla="*/ 197523 h 260086"/>
              <a:gd name="connsiteX103" fmla="*/ 544816 w 765852"/>
              <a:gd name="connsiteY103" fmla="*/ 197523 h 260086"/>
              <a:gd name="connsiteX104" fmla="*/ 544816 w 765852"/>
              <a:gd name="connsiteY104" fmla="*/ 204613 h 260086"/>
              <a:gd name="connsiteX105" fmla="*/ 287389 w 765852"/>
              <a:gd name="connsiteY105" fmla="*/ 2119 h 260086"/>
              <a:gd name="connsiteX106" fmla="*/ 345234 w 765852"/>
              <a:gd name="connsiteY106" fmla="*/ 140105 h 260086"/>
              <a:gd name="connsiteX107" fmla="*/ 381413 w 765852"/>
              <a:gd name="connsiteY107" fmla="*/ 166796 h 260086"/>
              <a:gd name="connsiteX108" fmla="*/ 382899 w 765852"/>
              <a:gd name="connsiteY108" fmla="*/ 166796 h 260086"/>
              <a:gd name="connsiteX109" fmla="*/ 316692 w 765852"/>
              <a:gd name="connsiteY109" fmla="*/ 2119 h 260086"/>
              <a:gd name="connsiteX110" fmla="*/ 287389 w 765852"/>
              <a:gd name="connsiteY110" fmla="*/ 2119 h 260086"/>
              <a:gd name="connsiteX111" fmla="*/ 443549 w 765852"/>
              <a:gd name="connsiteY111" fmla="*/ 199871 h 260086"/>
              <a:gd name="connsiteX112" fmla="*/ 432739 w 765852"/>
              <a:gd name="connsiteY112" fmla="*/ 197523 h 260086"/>
              <a:gd name="connsiteX113" fmla="*/ 408910 w 765852"/>
              <a:gd name="connsiteY113" fmla="*/ 197523 h 260086"/>
              <a:gd name="connsiteX114" fmla="*/ 408910 w 765852"/>
              <a:gd name="connsiteY114" fmla="*/ 259554 h 260086"/>
              <a:gd name="connsiteX115" fmla="*/ 416621 w 765852"/>
              <a:gd name="connsiteY115" fmla="*/ 259554 h 260086"/>
              <a:gd name="connsiteX116" fmla="*/ 416621 w 765852"/>
              <a:gd name="connsiteY116" fmla="*/ 235716 h 260086"/>
              <a:gd name="connsiteX117" fmla="*/ 432748 w 765852"/>
              <a:gd name="connsiteY117" fmla="*/ 235716 h 260086"/>
              <a:gd name="connsiteX118" fmla="*/ 443512 w 765852"/>
              <a:gd name="connsiteY118" fmla="*/ 233368 h 260086"/>
              <a:gd name="connsiteX119" fmla="*/ 450728 w 765852"/>
              <a:gd name="connsiteY119" fmla="*/ 226681 h 260086"/>
              <a:gd name="connsiteX120" fmla="*/ 453295 w 765852"/>
              <a:gd name="connsiteY120" fmla="*/ 216583 h 260086"/>
              <a:gd name="connsiteX121" fmla="*/ 450774 w 765852"/>
              <a:gd name="connsiteY121" fmla="*/ 206521 h 260086"/>
              <a:gd name="connsiteX122" fmla="*/ 443558 w 765852"/>
              <a:gd name="connsiteY122" fmla="*/ 199871 h 260086"/>
              <a:gd name="connsiteX123" fmla="*/ 441779 w 765852"/>
              <a:gd name="connsiteY123" fmla="*/ 225351 h 260086"/>
              <a:gd name="connsiteX124" fmla="*/ 432033 w 765852"/>
              <a:gd name="connsiteY124" fmla="*/ 228635 h 260086"/>
              <a:gd name="connsiteX125" fmla="*/ 416621 w 765852"/>
              <a:gd name="connsiteY125" fmla="*/ 228635 h 260086"/>
              <a:gd name="connsiteX126" fmla="*/ 416621 w 765852"/>
              <a:gd name="connsiteY126" fmla="*/ 204622 h 260086"/>
              <a:gd name="connsiteX127" fmla="*/ 432125 w 765852"/>
              <a:gd name="connsiteY127" fmla="*/ 204622 h 260086"/>
              <a:gd name="connsiteX128" fmla="*/ 441825 w 765852"/>
              <a:gd name="connsiteY128" fmla="*/ 207860 h 260086"/>
              <a:gd name="connsiteX129" fmla="*/ 445410 w 765852"/>
              <a:gd name="connsiteY129" fmla="*/ 216592 h 260086"/>
              <a:gd name="connsiteX130" fmla="*/ 441779 w 765852"/>
              <a:gd name="connsiteY130" fmla="*/ 225361 h 260086"/>
              <a:gd name="connsiteX131" fmla="*/ 382889 w 765852"/>
              <a:gd name="connsiteY131" fmla="*/ 166805 h 260086"/>
              <a:gd name="connsiteX132" fmla="*/ 384375 w 765852"/>
              <a:gd name="connsiteY132" fmla="*/ 166805 h 260086"/>
              <a:gd name="connsiteX133" fmla="*/ 420554 w 765852"/>
              <a:gd name="connsiteY133" fmla="*/ 140114 h 260086"/>
              <a:gd name="connsiteX134" fmla="*/ 478399 w 765852"/>
              <a:gd name="connsiteY134" fmla="*/ 2128 h 260086"/>
              <a:gd name="connsiteX135" fmla="*/ 449096 w 765852"/>
              <a:gd name="connsiteY135" fmla="*/ 2128 h 260086"/>
              <a:gd name="connsiteX136" fmla="*/ 382889 w 765852"/>
              <a:gd name="connsiteY136" fmla="*/ 166814 h 260086"/>
              <a:gd name="connsiteX137" fmla="*/ 644368 w 765852"/>
              <a:gd name="connsiteY137" fmla="*/ 197523 h 260086"/>
              <a:gd name="connsiteX138" fmla="*/ 620714 w 765852"/>
              <a:gd name="connsiteY138" fmla="*/ 259554 h 260086"/>
              <a:gd name="connsiteX139" fmla="*/ 628690 w 765852"/>
              <a:gd name="connsiteY139" fmla="*/ 259554 h 260086"/>
              <a:gd name="connsiteX140" fmla="*/ 635246 w 765852"/>
              <a:gd name="connsiteY140" fmla="*/ 242806 h 260086"/>
              <a:gd name="connsiteX141" fmla="*/ 662266 w 765852"/>
              <a:gd name="connsiteY141" fmla="*/ 242806 h 260086"/>
              <a:gd name="connsiteX142" fmla="*/ 668821 w 765852"/>
              <a:gd name="connsiteY142" fmla="*/ 259554 h 260086"/>
              <a:gd name="connsiteX143" fmla="*/ 677055 w 765852"/>
              <a:gd name="connsiteY143" fmla="*/ 259554 h 260086"/>
              <a:gd name="connsiteX144" fmla="*/ 653491 w 765852"/>
              <a:gd name="connsiteY144" fmla="*/ 197523 h 260086"/>
              <a:gd name="connsiteX145" fmla="*/ 644368 w 765852"/>
              <a:gd name="connsiteY145" fmla="*/ 197523 h 260086"/>
              <a:gd name="connsiteX146" fmla="*/ 637547 w 765852"/>
              <a:gd name="connsiteY146" fmla="*/ 235808 h 260086"/>
              <a:gd name="connsiteX147" fmla="*/ 648705 w 765852"/>
              <a:gd name="connsiteY147" fmla="*/ 205943 h 260086"/>
              <a:gd name="connsiteX148" fmla="*/ 659955 w 765852"/>
              <a:gd name="connsiteY148" fmla="*/ 235808 h 260086"/>
              <a:gd name="connsiteX149" fmla="*/ 637538 w 765852"/>
              <a:gd name="connsiteY149" fmla="*/ 235808 h 260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</a:cxnLst>
            <a:rect l="l" t="t" r="r" b="b"/>
            <a:pathLst>
              <a:path w="765852" h="260086">
                <a:moveTo>
                  <a:pt x="739575" y="143884"/>
                </a:moveTo>
                <a:cubicBezTo>
                  <a:pt x="756519" y="128906"/>
                  <a:pt x="765852" y="107425"/>
                  <a:pt x="765852" y="83403"/>
                </a:cubicBezTo>
                <a:cubicBezTo>
                  <a:pt x="765852" y="59381"/>
                  <a:pt x="756519" y="37899"/>
                  <a:pt x="739575" y="22921"/>
                </a:cubicBezTo>
                <a:cubicBezTo>
                  <a:pt x="722613" y="7925"/>
                  <a:pt x="699307" y="0"/>
                  <a:pt x="672177" y="0"/>
                </a:cubicBezTo>
                <a:cubicBezTo>
                  <a:pt x="645047" y="0"/>
                  <a:pt x="621740" y="7925"/>
                  <a:pt x="604779" y="22921"/>
                </a:cubicBezTo>
                <a:cubicBezTo>
                  <a:pt x="587835" y="37899"/>
                  <a:pt x="578501" y="59381"/>
                  <a:pt x="578501" y="83403"/>
                </a:cubicBezTo>
                <a:cubicBezTo>
                  <a:pt x="578501" y="107425"/>
                  <a:pt x="587835" y="128906"/>
                  <a:pt x="604779" y="143884"/>
                </a:cubicBezTo>
                <a:cubicBezTo>
                  <a:pt x="621740" y="158881"/>
                  <a:pt x="645047" y="166805"/>
                  <a:pt x="672177" y="166805"/>
                </a:cubicBezTo>
                <a:cubicBezTo>
                  <a:pt x="699307" y="166805"/>
                  <a:pt x="722613" y="158881"/>
                  <a:pt x="739575" y="143884"/>
                </a:cubicBezTo>
                <a:close/>
                <a:moveTo>
                  <a:pt x="604595" y="83403"/>
                </a:moveTo>
                <a:cubicBezTo>
                  <a:pt x="604595" y="66489"/>
                  <a:pt x="610821" y="52135"/>
                  <a:pt x="622611" y="41871"/>
                </a:cubicBezTo>
                <a:cubicBezTo>
                  <a:pt x="634751" y="31305"/>
                  <a:pt x="651887" y="25719"/>
                  <a:pt x="672177" y="25719"/>
                </a:cubicBezTo>
                <a:cubicBezTo>
                  <a:pt x="692467" y="25719"/>
                  <a:pt x="709603" y="31305"/>
                  <a:pt x="721742" y="41871"/>
                </a:cubicBezTo>
                <a:cubicBezTo>
                  <a:pt x="733524" y="52126"/>
                  <a:pt x="739759" y="66489"/>
                  <a:pt x="739759" y="83403"/>
                </a:cubicBezTo>
                <a:cubicBezTo>
                  <a:pt x="739759" y="100316"/>
                  <a:pt x="733533" y="114671"/>
                  <a:pt x="721742" y="124934"/>
                </a:cubicBezTo>
                <a:cubicBezTo>
                  <a:pt x="709603" y="135501"/>
                  <a:pt x="692467" y="141077"/>
                  <a:pt x="672177" y="141077"/>
                </a:cubicBezTo>
                <a:cubicBezTo>
                  <a:pt x="651887" y="141077"/>
                  <a:pt x="634741" y="135491"/>
                  <a:pt x="622611" y="124934"/>
                </a:cubicBezTo>
                <a:cubicBezTo>
                  <a:pt x="610830" y="114671"/>
                  <a:pt x="604595" y="100316"/>
                  <a:pt x="604595" y="83403"/>
                </a:cubicBezTo>
                <a:close/>
                <a:moveTo>
                  <a:pt x="238310" y="207181"/>
                </a:moveTo>
                <a:cubicBezTo>
                  <a:pt x="241556" y="205118"/>
                  <a:pt x="245306" y="204081"/>
                  <a:pt x="249560" y="204081"/>
                </a:cubicBezTo>
                <a:cubicBezTo>
                  <a:pt x="254282" y="204081"/>
                  <a:pt x="258288" y="205292"/>
                  <a:pt x="261562" y="207713"/>
                </a:cubicBezTo>
                <a:cubicBezTo>
                  <a:pt x="264835" y="210135"/>
                  <a:pt x="267035" y="213501"/>
                  <a:pt x="268163" y="217812"/>
                </a:cubicBezTo>
                <a:lnTo>
                  <a:pt x="275874" y="217812"/>
                </a:lnTo>
                <a:cubicBezTo>
                  <a:pt x="274691" y="211373"/>
                  <a:pt x="271784" y="206292"/>
                  <a:pt x="267145" y="202568"/>
                </a:cubicBezTo>
                <a:cubicBezTo>
                  <a:pt x="262506" y="198844"/>
                  <a:pt x="256766" y="196982"/>
                  <a:pt x="249917" y="196982"/>
                </a:cubicBezTo>
                <a:cubicBezTo>
                  <a:pt x="244013" y="196982"/>
                  <a:pt x="238814" y="198293"/>
                  <a:pt x="234322" y="200926"/>
                </a:cubicBezTo>
                <a:cubicBezTo>
                  <a:pt x="229838" y="203558"/>
                  <a:pt x="226382" y="207264"/>
                  <a:pt x="223961" y="212052"/>
                </a:cubicBezTo>
                <a:cubicBezTo>
                  <a:pt x="221541" y="216840"/>
                  <a:pt x="220330" y="222334"/>
                  <a:pt x="220330" y="228534"/>
                </a:cubicBezTo>
                <a:cubicBezTo>
                  <a:pt x="220330" y="234734"/>
                  <a:pt x="221541" y="240302"/>
                  <a:pt x="223961" y="245062"/>
                </a:cubicBezTo>
                <a:cubicBezTo>
                  <a:pt x="226382" y="249823"/>
                  <a:pt x="229838" y="253510"/>
                  <a:pt x="234322" y="256142"/>
                </a:cubicBezTo>
                <a:cubicBezTo>
                  <a:pt x="238805" y="258775"/>
                  <a:pt x="244004" y="260086"/>
                  <a:pt x="249917" y="260086"/>
                </a:cubicBezTo>
                <a:cubicBezTo>
                  <a:pt x="256831" y="260086"/>
                  <a:pt x="262570" y="258224"/>
                  <a:pt x="267145" y="254501"/>
                </a:cubicBezTo>
                <a:cubicBezTo>
                  <a:pt x="271720" y="250777"/>
                  <a:pt x="274599" y="245695"/>
                  <a:pt x="275782" y="239256"/>
                </a:cubicBezTo>
                <a:lnTo>
                  <a:pt x="268071" y="239256"/>
                </a:lnTo>
                <a:cubicBezTo>
                  <a:pt x="266888" y="243631"/>
                  <a:pt x="264706" y="247007"/>
                  <a:pt x="261516" y="249401"/>
                </a:cubicBezTo>
                <a:cubicBezTo>
                  <a:pt x="258325" y="251795"/>
                  <a:pt x="254337" y="252987"/>
                  <a:pt x="249560" y="252987"/>
                </a:cubicBezTo>
                <a:cubicBezTo>
                  <a:pt x="245306" y="252987"/>
                  <a:pt x="241556" y="251951"/>
                  <a:pt x="238310" y="249887"/>
                </a:cubicBezTo>
                <a:cubicBezTo>
                  <a:pt x="235064" y="247823"/>
                  <a:pt x="232561" y="244925"/>
                  <a:pt x="230828" y="241201"/>
                </a:cubicBezTo>
                <a:cubicBezTo>
                  <a:pt x="229086" y="237477"/>
                  <a:pt x="228215" y="233258"/>
                  <a:pt x="228215" y="228525"/>
                </a:cubicBezTo>
                <a:cubicBezTo>
                  <a:pt x="228215" y="223792"/>
                  <a:pt x="229086" y="219499"/>
                  <a:pt x="230828" y="215812"/>
                </a:cubicBezTo>
                <a:cubicBezTo>
                  <a:pt x="232570" y="212125"/>
                  <a:pt x="235064" y="209245"/>
                  <a:pt x="238310" y="207172"/>
                </a:cubicBezTo>
                <a:close/>
                <a:moveTo>
                  <a:pt x="335580" y="197523"/>
                </a:moveTo>
                <a:lnTo>
                  <a:pt x="311925" y="259554"/>
                </a:lnTo>
                <a:lnTo>
                  <a:pt x="319892" y="259554"/>
                </a:lnTo>
                <a:lnTo>
                  <a:pt x="326448" y="242806"/>
                </a:lnTo>
                <a:lnTo>
                  <a:pt x="353467" y="242806"/>
                </a:lnTo>
                <a:lnTo>
                  <a:pt x="360023" y="259554"/>
                </a:lnTo>
                <a:lnTo>
                  <a:pt x="368256" y="259554"/>
                </a:lnTo>
                <a:lnTo>
                  <a:pt x="344693" y="197523"/>
                </a:lnTo>
                <a:lnTo>
                  <a:pt x="335570" y="197523"/>
                </a:lnTo>
                <a:close/>
                <a:moveTo>
                  <a:pt x="328758" y="235808"/>
                </a:moveTo>
                <a:lnTo>
                  <a:pt x="339916" y="205943"/>
                </a:lnTo>
                <a:lnTo>
                  <a:pt x="351166" y="235808"/>
                </a:lnTo>
                <a:lnTo>
                  <a:pt x="328749" y="235808"/>
                </a:lnTo>
                <a:close/>
                <a:moveTo>
                  <a:pt x="725437" y="197523"/>
                </a:moveTo>
                <a:lnTo>
                  <a:pt x="717736" y="197523"/>
                </a:lnTo>
                <a:lnTo>
                  <a:pt x="717736" y="259554"/>
                </a:lnTo>
                <a:lnTo>
                  <a:pt x="753704" y="259554"/>
                </a:lnTo>
                <a:lnTo>
                  <a:pt x="753704" y="252464"/>
                </a:lnTo>
                <a:lnTo>
                  <a:pt x="725446" y="252464"/>
                </a:lnTo>
                <a:lnTo>
                  <a:pt x="725446" y="197523"/>
                </a:lnTo>
                <a:close/>
                <a:moveTo>
                  <a:pt x="250953" y="2119"/>
                </a:moveTo>
                <a:lnTo>
                  <a:pt x="225566" y="2119"/>
                </a:lnTo>
                <a:lnTo>
                  <a:pt x="225566" y="164677"/>
                </a:lnTo>
                <a:lnTo>
                  <a:pt x="250953" y="164677"/>
                </a:lnTo>
                <a:lnTo>
                  <a:pt x="250953" y="2119"/>
                </a:lnTo>
                <a:close/>
                <a:moveTo>
                  <a:pt x="80592" y="62692"/>
                </a:moveTo>
                <a:lnTo>
                  <a:pt x="80592" y="164687"/>
                </a:lnTo>
                <a:cubicBezTo>
                  <a:pt x="80592" y="164687"/>
                  <a:pt x="106732" y="164687"/>
                  <a:pt x="106732" y="164687"/>
                </a:cubicBezTo>
                <a:lnTo>
                  <a:pt x="106713" y="62692"/>
                </a:lnTo>
                <a:cubicBezTo>
                  <a:pt x="106713" y="50282"/>
                  <a:pt x="102707" y="38523"/>
                  <a:pt x="95124" y="28700"/>
                </a:cubicBezTo>
                <a:lnTo>
                  <a:pt x="93648" y="26792"/>
                </a:lnTo>
                <a:lnTo>
                  <a:pt x="92172" y="28700"/>
                </a:lnTo>
                <a:cubicBezTo>
                  <a:pt x="84589" y="38523"/>
                  <a:pt x="80583" y="50273"/>
                  <a:pt x="80583" y="62692"/>
                </a:cubicBezTo>
                <a:close/>
                <a:moveTo>
                  <a:pt x="47273" y="2119"/>
                </a:moveTo>
                <a:lnTo>
                  <a:pt x="0" y="2119"/>
                </a:lnTo>
                <a:lnTo>
                  <a:pt x="0" y="26792"/>
                </a:lnTo>
                <a:lnTo>
                  <a:pt x="93648" y="26792"/>
                </a:lnTo>
                <a:lnTo>
                  <a:pt x="91328" y="23793"/>
                </a:lnTo>
                <a:cubicBezTo>
                  <a:pt x="80693" y="10025"/>
                  <a:pt x="64629" y="2119"/>
                  <a:pt x="47273" y="2119"/>
                </a:cubicBezTo>
                <a:close/>
                <a:moveTo>
                  <a:pt x="95968" y="23793"/>
                </a:moveTo>
                <a:lnTo>
                  <a:pt x="93648" y="26792"/>
                </a:lnTo>
                <a:lnTo>
                  <a:pt x="187296" y="26792"/>
                </a:lnTo>
                <a:lnTo>
                  <a:pt x="187296" y="2119"/>
                </a:lnTo>
                <a:lnTo>
                  <a:pt x="140023" y="2119"/>
                </a:lnTo>
                <a:cubicBezTo>
                  <a:pt x="122657" y="2119"/>
                  <a:pt x="106603" y="10016"/>
                  <a:pt x="95958" y="23793"/>
                </a:cubicBezTo>
                <a:close/>
                <a:moveTo>
                  <a:pt x="514844" y="164677"/>
                </a:moveTo>
                <a:lnTo>
                  <a:pt x="540232" y="164677"/>
                </a:lnTo>
                <a:lnTo>
                  <a:pt x="540232" y="2119"/>
                </a:lnTo>
                <a:lnTo>
                  <a:pt x="514844" y="2119"/>
                </a:lnTo>
                <a:lnTo>
                  <a:pt x="514844" y="164677"/>
                </a:lnTo>
                <a:close/>
                <a:moveTo>
                  <a:pt x="495205" y="259554"/>
                </a:moveTo>
                <a:lnTo>
                  <a:pt x="502915" y="259554"/>
                </a:lnTo>
                <a:lnTo>
                  <a:pt x="502915" y="197523"/>
                </a:lnTo>
                <a:lnTo>
                  <a:pt x="495205" y="197523"/>
                </a:lnTo>
                <a:lnTo>
                  <a:pt x="495205" y="259554"/>
                </a:lnTo>
                <a:close/>
                <a:moveTo>
                  <a:pt x="544816" y="204613"/>
                </a:moveTo>
                <a:lnTo>
                  <a:pt x="564923" y="204613"/>
                </a:lnTo>
                <a:lnTo>
                  <a:pt x="564923" y="259554"/>
                </a:lnTo>
                <a:lnTo>
                  <a:pt x="572633" y="259554"/>
                </a:lnTo>
                <a:lnTo>
                  <a:pt x="572633" y="204613"/>
                </a:lnTo>
                <a:lnTo>
                  <a:pt x="592740" y="204613"/>
                </a:lnTo>
                <a:lnTo>
                  <a:pt x="592740" y="197523"/>
                </a:lnTo>
                <a:lnTo>
                  <a:pt x="544816" y="197523"/>
                </a:lnTo>
                <a:lnTo>
                  <a:pt x="544816" y="204613"/>
                </a:lnTo>
                <a:close/>
                <a:moveTo>
                  <a:pt x="287389" y="2119"/>
                </a:moveTo>
                <a:cubicBezTo>
                  <a:pt x="287389" y="2119"/>
                  <a:pt x="335680" y="117220"/>
                  <a:pt x="345234" y="140105"/>
                </a:cubicBezTo>
                <a:cubicBezTo>
                  <a:pt x="356374" y="166796"/>
                  <a:pt x="374464" y="166796"/>
                  <a:pt x="381413" y="166796"/>
                </a:cubicBezTo>
                <a:lnTo>
                  <a:pt x="382899" y="166796"/>
                </a:lnTo>
                <a:lnTo>
                  <a:pt x="316692" y="2119"/>
                </a:lnTo>
                <a:lnTo>
                  <a:pt x="287389" y="2119"/>
                </a:lnTo>
                <a:close/>
                <a:moveTo>
                  <a:pt x="443549" y="199871"/>
                </a:moveTo>
                <a:cubicBezTo>
                  <a:pt x="440413" y="198303"/>
                  <a:pt x="436819" y="197523"/>
                  <a:pt x="432739" y="197523"/>
                </a:cubicBezTo>
                <a:lnTo>
                  <a:pt x="408910" y="197523"/>
                </a:lnTo>
                <a:lnTo>
                  <a:pt x="408910" y="259554"/>
                </a:lnTo>
                <a:lnTo>
                  <a:pt x="416621" y="259554"/>
                </a:lnTo>
                <a:lnTo>
                  <a:pt x="416621" y="235716"/>
                </a:lnTo>
                <a:lnTo>
                  <a:pt x="432748" y="235716"/>
                </a:lnTo>
                <a:cubicBezTo>
                  <a:pt x="436819" y="235716"/>
                  <a:pt x="440413" y="234936"/>
                  <a:pt x="443512" y="233368"/>
                </a:cubicBezTo>
                <a:cubicBezTo>
                  <a:pt x="446611" y="231799"/>
                  <a:pt x="449013" y="229571"/>
                  <a:pt x="450728" y="226681"/>
                </a:cubicBezTo>
                <a:cubicBezTo>
                  <a:pt x="452442" y="223783"/>
                  <a:pt x="453295" y="220417"/>
                  <a:pt x="453295" y="216583"/>
                </a:cubicBezTo>
                <a:cubicBezTo>
                  <a:pt x="453295" y="212749"/>
                  <a:pt x="452452" y="209392"/>
                  <a:pt x="450774" y="206521"/>
                </a:cubicBezTo>
                <a:cubicBezTo>
                  <a:pt x="449087" y="203659"/>
                  <a:pt x="446685" y="201439"/>
                  <a:pt x="443558" y="199871"/>
                </a:cubicBezTo>
                <a:close/>
                <a:moveTo>
                  <a:pt x="441779" y="225351"/>
                </a:moveTo>
                <a:cubicBezTo>
                  <a:pt x="439359" y="227534"/>
                  <a:pt x="436113" y="228635"/>
                  <a:pt x="432033" y="228635"/>
                </a:cubicBezTo>
                <a:lnTo>
                  <a:pt x="416621" y="228635"/>
                </a:lnTo>
                <a:lnTo>
                  <a:pt x="416621" y="204622"/>
                </a:lnTo>
                <a:lnTo>
                  <a:pt x="432125" y="204622"/>
                </a:lnTo>
                <a:cubicBezTo>
                  <a:pt x="436196" y="204622"/>
                  <a:pt x="439432" y="205705"/>
                  <a:pt x="441825" y="207860"/>
                </a:cubicBezTo>
                <a:cubicBezTo>
                  <a:pt x="444218" y="210015"/>
                  <a:pt x="445410" y="212923"/>
                  <a:pt x="445410" y="216592"/>
                </a:cubicBezTo>
                <a:cubicBezTo>
                  <a:pt x="445410" y="220261"/>
                  <a:pt x="444200" y="223178"/>
                  <a:pt x="441779" y="225361"/>
                </a:cubicBezTo>
                <a:close/>
                <a:moveTo>
                  <a:pt x="382889" y="166805"/>
                </a:moveTo>
                <a:lnTo>
                  <a:pt x="384375" y="166805"/>
                </a:lnTo>
                <a:cubicBezTo>
                  <a:pt x="391334" y="166805"/>
                  <a:pt x="409423" y="166805"/>
                  <a:pt x="420554" y="140114"/>
                </a:cubicBezTo>
                <a:cubicBezTo>
                  <a:pt x="430099" y="117230"/>
                  <a:pt x="478399" y="2128"/>
                  <a:pt x="478399" y="2128"/>
                </a:cubicBezTo>
                <a:lnTo>
                  <a:pt x="449096" y="2128"/>
                </a:lnTo>
                <a:lnTo>
                  <a:pt x="382889" y="166814"/>
                </a:lnTo>
                <a:close/>
                <a:moveTo>
                  <a:pt x="644368" y="197523"/>
                </a:moveTo>
                <a:lnTo>
                  <a:pt x="620714" y="259554"/>
                </a:lnTo>
                <a:lnTo>
                  <a:pt x="628690" y="259554"/>
                </a:lnTo>
                <a:lnTo>
                  <a:pt x="635246" y="242806"/>
                </a:lnTo>
                <a:lnTo>
                  <a:pt x="662266" y="242806"/>
                </a:lnTo>
                <a:lnTo>
                  <a:pt x="668821" y="259554"/>
                </a:lnTo>
                <a:lnTo>
                  <a:pt x="677055" y="259554"/>
                </a:lnTo>
                <a:lnTo>
                  <a:pt x="653491" y="197523"/>
                </a:lnTo>
                <a:lnTo>
                  <a:pt x="644368" y="197523"/>
                </a:lnTo>
                <a:close/>
                <a:moveTo>
                  <a:pt x="637547" y="235808"/>
                </a:moveTo>
                <a:lnTo>
                  <a:pt x="648705" y="205943"/>
                </a:lnTo>
                <a:lnTo>
                  <a:pt x="659955" y="235808"/>
                </a:lnTo>
                <a:lnTo>
                  <a:pt x="637538" y="235808"/>
                </a:lnTo>
                <a:close/>
              </a:path>
            </a:pathLst>
          </a:custGeom>
          <a:solidFill>
            <a:schemeClr val="bg1"/>
          </a:solidFill>
          <a:ln w="1061" cap="flat">
            <a:noFill/>
            <a:prstDash val="solid"/>
            <a:miter/>
          </a:ln>
        </p:spPr>
        <p:txBody>
          <a:bodyPr rtlCol="0" anchor="ctr"/>
          <a:lstStyle/>
          <a:p>
            <a:endParaRPr lang="pt-BR" sz="849">
              <a:solidFill>
                <a:schemeClr val="accent6"/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E66A520-3C99-723C-6FAE-61E67E279300}"/>
              </a:ext>
            </a:extLst>
          </p:cNvPr>
          <p:cNvCxnSpPr>
            <a:cxnSpLocks/>
          </p:cNvCxnSpPr>
          <p:nvPr/>
        </p:nvCxnSpPr>
        <p:spPr>
          <a:xfrm>
            <a:off x="334964" y="6675256"/>
            <a:ext cx="12403137" cy="0"/>
          </a:xfrm>
          <a:prstGeom prst="line">
            <a:avLst/>
          </a:prstGeom>
          <a:ln>
            <a:gradFill>
              <a:gsLst>
                <a:gs pos="58000">
                  <a:schemeClr val="bg2">
                    <a:lumMod val="9000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1373034-B345-F25C-322C-7B02164ACFED}"/>
              </a:ext>
            </a:extLst>
          </p:cNvPr>
          <p:cNvCxnSpPr/>
          <p:nvPr/>
        </p:nvCxnSpPr>
        <p:spPr>
          <a:xfrm>
            <a:off x="334964" y="185353"/>
            <a:ext cx="10415415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520340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469">
          <p15:clr>
            <a:srgbClr val="FBAE40"/>
          </p15:clr>
        </p15:guide>
        <p15:guide id="2" orient="horz" pos="3974">
          <p15:clr>
            <a:srgbClr val="FBAE40"/>
          </p15:clr>
        </p15:guide>
        <p15:guide id="3" orient="horz" pos="232">
          <p15:clr>
            <a:srgbClr val="FBAE40"/>
          </p15:clr>
        </p15:guide>
        <p15:guide id="4" pos="211">
          <p15:clr>
            <a:srgbClr val="FBAE40"/>
          </p15:clr>
        </p15:guide>
        <p15:guide id="5" orient="horz" pos="4065">
          <p15:clr>
            <a:srgbClr val="FBAE40"/>
          </p15:clr>
        </p15:guide>
        <p15:guide id="6" orient="horz" pos="799">
          <p15:clr>
            <a:srgbClr val="FBAE40"/>
          </p15:clr>
        </p15:guide>
        <p15:guide id="7" orient="horz" pos="935">
          <p15:clr>
            <a:srgbClr val="FBAE40"/>
          </p15:clr>
        </p15:guide>
      </p15:sldGuideLst>
    </p:ext>
  </p:extLst>
</p:sldLayout>
</file>

<file path=ppt/slideLayouts/slideLayout1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Capa 01 - Offwhite">
    <p:bg>
      <p:bgPr>
        <a:gradFill>
          <a:gsLst>
            <a:gs pos="67000">
              <a:schemeClr val="tx1"/>
            </a:gs>
            <a:gs pos="100000">
              <a:schemeClr val="tx1"/>
            </a:gs>
            <a:gs pos="0">
              <a:srgbClr val="161B21"/>
            </a:gs>
          </a:gsLst>
          <a:lin ang="8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Placeholder 3">
            <a:extLst>
              <a:ext uri="{FF2B5EF4-FFF2-40B4-BE49-F238E27FC236}">
                <a16:creationId xmlns:a16="http://schemas.microsoft.com/office/drawing/2014/main" id="{1817CA7E-5179-C9F5-48AF-755DF56F61E9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rcRect l="3124" r="3124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8">
            <a:extLst>
              <a:ext uri="{FF2B5EF4-FFF2-40B4-BE49-F238E27FC236}">
                <a16:creationId xmlns:a16="http://schemas.microsoft.com/office/drawing/2014/main" id="{17364209-1E38-0B40-9231-C88F3267BC2A}"/>
              </a:ext>
            </a:extLst>
          </p:cNvPr>
          <p:cNvPicPr>
            <a:picLocks noChangeAspect="1"/>
          </p:cNvPicPr>
          <p:nvPr/>
        </p:nvPicPr>
        <p:blipFill rotWithShape="1"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-8117" t="-23966" r="-8117" b="-23966"/>
          <a:stretch/>
        </p:blipFill>
        <p:spPr>
          <a:xfrm>
            <a:off x="10822779" y="335606"/>
            <a:ext cx="1080870" cy="468063"/>
          </a:xfrm>
          <a:prstGeom prst="rect">
            <a:avLst/>
          </a:prstGeom>
        </p:spPr>
      </p:pic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AAA4D9F5-240A-9CC5-1EF0-9AAA83CC690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7988" y="1621403"/>
            <a:ext cx="4789394" cy="1046440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>
              <a:buNone/>
              <a:defRPr sz="3400" b="1">
                <a:solidFill>
                  <a:schemeClr val="bg1"/>
                </a:solidFill>
                <a:latin typeface="Versos" panose="020B0503020204030204" pitchFamily="34" charset="0"/>
              </a:defRPr>
            </a:lvl1pPr>
          </a:lstStyle>
          <a:p>
            <a:pPr lvl="0"/>
            <a:r>
              <a:rPr lang="en-US" err="1"/>
              <a:t>Título</a:t>
            </a:r>
            <a:r>
              <a:rPr lang="en-US"/>
              <a:t> Template</a:t>
            </a:r>
          </a:p>
          <a:p>
            <a:pPr lvl="0"/>
            <a:r>
              <a:rPr lang="en-US" err="1"/>
              <a:t>Padrão</a:t>
            </a:r>
            <a:r>
              <a:rPr lang="en-US"/>
              <a:t> </a:t>
            </a:r>
            <a:r>
              <a:rPr lang="en-US" err="1"/>
              <a:t>Exemplo</a:t>
            </a:r>
            <a:endParaRPr lang="en-US"/>
          </a:p>
        </p:txBody>
      </p:sp>
      <p:sp>
        <p:nvSpPr>
          <p:cNvPr id="2" name="Text Placeholder 20">
            <a:extLst>
              <a:ext uri="{FF2B5EF4-FFF2-40B4-BE49-F238E27FC236}">
                <a16:creationId xmlns:a16="http://schemas.microsoft.com/office/drawing/2014/main" id="{595D97E3-B378-E7B0-4A76-391C0989E8B6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07989" y="2775019"/>
            <a:ext cx="2364803" cy="184666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marR="1868" algn="l" defTabSz="914358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bg1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1pPr>
            <a:lvl2pPr marL="0" marR="3081" algn="l" defTabSz="914358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2pPr>
            <a:lvl3pPr marL="0" marR="3081" algn="l" defTabSz="914358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3pPr>
            <a:lvl4pPr marL="0" marR="3081" algn="l" defTabSz="914358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4pPr>
            <a:lvl5pPr marL="0" marR="3081" algn="l" defTabSz="914358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pt-BR" sz="1200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5pPr>
          </a:lstStyle>
          <a:p>
            <a:pPr marR="3081">
              <a:lnSpc>
                <a:spcPct val="100000"/>
              </a:lnSpc>
              <a:spcBef>
                <a:spcPts val="0"/>
              </a:spcBef>
              <a:buClrTx/>
              <a:buFontTx/>
            </a:pPr>
            <a:r>
              <a:rPr lang="pt-BR" sz="120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</a:rPr>
              <a:t>Data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DCB7DBB8-8A97-3EC9-600D-C254A630EAF7}"/>
              </a:ext>
            </a:extLst>
          </p:cNvPr>
          <p:cNvGrpSpPr/>
          <p:nvPr/>
        </p:nvGrpSpPr>
        <p:grpSpPr>
          <a:xfrm flipV="1">
            <a:off x="-7870579" y="-1587993"/>
            <a:ext cx="20282791" cy="6312392"/>
            <a:chOff x="-62630" y="3261055"/>
            <a:chExt cx="12291315" cy="3825292"/>
          </a:xfrm>
        </p:grpSpPr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7B8EA919-4550-54B4-377C-54BCF1E02D3F}"/>
                </a:ext>
              </a:extLst>
            </p:cNvPr>
            <p:cNvSpPr/>
            <p:nvPr/>
          </p:nvSpPr>
          <p:spPr>
            <a:xfrm flipV="1">
              <a:off x="-62630" y="5210522"/>
              <a:ext cx="12254630" cy="200722"/>
            </a:xfrm>
            <a:custGeom>
              <a:avLst/>
              <a:gdLst>
                <a:gd name="connsiteX0" fmla="*/ 0 w 12225403"/>
                <a:gd name="connsiteY0" fmla="*/ 0 h 0"/>
                <a:gd name="connsiteX1" fmla="*/ 12225403 w 12225403"/>
                <a:gd name="connsiteY1" fmla="*/ 0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225403">
                  <a:moveTo>
                    <a:pt x="0" y="0"/>
                  </a:moveTo>
                  <a:lnTo>
                    <a:pt x="12225403" y="0"/>
                  </a:lnTo>
                </a:path>
              </a:pathLst>
            </a:custGeom>
            <a:noFill/>
            <a:ln w="9525">
              <a:gradFill>
                <a:gsLst>
                  <a:gs pos="100000">
                    <a:schemeClr val="accent5">
                      <a:lumMod val="75000"/>
                    </a:schemeClr>
                  </a:gs>
                  <a:gs pos="27000">
                    <a:schemeClr val="bg1">
                      <a:alpha val="0"/>
                    </a:schemeClr>
                  </a:gs>
                </a:gsLst>
                <a:lin ang="2700000" scaled="0"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849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8E41EE52-58E2-CB6C-117D-1BB71B64ACA9}"/>
                </a:ext>
              </a:extLst>
            </p:cNvPr>
            <p:cNvSpPr/>
            <p:nvPr/>
          </p:nvSpPr>
          <p:spPr>
            <a:xfrm>
              <a:off x="7240261" y="3261055"/>
              <a:ext cx="4988424" cy="3825292"/>
            </a:xfrm>
            <a:custGeom>
              <a:avLst/>
              <a:gdLst>
                <a:gd name="connsiteX0" fmla="*/ 0 w 5087815"/>
                <a:gd name="connsiteY0" fmla="*/ 3845169 h 3845169"/>
                <a:gd name="connsiteX1" fmla="*/ 5087815 w 5087815"/>
                <a:gd name="connsiteY1" fmla="*/ 0 h 3845169"/>
                <a:gd name="connsiteX0" fmla="*/ 0 w 5048059"/>
                <a:gd name="connsiteY0" fmla="*/ 3954500 h 3954500"/>
                <a:gd name="connsiteX1" fmla="*/ 5048059 w 5048059"/>
                <a:gd name="connsiteY1" fmla="*/ 0 h 3954500"/>
                <a:gd name="connsiteX0" fmla="*/ 0 w 5048059"/>
                <a:gd name="connsiteY0" fmla="*/ 3954500 h 3954500"/>
                <a:gd name="connsiteX1" fmla="*/ 5048059 w 5048059"/>
                <a:gd name="connsiteY1" fmla="*/ 0 h 3954500"/>
                <a:gd name="connsiteX0" fmla="*/ 0 w 4988424"/>
                <a:gd name="connsiteY0" fmla="*/ 3835231 h 3835231"/>
                <a:gd name="connsiteX1" fmla="*/ 4988424 w 4988424"/>
                <a:gd name="connsiteY1" fmla="*/ 0 h 3835231"/>
                <a:gd name="connsiteX0" fmla="*/ 0 w 4988424"/>
                <a:gd name="connsiteY0" fmla="*/ 3835231 h 3835231"/>
                <a:gd name="connsiteX1" fmla="*/ 4988424 w 4988424"/>
                <a:gd name="connsiteY1" fmla="*/ 0 h 3835231"/>
                <a:gd name="connsiteX0" fmla="*/ 0 w 4988424"/>
                <a:gd name="connsiteY0" fmla="*/ 3835231 h 3835231"/>
                <a:gd name="connsiteX1" fmla="*/ 4988424 w 4988424"/>
                <a:gd name="connsiteY1" fmla="*/ 0 h 3835231"/>
                <a:gd name="connsiteX0" fmla="*/ 0 w 4988424"/>
                <a:gd name="connsiteY0" fmla="*/ 3825292 h 3825292"/>
                <a:gd name="connsiteX1" fmla="*/ 4988424 w 4988424"/>
                <a:gd name="connsiteY1" fmla="*/ 0 h 3825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4988424" h="3825292">
                  <a:moveTo>
                    <a:pt x="0" y="3825292"/>
                  </a:moveTo>
                  <a:cubicBezTo>
                    <a:pt x="1384087" y="1839675"/>
                    <a:pt x="2310976" y="251621"/>
                    <a:pt x="4988424" y="0"/>
                  </a:cubicBezTo>
                </a:path>
              </a:pathLst>
            </a:custGeom>
            <a:noFill/>
            <a:ln w="9525">
              <a:gradFill>
                <a:gsLst>
                  <a:gs pos="14000">
                    <a:schemeClr val="accent5">
                      <a:lumMod val="75000"/>
                    </a:schemeClr>
                  </a:gs>
                  <a:gs pos="100000">
                    <a:schemeClr val="bg1">
                      <a:alpha val="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849"/>
            </a:p>
          </p:txBody>
        </p:sp>
      </p:grpSp>
    </p:spTree>
    <p:extLst>
      <p:ext uri="{BB962C8B-B14F-4D97-AF65-F5344CB8AC3E}">
        <p14:creationId xmlns:p14="http://schemas.microsoft.com/office/powerpoint/2010/main" val="26713869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7">
          <p15:clr>
            <a:srgbClr val="FBAE40"/>
          </p15:clr>
        </p15:guide>
        <p15:guide id="2" pos="7446">
          <p15:clr>
            <a:srgbClr val="FBAE40"/>
          </p15:clr>
        </p15:guide>
        <p15:guide id="3" orient="horz" pos="4088">
          <p15:clr>
            <a:srgbClr val="FBAE40"/>
          </p15:clr>
        </p15:guide>
        <p15:guide id="4" orient="horz" pos="3725">
          <p15:clr>
            <a:srgbClr val="FBAE40"/>
          </p15:clr>
        </p15:guide>
        <p15:guide id="5" orient="horz" pos="255">
          <p15:clr>
            <a:srgbClr val="FBAE40"/>
          </p15:clr>
        </p15:guide>
      </p15:sldGuideLst>
    </p:ext>
  </p:extLst>
</p:sldLayout>
</file>

<file path=ppt/slideLayouts/slideLayout1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Capa 01 - Offwhite">
    <p:bg>
      <p:bgPr>
        <a:gradFill>
          <a:gsLst>
            <a:gs pos="67000">
              <a:schemeClr val="tx1"/>
            </a:gs>
            <a:gs pos="100000">
              <a:schemeClr val="tx1"/>
            </a:gs>
            <a:gs pos="0">
              <a:srgbClr val="161B21"/>
            </a:gs>
          </a:gsLst>
          <a:lin ang="8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8">
            <a:extLst>
              <a:ext uri="{FF2B5EF4-FFF2-40B4-BE49-F238E27FC236}">
                <a16:creationId xmlns:a16="http://schemas.microsoft.com/office/drawing/2014/main" id="{17364209-1E38-0B40-9231-C88F3267BC2A}"/>
              </a:ext>
            </a:extLst>
          </p:cNvPr>
          <p:cNvPicPr>
            <a:picLocks noChangeAspect="1"/>
          </p:cNvPicPr>
          <p:nvPr/>
        </p:nvPicPr>
        <p:blipFill rotWithShape="1"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-8117" t="-23966" r="-8117" b="-23966"/>
          <a:stretch/>
        </p:blipFill>
        <p:spPr>
          <a:xfrm>
            <a:off x="10822779" y="952391"/>
            <a:ext cx="1080870" cy="468063"/>
          </a:xfrm>
          <a:prstGeom prst="rect">
            <a:avLst/>
          </a:prstGeom>
        </p:spPr>
      </p:pic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AAA4D9F5-240A-9CC5-1EF0-9AAA83CC690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7988" y="2460687"/>
            <a:ext cx="4789394" cy="1046440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>
              <a:buNone/>
              <a:defRPr sz="3400" b="1">
                <a:solidFill>
                  <a:schemeClr val="bg1"/>
                </a:solidFill>
                <a:latin typeface="Versos" panose="020B0503020204030204" pitchFamily="34" charset="0"/>
              </a:defRPr>
            </a:lvl1pPr>
          </a:lstStyle>
          <a:p>
            <a:pPr lvl="0"/>
            <a:r>
              <a:rPr lang="en-US" err="1"/>
              <a:t>Título</a:t>
            </a:r>
            <a:r>
              <a:rPr lang="en-US"/>
              <a:t> Template</a:t>
            </a:r>
          </a:p>
          <a:p>
            <a:pPr lvl="0"/>
            <a:r>
              <a:rPr lang="en-US" err="1"/>
              <a:t>Padrão</a:t>
            </a:r>
            <a:r>
              <a:rPr lang="en-US"/>
              <a:t> </a:t>
            </a:r>
            <a:r>
              <a:rPr lang="en-US" err="1"/>
              <a:t>Exemplo</a:t>
            </a:r>
            <a:endParaRPr lang="en-US"/>
          </a:p>
        </p:txBody>
      </p:sp>
      <p:grpSp>
        <p:nvGrpSpPr>
          <p:cNvPr id="4" name="object 23">
            <a:extLst>
              <a:ext uri="{FF2B5EF4-FFF2-40B4-BE49-F238E27FC236}">
                <a16:creationId xmlns:a16="http://schemas.microsoft.com/office/drawing/2014/main" id="{50D4309B-76E2-19A1-86E6-630C64E10DC1}"/>
              </a:ext>
            </a:extLst>
          </p:cNvPr>
          <p:cNvGrpSpPr/>
          <p:nvPr/>
        </p:nvGrpSpPr>
        <p:grpSpPr>
          <a:xfrm>
            <a:off x="-546445" y="2983906"/>
            <a:ext cx="12786104" cy="4703568"/>
            <a:chOff x="13449" y="560788"/>
            <a:chExt cx="7539039" cy="2773353"/>
          </a:xfrm>
        </p:grpSpPr>
        <p:sp>
          <p:nvSpPr>
            <p:cNvPr id="5" name="object 24">
              <a:extLst>
                <a:ext uri="{FF2B5EF4-FFF2-40B4-BE49-F238E27FC236}">
                  <a16:creationId xmlns:a16="http://schemas.microsoft.com/office/drawing/2014/main" id="{DE727D37-CBBB-D040-AA60-F758EAC5436B}"/>
                </a:ext>
              </a:extLst>
            </p:cNvPr>
            <p:cNvSpPr/>
            <p:nvPr/>
          </p:nvSpPr>
          <p:spPr>
            <a:xfrm>
              <a:off x="13449" y="560788"/>
              <a:ext cx="6531609" cy="1584960"/>
            </a:xfrm>
            <a:custGeom>
              <a:avLst/>
              <a:gdLst/>
              <a:ahLst/>
              <a:cxnLst/>
              <a:rect l="l" t="t" r="r" b="b"/>
              <a:pathLst>
                <a:path w="6531609" h="1584960">
                  <a:moveTo>
                    <a:pt x="405650" y="0"/>
                  </a:moveTo>
                  <a:lnTo>
                    <a:pt x="0" y="0"/>
                  </a:lnTo>
                </a:path>
                <a:path w="6531609" h="1584960">
                  <a:moveTo>
                    <a:pt x="0" y="1584629"/>
                  </a:moveTo>
                  <a:lnTo>
                    <a:pt x="6531127" y="1584629"/>
                  </a:lnTo>
                  <a:lnTo>
                    <a:pt x="6382397" y="1391958"/>
                  </a:lnTo>
                  <a:lnTo>
                    <a:pt x="6351092" y="1352015"/>
                  </a:lnTo>
                  <a:lnTo>
                    <a:pt x="6319315" y="1312579"/>
                  </a:lnTo>
                  <a:lnTo>
                    <a:pt x="6287071" y="1273655"/>
                  </a:lnTo>
                  <a:lnTo>
                    <a:pt x="6254367" y="1235245"/>
                  </a:lnTo>
                  <a:lnTo>
                    <a:pt x="6221207" y="1197353"/>
                  </a:lnTo>
                  <a:lnTo>
                    <a:pt x="6187597" y="1159983"/>
                  </a:lnTo>
                  <a:lnTo>
                    <a:pt x="6153543" y="1123138"/>
                  </a:lnTo>
                  <a:lnTo>
                    <a:pt x="6119049" y="1086822"/>
                  </a:lnTo>
                  <a:lnTo>
                    <a:pt x="6084122" y="1051038"/>
                  </a:lnTo>
                  <a:lnTo>
                    <a:pt x="6048766" y="1015790"/>
                  </a:lnTo>
                  <a:lnTo>
                    <a:pt x="6012987" y="981081"/>
                  </a:lnTo>
                  <a:lnTo>
                    <a:pt x="5976790" y="946915"/>
                  </a:lnTo>
                  <a:lnTo>
                    <a:pt x="5940181" y="913295"/>
                  </a:lnTo>
                  <a:lnTo>
                    <a:pt x="5903165" y="880225"/>
                  </a:lnTo>
                  <a:lnTo>
                    <a:pt x="5865748" y="847708"/>
                  </a:lnTo>
                  <a:lnTo>
                    <a:pt x="5827935" y="815749"/>
                  </a:lnTo>
                  <a:lnTo>
                    <a:pt x="5789731" y="784350"/>
                  </a:lnTo>
                  <a:lnTo>
                    <a:pt x="5751142" y="753515"/>
                  </a:lnTo>
                  <a:lnTo>
                    <a:pt x="5712173" y="723247"/>
                  </a:lnTo>
                  <a:lnTo>
                    <a:pt x="5672829" y="693551"/>
                  </a:lnTo>
                  <a:lnTo>
                    <a:pt x="5633117" y="664429"/>
                  </a:lnTo>
                  <a:lnTo>
                    <a:pt x="5593041" y="635885"/>
                  </a:lnTo>
                  <a:lnTo>
                    <a:pt x="5552607" y="607923"/>
                  </a:lnTo>
                  <a:lnTo>
                    <a:pt x="5511820" y="580546"/>
                  </a:lnTo>
                  <a:lnTo>
                    <a:pt x="5470685" y="553758"/>
                  </a:lnTo>
                  <a:lnTo>
                    <a:pt x="5429209" y="527562"/>
                  </a:lnTo>
                  <a:lnTo>
                    <a:pt x="5387396" y="501962"/>
                  </a:lnTo>
                  <a:lnTo>
                    <a:pt x="5345252" y="476961"/>
                  </a:lnTo>
                  <a:lnTo>
                    <a:pt x="5302782" y="452563"/>
                  </a:lnTo>
                  <a:lnTo>
                    <a:pt x="5259991" y="428771"/>
                  </a:lnTo>
                  <a:lnTo>
                    <a:pt x="5216886" y="405589"/>
                  </a:lnTo>
                  <a:lnTo>
                    <a:pt x="5173471" y="383021"/>
                  </a:lnTo>
                  <a:lnTo>
                    <a:pt x="5129752" y="361070"/>
                  </a:lnTo>
                  <a:lnTo>
                    <a:pt x="5085734" y="339739"/>
                  </a:lnTo>
                  <a:lnTo>
                    <a:pt x="5041423" y="319032"/>
                  </a:lnTo>
                  <a:lnTo>
                    <a:pt x="4996823" y="298953"/>
                  </a:lnTo>
                  <a:lnTo>
                    <a:pt x="4951941" y="279505"/>
                  </a:lnTo>
                  <a:lnTo>
                    <a:pt x="4906782" y="260691"/>
                  </a:lnTo>
                  <a:lnTo>
                    <a:pt x="4861352" y="242516"/>
                  </a:lnTo>
                  <a:lnTo>
                    <a:pt x="4815654" y="224982"/>
                  </a:lnTo>
                  <a:lnTo>
                    <a:pt x="4769696" y="208094"/>
                  </a:lnTo>
                  <a:lnTo>
                    <a:pt x="4723483" y="191854"/>
                  </a:lnTo>
                  <a:lnTo>
                    <a:pt x="4677019" y="176267"/>
                  </a:lnTo>
                  <a:lnTo>
                    <a:pt x="4630310" y="161335"/>
                  </a:lnTo>
                  <a:lnTo>
                    <a:pt x="4583362" y="147063"/>
                  </a:lnTo>
                  <a:lnTo>
                    <a:pt x="4536181" y="133453"/>
                  </a:lnTo>
                  <a:lnTo>
                    <a:pt x="4488770" y="120510"/>
                  </a:lnTo>
                  <a:lnTo>
                    <a:pt x="4441137" y="108237"/>
                  </a:lnTo>
                  <a:lnTo>
                    <a:pt x="4393285" y="96638"/>
                  </a:lnTo>
                  <a:lnTo>
                    <a:pt x="4345222" y="85715"/>
                  </a:lnTo>
                  <a:lnTo>
                    <a:pt x="4296951" y="75473"/>
                  </a:lnTo>
                  <a:lnTo>
                    <a:pt x="4248479" y="65915"/>
                  </a:lnTo>
                  <a:lnTo>
                    <a:pt x="4199811" y="57045"/>
                  </a:lnTo>
                  <a:lnTo>
                    <a:pt x="4150952" y="48865"/>
                  </a:lnTo>
                  <a:lnTo>
                    <a:pt x="4101908" y="41381"/>
                  </a:lnTo>
                  <a:lnTo>
                    <a:pt x="4052684" y="34594"/>
                  </a:lnTo>
                </a:path>
              </a:pathLst>
            </a:custGeom>
            <a:ln w="9525">
              <a:solidFill>
                <a:srgbClr val="C4E1CD"/>
              </a:solidFill>
            </a:ln>
          </p:spPr>
          <p:txBody>
            <a:bodyPr wrap="square" lIns="0" tIns="0" rIns="0" bIns="0" rtlCol="0"/>
            <a:lstStyle/>
            <a:p>
              <a:endParaRPr sz="849"/>
            </a:p>
          </p:txBody>
        </p:sp>
        <p:sp>
          <p:nvSpPr>
            <p:cNvPr id="6" name="object 25">
              <a:extLst>
                <a:ext uri="{FF2B5EF4-FFF2-40B4-BE49-F238E27FC236}">
                  <a16:creationId xmlns:a16="http://schemas.microsoft.com/office/drawing/2014/main" id="{8207C49E-615D-5482-45CB-4F23C1E9C0C1}"/>
                </a:ext>
              </a:extLst>
            </p:cNvPr>
            <p:cNvSpPr/>
            <p:nvPr/>
          </p:nvSpPr>
          <p:spPr>
            <a:xfrm>
              <a:off x="5882932" y="2145421"/>
              <a:ext cx="1323340" cy="1188720"/>
            </a:xfrm>
            <a:custGeom>
              <a:avLst/>
              <a:gdLst/>
              <a:ahLst/>
              <a:cxnLst/>
              <a:rect l="l" t="t" r="r" b="b"/>
              <a:pathLst>
                <a:path w="1323340" h="1188720">
                  <a:moveTo>
                    <a:pt x="1323243" y="1188341"/>
                  </a:moveTo>
                  <a:lnTo>
                    <a:pt x="1302947" y="1128198"/>
                  </a:lnTo>
                  <a:lnTo>
                    <a:pt x="1286304" y="1081545"/>
                  </a:lnTo>
                  <a:lnTo>
                    <a:pt x="1269001" y="1035125"/>
                  </a:lnTo>
                  <a:lnTo>
                    <a:pt x="1251041" y="988943"/>
                  </a:lnTo>
                  <a:lnTo>
                    <a:pt x="1232425" y="943003"/>
                  </a:lnTo>
                  <a:lnTo>
                    <a:pt x="1213154" y="897309"/>
                  </a:lnTo>
                  <a:lnTo>
                    <a:pt x="1193230" y="851867"/>
                  </a:lnTo>
                  <a:lnTo>
                    <a:pt x="1172655" y="806682"/>
                  </a:lnTo>
                  <a:lnTo>
                    <a:pt x="1151430" y="761757"/>
                  </a:lnTo>
                  <a:lnTo>
                    <a:pt x="1129556" y="717098"/>
                  </a:lnTo>
                  <a:lnTo>
                    <a:pt x="1107036" y="672709"/>
                  </a:lnTo>
                  <a:lnTo>
                    <a:pt x="1083871" y="628596"/>
                  </a:lnTo>
                  <a:lnTo>
                    <a:pt x="1060063" y="584762"/>
                  </a:lnTo>
                  <a:lnTo>
                    <a:pt x="1035612" y="541213"/>
                  </a:lnTo>
                  <a:lnTo>
                    <a:pt x="1010521" y="497952"/>
                  </a:lnTo>
                  <a:lnTo>
                    <a:pt x="984792" y="454986"/>
                  </a:lnTo>
                  <a:lnTo>
                    <a:pt x="958425" y="412319"/>
                  </a:lnTo>
                  <a:lnTo>
                    <a:pt x="931422" y="369954"/>
                  </a:lnTo>
                  <a:lnTo>
                    <a:pt x="903785" y="327898"/>
                  </a:lnTo>
                  <a:lnTo>
                    <a:pt x="875516" y="286155"/>
                  </a:lnTo>
                  <a:lnTo>
                    <a:pt x="846616" y="244729"/>
                  </a:lnTo>
                  <a:lnTo>
                    <a:pt x="817086" y="203625"/>
                  </a:lnTo>
                  <a:lnTo>
                    <a:pt x="786929" y="162848"/>
                  </a:lnTo>
                  <a:lnTo>
                    <a:pt x="756146" y="122402"/>
                  </a:lnTo>
                  <a:lnTo>
                    <a:pt x="661645" y="0"/>
                  </a:lnTo>
                  <a:lnTo>
                    <a:pt x="566966" y="122402"/>
                  </a:lnTo>
                  <a:lnTo>
                    <a:pt x="536204" y="162848"/>
                  </a:lnTo>
                  <a:lnTo>
                    <a:pt x="506066" y="203625"/>
                  </a:lnTo>
                  <a:lnTo>
                    <a:pt x="476554" y="244729"/>
                  </a:lnTo>
                  <a:lnTo>
                    <a:pt x="447670" y="286155"/>
                  </a:lnTo>
                  <a:lnTo>
                    <a:pt x="419415" y="327898"/>
                  </a:lnTo>
                  <a:lnTo>
                    <a:pt x="391791" y="369954"/>
                  </a:lnTo>
                  <a:lnTo>
                    <a:pt x="364799" y="412319"/>
                  </a:lnTo>
                  <a:lnTo>
                    <a:pt x="338442" y="454986"/>
                  </a:lnTo>
                  <a:lnTo>
                    <a:pt x="312721" y="497952"/>
                  </a:lnTo>
                  <a:lnTo>
                    <a:pt x="287637" y="541213"/>
                  </a:lnTo>
                  <a:lnTo>
                    <a:pt x="263192" y="584762"/>
                  </a:lnTo>
                  <a:lnTo>
                    <a:pt x="239388" y="628596"/>
                  </a:lnTo>
                  <a:lnTo>
                    <a:pt x="216227" y="672709"/>
                  </a:lnTo>
                  <a:lnTo>
                    <a:pt x="193709" y="717098"/>
                  </a:lnTo>
                  <a:lnTo>
                    <a:pt x="171837" y="761757"/>
                  </a:lnTo>
                  <a:lnTo>
                    <a:pt x="150613" y="806682"/>
                  </a:lnTo>
                  <a:lnTo>
                    <a:pt x="130037" y="851867"/>
                  </a:lnTo>
                  <a:lnTo>
                    <a:pt x="110112" y="897309"/>
                  </a:lnTo>
                  <a:lnTo>
                    <a:pt x="90839" y="943003"/>
                  </a:lnTo>
                  <a:lnTo>
                    <a:pt x="72220" y="988943"/>
                  </a:lnTo>
                  <a:lnTo>
                    <a:pt x="54257" y="1035125"/>
                  </a:lnTo>
                  <a:lnTo>
                    <a:pt x="36950" y="1081545"/>
                  </a:lnTo>
                  <a:lnTo>
                    <a:pt x="20302" y="1128198"/>
                  </a:lnTo>
                  <a:lnTo>
                    <a:pt x="4315" y="1175079"/>
                  </a:lnTo>
                  <a:lnTo>
                    <a:pt x="0" y="1188341"/>
                  </a:lnTo>
                </a:path>
              </a:pathLst>
            </a:custGeom>
            <a:ln w="9525">
              <a:solidFill>
                <a:srgbClr val="C4E1CD"/>
              </a:solidFill>
            </a:ln>
          </p:spPr>
          <p:txBody>
            <a:bodyPr wrap="square" lIns="0" tIns="0" rIns="0" bIns="0" rtlCol="0"/>
            <a:lstStyle/>
            <a:p>
              <a:endParaRPr sz="849"/>
            </a:p>
          </p:txBody>
        </p:sp>
        <p:sp>
          <p:nvSpPr>
            <p:cNvPr id="7" name="object 26">
              <a:extLst>
                <a:ext uri="{FF2B5EF4-FFF2-40B4-BE49-F238E27FC236}">
                  <a16:creationId xmlns:a16="http://schemas.microsoft.com/office/drawing/2014/main" id="{72246793-C8CC-C392-6977-F37744ACA046}"/>
                </a:ext>
              </a:extLst>
            </p:cNvPr>
            <p:cNvSpPr/>
            <p:nvPr/>
          </p:nvSpPr>
          <p:spPr>
            <a:xfrm>
              <a:off x="6544744" y="1151738"/>
              <a:ext cx="1007744" cy="993775"/>
            </a:xfrm>
            <a:custGeom>
              <a:avLst/>
              <a:gdLst/>
              <a:ahLst/>
              <a:cxnLst/>
              <a:rect l="l" t="t" r="r" b="b"/>
              <a:pathLst>
                <a:path w="1007745" h="993775">
                  <a:moveTo>
                    <a:pt x="1007475" y="0"/>
                  </a:moveTo>
                  <a:lnTo>
                    <a:pt x="964928" y="28652"/>
                  </a:lnTo>
                  <a:lnTo>
                    <a:pt x="925183" y="56259"/>
                  </a:lnTo>
                  <a:lnTo>
                    <a:pt x="885787" y="84427"/>
                  </a:lnTo>
                  <a:lnTo>
                    <a:pt x="846746" y="113153"/>
                  </a:lnTo>
                  <a:lnTo>
                    <a:pt x="808065" y="142436"/>
                  </a:lnTo>
                  <a:lnTo>
                    <a:pt x="769750" y="172273"/>
                  </a:lnTo>
                  <a:lnTo>
                    <a:pt x="731805" y="202660"/>
                  </a:lnTo>
                  <a:lnTo>
                    <a:pt x="694235" y="233595"/>
                  </a:lnTo>
                  <a:lnTo>
                    <a:pt x="657047" y="265076"/>
                  </a:lnTo>
                  <a:lnTo>
                    <a:pt x="620246" y="297101"/>
                  </a:lnTo>
                  <a:lnTo>
                    <a:pt x="583836" y="329665"/>
                  </a:lnTo>
                  <a:lnTo>
                    <a:pt x="547822" y="362768"/>
                  </a:lnTo>
                  <a:lnTo>
                    <a:pt x="512212" y="396406"/>
                  </a:lnTo>
                  <a:lnTo>
                    <a:pt x="477008" y="430576"/>
                  </a:lnTo>
                  <a:lnTo>
                    <a:pt x="442218" y="465277"/>
                  </a:lnTo>
                  <a:lnTo>
                    <a:pt x="407846" y="500505"/>
                  </a:lnTo>
                  <a:lnTo>
                    <a:pt x="373897" y="536258"/>
                  </a:lnTo>
                  <a:lnTo>
                    <a:pt x="340376" y="572533"/>
                  </a:lnTo>
                  <a:lnTo>
                    <a:pt x="307290" y="609328"/>
                  </a:lnTo>
                  <a:lnTo>
                    <a:pt x="274643" y="646640"/>
                  </a:lnTo>
                  <a:lnTo>
                    <a:pt x="242440" y="684467"/>
                  </a:lnTo>
                  <a:lnTo>
                    <a:pt x="210687" y="722805"/>
                  </a:lnTo>
                  <a:lnTo>
                    <a:pt x="179389" y="761653"/>
                  </a:lnTo>
                  <a:lnTo>
                    <a:pt x="148551" y="801007"/>
                  </a:lnTo>
                  <a:lnTo>
                    <a:pt x="0" y="993679"/>
                  </a:lnTo>
                  <a:lnTo>
                    <a:pt x="1007475" y="993679"/>
                  </a:lnTo>
                </a:path>
              </a:pathLst>
            </a:custGeom>
            <a:ln w="9525">
              <a:solidFill>
                <a:srgbClr val="C4E1CD"/>
              </a:solidFill>
            </a:ln>
          </p:spPr>
          <p:txBody>
            <a:bodyPr wrap="square" lIns="0" tIns="0" rIns="0" bIns="0" rtlCol="0"/>
            <a:lstStyle/>
            <a:p>
              <a:endParaRPr sz="849"/>
            </a:p>
          </p:txBody>
        </p:sp>
      </p:grpSp>
      <p:sp>
        <p:nvSpPr>
          <p:cNvPr id="8" name="Rectangle: Single Corner Rounded 7">
            <a:extLst>
              <a:ext uri="{FF2B5EF4-FFF2-40B4-BE49-F238E27FC236}">
                <a16:creationId xmlns:a16="http://schemas.microsoft.com/office/drawing/2014/main" id="{C8E93529-2614-7E2E-2EE2-98EFA88E353C}"/>
              </a:ext>
            </a:extLst>
          </p:cNvPr>
          <p:cNvSpPr/>
          <p:nvPr/>
        </p:nvSpPr>
        <p:spPr>
          <a:xfrm flipH="1" flipV="1">
            <a:off x="407988" y="0"/>
            <a:ext cx="11784012" cy="295836"/>
          </a:xfrm>
          <a:prstGeom prst="round1Rect">
            <a:avLst>
              <a:gd name="adj" fmla="val 50000"/>
            </a:avLst>
          </a:prstGeom>
          <a:solidFill>
            <a:srgbClr val="64798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849"/>
          </a:p>
        </p:txBody>
      </p:sp>
    </p:spTree>
    <p:extLst>
      <p:ext uri="{BB962C8B-B14F-4D97-AF65-F5344CB8AC3E}">
        <p14:creationId xmlns:p14="http://schemas.microsoft.com/office/powerpoint/2010/main" val="27991577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7">
          <p15:clr>
            <a:srgbClr val="FBAE40"/>
          </p15:clr>
        </p15:guide>
        <p15:guide id="2" pos="7446">
          <p15:clr>
            <a:srgbClr val="FBAE40"/>
          </p15:clr>
        </p15:guide>
        <p15:guide id="3" orient="horz" pos="4088">
          <p15:clr>
            <a:srgbClr val="FBAE40"/>
          </p15:clr>
        </p15:guide>
        <p15:guide id="4" orient="horz" pos="3725">
          <p15:clr>
            <a:srgbClr val="FBAE40"/>
          </p15:clr>
        </p15:guide>
        <p15:guide id="5" orient="horz" pos="255">
          <p15:clr>
            <a:srgbClr val="FBAE40"/>
          </p15:clr>
        </p15:guide>
      </p15:sldGuideLst>
    </p:ext>
  </p:extLst>
</p:sldLayout>
</file>

<file path=ppt/slideLayouts/slideLayout17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ivisória - Escuro">
    <p:bg>
      <p:bgPr>
        <a:gradFill>
          <a:gsLst>
            <a:gs pos="0">
              <a:schemeClr val="tx1">
                <a:lumMod val="95000"/>
                <a:lumOff val="5000"/>
              </a:schemeClr>
            </a:gs>
            <a:gs pos="100000">
              <a:schemeClr val="tx1">
                <a:lumMod val="85000"/>
                <a:lumOff val="15000"/>
              </a:schemeClr>
            </a:gs>
            <a:gs pos="49000">
              <a:schemeClr val="tx1">
                <a:lumMod val="95000"/>
                <a:lumOff val="5000"/>
              </a:schemeClr>
            </a:gs>
          </a:gsLst>
          <a:lin ang="4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F53E2E6E-222A-F591-1663-CA402B732DC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7988" y="2938015"/>
            <a:ext cx="4167530" cy="2783977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>
              <a:buNone/>
              <a:defRPr sz="3400">
                <a:solidFill>
                  <a:schemeClr val="bg1"/>
                </a:solidFill>
                <a:latin typeface="Versos Light" panose="020B0403020204030204" pitchFamily="34" charset="0"/>
              </a:defRPr>
            </a:lvl1pPr>
          </a:lstStyle>
          <a:p>
            <a:pPr lvl="0"/>
            <a:r>
              <a:rPr lang="en-US" err="1"/>
              <a:t>Anexos</a:t>
            </a:r>
            <a:endParaRPr lang="en-US"/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96110406-75EA-FDCF-8EC5-7273399369D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07988" y="5722315"/>
            <a:ext cx="4167530" cy="997297"/>
          </a:xfrm>
          <a:prstGeom prst="rect">
            <a:avLst/>
          </a:prstGeom>
        </p:spPr>
        <p:txBody>
          <a:bodyPr lIns="0" tIns="0" rIns="0" bIns="0"/>
          <a:lstStyle>
            <a:lvl1pPr>
              <a:defRPr lang="en-US" sz="2000" b="1" i="0" u="none" strike="noStrike" kern="1200" cap="none" dirty="0" smtClean="0">
                <a:solidFill>
                  <a:schemeClr val="bg1"/>
                </a:solidFill>
                <a:latin typeface="Versos"/>
                <a:ea typeface="+mj-ea"/>
                <a:cs typeface="+mj-cs"/>
                <a:sym typeface="Arial"/>
              </a:defRPr>
            </a:lvl1pPr>
            <a:lvl2pPr>
              <a:defRPr lang="en-US" sz="2000" b="1" i="0" u="none" strike="noStrike" kern="1200" cap="none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Versos"/>
                <a:ea typeface="+mj-ea"/>
                <a:cs typeface="+mj-cs"/>
                <a:sym typeface="Arial"/>
              </a:defRPr>
            </a:lvl2pPr>
            <a:lvl3pPr>
              <a:defRPr lang="en-US" sz="2000" b="1" i="0" u="none" strike="noStrike" kern="1200" cap="none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Versos"/>
                <a:ea typeface="+mj-ea"/>
                <a:cs typeface="+mj-cs"/>
                <a:sym typeface="Arial"/>
              </a:defRPr>
            </a:lvl3pPr>
            <a:lvl4pPr>
              <a:defRPr lang="en-US" sz="2000" b="1" i="0" u="none" strike="noStrike" kern="1200" cap="none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Versos"/>
                <a:ea typeface="+mj-ea"/>
                <a:cs typeface="+mj-cs"/>
                <a:sym typeface="Arial"/>
              </a:defRPr>
            </a:lvl4pPr>
            <a:lvl5pPr>
              <a:defRPr lang="pt-BR" sz="2000" b="1" i="0" u="none" strike="noStrike" kern="1200" cap="none" dirty="0">
                <a:solidFill>
                  <a:schemeClr val="tx1">
                    <a:lumMod val="85000"/>
                    <a:lumOff val="15000"/>
                  </a:schemeClr>
                </a:solidFill>
                <a:latin typeface="Versos"/>
                <a:ea typeface="+mj-ea"/>
                <a:cs typeface="+mj-cs"/>
                <a:sym typeface="Arial"/>
              </a:defRPr>
            </a:lvl5pPr>
          </a:lstStyle>
          <a:p>
            <a:pPr lvl="0"/>
            <a:r>
              <a:rPr lang="pt-BR" sz="2000" b="1">
                <a:solidFill>
                  <a:schemeClr val="tx1">
                    <a:lumMod val="85000"/>
                    <a:lumOff val="15000"/>
                  </a:schemeClr>
                </a:solidFill>
                <a:latin typeface="Versos"/>
              </a:rPr>
              <a:t>FIC FIM EXEMPLO</a:t>
            </a:r>
            <a:endParaRPr lang="pt-BR"/>
          </a:p>
        </p:txBody>
      </p:sp>
      <p:sp>
        <p:nvSpPr>
          <p:cNvPr id="22" name="Text Placeholder 20">
            <a:extLst>
              <a:ext uri="{FF2B5EF4-FFF2-40B4-BE49-F238E27FC236}">
                <a16:creationId xmlns:a16="http://schemas.microsoft.com/office/drawing/2014/main" id="{D681B05B-2386-9C81-6A6D-BFFEF6DED57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096001" y="5804626"/>
            <a:ext cx="1449387" cy="184666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marR="1868" algn="l" defTabSz="914358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bg1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1pPr>
            <a:lvl2pPr marL="0" marR="3081" algn="l" defTabSz="914358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2pPr>
            <a:lvl3pPr marL="0" marR="3081" algn="l" defTabSz="914358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3pPr>
            <a:lvl4pPr marL="0" marR="3081" algn="l" defTabSz="914358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4pPr>
            <a:lvl5pPr marL="0" marR="3081" algn="l" defTabSz="914358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pt-BR" sz="1200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5pPr>
          </a:lstStyle>
          <a:p>
            <a:pPr marR="3081">
              <a:lnSpc>
                <a:spcPct val="100000"/>
              </a:lnSpc>
              <a:spcBef>
                <a:spcPts val="0"/>
              </a:spcBef>
              <a:buClrTx/>
              <a:buFontTx/>
            </a:pPr>
            <a:r>
              <a:rPr lang="pt-BR" sz="120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</a:rPr>
              <a:t>email@tivio.com</a:t>
            </a:r>
          </a:p>
        </p:txBody>
      </p:sp>
      <p:sp>
        <p:nvSpPr>
          <p:cNvPr id="23" name="Text Placeholder 20">
            <a:extLst>
              <a:ext uri="{FF2B5EF4-FFF2-40B4-BE49-F238E27FC236}">
                <a16:creationId xmlns:a16="http://schemas.microsoft.com/office/drawing/2014/main" id="{ACB2D47A-729B-16A4-3FD8-0779C01BA71B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766084" y="5804626"/>
            <a:ext cx="1449387" cy="184666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marR="1868" algn="l" defTabSz="914358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bg1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1pPr>
            <a:lvl2pPr marL="0" marR="3081" algn="l" defTabSz="914358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2pPr>
            <a:lvl3pPr marL="0" marR="3081" algn="l" defTabSz="914358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3pPr>
            <a:lvl4pPr marL="0" marR="3081" algn="l" defTabSz="914358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4pPr>
            <a:lvl5pPr marL="0" marR="3081" algn="l" defTabSz="914358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pt-BR" sz="1200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5pPr>
          </a:lstStyle>
          <a:p>
            <a:pPr marR="3081">
              <a:lnSpc>
                <a:spcPct val="100000"/>
              </a:lnSpc>
              <a:spcBef>
                <a:spcPts val="0"/>
              </a:spcBef>
              <a:buClrTx/>
              <a:buFontTx/>
            </a:pPr>
            <a:r>
              <a:rPr lang="pt-BR" sz="120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</a:rPr>
              <a:t>email@tivio.com</a:t>
            </a:r>
          </a:p>
        </p:txBody>
      </p:sp>
      <p:sp>
        <p:nvSpPr>
          <p:cNvPr id="24" name="Text Placeholder 20">
            <a:extLst>
              <a:ext uri="{FF2B5EF4-FFF2-40B4-BE49-F238E27FC236}">
                <a16:creationId xmlns:a16="http://schemas.microsoft.com/office/drawing/2014/main" id="{6392F700-2642-3814-0747-D0EBAE5EE8D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436009" y="5804626"/>
            <a:ext cx="1449387" cy="184666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marR="1868" algn="l" defTabSz="914358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bg1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1pPr>
            <a:lvl2pPr marL="0" marR="3081" algn="l" defTabSz="914358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2pPr>
            <a:lvl3pPr marL="0" marR="3081" algn="l" defTabSz="914358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3pPr>
            <a:lvl4pPr marL="0" marR="3081" algn="l" defTabSz="914358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4pPr>
            <a:lvl5pPr marL="0" marR="3081" algn="l" defTabSz="914358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pt-BR" sz="1200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5pPr>
          </a:lstStyle>
          <a:p>
            <a:pPr marR="3081">
              <a:lnSpc>
                <a:spcPct val="100000"/>
              </a:lnSpc>
              <a:spcBef>
                <a:spcPts val="0"/>
              </a:spcBef>
              <a:buClrTx/>
              <a:buFontTx/>
            </a:pPr>
            <a:r>
              <a:rPr lang="pt-BR" sz="120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</a:rPr>
              <a:t>email@tivio.com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157C41B9-AF41-31A7-3A0A-19B45968B48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096001" y="5597734"/>
            <a:ext cx="1449387" cy="180000"/>
          </a:xfrm>
          <a:prstGeom prst="rect">
            <a:avLst/>
          </a:prstGeom>
        </p:spPr>
        <p:txBody>
          <a:bodyPr lIns="0" tIns="0" rIns="0" bIns="0"/>
          <a:lstStyle>
            <a:lvl1pPr marL="0" marR="3081" algn="l" defTabSz="914358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1" i="0" u="none" strike="noStrike" kern="1200" cap="none" dirty="0" smtClean="0">
                <a:solidFill>
                  <a:schemeClr val="bg1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1pPr>
            <a:lvl2pPr marL="0" marR="3081" algn="l" defTabSz="914358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2pPr>
            <a:lvl3pPr marL="0" marR="3081" algn="l" defTabSz="914358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3pPr>
            <a:lvl4pPr marL="0" marR="3081" algn="l" defTabSz="914358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4pPr>
            <a:lvl5pPr marL="0" marR="3081" algn="l" defTabSz="914358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pt-BR" sz="1200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5pPr>
          </a:lstStyle>
          <a:p>
            <a:pPr lvl="0"/>
            <a:r>
              <a:rPr lang="en-US"/>
              <a:t>Nome </a:t>
            </a:r>
            <a:r>
              <a:rPr lang="en-US" err="1"/>
              <a:t>Sobrenome</a:t>
            </a:r>
            <a:endParaRPr lang="pt-BR"/>
          </a:p>
        </p:txBody>
      </p:sp>
      <p:sp>
        <p:nvSpPr>
          <p:cNvPr id="26" name="Text Placeholder 41">
            <a:extLst>
              <a:ext uri="{FF2B5EF4-FFF2-40B4-BE49-F238E27FC236}">
                <a16:creationId xmlns:a16="http://schemas.microsoft.com/office/drawing/2014/main" id="{3517E57F-3F51-7633-EEE2-B42F36DCEDB6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7766083" y="5597734"/>
            <a:ext cx="1449387" cy="180000"/>
          </a:xfrm>
          <a:prstGeom prst="rect">
            <a:avLst/>
          </a:prstGeom>
        </p:spPr>
        <p:txBody>
          <a:bodyPr lIns="0" tIns="0" rIns="0" bIns="0"/>
          <a:lstStyle>
            <a:lvl1pPr marL="0" marR="3081" algn="l" defTabSz="914358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1" i="0" u="none" strike="noStrike" kern="1200" cap="none" dirty="0" smtClean="0">
                <a:solidFill>
                  <a:schemeClr val="bg1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1pPr>
            <a:lvl2pPr marL="0" marR="3081" algn="l" defTabSz="914358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2pPr>
            <a:lvl3pPr marL="0" marR="3081" algn="l" defTabSz="914358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3pPr>
            <a:lvl4pPr marL="0" marR="3081" algn="l" defTabSz="914358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4pPr>
            <a:lvl5pPr marL="0" marR="3081" algn="l" defTabSz="914358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pt-BR" sz="1200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5pPr>
          </a:lstStyle>
          <a:p>
            <a:pPr lvl="0"/>
            <a:r>
              <a:rPr lang="en-US"/>
              <a:t>Nome </a:t>
            </a:r>
            <a:r>
              <a:rPr lang="en-US" err="1"/>
              <a:t>Sobrenome</a:t>
            </a:r>
            <a:endParaRPr lang="pt-BR"/>
          </a:p>
        </p:txBody>
      </p:sp>
      <p:sp>
        <p:nvSpPr>
          <p:cNvPr id="27" name="Text Placeholder 41">
            <a:extLst>
              <a:ext uri="{FF2B5EF4-FFF2-40B4-BE49-F238E27FC236}">
                <a16:creationId xmlns:a16="http://schemas.microsoft.com/office/drawing/2014/main" id="{87E0728A-5639-44E4-17A8-459EA60420AA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436008" y="5597734"/>
            <a:ext cx="1449387" cy="180000"/>
          </a:xfrm>
          <a:prstGeom prst="rect">
            <a:avLst/>
          </a:prstGeom>
        </p:spPr>
        <p:txBody>
          <a:bodyPr lIns="0" tIns="0" rIns="0" bIns="0"/>
          <a:lstStyle>
            <a:lvl1pPr marL="0" marR="3081" algn="l" defTabSz="914358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1" i="0" u="none" strike="noStrike" kern="1200" cap="none" dirty="0" smtClean="0">
                <a:solidFill>
                  <a:schemeClr val="bg1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1pPr>
            <a:lvl2pPr marL="0" marR="3081" algn="l" defTabSz="914358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2pPr>
            <a:lvl3pPr marL="0" marR="3081" algn="l" defTabSz="914358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3pPr>
            <a:lvl4pPr marL="0" marR="3081" algn="l" defTabSz="914358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4pPr>
            <a:lvl5pPr marL="0" marR="3081" algn="l" defTabSz="914358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pt-BR" sz="1200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5pPr>
          </a:lstStyle>
          <a:p>
            <a:pPr lvl="0"/>
            <a:r>
              <a:rPr lang="en-US"/>
              <a:t>Nome </a:t>
            </a:r>
            <a:r>
              <a:rPr lang="en-US" err="1"/>
              <a:t>Sobrenome</a:t>
            </a:r>
            <a:endParaRPr lang="pt-BR"/>
          </a:p>
        </p:txBody>
      </p:sp>
      <p:sp>
        <p:nvSpPr>
          <p:cNvPr id="28" name="Text Placeholder 17">
            <a:extLst>
              <a:ext uri="{FF2B5EF4-FFF2-40B4-BE49-F238E27FC236}">
                <a16:creationId xmlns:a16="http://schemas.microsoft.com/office/drawing/2014/main" id="{46268A65-19CA-59CF-EB3E-096ECD0A6AD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6000" y="5300937"/>
            <a:ext cx="4789394" cy="200722"/>
          </a:xfrm>
          <a:prstGeom prst="rect">
            <a:avLst/>
          </a:prstGeom>
        </p:spPr>
        <p:txBody>
          <a:bodyPr lIns="0" tIns="0" rIns="0" bIns="0"/>
          <a:lstStyle>
            <a:lvl1pPr marL="0" marR="1868" algn="l" defTabSz="914358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accent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1pPr>
            <a:lvl2pPr marL="0" marR="3081" algn="l" defTabSz="914358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2pPr>
            <a:lvl3pPr marL="0" marR="3081" algn="l" defTabSz="914358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3pPr>
            <a:lvl4pPr marL="0" marR="3081" algn="l" defTabSz="914358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4pPr>
            <a:lvl5pPr marL="0" marR="3081" algn="l" defTabSz="914358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pt-BR" sz="1200" b="0" i="0" u="none" strike="noStrike" kern="1200" cap="none" dirty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5pPr>
          </a:lstStyle>
          <a:p>
            <a:pPr marR="3081">
              <a:lnSpc>
                <a:spcPct val="100000"/>
              </a:lnSpc>
              <a:spcBef>
                <a:spcPts val="0"/>
              </a:spcBef>
              <a:buClrTx/>
              <a:buFontTx/>
            </a:pPr>
            <a:r>
              <a:rPr lang="pt-BR" sz="1200">
                <a:solidFill>
                  <a:schemeClr val="tx2"/>
                </a:solidFill>
                <a:latin typeface="Versos" panose="020B0503020204030204" pitchFamily="34" charset="0"/>
              </a:rPr>
              <a:t>Área de atuação</a:t>
            </a:r>
          </a:p>
        </p:txBody>
      </p:sp>
    </p:spTree>
    <p:extLst>
      <p:ext uri="{BB962C8B-B14F-4D97-AF65-F5344CB8AC3E}">
        <p14:creationId xmlns:p14="http://schemas.microsoft.com/office/powerpoint/2010/main" val="20234680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7">
          <p15:clr>
            <a:srgbClr val="FBAE40"/>
          </p15:clr>
        </p15:guide>
        <p15:guide id="2" orient="horz" pos="3770">
          <p15:clr>
            <a:srgbClr val="FBAE40"/>
          </p15:clr>
        </p15:guide>
        <p15:guide id="3" pos="7446">
          <p15:clr>
            <a:srgbClr val="FBAE40"/>
          </p15:clr>
        </p15:guide>
        <p15:guide id="4" orient="horz" pos="3997">
          <p15:clr>
            <a:srgbClr val="FBAE40"/>
          </p15:clr>
        </p15:guide>
        <p15:guide id="5" orient="horz" pos="550">
          <p15:clr>
            <a:srgbClr val="FBAE40"/>
          </p15:clr>
        </p15:guide>
        <p15:guide id="6" orient="horz" pos="323">
          <p15:clr>
            <a:srgbClr val="FBAE40"/>
          </p15:clr>
        </p15:guide>
      </p15:sldGuideLst>
    </p:ext>
  </p:extLst>
</p:sldLayout>
</file>

<file path=ppt/slideLayouts/slideLayout17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racapa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5">
            <a:extLst>
              <a:ext uri="{FF2B5EF4-FFF2-40B4-BE49-F238E27FC236}">
                <a16:creationId xmlns:a16="http://schemas.microsoft.com/office/drawing/2014/main" id="{43DFA321-6122-DD56-1B69-CCC4924A73A8}"/>
              </a:ext>
            </a:extLst>
          </p:cNvPr>
          <p:cNvSpPr txBox="1"/>
          <p:nvPr/>
        </p:nvSpPr>
        <p:spPr>
          <a:xfrm>
            <a:off x="7491664" y="5251905"/>
            <a:ext cx="4155689" cy="107721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lang="it-IT" sz="1400" kern="0">
                <a:solidFill>
                  <a:schemeClr val="bg1"/>
                </a:solidFill>
                <a:effectLst/>
                <a:latin typeface="Versos Light" panose="020B0403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Avenida Brigadeiro Faria Lima, 4.300</a:t>
            </a:r>
          </a:p>
          <a:p>
            <a:pPr algn="r"/>
            <a:r>
              <a:rPr lang="it-IT" sz="1400" kern="0">
                <a:solidFill>
                  <a:schemeClr val="bg1"/>
                </a:solidFill>
                <a:effectLst/>
                <a:latin typeface="Versos Light" panose="020B0403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7º andar | Vila Olímpia</a:t>
            </a:r>
          </a:p>
          <a:p>
            <a:pPr algn="r"/>
            <a:r>
              <a:rPr lang="it-IT" sz="1400" kern="0">
                <a:solidFill>
                  <a:schemeClr val="bg1"/>
                </a:solidFill>
                <a:effectLst/>
                <a:latin typeface="Versos Light" panose="020B0403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CEP 04538-132 | São Paulo</a:t>
            </a:r>
          </a:p>
          <a:p>
            <a:pPr algn="r"/>
            <a:endParaRPr lang="it-IT" sz="1400">
              <a:solidFill>
                <a:schemeClr val="bg1"/>
              </a:solidFill>
              <a:latin typeface="Versos Light" panose="020B0403020204030204" pitchFamily="34" charset="0"/>
              <a:cs typeface="Times New Roman" panose="02020603050405020304" pitchFamily="18" charset="0"/>
            </a:endParaRPr>
          </a:p>
          <a:p>
            <a:pPr algn="r"/>
            <a:r>
              <a:rPr lang="it-IT" sz="1400" b="0">
                <a:solidFill>
                  <a:schemeClr val="bg1"/>
                </a:solidFill>
                <a:latin typeface="+mn-lt"/>
                <a:cs typeface="Times New Roman" panose="02020603050405020304" pitchFamily="18" charset="0"/>
              </a:rPr>
              <a:t>www.tivio.com</a:t>
            </a:r>
            <a:endParaRPr lang="pt-BR" sz="1400" b="0">
              <a:solidFill>
                <a:schemeClr val="bg1"/>
              </a:solidFill>
              <a:latin typeface="+mn-lt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1A330FC6-53B2-4C95-7A0F-A920F3013C49}"/>
              </a:ext>
            </a:extLst>
          </p:cNvPr>
          <p:cNvGrpSpPr/>
          <p:nvPr/>
        </p:nvGrpSpPr>
        <p:grpSpPr>
          <a:xfrm>
            <a:off x="-7705924" y="882317"/>
            <a:ext cx="19934609" cy="6204031"/>
            <a:chOff x="-62630" y="3261055"/>
            <a:chExt cx="12291315" cy="3825292"/>
          </a:xfrm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BBF3B65E-8CAD-31B1-6F90-86F99F800687}"/>
                </a:ext>
              </a:extLst>
            </p:cNvPr>
            <p:cNvSpPr/>
            <p:nvPr/>
          </p:nvSpPr>
          <p:spPr>
            <a:xfrm flipV="1">
              <a:off x="-62630" y="5210522"/>
              <a:ext cx="12254630" cy="200722"/>
            </a:xfrm>
            <a:custGeom>
              <a:avLst/>
              <a:gdLst>
                <a:gd name="connsiteX0" fmla="*/ 0 w 12225403"/>
                <a:gd name="connsiteY0" fmla="*/ 0 h 0"/>
                <a:gd name="connsiteX1" fmla="*/ 12225403 w 12225403"/>
                <a:gd name="connsiteY1" fmla="*/ 0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225403">
                  <a:moveTo>
                    <a:pt x="0" y="0"/>
                  </a:moveTo>
                  <a:lnTo>
                    <a:pt x="12225403" y="0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849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087CECC5-0785-0E7C-A4CB-3D289F54A871}"/>
                </a:ext>
              </a:extLst>
            </p:cNvPr>
            <p:cNvSpPr/>
            <p:nvPr/>
          </p:nvSpPr>
          <p:spPr>
            <a:xfrm>
              <a:off x="7240261" y="3261055"/>
              <a:ext cx="4988424" cy="3825292"/>
            </a:xfrm>
            <a:custGeom>
              <a:avLst/>
              <a:gdLst>
                <a:gd name="connsiteX0" fmla="*/ 0 w 5087815"/>
                <a:gd name="connsiteY0" fmla="*/ 3845169 h 3845169"/>
                <a:gd name="connsiteX1" fmla="*/ 5087815 w 5087815"/>
                <a:gd name="connsiteY1" fmla="*/ 0 h 3845169"/>
                <a:gd name="connsiteX0" fmla="*/ 0 w 5048059"/>
                <a:gd name="connsiteY0" fmla="*/ 3954500 h 3954500"/>
                <a:gd name="connsiteX1" fmla="*/ 5048059 w 5048059"/>
                <a:gd name="connsiteY1" fmla="*/ 0 h 3954500"/>
                <a:gd name="connsiteX0" fmla="*/ 0 w 5048059"/>
                <a:gd name="connsiteY0" fmla="*/ 3954500 h 3954500"/>
                <a:gd name="connsiteX1" fmla="*/ 5048059 w 5048059"/>
                <a:gd name="connsiteY1" fmla="*/ 0 h 3954500"/>
                <a:gd name="connsiteX0" fmla="*/ 0 w 4988424"/>
                <a:gd name="connsiteY0" fmla="*/ 3835231 h 3835231"/>
                <a:gd name="connsiteX1" fmla="*/ 4988424 w 4988424"/>
                <a:gd name="connsiteY1" fmla="*/ 0 h 3835231"/>
                <a:gd name="connsiteX0" fmla="*/ 0 w 4988424"/>
                <a:gd name="connsiteY0" fmla="*/ 3835231 h 3835231"/>
                <a:gd name="connsiteX1" fmla="*/ 4988424 w 4988424"/>
                <a:gd name="connsiteY1" fmla="*/ 0 h 3835231"/>
                <a:gd name="connsiteX0" fmla="*/ 0 w 4988424"/>
                <a:gd name="connsiteY0" fmla="*/ 3835231 h 3835231"/>
                <a:gd name="connsiteX1" fmla="*/ 4988424 w 4988424"/>
                <a:gd name="connsiteY1" fmla="*/ 0 h 3835231"/>
                <a:gd name="connsiteX0" fmla="*/ 0 w 4988424"/>
                <a:gd name="connsiteY0" fmla="*/ 3825292 h 3825292"/>
                <a:gd name="connsiteX1" fmla="*/ 4988424 w 4988424"/>
                <a:gd name="connsiteY1" fmla="*/ 0 h 3825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4988424" h="3825292">
                  <a:moveTo>
                    <a:pt x="0" y="3825292"/>
                  </a:moveTo>
                  <a:cubicBezTo>
                    <a:pt x="1384087" y="1839675"/>
                    <a:pt x="2310976" y="251621"/>
                    <a:pt x="4988424" y="0"/>
                  </a:cubicBez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849"/>
            </a:p>
          </p:txBody>
        </p:sp>
      </p:grpSp>
      <p:sp>
        <p:nvSpPr>
          <p:cNvPr id="10" name="object 5"/>
          <p:cNvSpPr/>
          <p:nvPr/>
        </p:nvSpPr>
        <p:spPr>
          <a:xfrm>
            <a:off x="757218" y="3474647"/>
            <a:ext cx="1501480" cy="509684"/>
          </a:xfrm>
          <a:custGeom>
            <a:avLst/>
            <a:gdLst/>
            <a:ahLst/>
            <a:cxnLst/>
            <a:rect l="l" t="t" r="r" b="b"/>
            <a:pathLst>
              <a:path w="4495165" h="1525904">
                <a:moveTo>
                  <a:pt x="549605" y="149009"/>
                </a:moveTo>
                <a:lnTo>
                  <a:pt x="502272" y="93929"/>
                </a:lnTo>
                <a:lnTo>
                  <a:pt x="463880" y="62522"/>
                </a:lnTo>
                <a:lnTo>
                  <a:pt x="421525" y="37515"/>
                </a:lnTo>
                <a:lnTo>
                  <a:pt x="375894" y="19253"/>
                </a:lnTo>
                <a:lnTo>
                  <a:pt x="327634" y="8051"/>
                </a:lnTo>
                <a:lnTo>
                  <a:pt x="277444" y="4241"/>
                </a:lnTo>
                <a:lnTo>
                  <a:pt x="0" y="4241"/>
                </a:lnTo>
                <a:lnTo>
                  <a:pt x="0" y="149009"/>
                </a:lnTo>
                <a:lnTo>
                  <a:pt x="549605" y="149009"/>
                </a:lnTo>
                <a:close/>
              </a:path>
              <a:path w="4495165" h="1525904">
                <a:moveTo>
                  <a:pt x="630440" y="613206"/>
                </a:moveTo>
                <a:lnTo>
                  <a:pt x="626249" y="610260"/>
                </a:lnTo>
                <a:lnTo>
                  <a:pt x="626249" y="359600"/>
                </a:lnTo>
                <a:lnTo>
                  <a:pt x="621880" y="305828"/>
                </a:lnTo>
                <a:lnTo>
                  <a:pt x="608939" y="254203"/>
                </a:lnTo>
                <a:lnTo>
                  <a:pt x="587654" y="205422"/>
                </a:lnTo>
                <a:lnTo>
                  <a:pt x="558253" y="160185"/>
                </a:lnTo>
                <a:lnTo>
                  <a:pt x="549617" y="149009"/>
                </a:lnTo>
                <a:lnTo>
                  <a:pt x="511581" y="205422"/>
                </a:lnTo>
                <a:lnTo>
                  <a:pt x="490296" y="254203"/>
                </a:lnTo>
                <a:lnTo>
                  <a:pt x="477342" y="305828"/>
                </a:lnTo>
                <a:lnTo>
                  <a:pt x="472973" y="359600"/>
                </a:lnTo>
                <a:lnTo>
                  <a:pt x="472859" y="937183"/>
                </a:lnTo>
                <a:lnTo>
                  <a:pt x="472973" y="948131"/>
                </a:lnTo>
                <a:lnTo>
                  <a:pt x="626389" y="948131"/>
                </a:lnTo>
                <a:lnTo>
                  <a:pt x="626249" y="619315"/>
                </a:lnTo>
                <a:lnTo>
                  <a:pt x="630440" y="613206"/>
                </a:lnTo>
                <a:close/>
              </a:path>
              <a:path w="4495165" h="1525904">
                <a:moveTo>
                  <a:pt x="1099248" y="4241"/>
                </a:moveTo>
                <a:lnTo>
                  <a:pt x="821817" y="4241"/>
                </a:lnTo>
                <a:lnTo>
                  <a:pt x="771613" y="8051"/>
                </a:lnTo>
                <a:lnTo>
                  <a:pt x="723353" y="19253"/>
                </a:lnTo>
                <a:lnTo>
                  <a:pt x="677710" y="37515"/>
                </a:lnTo>
                <a:lnTo>
                  <a:pt x="635355" y="62522"/>
                </a:lnTo>
                <a:lnTo>
                  <a:pt x="596963" y="93929"/>
                </a:lnTo>
                <a:lnTo>
                  <a:pt x="563206" y="131406"/>
                </a:lnTo>
                <a:lnTo>
                  <a:pt x="549630" y="149009"/>
                </a:lnTo>
                <a:lnTo>
                  <a:pt x="1099248" y="149009"/>
                </a:lnTo>
                <a:lnTo>
                  <a:pt x="1099248" y="4241"/>
                </a:lnTo>
                <a:close/>
              </a:path>
              <a:path w="4495165" h="1525904">
                <a:moveTo>
                  <a:pt x="1472869" y="12420"/>
                </a:moveTo>
                <a:lnTo>
                  <a:pt x="1323860" y="12420"/>
                </a:lnTo>
                <a:lnTo>
                  <a:pt x="1323860" y="966152"/>
                </a:lnTo>
                <a:lnTo>
                  <a:pt x="1472869" y="966152"/>
                </a:lnTo>
                <a:lnTo>
                  <a:pt x="1472869" y="12420"/>
                </a:lnTo>
                <a:close/>
              </a:path>
              <a:path w="4495165" h="1525904">
                <a:moveTo>
                  <a:pt x="1628749" y="1277899"/>
                </a:moveTo>
                <a:lnTo>
                  <a:pt x="1610728" y="1227213"/>
                </a:lnTo>
                <a:lnTo>
                  <a:pt x="1577505" y="1188466"/>
                </a:lnTo>
                <a:lnTo>
                  <a:pt x="1531823" y="1163904"/>
                </a:lnTo>
                <a:lnTo>
                  <a:pt x="1476400" y="1155725"/>
                </a:lnTo>
                <a:lnTo>
                  <a:pt x="1451190" y="1157160"/>
                </a:lnTo>
                <a:lnTo>
                  <a:pt x="1405432" y="1168730"/>
                </a:lnTo>
                <a:lnTo>
                  <a:pt x="1366278" y="1191602"/>
                </a:lnTo>
                <a:lnTo>
                  <a:pt x="1335862" y="1224229"/>
                </a:lnTo>
                <a:lnTo>
                  <a:pt x="1314729" y="1265936"/>
                </a:lnTo>
                <a:lnTo>
                  <a:pt x="1304061" y="1314284"/>
                </a:lnTo>
                <a:lnTo>
                  <a:pt x="1302727" y="1340802"/>
                </a:lnTo>
                <a:lnTo>
                  <a:pt x="1304061" y="1367536"/>
                </a:lnTo>
                <a:lnTo>
                  <a:pt x="1314729" y="1416011"/>
                </a:lnTo>
                <a:lnTo>
                  <a:pt x="1335862" y="1457528"/>
                </a:lnTo>
                <a:lnTo>
                  <a:pt x="1366278" y="1490027"/>
                </a:lnTo>
                <a:lnTo>
                  <a:pt x="1405432" y="1512874"/>
                </a:lnTo>
                <a:lnTo>
                  <a:pt x="1451190" y="1524444"/>
                </a:lnTo>
                <a:lnTo>
                  <a:pt x="1476400" y="1525879"/>
                </a:lnTo>
                <a:lnTo>
                  <a:pt x="1505534" y="1523834"/>
                </a:lnTo>
                <a:lnTo>
                  <a:pt x="1556080" y="1507464"/>
                </a:lnTo>
                <a:lnTo>
                  <a:pt x="1595793" y="1475270"/>
                </a:lnTo>
                <a:lnTo>
                  <a:pt x="1621142" y="1430566"/>
                </a:lnTo>
                <a:lnTo>
                  <a:pt x="1582991" y="1403718"/>
                </a:lnTo>
                <a:lnTo>
                  <a:pt x="1576679" y="1421866"/>
                </a:lnTo>
                <a:lnTo>
                  <a:pt x="1568157" y="1437843"/>
                </a:lnTo>
                <a:lnTo>
                  <a:pt x="1529600" y="1472450"/>
                </a:lnTo>
                <a:lnTo>
                  <a:pt x="1474330" y="1484312"/>
                </a:lnTo>
                <a:lnTo>
                  <a:pt x="1456156" y="1483182"/>
                </a:lnTo>
                <a:lnTo>
                  <a:pt x="1408290" y="1466113"/>
                </a:lnTo>
                <a:lnTo>
                  <a:pt x="1372857" y="1430629"/>
                </a:lnTo>
                <a:lnTo>
                  <a:pt x="1352854" y="1380197"/>
                </a:lnTo>
                <a:lnTo>
                  <a:pt x="1349019" y="1340802"/>
                </a:lnTo>
                <a:lnTo>
                  <a:pt x="1349984" y="1320342"/>
                </a:lnTo>
                <a:lnTo>
                  <a:pt x="1364361" y="1266202"/>
                </a:lnTo>
                <a:lnTo>
                  <a:pt x="1394828" y="1225511"/>
                </a:lnTo>
                <a:lnTo>
                  <a:pt x="1439100" y="1201864"/>
                </a:lnTo>
                <a:lnTo>
                  <a:pt x="1474330" y="1197305"/>
                </a:lnTo>
                <a:lnTo>
                  <a:pt x="1494332" y="1198638"/>
                </a:lnTo>
                <a:lnTo>
                  <a:pt x="1544777" y="1218641"/>
                </a:lnTo>
                <a:lnTo>
                  <a:pt x="1577378" y="1259967"/>
                </a:lnTo>
                <a:lnTo>
                  <a:pt x="1583512" y="1277899"/>
                </a:lnTo>
                <a:lnTo>
                  <a:pt x="1628749" y="1277899"/>
                </a:lnTo>
                <a:close/>
              </a:path>
              <a:path w="4495165" h="1525904">
                <a:moveTo>
                  <a:pt x="2171014" y="1522780"/>
                </a:moveTo>
                <a:lnTo>
                  <a:pt x="2133663" y="1424520"/>
                </a:lnTo>
                <a:lnTo>
                  <a:pt x="2118055" y="1383449"/>
                </a:lnTo>
                <a:lnTo>
                  <a:pt x="2070646" y="1258697"/>
                </a:lnTo>
                <a:lnTo>
                  <a:pt x="2070646" y="1383449"/>
                </a:lnTo>
                <a:lnTo>
                  <a:pt x="1939112" y="1383449"/>
                </a:lnTo>
                <a:lnTo>
                  <a:pt x="2004631" y="1208227"/>
                </a:lnTo>
                <a:lnTo>
                  <a:pt x="2070646" y="1383449"/>
                </a:lnTo>
                <a:lnTo>
                  <a:pt x="2070646" y="1258697"/>
                </a:lnTo>
                <a:lnTo>
                  <a:pt x="2051469" y="1208227"/>
                </a:lnTo>
                <a:lnTo>
                  <a:pt x="2032698" y="1158849"/>
                </a:lnTo>
                <a:lnTo>
                  <a:pt x="1979155" y="1158849"/>
                </a:lnTo>
                <a:lnTo>
                  <a:pt x="1840344" y="1522780"/>
                </a:lnTo>
                <a:lnTo>
                  <a:pt x="1887118" y="1522780"/>
                </a:lnTo>
                <a:lnTo>
                  <a:pt x="1925599" y="1424520"/>
                </a:lnTo>
                <a:lnTo>
                  <a:pt x="2084158" y="1424520"/>
                </a:lnTo>
                <a:lnTo>
                  <a:pt x="2122652" y="1522780"/>
                </a:lnTo>
                <a:lnTo>
                  <a:pt x="2171014" y="1522780"/>
                </a:lnTo>
                <a:close/>
              </a:path>
              <a:path w="4495165" h="1525904">
                <a:moveTo>
                  <a:pt x="2247239" y="966165"/>
                </a:moveTo>
                <a:lnTo>
                  <a:pt x="1863674" y="12433"/>
                </a:lnTo>
                <a:lnTo>
                  <a:pt x="1691932" y="12433"/>
                </a:lnTo>
                <a:lnTo>
                  <a:pt x="2035683" y="832091"/>
                </a:lnTo>
                <a:lnTo>
                  <a:pt x="2059952" y="874915"/>
                </a:lnTo>
                <a:lnTo>
                  <a:pt x="2093137" y="910628"/>
                </a:lnTo>
                <a:lnTo>
                  <a:pt x="2133714" y="938288"/>
                </a:lnTo>
                <a:lnTo>
                  <a:pt x="2180196" y="956932"/>
                </a:lnTo>
                <a:lnTo>
                  <a:pt x="2231034" y="965619"/>
                </a:lnTo>
                <a:lnTo>
                  <a:pt x="2230818" y="966165"/>
                </a:lnTo>
                <a:lnTo>
                  <a:pt x="2247239" y="966165"/>
                </a:lnTo>
                <a:close/>
              </a:path>
              <a:path w="4495165" h="1525904">
                <a:moveTo>
                  <a:pt x="2670111" y="1270609"/>
                </a:moveTo>
                <a:lnTo>
                  <a:pt x="2661780" y="1224749"/>
                </a:lnTo>
                <a:lnTo>
                  <a:pt x="2647569" y="1200429"/>
                </a:lnTo>
                <a:lnTo>
                  <a:pt x="2647086" y="1199718"/>
                </a:lnTo>
                <a:lnTo>
                  <a:pt x="2637282" y="1189253"/>
                </a:lnTo>
                <a:lnTo>
                  <a:pt x="2625902" y="1180223"/>
                </a:lnTo>
                <a:lnTo>
                  <a:pt x="2623832" y="1179017"/>
                </a:lnTo>
                <a:lnTo>
                  <a:pt x="2623832" y="1270609"/>
                </a:lnTo>
                <a:lnTo>
                  <a:pt x="2622499" y="1285925"/>
                </a:lnTo>
                <a:lnTo>
                  <a:pt x="2602534" y="1322095"/>
                </a:lnTo>
                <a:lnTo>
                  <a:pt x="2562352" y="1340129"/>
                </a:lnTo>
                <a:lnTo>
                  <a:pt x="2545321" y="1341323"/>
                </a:lnTo>
                <a:lnTo>
                  <a:pt x="2454859" y="1341323"/>
                </a:lnTo>
                <a:lnTo>
                  <a:pt x="2454859" y="1200429"/>
                </a:lnTo>
                <a:lnTo>
                  <a:pt x="2545842" y="1200429"/>
                </a:lnTo>
                <a:lnTo>
                  <a:pt x="2591320" y="1211110"/>
                </a:lnTo>
                <a:lnTo>
                  <a:pt x="2618575" y="1241704"/>
                </a:lnTo>
                <a:lnTo>
                  <a:pt x="2623832" y="1270609"/>
                </a:lnTo>
                <a:lnTo>
                  <a:pt x="2623832" y="1179017"/>
                </a:lnTo>
                <a:lnTo>
                  <a:pt x="2583281" y="1162278"/>
                </a:lnTo>
                <a:lnTo>
                  <a:pt x="2549487" y="1158824"/>
                </a:lnTo>
                <a:lnTo>
                  <a:pt x="2409634" y="1158824"/>
                </a:lnTo>
                <a:lnTo>
                  <a:pt x="2409634" y="1522780"/>
                </a:lnTo>
                <a:lnTo>
                  <a:pt x="2454859" y="1522780"/>
                </a:lnTo>
                <a:lnTo>
                  <a:pt x="2454859" y="1382915"/>
                </a:lnTo>
                <a:lnTo>
                  <a:pt x="2549487" y="1382915"/>
                </a:lnTo>
                <a:lnTo>
                  <a:pt x="2598470" y="1375168"/>
                </a:lnTo>
                <a:lnTo>
                  <a:pt x="2636901" y="1352448"/>
                </a:lnTo>
                <a:lnTo>
                  <a:pt x="2647124" y="1341323"/>
                </a:lnTo>
                <a:lnTo>
                  <a:pt x="2655036" y="1329893"/>
                </a:lnTo>
                <a:lnTo>
                  <a:pt x="2661628" y="1316634"/>
                </a:lnTo>
                <a:lnTo>
                  <a:pt x="2666339" y="1302346"/>
                </a:lnTo>
                <a:lnTo>
                  <a:pt x="2669171" y="1287005"/>
                </a:lnTo>
                <a:lnTo>
                  <a:pt x="2670111" y="1270609"/>
                </a:lnTo>
                <a:close/>
              </a:path>
              <a:path w="4495165" h="1525904">
                <a:moveTo>
                  <a:pt x="2802534" y="12433"/>
                </a:moveTo>
                <a:lnTo>
                  <a:pt x="2630805" y="12433"/>
                </a:lnTo>
                <a:lnTo>
                  <a:pt x="2247239" y="966165"/>
                </a:lnTo>
                <a:lnTo>
                  <a:pt x="2263660" y="966165"/>
                </a:lnTo>
                <a:lnTo>
                  <a:pt x="2263432" y="965619"/>
                </a:lnTo>
                <a:lnTo>
                  <a:pt x="2314283" y="956932"/>
                </a:lnTo>
                <a:lnTo>
                  <a:pt x="2360752" y="938288"/>
                </a:lnTo>
                <a:lnTo>
                  <a:pt x="2401341" y="910628"/>
                </a:lnTo>
                <a:lnTo>
                  <a:pt x="2434526" y="874915"/>
                </a:lnTo>
                <a:lnTo>
                  <a:pt x="2458796" y="832091"/>
                </a:lnTo>
                <a:lnTo>
                  <a:pt x="2802534" y="12433"/>
                </a:lnTo>
                <a:close/>
              </a:path>
              <a:path w="4495165" h="1525904">
                <a:moveTo>
                  <a:pt x="2961271" y="1158836"/>
                </a:moveTo>
                <a:lnTo>
                  <a:pt x="2916047" y="1158836"/>
                </a:lnTo>
                <a:lnTo>
                  <a:pt x="2916047" y="1522780"/>
                </a:lnTo>
                <a:lnTo>
                  <a:pt x="2961271" y="1522780"/>
                </a:lnTo>
                <a:lnTo>
                  <a:pt x="2961271" y="1158836"/>
                </a:lnTo>
                <a:close/>
              </a:path>
              <a:path w="4495165" h="1525904">
                <a:moveTo>
                  <a:pt x="3170644" y="12420"/>
                </a:moveTo>
                <a:lnTo>
                  <a:pt x="3021622" y="12420"/>
                </a:lnTo>
                <a:lnTo>
                  <a:pt x="3021622" y="966152"/>
                </a:lnTo>
                <a:lnTo>
                  <a:pt x="3170644" y="966152"/>
                </a:lnTo>
                <a:lnTo>
                  <a:pt x="3170644" y="12420"/>
                </a:lnTo>
                <a:close/>
              </a:path>
              <a:path w="4495165" h="1525904">
                <a:moveTo>
                  <a:pt x="3488461" y="1158836"/>
                </a:moveTo>
                <a:lnTo>
                  <a:pt x="3207194" y="1158836"/>
                </a:lnTo>
                <a:lnTo>
                  <a:pt x="3207194" y="1200746"/>
                </a:lnTo>
                <a:lnTo>
                  <a:pt x="3325203" y="1200746"/>
                </a:lnTo>
                <a:lnTo>
                  <a:pt x="3325203" y="1523326"/>
                </a:lnTo>
                <a:lnTo>
                  <a:pt x="3370453" y="1523326"/>
                </a:lnTo>
                <a:lnTo>
                  <a:pt x="3370453" y="1200746"/>
                </a:lnTo>
                <a:lnTo>
                  <a:pt x="3488461" y="1200746"/>
                </a:lnTo>
                <a:lnTo>
                  <a:pt x="3488461" y="1158836"/>
                </a:lnTo>
                <a:close/>
              </a:path>
              <a:path w="4495165" h="1525904">
                <a:moveTo>
                  <a:pt x="3983431" y="1522780"/>
                </a:moveTo>
                <a:lnTo>
                  <a:pt x="3946093" y="1424520"/>
                </a:lnTo>
                <a:lnTo>
                  <a:pt x="3930485" y="1383449"/>
                </a:lnTo>
                <a:lnTo>
                  <a:pt x="3883075" y="1258697"/>
                </a:lnTo>
                <a:lnTo>
                  <a:pt x="3883075" y="1383449"/>
                </a:lnTo>
                <a:lnTo>
                  <a:pt x="3751542" y="1383449"/>
                </a:lnTo>
                <a:lnTo>
                  <a:pt x="3817048" y="1208227"/>
                </a:lnTo>
                <a:lnTo>
                  <a:pt x="3883075" y="1383449"/>
                </a:lnTo>
                <a:lnTo>
                  <a:pt x="3883075" y="1258697"/>
                </a:lnTo>
                <a:lnTo>
                  <a:pt x="3863898" y="1208227"/>
                </a:lnTo>
                <a:lnTo>
                  <a:pt x="3845128" y="1158849"/>
                </a:lnTo>
                <a:lnTo>
                  <a:pt x="3791572" y="1158849"/>
                </a:lnTo>
                <a:lnTo>
                  <a:pt x="3652761" y="1522780"/>
                </a:lnTo>
                <a:lnTo>
                  <a:pt x="3699548" y="1522780"/>
                </a:lnTo>
                <a:lnTo>
                  <a:pt x="3738029" y="1424520"/>
                </a:lnTo>
                <a:lnTo>
                  <a:pt x="3896588" y="1424520"/>
                </a:lnTo>
                <a:lnTo>
                  <a:pt x="3935069" y="1522780"/>
                </a:lnTo>
                <a:lnTo>
                  <a:pt x="3983431" y="1522780"/>
                </a:lnTo>
                <a:close/>
              </a:path>
              <a:path w="4495165" h="1525904">
                <a:moveTo>
                  <a:pt x="4433138" y="1480870"/>
                </a:moveTo>
                <a:lnTo>
                  <a:pt x="4267276" y="1480870"/>
                </a:lnTo>
                <a:lnTo>
                  <a:pt x="4267276" y="1158290"/>
                </a:lnTo>
                <a:lnTo>
                  <a:pt x="4222051" y="1158290"/>
                </a:lnTo>
                <a:lnTo>
                  <a:pt x="4222051" y="1480870"/>
                </a:lnTo>
                <a:lnTo>
                  <a:pt x="4222051" y="1522780"/>
                </a:lnTo>
                <a:lnTo>
                  <a:pt x="4433138" y="1522780"/>
                </a:lnTo>
                <a:lnTo>
                  <a:pt x="4433138" y="1480870"/>
                </a:lnTo>
                <a:close/>
              </a:path>
              <a:path w="4495165" h="1525904">
                <a:moveTo>
                  <a:pt x="4494847" y="489292"/>
                </a:moveTo>
                <a:lnTo>
                  <a:pt x="4492307" y="437197"/>
                </a:lnTo>
                <a:lnTo>
                  <a:pt x="4484738" y="386778"/>
                </a:lnTo>
                <a:lnTo>
                  <a:pt x="4472267" y="338289"/>
                </a:lnTo>
                <a:lnTo>
                  <a:pt x="4455020" y="292011"/>
                </a:lnTo>
                <a:lnTo>
                  <a:pt x="4433113" y="248221"/>
                </a:lnTo>
                <a:lnTo>
                  <a:pt x="4406671" y="207187"/>
                </a:lnTo>
                <a:lnTo>
                  <a:pt x="4375797" y="169176"/>
                </a:lnTo>
                <a:lnTo>
                  <a:pt x="4357306" y="150926"/>
                </a:lnTo>
                <a:lnTo>
                  <a:pt x="4341698" y="135521"/>
                </a:lnTo>
                <a:lnTo>
                  <a:pt x="4341698" y="489292"/>
                </a:lnTo>
                <a:lnTo>
                  <a:pt x="4338663" y="537616"/>
                </a:lnTo>
                <a:lnTo>
                  <a:pt x="4329646" y="583184"/>
                </a:lnTo>
                <a:lnTo>
                  <a:pt x="4314761" y="625754"/>
                </a:lnTo>
                <a:lnTo>
                  <a:pt x="4294111" y="665073"/>
                </a:lnTo>
                <a:lnTo>
                  <a:pt x="4267809" y="700887"/>
                </a:lnTo>
                <a:lnTo>
                  <a:pt x="4235958" y="732955"/>
                </a:lnTo>
                <a:lnTo>
                  <a:pt x="4197947" y="761492"/>
                </a:lnTo>
                <a:lnTo>
                  <a:pt x="4155338" y="785063"/>
                </a:lnTo>
                <a:lnTo>
                  <a:pt x="4108437" y="803567"/>
                </a:lnTo>
                <a:lnTo>
                  <a:pt x="4057561" y="816902"/>
                </a:lnTo>
                <a:lnTo>
                  <a:pt x="4002989" y="824979"/>
                </a:lnTo>
                <a:lnTo>
                  <a:pt x="3945039" y="827697"/>
                </a:lnTo>
                <a:lnTo>
                  <a:pt x="3887089" y="824979"/>
                </a:lnTo>
                <a:lnTo>
                  <a:pt x="3832517" y="816902"/>
                </a:lnTo>
                <a:lnTo>
                  <a:pt x="3781628" y="803567"/>
                </a:lnTo>
                <a:lnTo>
                  <a:pt x="3734739" y="785063"/>
                </a:lnTo>
                <a:lnTo>
                  <a:pt x="3692131" y="761492"/>
                </a:lnTo>
                <a:lnTo>
                  <a:pt x="3654120" y="732955"/>
                </a:lnTo>
                <a:lnTo>
                  <a:pt x="3622268" y="700887"/>
                </a:lnTo>
                <a:lnTo>
                  <a:pt x="3595967" y="665073"/>
                </a:lnTo>
                <a:lnTo>
                  <a:pt x="3575316" y="625754"/>
                </a:lnTo>
                <a:lnTo>
                  <a:pt x="3560432" y="583184"/>
                </a:lnTo>
                <a:lnTo>
                  <a:pt x="3551415" y="537616"/>
                </a:lnTo>
                <a:lnTo>
                  <a:pt x="3548392" y="489292"/>
                </a:lnTo>
                <a:lnTo>
                  <a:pt x="3551415" y="440994"/>
                </a:lnTo>
                <a:lnTo>
                  <a:pt x="3560432" y="395427"/>
                </a:lnTo>
                <a:lnTo>
                  <a:pt x="3575316" y="352856"/>
                </a:lnTo>
                <a:lnTo>
                  <a:pt x="3595967" y="313537"/>
                </a:lnTo>
                <a:lnTo>
                  <a:pt x="3622268" y="277723"/>
                </a:lnTo>
                <a:lnTo>
                  <a:pt x="3654120" y="245668"/>
                </a:lnTo>
                <a:lnTo>
                  <a:pt x="3692131" y="217131"/>
                </a:lnTo>
                <a:lnTo>
                  <a:pt x="3734739" y="193573"/>
                </a:lnTo>
                <a:lnTo>
                  <a:pt x="3781628" y="175069"/>
                </a:lnTo>
                <a:lnTo>
                  <a:pt x="3832517" y="161721"/>
                </a:lnTo>
                <a:lnTo>
                  <a:pt x="3887089" y="153644"/>
                </a:lnTo>
                <a:lnTo>
                  <a:pt x="3945039" y="150926"/>
                </a:lnTo>
                <a:lnTo>
                  <a:pt x="4002989" y="153644"/>
                </a:lnTo>
                <a:lnTo>
                  <a:pt x="4057561" y="161721"/>
                </a:lnTo>
                <a:lnTo>
                  <a:pt x="4108437" y="175069"/>
                </a:lnTo>
                <a:lnTo>
                  <a:pt x="4155338" y="193573"/>
                </a:lnTo>
                <a:lnTo>
                  <a:pt x="4197947" y="217131"/>
                </a:lnTo>
                <a:lnTo>
                  <a:pt x="4235958" y="245668"/>
                </a:lnTo>
                <a:lnTo>
                  <a:pt x="4267809" y="277723"/>
                </a:lnTo>
                <a:lnTo>
                  <a:pt x="4294111" y="313537"/>
                </a:lnTo>
                <a:lnTo>
                  <a:pt x="4314761" y="352856"/>
                </a:lnTo>
                <a:lnTo>
                  <a:pt x="4329646" y="395427"/>
                </a:lnTo>
                <a:lnTo>
                  <a:pt x="4338663" y="440994"/>
                </a:lnTo>
                <a:lnTo>
                  <a:pt x="4341698" y="489292"/>
                </a:lnTo>
                <a:lnTo>
                  <a:pt x="4341698" y="135521"/>
                </a:lnTo>
                <a:lnTo>
                  <a:pt x="4306087" y="106692"/>
                </a:lnTo>
                <a:lnTo>
                  <a:pt x="4268914" y="82029"/>
                </a:lnTo>
                <a:lnTo>
                  <a:pt x="4229214" y="60515"/>
                </a:lnTo>
                <a:lnTo>
                  <a:pt x="4187126" y="42202"/>
                </a:lnTo>
                <a:lnTo>
                  <a:pt x="4142765" y="27127"/>
                </a:lnTo>
                <a:lnTo>
                  <a:pt x="4096258" y="15316"/>
                </a:lnTo>
                <a:lnTo>
                  <a:pt x="4047718" y="6832"/>
                </a:lnTo>
                <a:lnTo>
                  <a:pt x="3997274" y="1714"/>
                </a:lnTo>
                <a:lnTo>
                  <a:pt x="3945039" y="0"/>
                </a:lnTo>
                <a:lnTo>
                  <a:pt x="3892804" y="1714"/>
                </a:lnTo>
                <a:lnTo>
                  <a:pt x="3842359" y="6832"/>
                </a:lnTo>
                <a:lnTo>
                  <a:pt x="3793820" y="15316"/>
                </a:lnTo>
                <a:lnTo>
                  <a:pt x="3747312" y="27127"/>
                </a:lnTo>
                <a:lnTo>
                  <a:pt x="3702951" y="42202"/>
                </a:lnTo>
                <a:lnTo>
                  <a:pt x="3660864" y="60515"/>
                </a:lnTo>
                <a:lnTo>
                  <a:pt x="3621176" y="82029"/>
                </a:lnTo>
                <a:lnTo>
                  <a:pt x="3583990" y="106692"/>
                </a:lnTo>
                <a:lnTo>
                  <a:pt x="3549459" y="134467"/>
                </a:lnTo>
                <a:lnTo>
                  <a:pt x="3514280" y="169176"/>
                </a:lnTo>
                <a:lnTo>
                  <a:pt x="3483406" y="207187"/>
                </a:lnTo>
                <a:lnTo>
                  <a:pt x="3456952" y="248221"/>
                </a:lnTo>
                <a:lnTo>
                  <a:pt x="3435058" y="292011"/>
                </a:lnTo>
                <a:lnTo>
                  <a:pt x="3417811" y="338289"/>
                </a:lnTo>
                <a:lnTo>
                  <a:pt x="3405352" y="386778"/>
                </a:lnTo>
                <a:lnTo>
                  <a:pt x="3397783" y="437197"/>
                </a:lnTo>
                <a:lnTo>
                  <a:pt x="3395243" y="489292"/>
                </a:lnTo>
                <a:lnTo>
                  <a:pt x="3397783" y="541401"/>
                </a:lnTo>
                <a:lnTo>
                  <a:pt x="3405352" y="591832"/>
                </a:lnTo>
                <a:lnTo>
                  <a:pt x="3417811" y="640334"/>
                </a:lnTo>
                <a:lnTo>
                  <a:pt x="3435058" y="686600"/>
                </a:lnTo>
                <a:lnTo>
                  <a:pt x="3456952" y="730389"/>
                </a:lnTo>
                <a:lnTo>
                  <a:pt x="3483406" y="771423"/>
                </a:lnTo>
                <a:lnTo>
                  <a:pt x="3514280" y="809434"/>
                </a:lnTo>
                <a:lnTo>
                  <a:pt x="3549459" y="844130"/>
                </a:lnTo>
                <a:lnTo>
                  <a:pt x="3583990" y="871918"/>
                </a:lnTo>
                <a:lnTo>
                  <a:pt x="3621176" y="896594"/>
                </a:lnTo>
                <a:lnTo>
                  <a:pt x="3660864" y="918108"/>
                </a:lnTo>
                <a:lnTo>
                  <a:pt x="3702951" y="936421"/>
                </a:lnTo>
                <a:lnTo>
                  <a:pt x="3747312" y="951496"/>
                </a:lnTo>
                <a:lnTo>
                  <a:pt x="3793820" y="963295"/>
                </a:lnTo>
                <a:lnTo>
                  <a:pt x="3842359" y="971778"/>
                </a:lnTo>
                <a:lnTo>
                  <a:pt x="3892804" y="976896"/>
                </a:lnTo>
                <a:lnTo>
                  <a:pt x="3945039" y="978611"/>
                </a:lnTo>
                <a:lnTo>
                  <a:pt x="3997274" y="976896"/>
                </a:lnTo>
                <a:lnTo>
                  <a:pt x="4047718" y="971778"/>
                </a:lnTo>
                <a:lnTo>
                  <a:pt x="4096258" y="963295"/>
                </a:lnTo>
                <a:lnTo>
                  <a:pt x="4142765" y="951496"/>
                </a:lnTo>
                <a:lnTo>
                  <a:pt x="4187126" y="936421"/>
                </a:lnTo>
                <a:lnTo>
                  <a:pt x="4229214" y="918108"/>
                </a:lnTo>
                <a:lnTo>
                  <a:pt x="4268914" y="896594"/>
                </a:lnTo>
                <a:lnTo>
                  <a:pt x="4306087" y="871918"/>
                </a:lnTo>
                <a:lnTo>
                  <a:pt x="4340631" y="844130"/>
                </a:lnTo>
                <a:lnTo>
                  <a:pt x="4375797" y="809434"/>
                </a:lnTo>
                <a:lnTo>
                  <a:pt x="4406671" y="771423"/>
                </a:lnTo>
                <a:lnTo>
                  <a:pt x="4433113" y="730389"/>
                </a:lnTo>
                <a:lnTo>
                  <a:pt x="4455020" y="686600"/>
                </a:lnTo>
                <a:lnTo>
                  <a:pt x="4472267" y="640334"/>
                </a:lnTo>
                <a:lnTo>
                  <a:pt x="4484738" y="591832"/>
                </a:lnTo>
                <a:lnTo>
                  <a:pt x="4492307" y="541401"/>
                </a:lnTo>
                <a:lnTo>
                  <a:pt x="4494847" y="489292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 lIns="0" tIns="0" rIns="0" bIns="0" rtlCol="0"/>
          <a:lstStyle/>
          <a:p>
            <a:pPr defTabSz="554466"/>
            <a:endParaRPr sz="1092" kern="0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086260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pa">
    <p:bg>
      <p:bgPr>
        <a:gradFill>
          <a:gsLst>
            <a:gs pos="0">
              <a:schemeClr val="accent2"/>
            </a:gs>
            <a:gs pos="100000">
              <a:schemeClr val="accent3"/>
            </a:gs>
          </a:gsLst>
          <a:lin ang="8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7277016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7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1" y="2125981"/>
            <a:ext cx="10363201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r>
              <a:rPr lang="pt-BR"/>
              <a:t>Clique para editar o título Mestre</a:t>
            </a:r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1"/>
            <a:ext cx="853440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r>
              <a:rPr lang="pt-BR"/>
              <a:t>Clique para editar o estilo do subtítulo Mestre</a:t>
            </a:r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276999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276999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2" y="6377940"/>
            <a:ext cx="2804160" cy="276999"/>
          </a:xfrm>
          <a:prstGeom prst="rect">
            <a:avLst/>
          </a:prstGeom>
        </p:spPr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312864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7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25568" y="447772"/>
            <a:ext cx="11340864" cy="377924"/>
          </a:xfrm>
          <a:prstGeom prst="rect">
            <a:avLst/>
          </a:prstGeom>
        </p:spPr>
        <p:txBody>
          <a:bodyPr lIns="0" tIns="0" rIns="0" bIns="0"/>
          <a:lstStyle>
            <a:lvl1pPr>
              <a:defRPr sz="2456" b="0" i="0">
                <a:solidFill>
                  <a:schemeClr val="bg1"/>
                </a:solidFill>
                <a:latin typeface="Versos"/>
                <a:cs typeface="Versos"/>
              </a:defRPr>
            </a:lvl1pPr>
          </a:lstStyle>
          <a:p>
            <a:r>
              <a:rPr lang="pt-BR"/>
              <a:t>Clique para editar o título Mestre</a:t>
            </a:r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9600" y="1577340"/>
            <a:ext cx="10972800" cy="276999"/>
          </a:xfrm>
          <a:prstGeom prst="rect">
            <a:avLst/>
          </a:prstGeom>
        </p:spPr>
        <p:txBody>
          <a:bodyPr lIns="0" tIns="0" rIns="0" bIns="0"/>
          <a:lstStyle>
            <a:lvl1pPr>
              <a:defRPr/>
            </a:lvl1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276999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276999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2" y="6377940"/>
            <a:ext cx="2804160" cy="276999"/>
          </a:xfrm>
          <a:prstGeom prst="rect">
            <a:avLst/>
          </a:prstGeom>
        </p:spPr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389242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562">
          <p15:clr>
            <a:srgbClr val="FBAE40"/>
          </p15:clr>
        </p15:guide>
        <p15:guide id="2" pos="6332">
          <p15:clr>
            <a:srgbClr val="FBAE40"/>
          </p15:clr>
        </p15:guide>
      </p15:sldGuideLst>
    </p:ext>
  </p:extLst>
</p:sldLayout>
</file>

<file path=ppt/slideLayouts/slideLayout17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25568" y="447772"/>
            <a:ext cx="11340864" cy="377924"/>
          </a:xfrm>
          <a:prstGeom prst="rect">
            <a:avLst/>
          </a:prstGeom>
        </p:spPr>
        <p:txBody>
          <a:bodyPr lIns="0" tIns="0" rIns="0" bIns="0"/>
          <a:lstStyle>
            <a:lvl1pPr>
              <a:defRPr sz="2456" b="0" i="0">
                <a:solidFill>
                  <a:schemeClr val="bg1"/>
                </a:solidFill>
                <a:latin typeface="Versos"/>
                <a:cs typeface="Versos"/>
              </a:defRPr>
            </a:lvl1pPr>
          </a:lstStyle>
          <a:p>
            <a:r>
              <a:rPr lang="pt-BR"/>
              <a:t>Clique para editar o título Mestre</a:t>
            </a:r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1"/>
            <a:ext cx="530352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1"/>
            <a:ext cx="530352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276999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276999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9/11/2026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>
          <a:xfrm>
            <a:off x="8778242" y="6377940"/>
            <a:ext cx="2804160" cy="276999"/>
          </a:xfrm>
          <a:prstGeom prst="rect">
            <a:avLst/>
          </a:prstGeom>
        </p:spPr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887030480"/>
      </p:ext>
    </p:extLst>
  </p:cSld>
  <p:clrMapOvr>
    <a:masterClrMapping/>
  </p:clrMapOvr>
</p:sldLayout>
</file>

<file path=ppt/slideLayouts/slideLayout18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25568" y="447772"/>
            <a:ext cx="11340864" cy="377924"/>
          </a:xfrm>
          <a:prstGeom prst="rect">
            <a:avLst/>
          </a:prstGeom>
        </p:spPr>
        <p:txBody>
          <a:bodyPr lIns="0" tIns="0" rIns="0" bIns="0"/>
          <a:lstStyle>
            <a:lvl1pPr>
              <a:defRPr sz="2456" b="0" i="0">
                <a:solidFill>
                  <a:schemeClr val="bg1"/>
                </a:solidFill>
                <a:latin typeface="+mj-lt"/>
                <a:cs typeface="Versos"/>
              </a:defRPr>
            </a:lvl1pPr>
          </a:lstStyle>
          <a:p>
            <a:r>
              <a:rPr lang="pt-BR"/>
              <a:t>Clique para editar o título Mestre</a:t>
            </a:r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276999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276999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9/11/2026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>
          <a:xfrm>
            <a:off x="8778242" y="6377940"/>
            <a:ext cx="2804160" cy="276999"/>
          </a:xfrm>
          <a:prstGeom prst="rect">
            <a:avLst/>
          </a:prstGeom>
        </p:spPr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2047182"/>
      </p:ext>
    </p:extLst>
  </p:cSld>
  <p:clrMapOvr>
    <a:masterClrMapping/>
  </p:clrMapOvr>
</p:sldLayout>
</file>

<file path=ppt/slideLayouts/slideLayout18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Blank">
    <p:bg>
      <p:bgPr>
        <a:gradFill>
          <a:gsLst>
            <a:gs pos="67000">
              <a:schemeClr val="tx1"/>
            </a:gs>
            <a:gs pos="100000">
              <a:schemeClr val="tx1"/>
            </a:gs>
            <a:gs pos="0">
              <a:srgbClr val="161B21"/>
            </a:gs>
          </a:gsLst>
          <a:lin ang="8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28972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Título | 1 linha - Branco ">
    <p:bg>
      <p:bgPr>
        <a:gradFill>
          <a:gsLst>
            <a:gs pos="67000">
              <a:schemeClr val="tx1"/>
            </a:gs>
            <a:gs pos="100000">
              <a:schemeClr val="tx1"/>
            </a:gs>
            <a:gs pos="0">
              <a:srgbClr val="161B21"/>
            </a:gs>
          </a:gsLst>
          <a:lin ang="8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132BCE3-A04F-8602-64F7-7623C7EAF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61763" y="6482556"/>
            <a:ext cx="295275" cy="1692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defRPr sz="1100">
                <a:solidFill>
                  <a:schemeClr val="bg1"/>
                </a:solidFill>
                <a:latin typeface="Versos" panose="020B0503020204030204" pitchFamily="34" charset="0"/>
                <a:cs typeface="Versos" panose="020B0503020204030204" pitchFamily="34" charset="0"/>
              </a:defRPr>
            </a:lvl1pPr>
          </a:lstStyle>
          <a:p>
            <a:fld id="{77667D73-C69A-4DAA-9003-24A825D36FE9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B13D7C-5A47-B0DF-B518-26E79F5D2DB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64" y="368301"/>
            <a:ext cx="10183813" cy="4308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8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err="1"/>
              <a:t>Título</a:t>
            </a:r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401465E-A8CD-A3BA-BE2A-9597492FDC6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4963" y="6482557"/>
            <a:ext cx="10980000" cy="138499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defRPr sz="900" baseline="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900">
                <a:latin typeface="Versos Light" panose="020B0403020204030204" pitchFamily="34" charset="0"/>
              </a:defRPr>
            </a:lvl2pPr>
            <a:lvl3pPr>
              <a:defRPr sz="900">
                <a:latin typeface="Versos Light" panose="020B0403020204030204" pitchFamily="34" charset="0"/>
              </a:defRPr>
            </a:lvl3pPr>
            <a:lvl4pPr>
              <a:defRPr sz="900">
                <a:latin typeface="Versos Light" panose="020B0403020204030204" pitchFamily="34" charset="0"/>
              </a:defRPr>
            </a:lvl4pPr>
            <a:lvl5pPr>
              <a:defRPr sz="900">
                <a:latin typeface="Versos Light" panose="020B0403020204030204" pitchFamily="34" charset="0"/>
              </a:defRPr>
            </a:lvl5pPr>
          </a:lstStyle>
          <a:p>
            <a:pPr lvl="0"/>
            <a:r>
              <a:rPr lang="en-US"/>
              <a:t>Fonte:</a:t>
            </a:r>
            <a:endParaRPr lang="pt-BR"/>
          </a:p>
        </p:txBody>
      </p:sp>
      <p:sp>
        <p:nvSpPr>
          <p:cNvPr id="12" name="Text Placeholder 8">
            <a:extLst>
              <a:ext uri="{FF2B5EF4-FFF2-40B4-BE49-F238E27FC236}">
                <a16:creationId xmlns:a16="http://schemas.microsoft.com/office/drawing/2014/main" id="{7A7A9582-3614-801A-785B-273FCD3E092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34964" y="1949415"/>
            <a:ext cx="11522075" cy="435931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>
                <a:solidFill>
                  <a:schemeClr val="tx1"/>
                </a:solidFill>
                <a:latin typeface="Versos Light" panose="020B04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7F86D482-580C-D22A-58CC-10B9C4F7EDD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34963" y="1518528"/>
            <a:ext cx="11522585" cy="23011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>
                <a:solidFill>
                  <a:schemeClr val="tx1"/>
                </a:solidFill>
                <a:latin typeface="Versos" panose="020B05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" name="Picture 8">
            <a:extLst>
              <a:ext uri="{FF2B5EF4-FFF2-40B4-BE49-F238E27FC236}">
                <a16:creationId xmlns:a16="http://schemas.microsoft.com/office/drawing/2014/main" id="{EFD7F938-B824-C27B-BEB2-95E90F5FFDD4}"/>
              </a:ext>
            </a:extLst>
          </p:cNvPr>
          <p:cNvSpPr/>
          <p:nvPr/>
        </p:nvSpPr>
        <p:spPr>
          <a:xfrm>
            <a:off x="11091186" y="377179"/>
            <a:ext cx="765852" cy="260086"/>
          </a:xfrm>
          <a:custGeom>
            <a:avLst/>
            <a:gdLst>
              <a:gd name="connsiteX0" fmla="*/ 739575 w 765852"/>
              <a:gd name="connsiteY0" fmla="*/ 143884 h 260086"/>
              <a:gd name="connsiteX1" fmla="*/ 765852 w 765852"/>
              <a:gd name="connsiteY1" fmla="*/ 83403 h 260086"/>
              <a:gd name="connsiteX2" fmla="*/ 739575 w 765852"/>
              <a:gd name="connsiteY2" fmla="*/ 22921 h 260086"/>
              <a:gd name="connsiteX3" fmla="*/ 672177 w 765852"/>
              <a:gd name="connsiteY3" fmla="*/ 0 h 260086"/>
              <a:gd name="connsiteX4" fmla="*/ 604779 w 765852"/>
              <a:gd name="connsiteY4" fmla="*/ 22921 h 260086"/>
              <a:gd name="connsiteX5" fmla="*/ 578501 w 765852"/>
              <a:gd name="connsiteY5" fmla="*/ 83403 h 260086"/>
              <a:gd name="connsiteX6" fmla="*/ 604779 w 765852"/>
              <a:gd name="connsiteY6" fmla="*/ 143884 h 260086"/>
              <a:gd name="connsiteX7" fmla="*/ 672177 w 765852"/>
              <a:gd name="connsiteY7" fmla="*/ 166805 h 260086"/>
              <a:gd name="connsiteX8" fmla="*/ 739575 w 765852"/>
              <a:gd name="connsiteY8" fmla="*/ 143884 h 260086"/>
              <a:gd name="connsiteX9" fmla="*/ 604595 w 765852"/>
              <a:gd name="connsiteY9" fmla="*/ 83403 h 260086"/>
              <a:gd name="connsiteX10" fmla="*/ 622611 w 765852"/>
              <a:gd name="connsiteY10" fmla="*/ 41871 h 260086"/>
              <a:gd name="connsiteX11" fmla="*/ 672177 w 765852"/>
              <a:gd name="connsiteY11" fmla="*/ 25719 h 260086"/>
              <a:gd name="connsiteX12" fmla="*/ 721742 w 765852"/>
              <a:gd name="connsiteY12" fmla="*/ 41871 h 260086"/>
              <a:gd name="connsiteX13" fmla="*/ 739759 w 765852"/>
              <a:gd name="connsiteY13" fmla="*/ 83403 h 260086"/>
              <a:gd name="connsiteX14" fmla="*/ 721742 w 765852"/>
              <a:gd name="connsiteY14" fmla="*/ 124934 h 260086"/>
              <a:gd name="connsiteX15" fmla="*/ 672177 w 765852"/>
              <a:gd name="connsiteY15" fmla="*/ 141077 h 260086"/>
              <a:gd name="connsiteX16" fmla="*/ 622611 w 765852"/>
              <a:gd name="connsiteY16" fmla="*/ 124934 h 260086"/>
              <a:gd name="connsiteX17" fmla="*/ 604595 w 765852"/>
              <a:gd name="connsiteY17" fmla="*/ 83403 h 260086"/>
              <a:gd name="connsiteX18" fmla="*/ 238310 w 765852"/>
              <a:gd name="connsiteY18" fmla="*/ 207181 h 260086"/>
              <a:gd name="connsiteX19" fmla="*/ 249560 w 765852"/>
              <a:gd name="connsiteY19" fmla="*/ 204081 h 260086"/>
              <a:gd name="connsiteX20" fmla="*/ 261562 w 765852"/>
              <a:gd name="connsiteY20" fmla="*/ 207713 h 260086"/>
              <a:gd name="connsiteX21" fmla="*/ 268163 w 765852"/>
              <a:gd name="connsiteY21" fmla="*/ 217812 h 260086"/>
              <a:gd name="connsiteX22" fmla="*/ 275874 w 765852"/>
              <a:gd name="connsiteY22" fmla="*/ 217812 h 260086"/>
              <a:gd name="connsiteX23" fmla="*/ 267145 w 765852"/>
              <a:gd name="connsiteY23" fmla="*/ 202568 h 260086"/>
              <a:gd name="connsiteX24" fmla="*/ 249917 w 765852"/>
              <a:gd name="connsiteY24" fmla="*/ 196982 h 260086"/>
              <a:gd name="connsiteX25" fmla="*/ 234322 w 765852"/>
              <a:gd name="connsiteY25" fmla="*/ 200926 h 260086"/>
              <a:gd name="connsiteX26" fmla="*/ 223961 w 765852"/>
              <a:gd name="connsiteY26" fmla="*/ 212052 h 260086"/>
              <a:gd name="connsiteX27" fmla="*/ 220330 w 765852"/>
              <a:gd name="connsiteY27" fmla="*/ 228534 h 260086"/>
              <a:gd name="connsiteX28" fmla="*/ 223961 w 765852"/>
              <a:gd name="connsiteY28" fmla="*/ 245062 h 260086"/>
              <a:gd name="connsiteX29" fmla="*/ 234322 w 765852"/>
              <a:gd name="connsiteY29" fmla="*/ 256142 h 260086"/>
              <a:gd name="connsiteX30" fmla="*/ 249917 w 765852"/>
              <a:gd name="connsiteY30" fmla="*/ 260086 h 260086"/>
              <a:gd name="connsiteX31" fmla="*/ 267145 w 765852"/>
              <a:gd name="connsiteY31" fmla="*/ 254501 h 260086"/>
              <a:gd name="connsiteX32" fmla="*/ 275782 w 765852"/>
              <a:gd name="connsiteY32" fmla="*/ 239256 h 260086"/>
              <a:gd name="connsiteX33" fmla="*/ 268071 w 765852"/>
              <a:gd name="connsiteY33" fmla="*/ 239256 h 260086"/>
              <a:gd name="connsiteX34" fmla="*/ 261516 w 765852"/>
              <a:gd name="connsiteY34" fmla="*/ 249401 h 260086"/>
              <a:gd name="connsiteX35" fmla="*/ 249560 w 765852"/>
              <a:gd name="connsiteY35" fmla="*/ 252987 h 260086"/>
              <a:gd name="connsiteX36" fmla="*/ 238310 w 765852"/>
              <a:gd name="connsiteY36" fmla="*/ 249887 h 260086"/>
              <a:gd name="connsiteX37" fmla="*/ 230828 w 765852"/>
              <a:gd name="connsiteY37" fmla="*/ 241201 h 260086"/>
              <a:gd name="connsiteX38" fmla="*/ 228215 w 765852"/>
              <a:gd name="connsiteY38" fmla="*/ 228525 h 260086"/>
              <a:gd name="connsiteX39" fmla="*/ 230828 w 765852"/>
              <a:gd name="connsiteY39" fmla="*/ 215812 h 260086"/>
              <a:gd name="connsiteX40" fmla="*/ 238310 w 765852"/>
              <a:gd name="connsiteY40" fmla="*/ 207172 h 260086"/>
              <a:gd name="connsiteX41" fmla="*/ 335580 w 765852"/>
              <a:gd name="connsiteY41" fmla="*/ 197523 h 260086"/>
              <a:gd name="connsiteX42" fmla="*/ 311925 w 765852"/>
              <a:gd name="connsiteY42" fmla="*/ 259554 h 260086"/>
              <a:gd name="connsiteX43" fmla="*/ 319892 w 765852"/>
              <a:gd name="connsiteY43" fmla="*/ 259554 h 260086"/>
              <a:gd name="connsiteX44" fmla="*/ 326448 w 765852"/>
              <a:gd name="connsiteY44" fmla="*/ 242806 h 260086"/>
              <a:gd name="connsiteX45" fmla="*/ 353467 w 765852"/>
              <a:gd name="connsiteY45" fmla="*/ 242806 h 260086"/>
              <a:gd name="connsiteX46" fmla="*/ 360023 w 765852"/>
              <a:gd name="connsiteY46" fmla="*/ 259554 h 260086"/>
              <a:gd name="connsiteX47" fmla="*/ 368256 w 765852"/>
              <a:gd name="connsiteY47" fmla="*/ 259554 h 260086"/>
              <a:gd name="connsiteX48" fmla="*/ 344693 w 765852"/>
              <a:gd name="connsiteY48" fmla="*/ 197523 h 260086"/>
              <a:gd name="connsiteX49" fmla="*/ 335570 w 765852"/>
              <a:gd name="connsiteY49" fmla="*/ 197523 h 260086"/>
              <a:gd name="connsiteX50" fmla="*/ 328758 w 765852"/>
              <a:gd name="connsiteY50" fmla="*/ 235808 h 260086"/>
              <a:gd name="connsiteX51" fmla="*/ 339916 w 765852"/>
              <a:gd name="connsiteY51" fmla="*/ 205943 h 260086"/>
              <a:gd name="connsiteX52" fmla="*/ 351166 w 765852"/>
              <a:gd name="connsiteY52" fmla="*/ 235808 h 260086"/>
              <a:gd name="connsiteX53" fmla="*/ 328749 w 765852"/>
              <a:gd name="connsiteY53" fmla="*/ 235808 h 260086"/>
              <a:gd name="connsiteX54" fmla="*/ 725437 w 765852"/>
              <a:gd name="connsiteY54" fmla="*/ 197523 h 260086"/>
              <a:gd name="connsiteX55" fmla="*/ 717736 w 765852"/>
              <a:gd name="connsiteY55" fmla="*/ 197523 h 260086"/>
              <a:gd name="connsiteX56" fmla="*/ 717736 w 765852"/>
              <a:gd name="connsiteY56" fmla="*/ 259554 h 260086"/>
              <a:gd name="connsiteX57" fmla="*/ 753704 w 765852"/>
              <a:gd name="connsiteY57" fmla="*/ 259554 h 260086"/>
              <a:gd name="connsiteX58" fmla="*/ 753704 w 765852"/>
              <a:gd name="connsiteY58" fmla="*/ 252464 h 260086"/>
              <a:gd name="connsiteX59" fmla="*/ 725446 w 765852"/>
              <a:gd name="connsiteY59" fmla="*/ 252464 h 260086"/>
              <a:gd name="connsiteX60" fmla="*/ 725446 w 765852"/>
              <a:gd name="connsiteY60" fmla="*/ 197523 h 260086"/>
              <a:gd name="connsiteX61" fmla="*/ 250953 w 765852"/>
              <a:gd name="connsiteY61" fmla="*/ 2119 h 260086"/>
              <a:gd name="connsiteX62" fmla="*/ 225566 w 765852"/>
              <a:gd name="connsiteY62" fmla="*/ 2119 h 260086"/>
              <a:gd name="connsiteX63" fmla="*/ 225566 w 765852"/>
              <a:gd name="connsiteY63" fmla="*/ 164677 h 260086"/>
              <a:gd name="connsiteX64" fmla="*/ 250953 w 765852"/>
              <a:gd name="connsiteY64" fmla="*/ 164677 h 260086"/>
              <a:gd name="connsiteX65" fmla="*/ 250953 w 765852"/>
              <a:gd name="connsiteY65" fmla="*/ 2119 h 260086"/>
              <a:gd name="connsiteX66" fmla="*/ 80592 w 765852"/>
              <a:gd name="connsiteY66" fmla="*/ 62692 h 260086"/>
              <a:gd name="connsiteX67" fmla="*/ 80592 w 765852"/>
              <a:gd name="connsiteY67" fmla="*/ 164687 h 260086"/>
              <a:gd name="connsiteX68" fmla="*/ 106732 w 765852"/>
              <a:gd name="connsiteY68" fmla="*/ 164687 h 260086"/>
              <a:gd name="connsiteX69" fmla="*/ 106713 w 765852"/>
              <a:gd name="connsiteY69" fmla="*/ 62692 h 260086"/>
              <a:gd name="connsiteX70" fmla="*/ 95124 w 765852"/>
              <a:gd name="connsiteY70" fmla="*/ 28700 h 260086"/>
              <a:gd name="connsiteX71" fmla="*/ 93648 w 765852"/>
              <a:gd name="connsiteY71" fmla="*/ 26792 h 260086"/>
              <a:gd name="connsiteX72" fmla="*/ 92172 w 765852"/>
              <a:gd name="connsiteY72" fmla="*/ 28700 h 260086"/>
              <a:gd name="connsiteX73" fmla="*/ 80583 w 765852"/>
              <a:gd name="connsiteY73" fmla="*/ 62692 h 260086"/>
              <a:gd name="connsiteX74" fmla="*/ 47273 w 765852"/>
              <a:gd name="connsiteY74" fmla="*/ 2119 h 260086"/>
              <a:gd name="connsiteX75" fmla="*/ 0 w 765852"/>
              <a:gd name="connsiteY75" fmla="*/ 2119 h 260086"/>
              <a:gd name="connsiteX76" fmla="*/ 0 w 765852"/>
              <a:gd name="connsiteY76" fmla="*/ 26792 h 260086"/>
              <a:gd name="connsiteX77" fmla="*/ 93648 w 765852"/>
              <a:gd name="connsiteY77" fmla="*/ 26792 h 260086"/>
              <a:gd name="connsiteX78" fmla="*/ 91328 w 765852"/>
              <a:gd name="connsiteY78" fmla="*/ 23793 h 260086"/>
              <a:gd name="connsiteX79" fmla="*/ 47273 w 765852"/>
              <a:gd name="connsiteY79" fmla="*/ 2119 h 260086"/>
              <a:gd name="connsiteX80" fmla="*/ 95968 w 765852"/>
              <a:gd name="connsiteY80" fmla="*/ 23793 h 260086"/>
              <a:gd name="connsiteX81" fmla="*/ 93648 w 765852"/>
              <a:gd name="connsiteY81" fmla="*/ 26792 h 260086"/>
              <a:gd name="connsiteX82" fmla="*/ 187296 w 765852"/>
              <a:gd name="connsiteY82" fmla="*/ 26792 h 260086"/>
              <a:gd name="connsiteX83" fmla="*/ 187296 w 765852"/>
              <a:gd name="connsiteY83" fmla="*/ 2119 h 260086"/>
              <a:gd name="connsiteX84" fmla="*/ 140023 w 765852"/>
              <a:gd name="connsiteY84" fmla="*/ 2119 h 260086"/>
              <a:gd name="connsiteX85" fmla="*/ 95958 w 765852"/>
              <a:gd name="connsiteY85" fmla="*/ 23793 h 260086"/>
              <a:gd name="connsiteX86" fmla="*/ 514844 w 765852"/>
              <a:gd name="connsiteY86" fmla="*/ 164677 h 260086"/>
              <a:gd name="connsiteX87" fmla="*/ 540232 w 765852"/>
              <a:gd name="connsiteY87" fmla="*/ 164677 h 260086"/>
              <a:gd name="connsiteX88" fmla="*/ 540232 w 765852"/>
              <a:gd name="connsiteY88" fmla="*/ 2119 h 260086"/>
              <a:gd name="connsiteX89" fmla="*/ 514844 w 765852"/>
              <a:gd name="connsiteY89" fmla="*/ 2119 h 260086"/>
              <a:gd name="connsiteX90" fmla="*/ 514844 w 765852"/>
              <a:gd name="connsiteY90" fmla="*/ 164677 h 260086"/>
              <a:gd name="connsiteX91" fmla="*/ 495205 w 765852"/>
              <a:gd name="connsiteY91" fmla="*/ 259554 h 260086"/>
              <a:gd name="connsiteX92" fmla="*/ 502915 w 765852"/>
              <a:gd name="connsiteY92" fmla="*/ 259554 h 260086"/>
              <a:gd name="connsiteX93" fmla="*/ 502915 w 765852"/>
              <a:gd name="connsiteY93" fmla="*/ 197523 h 260086"/>
              <a:gd name="connsiteX94" fmla="*/ 495205 w 765852"/>
              <a:gd name="connsiteY94" fmla="*/ 197523 h 260086"/>
              <a:gd name="connsiteX95" fmla="*/ 495205 w 765852"/>
              <a:gd name="connsiteY95" fmla="*/ 259554 h 260086"/>
              <a:gd name="connsiteX96" fmla="*/ 544816 w 765852"/>
              <a:gd name="connsiteY96" fmla="*/ 204613 h 260086"/>
              <a:gd name="connsiteX97" fmla="*/ 564923 w 765852"/>
              <a:gd name="connsiteY97" fmla="*/ 204613 h 260086"/>
              <a:gd name="connsiteX98" fmla="*/ 564923 w 765852"/>
              <a:gd name="connsiteY98" fmla="*/ 259554 h 260086"/>
              <a:gd name="connsiteX99" fmla="*/ 572633 w 765852"/>
              <a:gd name="connsiteY99" fmla="*/ 259554 h 260086"/>
              <a:gd name="connsiteX100" fmla="*/ 572633 w 765852"/>
              <a:gd name="connsiteY100" fmla="*/ 204613 h 260086"/>
              <a:gd name="connsiteX101" fmla="*/ 592740 w 765852"/>
              <a:gd name="connsiteY101" fmla="*/ 204613 h 260086"/>
              <a:gd name="connsiteX102" fmla="*/ 592740 w 765852"/>
              <a:gd name="connsiteY102" fmla="*/ 197523 h 260086"/>
              <a:gd name="connsiteX103" fmla="*/ 544816 w 765852"/>
              <a:gd name="connsiteY103" fmla="*/ 197523 h 260086"/>
              <a:gd name="connsiteX104" fmla="*/ 544816 w 765852"/>
              <a:gd name="connsiteY104" fmla="*/ 204613 h 260086"/>
              <a:gd name="connsiteX105" fmla="*/ 287389 w 765852"/>
              <a:gd name="connsiteY105" fmla="*/ 2119 h 260086"/>
              <a:gd name="connsiteX106" fmla="*/ 345234 w 765852"/>
              <a:gd name="connsiteY106" fmla="*/ 140105 h 260086"/>
              <a:gd name="connsiteX107" fmla="*/ 381413 w 765852"/>
              <a:gd name="connsiteY107" fmla="*/ 166796 h 260086"/>
              <a:gd name="connsiteX108" fmla="*/ 382899 w 765852"/>
              <a:gd name="connsiteY108" fmla="*/ 166796 h 260086"/>
              <a:gd name="connsiteX109" fmla="*/ 316692 w 765852"/>
              <a:gd name="connsiteY109" fmla="*/ 2119 h 260086"/>
              <a:gd name="connsiteX110" fmla="*/ 287389 w 765852"/>
              <a:gd name="connsiteY110" fmla="*/ 2119 h 260086"/>
              <a:gd name="connsiteX111" fmla="*/ 443549 w 765852"/>
              <a:gd name="connsiteY111" fmla="*/ 199871 h 260086"/>
              <a:gd name="connsiteX112" fmla="*/ 432739 w 765852"/>
              <a:gd name="connsiteY112" fmla="*/ 197523 h 260086"/>
              <a:gd name="connsiteX113" fmla="*/ 408910 w 765852"/>
              <a:gd name="connsiteY113" fmla="*/ 197523 h 260086"/>
              <a:gd name="connsiteX114" fmla="*/ 408910 w 765852"/>
              <a:gd name="connsiteY114" fmla="*/ 259554 h 260086"/>
              <a:gd name="connsiteX115" fmla="*/ 416621 w 765852"/>
              <a:gd name="connsiteY115" fmla="*/ 259554 h 260086"/>
              <a:gd name="connsiteX116" fmla="*/ 416621 w 765852"/>
              <a:gd name="connsiteY116" fmla="*/ 235716 h 260086"/>
              <a:gd name="connsiteX117" fmla="*/ 432748 w 765852"/>
              <a:gd name="connsiteY117" fmla="*/ 235716 h 260086"/>
              <a:gd name="connsiteX118" fmla="*/ 443512 w 765852"/>
              <a:gd name="connsiteY118" fmla="*/ 233368 h 260086"/>
              <a:gd name="connsiteX119" fmla="*/ 450728 w 765852"/>
              <a:gd name="connsiteY119" fmla="*/ 226681 h 260086"/>
              <a:gd name="connsiteX120" fmla="*/ 453295 w 765852"/>
              <a:gd name="connsiteY120" fmla="*/ 216583 h 260086"/>
              <a:gd name="connsiteX121" fmla="*/ 450774 w 765852"/>
              <a:gd name="connsiteY121" fmla="*/ 206521 h 260086"/>
              <a:gd name="connsiteX122" fmla="*/ 443558 w 765852"/>
              <a:gd name="connsiteY122" fmla="*/ 199871 h 260086"/>
              <a:gd name="connsiteX123" fmla="*/ 441779 w 765852"/>
              <a:gd name="connsiteY123" fmla="*/ 225351 h 260086"/>
              <a:gd name="connsiteX124" fmla="*/ 432033 w 765852"/>
              <a:gd name="connsiteY124" fmla="*/ 228635 h 260086"/>
              <a:gd name="connsiteX125" fmla="*/ 416621 w 765852"/>
              <a:gd name="connsiteY125" fmla="*/ 228635 h 260086"/>
              <a:gd name="connsiteX126" fmla="*/ 416621 w 765852"/>
              <a:gd name="connsiteY126" fmla="*/ 204622 h 260086"/>
              <a:gd name="connsiteX127" fmla="*/ 432125 w 765852"/>
              <a:gd name="connsiteY127" fmla="*/ 204622 h 260086"/>
              <a:gd name="connsiteX128" fmla="*/ 441825 w 765852"/>
              <a:gd name="connsiteY128" fmla="*/ 207860 h 260086"/>
              <a:gd name="connsiteX129" fmla="*/ 445410 w 765852"/>
              <a:gd name="connsiteY129" fmla="*/ 216592 h 260086"/>
              <a:gd name="connsiteX130" fmla="*/ 441779 w 765852"/>
              <a:gd name="connsiteY130" fmla="*/ 225361 h 260086"/>
              <a:gd name="connsiteX131" fmla="*/ 382889 w 765852"/>
              <a:gd name="connsiteY131" fmla="*/ 166805 h 260086"/>
              <a:gd name="connsiteX132" fmla="*/ 384375 w 765852"/>
              <a:gd name="connsiteY132" fmla="*/ 166805 h 260086"/>
              <a:gd name="connsiteX133" fmla="*/ 420554 w 765852"/>
              <a:gd name="connsiteY133" fmla="*/ 140114 h 260086"/>
              <a:gd name="connsiteX134" fmla="*/ 478399 w 765852"/>
              <a:gd name="connsiteY134" fmla="*/ 2128 h 260086"/>
              <a:gd name="connsiteX135" fmla="*/ 449096 w 765852"/>
              <a:gd name="connsiteY135" fmla="*/ 2128 h 260086"/>
              <a:gd name="connsiteX136" fmla="*/ 382889 w 765852"/>
              <a:gd name="connsiteY136" fmla="*/ 166814 h 260086"/>
              <a:gd name="connsiteX137" fmla="*/ 644368 w 765852"/>
              <a:gd name="connsiteY137" fmla="*/ 197523 h 260086"/>
              <a:gd name="connsiteX138" fmla="*/ 620714 w 765852"/>
              <a:gd name="connsiteY138" fmla="*/ 259554 h 260086"/>
              <a:gd name="connsiteX139" fmla="*/ 628690 w 765852"/>
              <a:gd name="connsiteY139" fmla="*/ 259554 h 260086"/>
              <a:gd name="connsiteX140" fmla="*/ 635246 w 765852"/>
              <a:gd name="connsiteY140" fmla="*/ 242806 h 260086"/>
              <a:gd name="connsiteX141" fmla="*/ 662266 w 765852"/>
              <a:gd name="connsiteY141" fmla="*/ 242806 h 260086"/>
              <a:gd name="connsiteX142" fmla="*/ 668821 w 765852"/>
              <a:gd name="connsiteY142" fmla="*/ 259554 h 260086"/>
              <a:gd name="connsiteX143" fmla="*/ 677055 w 765852"/>
              <a:gd name="connsiteY143" fmla="*/ 259554 h 260086"/>
              <a:gd name="connsiteX144" fmla="*/ 653491 w 765852"/>
              <a:gd name="connsiteY144" fmla="*/ 197523 h 260086"/>
              <a:gd name="connsiteX145" fmla="*/ 644368 w 765852"/>
              <a:gd name="connsiteY145" fmla="*/ 197523 h 260086"/>
              <a:gd name="connsiteX146" fmla="*/ 637547 w 765852"/>
              <a:gd name="connsiteY146" fmla="*/ 235808 h 260086"/>
              <a:gd name="connsiteX147" fmla="*/ 648705 w 765852"/>
              <a:gd name="connsiteY147" fmla="*/ 205943 h 260086"/>
              <a:gd name="connsiteX148" fmla="*/ 659955 w 765852"/>
              <a:gd name="connsiteY148" fmla="*/ 235808 h 260086"/>
              <a:gd name="connsiteX149" fmla="*/ 637538 w 765852"/>
              <a:gd name="connsiteY149" fmla="*/ 235808 h 260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</a:cxnLst>
            <a:rect l="l" t="t" r="r" b="b"/>
            <a:pathLst>
              <a:path w="765852" h="260086">
                <a:moveTo>
                  <a:pt x="739575" y="143884"/>
                </a:moveTo>
                <a:cubicBezTo>
                  <a:pt x="756519" y="128906"/>
                  <a:pt x="765852" y="107425"/>
                  <a:pt x="765852" y="83403"/>
                </a:cubicBezTo>
                <a:cubicBezTo>
                  <a:pt x="765852" y="59381"/>
                  <a:pt x="756519" y="37899"/>
                  <a:pt x="739575" y="22921"/>
                </a:cubicBezTo>
                <a:cubicBezTo>
                  <a:pt x="722613" y="7925"/>
                  <a:pt x="699307" y="0"/>
                  <a:pt x="672177" y="0"/>
                </a:cubicBezTo>
                <a:cubicBezTo>
                  <a:pt x="645047" y="0"/>
                  <a:pt x="621740" y="7925"/>
                  <a:pt x="604779" y="22921"/>
                </a:cubicBezTo>
                <a:cubicBezTo>
                  <a:pt x="587835" y="37899"/>
                  <a:pt x="578501" y="59381"/>
                  <a:pt x="578501" y="83403"/>
                </a:cubicBezTo>
                <a:cubicBezTo>
                  <a:pt x="578501" y="107425"/>
                  <a:pt x="587835" y="128906"/>
                  <a:pt x="604779" y="143884"/>
                </a:cubicBezTo>
                <a:cubicBezTo>
                  <a:pt x="621740" y="158881"/>
                  <a:pt x="645047" y="166805"/>
                  <a:pt x="672177" y="166805"/>
                </a:cubicBezTo>
                <a:cubicBezTo>
                  <a:pt x="699307" y="166805"/>
                  <a:pt x="722613" y="158881"/>
                  <a:pt x="739575" y="143884"/>
                </a:cubicBezTo>
                <a:close/>
                <a:moveTo>
                  <a:pt x="604595" y="83403"/>
                </a:moveTo>
                <a:cubicBezTo>
                  <a:pt x="604595" y="66489"/>
                  <a:pt x="610821" y="52135"/>
                  <a:pt x="622611" y="41871"/>
                </a:cubicBezTo>
                <a:cubicBezTo>
                  <a:pt x="634751" y="31305"/>
                  <a:pt x="651887" y="25719"/>
                  <a:pt x="672177" y="25719"/>
                </a:cubicBezTo>
                <a:cubicBezTo>
                  <a:pt x="692467" y="25719"/>
                  <a:pt x="709603" y="31305"/>
                  <a:pt x="721742" y="41871"/>
                </a:cubicBezTo>
                <a:cubicBezTo>
                  <a:pt x="733524" y="52126"/>
                  <a:pt x="739759" y="66489"/>
                  <a:pt x="739759" y="83403"/>
                </a:cubicBezTo>
                <a:cubicBezTo>
                  <a:pt x="739759" y="100316"/>
                  <a:pt x="733533" y="114671"/>
                  <a:pt x="721742" y="124934"/>
                </a:cubicBezTo>
                <a:cubicBezTo>
                  <a:pt x="709603" y="135501"/>
                  <a:pt x="692467" y="141077"/>
                  <a:pt x="672177" y="141077"/>
                </a:cubicBezTo>
                <a:cubicBezTo>
                  <a:pt x="651887" y="141077"/>
                  <a:pt x="634741" y="135491"/>
                  <a:pt x="622611" y="124934"/>
                </a:cubicBezTo>
                <a:cubicBezTo>
                  <a:pt x="610830" y="114671"/>
                  <a:pt x="604595" y="100316"/>
                  <a:pt x="604595" y="83403"/>
                </a:cubicBezTo>
                <a:close/>
                <a:moveTo>
                  <a:pt x="238310" y="207181"/>
                </a:moveTo>
                <a:cubicBezTo>
                  <a:pt x="241556" y="205118"/>
                  <a:pt x="245306" y="204081"/>
                  <a:pt x="249560" y="204081"/>
                </a:cubicBezTo>
                <a:cubicBezTo>
                  <a:pt x="254282" y="204081"/>
                  <a:pt x="258288" y="205292"/>
                  <a:pt x="261562" y="207713"/>
                </a:cubicBezTo>
                <a:cubicBezTo>
                  <a:pt x="264835" y="210135"/>
                  <a:pt x="267035" y="213501"/>
                  <a:pt x="268163" y="217812"/>
                </a:cubicBezTo>
                <a:lnTo>
                  <a:pt x="275874" y="217812"/>
                </a:lnTo>
                <a:cubicBezTo>
                  <a:pt x="274691" y="211373"/>
                  <a:pt x="271784" y="206292"/>
                  <a:pt x="267145" y="202568"/>
                </a:cubicBezTo>
                <a:cubicBezTo>
                  <a:pt x="262506" y="198844"/>
                  <a:pt x="256766" y="196982"/>
                  <a:pt x="249917" y="196982"/>
                </a:cubicBezTo>
                <a:cubicBezTo>
                  <a:pt x="244013" y="196982"/>
                  <a:pt x="238814" y="198293"/>
                  <a:pt x="234322" y="200926"/>
                </a:cubicBezTo>
                <a:cubicBezTo>
                  <a:pt x="229838" y="203558"/>
                  <a:pt x="226382" y="207264"/>
                  <a:pt x="223961" y="212052"/>
                </a:cubicBezTo>
                <a:cubicBezTo>
                  <a:pt x="221541" y="216840"/>
                  <a:pt x="220330" y="222334"/>
                  <a:pt x="220330" y="228534"/>
                </a:cubicBezTo>
                <a:cubicBezTo>
                  <a:pt x="220330" y="234734"/>
                  <a:pt x="221541" y="240302"/>
                  <a:pt x="223961" y="245062"/>
                </a:cubicBezTo>
                <a:cubicBezTo>
                  <a:pt x="226382" y="249823"/>
                  <a:pt x="229838" y="253510"/>
                  <a:pt x="234322" y="256142"/>
                </a:cubicBezTo>
                <a:cubicBezTo>
                  <a:pt x="238805" y="258775"/>
                  <a:pt x="244004" y="260086"/>
                  <a:pt x="249917" y="260086"/>
                </a:cubicBezTo>
                <a:cubicBezTo>
                  <a:pt x="256831" y="260086"/>
                  <a:pt x="262570" y="258224"/>
                  <a:pt x="267145" y="254501"/>
                </a:cubicBezTo>
                <a:cubicBezTo>
                  <a:pt x="271720" y="250777"/>
                  <a:pt x="274599" y="245695"/>
                  <a:pt x="275782" y="239256"/>
                </a:cubicBezTo>
                <a:lnTo>
                  <a:pt x="268071" y="239256"/>
                </a:lnTo>
                <a:cubicBezTo>
                  <a:pt x="266888" y="243631"/>
                  <a:pt x="264706" y="247007"/>
                  <a:pt x="261516" y="249401"/>
                </a:cubicBezTo>
                <a:cubicBezTo>
                  <a:pt x="258325" y="251795"/>
                  <a:pt x="254337" y="252987"/>
                  <a:pt x="249560" y="252987"/>
                </a:cubicBezTo>
                <a:cubicBezTo>
                  <a:pt x="245306" y="252987"/>
                  <a:pt x="241556" y="251951"/>
                  <a:pt x="238310" y="249887"/>
                </a:cubicBezTo>
                <a:cubicBezTo>
                  <a:pt x="235064" y="247823"/>
                  <a:pt x="232561" y="244925"/>
                  <a:pt x="230828" y="241201"/>
                </a:cubicBezTo>
                <a:cubicBezTo>
                  <a:pt x="229086" y="237477"/>
                  <a:pt x="228215" y="233258"/>
                  <a:pt x="228215" y="228525"/>
                </a:cubicBezTo>
                <a:cubicBezTo>
                  <a:pt x="228215" y="223792"/>
                  <a:pt x="229086" y="219499"/>
                  <a:pt x="230828" y="215812"/>
                </a:cubicBezTo>
                <a:cubicBezTo>
                  <a:pt x="232570" y="212125"/>
                  <a:pt x="235064" y="209245"/>
                  <a:pt x="238310" y="207172"/>
                </a:cubicBezTo>
                <a:close/>
                <a:moveTo>
                  <a:pt x="335580" y="197523"/>
                </a:moveTo>
                <a:lnTo>
                  <a:pt x="311925" y="259554"/>
                </a:lnTo>
                <a:lnTo>
                  <a:pt x="319892" y="259554"/>
                </a:lnTo>
                <a:lnTo>
                  <a:pt x="326448" y="242806"/>
                </a:lnTo>
                <a:lnTo>
                  <a:pt x="353467" y="242806"/>
                </a:lnTo>
                <a:lnTo>
                  <a:pt x="360023" y="259554"/>
                </a:lnTo>
                <a:lnTo>
                  <a:pt x="368256" y="259554"/>
                </a:lnTo>
                <a:lnTo>
                  <a:pt x="344693" y="197523"/>
                </a:lnTo>
                <a:lnTo>
                  <a:pt x="335570" y="197523"/>
                </a:lnTo>
                <a:close/>
                <a:moveTo>
                  <a:pt x="328758" y="235808"/>
                </a:moveTo>
                <a:lnTo>
                  <a:pt x="339916" y="205943"/>
                </a:lnTo>
                <a:lnTo>
                  <a:pt x="351166" y="235808"/>
                </a:lnTo>
                <a:lnTo>
                  <a:pt x="328749" y="235808"/>
                </a:lnTo>
                <a:close/>
                <a:moveTo>
                  <a:pt x="725437" y="197523"/>
                </a:moveTo>
                <a:lnTo>
                  <a:pt x="717736" y="197523"/>
                </a:lnTo>
                <a:lnTo>
                  <a:pt x="717736" y="259554"/>
                </a:lnTo>
                <a:lnTo>
                  <a:pt x="753704" y="259554"/>
                </a:lnTo>
                <a:lnTo>
                  <a:pt x="753704" y="252464"/>
                </a:lnTo>
                <a:lnTo>
                  <a:pt x="725446" y="252464"/>
                </a:lnTo>
                <a:lnTo>
                  <a:pt x="725446" y="197523"/>
                </a:lnTo>
                <a:close/>
                <a:moveTo>
                  <a:pt x="250953" y="2119"/>
                </a:moveTo>
                <a:lnTo>
                  <a:pt x="225566" y="2119"/>
                </a:lnTo>
                <a:lnTo>
                  <a:pt x="225566" y="164677"/>
                </a:lnTo>
                <a:lnTo>
                  <a:pt x="250953" y="164677"/>
                </a:lnTo>
                <a:lnTo>
                  <a:pt x="250953" y="2119"/>
                </a:lnTo>
                <a:close/>
                <a:moveTo>
                  <a:pt x="80592" y="62692"/>
                </a:moveTo>
                <a:lnTo>
                  <a:pt x="80592" y="164687"/>
                </a:lnTo>
                <a:cubicBezTo>
                  <a:pt x="80592" y="164687"/>
                  <a:pt x="106732" y="164687"/>
                  <a:pt x="106732" y="164687"/>
                </a:cubicBezTo>
                <a:lnTo>
                  <a:pt x="106713" y="62692"/>
                </a:lnTo>
                <a:cubicBezTo>
                  <a:pt x="106713" y="50282"/>
                  <a:pt x="102707" y="38523"/>
                  <a:pt x="95124" y="28700"/>
                </a:cubicBezTo>
                <a:lnTo>
                  <a:pt x="93648" y="26792"/>
                </a:lnTo>
                <a:lnTo>
                  <a:pt x="92172" y="28700"/>
                </a:lnTo>
                <a:cubicBezTo>
                  <a:pt x="84589" y="38523"/>
                  <a:pt x="80583" y="50273"/>
                  <a:pt x="80583" y="62692"/>
                </a:cubicBezTo>
                <a:close/>
                <a:moveTo>
                  <a:pt x="47273" y="2119"/>
                </a:moveTo>
                <a:lnTo>
                  <a:pt x="0" y="2119"/>
                </a:lnTo>
                <a:lnTo>
                  <a:pt x="0" y="26792"/>
                </a:lnTo>
                <a:lnTo>
                  <a:pt x="93648" y="26792"/>
                </a:lnTo>
                <a:lnTo>
                  <a:pt x="91328" y="23793"/>
                </a:lnTo>
                <a:cubicBezTo>
                  <a:pt x="80693" y="10025"/>
                  <a:pt x="64629" y="2119"/>
                  <a:pt x="47273" y="2119"/>
                </a:cubicBezTo>
                <a:close/>
                <a:moveTo>
                  <a:pt x="95968" y="23793"/>
                </a:moveTo>
                <a:lnTo>
                  <a:pt x="93648" y="26792"/>
                </a:lnTo>
                <a:lnTo>
                  <a:pt x="187296" y="26792"/>
                </a:lnTo>
                <a:lnTo>
                  <a:pt x="187296" y="2119"/>
                </a:lnTo>
                <a:lnTo>
                  <a:pt x="140023" y="2119"/>
                </a:lnTo>
                <a:cubicBezTo>
                  <a:pt x="122657" y="2119"/>
                  <a:pt x="106603" y="10016"/>
                  <a:pt x="95958" y="23793"/>
                </a:cubicBezTo>
                <a:close/>
                <a:moveTo>
                  <a:pt x="514844" y="164677"/>
                </a:moveTo>
                <a:lnTo>
                  <a:pt x="540232" y="164677"/>
                </a:lnTo>
                <a:lnTo>
                  <a:pt x="540232" y="2119"/>
                </a:lnTo>
                <a:lnTo>
                  <a:pt x="514844" y="2119"/>
                </a:lnTo>
                <a:lnTo>
                  <a:pt x="514844" y="164677"/>
                </a:lnTo>
                <a:close/>
                <a:moveTo>
                  <a:pt x="495205" y="259554"/>
                </a:moveTo>
                <a:lnTo>
                  <a:pt x="502915" y="259554"/>
                </a:lnTo>
                <a:lnTo>
                  <a:pt x="502915" y="197523"/>
                </a:lnTo>
                <a:lnTo>
                  <a:pt x="495205" y="197523"/>
                </a:lnTo>
                <a:lnTo>
                  <a:pt x="495205" y="259554"/>
                </a:lnTo>
                <a:close/>
                <a:moveTo>
                  <a:pt x="544816" y="204613"/>
                </a:moveTo>
                <a:lnTo>
                  <a:pt x="564923" y="204613"/>
                </a:lnTo>
                <a:lnTo>
                  <a:pt x="564923" y="259554"/>
                </a:lnTo>
                <a:lnTo>
                  <a:pt x="572633" y="259554"/>
                </a:lnTo>
                <a:lnTo>
                  <a:pt x="572633" y="204613"/>
                </a:lnTo>
                <a:lnTo>
                  <a:pt x="592740" y="204613"/>
                </a:lnTo>
                <a:lnTo>
                  <a:pt x="592740" y="197523"/>
                </a:lnTo>
                <a:lnTo>
                  <a:pt x="544816" y="197523"/>
                </a:lnTo>
                <a:lnTo>
                  <a:pt x="544816" y="204613"/>
                </a:lnTo>
                <a:close/>
                <a:moveTo>
                  <a:pt x="287389" y="2119"/>
                </a:moveTo>
                <a:cubicBezTo>
                  <a:pt x="287389" y="2119"/>
                  <a:pt x="335680" y="117220"/>
                  <a:pt x="345234" y="140105"/>
                </a:cubicBezTo>
                <a:cubicBezTo>
                  <a:pt x="356374" y="166796"/>
                  <a:pt x="374464" y="166796"/>
                  <a:pt x="381413" y="166796"/>
                </a:cubicBezTo>
                <a:lnTo>
                  <a:pt x="382899" y="166796"/>
                </a:lnTo>
                <a:lnTo>
                  <a:pt x="316692" y="2119"/>
                </a:lnTo>
                <a:lnTo>
                  <a:pt x="287389" y="2119"/>
                </a:lnTo>
                <a:close/>
                <a:moveTo>
                  <a:pt x="443549" y="199871"/>
                </a:moveTo>
                <a:cubicBezTo>
                  <a:pt x="440413" y="198303"/>
                  <a:pt x="436819" y="197523"/>
                  <a:pt x="432739" y="197523"/>
                </a:cubicBezTo>
                <a:lnTo>
                  <a:pt x="408910" y="197523"/>
                </a:lnTo>
                <a:lnTo>
                  <a:pt x="408910" y="259554"/>
                </a:lnTo>
                <a:lnTo>
                  <a:pt x="416621" y="259554"/>
                </a:lnTo>
                <a:lnTo>
                  <a:pt x="416621" y="235716"/>
                </a:lnTo>
                <a:lnTo>
                  <a:pt x="432748" y="235716"/>
                </a:lnTo>
                <a:cubicBezTo>
                  <a:pt x="436819" y="235716"/>
                  <a:pt x="440413" y="234936"/>
                  <a:pt x="443512" y="233368"/>
                </a:cubicBezTo>
                <a:cubicBezTo>
                  <a:pt x="446611" y="231799"/>
                  <a:pt x="449013" y="229571"/>
                  <a:pt x="450728" y="226681"/>
                </a:cubicBezTo>
                <a:cubicBezTo>
                  <a:pt x="452442" y="223783"/>
                  <a:pt x="453295" y="220417"/>
                  <a:pt x="453295" y="216583"/>
                </a:cubicBezTo>
                <a:cubicBezTo>
                  <a:pt x="453295" y="212749"/>
                  <a:pt x="452452" y="209392"/>
                  <a:pt x="450774" y="206521"/>
                </a:cubicBezTo>
                <a:cubicBezTo>
                  <a:pt x="449087" y="203659"/>
                  <a:pt x="446685" y="201439"/>
                  <a:pt x="443558" y="199871"/>
                </a:cubicBezTo>
                <a:close/>
                <a:moveTo>
                  <a:pt x="441779" y="225351"/>
                </a:moveTo>
                <a:cubicBezTo>
                  <a:pt x="439359" y="227534"/>
                  <a:pt x="436113" y="228635"/>
                  <a:pt x="432033" y="228635"/>
                </a:cubicBezTo>
                <a:lnTo>
                  <a:pt x="416621" y="228635"/>
                </a:lnTo>
                <a:lnTo>
                  <a:pt x="416621" y="204622"/>
                </a:lnTo>
                <a:lnTo>
                  <a:pt x="432125" y="204622"/>
                </a:lnTo>
                <a:cubicBezTo>
                  <a:pt x="436196" y="204622"/>
                  <a:pt x="439432" y="205705"/>
                  <a:pt x="441825" y="207860"/>
                </a:cubicBezTo>
                <a:cubicBezTo>
                  <a:pt x="444218" y="210015"/>
                  <a:pt x="445410" y="212923"/>
                  <a:pt x="445410" y="216592"/>
                </a:cubicBezTo>
                <a:cubicBezTo>
                  <a:pt x="445410" y="220261"/>
                  <a:pt x="444200" y="223178"/>
                  <a:pt x="441779" y="225361"/>
                </a:cubicBezTo>
                <a:close/>
                <a:moveTo>
                  <a:pt x="382889" y="166805"/>
                </a:moveTo>
                <a:lnTo>
                  <a:pt x="384375" y="166805"/>
                </a:lnTo>
                <a:cubicBezTo>
                  <a:pt x="391334" y="166805"/>
                  <a:pt x="409423" y="166805"/>
                  <a:pt x="420554" y="140114"/>
                </a:cubicBezTo>
                <a:cubicBezTo>
                  <a:pt x="430099" y="117230"/>
                  <a:pt x="478399" y="2128"/>
                  <a:pt x="478399" y="2128"/>
                </a:cubicBezTo>
                <a:lnTo>
                  <a:pt x="449096" y="2128"/>
                </a:lnTo>
                <a:lnTo>
                  <a:pt x="382889" y="166814"/>
                </a:lnTo>
                <a:close/>
                <a:moveTo>
                  <a:pt x="644368" y="197523"/>
                </a:moveTo>
                <a:lnTo>
                  <a:pt x="620714" y="259554"/>
                </a:lnTo>
                <a:lnTo>
                  <a:pt x="628690" y="259554"/>
                </a:lnTo>
                <a:lnTo>
                  <a:pt x="635246" y="242806"/>
                </a:lnTo>
                <a:lnTo>
                  <a:pt x="662266" y="242806"/>
                </a:lnTo>
                <a:lnTo>
                  <a:pt x="668821" y="259554"/>
                </a:lnTo>
                <a:lnTo>
                  <a:pt x="677055" y="259554"/>
                </a:lnTo>
                <a:lnTo>
                  <a:pt x="653491" y="197523"/>
                </a:lnTo>
                <a:lnTo>
                  <a:pt x="644368" y="197523"/>
                </a:lnTo>
                <a:close/>
                <a:moveTo>
                  <a:pt x="637547" y="235808"/>
                </a:moveTo>
                <a:lnTo>
                  <a:pt x="648705" y="205943"/>
                </a:lnTo>
                <a:lnTo>
                  <a:pt x="659955" y="235808"/>
                </a:lnTo>
                <a:lnTo>
                  <a:pt x="637538" y="235808"/>
                </a:lnTo>
                <a:close/>
              </a:path>
            </a:pathLst>
          </a:custGeom>
          <a:solidFill>
            <a:schemeClr val="bg1"/>
          </a:solidFill>
          <a:ln w="1061" cap="flat">
            <a:noFill/>
            <a:prstDash val="solid"/>
            <a:miter/>
          </a:ln>
        </p:spPr>
        <p:txBody>
          <a:bodyPr rtlCol="0" anchor="ctr"/>
          <a:lstStyle/>
          <a:p>
            <a:endParaRPr lang="pt-BR" sz="849">
              <a:solidFill>
                <a:schemeClr val="accent6"/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E66A520-3C99-723C-6FAE-61E67E279300}"/>
              </a:ext>
            </a:extLst>
          </p:cNvPr>
          <p:cNvCxnSpPr>
            <a:cxnSpLocks/>
          </p:cNvCxnSpPr>
          <p:nvPr/>
        </p:nvCxnSpPr>
        <p:spPr>
          <a:xfrm>
            <a:off x="334964" y="6675256"/>
            <a:ext cx="12403137" cy="0"/>
          </a:xfrm>
          <a:prstGeom prst="line">
            <a:avLst/>
          </a:prstGeom>
          <a:ln>
            <a:gradFill>
              <a:gsLst>
                <a:gs pos="58000">
                  <a:schemeClr val="bg2">
                    <a:lumMod val="9000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1373034-B345-F25C-322C-7B02164ACFED}"/>
              </a:ext>
            </a:extLst>
          </p:cNvPr>
          <p:cNvCxnSpPr/>
          <p:nvPr/>
        </p:nvCxnSpPr>
        <p:spPr>
          <a:xfrm>
            <a:off x="334964" y="185353"/>
            <a:ext cx="10415415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4690232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469">
          <p15:clr>
            <a:srgbClr val="FBAE40"/>
          </p15:clr>
        </p15:guide>
        <p15:guide id="2" orient="horz" pos="3974">
          <p15:clr>
            <a:srgbClr val="FBAE40"/>
          </p15:clr>
        </p15:guide>
        <p15:guide id="3" orient="horz" pos="232">
          <p15:clr>
            <a:srgbClr val="FBAE40"/>
          </p15:clr>
        </p15:guide>
        <p15:guide id="4" pos="211">
          <p15:clr>
            <a:srgbClr val="FBAE40"/>
          </p15:clr>
        </p15:guide>
        <p15:guide id="5" orient="horz" pos="4065">
          <p15:clr>
            <a:srgbClr val="FBAE40"/>
          </p15:clr>
        </p15:guide>
        <p15:guide id="6" orient="horz" pos="799">
          <p15:clr>
            <a:srgbClr val="FBAE40"/>
          </p15:clr>
        </p15:guide>
        <p15:guide id="7" orient="horz" pos="935">
          <p15:clr>
            <a:srgbClr val="FBAE40"/>
          </p15:clr>
        </p15:guide>
      </p15:sldGuideLst>
    </p:ext>
  </p:extLst>
</p:sldLayout>
</file>

<file path=ppt/slideLayouts/slideLayout1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Capa 01 - Offwhite">
    <p:bg>
      <p:bgPr>
        <a:gradFill>
          <a:gsLst>
            <a:gs pos="67000">
              <a:schemeClr val="tx1"/>
            </a:gs>
            <a:gs pos="100000">
              <a:schemeClr val="tx1"/>
            </a:gs>
            <a:gs pos="0">
              <a:srgbClr val="161B21"/>
            </a:gs>
          </a:gsLst>
          <a:lin ang="8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Placeholder 3">
            <a:extLst>
              <a:ext uri="{FF2B5EF4-FFF2-40B4-BE49-F238E27FC236}">
                <a16:creationId xmlns:a16="http://schemas.microsoft.com/office/drawing/2014/main" id="{1817CA7E-5179-C9F5-48AF-755DF56F61E9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rcRect l="3124" r="3124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8">
            <a:extLst>
              <a:ext uri="{FF2B5EF4-FFF2-40B4-BE49-F238E27FC236}">
                <a16:creationId xmlns:a16="http://schemas.microsoft.com/office/drawing/2014/main" id="{17364209-1E38-0B40-9231-C88F3267BC2A}"/>
              </a:ext>
            </a:extLst>
          </p:cNvPr>
          <p:cNvPicPr>
            <a:picLocks noChangeAspect="1"/>
          </p:cNvPicPr>
          <p:nvPr/>
        </p:nvPicPr>
        <p:blipFill rotWithShape="1"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-8117" t="-23966" r="-8117" b="-23966"/>
          <a:stretch/>
        </p:blipFill>
        <p:spPr>
          <a:xfrm>
            <a:off x="10822779" y="335606"/>
            <a:ext cx="1080870" cy="468063"/>
          </a:xfrm>
          <a:prstGeom prst="rect">
            <a:avLst/>
          </a:prstGeom>
        </p:spPr>
      </p:pic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AAA4D9F5-240A-9CC5-1EF0-9AAA83CC690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7988" y="1621403"/>
            <a:ext cx="4789394" cy="1046440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>
              <a:buNone/>
              <a:defRPr sz="3400" b="1">
                <a:solidFill>
                  <a:schemeClr val="bg1"/>
                </a:solidFill>
                <a:latin typeface="Versos" panose="020B0503020204030204" pitchFamily="34" charset="0"/>
              </a:defRPr>
            </a:lvl1pPr>
          </a:lstStyle>
          <a:p>
            <a:pPr lvl="0"/>
            <a:r>
              <a:rPr lang="en-US" err="1"/>
              <a:t>Título</a:t>
            </a:r>
            <a:r>
              <a:rPr lang="en-US"/>
              <a:t> Template</a:t>
            </a:r>
          </a:p>
          <a:p>
            <a:pPr lvl="0"/>
            <a:r>
              <a:rPr lang="en-US" err="1"/>
              <a:t>Padrão</a:t>
            </a:r>
            <a:r>
              <a:rPr lang="en-US"/>
              <a:t> </a:t>
            </a:r>
            <a:r>
              <a:rPr lang="en-US" err="1"/>
              <a:t>Exemplo</a:t>
            </a:r>
            <a:endParaRPr lang="en-US"/>
          </a:p>
        </p:txBody>
      </p:sp>
      <p:sp>
        <p:nvSpPr>
          <p:cNvPr id="2" name="Text Placeholder 20">
            <a:extLst>
              <a:ext uri="{FF2B5EF4-FFF2-40B4-BE49-F238E27FC236}">
                <a16:creationId xmlns:a16="http://schemas.microsoft.com/office/drawing/2014/main" id="{595D97E3-B378-E7B0-4A76-391C0989E8B6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07989" y="2775019"/>
            <a:ext cx="2364803" cy="184666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marR="1868" algn="l" defTabSz="914358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bg1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1pPr>
            <a:lvl2pPr marL="0" marR="3081" algn="l" defTabSz="914358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2pPr>
            <a:lvl3pPr marL="0" marR="3081" algn="l" defTabSz="914358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3pPr>
            <a:lvl4pPr marL="0" marR="3081" algn="l" defTabSz="914358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4pPr>
            <a:lvl5pPr marL="0" marR="3081" algn="l" defTabSz="914358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pt-BR" sz="1200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5pPr>
          </a:lstStyle>
          <a:p>
            <a:pPr marR="3081">
              <a:lnSpc>
                <a:spcPct val="100000"/>
              </a:lnSpc>
              <a:spcBef>
                <a:spcPts val="0"/>
              </a:spcBef>
              <a:buClrTx/>
              <a:buFontTx/>
            </a:pPr>
            <a:r>
              <a:rPr lang="pt-BR" sz="120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</a:rPr>
              <a:t>Data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DCB7DBB8-8A97-3EC9-600D-C254A630EAF7}"/>
              </a:ext>
            </a:extLst>
          </p:cNvPr>
          <p:cNvGrpSpPr/>
          <p:nvPr/>
        </p:nvGrpSpPr>
        <p:grpSpPr>
          <a:xfrm flipV="1">
            <a:off x="-7870579" y="-1587993"/>
            <a:ext cx="20282791" cy="6312392"/>
            <a:chOff x="-62630" y="3261055"/>
            <a:chExt cx="12291315" cy="3825292"/>
          </a:xfrm>
        </p:grpSpPr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7B8EA919-4550-54B4-377C-54BCF1E02D3F}"/>
                </a:ext>
              </a:extLst>
            </p:cNvPr>
            <p:cNvSpPr/>
            <p:nvPr/>
          </p:nvSpPr>
          <p:spPr>
            <a:xfrm flipV="1">
              <a:off x="-62630" y="5210522"/>
              <a:ext cx="12254630" cy="200722"/>
            </a:xfrm>
            <a:custGeom>
              <a:avLst/>
              <a:gdLst>
                <a:gd name="connsiteX0" fmla="*/ 0 w 12225403"/>
                <a:gd name="connsiteY0" fmla="*/ 0 h 0"/>
                <a:gd name="connsiteX1" fmla="*/ 12225403 w 12225403"/>
                <a:gd name="connsiteY1" fmla="*/ 0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225403">
                  <a:moveTo>
                    <a:pt x="0" y="0"/>
                  </a:moveTo>
                  <a:lnTo>
                    <a:pt x="12225403" y="0"/>
                  </a:lnTo>
                </a:path>
              </a:pathLst>
            </a:custGeom>
            <a:noFill/>
            <a:ln w="9525">
              <a:gradFill>
                <a:gsLst>
                  <a:gs pos="100000">
                    <a:schemeClr val="accent5">
                      <a:lumMod val="75000"/>
                    </a:schemeClr>
                  </a:gs>
                  <a:gs pos="27000">
                    <a:schemeClr val="bg1">
                      <a:alpha val="0"/>
                    </a:schemeClr>
                  </a:gs>
                </a:gsLst>
                <a:lin ang="2700000" scaled="0"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849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8E41EE52-58E2-CB6C-117D-1BB71B64ACA9}"/>
                </a:ext>
              </a:extLst>
            </p:cNvPr>
            <p:cNvSpPr/>
            <p:nvPr/>
          </p:nvSpPr>
          <p:spPr>
            <a:xfrm>
              <a:off x="7240261" y="3261055"/>
              <a:ext cx="4988424" cy="3825292"/>
            </a:xfrm>
            <a:custGeom>
              <a:avLst/>
              <a:gdLst>
                <a:gd name="connsiteX0" fmla="*/ 0 w 5087815"/>
                <a:gd name="connsiteY0" fmla="*/ 3845169 h 3845169"/>
                <a:gd name="connsiteX1" fmla="*/ 5087815 w 5087815"/>
                <a:gd name="connsiteY1" fmla="*/ 0 h 3845169"/>
                <a:gd name="connsiteX0" fmla="*/ 0 w 5048059"/>
                <a:gd name="connsiteY0" fmla="*/ 3954500 h 3954500"/>
                <a:gd name="connsiteX1" fmla="*/ 5048059 w 5048059"/>
                <a:gd name="connsiteY1" fmla="*/ 0 h 3954500"/>
                <a:gd name="connsiteX0" fmla="*/ 0 w 5048059"/>
                <a:gd name="connsiteY0" fmla="*/ 3954500 h 3954500"/>
                <a:gd name="connsiteX1" fmla="*/ 5048059 w 5048059"/>
                <a:gd name="connsiteY1" fmla="*/ 0 h 3954500"/>
                <a:gd name="connsiteX0" fmla="*/ 0 w 4988424"/>
                <a:gd name="connsiteY0" fmla="*/ 3835231 h 3835231"/>
                <a:gd name="connsiteX1" fmla="*/ 4988424 w 4988424"/>
                <a:gd name="connsiteY1" fmla="*/ 0 h 3835231"/>
                <a:gd name="connsiteX0" fmla="*/ 0 w 4988424"/>
                <a:gd name="connsiteY0" fmla="*/ 3835231 h 3835231"/>
                <a:gd name="connsiteX1" fmla="*/ 4988424 w 4988424"/>
                <a:gd name="connsiteY1" fmla="*/ 0 h 3835231"/>
                <a:gd name="connsiteX0" fmla="*/ 0 w 4988424"/>
                <a:gd name="connsiteY0" fmla="*/ 3835231 h 3835231"/>
                <a:gd name="connsiteX1" fmla="*/ 4988424 w 4988424"/>
                <a:gd name="connsiteY1" fmla="*/ 0 h 3835231"/>
                <a:gd name="connsiteX0" fmla="*/ 0 w 4988424"/>
                <a:gd name="connsiteY0" fmla="*/ 3825292 h 3825292"/>
                <a:gd name="connsiteX1" fmla="*/ 4988424 w 4988424"/>
                <a:gd name="connsiteY1" fmla="*/ 0 h 3825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4988424" h="3825292">
                  <a:moveTo>
                    <a:pt x="0" y="3825292"/>
                  </a:moveTo>
                  <a:cubicBezTo>
                    <a:pt x="1384087" y="1839675"/>
                    <a:pt x="2310976" y="251621"/>
                    <a:pt x="4988424" y="0"/>
                  </a:cubicBezTo>
                </a:path>
              </a:pathLst>
            </a:custGeom>
            <a:noFill/>
            <a:ln w="9525">
              <a:gradFill>
                <a:gsLst>
                  <a:gs pos="14000">
                    <a:schemeClr val="accent5">
                      <a:lumMod val="75000"/>
                    </a:schemeClr>
                  </a:gs>
                  <a:gs pos="100000">
                    <a:schemeClr val="bg1">
                      <a:alpha val="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849"/>
            </a:p>
          </p:txBody>
        </p:sp>
      </p:grpSp>
    </p:spTree>
    <p:extLst>
      <p:ext uri="{BB962C8B-B14F-4D97-AF65-F5344CB8AC3E}">
        <p14:creationId xmlns:p14="http://schemas.microsoft.com/office/powerpoint/2010/main" val="16383766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7">
          <p15:clr>
            <a:srgbClr val="FBAE40"/>
          </p15:clr>
        </p15:guide>
        <p15:guide id="2" pos="7446">
          <p15:clr>
            <a:srgbClr val="FBAE40"/>
          </p15:clr>
        </p15:guide>
        <p15:guide id="3" orient="horz" pos="4088">
          <p15:clr>
            <a:srgbClr val="FBAE40"/>
          </p15:clr>
        </p15:guide>
        <p15:guide id="4" orient="horz" pos="3725">
          <p15:clr>
            <a:srgbClr val="FBAE40"/>
          </p15:clr>
        </p15:guide>
        <p15:guide id="5" orient="horz" pos="255">
          <p15:clr>
            <a:srgbClr val="FBAE40"/>
          </p15:clr>
        </p15:guide>
      </p15:sldGuideLst>
    </p:ext>
  </p:extLst>
</p:sldLayout>
</file>

<file path=ppt/slideLayouts/slideLayout1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Capa 01 - Offwhite">
    <p:bg>
      <p:bgPr>
        <a:gradFill>
          <a:gsLst>
            <a:gs pos="67000">
              <a:schemeClr val="tx1"/>
            </a:gs>
            <a:gs pos="100000">
              <a:schemeClr val="tx1"/>
            </a:gs>
            <a:gs pos="0">
              <a:srgbClr val="161B21"/>
            </a:gs>
          </a:gsLst>
          <a:lin ang="8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8">
            <a:extLst>
              <a:ext uri="{FF2B5EF4-FFF2-40B4-BE49-F238E27FC236}">
                <a16:creationId xmlns:a16="http://schemas.microsoft.com/office/drawing/2014/main" id="{17364209-1E38-0B40-9231-C88F3267BC2A}"/>
              </a:ext>
            </a:extLst>
          </p:cNvPr>
          <p:cNvPicPr>
            <a:picLocks noChangeAspect="1"/>
          </p:cNvPicPr>
          <p:nvPr/>
        </p:nvPicPr>
        <p:blipFill rotWithShape="1"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-8117" t="-23966" r="-8117" b="-23966"/>
          <a:stretch/>
        </p:blipFill>
        <p:spPr>
          <a:xfrm>
            <a:off x="10822779" y="952391"/>
            <a:ext cx="1080870" cy="468063"/>
          </a:xfrm>
          <a:prstGeom prst="rect">
            <a:avLst/>
          </a:prstGeom>
        </p:spPr>
      </p:pic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AAA4D9F5-240A-9CC5-1EF0-9AAA83CC690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7988" y="2460687"/>
            <a:ext cx="4789394" cy="1046440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>
              <a:buNone/>
              <a:defRPr sz="3400" b="1">
                <a:solidFill>
                  <a:schemeClr val="bg1"/>
                </a:solidFill>
                <a:latin typeface="Versos" panose="020B0503020204030204" pitchFamily="34" charset="0"/>
              </a:defRPr>
            </a:lvl1pPr>
          </a:lstStyle>
          <a:p>
            <a:pPr lvl="0"/>
            <a:r>
              <a:rPr lang="en-US" err="1"/>
              <a:t>Título</a:t>
            </a:r>
            <a:r>
              <a:rPr lang="en-US"/>
              <a:t> Template</a:t>
            </a:r>
          </a:p>
          <a:p>
            <a:pPr lvl="0"/>
            <a:r>
              <a:rPr lang="en-US" err="1"/>
              <a:t>Padrão</a:t>
            </a:r>
            <a:r>
              <a:rPr lang="en-US"/>
              <a:t> </a:t>
            </a:r>
            <a:r>
              <a:rPr lang="en-US" err="1"/>
              <a:t>Exemplo</a:t>
            </a:r>
            <a:endParaRPr lang="en-US"/>
          </a:p>
        </p:txBody>
      </p:sp>
      <p:grpSp>
        <p:nvGrpSpPr>
          <p:cNvPr id="4" name="object 23">
            <a:extLst>
              <a:ext uri="{FF2B5EF4-FFF2-40B4-BE49-F238E27FC236}">
                <a16:creationId xmlns:a16="http://schemas.microsoft.com/office/drawing/2014/main" id="{50D4309B-76E2-19A1-86E6-630C64E10DC1}"/>
              </a:ext>
            </a:extLst>
          </p:cNvPr>
          <p:cNvGrpSpPr/>
          <p:nvPr/>
        </p:nvGrpSpPr>
        <p:grpSpPr>
          <a:xfrm>
            <a:off x="-546445" y="2983906"/>
            <a:ext cx="12786104" cy="4703568"/>
            <a:chOff x="13449" y="560788"/>
            <a:chExt cx="7539039" cy="2773353"/>
          </a:xfrm>
        </p:grpSpPr>
        <p:sp>
          <p:nvSpPr>
            <p:cNvPr id="5" name="object 24">
              <a:extLst>
                <a:ext uri="{FF2B5EF4-FFF2-40B4-BE49-F238E27FC236}">
                  <a16:creationId xmlns:a16="http://schemas.microsoft.com/office/drawing/2014/main" id="{DE727D37-CBBB-D040-AA60-F758EAC5436B}"/>
                </a:ext>
              </a:extLst>
            </p:cNvPr>
            <p:cNvSpPr/>
            <p:nvPr/>
          </p:nvSpPr>
          <p:spPr>
            <a:xfrm>
              <a:off x="13449" y="560788"/>
              <a:ext cx="6531609" cy="1584960"/>
            </a:xfrm>
            <a:custGeom>
              <a:avLst/>
              <a:gdLst/>
              <a:ahLst/>
              <a:cxnLst/>
              <a:rect l="l" t="t" r="r" b="b"/>
              <a:pathLst>
                <a:path w="6531609" h="1584960">
                  <a:moveTo>
                    <a:pt x="405650" y="0"/>
                  </a:moveTo>
                  <a:lnTo>
                    <a:pt x="0" y="0"/>
                  </a:lnTo>
                </a:path>
                <a:path w="6531609" h="1584960">
                  <a:moveTo>
                    <a:pt x="0" y="1584629"/>
                  </a:moveTo>
                  <a:lnTo>
                    <a:pt x="6531127" y="1584629"/>
                  </a:lnTo>
                  <a:lnTo>
                    <a:pt x="6382397" y="1391958"/>
                  </a:lnTo>
                  <a:lnTo>
                    <a:pt x="6351092" y="1352015"/>
                  </a:lnTo>
                  <a:lnTo>
                    <a:pt x="6319315" y="1312579"/>
                  </a:lnTo>
                  <a:lnTo>
                    <a:pt x="6287071" y="1273655"/>
                  </a:lnTo>
                  <a:lnTo>
                    <a:pt x="6254367" y="1235245"/>
                  </a:lnTo>
                  <a:lnTo>
                    <a:pt x="6221207" y="1197353"/>
                  </a:lnTo>
                  <a:lnTo>
                    <a:pt x="6187597" y="1159983"/>
                  </a:lnTo>
                  <a:lnTo>
                    <a:pt x="6153543" y="1123138"/>
                  </a:lnTo>
                  <a:lnTo>
                    <a:pt x="6119049" y="1086822"/>
                  </a:lnTo>
                  <a:lnTo>
                    <a:pt x="6084122" y="1051038"/>
                  </a:lnTo>
                  <a:lnTo>
                    <a:pt x="6048766" y="1015790"/>
                  </a:lnTo>
                  <a:lnTo>
                    <a:pt x="6012987" y="981081"/>
                  </a:lnTo>
                  <a:lnTo>
                    <a:pt x="5976790" y="946915"/>
                  </a:lnTo>
                  <a:lnTo>
                    <a:pt x="5940181" y="913295"/>
                  </a:lnTo>
                  <a:lnTo>
                    <a:pt x="5903165" y="880225"/>
                  </a:lnTo>
                  <a:lnTo>
                    <a:pt x="5865748" y="847708"/>
                  </a:lnTo>
                  <a:lnTo>
                    <a:pt x="5827935" y="815749"/>
                  </a:lnTo>
                  <a:lnTo>
                    <a:pt x="5789731" y="784350"/>
                  </a:lnTo>
                  <a:lnTo>
                    <a:pt x="5751142" y="753515"/>
                  </a:lnTo>
                  <a:lnTo>
                    <a:pt x="5712173" y="723247"/>
                  </a:lnTo>
                  <a:lnTo>
                    <a:pt x="5672829" y="693551"/>
                  </a:lnTo>
                  <a:lnTo>
                    <a:pt x="5633117" y="664429"/>
                  </a:lnTo>
                  <a:lnTo>
                    <a:pt x="5593041" y="635885"/>
                  </a:lnTo>
                  <a:lnTo>
                    <a:pt x="5552607" y="607923"/>
                  </a:lnTo>
                  <a:lnTo>
                    <a:pt x="5511820" y="580546"/>
                  </a:lnTo>
                  <a:lnTo>
                    <a:pt x="5470685" y="553758"/>
                  </a:lnTo>
                  <a:lnTo>
                    <a:pt x="5429209" y="527562"/>
                  </a:lnTo>
                  <a:lnTo>
                    <a:pt x="5387396" y="501962"/>
                  </a:lnTo>
                  <a:lnTo>
                    <a:pt x="5345252" y="476961"/>
                  </a:lnTo>
                  <a:lnTo>
                    <a:pt x="5302782" y="452563"/>
                  </a:lnTo>
                  <a:lnTo>
                    <a:pt x="5259991" y="428771"/>
                  </a:lnTo>
                  <a:lnTo>
                    <a:pt x="5216886" y="405589"/>
                  </a:lnTo>
                  <a:lnTo>
                    <a:pt x="5173471" y="383021"/>
                  </a:lnTo>
                  <a:lnTo>
                    <a:pt x="5129752" y="361070"/>
                  </a:lnTo>
                  <a:lnTo>
                    <a:pt x="5085734" y="339739"/>
                  </a:lnTo>
                  <a:lnTo>
                    <a:pt x="5041423" y="319032"/>
                  </a:lnTo>
                  <a:lnTo>
                    <a:pt x="4996823" y="298953"/>
                  </a:lnTo>
                  <a:lnTo>
                    <a:pt x="4951941" y="279505"/>
                  </a:lnTo>
                  <a:lnTo>
                    <a:pt x="4906782" y="260691"/>
                  </a:lnTo>
                  <a:lnTo>
                    <a:pt x="4861352" y="242516"/>
                  </a:lnTo>
                  <a:lnTo>
                    <a:pt x="4815654" y="224982"/>
                  </a:lnTo>
                  <a:lnTo>
                    <a:pt x="4769696" y="208094"/>
                  </a:lnTo>
                  <a:lnTo>
                    <a:pt x="4723483" y="191854"/>
                  </a:lnTo>
                  <a:lnTo>
                    <a:pt x="4677019" y="176267"/>
                  </a:lnTo>
                  <a:lnTo>
                    <a:pt x="4630310" y="161335"/>
                  </a:lnTo>
                  <a:lnTo>
                    <a:pt x="4583362" y="147063"/>
                  </a:lnTo>
                  <a:lnTo>
                    <a:pt x="4536181" y="133453"/>
                  </a:lnTo>
                  <a:lnTo>
                    <a:pt x="4488770" y="120510"/>
                  </a:lnTo>
                  <a:lnTo>
                    <a:pt x="4441137" y="108237"/>
                  </a:lnTo>
                  <a:lnTo>
                    <a:pt x="4393285" y="96638"/>
                  </a:lnTo>
                  <a:lnTo>
                    <a:pt x="4345222" y="85715"/>
                  </a:lnTo>
                  <a:lnTo>
                    <a:pt x="4296951" y="75473"/>
                  </a:lnTo>
                  <a:lnTo>
                    <a:pt x="4248479" y="65915"/>
                  </a:lnTo>
                  <a:lnTo>
                    <a:pt x="4199811" y="57045"/>
                  </a:lnTo>
                  <a:lnTo>
                    <a:pt x="4150952" y="48865"/>
                  </a:lnTo>
                  <a:lnTo>
                    <a:pt x="4101908" y="41381"/>
                  </a:lnTo>
                  <a:lnTo>
                    <a:pt x="4052684" y="34594"/>
                  </a:lnTo>
                </a:path>
              </a:pathLst>
            </a:custGeom>
            <a:ln w="9525">
              <a:solidFill>
                <a:srgbClr val="C4E1CD"/>
              </a:solidFill>
            </a:ln>
          </p:spPr>
          <p:txBody>
            <a:bodyPr wrap="square" lIns="0" tIns="0" rIns="0" bIns="0" rtlCol="0"/>
            <a:lstStyle/>
            <a:p>
              <a:endParaRPr sz="849"/>
            </a:p>
          </p:txBody>
        </p:sp>
        <p:sp>
          <p:nvSpPr>
            <p:cNvPr id="6" name="object 25">
              <a:extLst>
                <a:ext uri="{FF2B5EF4-FFF2-40B4-BE49-F238E27FC236}">
                  <a16:creationId xmlns:a16="http://schemas.microsoft.com/office/drawing/2014/main" id="{8207C49E-615D-5482-45CB-4F23C1E9C0C1}"/>
                </a:ext>
              </a:extLst>
            </p:cNvPr>
            <p:cNvSpPr/>
            <p:nvPr/>
          </p:nvSpPr>
          <p:spPr>
            <a:xfrm>
              <a:off x="5882932" y="2145421"/>
              <a:ext cx="1323340" cy="1188720"/>
            </a:xfrm>
            <a:custGeom>
              <a:avLst/>
              <a:gdLst/>
              <a:ahLst/>
              <a:cxnLst/>
              <a:rect l="l" t="t" r="r" b="b"/>
              <a:pathLst>
                <a:path w="1323340" h="1188720">
                  <a:moveTo>
                    <a:pt x="1323243" y="1188341"/>
                  </a:moveTo>
                  <a:lnTo>
                    <a:pt x="1302947" y="1128198"/>
                  </a:lnTo>
                  <a:lnTo>
                    <a:pt x="1286304" y="1081545"/>
                  </a:lnTo>
                  <a:lnTo>
                    <a:pt x="1269001" y="1035125"/>
                  </a:lnTo>
                  <a:lnTo>
                    <a:pt x="1251041" y="988943"/>
                  </a:lnTo>
                  <a:lnTo>
                    <a:pt x="1232425" y="943003"/>
                  </a:lnTo>
                  <a:lnTo>
                    <a:pt x="1213154" y="897309"/>
                  </a:lnTo>
                  <a:lnTo>
                    <a:pt x="1193230" y="851867"/>
                  </a:lnTo>
                  <a:lnTo>
                    <a:pt x="1172655" y="806682"/>
                  </a:lnTo>
                  <a:lnTo>
                    <a:pt x="1151430" y="761757"/>
                  </a:lnTo>
                  <a:lnTo>
                    <a:pt x="1129556" y="717098"/>
                  </a:lnTo>
                  <a:lnTo>
                    <a:pt x="1107036" y="672709"/>
                  </a:lnTo>
                  <a:lnTo>
                    <a:pt x="1083871" y="628596"/>
                  </a:lnTo>
                  <a:lnTo>
                    <a:pt x="1060063" y="584762"/>
                  </a:lnTo>
                  <a:lnTo>
                    <a:pt x="1035612" y="541213"/>
                  </a:lnTo>
                  <a:lnTo>
                    <a:pt x="1010521" y="497952"/>
                  </a:lnTo>
                  <a:lnTo>
                    <a:pt x="984792" y="454986"/>
                  </a:lnTo>
                  <a:lnTo>
                    <a:pt x="958425" y="412319"/>
                  </a:lnTo>
                  <a:lnTo>
                    <a:pt x="931422" y="369954"/>
                  </a:lnTo>
                  <a:lnTo>
                    <a:pt x="903785" y="327898"/>
                  </a:lnTo>
                  <a:lnTo>
                    <a:pt x="875516" y="286155"/>
                  </a:lnTo>
                  <a:lnTo>
                    <a:pt x="846616" y="244729"/>
                  </a:lnTo>
                  <a:lnTo>
                    <a:pt x="817086" y="203625"/>
                  </a:lnTo>
                  <a:lnTo>
                    <a:pt x="786929" y="162848"/>
                  </a:lnTo>
                  <a:lnTo>
                    <a:pt x="756146" y="122402"/>
                  </a:lnTo>
                  <a:lnTo>
                    <a:pt x="661645" y="0"/>
                  </a:lnTo>
                  <a:lnTo>
                    <a:pt x="566966" y="122402"/>
                  </a:lnTo>
                  <a:lnTo>
                    <a:pt x="536204" y="162848"/>
                  </a:lnTo>
                  <a:lnTo>
                    <a:pt x="506066" y="203625"/>
                  </a:lnTo>
                  <a:lnTo>
                    <a:pt x="476554" y="244729"/>
                  </a:lnTo>
                  <a:lnTo>
                    <a:pt x="447670" y="286155"/>
                  </a:lnTo>
                  <a:lnTo>
                    <a:pt x="419415" y="327898"/>
                  </a:lnTo>
                  <a:lnTo>
                    <a:pt x="391791" y="369954"/>
                  </a:lnTo>
                  <a:lnTo>
                    <a:pt x="364799" y="412319"/>
                  </a:lnTo>
                  <a:lnTo>
                    <a:pt x="338442" y="454986"/>
                  </a:lnTo>
                  <a:lnTo>
                    <a:pt x="312721" y="497952"/>
                  </a:lnTo>
                  <a:lnTo>
                    <a:pt x="287637" y="541213"/>
                  </a:lnTo>
                  <a:lnTo>
                    <a:pt x="263192" y="584762"/>
                  </a:lnTo>
                  <a:lnTo>
                    <a:pt x="239388" y="628596"/>
                  </a:lnTo>
                  <a:lnTo>
                    <a:pt x="216227" y="672709"/>
                  </a:lnTo>
                  <a:lnTo>
                    <a:pt x="193709" y="717098"/>
                  </a:lnTo>
                  <a:lnTo>
                    <a:pt x="171837" y="761757"/>
                  </a:lnTo>
                  <a:lnTo>
                    <a:pt x="150613" y="806682"/>
                  </a:lnTo>
                  <a:lnTo>
                    <a:pt x="130037" y="851867"/>
                  </a:lnTo>
                  <a:lnTo>
                    <a:pt x="110112" y="897309"/>
                  </a:lnTo>
                  <a:lnTo>
                    <a:pt x="90839" y="943003"/>
                  </a:lnTo>
                  <a:lnTo>
                    <a:pt x="72220" y="988943"/>
                  </a:lnTo>
                  <a:lnTo>
                    <a:pt x="54257" y="1035125"/>
                  </a:lnTo>
                  <a:lnTo>
                    <a:pt x="36950" y="1081545"/>
                  </a:lnTo>
                  <a:lnTo>
                    <a:pt x="20302" y="1128198"/>
                  </a:lnTo>
                  <a:lnTo>
                    <a:pt x="4315" y="1175079"/>
                  </a:lnTo>
                  <a:lnTo>
                    <a:pt x="0" y="1188341"/>
                  </a:lnTo>
                </a:path>
              </a:pathLst>
            </a:custGeom>
            <a:ln w="9525">
              <a:solidFill>
                <a:srgbClr val="C4E1CD"/>
              </a:solidFill>
            </a:ln>
          </p:spPr>
          <p:txBody>
            <a:bodyPr wrap="square" lIns="0" tIns="0" rIns="0" bIns="0" rtlCol="0"/>
            <a:lstStyle/>
            <a:p>
              <a:endParaRPr sz="849"/>
            </a:p>
          </p:txBody>
        </p:sp>
        <p:sp>
          <p:nvSpPr>
            <p:cNvPr id="7" name="object 26">
              <a:extLst>
                <a:ext uri="{FF2B5EF4-FFF2-40B4-BE49-F238E27FC236}">
                  <a16:creationId xmlns:a16="http://schemas.microsoft.com/office/drawing/2014/main" id="{72246793-C8CC-C392-6977-F37744ACA046}"/>
                </a:ext>
              </a:extLst>
            </p:cNvPr>
            <p:cNvSpPr/>
            <p:nvPr/>
          </p:nvSpPr>
          <p:spPr>
            <a:xfrm>
              <a:off x="6544744" y="1151738"/>
              <a:ext cx="1007744" cy="993775"/>
            </a:xfrm>
            <a:custGeom>
              <a:avLst/>
              <a:gdLst/>
              <a:ahLst/>
              <a:cxnLst/>
              <a:rect l="l" t="t" r="r" b="b"/>
              <a:pathLst>
                <a:path w="1007745" h="993775">
                  <a:moveTo>
                    <a:pt x="1007475" y="0"/>
                  </a:moveTo>
                  <a:lnTo>
                    <a:pt x="964928" y="28652"/>
                  </a:lnTo>
                  <a:lnTo>
                    <a:pt x="925183" y="56259"/>
                  </a:lnTo>
                  <a:lnTo>
                    <a:pt x="885787" y="84427"/>
                  </a:lnTo>
                  <a:lnTo>
                    <a:pt x="846746" y="113153"/>
                  </a:lnTo>
                  <a:lnTo>
                    <a:pt x="808065" y="142436"/>
                  </a:lnTo>
                  <a:lnTo>
                    <a:pt x="769750" y="172273"/>
                  </a:lnTo>
                  <a:lnTo>
                    <a:pt x="731805" y="202660"/>
                  </a:lnTo>
                  <a:lnTo>
                    <a:pt x="694235" y="233595"/>
                  </a:lnTo>
                  <a:lnTo>
                    <a:pt x="657047" y="265076"/>
                  </a:lnTo>
                  <a:lnTo>
                    <a:pt x="620246" y="297101"/>
                  </a:lnTo>
                  <a:lnTo>
                    <a:pt x="583836" y="329665"/>
                  </a:lnTo>
                  <a:lnTo>
                    <a:pt x="547822" y="362768"/>
                  </a:lnTo>
                  <a:lnTo>
                    <a:pt x="512212" y="396406"/>
                  </a:lnTo>
                  <a:lnTo>
                    <a:pt x="477008" y="430576"/>
                  </a:lnTo>
                  <a:lnTo>
                    <a:pt x="442218" y="465277"/>
                  </a:lnTo>
                  <a:lnTo>
                    <a:pt x="407846" y="500505"/>
                  </a:lnTo>
                  <a:lnTo>
                    <a:pt x="373897" y="536258"/>
                  </a:lnTo>
                  <a:lnTo>
                    <a:pt x="340376" y="572533"/>
                  </a:lnTo>
                  <a:lnTo>
                    <a:pt x="307290" y="609328"/>
                  </a:lnTo>
                  <a:lnTo>
                    <a:pt x="274643" y="646640"/>
                  </a:lnTo>
                  <a:lnTo>
                    <a:pt x="242440" y="684467"/>
                  </a:lnTo>
                  <a:lnTo>
                    <a:pt x="210687" y="722805"/>
                  </a:lnTo>
                  <a:lnTo>
                    <a:pt x="179389" y="761653"/>
                  </a:lnTo>
                  <a:lnTo>
                    <a:pt x="148551" y="801007"/>
                  </a:lnTo>
                  <a:lnTo>
                    <a:pt x="0" y="993679"/>
                  </a:lnTo>
                  <a:lnTo>
                    <a:pt x="1007475" y="993679"/>
                  </a:lnTo>
                </a:path>
              </a:pathLst>
            </a:custGeom>
            <a:ln w="9525">
              <a:solidFill>
                <a:srgbClr val="C4E1CD"/>
              </a:solidFill>
            </a:ln>
          </p:spPr>
          <p:txBody>
            <a:bodyPr wrap="square" lIns="0" tIns="0" rIns="0" bIns="0" rtlCol="0"/>
            <a:lstStyle/>
            <a:p>
              <a:endParaRPr sz="849"/>
            </a:p>
          </p:txBody>
        </p:sp>
      </p:grpSp>
      <p:sp>
        <p:nvSpPr>
          <p:cNvPr id="8" name="Rectangle: Single Corner Rounded 7">
            <a:extLst>
              <a:ext uri="{FF2B5EF4-FFF2-40B4-BE49-F238E27FC236}">
                <a16:creationId xmlns:a16="http://schemas.microsoft.com/office/drawing/2014/main" id="{C8E93529-2614-7E2E-2EE2-98EFA88E353C}"/>
              </a:ext>
            </a:extLst>
          </p:cNvPr>
          <p:cNvSpPr/>
          <p:nvPr/>
        </p:nvSpPr>
        <p:spPr>
          <a:xfrm flipH="1" flipV="1">
            <a:off x="407988" y="0"/>
            <a:ext cx="11784012" cy="295836"/>
          </a:xfrm>
          <a:prstGeom prst="round1Rect">
            <a:avLst>
              <a:gd name="adj" fmla="val 50000"/>
            </a:avLst>
          </a:prstGeom>
          <a:solidFill>
            <a:srgbClr val="64798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849"/>
          </a:p>
        </p:txBody>
      </p:sp>
    </p:spTree>
    <p:extLst>
      <p:ext uri="{BB962C8B-B14F-4D97-AF65-F5344CB8AC3E}">
        <p14:creationId xmlns:p14="http://schemas.microsoft.com/office/powerpoint/2010/main" val="41470110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7">
          <p15:clr>
            <a:srgbClr val="FBAE40"/>
          </p15:clr>
        </p15:guide>
        <p15:guide id="2" pos="7446">
          <p15:clr>
            <a:srgbClr val="FBAE40"/>
          </p15:clr>
        </p15:guide>
        <p15:guide id="3" orient="horz" pos="4088">
          <p15:clr>
            <a:srgbClr val="FBAE40"/>
          </p15:clr>
        </p15:guide>
        <p15:guide id="4" orient="horz" pos="3725">
          <p15:clr>
            <a:srgbClr val="FBAE40"/>
          </p15:clr>
        </p15:guide>
        <p15:guide id="5" orient="horz" pos="255">
          <p15:clr>
            <a:srgbClr val="FBAE40"/>
          </p15:clr>
        </p15:guide>
      </p15:sldGuideLst>
    </p:ext>
  </p:extLst>
</p:sldLayout>
</file>

<file path=ppt/slideLayouts/slideLayout18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Divisória - Escuro">
    <p:bg>
      <p:bgPr>
        <a:gradFill>
          <a:gsLst>
            <a:gs pos="0">
              <a:schemeClr val="tx1">
                <a:lumMod val="95000"/>
                <a:lumOff val="5000"/>
              </a:schemeClr>
            </a:gs>
            <a:gs pos="100000">
              <a:schemeClr val="tx1">
                <a:lumMod val="85000"/>
                <a:lumOff val="15000"/>
              </a:schemeClr>
            </a:gs>
            <a:gs pos="49000">
              <a:schemeClr val="tx1">
                <a:lumMod val="95000"/>
                <a:lumOff val="5000"/>
              </a:schemeClr>
            </a:gs>
          </a:gsLst>
          <a:lin ang="4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F53E2E6E-222A-F591-1663-CA402B732DC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7988" y="2938015"/>
            <a:ext cx="4167530" cy="2783977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>
              <a:buNone/>
              <a:defRPr sz="3400">
                <a:solidFill>
                  <a:schemeClr val="bg1"/>
                </a:solidFill>
                <a:latin typeface="Versos Light" panose="020B0403020204030204" pitchFamily="34" charset="0"/>
              </a:defRPr>
            </a:lvl1pPr>
          </a:lstStyle>
          <a:p>
            <a:pPr lvl="0"/>
            <a:r>
              <a:rPr lang="en-US" err="1"/>
              <a:t>Anexos</a:t>
            </a:r>
            <a:endParaRPr lang="en-US"/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96110406-75EA-FDCF-8EC5-7273399369D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07988" y="5722315"/>
            <a:ext cx="4167530" cy="997297"/>
          </a:xfrm>
          <a:prstGeom prst="rect">
            <a:avLst/>
          </a:prstGeom>
        </p:spPr>
        <p:txBody>
          <a:bodyPr lIns="0" tIns="0" rIns="0" bIns="0"/>
          <a:lstStyle>
            <a:lvl1pPr>
              <a:defRPr lang="en-US" sz="2000" b="1" i="0" u="none" strike="noStrike" kern="1200" cap="none" dirty="0" smtClean="0">
                <a:solidFill>
                  <a:schemeClr val="bg1"/>
                </a:solidFill>
                <a:latin typeface="Versos"/>
                <a:ea typeface="+mj-ea"/>
                <a:cs typeface="+mj-cs"/>
                <a:sym typeface="Arial"/>
              </a:defRPr>
            </a:lvl1pPr>
            <a:lvl2pPr>
              <a:defRPr lang="en-US" sz="2000" b="1" i="0" u="none" strike="noStrike" kern="1200" cap="none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Versos"/>
                <a:ea typeface="+mj-ea"/>
                <a:cs typeface="+mj-cs"/>
                <a:sym typeface="Arial"/>
              </a:defRPr>
            </a:lvl2pPr>
            <a:lvl3pPr>
              <a:defRPr lang="en-US" sz="2000" b="1" i="0" u="none" strike="noStrike" kern="1200" cap="none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Versos"/>
                <a:ea typeface="+mj-ea"/>
                <a:cs typeface="+mj-cs"/>
                <a:sym typeface="Arial"/>
              </a:defRPr>
            </a:lvl3pPr>
            <a:lvl4pPr>
              <a:defRPr lang="en-US" sz="2000" b="1" i="0" u="none" strike="noStrike" kern="1200" cap="none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Versos"/>
                <a:ea typeface="+mj-ea"/>
                <a:cs typeface="+mj-cs"/>
                <a:sym typeface="Arial"/>
              </a:defRPr>
            </a:lvl4pPr>
            <a:lvl5pPr>
              <a:defRPr lang="pt-BR" sz="2000" b="1" i="0" u="none" strike="noStrike" kern="1200" cap="none" dirty="0">
                <a:solidFill>
                  <a:schemeClr val="tx1">
                    <a:lumMod val="85000"/>
                    <a:lumOff val="15000"/>
                  </a:schemeClr>
                </a:solidFill>
                <a:latin typeface="Versos"/>
                <a:ea typeface="+mj-ea"/>
                <a:cs typeface="+mj-cs"/>
                <a:sym typeface="Arial"/>
              </a:defRPr>
            </a:lvl5pPr>
          </a:lstStyle>
          <a:p>
            <a:pPr lvl="0"/>
            <a:r>
              <a:rPr lang="pt-BR" sz="2000" b="1">
                <a:solidFill>
                  <a:schemeClr val="tx1">
                    <a:lumMod val="85000"/>
                    <a:lumOff val="15000"/>
                  </a:schemeClr>
                </a:solidFill>
                <a:latin typeface="Versos"/>
              </a:rPr>
              <a:t>FIC FIM EXEMPLO</a:t>
            </a:r>
            <a:endParaRPr lang="pt-BR"/>
          </a:p>
        </p:txBody>
      </p:sp>
      <p:sp>
        <p:nvSpPr>
          <p:cNvPr id="22" name="Text Placeholder 20">
            <a:extLst>
              <a:ext uri="{FF2B5EF4-FFF2-40B4-BE49-F238E27FC236}">
                <a16:creationId xmlns:a16="http://schemas.microsoft.com/office/drawing/2014/main" id="{D681B05B-2386-9C81-6A6D-BFFEF6DED57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096001" y="5804626"/>
            <a:ext cx="1449387" cy="184666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marR="1868" algn="l" defTabSz="914358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bg1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1pPr>
            <a:lvl2pPr marL="0" marR="3081" algn="l" defTabSz="914358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2pPr>
            <a:lvl3pPr marL="0" marR="3081" algn="l" defTabSz="914358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3pPr>
            <a:lvl4pPr marL="0" marR="3081" algn="l" defTabSz="914358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4pPr>
            <a:lvl5pPr marL="0" marR="3081" algn="l" defTabSz="914358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pt-BR" sz="1200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5pPr>
          </a:lstStyle>
          <a:p>
            <a:pPr marR="3081">
              <a:lnSpc>
                <a:spcPct val="100000"/>
              </a:lnSpc>
              <a:spcBef>
                <a:spcPts val="0"/>
              </a:spcBef>
              <a:buClrTx/>
              <a:buFontTx/>
            </a:pPr>
            <a:r>
              <a:rPr lang="pt-BR" sz="120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</a:rPr>
              <a:t>email@tivio.com</a:t>
            </a:r>
          </a:p>
        </p:txBody>
      </p:sp>
      <p:sp>
        <p:nvSpPr>
          <p:cNvPr id="23" name="Text Placeholder 20">
            <a:extLst>
              <a:ext uri="{FF2B5EF4-FFF2-40B4-BE49-F238E27FC236}">
                <a16:creationId xmlns:a16="http://schemas.microsoft.com/office/drawing/2014/main" id="{ACB2D47A-729B-16A4-3FD8-0779C01BA71B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766084" y="5804626"/>
            <a:ext cx="1449387" cy="184666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marR="1868" algn="l" defTabSz="914358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bg1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1pPr>
            <a:lvl2pPr marL="0" marR="3081" algn="l" defTabSz="914358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2pPr>
            <a:lvl3pPr marL="0" marR="3081" algn="l" defTabSz="914358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3pPr>
            <a:lvl4pPr marL="0" marR="3081" algn="l" defTabSz="914358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4pPr>
            <a:lvl5pPr marL="0" marR="3081" algn="l" defTabSz="914358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pt-BR" sz="1200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5pPr>
          </a:lstStyle>
          <a:p>
            <a:pPr marR="3081">
              <a:lnSpc>
                <a:spcPct val="100000"/>
              </a:lnSpc>
              <a:spcBef>
                <a:spcPts val="0"/>
              </a:spcBef>
              <a:buClrTx/>
              <a:buFontTx/>
            </a:pPr>
            <a:r>
              <a:rPr lang="pt-BR" sz="120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</a:rPr>
              <a:t>email@tivio.com</a:t>
            </a:r>
          </a:p>
        </p:txBody>
      </p:sp>
      <p:sp>
        <p:nvSpPr>
          <p:cNvPr id="24" name="Text Placeholder 20">
            <a:extLst>
              <a:ext uri="{FF2B5EF4-FFF2-40B4-BE49-F238E27FC236}">
                <a16:creationId xmlns:a16="http://schemas.microsoft.com/office/drawing/2014/main" id="{6392F700-2642-3814-0747-D0EBAE5EE8D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436009" y="5804626"/>
            <a:ext cx="1449387" cy="184666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marR="1868" algn="l" defTabSz="914358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bg1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1pPr>
            <a:lvl2pPr marL="0" marR="3081" algn="l" defTabSz="914358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2pPr>
            <a:lvl3pPr marL="0" marR="3081" algn="l" defTabSz="914358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3pPr>
            <a:lvl4pPr marL="0" marR="3081" algn="l" defTabSz="914358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4pPr>
            <a:lvl5pPr marL="0" marR="3081" algn="l" defTabSz="914358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pt-BR" sz="1200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5pPr>
          </a:lstStyle>
          <a:p>
            <a:pPr marR="3081">
              <a:lnSpc>
                <a:spcPct val="100000"/>
              </a:lnSpc>
              <a:spcBef>
                <a:spcPts val="0"/>
              </a:spcBef>
              <a:buClrTx/>
              <a:buFontTx/>
            </a:pPr>
            <a:r>
              <a:rPr lang="pt-BR" sz="120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</a:rPr>
              <a:t>email@tivio.com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157C41B9-AF41-31A7-3A0A-19B45968B48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096001" y="5597734"/>
            <a:ext cx="1449387" cy="180000"/>
          </a:xfrm>
          <a:prstGeom prst="rect">
            <a:avLst/>
          </a:prstGeom>
        </p:spPr>
        <p:txBody>
          <a:bodyPr lIns="0" tIns="0" rIns="0" bIns="0"/>
          <a:lstStyle>
            <a:lvl1pPr marL="0" marR="3081" algn="l" defTabSz="914358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1" i="0" u="none" strike="noStrike" kern="1200" cap="none" dirty="0" smtClean="0">
                <a:solidFill>
                  <a:schemeClr val="bg1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1pPr>
            <a:lvl2pPr marL="0" marR="3081" algn="l" defTabSz="914358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2pPr>
            <a:lvl3pPr marL="0" marR="3081" algn="l" defTabSz="914358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3pPr>
            <a:lvl4pPr marL="0" marR="3081" algn="l" defTabSz="914358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4pPr>
            <a:lvl5pPr marL="0" marR="3081" algn="l" defTabSz="914358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pt-BR" sz="1200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5pPr>
          </a:lstStyle>
          <a:p>
            <a:pPr lvl="0"/>
            <a:r>
              <a:rPr lang="en-US"/>
              <a:t>Nome </a:t>
            </a:r>
            <a:r>
              <a:rPr lang="en-US" err="1"/>
              <a:t>Sobrenome</a:t>
            </a:r>
            <a:endParaRPr lang="pt-BR"/>
          </a:p>
        </p:txBody>
      </p:sp>
      <p:sp>
        <p:nvSpPr>
          <p:cNvPr id="26" name="Text Placeholder 41">
            <a:extLst>
              <a:ext uri="{FF2B5EF4-FFF2-40B4-BE49-F238E27FC236}">
                <a16:creationId xmlns:a16="http://schemas.microsoft.com/office/drawing/2014/main" id="{3517E57F-3F51-7633-EEE2-B42F36DCEDB6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7766083" y="5597734"/>
            <a:ext cx="1449387" cy="180000"/>
          </a:xfrm>
          <a:prstGeom prst="rect">
            <a:avLst/>
          </a:prstGeom>
        </p:spPr>
        <p:txBody>
          <a:bodyPr lIns="0" tIns="0" rIns="0" bIns="0"/>
          <a:lstStyle>
            <a:lvl1pPr marL="0" marR="3081" algn="l" defTabSz="914358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1" i="0" u="none" strike="noStrike" kern="1200" cap="none" dirty="0" smtClean="0">
                <a:solidFill>
                  <a:schemeClr val="bg1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1pPr>
            <a:lvl2pPr marL="0" marR="3081" algn="l" defTabSz="914358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2pPr>
            <a:lvl3pPr marL="0" marR="3081" algn="l" defTabSz="914358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3pPr>
            <a:lvl4pPr marL="0" marR="3081" algn="l" defTabSz="914358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4pPr>
            <a:lvl5pPr marL="0" marR="3081" algn="l" defTabSz="914358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pt-BR" sz="1200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5pPr>
          </a:lstStyle>
          <a:p>
            <a:pPr lvl="0"/>
            <a:r>
              <a:rPr lang="en-US"/>
              <a:t>Nome </a:t>
            </a:r>
            <a:r>
              <a:rPr lang="en-US" err="1"/>
              <a:t>Sobrenome</a:t>
            </a:r>
            <a:endParaRPr lang="pt-BR"/>
          </a:p>
        </p:txBody>
      </p:sp>
      <p:sp>
        <p:nvSpPr>
          <p:cNvPr id="27" name="Text Placeholder 41">
            <a:extLst>
              <a:ext uri="{FF2B5EF4-FFF2-40B4-BE49-F238E27FC236}">
                <a16:creationId xmlns:a16="http://schemas.microsoft.com/office/drawing/2014/main" id="{87E0728A-5639-44E4-17A8-459EA60420AA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436008" y="5597734"/>
            <a:ext cx="1449387" cy="180000"/>
          </a:xfrm>
          <a:prstGeom prst="rect">
            <a:avLst/>
          </a:prstGeom>
        </p:spPr>
        <p:txBody>
          <a:bodyPr lIns="0" tIns="0" rIns="0" bIns="0"/>
          <a:lstStyle>
            <a:lvl1pPr marL="0" marR="3081" algn="l" defTabSz="914358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1" i="0" u="none" strike="noStrike" kern="1200" cap="none" dirty="0" smtClean="0">
                <a:solidFill>
                  <a:schemeClr val="bg1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1pPr>
            <a:lvl2pPr marL="0" marR="3081" algn="l" defTabSz="914358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2pPr>
            <a:lvl3pPr marL="0" marR="3081" algn="l" defTabSz="914358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3pPr>
            <a:lvl4pPr marL="0" marR="3081" algn="l" defTabSz="914358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4pPr>
            <a:lvl5pPr marL="0" marR="3081" algn="l" defTabSz="914358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pt-BR" sz="1200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5pPr>
          </a:lstStyle>
          <a:p>
            <a:pPr lvl="0"/>
            <a:r>
              <a:rPr lang="en-US"/>
              <a:t>Nome </a:t>
            </a:r>
            <a:r>
              <a:rPr lang="en-US" err="1"/>
              <a:t>Sobrenome</a:t>
            </a:r>
            <a:endParaRPr lang="pt-BR"/>
          </a:p>
        </p:txBody>
      </p:sp>
      <p:sp>
        <p:nvSpPr>
          <p:cNvPr id="28" name="Text Placeholder 17">
            <a:extLst>
              <a:ext uri="{FF2B5EF4-FFF2-40B4-BE49-F238E27FC236}">
                <a16:creationId xmlns:a16="http://schemas.microsoft.com/office/drawing/2014/main" id="{46268A65-19CA-59CF-EB3E-096ECD0A6AD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6000" y="5300937"/>
            <a:ext cx="4789394" cy="200722"/>
          </a:xfrm>
          <a:prstGeom prst="rect">
            <a:avLst/>
          </a:prstGeom>
        </p:spPr>
        <p:txBody>
          <a:bodyPr lIns="0" tIns="0" rIns="0" bIns="0"/>
          <a:lstStyle>
            <a:lvl1pPr marL="0" marR="1868" algn="l" defTabSz="914358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accent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1pPr>
            <a:lvl2pPr marL="0" marR="3081" algn="l" defTabSz="914358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2pPr>
            <a:lvl3pPr marL="0" marR="3081" algn="l" defTabSz="914358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3pPr>
            <a:lvl4pPr marL="0" marR="3081" algn="l" defTabSz="914358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4pPr>
            <a:lvl5pPr marL="0" marR="3081" algn="l" defTabSz="914358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pt-BR" sz="1200" b="0" i="0" u="none" strike="noStrike" kern="1200" cap="none" dirty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5pPr>
          </a:lstStyle>
          <a:p>
            <a:pPr marR="3081">
              <a:lnSpc>
                <a:spcPct val="100000"/>
              </a:lnSpc>
              <a:spcBef>
                <a:spcPts val="0"/>
              </a:spcBef>
              <a:buClrTx/>
              <a:buFontTx/>
            </a:pPr>
            <a:r>
              <a:rPr lang="pt-BR" sz="1200">
                <a:solidFill>
                  <a:schemeClr val="tx2"/>
                </a:solidFill>
                <a:latin typeface="Versos" panose="020B0503020204030204" pitchFamily="34" charset="0"/>
              </a:rPr>
              <a:t>Área de atuação</a:t>
            </a:r>
          </a:p>
        </p:txBody>
      </p:sp>
    </p:spTree>
    <p:extLst>
      <p:ext uri="{BB962C8B-B14F-4D97-AF65-F5344CB8AC3E}">
        <p14:creationId xmlns:p14="http://schemas.microsoft.com/office/powerpoint/2010/main" val="348130887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7">
          <p15:clr>
            <a:srgbClr val="FBAE40"/>
          </p15:clr>
        </p15:guide>
        <p15:guide id="2" orient="horz" pos="3770">
          <p15:clr>
            <a:srgbClr val="FBAE40"/>
          </p15:clr>
        </p15:guide>
        <p15:guide id="3" pos="7446">
          <p15:clr>
            <a:srgbClr val="FBAE40"/>
          </p15:clr>
        </p15:guide>
        <p15:guide id="4" orient="horz" pos="3997">
          <p15:clr>
            <a:srgbClr val="FBAE40"/>
          </p15:clr>
        </p15:guide>
        <p15:guide id="5" orient="horz" pos="550">
          <p15:clr>
            <a:srgbClr val="FBAE40"/>
          </p15:clr>
        </p15:guide>
        <p15:guide id="6" orient="horz" pos="323">
          <p15:clr>
            <a:srgbClr val="FBAE40"/>
          </p15:clr>
        </p15:guide>
      </p15:sldGuideLst>
    </p:ext>
  </p:extLst>
</p:sldLayout>
</file>

<file path=ppt/slideLayouts/slideLayout18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Contracapa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5">
            <a:extLst>
              <a:ext uri="{FF2B5EF4-FFF2-40B4-BE49-F238E27FC236}">
                <a16:creationId xmlns:a16="http://schemas.microsoft.com/office/drawing/2014/main" id="{43DFA321-6122-DD56-1B69-CCC4924A73A8}"/>
              </a:ext>
            </a:extLst>
          </p:cNvPr>
          <p:cNvSpPr txBox="1"/>
          <p:nvPr/>
        </p:nvSpPr>
        <p:spPr>
          <a:xfrm>
            <a:off x="7491664" y="5251905"/>
            <a:ext cx="4155689" cy="107721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lang="it-IT" sz="1400" kern="0">
                <a:solidFill>
                  <a:schemeClr val="bg1"/>
                </a:solidFill>
                <a:effectLst/>
                <a:latin typeface="Versos Light" panose="020B0403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Avenida Brigadeiro Faria Lima, 4.300</a:t>
            </a:r>
          </a:p>
          <a:p>
            <a:pPr algn="r"/>
            <a:r>
              <a:rPr lang="it-IT" sz="1400" kern="0">
                <a:solidFill>
                  <a:schemeClr val="bg1"/>
                </a:solidFill>
                <a:effectLst/>
                <a:latin typeface="Versos Light" panose="020B0403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7º andar | Vila Olímpia</a:t>
            </a:r>
          </a:p>
          <a:p>
            <a:pPr algn="r"/>
            <a:r>
              <a:rPr lang="it-IT" sz="1400" kern="0">
                <a:solidFill>
                  <a:schemeClr val="bg1"/>
                </a:solidFill>
                <a:effectLst/>
                <a:latin typeface="Versos Light" panose="020B0403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ZIP Code 04538-132 | São Paulo</a:t>
            </a:r>
          </a:p>
          <a:p>
            <a:pPr algn="r"/>
            <a:endParaRPr lang="it-IT" sz="1400">
              <a:solidFill>
                <a:schemeClr val="bg1"/>
              </a:solidFill>
              <a:latin typeface="Versos Light" panose="020B0403020204030204" pitchFamily="34" charset="0"/>
              <a:cs typeface="Times New Roman" panose="02020603050405020304" pitchFamily="18" charset="0"/>
            </a:endParaRPr>
          </a:p>
          <a:p>
            <a:pPr algn="r"/>
            <a:r>
              <a:rPr lang="it-IT" sz="1400" b="0">
                <a:solidFill>
                  <a:schemeClr val="bg1"/>
                </a:solidFill>
                <a:latin typeface="+mn-lt"/>
                <a:cs typeface="Times New Roman" panose="02020603050405020304" pitchFamily="18" charset="0"/>
              </a:rPr>
              <a:t>www.tivio.com</a:t>
            </a:r>
            <a:endParaRPr lang="pt-BR" sz="1400" b="0">
              <a:solidFill>
                <a:schemeClr val="bg1"/>
              </a:solidFill>
              <a:latin typeface="+mn-lt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1A330FC6-53B2-4C95-7A0F-A920F3013C49}"/>
              </a:ext>
            </a:extLst>
          </p:cNvPr>
          <p:cNvGrpSpPr/>
          <p:nvPr/>
        </p:nvGrpSpPr>
        <p:grpSpPr>
          <a:xfrm>
            <a:off x="-7705924" y="882317"/>
            <a:ext cx="19934609" cy="6204031"/>
            <a:chOff x="-62630" y="3261055"/>
            <a:chExt cx="12291315" cy="3825292"/>
          </a:xfrm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BBF3B65E-8CAD-31B1-6F90-86F99F800687}"/>
                </a:ext>
              </a:extLst>
            </p:cNvPr>
            <p:cNvSpPr/>
            <p:nvPr/>
          </p:nvSpPr>
          <p:spPr>
            <a:xfrm flipV="1">
              <a:off x="-62630" y="5210522"/>
              <a:ext cx="12254630" cy="200722"/>
            </a:xfrm>
            <a:custGeom>
              <a:avLst/>
              <a:gdLst>
                <a:gd name="connsiteX0" fmla="*/ 0 w 12225403"/>
                <a:gd name="connsiteY0" fmla="*/ 0 h 0"/>
                <a:gd name="connsiteX1" fmla="*/ 12225403 w 12225403"/>
                <a:gd name="connsiteY1" fmla="*/ 0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225403">
                  <a:moveTo>
                    <a:pt x="0" y="0"/>
                  </a:moveTo>
                  <a:lnTo>
                    <a:pt x="12225403" y="0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849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087CECC5-0785-0E7C-A4CB-3D289F54A871}"/>
                </a:ext>
              </a:extLst>
            </p:cNvPr>
            <p:cNvSpPr/>
            <p:nvPr/>
          </p:nvSpPr>
          <p:spPr>
            <a:xfrm>
              <a:off x="7240261" y="3261055"/>
              <a:ext cx="4988424" cy="3825292"/>
            </a:xfrm>
            <a:custGeom>
              <a:avLst/>
              <a:gdLst>
                <a:gd name="connsiteX0" fmla="*/ 0 w 5087815"/>
                <a:gd name="connsiteY0" fmla="*/ 3845169 h 3845169"/>
                <a:gd name="connsiteX1" fmla="*/ 5087815 w 5087815"/>
                <a:gd name="connsiteY1" fmla="*/ 0 h 3845169"/>
                <a:gd name="connsiteX0" fmla="*/ 0 w 5048059"/>
                <a:gd name="connsiteY0" fmla="*/ 3954500 h 3954500"/>
                <a:gd name="connsiteX1" fmla="*/ 5048059 w 5048059"/>
                <a:gd name="connsiteY1" fmla="*/ 0 h 3954500"/>
                <a:gd name="connsiteX0" fmla="*/ 0 w 5048059"/>
                <a:gd name="connsiteY0" fmla="*/ 3954500 h 3954500"/>
                <a:gd name="connsiteX1" fmla="*/ 5048059 w 5048059"/>
                <a:gd name="connsiteY1" fmla="*/ 0 h 3954500"/>
                <a:gd name="connsiteX0" fmla="*/ 0 w 4988424"/>
                <a:gd name="connsiteY0" fmla="*/ 3835231 h 3835231"/>
                <a:gd name="connsiteX1" fmla="*/ 4988424 w 4988424"/>
                <a:gd name="connsiteY1" fmla="*/ 0 h 3835231"/>
                <a:gd name="connsiteX0" fmla="*/ 0 w 4988424"/>
                <a:gd name="connsiteY0" fmla="*/ 3835231 h 3835231"/>
                <a:gd name="connsiteX1" fmla="*/ 4988424 w 4988424"/>
                <a:gd name="connsiteY1" fmla="*/ 0 h 3835231"/>
                <a:gd name="connsiteX0" fmla="*/ 0 w 4988424"/>
                <a:gd name="connsiteY0" fmla="*/ 3835231 h 3835231"/>
                <a:gd name="connsiteX1" fmla="*/ 4988424 w 4988424"/>
                <a:gd name="connsiteY1" fmla="*/ 0 h 3835231"/>
                <a:gd name="connsiteX0" fmla="*/ 0 w 4988424"/>
                <a:gd name="connsiteY0" fmla="*/ 3825292 h 3825292"/>
                <a:gd name="connsiteX1" fmla="*/ 4988424 w 4988424"/>
                <a:gd name="connsiteY1" fmla="*/ 0 h 3825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4988424" h="3825292">
                  <a:moveTo>
                    <a:pt x="0" y="3825292"/>
                  </a:moveTo>
                  <a:cubicBezTo>
                    <a:pt x="1384087" y="1839675"/>
                    <a:pt x="2310976" y="251621"/>
                    <a:pt x="4988424" y="0"/>
                  </a:cubicBez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849"/>
            </a:p>
          </p:txBody>
        </p:sp>
      </p:grpSp>
      <p:sp>
        <p:nvSpPr>
          <p:cNvPr id="10" name="object 5"/>
          <p:cNvSpPr/>
          <p:nvPr/>
        </p:nvSpPr>
        <p:spPr>
          <a:xfrm>
            <a:off x="757218" y="3474647"/>
            <a:ext cx="1501480" cy="509684"/>
          </a:xfrm>
          <a:custGeom>
            <a:avLst/>
            <a:gdLst/>
            <a:ahLst/>
            <a:cxnLst/>
            <a:rect l="l" t="t" r="r" b="b"/>
            <a:pathLst>
              <a:path w="4495165" h="1525904">
                <a:moveTo>
                  <a:pt x="549605" y="149009"/>
                </a:moveTo>
                <a:lnTo>
                  <a:pt x="502272" y="93929"/>
                </a:lnTo>
                <a:lnTo>
                  <a:pt x="463880" y="62522"/>
                </a:lnTo>
                <a:lnTo>
                  <a:pt x="421525" y="37515"/>
                </a:lnTo>
                <a:lnTo>
                  <a:pt x="375894" y="19253"/>
                </a:lnTo>
                <a:lnTo>
                  <a:pt x="327634" y="8051"/>
                </a:lnTo>
                <a:lnTo>
                  <a:pt x="277444" y="4241"/>
                </a:lnTo>
                <a:lnTo>
                  <a:pt x="0" y="4241"/>
                </a:lnTo>
                <a:lnTo>
                  <a:pt x="0" y="149009"/>
                </a:lnTo>
                <a:lnTo>
                  <a:pt x="549605" y="149009"/>
                </a:lnTo>
                <a:close/>
              </a:path>
              <a:path w="4495165" h="1525904">
                <a:moveTo>
                  <a:pt x="630440" y="613206"/>
                </a:moveTo>
                <a:lnTo>
                  <a:pt x="626249" y="610260"/>
                </a:lnTo>
                <a:lnTo>
                  <a:pt x="626249" y="359600"/>
                </a:lnTo>
                <a:lnTo>
                  <a:pt x="621880" y="305828"/>
                </a:lnTo>
                <a:lnTo>
                  <a:pt x="608939" y="254203"/>
                </a:lnTo>
                <a:lnTo>
                  <a:pt x="587654" y="205422"/>
                </a:lnTo>
                <a:lnTo>
                  <a:pt x="558253" y="160185"/>
                </a:lnTo>
                <a:lnTo>
                  <a:pt x="549617" y="149009"/>
                </a:lnTo>
                <a:lnTo>
                  <a:pt x="511581" y="205422"/>
                </a:lnTo>
                <a:lnTo>
                  <a:pt x="490296" y="254203"/>
                </a:lnTo>
                <a:lnTo>
                  <a:pt x="477342" y="305828"/>
                </a:lnTo>
                <a:lnTo>
                  <a:pt x="472973" y="359600"/>
                </a:lnTo>
                <a:lnTo>
                  <a:pt x="472859" y="937183"/>
                </a:lnTo>
                <a:lnTo>
                  <a:pt x="472973" y="948131"/>
                </a:lnTo>
                <a:lnTo>
                  <a:pt x="626389" y="948131"/>
                </a:lnTo>
                <a:lnTo>
                  <a:pt x="626249" y="619315"/>
                </a:lnTo>
                <a:lnTo>
                  <a:pt x="630440" y="613206"/>
                </a:lnTo>
                <a:close/>
              </a:path>
              <a:path w="4495165" h="1525904">
                <a:moveTo>
                  <a:pt x="1099248" y="4241"/>
                </a:moveTo>
                <a:lnTo>
                  <a:pt x="821817" y="4241"/>
                </a:lnTo>
                <a:lnTo>
                  <a:pt x="771613" y="8051"/>
                </a:lnTo>
                <a:lnTo>
                  <a:pt x="723353" y="19253"/>
                </a:lnTo>
                <a:lnTo>
                  <a:pt x="677710" y="37515"/>
                </a:lnTo>
                <a:lnTo>
                  <a:pt x="635355" y="62522"/>
                </a:lnTo>
                <a:lnTo>
                  <a:pt x="596963" y="93929"/>
                </a:lnTo>
                <a:lnTo>
                  <a:pt x="563206" y="131406"/>
                </a:lnTo>
                <a:lnTo>
                  <a:pt x="549630" y="149009"/>
                </a:lnTo>
                <a:lnTo>
                  <a:pt x="1099248" y="149009"/>
                </a:lnTo>
                <a:lnTo>
                  <a:pt x="1099248" y="4241"/>
                </a:lnTo>
                <a:close/>
              </a:path>
              <a:path w="4495165" h="1525904">
                <a:moveTo>
                  <a:pt x="1472869" y="12420"/>
                </a:moveTo>
                <a:lnTo>
                  <a:pt x="1323860" y="12420"/>
                </a:lnTo>
                <a:lnTo>
                  <a:pt x="1323860" y="966152"/>
                </a:lnTo>
                <a:lnTo>
                  <a:pt x="1472869" y="966152"/>
                </a:lnTo>
                <a:lnTo>
                  <a:pt x="1472869" y="12420"/>
                </a:lnTo>
                <a:close/>
              </a:path>
              <a:path w="4495165" h="1525904">
                <a:moveTo>
                  <a:pt x="1628749" y="1277899"/>
                </a:moveTo>
                <a:lnTo>
                  <a:pt x="1610728" y="1227213"/>
                </a:lnTo>
                <a:lnTo>
                  <a:pt x="1577505" y="1188466"/>
                </a:lnTo>
                <a:lnTo>
                  <a:pt x="1531823" y="1163904"/>
                </a:lnTo>
                <a:lnTo>
                  <a:pt x="1476400" y="1155725"/>
                </a:lnTo>
                <a:lnTo>
                  <a:pt x="1451190" y="1157160"/>
                </a:lnTo>
                <a:lnTo>
                  <a:pt x="1405432" y="1168730"/>
                </a:lnTo>
                <a:lnTo>
                  <a:pt x="1366278" y="1191602"/>
                </a:lnTo>
                <a:lnTo>
                  <a:pt x="1335862" y="1224229"/>
                </a:lnTo>
                <a:lnTo>
                  <a:pt x="1314729" y="1265936"/>
                </a:lnTo>
                <a:lnTo>
                  <a:pt x="1304061" y="1314284"/>
                </a:lnTo>
                <a:lnTo>
                  <a:pt x="1302727" y="1340802"/>
                </a:lnTo>
                <a:lnTo>
                  <a:pt x="1304061" y="1367536"/>
                </a:lnTo>
                <a:lnTo>
                  <a:pt x="1314729" y="1416011"/>
                </a:lnTo>
                <a:lnTo>
                  <a:pt x="1335862" y="1457528"/>
                </a:lnTo>
                <a:lnTo>
                  <a:pt x="1366278" y="1490027"/>
                </a:lnTo>
                <a:lnTo>
                  <a:pt x="1405432" y="1512874"/>
                </a:lnTo>
                <a:lnTo>
                  <a:pt x="1451190" y="1524444"/>
                </a:lnTo>
                <a:lnTo>
                  <a:pt x="1476400" y="1525879"/>
                </a:lnTo>
                <a:lnTo>
                  <a:pt x="1505534" y="1523834"/>
                </a:lnTo>
                <a:lnTo>
                  <a:pt x="1556080" y="1507464"/>
                </a:lnTo>
                <a:lnTo>
                  <a:pt x="1595793" y="1475270"/>
                </a:lnTo>
                <a:lnTo>
                  <a:pt x="1621142" y="1430566"/>
                </a:lnTo>
                <a:lnTo>
                  <a:pt x="1582991" y="1403718"/>
                </a:lnTo>
                <a:lnTo>
                  <a:pt x="1576679" y="1421866"/>
                </a:lnTo>
                <a:lnTo>
                  <a:pt x="1568157" y="1437843"/>
                </a:lnTo>
                <a:lnTo>
                  <a:pt x="1529600" y="1472450"/>
                </a:lnTo>
                <a:lnTo>
                  <a:pt x="1474330" y="1484312"/>
                </a:lnTo>
                <a:lnTo>
                  <a:pt x="1456156" y="1483182"/>
                </a:lnTo>
                <a:lnTo>
                  <a:pt x="1408290" y="1466113"/>
                </a:lnTo>
                <a:lnTo>
                  <a:pt x="1372857" y="1430629"/>
                </a:lnTo>
                <a:lnTo>
                  <a:pt x="1352854" y="1380197"/>
                </a:lnTo>
                <a:lnTo>
                  <a:pt x="1349019" y="1340802"/>
                </a:lnTo>
                <a:lnTo>
                  <a:pt x="1349984" y="1320342"/>
                </a:lnTo>
                <a:lnTo>
                  <a:pt x="1364361" y="1266202"/>
                </a:lnTo>
                <a:lnTo>
                  <a:pt x="1394828" y="1225511"/>
                </a:lnTo>
                <a:lnTo>
                  <a:pt x="1439100" y="1201864"/>
                </a:lnTo>
                <a:lnTo>
                  <a:pt x="1474330" y="1197305"/>
                </a:lnTo>
                <a:lnTo>
                  <a:pt x="1494332" y="1198638"/>
                </a:lnTo>
                <a:lnTo>
                  <a:pt x="1544777" y="1218641"/>
                </a:lnTo>
                <a:lnTo>
                  <a:pt x="1577378" y="1259967"/>
                </a:lnTo>
                <a:lnTo>
                  <a:pt x="1583512" y="1277899"/>
                </a:lnTo>
                <a:lnTo>
                  <a:pt x="1628749" y="1277899"/>
                </a:lnTo>
                <a:close/>
              </a:path>
              <a:path w="4495165" h="1525904">
                <a:moveTo>
                  <a:pt x="2171014" y="1522780"/>
                </a:moveTo>
                <a:lnTo>
                  <a:pt x="2133663" y="1424520"/>
                </a:lnTo>
                <a:lnTo>
                  <a:pt x="2118055" y="1383449"/>
                </a:lnTo>
                <a:lnTo>
                  <a:pt x="2070646" y="1258697"/>
                </a:lnTo>
                <a:lnTo>
                  <a:pt x="2070646" y="1383449"/>
                </a:lnTo>
                <a:lnTo>
                  <a:pt x="1939112" y="1383449"/>
                </a:lnTo>
                <a:lnTo>
                  <a:pt x="2004631" y="1208227"/>
                </a:lnTo>
                <a:lnTo>
                  <a:pt x="2070646" y="1383449"/>
                </a:lnTo>
                <a:lnTo>
                  <a:pt x="2070646" y="1258697"/>
                </a:lnTo>
                <a:lnTo>
                  <a:pt x="2051469" y="1208227"/>
                </a:lnTo>
                <a:lnTo>
                  <a:pt x="2032698" y="1158849"/>
                </a:lnTo>
                <a:lnTo>
                  <a:pt x="1979155" y="1158849"/>
                </a:lnTo>
                <a:lnTo>
                  <a:pt x="1840344" y="1522780"/>
                </a:lnTo>
                <a:lnTo>
                  <a:pt x="1887118" y="1522780"/>
                </a:lnTo>
                <a:lnTo>
                  <a:pt x="1925599" y="1424520"/>
                </a:lnTo>
                <a:lnTo>
                  <a:pt x="2084158" y="1424520"/>
                </a:lnTo>
                <a:lnTo>
                  <a:pt x="2122652" y="1522780"/>
                </a:lnTo>
                <a:lnTo>
                  <a:pt x="2171014" y="1522780"/>
                </a:lnTo>
                <a:close/>
              </a:path>
              <a:path w="4495165" h="1525904">
                <a:moveTo>
                  <a:pt x="2247239" y="966165"/>
                </a:moveTo>
                <a:lnTo>
                  <a:pt x="1863674" y="12433"/>
                </a:lnTo>
                <a:lnTo>
                  <a:pt x="1691932" y="12433"/>
                </a:lnTo>
                <a:lnTo>
                  <a:pt x="2035683" y="832091"/>
                </a:lnTo>
                <a:lnTo>
                  <a:pt x="2059952" y="874915"/>
                </a:lnTo>
                <a:lnTo>
                  <a:pt x="2093137" y="910628"/>
                </a:lnTo>
                <a:lnTo>
                  <a:pt x="2133714" y="938288"/>
                </a:lnTo>
                <a:lnTo>
                  <a:pt x="2180196" y="956932"/>
                </a:lnTo>
                <a:lnTo>
                  <a:pt x="2231034" y="965619"/>
                </a:lnTo>
                <a:lnTo>
                  <a:pt x="2230818" y="966165"/>
                </a:lnTo>
                <a:lnTo>
                  <a:pt x="2247239" y="966165"/>
                </a:lnTo>
                <a:close/>
              </a:path>
              <a:path w="4495165" h="1525904">
                <a:moveTo>
                  <a:pt x="2670111" y="1270609"/>
                </a:moveTo>
                <a:lnTo>
                  <a:pt x="2661780" y="1224749"/>
                </a:lnTo>
                <a:lnTo>
                  <a:pt x="2647569" y="1200429"/>
                </a:lnTo>
                <a:lnTo>
                  <a:pt x="2647086" y="1199718"/>
                </a:lnTo>
                <a:lnTo>
                  <a:pt x="2637282" y="1189253"/>
                </a:lnTo>
                <a:lnTo>
                  <a:pt x="2625902" y="1180223"/>
                </a:lnTo>
                <a:lnTo>
                  <a:pt x="2623832" y="1179017"/>
                </a:lnTo>
                <a:lnTo>
                  <a:pt x="2623832" y="1270609"/>
                </a:lnTo>
                <a:lnTo>
                  <a:pt x="2622499" y="1285925"/>
                </a:lnTo>
                <a:lnTo>
                  <a:pt x="2602534" y="1322095"/>
                </a:lnTo>
                <a:lnTo>
                  <a:pt x="2562352" y="1340129"/>
                </a:lnTo>
                <a:lnTo>
                  <a:pt x="2545321" y="1341323"/>
                </a:lnTo>
                <a:lnTo>
                  <a:pt x="2454859" y="1341323"/>
                </a:lnTo>
                <a:lnTo>
                  <a:pt x="2454859" y="1200429"/>
                </a:lnTo>
                <a:lnTo>
                  <a:pt x="2545842" y="1200429"/>
                </a:lnTo>
                <a:lnTo>
                  <a:pt x="2591320" y="1211110"/>
                </a:lnTo>
                <a:lnTo>
                  <a:pt x="2618575" y="1241704"/>
                </a:lnTo>
                <a:lnTo>
                  <a:pt x="2623832" y="1270609"/>
                </a:lnTo>
                <a:lnTo>
                  <a:pt x="2623832" y="1179017"/>
                </a:lnTo>
                <a:lnTo>
                  <a:pt x="2583281" y="1162278"/>
                </a:lnTo>
                <a:lnTo>
                  <a:pt x="2549487" y="1158824"/>
                </a:lnTo>
                <a:lnTo>
                  <a:pt x="2409634" y="1158824"/>
                </a:lnTo>
                <a:lnTo>
                  <a:pt x="2409634" y="1522780"/>
                </a:lnTo>
                <a:lnTo>
                  <a:pt x="2454859" y="1522780"/>
                </a:lnTo>
                <a:lnTo>
                  <a:pt x="2454859" y="1382915"/>
                </a:lnTo>
                <a:lnTo>
                  <a:pt x="2549487" y="1382915"/>
                </a:lnTo>
                <a:lnTo>
                  <a:pt x="2598470" y="1375168"/>
                </a:lnTo>
                <a:lnTo>
                  <a:pt x="2636901" y="1352448"/>
                </a:lnTo>
                <a:lnTo>
                  <a:pt x="2647124" y="1341323"/>
                </a:lnTo>
                <a:lnTo>
                  <a:pt x="2655036" y="1329893"/>
                </a:lnTo>
                <a:lnTo>
                  <a:pt x="2661628" y="1316634"/>
                </a:lnTo>
                <a:lnTo>
                  <a:pt x="2666339" y="1302346"/>
                </a:lnTo>
                <a:lnTo>
                  <a:pt x="2669171" y="1287005"/>
                </a:lnTo>
                <a:lnTo>
                  <a:pt x="2670111" y="1270609"/>
                </a:lnTo>
                <a:close/>
              </a:path>
              <a:path w="4495165" h="1525904">
                <a:moveTo>
                  <a:pt x="2802534" y="12433"/>
                </a:moveTo>
                <a:lnTo>
                  <a:pt x="2630805" y="12433"/>
                </a:lnTo>
                <a:lnTo>
                  <a:pt x="2247239" y="966165"/>
                </a:lnTo>
                <a:lnTo>
                  <a:pt x="2263660" y="966165"/>
                </a:lnTo>
                <a:lnTo>
                  <a:pt x="2263432" y="965619"/>
                </a:lnTo>
                <a:lnTo>
                  <a:pt x="2314283" y="956932"/>
                </a:lnTo>
                <a:lnTo>
                  <a:pt x="2360752" y="938288"/>
                </a:lnTo>
                <a:lnTo>
                  <a:pt x="2401341" y="910628"/>
                </a:lnTo>
                <a:lnTo>
                  <a:pt x="2434526" y="874915"/>
                </a:lnTo>
                <a:lnTo>
                  <a:pt x="2458796" y="832091"/>
                </a:lnTo>
                <a:lnTo>
                  <a:pt x="2802534" y="12433"/>
                </a:lnTo>
                <a:close/>
              </a:path>
              <a:path w="4495165" h="1525904">
                <a:moveTo>
                  <a:pt x="2961271" y="1158836"/>
                </a:moveTo>
                <a:lnTo>
                  <a:pt x="2916047" y="1158836"/>
                </a:lnTo>
                <a:lnTo>
                  <a:pt x="2916047" y="1522780"/>
                </a:lnTo>
                <a:lnTo>
                  <a:pt x="2961271" y="1522780"/>
                </a:lnTo>
                <a:lnTo>
                  <a:pt x="2961271" y="1158836"/>
                </a:lnTo>
                <a:close/>
              </a:path>
              <a:path w="4495165" h="1525904">
                <a:moveTo>
                  <a:pt x="3170644" y="12420"/>
                </a:moveTo>
                <a:lnTo>
                  <a:pt x="3021622" y="12420"/>
                </a:lnTo>
                <a:lnTo>
                  <a:pt x="3021622" y="966152"/>
                </a:lnTo>
                <a:lnTo>
                  <a:pt x="3170644" y="966152"/>
                </a:lnTo>
                <a:lnTo>
                  <a:pt x="3170644" y="12420"/>
                </a:lnTo>
                <a:close/>
              </a:path>
              <a:path w="4495165" h="1525904">
                <a:moveTo>
                  <a:pt x="3488461" y="1158836"/>
                </a:moveTo>
                <a:lnTo>
                  <a:pt x="3207194" y="1158836"/>
                </a:lnTo>
                <a:lnTo>
                  <a:pt x="3207194" y="1200746"/>
                </a:lnTo>
                <a:lnTo>
                  <a:pt x="3325203" y="1200746"/>
                </a:lnTo>
                <a:lnTo>
                  <a:pt x="3325203" y="1523326"/>
                </a:lnTo>
                <a:lnTo>
                  <a:pt x="3370453" y="1523326"/>
                </a:lnTo>
                <a:lnTo>
                  <a:pt x="3370453" y="1200746"/>
                </a:lnTo>
                <a:lnTo>
                  <a:pt x="3488461" y="1200746"/>
                </a:lnTo>
                <a:lnTo>
                  <a:pt x="3488461" y="1158836"/>
                </a:lnTo>
                <a:close/>
              </a:path>
              <a:path w="4495165" h="1525904">
                <a:moveTo>
                  <a:pt x="3983431" y="1522780"/>
                </a:moveTo>
                <a:lnTo>
                  <a:pt x="3946093" y="1424520"/>
                </a:lnTo>
                <a:lnTo>
                  <a:pt x="3930485" y="1383449"/>
                </a:lnTo>
                <a:lnTo>
                  <a:pt x="3883075" y="1258697"/>
                </a:lnTo>
                <a:lnTo>
                  <a:pt x="3883075" y="1383449"/>
                </a:lnTo>
                <a:lnTo>
                  <a:pt x="3751542" y="1383449"/>
                </a:lnTo>
                <a:lnTo>
                  <a:pt x="3817048" y="1208227"/>
                </a:lnTo>
                <a:lnTo>
                  <a:pt x="3883075" y="1383449"/>
                </a:lnTo>
                <a:lnTo>
                  <a:pt x="3883075" y="1258697"/>
                </a:lnTo>
                <a:lnTo>
                  <a:pt x="3863898" y="1208227"/>
                </a:lnTo>
                <a:lnTo>
                  <a:pt x="3845128" y="1158849"/>
                </a:lnTo>
                <a:lnTo>
                  <a:pt x="3791572" y="1158849"/>
                </a:lnTo>
                <a:lnTo>
                  <a:pt x="3652761" y="1522780"/>
                </a:lnTo>
                <a:lnTo>
                  <a:pt x="3699548" y="1522780"/>
                </a:lnTo>
                <a:lnTo>
                  <a:pt x="3738029" y="1424520"/>
                </a:lnTo>
                <a:lnTo>
                  <a:pt x="3896588" y="1424520"/>
                </a:lnTo>
                <a:lnTo>
                  <a:pt x="3935069" y="1522780"/>
                </a:lnTo>
                <a:lnTo>
                  <a:pt x="3983431" y="1522780"/>
                </a:lnTo>
                <a:close/>
              </a:path>
              <a:path w="4495165" h="1525904">
                <a:moveTo>
                  <a:pt x="4433138" y="1480870"/>
                </a:moveTo>
                <a:lnTo>
                  <a:pt x="4267276" y="1480870"/>
                </a:lnTo>
                <a:lnTo>
                  <a:pt x="4267276" y="1158290"/>
                </a:lnTo>
                <a:lnTo>
                  <a:pt x="4222051" y="1158290"/>
                </a:lnTo>
                <a:lnTo>
                  <a:pt x="4222051" y="1480870"/>
                </a:lnTo>
                <a:lnTo>
                  <a:pt x="4222051" y="1522780"/>
                </a:lnTo>
                <a:lnTo>
                  <a:pt x="4433138" y="1522780"/>
                </a:lnTo>
                <a:lnTo>
                  <a:pt x="4433138" y="1480870"/>
                </a:lnTo>
                <a:close/>
              </a:path>
              <a:path w="4495165" h="1525904">
                <a:moveTo>
                  <a:pt x="4494847" y="489292"/>
                </a:moveTo>
                <a:lnTo>
                  <a:pt x="4492307" y="437197"/>
                </a:lnTo>
                <a:lnTo>
                  <a:pt x="4484738" y="386778"/>
                </a:lnTo>
                <a:lnTo>
                  <a:pt x="4472267" y="338289"/>
                </a:lnTo>
                <a:lnTo>
                  <a:pt x="4455020" y="292011"/>
                </a:lnTo>
                <a:lnTo>
                  <a:pt x="4433113" y="248221"/>
                </a:lnTo>
                <a:lnTo>
                  <a:pt x="4406671" y="207187"/>
                </a:lnTo>
                <a:lnTo>
                  <a:pt x="4375797" y="169176"/>
                </a:lnTo>
                <a:lnTo>
                  <a:pt x="4357306" y="150926"/>
                </a:lnTo>
                <a:lnTo>
                  <a:pt x="4341698" y="135521"/>
                </a:lnTo>
                <a:lnTo>
                  <a:pt x="4341698" y="489292"/>
                </a:lnTo>
                <a:lnTo>
                  <a:pt x="4338663" y="537616"/>
                </a:lnTo>
                <a:lnTo>
                  <a:pt x="4329646" y="583184"/>
                </a:lnTo>
                <a:lnTo>
                  <a:pt x="4314761" y="625754"/>
                </a:lnTo>
                <a:lnTo>
                  <a:pt x="4294111" y="665073"/>
                </a:lnTo>
                <a:lnTo>
                  <a:pt x="4267809" y="700887"/>
                </a:lnTo>
                <a:lnTo>
                  <a:pt x="4235958" y="732955"/>
                </a:lnTo>
                <a:lnTo>
                  <a:pt x="4197947" y="761492"/>
                </a:lnTo>
                <a:lnTo>
                  <a:pt x="4155338" y="785063"/>
                </a:lnTo>
                <a:lnTo>
                  <a:pt x="4108437" y="803567"/>
                </a:lnTo>
                <a:lnTo>
                  <a:pt x="4057561" y="816902"/>
                </a:lnTo>
                <a:lnTo>
                  <a:pt x="4002989" y="824979"/>
                </a:lnTo>
                <a:lnTo>
                  <a:pt x="3945039" y="827697"/>
                </a:lnTo>
                <a:lnTo>
                  <a:pt x="3887089" y="824979"/>
                </a:lnTo>
                <a:lnTo>
                  <a:pt x="3832517" y="816902"/>
                </a:lnTo>
                <a:lnTo>
                  <a:pt x="3781628" y="803567"/>
                </a:lnTo>
                <a:lnTo>
                  <a:pt x="3734739" y="785063"/>
                </a:lnTo>
                <a:lnTo>
                  <a:pt x="3692131" y="761492"/>
                </a:lnTo>
                <a:lnTo>
                  <a:pt x="3654120" y="732955"/>
                </a:lnTo>
                <a:lnTo>
                  <a:pt x="3622268" y="700887"/>
                </a:lnTo>
                <a:lnTo>
                  <a:pt x="3595967" y="665073"/>
                </a:lnTo>
                <a:lnTo>
                  <a:pt x="3575316" y="625754"/>
                </a:lnTo>
                <a:lnTo>
                  <a:pt x="3560432" y="583184"/>
                </a:lnTo>
                <a:lnTo>
                  <a:pt x="3551415" y="537616"/>
                </a:lnTo>
                <a:lnTo>
                  <a:pt x="3548392" y="489292"/>
                </a:lnTo>
                <a:lnTo>
                  <a:pt x="3551415" y="440994"/>
                </a:lnTo>
                <a:lnTo>
                  <a:pt x="3560432" y="395427"/>
                </a:lnTo>
                <a:lnTo>
                  <a:pt x="3575316" y="352856"/>
                </a:lnTo>
                <a:lnTo>
                  <a:pt x="3595967" y="313537"/>
                </a:lnTo>
                <a:lnTo>
                  <a:pt x="3622268" y="277723"/>
                </a:lnTo>
                <a:lnTo>
                  <a:pt x="3654120" y="245668"/>
                </a:lnTo>
                <a:lnTo>
                  <a:pt x="3692131" y="217131"/>
                </a:lnTo>
                <a:lnTo>
                  <a:pt x="3734739" y="193573"/>
                </a:lnTo>
                <a:lnTo>
                  <a:pt x="3781628" y="175069"/>
                </a:lnTo>
                <a:lnTo>
                  <a:pt x="3832517" y="161721"/>
                </a:lnTo>
                <a:lnTo>
                  <a:pt x="3887089" y="153644"/>
                </a:lnTo>
                <a:lnTo>
                  <a:pt x="3945039" y="150926"/>
                </a:lnTo>
                <a:lnTo>
                  <a:pt x="4002989" y="153644"/>
                </a:lnTo>
                <a:lnTo>
                  <a:pt x="4057561" y="161721"/>
                </a:lnTo>
                <a:lnTo>
                  <a:pt x="4108437" y="175069"/>
                </a:lnTo>
                <a:lnTo>
                  <a:pt x="4155338" y="193573"/>
                </a:lnTo>
                <a:lnTo>
                  <a:pt x="4197947" y="217131"/>
                </a:lnTo>
                <a:lnTo>
                  <a:pt x="4235958" y="245668"/>
                </a:lnTo>
                <a:lnTo>
                  <a:pt x="4267809" y="277723"/>
                </a:lnTo>
                <a:lnTo>
                  <a:pt x="4294111" y="313537"/>
                </a:lnTo>
                <a:lnTo>
                  <a:pt x="4314761" y="352856"/>
                </a:lnTo>
                <a:lnTo>
                  <a:pt x="4329646" y="395427"/>
                </a:lnTo>
                <a:lnTo>
                  <a:pt x="4338663" y="440994"/>
                </a:lnTo>
                <a:lnTo>
                  <a:pt x="4341698" y="489292"/>
                </a:lnTo>
                <a:lnTo>
                  <a:pt x="4341698" y="135521"/>
                </a:lnTo>
                <a:lnTo>
                  <a:pt x="4306087" y="106692"/>
                </a:lnTo>
                <a:lnTo>
                  <a:pt x="4268914" y="82029"/>
                </a:lnTo>
                <a:lnTo>
                  <a:pt x="4229214" y="60515"/>
                </a:lnTo>
                <a:lnTo>
                  <a:pt x="4187126" y="42202"/>
                </a:lnTo>
                <a:lnTo>
                  <a:pt x="4142765" y="27127"/>
                </a:lnTo>
                <a:lnTo>
                  <a:pt x="4096258" y="15316"/>
                </a:lnTo>
                <a:lnTo>
                  <a:pt x="4047718" y="6832"/>
                </a:lnTo>
                <a:lnTo>
                  <a:pt x="3997274" y="1714"/>
                </a:lnTo>
                <a:lnTo>
                  <a:pt x="3945039" y="0"/>
                </a:lnTo>
                <a:lnTo>
                  <a:pt x="3892804" y="1714"/>
                </a:lnTo>
                <a:lnTo>
                  <a:pt x="3842359" y="6832"/>
                </a:lnTo>
                <a:lnTo>
                  <a:pt x="3793820" y="15316"/>
                </a:lnTo>
                <a:lnTo>
                  <a:pt x="3747312" y="27127"/>
                </a:lnTo>
                <a:lnTo>
                  <a:pt x="3702951" y="42202"/>
                </a:lnTo>
                <a:lnTo>
                  <a:pt x="3660864" y="60515"/>
                </a:lnTo>
                <a:lnTo>
                  <a:pt x="3621176" y="82029"/>
                </a:lnTo>
                <a:lnTo>
                  <a:pt x="3583990" y="106692"/>
                </a:lnTo>
                <a:lnTo>
                  <a:pt x="3549459" y="134467"/>
                </a:lnTo>
                <a:lnTo>
                  <a:pt x="3514280" y="169176"/>
                </a:lnTo>
                <a:lnTo>
                  <a:pt x="3483406" y="207187"/>
                </a:lnTo>
                <a:lnTo>
                  <a:pt x="3456952" y="248221"/>
                </a:lnTo>
                <a:lnTo>
                  <a:pt x="3435058" y="292011"/>
                </a:lnTo>
                <a:lnTo>
                  <a:pt x="3417811" y="338289"/>
                </a:lnTo>
                <a:lnTo>
                  <a:pt x="3405352" y="386778"/>
                </a:lnTo>
                <a:lnTo>
                  <a:pt x="3397783" y="437197"/>
                </a:lnTo>
                <a:lnTo>
                  <a:pt x="3395243" y="489292"/>
                </a:lnTo>
                <a:lnTo>
                  <a:pt x="3397783" y="541401"/>
                </a:lnTo>
                <a:lnTo>
                  <a:pt x="3405352" y="591832"/>
                </a:lnTo>
                <a:lnTo>
                  <a:pt x="3417811" y="640334"/>
                </a:lnTo>
                <a:lnTo>
                  <a:pt x="3435058" y="686600"/>
                </a:lnTo>
                <a:lnTo>
                  <a:pt x="3456952" y="730389"/>
                </a:lnTo>
                <a:lnTo>
                  <a:pt x="3483406" y="771423"/>
                </a:lnTo>
                <a:lnTo>
                  <a:pt x="3514280" y="809434"/>
                </a:lnTo>
                <a:lnTo>
                  <a:pt x="3549459" y="844130"/>
                </a:lnTo>
                <a:lnTo>
                  <a:pt x="3583990" y="871918"/>
                </a:lnTo>
                <a:lnTo>
                  <a:pt x="3621176" y="896594"/>
                </a:lnTo>
                <a:lnTo>
                  <a:pt x="3660864" y="918108"/>
                </a:lnTo>
                <a:lnTo>
                  <a:pt x="3702951" y="936421"/>
                </a:lnTo>
                <a:lnTo>
                  <a:pt x="3747312" y="951496"/>
                </a:lnTo>
                <a:lnTo>
                  <a:pt x="3793820" y="963295"/>
                </a:lnTo>
                <a:lnTo>
                  <a:pt x="3842359" y="971778"/>
                </a:lnTo>
                <a:lnTo>
                  <a:pt x="3892804" y="976896"/>
                </a:lnTo>
                <a:lnTo>
                  <a:pt x="3945039" y="978611"/>
                </a:lnTo>
                <a:lnTo>
                  <a:pt x="3997274" y="976896"/>
                </a:lnTo>
                <a:lnTo>
                  <a:pt x="4047718" y="971778"/>
                </a:lnTo>
                <a:lnTo>
                  <a:pt x="4096258" y="963295"/>
                </a:lnTo>
                <a:lnTo>
                  <a:pt x="4142765" y="951496"/>
                </a:lnTo>
                <a:lnTo>
                  <a:pt x="4187126" y="936421"/>
                </a:lnTo>
                <a:lnTo>
                  <a:pt x="4229214" y="918108"/>
                </a:lnTo>
                <a:lnTo>
                  <a:pt x="4268914" y="896594"/>
                </a:lnTo>
                <a:lnTo>
                  <a:pt x="4306087" y="871918"/>
                </a:lnTo>
                <a:lnTo>
                  <a:pt x="4340631" y="844130"/>
                </a:lnTo>
                <a:lnTo>
                  <a:pt x="4375797" y="809434"/>
                </a:lnTo>
                <a:lnTo>
                  <a:pt x="4406671" y="771423"/>
                </a:lnTo>
                <a:lnTo>
                  <a:pt x="4433113" y="730389"/>
                </a:lnTo>
                <a:lnTo>
                  <a:pt x="4455020" y="686600"/>
                </a:lnTo>
                <a:lnTo>
                  <a:pt x="4472267" y="640334"/>
                </a:lnTo>
                <a:lnTo>
                  <a:pt x="4484738" y="591832"/>
                </a:lnTo>
                <a:lnTo>
                  <a:pt x="4492307" y="541401"/>
                </a:lnTo>
                <a:lnTo>
                  <a:pt x="4494847" y="489292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 lIns="0" tIns="0" rIns="0" bIns="0" rtlCol="0"/>
          <a:lstStyle/>
          <a:p>
            <a:pPr defTabSz="554466"/>
            <a:endParaRPr sz="1092" kern="0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8183520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8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0C187A2-EAD2-4E2D-A493-69712696A9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1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575CE6A-0044-F997-9D57-DAC08F6DDD3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1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179" indent="0" algn="ctr">
              <a:buNone/>
              <a:defRPr sz="2000"/>
            </a:lvl2pPr>
            <a:lvl3pPr marL="914358" indent="0" algn="ctr">
              <a:buNone/>
              <a:defRPr sz="1800"/>
            </a:lvl3pPr>
            <a:lvl4pPr marL="1371536" indent="0" algn="ctr">
              <a:buNone/>
              <a:defRPr sz="1600"/>
            </a:lvl4pPr>
            <a:lvl5pPr marL="1828715" indent="0" algn="ctr">
              <a:buNone/>
              <a:defRPr sz="1600"/>
            </a:lvl5pPr>
            <a:lvl6pPr marL="2285894" indent="0" algn="ctr">
              <a:buNone/>
              <a:defRPr sz="1600"/>
            </a:lvl6pPr>
            <a:lvl7pPr marL="2743073" indent="0" algn="ctr">
              <a:buNone/>
              <a:defRPr sz="1600"/>
            </a:lvl7pPr>
            <a:lvl8pPr marL="3200252" indent="0" algn="ctr">
              <a:buNone/>
              <a:defRPr sz="1600"/>
            </a:lvl8pPr>
            <a:lvl9pPr marL="365743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9B40EB6-DFAD-7B7E-2FC2-A19A7B25E6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DE1070-F814-4CA1-87FD-8ED4ED4A42A1}" type="datetimeFigureOut">
              <a:rPr lang="pt-BR" smtClean="0"/>
              <a:t>11/09/2026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FF62333-405B-43A2-9163-E214B760A6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020D9CA-1DD9-71AF-583F-1C633F1048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CE4C9C-61C4-4CB8-8A61-849134BEA447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566904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/Relationships>
</file>

<file path=ppt/slideMasters/_rels/slideMaster2.xml.rels><?xml version="1.0" encoding="UTF-8" standalone="yes"?>
<Relationships xmlns="http://schemas.openxmlformats.org/package/2006/relationships"><Relationship Id="rId26" Type="http://schemas.openxmlformats.org/officeDocument/2006/relationships/slideLayout" Target="../slideLayouts/slideLayout63.xml"/><Relationship Id="rId21" Type="http://schemas.openxmlformats.org/officeDocument/2006/relationships/slideLayout" Target="../slideLayouts/slideLayout58.xml"/><Relationship Id="rId42" Type="http://schemas.openxmlformats.org/officeDocument/2006/relationships/slideLayout" Target="../slideLayouts/slideLayout79.xml"/><Relationship Id="rId47" Type="http://schemas.openxmlformats.org/officeDocument/2006/relationships/slideLayout" Target="../slideLayouts/slideLayout84.xml"/><Relationship Id="rId63" Type="http://schemas.openxmlformats.org/officeDocument/2006/relationships/slideLayout" Target="../slideLayouts/slideLayout100.xml"/><Relationship Id="rId68" Type="http://schemas.openxmlformats.org/officeDocument/2006/relationships/slideLayout" Target="../slideLayouts/slideLayout105.xml"/><Relationship Id="rId16" Type="http://schemas.openxmlformats.org/officeDocument/2006/relationships/slideLayout" Target="../slideLayouts/slideLayout53.xml"/><Relationship Id="rId11" Type="http://schemas.openxmlformats.org/officeDocument/2006/relationships/slideLayout" Target="../slideLayouts/slideLayout48.xml"/><Relationship Id="rId32" Type="http://schemas.openxmlformats.org/officeDocument/2006/relationships/slideLayout" Target="../slideLayouts/slideLayout69.xml"/><Relationship Id="rId37" Type="http://schemas.openxmlformats.org/officeDocument/2006/relationships/slideLayout" Target="../slideLayouts/slideLayout74.xml"/><Relationship Id="rId53" Type="http://schemas.openxmlformats.org/officeDocument/2006/relationships/slideLayout" Target="../slideLayouts/slideLayout90.xml"/><Relationship Id="rId58" Type="http://schemas.openxmlformats.org/officeDocument/2006/relationships/slideLayout" Target="../slideLayouts/slideLayout95.xml"/><Relationship Id="rId74" Type="http://schemas.openxmlformats.org/officeDocument/2006/relationships/slideLayout" Target="../slideLayouts/slideLayout111.xml"/><Relationship Id="rId79" Type="http://schemas.openxmlformats.org/officeDocument/2006/relationships/slideLayout" Target="../slideLayouts/slideLayout116.xml"/><Relationship Id="rId5" Type="http://schemas.openxmlformats.org/officeDocument/2006/relationships/slideLayout" Target="../slideLayouts/slideLayout42.xml"/><Relationship Id="rId61" Type="http://schemas.openxmlformats.org/officeDocument/2006/relationships/slideLayout" Target="../slideLayouts/slideLayout98.xml"/><Relationship Id="rId19" Type="http://schemas.openxmlformats.org/officeDocument/2006/relationships/slideLayout" Target="../slideLayouts/slideLayout56.xml"/><Relationship Id="rId14" Type="http://schemas.openxmlformats.org/officeDocument/2006/relationships/slideLayout" Target="../slideLayouts/slideLayout51.xml"/><Relationship Id="rId22" Type="http://schemas.openxmlformats.org/officeDocument/2006/relationships/slideLayout" Target="../slideLayouts/slideLayout59.xml"/><Relationship Id="rId27" Type="http://schemas.openxmlformats.org/officeDocument/2006/relationships/slideLayout" Target="../slideLayouts/slideLayout64.xml"/><Relationship Id="rId30" Type="http://schemas.openxmlformats.org/officeDocument/2006/relationships/slideLayout" Target="../slideLayouts/slideLayout67.xml"/><Relationship Id="rId35" Type="http://schemas.openxmlformats.org/officeDocument/2006/relationships/slideLayout" Target="../slideLayouts/slideLayout72.xml"/><Relationship Id="rId43" Type="http://schemas.openxmlformats.org/officeDocument/2006/relationships/slideLayout" Target="../slideLayouts/slideLayout80.xml"/><Relationship Id="rId48" Type="http://schemas.openxmlformats.org/officeDocument/2006/relationships/slideLayout" Target="../slideLayouts/slideLayout85.xml"/><Relationship Id="rId56" Type="http://schemas.openxmlformats.org/officeDocument/2006/relationships/slideLayout" Target="../slideLayouts/slideLayout93.xml"/><Relationship Id="rId64" Type="http://schemas.openxmlformats.org/officeDocument/2006/relationships/slideLayout" Target="../slideLayouts/slideLayout101.xml"/><Relationship Id="rId69" Type="http://schemas.openxmlformats.org/officeDocument/2006/relationships/slideLayout" Target="../slideLayouts/slideLayout106.xml"/><Relationship Id="rId77" Type="http://schemas.openxmlformats.org/officeDocument/2006/relationships/slideLayout" Target="../slideLayouts/slideLayout114.xml"/><Relationship Id="rId8" Type="http://schemas.openxmlformats.org/officeDocument/2006/relationships/slideLayout" Target="../slideLayouts/slideLayout45.xml"/><Relationship Id="rId51" Type="http://schemas.openxmlformats.org/officeDocument/2006/relationships/slideLayout" Target="../slideLayouts/slideLayout88.xml"/><Relationship Id="rId72" Type="http://schemas.openxmlformats.org/officeDocument/2006/relationships/slideLayout" Target="../slideLayouts/slideLayout109.xml"/><Relationship Id="rId80" Type="http://schemas.openxmlformats.org/officeDocument/2006/relationships/slideLayout" Target="../slideLayouts/slideLayout117.xml"/><Relationship Id="rId3" Type="http://schemas.openxmlformats.org/officeDocument/2006/relationships/slideLayout" Target="../slideLayouts/slideLayout40.xml"/><Relationship Id="rId12" Type="http://schemas.openxmlformats.org/officeDocument/2006/relationships/slideLayout" Target="../slideLayouts/slideLayout49.xml"/><Relationship Id="rId17" Type="http://schemas.openxmlformats.org/officeDocument/2006/relationships/slideLayout" Target="../slideLayouts/slideLayout54.xml"/><Relationship Id="rId25" Type="http://schemas.openxmlformats.org/officeDocument/2006/relationships/slideLayout" Target="../slideLayouts/slideLayout62.xml"/><Relationship Id="rId33" Type="http://schemas.openxmlformats.org/officeDocument/2006/relationships/slideLayout" Target="../slideLayouts/slideLayout70.xml"/><Relationship Id="rId38" Type="http://schemas.openxmlformats.org/officeDocument/2006/relationships/slideLayout" Target="../slideLayouts/slideLayout75.xml"/><Relationship Id="rId46" Type="http://schemas.openxmlformats.org/officeDocument/2006/relationships/slideLayout" Target="../slideLayouts/slideLayout83.xml"/><Relationship Id="rId59" Type="http://schemas.openxmlformats.org/officeDocument/2006/relationships/slideLayout" Target="../slideLayouts/slideLayout96.xml"/><Relationship Id="rId67" Type="http://schemas.openxmlformats.org/officeDocument/2006/relationships/slideLayout" Target="../slideLayouts/slideLayout104.xml"/><Relationship Id="rId20" Type="http://schemas.openxmlformats.org/officeDocument/2006/relationships/slideLayout" Target="../slideLayouts/slideLayout57.xml"/><Relationship Id="rId41" Type="http://schemas.openxmlformats.org/officeDocument/2006/relationships/slideLayout" Target="../slideLayouts/slideLayout78.xml"/><Relationship Id="rId54" Type="http://schemas.openxmlformats.org/officeDocument/2006/relationships/slideLayout" Target="../slideLayouts/slideLayout91.xml"/><Relationship Id="rId62" Type="http://schemas.openxmlformats.org/officeDocument/2006/relationships/slideLayout" Target="../slideLayouts/slideLayout99.xml"/><Relationship Id="rId70" Type="http://schemas.openxmlformats.org/officeDocument/2006/relationships/slideLayout" Target="../slideLayouts/slideLayout107.xml"/><Relationship Id="rId75" Type="http://schemas.openxmlformats.org/officeDocument/2006/relationships/slideLayout" Target="../slideLayouts/slideLayout112.xml"/><Relationship Id="rId1" Type="http://schemas.openxmlformats.org/officeDocument/2006/relationships/slideLayout" Target="../slideLayouts/slideLayout38.xml"/><Relationship Id="rId6" Type="http://schemas.openxmlformats.org/officeDocument/2006/relationships/slideLayout" Target="../slideLayouts/slideLayout43.xml"/><Relationship Id="rId15" Type="http://schemas.openxmlformats.org/officeDocument/2006/relationships/slideLayout" Target="../slideLayouts/slideLayout52.xml"/><Relationship Id="rId23" Type="http://schemas.openxmlformats.org/officeDocument/2006/relationships/slideLayout" Target="../slideLayouts/slideLayout60.xml"/><Relationship Id="rId28" Type="http://schemas.openxmlformats.org/officeDocument/2006/relationships/slideLayout" Target="../slideLayouts/slideLayout65.xml"/><Relationship Id="rId36" Type="http://schemas.openxmlformats.org/officeDocument/2006/relationships/slideLayout" Target="../slideLayouts/slideLayout73.xml"/><Relationship Id="rId49" Type="http://schemas.openxmlformats.org/officeDocument/2006/relationships/slideLayout" Target="../slideLayouts/slideLayout86.xml"/><Relationship Id="rId57" Type="http://schemas.openxmlformats.org/officeDocument/2006/relationships/slideLayout" Target="../slideLayouts/slideLayout94.xml"/><Relationship Id="rId10" Type="http://schemas.openxmlformats.org/officeDocument/2006/relationships/slideLayout" Target="../slideLayouts/slideLayout47.xml"/><Relationship Id="rId31" Type="http://schemas.openxmlformats.org/officeDocument/2006/relationships/slideLayout" Target="../slideLayouts/slideLayout68.xml"/><Relationship Id="rId44" Type="http://schemas.openxmlformats.org/officeDocument/2006/relationships/slideLayout" Target="../slideLayouts/slideLayout81.xml"/><Relationship Id="rId52" Type="http://schemas.openxmlformats.org/officeDocument/2006/relationships/slideLayout" Target="../slideLayouts/slideLayout89.xml"/><Relationship Id="rId60" Type="http://schemas.openxmlformats.org/officeDocument/2006/relationships/slideLayout" Target="../slideLayouts/slideLayout97.xml"/><Relationship Id="rId65" Type="http://schemas.openxmlformats.org/officeDocument/2006/relationships/slideLayout" Target="../slideLayouts/slideLayout102.xml"/><Relationship Id="rId73" Type="http://schemas.openxmlformats.org/officeDocument/2006/relationships/slideLayout" Target="../slideLayouts/slideLayout110.xml"/><Relationship Id="rId78" Type="http://schemas.openxmlformats.org/officeDocument/2006/relationships/slideLayout" Target="../slideLayouts/slideLayout115.xml"/><Relationship Id="rId81" Type="http://schemas.openxmlformats.org/officeDocument/2006/relationships/theme" Target="../theme/theme2.xml"/><Relationship Id="rId4" Type="http://schemas.openxmlformats.org/officeDocument/2006/relationships/slideLayout" Target="../slideLayouts/slideLayout41.xml"/><Relationship Id="rId9" Type="http://schemas.openxmlformats.org/officeDocument/2006/relationships/slideLayout" Target="../slideLayouts/slideLayout46.xml"/><Relationship Id="rId13" Type="http://schemas.openxmlformats.org/officeDocument/2006/relationships/slideLayout" Target="../slideLayouts/slideLayout50.xml"/><Relationship Id="rId18" Type="http://schemas.openxmlformats.org/officeDocument/2006/relationships/slideLayout" Target="../slideLayouts/slideLayout55.xml"/><Relationship Id="rId39" Type="http://schemas.openxmlformats.org/officeDocument/2006/relationships/slideLayout" Target="../slideLayouts/slideLayout76.xml"/><Relationship Id="rId34" Type="http://schemas.openxmlformats.org/officeDocument/2006/relationships/slideLayout" Target="../slideLayouts/slideLayout71.xml"/><Relationship Id="rId50" Type="http://schemas.openxmlformats.org/officeDocument/2006/relationships/slideLayout" Target="../slideLayouts/slideLayout87.xml"/><Relationship Id="rId55" Type="http://schemas.openxmlformats.org/officeDocument/2006/relationships/slideLayout" Target="../slideLayouts/slideLayout92.xml"/><Relationship Id="rId76" Type="http://schemas.openxmlformats.org/officeDocument/2006/relationships/slideLayout" Target="../slideLayouts/slideLayout113.xml"/><Relationship Id="rId7" Type="http://schemas.openxmlformats.org/officeDocument/2006/relationships/slideLayout" Target="../slideLayouts/slideLayout44.xml"/><Relationship Id="rId71" Type="http://schemas.openxmlformats.org/officeDocument/2006/relationships/slideLayout" Target="../slideLayouts/slideLayout108.xml"/><Relationship Id="rId2" Type="http://schemas.openxmlformats.org/officeDocument/2006/relationships/slideLayout" Target="../slideLayouts/slideLayout39.xml"/><Relationship Id="rId29" Type="http://schemas.openxmlformats.org/officeDocument/2006/relationships/slideLayout" Target="../slideLayouts/slideLayout66.xml"/><Relationship Id="rId24" Type="http://schemas.openxmlformats.org/officeDocument/2006/relationships/slideLayout" Target="../slideLayouts/slideLayout61.xml"/><Relationship Id="rId40" Type="http://schemas.openxmlformats.org/officeDocument/2006/relationships/slideLayout" Target="../slideLayouts/slideLayout77.xml"/><Relationship Id="rId45" Type="http://schemas.openxmlformats.org/officeDocument/2006/relationships/slideLayout" Target="../slideLayouts/slideLayout82.xml"/><Relationship Id="rId66" Type="http://schemas.openxmlformats.org/officeDocument/2006/relationships/slideLayout" Target="../slideLayouts/slideLayout103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25.xml"/><Relationship Id="rId3" Type="http://schemas.openxmlformats.org/officeDocument/2006/relationships/slideLayout" Target="../slideLayouts/slideLayout120.xml"/><Relationship Id="rId7" Type="http://schemas.openxmlformats.org/officeDocument/2006/relationships/slideLayout" Target="../slideLayouts/slideLayout124.xml"/><Relationship Id="rId2" Type="http://schemas.openxmlformats.org/officeDocument/2006/relationships/slideLayout" Target="../slideLayouts/slideLayout119.xml"/><Relationship Id="rId1" Type="http://schemas.openxmlformats.org/officeDocument/2006/relationships/slideLayout" Target="../slideLayouts/slideLayout118.xml"/><Relationship Id="rId6" Type="http://schemas.openxmlformats.org/officeDocument/2006/relationships/slideLayout" Target="../slideLayouts/slideLayout123.xml"/><Relationship Id="rId5" Type="http://schemas.openxmlformats.org/officeDocument/2006/relationships/slideLayout" Target="../slideLayouts/slideLayout122.xml"/><Relationship Id="rId4" Type="http://schemas.openxmlformats.org/officeDocument/2006/relationships/slideLayout" Target="../slideLayouts/slideLayout121.xml"/><Relationship Id="rId9" Type="http://schemas.openxmlformats.org/officeDocument/2006/relationships/theme" Target="../theme/theme3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33.xml"/><Relationship Id="rId3" Type="http://schemas.openxmlformats.org/officeDocument/2006/relationships/slideLayout" Target="../slideLayouts/slideLayout128.xml"/><Relationship Id="rId7" Type="http://schemas.openxmlformats.org/officeDocument/2006/relationships/slideLayout" Target="../slideLayouts/slideLayout132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127.xml"/><Relationship Id="rId1" Type="http://schemas.openxmlformats.org/officeDocument/2006/relationships/slideLayout" Target="../slideLayouts/slideLayout126.xml"/><Relationship Id="rId6" Type="http://schemas.openxmlformats.org/officeDocument/2006/relationships/slideLayout" Target="../slideLayouts/slideLayout131.xml"/><Relationship Id="rId11" Type="http://schemas.openxmlformats.org/officeDocument/2006/relationships/slideLayout" Target="../slideLayouts/slideLayout136.xml"/><Relationship Id="rId5" Type="http://schemas.openxmlformats.org/officeDocument/2006/relationships/slideLayout" Target="../slideLayouts/slideLayout130.xml"/><Relationship Id="rId10" Type="http://schemas.openxmlformats.org/officeDocument/2006/relationships/slideLayout" Target="../slideLayouts/slideLayout135.xml"/><Relationship Id="rId4" Type="http://schemas.openxmlformats.org/officeDocument/2006/relationships/slideLayout" Target="../slideLayouts/slideLayout129.xml"/><Relationship Id="rId9" Type="http://schemas.openxmlformats.org/officeDocument/2006/relationships/slideLayout" Target="../slideLayouts/slideLayout134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44.xml"/><Relationship Id="rId13" Type="http://schemas.openxmlformats.org/officeDocument/2006/relationships/slideLayout" Target="../slideLayouts/slideLayout149.xml"/><Relationship Id="rId18" Type="http://schemas.openxmlformats.org/officeDocument/2006/relationships/slideLayout" Target="../slideLayouts/slideLayout154.xml"/><Relationship Id="rId26" Type="http://schemas.openxmlformats.org/officeDocument/2006/relationships/slideLayout" Target="../slideLayouts/slideLayout162.xml"/><Relationship Id="rId3" Type="http://schemas.openxmlformats.org/officeDocument/2006/relationships/slideLayout" Target="../slideLayouts/slideLayout139.xml"/><Relationship Id="rId21" Type="http://schemas.openxmlformats.org/officeDocument/2006/relationships/slideLayout" Target="../slideLayouts/slideLayout157.xml"/><Relationship Id="rId7" Type="http://schemas.openxmlformats.org/officeDocument/2006/relationships/slideLayout" Target="../slideLayouts/slideLayout143.xml"/><Relationship Id="rId12" Type="http://schemas.openxmlformats.org/officeDocument/2006/relationships/slideLayout" Target="../slideLayouts/slideLayout148.xml"/><Relationship Id="rId17" Type="http://schemas.openxmlformats.org/officeDocument/2006/relationships/slideLayout" Target="../slideLayouts/slideLayout153.xml"/><Relationship Id="rId25" Type="http://schemas.openxmlformats.org/officeDocument/2006/relationships/slideLayout" Target="../slideLayouts/slideLayout161.xml"/><Relationship Id="rId2" Type="http://schemas.openxmlformats.org/officeDocument/2006/relationships/slideLayout" Target="../slideLayouts/slideLayout138.xml"/><Relationship Id="rId16" Type="http://schemas.openxmlformats.org/officeDocument/2006/relationships/slideLayout" Target="../slideLayouts/slideLayout152.xml"/><Relationship Id="rId20" Type="http://schemas.openxmlformats.org/officeDocument/2006/relationships/slideLayout" Target="../slideLayouts/slideLayout156.xml"/><Relationship Id="rId29" Type="http://schemas.openxmlformats.org/officeDocument/2006/relationships/slideLayout" Target="../slideLayouts/slideLayout165.xml"/><Relationship Id="rId1" Type="http://schemas.openxmlformats.org/officeDocument/2006/relationships/slideLayout" Target="../slideLayouts/slideLayout137.xml"/><Relationship Id="rId6" Type="http://schemas.openxmlformats.org/officeDocument/2006/relationships/slideLayout" Target="../slideLayouts/slideLayout142.xml"/><Relationship Id="rId11" Type="http://schemas.openxmlformats.org/officeDocument/2006/relationships/slideLayout" Target="../slideLayouts/slideLayout147.xml"/><Relationship Id="rId24" Type="http://schemas.openxmlformats.org/officeDocument/2006/relationships/slideLayout" Target="../slideLayouts/slideLayout160.xml"/><Relationship Id="rId5" Type="http://schemas.openxmlformats.org/officeDocument/2006/relationships/slideLayout" Target="../slideLayouts/slideLayout141.xml"/><Relationship Id="rId15" Type="http://schemas.openxmlformats.org/officeDocument/2006/relationships/slideLayout" Target="../slideLayouts/slideLayout151.xml"/><Relationship Id="rId23" Type="http://schemas.openxmlformats.org/officeDocument/2006/relationships/slideLayout" Target="../slideLayouts/slideLayout159.xml"/><Relationship Id="rId28" Type="http://schemas.openxmlformats.org/officeDocument/2006/relationships/slideLayout" Target="../slideLayouts/slideLayout164.xml"/><Relationship Id="rId10" Type="http://schemas.openxmlformats.org/officeDocument/2006/relationships/slideLayout" Target="../slideLayouts/slideLayout146.xml"/><Relationship Id="rId19" Type="http://schemas.openxmlformats.org/officeDocument/2006/relationships/slideLayout" Target="../slideLayouts/slideLayout155.xml"/><Relationship Id="rId4" Type="http://schemas.openxmlformats.org/officeDocument/2006/relationships/slideLayout" Target="../slideLayouts/slideLayout140.xml"/><Relationship Id="rId9" Type="http://schemas.openxmlformats.org/officeDocument/2006/relationships/slideLayout" Target="../slideLayouts/slideLayout145.xml"/><Relationship Id="rId14" Type="http://schemas.openxmlformats.org/officeDocument/2006/relationships/slideLayout" Target="../slideLayouts/slideLayout150.xml"/><Relationship Id="rId22" Type="http://schemas.openxmlformats.org/officeDocument/2006/relationships/slideLayout" Target="../slideLayouts/slideLayout158.xml"/><Relationship Id="rId27" Type="http://schemas.openxmlformats.org/officeDocument/2006/relationships/slideLayout" Target="../slideLayouts/slideLayout163.xml"/><Relationship Id="rId30" Type="http://schemas.openxmlformats.org/officeDocument/2006/relationships/theme" Target="../theme/theme5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73.xml"/><Relationship Id="rId13" Type="http://schemas.openxmlformats.org/officeDocument/2006/relationships/slideLayout" Target="../slideLayouts/slideLayout178.xml"/><Relationship Id="rId18" Type="http://schemas.openxmlformats.org/officeDocument/2006/relationships/slideLayout" Target="../slideLayouts/slideLayout183.xml"/><Relationship Id="rId3" Type="http://schemas.openxmlformats.org/officeDocument/2006/relationships/slideLayout" Target="../slideLayouts/slideLayout168.xml"/><Relationship Id="rId21" Type="http://schemas.openxmlformats.org/officeDocument/2006/relationships/slideLayout" Target="../slideLayouts/slideLayout186.xml"/><Relationship Id="rId7" Type="http://schemas.openxmlformats.org/officeDocument/2006/relationships/slideLayout" Target="../slideLayouts/slideLayout172.xml"/><Relationship Id="rId12" Type="http://schemas.openxmlformats.org/officeDocument/2006/relationships/slideLayout" Target="../slideLayouts/slideLayout177.xml"/><Relationship Id="rId17" Type="http://schemas.openxmlformats.org/officeDocument/2006/relationships/slideLayout" Target="../slideLayouts/slideLayout182.xml"/><Relationship Id="rId2" Type="http://schemas.openxmlformats.org/officeDocument/2006/relationships/slideLayout" Target="../slideLayouts/slideLayout167.xml"/><Relationship Id="rId16" Type="http://schemas.openxmlformats.org/officeDocument/2006/relationships/slideLayout" Target="../slideLayouts/slideLayout181.xml"/><Relationship Id="rId20" Type="http://schemas.openxmlformats.org/officeDocument/2006/relationships/slideLayout" Target="../slideLayouts/slideLayout185.xml"/><Relationship Id="rId1" Type="http://schemas.openxmlformats.org/officeDocument/2006/relationships/slideLayout" Target="../slideLayouts/slideLayout166.xml"/><Relationship Id="rId6" Type="http://schemas.openxmlformats.org/officeDocument/2006/relationships/slideLayout" Target="../slideLayouts/slideLayout171.xml"/><Relationship Id="rId11" Type="http://schemas.openxmlformats.org/officeDocument/2006/relationships/slideLayout" Target="../slideLayouts/slideLayout176.xml"/><Relationship Id="rId5" Type="http://schemas.openxmlformats.org/officeDocument/2006/relationships/slideLayout" Target="../slideLayouts/slideLayout170.xml"/><Relationship Id="rId15" Type="http://schemas.openxmlformats.org/officeDocument/2006/relationships/slideLayout" Target="../slideLayouts/slideLayout180.xml"/><Relationship Id="rId23" Type="http://schemas.openxmlformats.org/officeDocument/2006/relationships/theme" Target="../theme/theme6.xml"/><Relationship Id="rId10" Type="http://schemas.openxmlformats.org/officeDocument/2006/relationships/slideLayout" Target="../slideLayouts/slideLayout175.xml"/><Relationship Id="rId19" Type="http://schemas.openxmlformats.org/officeDocument/2006/relationships/slideLayout" Target="../slideLayouts/slideLayout184.xml"/><Relationship Id="rId4" Type="http://schemas.openxmlformats.org/officeDocument/2006/relationships/slideLayout" Target="../slideLayouts/slideLayout169.xml"/><Relationship Id="rId9" Type="http://schemas.openxmlformats.org/officeDocument/2006/relationships/slideLayout" Target="../slideLayouts/slideLayout174.xml"/><Relationship Id="rId14" Type="http://schemas.openxmlformats.org/officeDocument/2006/relationships/slideLayout" Target="../slideLayouts/slideLayout179.xml"/><Relationship Id="rId22" Type="http://schemas.openxmlformats.org/officeDocument/2006/relationships/slideLayout" Target="../slideLayouts/slideLayout18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901950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8" r:id="rId1"/>
    <p:sldLayoutId id="2147483787" r:id="rId2"/>
    <p:sldLayoutId id="2147483851" r:id="rId3"/>
    <p:sldLayoutId id="2147483790" r:id="rId4"/>
    <p:sldLayoutId id="2147483791" r:id="rId5"/>
    <p:sldLayoutId id="2147483852" r:id="rId6"/>
    <p:sldLayoutId id="2147483856" r:id="rId7"/>
    <p:sldLayoutId id="2147483821" r:id="rId8"/>
    <p:sldLayoutId id="2147483839" r:id="rId9"/>
    <p:sldLayoutId id="2147483838" r:id="rId10"/>
    <p:sldLayoutId id="2147483848" r:id="rId11"/>
    <p:sldLayoutId id="2147483849" r:id="rId12"/>
    <p:sldLayoutId id="2147483850" r:id="rId13"/>
    <p:sldLayoutId id="2147483858" r:id="rId14"/>
    <p:sldLayoutId id="2147483860" r:id="rId15"/>
    <p:sldLayoutId id="2147483861" r:id="rId16"/>
    <p:sldLayoutId id="2147483862" r:id="rId17"/>
    <p:sldLayoutId id="2147483863" r:id="rId18"/>
    <p:sldLayoutId id="2147484202" r:id="rId19"/>
    <p:sldLayoutId id="2147484203" r:id="rId20"/>
    <p:sldLayoutId id="2147484204" r:id="rId21"/>
    <p:sldLayoutId id="2147484646" r:id="rId22"/>
    <p:sldLayoutId id="2147484640" r:id="rId23"/>
    <p:sldLayoutId id="2147484641" r:id="rId24"/>
    <p:sldLayoutId id="2147484642" r:id="rId25"/>
    <p:sldLayoutId id="2147484644" r:id="rId26"/>
    <p:sldLayoutId id="2147484645" r:id="rId27"/>
    <p:sldLayoutId id="2147484647" r:id="rId28"/>
    <p:sldLayoutId id="2147484643" r:id="rId29"/>
    <p:sldLayoutId id="2147484650" r:id="rId30"/>
    <p:sldLayoutId id="2147484637" r:id="rId31"/>
    <p:sldLayoutId id="2147484639" r:id="rId32"/>
    <p:sldLayoutId id="2147484649" r:id="rId33"/>
    <p:sldLayoutId id="2147484636" r:id="rId34"/>
    <p:sldLayoutId id="2147484638" r:id="rId35"/>
    <p:sldLayoutId id="2147484648" r:id="rId36"/>
    <p:sldLayoutId id="2147484651" r:id="rId37"/>
  </p:sldLayoutIdLst>
  <p:hf hdr="0" ftr="0" dt="0"/>
  <p:txStyles>
    <p:titleStyle>
      <a:lvl1pPr eaLnBrk="1" hangingPunct="1">
        <a:defRPr>
          <a:latin typeface="+mj-lt"/>
          <a:ea typeface="+mj-ea"/>
          <a:cs typeface="+mj-cs"/>
        </a:defRPr>
      </a:lvl1pPr>
    </p:titleStyle>
    <p:bodyStyle>
      <a:lvl1pPr marL="0" eaLnBrk="1" hangingPunct="1">
        <a:defRPr b="0" i="0">
          <a:latin typeface="Versos" panose="020B0503020204030204" pitchFamily="34" charset="77"/>
          <a:ea typeface="+mn-ea"/>
          <a:cs typeface="+mn-cs"/>
        </a:defRPr>
      </a:lvl1pPr>
      <a:lvl2pPr marL="265313" eaLnBrk="1" hangingPunct="1">
        <a:defRPr>
          <a:latin typeface="+mn-lt"/>
          <a:ea typeface="+mn-ea"/>
          <a:cs typeface="+mn-cs"/>
        </a:defRPr>
      </a:lvl2pPr>
      <a:lvl3pPr marL="530626" eaLnBrk="1" hangingPunct="1">
        <a:defRPr>
          <a:latin typeface="+mn-lt"/>
          <a:ea typeface="+mn-ea"/>
          <a:cs typeface="+mn-cs"/>
        </a:defRPr>
      </a:lvl3pPr>
      <a:lvl4pPr marL="795939" eaLnBrk="1" hangingPunct="1">
        <a:defRPr>
          <a:latin typeface="+mn-lt"/>
          <a:ea typeface="+mn-ea"/>
          <a:cs typeface="+mn-cs"/>
        </a:defRPr>
      </a:lvl4pPr>
      <a:lvl5pPr marL="1061253" eaLnBrk="1" hangingPunct="1">
        <a:defRPr>
          <a:latin typeface="+mn-lt"/>
          <a:ea typeface="+mn-ea"/>
          <a:cs typeface="+mn-cs"/>
        </a:defRPr>
      </a:lvl5pPr>
      <a:lvl6pPr marL="1326566" eaLnBrk="1" hangingPunct="1">
        <a:defRPr>
          <a:latin typeface="+mn-lt"/>
          <a:ea typeface="+mn-ea"/>
          <a:cs typeface="+mn-cs"/>
        </a:defRPr>
      </a:lvl6pPr>
      <a:lvl7pPr marL="1591879" eaLnBrk="1" hangingPunct="1">
        <a:defRPr>
          <a:latin typeface="+mn-lt"/>
          <a:ea typeface="+mn-ea"/>
          <a:cs typeface="+mn-cs"/>
        </a:defRPr>
      </a:lvl7pPr>
      <a:lvl8pPr marL="1857192" eaLnBrk="1" hangingPunct="1">
        <a:defRPr>
          <a:latin typeface="+mn-lt"/>
          <a:ea typeface="+mn-ea"/>
          <a:cs typeface="+mn-cs"/>
        </a:defRPr>
      </a:lvl8pPr>
      <a:lvl9pPr marL="2122505" eaLnBrk="1" hangingPunct="1">
        <a:defRPr>
          <a:latin typeface="+mn-lt"/>
          <a:ea typeface="+mn-ea"/>
          <a:cs typeface="+mn-cs"/>
        </a:defRPr>
      </a:lvl9pPr>
    </p:bodyStyle>
    <p:otherStyle>
      <a:lvl1pPr marL="0" eaLnBrk="1" hangingPunct="1">
        <a:defRPr>
          <a:latin typeface="+mn-lt"/>
          <a:ea typeface="+mn-ea"/>
          <a:cs typeface="+mn-cs"/>
        </a:defRPr>
      </a:lvl1pPr>
      <a:lvl2pPr marL="265313" eaLnBrk="1" hangingPunct="1">
        <a:defRPr>
          <a:latin typeface="+mn-lt"/>
          <a:ea typeface="+mn-ea"/>
          <a:cs typeface="+mn-cs"/>
        </a:defRPr>
      </a:lvl2pPr>
      <a:lvl3pPr marL="530626" eaLnBrk="1" hangingPunct="1">
        <a:defRPr>
          <a:latin typeface="+mn-lt"/>
          <a:ea typeface="+mn-ea"/>
          <a:cs typeface="+mn-cs"/>
        </a:defRPr>
      </a:lvl3pPr>
      <a:lvl4pPr marL="795939" eaLnBrk="1" hangingPunct="1">
        <a:defRPr>
          <a:latin typeface="+mn-lt"/>
          <a:ea typeface="+mn-ea"/>
          <a:cs typeface="+mn-cs"/>
        </a:defRPr>
      </a:lvl4pPr>
      <a:lvl5pPr marL="1061253" eaLnBrk="1" hangingPunct="1">
        <a:defRPr>
          <a:latin typeface="+mn-lt"/>
          <a:ea typeface="+mn-ea"/>
          <a:cs typeface="+mn-cs"/>
        </a:defRPr>
      </a:lvl5pPr>
      <a:lvl6pPr marL="1326566" eaLnBrk="1" hangingPunct="1">
        <a:defRPr>
          <a:latin typeface="+mn-lt"/>
          <a:ea typeface="+mn-ea"/>
          <a:cs typeface="+mn-cs"/>
        </a:defRPr>
      </a:lvl6pPr>
      <a:lvl7pPr marL="1591879" eaLnBrk="1" hangingPunct="1">
        <a:defRPr>
          <a:latin typeface="+mn-lt"/>
          <a:ea typeface="+mn-ea"/>
          <a:cs typeface="+mn-cs"/>
        </a:defRPr>
      </a:lvl7pPr>
      <a:lvl8pPr marL="1857192" eaLnBrk="1" hangingPunct="1">
        <a:defRPr>
          <a:latin typeface="+mn-lt"/>
          <a:ea typeface="+mn-ea"/>
          <a:cs typeface="+mn-cs"/>
        </a:defRPr>
      </a:lvl8pPr>
      <a:lvl9pPr marL="2122505" eaLnBrk="1" hangingPunct="1">
        <a:defRPr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452368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6" r:id="rId1"/>
    <p:sldLayoutId id="2147483767" r:id="rId2"/>
    <p:sldLayoutId id="2147483773" r:id="rId3"/>
    <p:sldLayoutId id="2147483775" r:id="rId4"/>
    <p:sldLayoutId id="2147483797" r:id="rId5"/>
    <p:sldLayoutId id="2147483854" r:id="rId6"/>
    <p:sldLayoutId id="2147483857" r:id="rId7"/>
    <p:sldLayoutId id="2147483806" r:id="rId8"/>
    <p:sldLayoutId id="2147483807" r:id="rId9"/>
    <p:sldLayoutId id="2147483808" r:id="rId10"/>
    <p:sldLayoutId id="2147483809" r:id="rId11"/>
    <p:sldLayoutId id="2147483810" r:id="rId12"/>
    <p:sldLayoutId id="2147483811" r:id="rId13"/>
    <p:sldLayoutId id="2147483812" r:id="rId14"/>
    <p:sldLayoutId id="2147483813" r:id="rId15"/>
    <p:sldLayoutId id="2147483840" r:id="rId16"/>
    <p:sldLayoutId id="2147483841" r:id="rId17"/>
    <p:sldLayoutId id="2147483842" r:id="rId18"/>
    <p:sldLayoutId id="2147483843" r:id="rId19"/>
    <p:sldLayoutId id="2147483844" r:id="rId20"/>
    <p:sldLayoutId id="2147483845" r:id="rId21"/>
    <p:sldLayoutId id="2147483846" r:id="rId22"/>
    <p:sldLayoutId id="2147483847" r:id="rId23"/>
    <p:sldLayoutId id="2147483853" r:id="rId24"/>
    <p:sldLayoutId id="2147483855" r:id="rId25"/>
    <p:sldLayoutId id="2147484137" r:id="rId26"/>
    <p:sldLayoutId id="2147484138" r:id="rId27"/>
    <p:sldLayoutId id="2147484139" r:id="rId28"/>
    <p:sldLayoutId id="2147484140" r:id="rId29"/>
    <p:sldLayoutId id="2147484141" r:id="rId30"/>
    <p:sldLayoutId id="2147484142" r:id="rId31"/>
    <p:sldLayoutId id="2147484143" r:id="rId32"/>
    <p:sldLayoutId id="2147484144" r:id="rId33"/>
    <p:sldLayoutId id="2147484145" r:id="rId34"/>
    <p:sldLayoutId id="2147484146" r:id="rId35"/>
    <p:sldLayoutId id="2147484147" r:id="rId36"/>
    <p:sldLayoutId id="2147484148" r:id="rId37"/>
    <p:sldLayoutId id="2147484149" r:id="rId38"/>
    <p:sldLayoutId id="2147484150" r:id="rId39"/>
    <p:sldLayoutId id="2147484151" r:id="rId40"/>
    <p:sldLayoutId id="2147484152" r:id="rId41"/>
    <p:sldLayoutId id="2147484154" r:id="rId42"/>
    <p:sldLayoutId id="2147484155" r:id="rId43"/>
    <p:sldLayoutId id="2147484156" r:id="rId44"/>
    <p:sldLayoutId id="2147484157" r:id="rId45"/>
    <p:sldLayoutId id="2147484158" r:id="rId46"/>
    <p:sldLayoutId id="2147484159" r:id="rId47"/>
    <p:sldLayoutId id="2147484160" r:id="rId48"/>
    <p:sldLayoutId id="2147484162" r:id="rId49"/>
    <p:sldLayoutId id="2147484163" r:id="rId50"/>
    <p:sldLayoutId id="2147484164" r:id="rId51"/>
    <p:sldLayoutId id="2147484170" r:id="rId52"/>
    <p:sldLayoutId id="2147484192" r:id="rId53"/>
    <p:sldLayoutId id="2147484193" r:id="rId54"/>
    <p:sldLayoutId id="2147484270" r:id="rId55"/>
    <p:sldLayoutId id="2147484271" r:id="rId56"/>
    <p:sldLayoutId id="2147484272" r:id="rId57"/>
    <p:sldLayoutId id="2147484273" r:id="rId58"/>
    <p:sldLayoutId id="2147484274" r:id="rId59"/>
    <p:sldLayoutId id="2147484275" r:id="rId60"/>
    <p:sldLayoutId id="2147484276" r:id="rId61"/>
    <p:sldLayoutId id="2147484277" r:id="rId62"/>
    <p:sldLayoutId id="2147484278" r:id="rId63"/>
    <p:sldLayoutId id="2147484279" r:id="rId64"/>
    <p:sldLayoutId id="2147484280" r:id="rId65"/>
    <p:sldLayoutId id="2147484281" r:id="rId66"/>
    <p:sldLayoutId id="2147484282" r:id="rId67"/>
    <p:sldLayoutId id="2147484283" r:id="rId68"/>
    <p:sldLayoutId id="2147484284" r:id="rId69"/>
    <p:sldLayoutId id="2147484285" r:id="rId70"/>
    <p:sldLayoutId id="2147484286" r:id="rId71"/>
    <p:sldLayoutId id="2147484287" r:id="rId72"/>
    <p:sldLayoutId id="2147484288" r:id="rId73"/>
    <p:sldLayoutId id="2147484289" r:id="rId74"/>
    <p:sldLayoutId id="2147484290" r:id="rId75"/>
    <p:sldLayoutId id="2147484291" r:id="rId76"/>
    <p:sldLayoutId id="2147484297" r:id="rId77"/>
    <p:sldLayoutId id="2147484494" r:id="rId78"/>
    <p:sldLayoutId id="2147484495" r:id="rId79"/>
    <p:sldLayoutId id="2147484524" r:id="rId80"/>
  </p:sldLayoutIdLst>
  <p:hf hdr="0" ftr="0" dt="0"/>
  <p:txStyles>
    <p:titleStyle>
      <a:lvl1pPr eaLnBrk="1" hangingPunct="1">
        <a:defRPr>
          <a:latin typeface="+mj-lt"/>
          <a:ea typeface="+mj-ea"/>
          <a:cs typeface="+mj-cs"/>
        </a:defRPr>
      </a:lvl1pPr>
    </p:titleStyle>
    <p:bodyStyle>
      <a:lvl1pPr marL="0" eaLnBrk="1" hangingPunct="1">
        <a:defRPr b="0" i="0">
          <a:latin typeface="Versos" panose="020B0503020204030204" pitchFamily="34" charset="77"/>
          <a:ea typeface="+mn-ea"/>
          <a:cs typeface="+mn-cs"/>
        </a:defRPr>
      </a:lvl1pPr>
      <a:lvl2pPr marL="265313" eaLnBrk="1" hangingPunct="1">
        <a:defRPr>
          <a:latin typeface="+mn-lt"/>
          <a:ea typeface="+mn-ea"/>
          <a:cs typeface="+mn-cs"/>
        </a:defRPr>
      </a:lvl2pPr>
      <a:lvl3pPr marL="530626" eaLnBrk="1" hangingPunct="1">
        <a:defRPr>
          <a:latin typeface="+mn-lt"/>
          <a:ea typeface="+mn-ea"/>
          <a:cs typeface="+mn-cs"/>
        </a:defRPr>
      </a:lvl3pPr>
      <a:lvl4pPr marL="795939" eaLnBrk="1" hangingPunct="1">
        <a:defRPr>
          <a:latin typeface="+mn-lt"/>
          <a:ea typeface="+mn-ea"/>
          <a:cs typeface="+mn-cs"/>
        </a:defRPr>
      </a:lvl4pPr>
      <a:lvl5pPr marL="1061253" eaLnBrk="1" hangingPunct="1">
        <a:defRPr>
          <a:latin typeface="+mn-lt"/>
          <a:ea typeface="+mn-ea"/>
          <a:cs typeface="+mn-cs"/>
        </a:defRPr>
      </a:lvl5pPr>
      <a:lvl6pPr marL="1326566" eaLnBrk="1" hangingPunct="1">
        <a:defRPr>
          <a:latin typeface="+mn-lt"/>
          <a:ea typeface="+mn-ea"/>
          <a:cs typeface="+mn-cs"/>
        </a:defRPr>
      </a:lvl6pPr>
      <a:lvl7pPr marL="1591879" eaLnBrk="1" hangingPunct="1">
        <a:defRPr>
          <a:latin typeface="+mn-lt"/>
          <a:ea typeface="+mn-ea"/>
          <a:cs typeface="+mn-cs"/>
        </a:defRPr>
      </a:lvl7pPr>
      <a:lvl8pPr marL="1857192" eaLnBrk="1" hangingPunct="1">
        <a:defRPr>
          <a:latin typeface="+mn-lt"/>
          <a:ea typeface="+mn-ea"/>
          <a:cs typeface="+mn-cs"/>
        </a:defRPr>
      </a:lvl8pPr>
      <a:lvl9pPr marL="2122505" eaLnBrk="1" hangingPunct="1">
        <a:defRPr>
          <a:latin typeface="+mn-lt"/>
          <a:ea typeface="+mn-ea"/>
          <a:cs typeface="+mn-cs"/>
        </a:defRPr>
      </a:lvl9pPr>
    </p:bodyStyle>
    <p:otherStyle>
      <a:lvl1pPr marL="0" eaLnBrk="1" hangingPunct="1">
        <a:defRPr>
          <a:latin typeface="+mn-lt"/>
          <a:ea typeface="+mn-ea"/>
          <a:cs typeface="+mn-cs"/>
        </a:defRPr>
      </a:lvl1pPr>
      <a:lvl2pPr marL="265313" eaLnBrk="1" hangingPunct="1">
        <a:defRPr>
          <a:latin typeface="+mn-lt"/>
          <a:ea typeface="+mn-ea"/>
          <a:cs typeface="+mn-cs"/>
        </a:defRPr>
      </a:lvl2pPr>
      <a:lvl3pPr marL="530626" eaLnBrk="1" hangingPunct="1">
        <a:defRPr>
          <a:latin typeface="+mn-lt"/>
          <a:ea typeface="+mn-ea"/>
          <a:cs typeface="+mn-cs"/>
        </a:defRPr>
      </a:lvl3pPr>
      <a:lvl4pPr marL="795939" eaLnBrk="1" hangingPunct="1">
        <a:defRPr>
          <a:latin typeface="+mn-lt"/>
          <a:ea typeface="+mn-ea"/>
          <a:cs typeface="+mn-cs"/>
        </a:defRPr>
      </a:lvl4pPr>
      <a:lvl5pPr marL="1061253" eaLnBrk="1" hangingPunct="1">
        <a:defRPr>
          <a:latin typeface="+mn-lt"/>
          <a:ea typeface="+mn-ea"/>
          <a:cs typeface="+mn-cs"/>
        </a:defRPr>
      </a:lvl5pPr>
      <a:lvl6pPr marL="1326566" eaLnBrk="1" hangingPunct="1">
        <a:defRPr>
          <a:latin typeface="+mn-lt"/>
          <a:ea typeface="+mn-ea"/>
          <a:cs typeface="+mn-cs"/>
        </a:defRPr>
      </a:lvl6pPr>
      <a:lvl7pPr marL="1591879" eaLnBrk="1" hangingPunct="1">
        <a:defRPr>
          <a:latin typeface="+mn-lt"/>
          <a:ea typeface="+mn-ea"/>
          <a:cs typeface="+mn-cs"/>
        </a:defRPr>
      </a:lvl7pPr>
      <a:lvl8pPr marL="1857192" eaLnBrk="1" hangingPunct="1">
        <a:defRPr>
          <a:latin typeface="+mn-lt"/>
          <a:ea typeface="+mn-ea"/>
          <a:cs typeface="+mn-cs"/>
        </a:defRPr>
      </a:lvl8pPr>
      <a:lvl9pPr marL="2122505" eaLnBrk="1" hangingPunct="1">
        <a:defRPr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331388" y="524468"/>
            <a:ext cx="4193648" cy="6309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100" b="1" i="0">
                <a:solidFill>
                  <a:schemeClr val="bg1"/>
                </a:solidFill>
                <a:latin typeface="Versos"/>
                <a:cs typeface="Verso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9600" y="1577340"/>
            <a:ext cx="1097280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1" y="6377940"/>
            <a:ext cx="280416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3275192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457" r:id="rId1"/>
    <p:sldLayoutId id="2147484458" r:id="rId2"/>
    <p:sldLayoutId id="2147484459" r:id="rId3"/>
    <p:sldLayoutId id="2147484460" r:id="rId4"/>
    <p:sldLayoutId id="2147484461" r:id="rId5"/>
    <p:sldLayoutId id="2147484462" r:id="rId6"/>
    <p:sldLayoutId id="2147484463" r:id="rId7"/>
    <p:sldLayoutId id="2147484464" r:id="rId8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277246">
        <a:defRPr>
          <a:latin typeface="+mn-lt"/>
          <a:ea typeface="+mn-ea"/>
          <a:cs typeface="+mn-cs"/>
        </a:defRPr>
      </a:lvl2pPr>
      <a:lvl3pPr marL="554492">
        <a:defRPr>
          <a:latin typeface="+mn-lt"/>
          <a:ea typeface="+mn-ea"/>
          <a:cs typeface="+mn-cs"/>
        </a:defRPr>
      </a:lvl3pPr>
      <a:lvl4pPr marL="831738">
        <a:defRPr>
          <a:latin typeface="+mn-lt"/>
          <a:ea typeface="+mn-ea"/>
          <a:cs typeface="+mn-cs"/>
        </a:defRPr>
      </a:lvl4pPr>
      <a:lvl5pPr marL="1108984">
        <a:defRPr>
          <a:latin typeface="+mn-lt"/>
          <a:ea typeface="+mn-ea"/>
          <a:cs typeface="+mn-cs"/>
        </a:defRPr>
      </a:lvl5pPr>
      <a:lvl6pPr marL="1386230">
        <a:defRPr>
          <a:latin typeface="+mn-lt"/>
          <a:ea typeface="+mn-ea"/>
          <a:cs typeface="+mn-cs"/>
        </a:defRPr>
      </a:lvl6pPr>
      <a:lvl7pPr marL="1663476">
        <a:defRPr>
          <a:latin typeface="+mn-lt"/>
          <a:ea typeface="+mn-ea"/>
          <a:cs typeface="+mn-cs"/>
        </a:defRPr>
      </a:lvl7pPr>
      <a:lvl8pPr marL="1940723">
        <a:defRPr>
          <a:latin typeface="+mn-lt"/>
          <a:ea typeface="+mn-ea"/>
          <a:cs typeface="+mn-cs"/>
        </a:defRPr>
      </a:lvl8pPr>
      <a:lvl9pPr marL="2217969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277246">
        <a:defRPr>
          <a:latin typeface="+mn-lt"/>
          <a:ea typeface="+mn-ea"/>
          <a:cs typeface="+mn-cs"/>
        </a:defRPr>
      </a:lvl2pPr>
      <a:lvl3pPr marL="554492">
        <a:defRPr>
          <a:latin typeface="+mn-lt"/>
          <a:ea typeface="+mn-ea"/>
          <a:cs typeface="+mn-cs"/>
        </a:defRPr>
      </a:lvl3pPr>
      <a:lvl4pPr marL="831738">
        <a:defRPr>
          <a:latin typeface="+mn-lt"/>
          <a:ea typeface="+mn-ea"/>
          <a:cs typeface="+mn-cs"/>
        </a:defRPr>
      </a:lvl4pPr>
      <a:lvl5pPr marL="1108984">
        <a:defRPr>
          <a:latin typeface="+mn-lt"/>
          <a:ea typeface="+mn-ea"/>
          <a:cs typeface="+mn-cs"/>
        </a:defRPr>
      </a:lvl5pPr>
      <a:lvl6pPr marL="1386230">
        <a:defRPr>
          <a:latin typeface="+mn-lt"/>
          <a:ea typeface="+mn-ea"/>
          <a:cs typeface="+mn-cs"/>
        </a:defRPr>
      </a:lvl6pPr>
      <a:lvl7pPr marL="1663476">
        <a:defRPr>
          <a:latin typeface="+mn-lt"/>
          <a:ea typeface="+mn-ea"/>
          <a:cs typeface="+mn-cs"/>
        </a:defRPr>
      </a:lvl7pPr>
      <a:lvl8pPr marL="1940723">
        <a:defRPr>
          <a:latin typeface="+mn-lt"/>
          <a:ea typeface="+mn-ea"/>
          <a:cs typeface="+mn-cs"/>
        </a:defRPr>
      </a:lvl8pPr>
      <a:lvl9pPr marL="2217969">
        <a:defRPr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63397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466" r:id="rId1"/>
    <p:sldLayoutId id="2147484467" r:id="rId2"/>
    <p:sldLayoutId id="2147484468" r:id="rId3"/>
    <p:sldLayoutId id="2147484469" r:id="rId4"/>
    <p:sldLayoutId id="2147484470" r:id="rId5"/>
    <p:sldLayoutId id="2147484471" r:id="rId6"/>
    <p:sldLayoutId id="2147484472" r:id="rId7"/>
    <p:sldLayoutId id="2147484473" r:id="rId8"/>
    <p:sldLayoutId id="2147484474" r:id="rId9"/>
    <p:sldLayoutId id="2147484475" r:id="rId10"/>
    <p:sldLayoutId id="2147484476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088402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667" r:id="rId1"/>
    <p:sldLayoutId id="2147484668" r:id="rId2"/>
    <p:sldLayoutId id="2147484669" r:id="rId3"/>
    <p:sldLayoutId id="2147484670" r:id="rId4"/>
    <p:sldLayoutId id="2147484671" r:id="rId5"/>
    <p:sldLayoutId id="2147484672" r:id="rId6"/>
    <p:sldLayoutId id="2147484673" r:id="rId7"/>
    <p:sldLayoutId id="2147484674" r:id="rId8"/>
    <p:sldLayoutId id="2147484675" r:id="rId9"/>
    <p:sldLayoutId id="2147484676" r:id="rId10"/>
    <p:sldLayoutId id="2147484677" r:id="rId11"/>
    <p:sldLayoutId id="2147484678" r:id="rId12"/>
    <p:sldLayoutId id="2147484679" r:id="rId13"/>
    <p:sldLayoutId id="2147484680" r:id="rId14"/>
    <p:sldLayoutId id="2147484681" r:id="rId15"/>
    <p:sldLayoutId id="2147484682" r:id="rId16"/>
    <p:sldLayoutId id="2147484683" r:id="rId17"/>
    <p:sldLayoutId id="2147484684" r:id="rId18"/>
    <p:sldLayoutId id="2147484685" r:id="rId19"/>
    <p:sldLayoutId id="2147484686" r:id="rId20"/>
    <p:sldLayoutId id="2147484687" r:id="rId21"/>
    <p:sldLayoutId id="2147484688" r:id="rId22"/>
    <p:sldLayoutId id="2147484689" r:id="rId23"/>
    <p:sldLayoutId id="2147484690" r:id="rId24"/>
    <p:sldLayoutId id="2147484691" r:id="rId25"/>
    <p:sldLayoutId id="2147484692" r:id="rId26"/>
    <p:sldLayoutId id="2147484693" r:id="rId27"/>
    <p:sldLayoutId id="2147484694" r:id="rId28"/>
    <p:sldLayoutId id="2147484695" r:id="rId29"/>
  </p:sldLayoutIdLst>
  <p:hf hdr="0" ftr="0" dt="0"/>
  <p:txStyles>
    <p:titleStyle>
      <a:lvl1pPr eaLnBrk="1" hangingPunct="1">
        <a:defRPr>
          <a:latin typeface="+mj-lt"/>
          <a:ea typeface="+mj-ea"/>
          <a:cs typeface="+mj-cs"/>
        </a:defRPr>
      </a:lvl1pPr>
    </p:titleStyle>
    <p:bodyStyle>
      <a:lvl1pPr marL="0" eaLnBrk="1" hangingPunct="1">
        <a:defRPr b="0" i="0">
          <a:latin typeface="Versos" panose="020B0503020204030204" pitchFamily="34" charset="77"/>
          <a:ea typeface="+mn-ea"/>
          <a:cs typeface="+mn-cs"/>
        </a:defRPr>
      </a:lvl1pPr>
      <a:lvl2pPr marL="265313" eaLnBrk="1" hangingPunct="1">
        <a:defRPr>
          <a:latin typeface="+mn-lt"/>
          <a:ea typeface="+mn-ea"/>
          <a:cs typeface="+mn-cs"/>
        </a:defRPr>
      </a:lvl2pPr>
      <a:lvl3pPr marL="530626" eaLnBrk="1" hangingPunct="1">
        <a:defRPr>
          <a:latin typeface="+mn-lt"/>
          <a:ea typeface="+mn-ea"/>
          <a:cs typeface="+mn-cs"/>
        </a:defRPr>
      </a:lvl3pPr>
      <a:lvl4pPr marL="795939" eaLnBrk="1" hangingPunct="1">
        <a:defRPr>
          <a:latin typeface="+mn-lt"/>
          <a:ea typeface="+mn-ea"/>
          <a:cs typeface="+mn-cs"/>
        </a:defRPr>
      </a:lvl4pPr>
      <a:lvl5pPr marL="1061253" eaLnBrk="1" hangingPunct="1">
        <a:defRPr>
          <a:latin typeface="+mn-lt"/>
          <a:ea typeface="+mn-ea"/>
          <a:cs typeface="+mn-cs"/>
        </a:defRPr>
      </a:lvl5pPr>
      <a:lvl6pPr marL="1326566" eaLnBrk="1" hangingPunct="1">
        <a:defRPr>
          <a:latin typeface="+mn-lt"/>
          <a:ea typeface="+mn-ea"/>
          <a:cs typeface="+mn-cs"/>
        </a:defRPr>
      </a:lvl6pPr>
      <a:lvl7pPr marL="1591879" eaLnBrk="1" hangingPunct="1">
        <a:defRPr>
          <a:latin typeface="+mn-lt"/>
          <a:ea typeface="+mn-ea"/>
          <a:cs typeface="+mn-cs"/>
        </a:defRPr>
      </a:lvl7pPr>
      <a:lvl8pPr marL="1857192" eaLnBrk="1" hangingPunct="1">
        <a:defRPr>
          <a:latin typeface="+mn-lt"/>
          <a:ea typeface="+mn-ea"/>
          <a:cs typeface="+mn-cs"/>
        </a:defRPr>
      </a:lvl8pPr>
      <a:lvl9pPr marL="2122505" eaLnBrk="1" hangingPunct="1">
        <a:defRPr>
          <a:latin typeface="+mn-lt"/>
          <a:ea typeface="+mn-ea"/>
          <a:cs typeface="+mn-cs"/>
        </a:defRPr>
      </a:lvl9pPr>
    </p:bodyStyle>
    <p:otherStyle>
      <a:lvl1pPr marL="0" eaLnBrk="1" hangingPunct="1">
        <a:defRPr>
          <a:latin typeface="+mn-lt"/>
          <a:ea typeface="+mn-ea"/>
          <a:cs typeface="+mn-cs"/>
        </a:defRPr>
      </a:lvl1pPr>
      <a:lvl2pPr marL="265313" eaLnBrk="1" hangingPunct="1">
        <a:defRPr>
          <a:latin typeface="+mn-lt"/>
          <a:ea typeface="+mn-ea"/>
          <a:cs typeface="+mn-cs"/>
        </a:defRPr>
      </a:lvl2pPr>
      <a:lvl3pPr marL="530626" eaLnBrk="1" hangingPunct="1">
        <a:defRPr>
          <a:latin typeface="+mn-lt"/>
          <a:ea typeface="+mn-ea"/>
          <a:cs typeface="+mn-cs"/>
        </a:defRPr>
      </a:lvl3pPr>
      <a:lvl4pPr marL="795939" eaLnBrk="1" hangingPunct="1">
        <a:defRPr>
          <a:latin typeface="+mn-lt"/>
          <a:ea typeface="+mn-ea"/>
          <a:cs typeface="+mn-cs"/>
        </a:defRPr>
      </a:lvl4pPr>
      <a:lvl5pPr marL="1061253" eaLnBrk="1" hangingPunct="1">
        <a:defRPr>
          <a:latin typeface="+mn-lt"/>
          <a:ea typeface="+mn-ea"/>
          <a:cs typeface="+mn-cs"/>
        </a:defRPr>
      </a:lvl5pPr>
      <a:lvl6pPr marL="1326566" eaLnBrk="1" hangingPunct="1">
        <a:defRPr>
          <a:latin typeface="+mn-lt"/>
          <a:ea typeface="+mn-ea"/>
          <a:cs typeface="+mn-cs"/>
        </a:defRPr>
      </a:lvl6pPr>
      <a:lvl7pPr marL="1591879" eaLnBrk="1" hangingPunct="1">
        <a:defRPr>
          <a:latin typeface="+mn-lt"/>
          <a:ea typeface="+mn-ea"/>
          <a:cs typeface="+mn-cs"/>
        </a:defRPr>
      </a:lvl7pPr>
      <a:lvl8pPr marL="1857192" eaLnBrk="1" hangingPunct="1">
        <a:defRPr>
          <a:latin typeface="+mn-lt"/>
          <a:ea typeface="+mn-ea"/>
          <a:cs typeface="+mn-cs"/>
        </a:defRPr>
      </a:lvl8pPr>
      <a:lvl9pPr marL="2122505" eaLnBrk="1" hangingPunct="1">
        <a:defRPr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67000">
              <a:schemeClr val="tx1"/>
            </a:gs>
            <a:gs pos="100000">
              <a:schemeClr val="tx1"/>
            </a:gs>
            <a:gs pos="0">
              <a:srgbClr val="161B21"/>
            </a:gs>
          </a:gsLst>
          <a:lin ang="8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765611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697" r:id="rId1"/>
    <p:sldLayoutId id="2147484698" r:id="rId2"/>
    <p:sldLayoutId id="2147484699" r:id="rId3"/>
    <p:sldLayoutId id="2147484700" r:id="rId4"/>
    <p:sldLayoutId id="2147484701" r:id="rId5"/>
    <p:sldLayoutId id="2147484702" r:id="rId6"/>
    <p:sldLayoutId id="2147484703" r:id="rId7"/>
    <p:sldLayoutId id="2147484704" r:id="rId8"/>
    <p:sldLayoutId id="2147484705" r:id="rId9"/>
    <p:sldLayoutId id="2147484706" r:id="rId10"/>
    <p:sldLayoutId id="2147484707" r:id="rId11"/>
    <p:sldLayoutId id="2147484708" r:id="rId12"/>
    <p:sldLayoutId id="2147484709" r:id="rId13"/>
    <p:sldLayoutId id="2147484710" r:id="rId14"/>
    <p:sldLayoutId id="2147484711" r:id="rId15"/>
    <p:sldLayoutId id="2147484712" r:id="rId16"/>
    <p:sldLayoutId id="2147484713" r:id="rId17"/>
    <p:sldLayoutId id="2147484714" r:id="rId18"/>
    <p:sldLayoutId id="2147484715" r:id="rId19"/>
    <p:sldLayoutId id="2147484716" r:id="rId20"/>
    <p:sldLayoutId id="2147484717" r:id="rId21"/>
    <p:sldLayoutId id="2147484718" r:id="rId22"/>
  </p:sldLayoutIdLst>
  <p:txStyles>
    <p:titleStyle>
      <a:lvl1pPr eaLnBrk="1" hangingPunct="1">
        <a:defRPr>
          <a:latin typeface="+mj-lt"/>
          <a:ea typeface="+mj-ea"/>
          <a:cs typeface="+mj-cs"/>
        </a:defRPr>
      </a:lvl1pPr>
    </p:titleStyle>
    <p:bodyStyle>
      <a:lvl1pPr marL="0" eaLnBrk="1" hangingPunct="1">
        <a:defRPr>
          <a:latin typeface="+mn-lt"/>
          <a:ea typeface="+mn-ea"/>
          <a:cs typeface="+mn-cs"/>
        </a:defRPr>
      </a:lvl1pPr>
      <a:lvl2pPr marL="277233" eaLnBrk="1" hangingPunct="1">
        <a:defRPr>
          <a:latin typeface="+mn-lt"/>
          <a:ea typeface="+mn-ea"/>
          <a:cs typeface="+mn-cs"/>
        </a:defRPr>
      </a:lvl2pPr>
      <a:lvl3pPr marL="554466" eaLnBrk="1" hangingPunct="1">
        <a:defRPr>
          <a:latin typeface="+mn-lt"/>
          <a:ea typeface="+mn-ea"/>
          <a:cs typeface="+mn-cs"/>
        </a:defRPr>
      </a:lvl3pPr>
      <a:lvl4pPr marL="831699" eaLnBrk="1" hangingPunct="1">
        <a:defRPr>
          <a:latin typeface="+mn-lt"/>
          <a:ea typeface="+mn-ea"/>
          <a:cs typeface="+mn-cs"/>
        </a:defRPr>
      </a:lvl4pPr>
      <a:lvl5pPr marL="1108933" eaLnBrk="1" hangingPunct="1">
        <a:defRPr>
          <a:latin typeface="+mn-lt"/>
          <a:ea typeface="+mn-ea"/>
          <a:cs typeface="+mn-cs"/>
        </a:defRPr>
      </a:lvl5pPr>
      <a:lvl6pPr marL="1386166" eaLnBrk="1" hangingPunct="1">
        <a:defRPr>
          <a:latin typeface="+mn-lt"/>
          <a:ea typeface="+mn-ea"/>
          <a:cs typeface="+mn-cs"/>
        </a:defRPr>
      </a:lvl6pPr>
      <a:lvl7pPr marL="1663399" eaLnBrk="1" hangingPunct="1">
        <a:defRPr>
          <a:latin typeface="+mn-lt"/>
          <a:ea typeface="+mn-ea"/>
          <a:cs typeface="+mn-cs"/>
        </a:defRPr>
      </a:lvl7pPr>
      <a:lvl8pPr marL="1940633" eaLnBrk="1" hangingPunct="1">
        <a:defRPr>
          <a:latin typeface="+mn-lt"/>
          <a:ea typeface="+mn-ea"/>
          <a:cs typeface="+mn-cs"/>
        </a:defRPr>
      </a:lvl8pPr>
      <a:lvl9pPr marL="2217866" eaLnBrk="1" hangingPunct="1">
        <a:defRPr>
          <a:latin typeface="+mn-lt"/>
          <a:ea typeface="+mn-ea"/>
          <a:cs typeface="+mn-cs"/>
        </a:defRPr>
      </a:lvl9pPr>
    </p:bodyStyle>
    <p:otherStyle>
      <a:lvl1pPr marL="0" eaLnBrk="1" hangingPunct="1">
        <a:defRPr>
          <a:latin typeface="+mn-lt"/>
          <a:ea typeface="+mn-ea"/>
          <a:cs typeface="+mn-cs"/>
        </a:defRPr>
      </a:lvl1pPr>
      <a:lvl2pPr marL="277233" eaLnBrk="1" hangingPunct="1">
        <a:defRPr>
          <a:latin typeface="+mn-lt"/>
          <a:ea typeface="+mn-ea"/>
          <a:cs typeface="+mn-cs"/>
        </a:defRPr>
      </a:lvl2pPr>
      <a:lvl3pPr marL="554466" eaLnBrk="1" hangingPunct="1">
        <a:defRPr>
          <a:latin typeface="+mn-lt"/>
          <a:ea typeface="+mn-ea"/>
          <a:cs typeface="+mn-cs"/>
        </a:defRPr>
      </a:lvl3pPr>
      <a:lvl4pPr marL="831699" eaLnBrk="1" hangingPunct="1">
        <a:defRPr>
          <a:latin typeface="+mn-lt"/>
          <a:ea typeface="+mn-ea"/>
          <a:cs typeface="+mn-cs"/>
        </a:defRPr>
      </a:lvl4pPr>
      <a:lvl5pPr marL="1108933" eaLnBrk="1" hangingPunct="1">
        <a:defRPr>
          <a:latin typeface="+mn-lt"/>
          <a:ea typeface="+mn-ea"/>
          <a:cs typeface="+mn-cs"/>
        </a:defRPr>
      </a:lvl5pPr>
      <a:lvl6pPr marL="1386166" eaLnBrk="1" hangingPunct="1">
        <a:defRPr>
          <a:latin typeface="+mn-lt"/>
          <a:ea typeface="+mn-ea"/>
          <a:cs typeface="+mn-cs"/>
        </a:defRPr>
      </a:lvl6pPr>
      <a:lvl7pPr marL="1663399" eaLnBrk="1" hangingPunct="1">
        <a:defRPr>
          <a:latin typeface="+mn-lt"/>
          <a:ea typeface="+mn-ea"/>
          <a:cs typeface="+mn-cs"/>
        </a:defRPr>
      </a:lvl7pPr>
      <a:lvl8pPr marL="1940633" eaLnBrk="1" hangingPunct="1">
        <a:defRPr>
          <a:latin typeface="+mn-lt"/>
          <a:ea typeface="+mn-ea"/>
          <a:cs typeface="+mn-cs"/>
        </a:defRPr>
      </a:lvl8pPr>
      <a:lvl9pPr marL="2217866" eaLnBrk="1" hangingPunct="1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svg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4.xml"/><Relationship Id="rId5" Type="http://schemas.microsoft.com/office/2007/relationships/hdphoto" Target="../media/hdphoto2.wdp"/><Relationship Id="rId4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jpe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8.xml"/><Relationship Id="rId6" Type="http://schemas.openxmlformats.org/officeDocument/2006/relationships/image" Target="../media/image13.jpeg"/><Relationship Id="rId5" Type="http://schemas.openxmlformats.org/officeDocument/2006/relationships/image" Target="../media/image12.jpeg"/><Relationship Id="rId4" Type="http://schemas.openxmlformats.org/officeDocument/2006/relationships/image" Target="../media/image11.jpg"/></Relationships>
</file>

<file path=ppt/slides/_rels/slide4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2.jpeg"/><Relationship Id="rId18" Type="http://schemas.openxmlformats.org/officeDocument/2006/relationships/image" Target="../media/image25.png"/><Relationship Id="rId26" Type="http://schemas.openxmlformats.org/officeDocument/2006/relationships/image" Target="../media/image31.jpeg"/><Relationship Id="rId39" Type="http://schemas.openxmlformats.org/officeDocument/2006/relationships/image" Target="../media/image39.jpeg"/><Relationship Id="rId21" Type="http://schemas.microsoft.com/office/2007/relationships/hdphoto" Target="../media/hdphoto9.wdp"/><Relationship Id="rId34" Type="http://schemas.openxmlformats.org/officeDocument/2006/relationships/image" Target="../media/image36.png"/><Relationship Id="rId42" Type="http://schemas.openxmlformats.org/officeDocument/2006/relationships/image" Target="../media/image41.png"/><Relationship Id="rId47" Type="http://schemas.openxmlformats.org/officeDocument/2006/relationships/image" Target="../media/image44.png"/><Relationship Id="rId50" Type="http://schemas.openxmlformats.org/officeDocument/2006/relationships/image" Target="../media/image46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24.png"/><Relationship Id="rId29" Type="http://schemas.openxmlformats.org/officeDocument/2006/relationships/image" Target="../media/image33.png"/><Relationship Id="rId11" Type="http://schemas.openxmlformats.org/officeDocument/2006/relationships/image" Target="../media/image21.png"/><Relationship Id="rId24" Type="http://schemas.openxmlformats.org/officeDocument/2006/relationships/image" Target="../media/image29.png"/><Relationship Id="rId32" Type="http://schemas.microsoft.com/office/2007/relationships/hdphoto" Target="../media/hdphoto13.wdp"/><Relationship Id="rId37" Type="http://schemas.microsoft.com/office/2007/relationships/hdphoto" Target="../media/hdphoto15.wdp"/><Relationship Id="rId40" Type="http://schemas.openxmlformats.org/officeDocument/2006/relationships/image" Target="../media/image40.png"/><Relationship Id="rId45" Type="http://schemas.openxmlformats.org/officeDocument/2006/relationships/image" Target="../media/image43.png"/><Relationship Id="rId5" Type="http://schemas.openxmlformats.org/officeDocument/2006/relationships/image" Target="../media/image18.png"/><Relationship Id="rId15" Type="http://schemas.microsoft.com/office/2007/relationships/hdphoto" Target="../media/hdphoto7.wdp"/><Relationship Id="rId23" Type="http://schemas.microsoft.com/office/2007/relationships/hdphoto" Target="../media/hdphoto10.wdp"/><Relationship Id="rId28" Type="http://schemas.microsoft.com/office/2007/relationships/hdphoto" Target="../media/hdphoto11.wdp"/><Relationship Id="rId36" Type="http://schemas.openxmlformats.org/officeDocument/2006/relationships/image" Target="../media/image37.png"/><Relationship Id="rId49" Type="http://schemas.openxmlformats.org/officeDocument/2006/relationships/image" Target="../media/image45.png"/><Relationship Id="rId10" Type="http://schemas.microsoft.com/office/2007/relationships/hdphoto" Target="../media/hdphoto5.wdp"/><Relationship Id="rId19" Type="http://schemas.openxmlformats.org/officeDocument/2006/relationships/image" Target="../media/image26.jpeg"/><Relationship Id="rId31" Type="http://schemas.openxmlformats.org/officeDocument/2006/relationships/image" Target="../media/image34.png"/><Relationship Id="rId44" Type="http://schemas.openxmlformats.org/officeDocument/2006/relationships/image" Target="../media/image42.jpeg"/><Relationship Id="rId52" Type="http://schemas.openxmlformats.org/officeDocument/2006/relationships/image" Target="../media/image47.jpeg"/><Relationship Id="rId4" Type="http://schemas.openxmlformats.org/officeDocument/2006/relationships/image" Target="../media/image17.jpeg"/><Relationship Id="rId9" Type="http://schemas.openxmlformats.org/officeDocument/2006/relationships/image" Target="../media/image20.png"/><Relationship Id="rId14" Type="http://schemas.openxmlformats.org/officeDocument/2006/relationships/image" Target="../media/image23.png"/><Relationship Id="rId22" Type="http://schemas.openxmlformats.org/officeDocument/2006/relationships/image" Target="../media/image28.png"/><Relationship Id="rId27" Type="http://schemas.openxmlformats.org/officeDocument/2006/relationships/image" Target="../media/image32.png"/><Relationship Id="rId30" Type="http://schemas.microsoft.com/office/2007/relationships/hdphoto" Target="../media/hdphoto12.wdp"/><Relationship Id="rId35" Type="http://schemas.microsoft.com/office/2007/relationships/hdphoto" Target="../media/hdphoto14.wdp"/><Relationship Id="rId43" Type="http://schemas.microsoft.com/office/2007/relationships/hdphoto" Target="../media/hdphoto17.wdp"/><Relationship Id="rId48" Type="http://schemas.microsoft.com/office/2007/relationships/hdphoto" Target="../media/hdphoto19.wdp"/><Relationship Id="rId8" Type="http://schemas.microsoft.com/office/2007/relationships/hdphoto" Target="../media/hdphoto4.wdp"/><Relationship Id="rId51" Type="http://schemas.microsoft.com/office/2007/relationships/hdphoto" Target="../media/hdphoto20.wdp"/><Relationship Id="rId3" Type="http://schemas.openxmlformats.org/officeDocument/2006/relationships/image" Target="../media/image16.jpeg"/><Relationship Id="rId12" Type="http://schemas.microsoft.com/office/2007/relationships/hdphoto" Target="../media/hdphoto6.wdp"/><Relationship Id="rId17" Type="http://schemas.microsoft.com/office/2007/relationships/hdphoto" Target="../media/hdphoto8.wdp"/><Relationship Id="rId25" Type="http://schemas.openxmlformats.org/officeDocument/2006/relationships/image" Target="../media/image30.png"/><Relationship Id="rId33" Type="http://schemas.openxmlformats.org/officeDocument/2006/relationships/image" Target="../media/image35.jpeg"/><Relationship Id="rId38" Type="http://schemas.openxmlformats.org/officeDocument/2006/relationships/image" Target="../media/image38.jpeg"/><Relationship Id="rId46" Type="http://schemas.microsoft.com/office/2007/relationships/hdphoto" Target="../media/hdphoto18.wdp"/><Relationship Id="rId20" Type="http://schemas.openxmlformats.org/officeDocument/2006/relationships/image" Target="../media/image27.png"/><Relationship Id="rId41" Type="http://schemas.microsoft.com/office/2007/relationships/hdphoto" Target="../media/hdphoto16.wdp"/><Relationship Id="rId1" Type="http://schemas.openxmlformats.org/officeDocument/2006/relationships/slideLayout" Target="../slideLayouts/slideLayout116.xml"/><Relationship Id="rId6" Type="http://schemas.microsoft.com/office/2007/relationships/hdphoto" Target="../media/hdphoto3.wdp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6.xml"/><Relationship Id="rId5" Type="http://schemas.openxmlformats.org/officeDocument/2006/relationships/image" Target="../media/image49.svg"/><Relationship Id="rId4" Type="http://schemas.openxmlformats.org/officeDocument/2006/relationships/image" Target="../media/image7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52.xml"/><Relationship Id="rId4" Type="http://schemas.openxmlformats.org/officeDocument/2006/relationships/image" Target="../media/image51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6.xml"/><Relationship Id="rId5" Type="http://schemas.openxmlformats.org/officeDocument/2006/relationships/image" Target="../media/image49.svg"/><Relationship Id="rId4" Type="http://schemas.openxmlformats.org/officeDocument/2006/relationships/image" Target="../media/image7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7.xml"/><Relationship Id="rId5" Type="http://schemas.openxmlformats.org/officeDocument/2006/relationships/chart" Target="../charts/chart3.xml"/><Relationship Id="rId4" Type="http://schemas.openxmlformats.org/officeDocument/2006/relationships/chart" Target="../charts/char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2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.png"/><Relationship Id="rId3" Type="http://schemas.microsoft.com/office/2014/relationships/chartEx" Target="../charts/chartEx1.xml"/><Relationship Id="rId7" Type="http://schemas.microsoft.com/office/2014/relationships/chartEx" Target="../charts/chartEx3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56.png"/><Relationship Id="rId5" Type="http://schemas.microsoft.com/office/2014/relationships/chartEx" Target="../charts/chartEx2.xml"/><Relationship Id="rId4" Type="http://schemas.openxmlformats.org/officeDocument/2006/relationships/image" Target="../media/image5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6.xml"/><Relationship Id="rId5" Type="http://schemas.openxmlformats.org/officeDocument/2006/relationships/image" Target="../media/image49.svg"/><Relationship Id="rId4" Type="http://schemas.openxmlformats.org/officeDocument/2006/relationships/image" Target="../media/image7.svg"/></Relationships>
</file>

<file path=ppt/slides/_rels/slide15.xml.rels><?xml version="1.0" encoding="UTF-8" standalone="yes"?>
<Relationships xmlns="http://schemas.openxmlformats.org/package/2006/relationships"><Relationship Id="rId13" Type="http://schemas.openxmlformats.org/officeDocument/2006/relationships/image" Target="../media/image64.png"/><Relationship Id="rId18" Type="http://schemas.microsoft.com/office/2007/relationships/hdphoto" Target="../media/hdphoto24.wdp"/><Relationship Id="rId26" Type="http://schemas.microsoft.com/office/2007/relationships/hdphoto" Target="../media/hdphoto25.wdp"/><Relationship Id="rId3" Type="http://schemas.openxmlformats.org/officeDocument/2006/relationships/hyperlink" Target="mailto:gabriel.real@tivio.com" TargetMode="External"/><Relationship Id="rId21" Type="http://schemas.openxmlformats.org/officeDocument/2006/relationships/hyperlink" Target="mailto:sami.karlik@tivio.com" TargetMode="External"/><Relationship Id="rId7" Type="http://schemas.openxmlformats.org/officeDocument/2006/relationships/image" Target="../media/image60.png"/><Relationship Id="rId12" Type="http://schemas.microsoft.com/office/2007/relationships/hdphoto" Target="../media/hdphoto23.wdp"/><Relationship Id="rId17" Type="http://schemas.openxmlformats.org/officeDocument/2006/relationships/image" Target="../media/image67.png"/><Relationship Id="rId25" Type="http://schemas.openxmlformats.org/officeDocument/2006/relationships/image" Target="../media/image72.png"/><Relationship Id="rId33" Type="http://schemas.openxmlformats.org/officeDocument/2006/relationships/image" Target="../media/image77.png"/><Relationship Id="rId2" Type="http://schemas.openxmlformats.org/officeDocument/2006/relationships/hyperlink" Target="mailto:jose.avila@tivio.com" TargetMode="External"/><Relationship Id="rId16" Type="http://schemas.openxmlformats.org/officeDocument/2006/relationships/image" Target="../media/image66.jpeg"/><Relationship Id="rId20" Type="http://schemas.openxmlformats.org/officeDocument/2006/relationships/image" Target="../media/image69.png"/><Relationship Id="rId29" Type="http://schemas.openxmlformats.org/officeDocument/2006/relationships/image" Target="../media/image74.svg"/><Relationship Id="rId1" Type="http://schemas.openxmlformats.org/officeDocument/2006/relationships/slideLayout" Target="../slideLayouts/slideLayout68.xml"/><Relationship Id="rId6" Type="http://schemas.microsoft.com/office/2007/relationships/hdphoto" Target="../media/hdphoto21.wdp"/><Relationship Id="rId11" Type="http://schemas.openxmlformats.org/officeDocument/2006/relationships/image" Target="../media/image63.png"/><Relationship Id="rId24" Type="http://schemas.openxmlformats.org/officeDocument/2006/relationships/image" Target="../media/image71.png"/><Relationship Id="rId32" Type="http://schemas.microsoft.com/office/2007/relationships/hdphoto" Target="../media/hdphoto27.wdp"/><Relationship Id="rId5" Type="http://schemas.openxmlformats.org/officeDocument/2006/relationships/image" Target="../media/image59.png"/><Relationship Id="rId15" Type="http://schemas.openxmlformats.org/officeDocument/2006/relationships/hyperlink" Target="mailto:luciana.domingos@tivio.com" TargetMode="External"/><Relationship Id="rId23" Type="http://schemas.openxmlformats.org/officeDocument/2006/relationships/image" Target="../media/image70.jpeg"/><Relationship Id="rId28" Type="http://schemas.microsoft.com/office/2007/relationships/hdphoto" Target="../media/hdphoto26.wdp"/><Relationship Id="rId10" Type="http://schemas.openxmlformats.org/officeDocument/2006/relationships/image" Target="../media/image62.png"/><Relationship Id="rId19" Type="http://schemas.openxmlformats.org/officeDocument/2006/relationships/image" Target="../media/image68.svg"/><Relationship Id="rId31" Type="http://schemas.openxmlformats.org/officeDocument/2006/relationships/image" Target="../media/image76.png"/><Relationship Id="rId4" Type="http://schemas.openxmlformats.org/officeDocument/2006/relationships/hyperlink" Target="mailto:gabriel.bernasconi@tivio.com" TargetMode="External"/><Relationship Id="rId9" Type="http://schemas.openxmlformats.org/officeDocument/2006/relationships/image" Target="../media/image61.png"/><Relationship Id="rId14" Type="http://schemas.openxmlformats.org/officeDocument/2006/relationships/image" Target="../media/image65.jpeg"/><Relationship Id="rId22" Type="http://schemas.openxmlformats.org/officeDocument/2006/relationships/hyperlink" Target="mailto:pedro.bento@tivio.com" TargetMode="External"/><Relationship Id="rId27" Type="http://schemas.openxmlformats.org/officeDocument/2006/relationships/image" Target="../media/image73.png"/><Relationship Id="rId30" Type="http://schemas.openxmlformats.org/officeDocument/2006/relationships/image" Target="../media/image75.jpeg"/><Relationship Id="rId8" Type="http://schemas.microsoft.com/office/2007/relationships/hdphoto" Target="../media/hdphoto22.wdp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2.png"/><Relationship Id="rId3" Type="http://schemas.openxmlformats.org/officeDocument/2006/relationships/image" Target="../media/image79.png"/><Relationship Id="rId7" Type="http://schemas.openxmlformats.org/officeDocument/2006/relationships/image" Target="../media/image81.png"/><Relationship Id="rId2" Type="http://schemas.openxmlformats.org/officeDocument/2006/relationships/image" Target="../media/image78.jpeg"/><Relationship Id="rId1" Type="http://schemas.openxmlformats.org/officeDocument/2006/relationships/slideLayout" Target="../slideLayouts/slideLayout187.xml"/><Relationship Id="rId6" Type="http://schemas.openxmlformats.org/officeDocument/2006/relationships/image" Target="../media/image80.png"/><Relationship Id="rId5" Type="http://schemas.openxmlformats.org/officeDocument/2006/relationships/image" Target="../media/image7.svg"/><Relationship Id="rId4" Type="http://schemas.microsoft.com/office/2007/relationships/hdphoto" Target="../media/hdphoto28.wdp"/><Relationship Id="rId9" Type="http://schemas.openxmlformats.org/officeDocument/2006/relationships/image" Target="../media/image8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CAEF78-3E28-48F4-D00C-A6C69B967F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2CD04345-166C-9BA2-E544-4A6FBD44C79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07987" y="5844520"/>
            <a:ext cx="6115360" cy="553998"/>
          </a:xfrm>
        </p:spPr>
        <p:txBody>
          <a:bodyPr anchor="ctr" anchorCtr="0"/>
          <a:lstStyle/>
          <a:p>
            <a:r>
              <a:rPr lang="pt-BR" sz="1800" b="1"/>
              <a:t>TIVIO </a:t>
            </a:r>
          </a:p>
          <a:p>
            <a:r>
              <a:rPr lang="pt-BR" sz="1800"/>
              <a:t>CRÉDITO</a:t>
            </a:r>
          </a:p>
        </p:txBody>
      </p:sp>
      <p:sp>
        <p:nvSpPr>
          <p:cNvPr id="21" name="object 13">
            <a:extLst>
              <a:ext uri="{FF2B5EF4-FFF2-40B4-BE49-F238E27FC236}">
                <a16:creationId xmlns:a16="http://schemas.microsoft.com/office/drawing/2014/main" id="{EBAD2693-BB45-6456-C6BF-A0DFD09BC3E7}"/>
              </a:ext>
            </a:extLst>
          </p:cNvPr>
          <p:cNvSpPr txBox="1">
            <a:spLocks/>
          </p:cNvSpPr>
          <p:nvPr/>
        </p:nvSpPr>
        <p:spPr>
          <a:xfrm>
            <a:off x="2040582" y="6121519"/>
            <a:ext cx="9743431" cy="173034"/>
          </a:xfrm>
          <a:prstGeom prst="rect">
            <a:avLst/>
          </a:prstGeom>
        </p:spPr>
        <p:txBody>
          <a:bodyPr vert="horz" wrap="square" lIns="0" tIns="69697" rIns="0" bIns="0" rtlCol="0" anchor="t">
            <a:spAutoFit/>
          </a:bodyPr>
          <a:lstStyle>
            <a:lvl1pPr>
              <a:defRPr sz="4550" b="1" i="0">
                <a:solidFill>
                  <a:srgbClr val="1E271F"/>
                </a:solidFill>
                <a:latin typeface="Versos"/>
                <a:ea typeface="+mj-ea"/>
                <a:cs typeface="Versos"/>
              </a:defRPr>
            </a:lvl1pPr>
          </a:lstStyle>
          <a:p>
            <a:pPr algn="r">
              <a:defRPr/>
            </a:pPr>
            <a:endParaRPr lang="pt-BR" sz="667" b="0" spc="-6">
              <a:solidFill>
                <a:schemeClr val="bg1"/>
              </a:solidFill>
            </a:endParaRPr>
          </a:p>
        </p:txBody>
      </p:sp>
      <p:sp>
        <p:nvSpPr>
          <p:cNvPr id="3" name="object 2">
            <a:extLst>
              <a:ext uri="{FF2B5EF4-FFF2-40B4-BE49-F238E27FC236}">
                <a16:creationId xmlns:a16="http://schemas.microsoft.com/office/drawing/2014/main" id="{9B625C46-C767-6A60-724D-A11966577053}"/>
              </a:ext>
            </a:extLst>
          </p:cNvPr>
          <p:cNvSpPr txBox="1"/>
          <p:nvPr/>
        </p:nvSpPr>
        <p:spPr>
          <a:xfrm>
            <a:off x="9544250" y="6229457"/>
            <a:ext cx="2239763" cy="253609"/>
          </a:xfrm>
          <a:prstGeom prst="rect">
            <a:avLst/>
          </a:prstGeom>
        </p:spPr>
        <p:txBody>
          <a:bodyPr vert="horz" wrap="square" lIns="0" tIns="7316" rIns="0" bIns="0" rtlCol="0">
            <a:spAutoFit/>
          </a:bodyPr>
          <a:lstStyle/>
          <a:p>
            <a:pPr marR="3081" algn="r" defTabSz="554492">
              <a:buClrTx/>
            </a:pPr>
            <a:r>
              <a:rPr lang="pt-BR" sz="1600">
                <a:solidFill>
                  <a:srgbClr val="FFFFFF"/>
                </a:solidFill>
                <a:latin typeface="Versos" panose="020B0503020204030204" pitchFamily="34" charset="0"/>
              </a:rPr>
              <a:t>Agosto de 2026</a:t>
            </a:r>
            <a:endParaRPr lang="pt-BR" sz="1600" b="1">
              <a:solidFill>
                <a:sysClr val="windowText" lastClr="000000"/>
              </a:solidFill>
              <a:latin typeface="Versos" panose="020B0503020204030204" pitchFamily="34" charset="0"/>
            </a:endParaRPr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1B1AD80D-9D1A-ABCC-B8A1-16FD99D6ED4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37641" y="1200903"/>
            <a:ext cx="4757430" cy="1203969"/>
          </a:xfrm>
          <a:prstGeom prst="rect">
            <a:avLst/>
          </a:prstGeom>
        </p:spPr>
      </p:pic>
      <p:pic>
        <p:nvPicPr>
          <p:cNvPr id="20" name="Picture 8">
            <a:extLst>
              <a:ext uri="{FF2B5EF4-FFF2-40B4-BE49-F238E27FC236}">
                <a16:creationId xmlns:a16="http://schemas.microsoft.com/office/drawing/2014/main" id="{17364209-1E38-0B40-9231-C88F3267BC2A}"/>
              </a:ext>
            </a:extLst>
          </p:cNvPr>
          <p:cNvPicPr>
            <a:picLocks noChangeAspect="1"/>
          </p:cNvPicPr>
          <p:nvPr/>
        </p:nvPicPr>
        <p:blipFill rotWithShape="1"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-8117" t="-23966" r="-8117" b="-23966"/>
          <a:stretch/>
        </p:blipFill>
        <p:spPr>
          <a:xfrm>
            <a:off x="10318992" y="453719"/>
            <a:ext cx="1465021" cy="6344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2709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95000"/>
            <a:lumOff val="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9E4D81C-126D-8E06-FD25-407A6316C8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ackground">
            <a:extLst>
              <a:ext uri="{FF2B5EF4-FFF2-40B4-BE49-F238E27FC236}">
                <a16:creationId xmlns:a16="http://schemas.microsoft.com/office/drawing/2014/main" id="{58451C93-7DBF-5D36-B4A9-99DBFC011B4D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92" t="4350" r="2346"/>
          <a:stretch>
            <a:fillRect/>
          </a:stretch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  <p:grpSp>
        <p:nvGrpSpPr>
          <p:cNvPr id="13" name="frase-destaque">
            <a:extLst>
              <a:ext uri="{FF2B5EF4-FFF2-40B4-BE49-F238E27FC236}">
                <a16:creationId xmlns:a16="http://schemas.microsoft.com/office/drawing/2014/main" id="{77A01888-88AC-BCCD-CFD7-A4444EB45DC9}"/>
              </a:ext>
            </a:extLst>
          </p:cNvPr>
          <p:cNvGrpSpPr/>
          <p:nvPr/>
        </p:nvGrpSpPr>
        <p:grpSpPr>
          <a:xfrm>
            <a:off x="6348738" y="978973"/>
            <a:ext cx="4555414" cy="2141976"/>
            <a:chOff x="6348738" y="678267"/>
            <a:chExt cx="4555414" cy="2141976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B4284237-ADFA-22A5-793A-065A467EC1C3}"/>
                </a:ext>
              </a:extLst>
            </p:cNvPr>
            <p:cNvGrpSpPr/>
            <p:nvPr/>
          </p:nvGrpSpPr>
          <p:grpSpPr>
            <a:xfrm>
              <a:off x="6529676" y="1952575"/>
              <a:ext cx="4193538" cy="867668"/>
              <a:chOff x="6724902" y="1889019"/>
              <a:chExt cx="4193538" cy="867668"/>
            </a:xfrm>
          </p:grpSpPr>
          <p:sp>
            <p:nvSpPr>
              <p:cNvPr id="25" name="texto">
                <a:extLst>
                  <a:ext uri="{FF2B5EF4-FFF2-40B4-BE49-F238E27FC236}">
                    <a16:creationId xmlns:a16="http://schemas.microsoft.com/office/drawing/2014/main" id="{C8C2820F-7BB9-AB0C-C250-74966247A4AB}"/>
                  </a:ext>
                </a:extLst>
              </p:cNvPr>
              <p:cNvSpPr/>
              <p:nvPr/>
            </p:nvSpPr>
            <p:spPr>
              <a:xfrm>
                <a:off x="9322625" y="2089006"/>
                <a:ext cx="1595815" cy="667681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pt-BR" sz="12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Versos"/>
                    <a:ea typeface="+mn-ea"/>
                    <a:cs typeface="Versos"/>
                    <a:sym typeface="Arial"/>
                  </a:rPr>
                  <a:t>A 2ª maior instituição financeira do Brasil</a:t>
                </a:r>
                <a:endParaRPr kumimoji="0" lang="en-GB" sz="12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"/>
                  <a:ea typeface="+mn-ea"/>
                  <a:cs typeface="Versos"/>
                  <a:sym typeface="Arial"/>
                </a:endParaRPr>
              </a:p>
            </p:txBody>
          </p:sp>
          <p:pic>
            <p:nvPicPr>
              <p:cNvPr id="28" name="bradesco">
                <a:extLst>
                  <a:ext uri="{FF2B5EF4-FFF2-40B4-BE49-F238E27FC236}">
                    <a16:creationId xmlns:a16="http://schemas.microsoft.com/office/drawing/2014/main" id="{3C1CBFF2-D1C1-3028-1C6C-3312A2D9BC27}"/>
                  </a:ext>
                </a:extLst>
              </p:cNvPr>
              <p:cNvPicPr/>
              <p:nvPr/>
            </p:nvPicPr>
            <p:blipFill>
              <a:blip r:embed="rId4" cstate="hqprint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brightnessContrast bright="10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/>
            </p:blipFill>
            <p:spPr>
              <a:xfrm>
                <a:off x="6724902" y="1889019"/>
                <a:ext cx="2597723" cy="842095"/>
              </a:xfrm>
              <a:prstGeom prst="rect">
                <a:avLst/>
              </a:prstGeom>
            </p:spPr>
          </p:pic>
        </p:grpSp>
        <p:sp>
          <p:nvSpPr>
            <p:cNvPr id="6" name="texto">
              <a:extLst>
                <a:ext uri="{FF2B5EF4-FFF2-40B4-BE49-F238E27FC236}">
                  <a16:creationId xmlns:a16="http://schemas.microsoft.com/office/drawing/2014/main" id="{E580E9F2-3BCF-2069-ED91-9FA9DDFABD74}"/>
                </a:ext>
              </a:extLst>
            </p:cNvPr>
            <p:cNvSpPr txBox="1"/>
            <p:nvPr/>
          </p:nvSpPr>
          <p:spPr>
            <a:xfrm>
              <a:off x="6348738" y="678267"/>
              <a:ext cx="4555414" cy="1300826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7701" marR="3081" lvl="0" indent="0" algn="ctr" defTabSz="554466" rtl="0" eaLnBrk="1" fontAlgn="auto" latinLnBrk="0" hangingPunct="1">
                <a:lnSpc>
                  <a:spcPct val="100000"/>
                </a:lnSpc>
                <a:spcBef>
                  <a:spcPts val="64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2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Light"/>
                  <a:ea typeface="+mn-ea"/>
                  <a:cs typeface="Versos Light"/>
                  <a:sym typeface="Arial"/>
                </a:rPr>
                <a:t>Estamos entre as maiores </a:t>
              </a:r>
              <a:br>
                <a:rPr kumimoji="0" lang="pt-BR" sz="2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Light"/>
                  <a:ea typeface="+mn-ea"/>
                  <a:cs typeface="Versos Light"/>
                  <a:sym typeface="Arial"/>
                </a:rPr>
              </a:br>
              <a:r>
                <a:rPr kumimoji="0" lang="pt-BR" sz="2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Light"/>
                  <a:ea typeface="+mn-ea"/>
                  <a:cs typeface="Versos Light"/>
                  <a:sym typeface="Arial"/>
                </a:rPr>
                <a:t>gestoras de investimentos </a:t>
              </a:r>
              <a:br>
                <a:rPr kumimoji="0" lang="pt-BR" sz="2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Light"/>
                  <a:ea typeface="+mn-ea"/>
                  <a:cs typeface="Versos Light"/>
                  <a:sym typeface="Arial"/>
                </a:rPr>
              </a:br>
              <a:r>
                <a:rPr kumimoji="0" lang="pt-BR" sz="2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Light"/>
                  <a:ea typeface="+mn-ea"/>
                  <a:cs typeface="Versos Light"/>
                  <a:sym typeface="Arial"/>
                </a:rPr>
                <a:t>do Brasil</a:t>
              </a:r>
              <a:r>
                <a:rPr kumimoji="0" lang="en-US" sz="2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Light"/>
                  <a:ea typeface="+mn-ea"/>
                  <a:cs typeface="Versos Light"/>
                  <a:sym typeface="Arial"/>
                </a:rPr>
                <a:t>, </a:t>
              </a:r>
              <a:r>
                <a:rPr kumimoji="0" lang="en-US" sz="2800" b="0" i="0" u="none" strike="noStrike" kern="0" cap="none" spc="0" normalizeH="0" baseline="0" noProof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Light"/>
                  <a:ea typeface="+mn-ea"/>
                  <a:cs typeface="Versos Light"/>
                  <a:sym typeface="Arial"/>
                </a:rPr>
                <a:t>parte</a:t>
              </a:r>
              <a:r>
                <a:rPr kumimoji="0" lang="en-US" sz="2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Light"/>
                  <a:ea typeface="+mn-ea"/>
                  <a:cs typeface="Versos Light"/>
                  <a:sym typeface="Arial"/>
                </a:rPr>
                <a:t> do </a:t>
              </a:r>
              <a:r>
                <a:rPr kumimoji="0" lang="en-US" sz="2800" b="0" i="0" u="none" strike="noStrike" kern="0" cap="none" spc="0" normalizeH="0" baseline="0" noProof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Light"/>
                  <a:ea typeface="+mn-ea"/>
                  <a:cs typeface="Versos Light"/>
                  <a:sym typeface="Arial"/>
                </a:rPr>
                <a:t>grupo</a:t>
              </a:r>
              <a:endParaRPr kumimoji="0" lang="en-US" sz="2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" panose="020B0503020204030204" pitchFamily="34" charset="0"/>
                <a:ea typeface="+mn-ea"/>
                <a:cs typeface="Versos Light"/>
                <a:sym typeface="Arial"/>
              </a:endParaRPr>
            </a:p>
          </p:txBody>
        </p:sp>
      </p:grpSp>
      <p:sp>
        <p:nvSpPr>
          <p:cNvPr id="10" name="base">
            <a:extLst>
              <a:ext uri="{FF2B5EF4-FFF2-40B4-BE49-F238E27FC236}">
                <a16:creationId xmlns:a16="http://schemas.microsoft.com/office/drawing/2014/main" id="{6C97D18A-E100-16AF-293D-A7B55250A0A6}"/>
              </a:ext>
            </a:extLst>
          </p:cNvPr>
          <p:cNvSpPr/>
          <p:nvPr/>
        </p:nvSpPr>
        <p:spPr>
          <a:xfrm>
            <a:off x="8791745" y="3533633"/>
            <a:ext cx="2427829" cy="2388157"/>
          </a:xfrm>
          <a:prstGeom prst="roundRect">
            <a:avLst>
              <a:gd name="adj" fmla="val 1017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31000"/>
                </a:schemeClr>
              </a:gs>
              <a:gs pos="100000">
                <a:schemeClr val="accent1">
                  <a:lumMod val="30000"/>
                  <a:lumOff val="70000"/>
                  <a:alpha val="0"/>
                </a:schemeClr>
              </a:gs>
            </a:gsLst>
            <a:lin ang="3600000" scaled="0"/>
          </a:gradFill>
          <a:ln w="6350"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  <a:sym typeface="Arial"/>
            </a:endParaRPr>
          </a:p>
        </p:txBody>
      </p:sp>
      <p:sp>
        <p:nvSpPr>
          <p:cNvPr id="30" name="texto">
            <a:extLst>
              <a:ext uri="{FF2B5EF4-FFF2-40B4-BE49-F238E27FC236}">
                <a16:creationId xmlns:a16="http://schemas.microsoft.com/office/drawing/2014/main" id="{B043FD76-09F2-AF8C-23B9-5DEC9B2D3617}"/>
              </a:ext>
            </a:extLst>
          </p:cNvPr>
          <p:cNvSpPr txBox="1">
            <a:spLocks/>
          </p:cNvSpPr>
          <p:nvPr/>
        </p:nvSpPr>
        <p:spPr>
          <a:xfrm>
            <a:off x="9116826" y="4672371"/>
            <a:ext cx="1777666" cy="726482"/>
          </a:xfrm>
          <a:prstGeom prst="rect">
            <a:avLst/>
          </a:prstGeom>
          <a:ln>
            <a:noFill/>
          </a:ln>
        </p:spPr>
        <p:txBody>
          <a:bodyPr vert="horz" wrap="square" lIns="0" tIns="0" rIns="0" bIns="0" rtlCol="0" anchor="t" anchorCtr="0">
            <a:noAutofit/>
          </a:bodyPr>
          <a:lstStyle>
            <a:lvl1pPr>
              <a:defRPr sz="4100" b="1" i="0">
                <a:solidFill>
                  <a:schemeClr val="bg1"/>
                </a:solidFill>
                <a:latin typeface="Versos"/>
                <a:ea typeface="+mj-ea"/>
                <a:cs typeface="Verso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61"/>
              </a:spcBef>
              <a:spcAft>
                <a:spcPts val="0"/>
              </a:spcAft>
              <a:buClrTx/>
              <a:buSzTx/>
              <a:buFontTx/>
              <a:buNone/>
              <a:tabLst>
                <a:tab pos="1313392" algn="l"/>
              </a:tabLst>
              <a:defRPr/>
            </a:pPr>
            <a:r>
              <a:rPr kumimoji="0" lang="pt-BR" sz="1800" b="0" i="0" u="none" strike="noStrike" kern="0" cap="none" spc="-6" normalizeH="0" baseline="0" noProof="0">
                <a:ln>
                  <a:noFill/>
                </a:ln>
                <a:solidFill>
                  <a:srgbClr val="E6EDF1"/>
                </a:solidFill>
                <a:effectLst/>
                <a:uLnTx/>
                <a:uFillTx/>
                <a:latin typeface="Versos Light"/>
                <a:ea typeface="+mj-ea"/>
                <a:cs typeface="Versos Light"/>
                <a:sym typeface="Arial"/>
              </a:rPr>
              <a:t>Fundos de investimento desde a criação</a:t>
            </a:r>
          </a:p>
        </p:txBody>
      </p:sp>
      <p:sp>
        <p:nvSpPr>
          <p:cNvPr id="31" name="fundos_criacao">
            <a:extLst>
              <a:ext uri="{FF2B5EF4-FFF2-40B4-BE49-F238E27FC236}">
                <a16:creationId xmlns:a16="http://schemas.microsoft.com/office/drawing/2014/main" id="{B5F376A1-3D5D-E5B6-1B49-EF21F2E558B8}"/>
              </a:ext>
            </a:extLst>
          </p:cNvPr>
          <p:cNvSpPr txBox="1">
            <a:spLocks/>
          </p:cNvSpPr>
          <p:nvPr/>
        </p:nvSpPr>
        <p:spPr>
          <a:xfrm>
            <a:off x="9116826" y="4009162"/>
            <a:ext cx="1777666" cy="643801"/>
          </a:xfrm>
          <a:prstGeom prst="rect">
            <a:avLst/>
          </a:prstGeom>
          <a:ln>
            <a:noFill/>
          </a:ln>
        </p:spPr>
        <p:txBody>
          <a:bodyPr vert="horz" wrap="square" lIns="0" tIns="0" rIns="0" bIns="0" rtlCol="0" anchor="ctr" anchorCtr="0">
            <a:noAutofit/>
          </a:bodyPr>
          <a:lstStyle>
            <a:lvl1pPr>
              <a:defRPr sz="4100" b="1" i="0">
                <a:solidFill>
                  <a:schemeClr val="bg1"/>
                </a:solidFill>
                <a:latin typeface="Versos"/>
                <a:ea typeface="+mj-ea"/>
                <a:cs typeface="Verso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1313392" algn="l"/>
              </a:tabLst>
              <a:defRPr/>
            </a:pPr>
            <a:r>
              <a:rPr kumimoji="0" lang="pt-BR" sz="3820" b="1" i="0" u="none" strike="noStrike" kern="0" cap="none" spc="-15" normalizeH="0" baseline="0" noProof="0">
                <a:ln>
                  <a:noFill/>
                </a:ln>
                <a:solidFill>
                  <a:srgbClr val="FFFFFF">
                    <a:lumMod val="85000"/>
                  </a:srgbClr>
                </a:solidFill>
                <a:effectLst/>
                <a:uLnTx/>
                <a:uFillTx/>
                <a:latin typeface="Versos" panose="020B0503020204030204" pitchFamily="34" charset="0"/>
                <a:ea typeface="+mj-ea"/>
                <a:sym typeface="Arial"/>
              </a:rPr>
              <a:t>+135</a:t>
            </a:r>
            <a:endParaRPr kumimoji="0" lang="pt-BR" sz="1800" b="0" i="0" u="none" strike="noStrike" kern="0" cap="none" spc="-6" normalizeH="0" baseline="0" noProof="0">
              <a:ln>
                <a:noFill/>
              </a:ln>
              <a:solidFill>
                <a:srgbClr val="E6EDF1"/>
              </a:solidFill>
              <a:effectLst/>
              <a:uLnTx/>
              <a:uFillTx/>
              <a:latin typeface="Versos Light"/>
              <a:ea typeface="+mj-ea"/>
              <a:cs typeface="Versos Light"/>
              <a:sym typeface="Arial"/>
            </a:endParaRPr>
          </a:p>
        </p:txBody>
      </p:sp>
      <p:sp>
        <p:nvSpPr>
          <p:cNvPr id="9" name="base">
            <a:extLst>
              <a:ext uri="{FF2B5EF4-FFF2-40B4-BE49-F238E27FC236}">
                <a16:creationId xmlns:a16="http://schemas.microsoft.com/office/drawing/2014/main" id="{C772FA42-06EA-3B34-2AC2-37A37EBDCECD}"/>
              </a:ext>
            </a:extLst>
          </p:cNvPr>
          <p:cNvSpPr/>
          <p:nvPr/>
        </p:nvSpPr>
        <p:spPr>
          <a:xfrm>
            <a:off x="6185306" y="3533633"/>
            <a:ext cx="2427829" cy="2388157"/>
          </a:xfrm>
          <a:prstGeom prst="roundRect">
            <a:avLst>
              <a:gd name="adj" fmla="val 10826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31000"/>
                </a:schemeClr>
              </a:gs>
              <a:gs pos="100000">
                <a:schemeClr val="accent1">
                  <a:lumMod val="30000"/>
                  <a:lumOff val="70000"/>
                  <a:alpha val="0"/>
                </a:schemeClr>
              </a:gs>
            </a:gsLst>
            <a:lin ang="3600000" scaled="0"/>
          </a:gradFill>
          <a:ln w="6350"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  <a:sym typeface="Arial"/>
            </a:endParaRPr>
          </a:p>
        </p:txBody>
      </p:sp>
      <p:sp>
        <p:nvSpPr>
          <p:cNvPr id="27" name="texto">
            <a:extLst>
              <a:ext uri="{FF2B5EF4-FFF2-40B4-BE49-F238E27FC236}">
                <a16:creationId xmlns:a16="http://schemas.microsoft.com/office/drawing/2014/main" id="{162574FA-37D3-2095-E7F4-79EF5FDC0E3F}"/>
              </a:ext>
            </a:extLst>
          </p:cNvPr>
          <p:cNvSpPr txBox="1">
            <a:spLocks/>
          </p:cNvSpPr>
          <p:nvPr/>
        </p:nvSpPr>
        <p:spPr>
          <a:xfrm>
            <a:off x="6574221" y="4672371"/>
            <a:ext cx="1649998" cy="726482"/>
          </a:xfrm>
          <a:prstGeom prst="rect">
            <a:avLst/>
          </a:prstGeom>
          <a:ln>
            <a:noFill/>
          </a:ln>
        </p:spPr>
        <p:txBody>
          <a:bodyPr vert="horz" wrap="square" lIns="0" tIns="0" rIns="0" bIns="0" rtlCol="0" anchor="t" anchorCtr="0">
            <a:noAutofit/>
          </a:bodyPr>
          <a:lstStyle>
            <a:lvl1pPr>
              <a:defRPr sz="4100" b="1" i="0">
                <a:solidFill>
                  <a:schemeClr val="bg1"/>
                </a:solidFill>
                <a:latin typeface="Versos"/>
                <a:ea typeface="+mj-ea"/>
                <a:cs typeface="Verso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61"/>
              </a:spcBef>
              <a:spcAft>
                <a:spcPts val="0"/>
              </a:spcAft>
              <a:buClrTx/>
              <a:buSzTx/>
              <a:buFontTx/>
              <a:buNone/>
              <a:tabLst>
                <a:tab pos="1313392" algn="l"/>
              </a:tabLst>
              <a:defRPr/>
            </a:pPr>
            <a:r>
              <a:rPr kumimoji="0" lang="en-US" sz="1800" b="0" i="0" u="none" strike="noStrike" kern="0" cap="none" spc="-6" normalizeH="0" baseline="0" noProof="0" err="1">
                <a:ln>
                  <a:noFill/>
                </a:ln>
                <a:solidFill>
                  <a:srgbClr val="E6EDF1"/>
                </a:solidFill>
                <a:effectLst/>
                <a:uLnTx/>
                <a:uFillTx/>
                <a:latin typeface="Versos Light"/>
                <a:ea typeface="+mj-ea"/>
                <a:cs typeface="Versos Light"/>
                <a:sym typeface="Arial"/>
              </a:rPr>
              <a:t>Proﬁssionais</a:t>
            </a:r>
            <a:endParaRPr kumimoji="0" lang="en-US" sz="1800" b="0" i="0" u="none" strike="noStrike" kern="0" cap="none" spc="-6" normalizeH="0" baseline="0" noProof="0">
              <a:ln>
                <a:noFill/>
              </a:ln>
              <a:solidFill>
                <a:srgbClr val="E6EDF1"/>
              </a:solidFill>
              <a:effectLst/>
              <a:uLnTx/>
              <a:uFillTx/>
              <a:latin typeface="Versos Light"/>
              <a:ea typeface="+mj-ea"/>
              <a:cs typeface="Versos Light"/>
              <a:sym typeface="Arial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61"/>
              </a:spcBef>
              <a:spcAft>
                <a:spcPts val="0"/>
              </a:spcAft>
              <a:buClrTx/>
              <a:buSzTx/>
              <a:buFontTx/>
              <a:buNone/>
              <a:tabLst>
                <a:tab pos="1313392" algn="l"/>
              </a:tabLst>
              <a:defRPr/>
            </a:pPr>
            <a:endParaRPr kumimoji="0" lang="en-US" sz="1800" b="0" i="0" u="none" strike="noStrike" kern="0" cap="none" spc="-6" normalizeH="0" baseline="0" noProof="0">
              <a:ln>
                <a:noFill/>
              </a:ln>
              <a:solidFill>
                <a:srgbClr val="E6EDF1"/>
              </a:solidFill>
              <a:effectLst/>
              <a:uLnTx/>
              <a:uFillTx/>
              <a:latin typeface="Versos Light"/>
              <a:ea typeface="+mj-ea"/>
              <a:cs typeface="Versos Light"/>
              <a:sym typeface="Arial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61"/>
              </a:spcBef>
              <a:spcAft>
                <a:spcPts val="0"/>
              </a:spcAft>
              <a:buClrTx/>
              <a:buSzTx/>
              <a:buFontTx/>
              <a:buNone/>
              <a:tabLst>
                <a:tab pos="1313392" algn="l"/>
              </a:tabLst>
              <a:defRPr/>
            </a:pPr>
            <a:endParaRPr kumimoji="0" lang="pt-BR" sz="1800" b="0" i="0" u="none" strike="noStrike" kern="0" cap="none" spc="-6" normalizeH="0" baseline="0" noProof="0">
              <a:ln>
                <a:noFill/>
              </a:ln>
              <a:solidFill>
                <a:srgbClr val="E6EDF1"/>
              </a:solidFill>
              <a:effectLst/>
              <a:uLnTx/>
              <a:uFillTx/>
              <a:latin typeface="Versos Light"/>
              <a:ea typeface="+mj-ea"/>
              <a:cs typeface="Versos Light"/>
              <a:sym typeface="Arial"/>
            </a:endParaRPr>
          </a:p>
        </p:txBody>
      </p:sp>
      <p:sp>
        <p:nvSpPr>
          <p:cNvPr id="29" name="profissionais">
            <a:extLst>
              <a:ext uri="{FF2B5EF4-FFF2-40B4-BE49-F238E27FC236}">
                <a16:creationId xmlns:a16="http://schemas.microsoft.com/office/drawing/2014/main" id="{A7FB7710-A1DF-D8FE-A0AA-5C18F5653E24}"/>
              </a:ext>
            </a:extLst>
          </p:cNvPr>
          <p:cNvSpPr txBox="1">
            <a:spLocks/>
          </p:cNvSpPr>
          <p:nvPr/>
        </p:nvSpPr>
        <p:spPr>
          <a:xfrm>
            <a:off x="6574221" y="4009162"/>
            <a:ext cx="1649998" cy="643801"/>
          </a:xfrm>
          <a:prstGeom prst="rect">
            <a:avLst/>
          </a:prstGeom>
          <a:ln>
            <a:noFill/>
          </a:ln>
        </p:spPr>
        <p:txBody>
          <a:bodyPr vert="horz" wrap="square" lIns="0" tIns="0" rIns="0" bIns="0" rtlCol="0" anchor="ctr" anchorCtr="0">
            <a:noAutofit/>
          </a:bodyPr>
          <a:lstStyle>
            <a:lvl1pPr>
              <a:defRPr sz="4100" b="1" i="0">
                <a:solidFill>
                  <a:schemeClr val="bg1"/>
                </a:solidFill>
                <a:latin typeface="Versos"/>
                <a:ea typeface="+mj-ea"/>
                <a:cs typeface="Verso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1313392" algn="l"/>
              </a:tabLst>
              <a:defRPr/>
            </a:pPr>
            <a:r>
              <a:rPr kumimoji="0" lang="pt-BR" sz="3820" b="1" i="0" u="none" strike="noStrike" kern="0" cap="none" spc="-15" normalizeH="0" baseline="0" noProof="0">
                <a:ln>
                  <a:noFill/>
                </a:ln>
                <a:solidFill>
                  <a:srgbClr val="FFFFFF">
                    <a:lumMod val="85000"/>
                  </a:srgbClr>
                </a:solidFill>
                <a:effectLst/>
                <a:uLnTx/>
                <a:uFillTx/>
                <a:latin typeface="Versos" panose="020B0503020204030204" pitchFamily="34" charset="0"/>
                <a:ea typeface="+mj-ea"/>
                <a:sym typeface="Arial"/>
              </a:rPr>
              <a:t>+75</a:t>
            </a:r>
          </a:p>
        </p:txBody>
      </p:sp>
      <p:sp>
        <p:nvSpPr>
          <p:cNvPr id="8" name="base">
            <a:extLst>
              <a:ext uri="{FF2B5EF4-FFF2-40B4-BE49-F238E27FC236}">
                <a16:creationId xmlns:a16="http://schemas.microsoft.com/office/drawing/2014/main" id="{45119BE1-4748-C64D-05D3-FAC4C9EEB6A7}"/>
              </a:ext>
            </a:extLst>
          </p:cNvPr>
          <p:cNvSpPr/>
          <p:nvPr/>
        </p:nvSpPr>
        <p:spPr>
          <a:xfrm>
            <a:off x="3578866" y="3533633"/>
            <a:ext cx="2427829" cy="2388157"/>
          </a:xfrm>
          <a:prstGeom prst="roundRect">
            <a:avLst>
              <a:gd name="adj" fmla="val 10826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31000"/>
                </a:schemeClr>
              </a:gs>
              <a:gs pos="100000">
                <a:schemeClr val="accent1">
                  <a:lumMod val="30000"/>
                  <a:lumOff val="70000"/>
                  <a:alpha val="0"/>
                </a:schemeClr>
              </a:gs>
            </a:gsLst>
            <a:lin ang="3600000" scaled="0"/>
          </a:gradFill>
          <a:ln w="6350"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  <a:sym typeface="Arial"/>
            </a:endParaRPr>
          </a:p>
        </p:txBody>
      </p:sp>
      <p:sp>
        <p:nvSpPr>
          <p:cNvPr id="32" name="texto">
            <a:extLst>
              <a:ext uri="{FF2B5EF4-FFF2-40B4-BE49-F238E27FC236}">
                <a16:creationId xmlns:a16="http://schemas.microsoft.com/office/drawing/2014/main" id="{012BBE19-3EF8-991C-934E-B87BEA7078D1}"/>
              </a:ext>
            </a:extLst>
          </p:cNvPr>
          <p:cNvSpPr txBox="1">
            <a:spLocks/>
          </p:cNvSpPr>
          <p:nvPr/>
        </p:nvSpPr>
        <p:spPr>
          <a:xfrm>
            <a:off x="3867285" y="4672371"/>
            <a:ext cx="1850990" cy="726482"/>
          </a:xfrm>
          <a:prstGeom prst="rect">
            <a:avLst/>
          </a:prstGeom>
          <a:ln>
            <a:noFill/>
          </a:ln>
        </p:spPr>
        <p:txBody>
          <a:bodyPr vert="horz" wrap="square" lIns="0" tIns="0" rIns="0" bIns="0" rtlCol="0" anchor="t" anchorCtr="0">
            <a:noAutofit/>
          </a:bodyPr>
          <a:lstStyle>
            <a:lvl1pPr>
              <a:defRPr sz="4100" b="1" i="0">
                <a:solidFill>
                  <a:schemeClr val="bg1"/>
                </a:solidFill>
                <a:latin typeface="Versos"/>
                <a:ea typeface="+mj-ea"/>
                <a:cs typeface="Verso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61"/>
              </a:spcBef>
              <a:spcAft>
                <a:spcPts val="0"/>
              </a:spcAft>
              <a:buClrTx/>
              <a:buSzTx/>
              <a:buFontTx/>
              <a:buNone/>
              <a:tabLst>
                <a:tab pos="1313392" algn="l"/>
              </a:tabLst>
              <a:defRPr/>
            </a:pPr>
            <a:r>
              <a:rPr kumimoji="0" lang="en-US" sz="1800" b="0" i="0" u="none" strike="noStrike" kern="0" cap="none" spc="-6" normalizeH="0" baseline="0" noProof="0">
                <a:ln>
                  <a:noFill/>
                </a:ln>
                <a:solidFill>
                  <a:srgbClr val="E6EDF1"/>
                </a:solidFill>
                <a:effectLst/>
                <a:uLnTx/>
                <a:uFillTx/>
                <a:latin typeface="Versos Light"/>
                <a:ea typeface="+mj-ea"/>
                <a:cs typeface="Versos Light"/>
                <a:sym typeface="Arial"/>
              </a:rPr>
              <a:t>Anos de </a:t>
            </a:r>
            <a:br>
              <a:rPr kumimoji="0" lang="en-US" sz="1800" b="0" i="0" u="none" strike="noStrike" kern="0" cap="none" spc="-6" normalizeH="0" baseline="0" noProof="0">
                <a:ln>
                  <a:noFill/>
                </a:ln>
                <a:solidFill>
                  <a:srgbClr val="E6EDF1"/>
                </a:solidFill>
                <a:effectLst/>
                <a:uLnTx/>
                <a:uFillTx/>
                <a:latin typeface="Versos Light"/>
                <a:ea typeface="+mj-ea"/>
                <a:cs typeface="Versos Light"/>
                <a:sym typeface="Arial"/>
              </a:rPr>
            </a:br>
            <a:r>
              <a:rPr kumimoji="0" lang="en-US" sz="1800" b="0" i="0" u="none" strike="noStrike" kern="0" cap="none" spc="-6" normalizeH="0" baseline="0" noProof="0" err="1">
                <a:ln>
                  <a:noFill/>
                </a:ln>
                <a:solidFill>
                  <a:srgbClr val="E6EDF1"/>
                </a:solidFill>
                <a:effectLst/>
                <a:uLnTx/>
                <a:uFillTx/>
                <a:latin typeface="Versos Light"/>
                <a:ea typeface="+mj-ea"/>
                <a:cs typeface="Versos Light"/>
                <a:sym typeface="Arial"/>
              </a:rPr>
              <a:t>história</a:t>
            </a:r>
            <a:endParaRPr kumimoji="0" lang="en-US" sz="1800" b="0" i="0" u="none" strike="noStrike" kern="0" cap="none" spc="-6" normalizeH="0" baseline="0" noProof="0">
              <a:ln>
                <a:noFill/>
              </a:ln>
              <a:solidFill>
                <a:srgbClr val="E6EDF1"/>
              </a:solidFill>
              <a:effectLst/>
              <a:uLnTx/>
              <a:uFillTx/>
              <a:latin typeface="Versos Light"/>
              <a:ea typeface="+mj-ea"/>
              <a:cs typeface="Versos Light"/>
              <a:sym typeface="Arial"/>
            </a:endParaRPr>
          </a:p>
        </p:txBody>
      </p:sp>
      <p:sp>
        <p:nvSpPr>
          <p:cNvPr id="33" name="anos_historia">
            <a:extLst>
              <a:ext uri="{FF2B5EF4-FFF2-40B4-BE49-F238E27FC236}">
                <a16:creationId xmlns:a16="http://schemas.microsoft.com/office/drawing/2014/main" id="{D7CCF729-3F3F-304E-4496-0ED828696854}"/>
              </a:ext>
            </a:extLst>
          </p:cNvPr>
          <p:cNvSpPr txBox="1">
            <a:spLocks/>
          </p:cNvSpPr>
          <p:nvPr/>
        </p:nvSpPr>
        <p:spPr>
          <a:xfrm>
            <a:off x="3867285" y="4009162"/>
            <a:ext cx="1850990" cy="643801"/>
          </a:xfrm>
          <a:prstGeom prst="rect">
            <a:avLst/>
          </a:prstGeom>
          <a:ln>
            <a:noFill/>
          </a:ln>
        </p:spPr>
        <p:txBody>
          <a:bodyPr vert="horz" wrap="square" lIns="0" tIns="0" rIns="0" bIns="0" rtlCol="0" anchor="ctr" anchorCtr="0">
            <a:noAutofit/>
          </a:bodyPr>
          <a:lstStyle>
            <a:lvl1pPr>
              <a:defRPr sz="4100" b="1" i="0">
                <a:solidFill>
                  <a:schemeClr val="bg1"/>
                </a:solidFill>
                <a:latin typeface="Versos"/>
                <a:ea typeface="+mj-ea"/>
                <a:cs typeface="Verso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1313392" algn="l"/>
              </a:tabLst>
              <a:defRPr/>
            </a:pPr>
            <a:r>
              <a:rPr kumimoji="0" lang="pt-BR" sz="3820" b="1" i="0" u="none" strike="noStrike" kern="0" cap="none" spc="-15" normalizeH="0" baseline="0" noProof="0">
                <a:ln>
                  <a:noFill/>
                </a:ln>
                <a:solidFill>
                  <a:srgbClr val="FFFFFF">
                    <a:lumMod val="85000"/>
                  </a:srgbClr>
                </a:solidFill>
                <a:effectLst/>
                <a:uLnTx/>
                <a:uFillTx/>
                <a:latin typeface="Versos" panose="020B0503020204030204" pitchFamily="34" charset="0"/>
                <a:ea typeface="+mj-ea"/>
                <a:cs typeface="Versos SemiBold"/>
                <a:sym typeface="Arial"/>
              </a:rPr>
              <a:t>26</a:t>
            </a:r>
            <a:endParaRPr kumimoji="0" lang="en-US" sz="1800" b="0" i="0" u="none" strike="noStrike" kern="0" cap="none" spc="-6" normalizeH="0" baseline="0" noProof="0">
              <a:ln>
                <a:noFill/>
              </a:ln>
              <a:solidFill>
                <a:srgbClr val="E6EDF1"/>
              </a:solidFill>
              <a:effectLst/>
              <a:uLnTx/>
              <a:uFillTx/>
              <a:latin typeface="Versos Light"/>
              <a:ea typeface="+mj-ea"/>
              <a:cs typeface="Versos Light"/>
              <a:sym typeface="Arial"/>
            </a:endParaRPr>
          </a:p>
        </p:txBody>
      </p:sp>
      <p:sp>
        <p:nvSpPr>
          <p:cNvPr id="7" name="base">
            <a:extLst>
              <a:ext uri="{FF2B5EF4-FFF2-40B4-BE49-F238E27FC236}">
                <a16:creationId xmlns:a16="http://schemas.microsoft.com/office/drawing/2014/main" id="{D5BF0590-B3AC-EA37-CF4C-8962DEE64621}"/>
              </a:ext>
            </a:extLst>
          </p:cNvPr>
          <p:cNvSpPr/>
          <p:nvPr/>
        </p:nvSpPr>
        <p:spPr>
          <a:xfrm>
            <a:off x="972426" y="3533633"/>
            <a:ext cx="2427829" cy="2388157"/>
          </a:xfrm>
          <a:prstGeom prst="roundRect">
            <a:avLst>
              <a:gd name="adj" fmla="val 8879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31000"/>
                </a:schemeClr>
              </a:gs>
              <a:gs pos="100000">
                <a:schemeClr val="accent1">
                  <a:lumMod val="30000"/>
                  <a:lumOff val="70000"/>
                  <a:alpha val="0"/>
                </a:schemeClr>
              </a:gs>
            </a:gsLst>
            <a:lin ang="3600000" scaled="0"/>
          </a:gradFill>
          <a:ln w="6350"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  <a:sym typeface="Arial"/>
            </a:endParaRPr>
          </a:p>
        </p:txBody>
      </p:sp>
      <p:sp>
        <p:nvSpPr>
          <p:cNvPr id="24" name="texto">
            <a:extLst>
              <a:ext uri="{FF2B5EF4-FFF2-40B4-BE49-F238E27FC236}">
                <a16:creationId xmlns:a16="http://schemas.microsoft.com/office/drawing/2014/main" id="{0EB0D84E-5747-36C4-6359-F306EC1F39CE}"/>
              </a:ext>
            </a:extLst>
          </p:cNvPr>
          <p:cNvSpPr txBox="1">
            <a:spLocks/>
          </p:cNvSpPr>
          <p:nvPr/>
        </p:nvSpPr>
        <p:spPr>
          <a:xfrm>
            <a:off x="972426" y="4672371"/>
            <a:ext cx="2427829" cy="726482"/>
          </a:xfrm>
          <a:prstGeom prst="rect">
            <a:avLst/>
          </a:prstGeom>
          <a:ln>
            <a:noFill/>
          </a:ln>
        </p:spPr>
        <p:txBody>
          <a:bodyPr vert="horz" wrap="square" lIns="0" tIns="0" rIns="0" bIns="0" rtlCol="0" anchor="t" anchorCtr="0">
            <a:noAutofit/>
          </a:bodyPr>
          <a:lstStyle>
            <a:lvl1pPr>
              <a:defRPr sz="4100" b="1" i="0">
                <a:solidFill>
                  <a:schemeClr val="bg1"/>
                </a:solidFill>
                <a:latin typeface="Versos"/>
                <a:ea typeface="+mj-ea"/>
                <a:cs typeface="Verso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61"/>
              </a:spcBef>
              <a:spcAft>
                <a:spcPts val="0"/>
              </a:spcAft>
              <a:buClrTx/>
              <a:buSzTx/>
              <a:buFontTx/>
              <a:buNone/>
              <a:tabLst>
                <a:tab pos="1313392" algn="l"/>
              </a:tabLst>
              <a:defRPr/>
            </a:pPr>
            <a:r>
              <a:rPr kumimoji="0" lang="en-US" sz="1800" b="0" i="0" u="none" strike="noStrike" kern="0" cap="none" spc="-6" normalizeH="0" baseline="0" noProof="0" err="1">
                <a:ln>
                  <a:noFill/>
                </a:ln>
                <a:solidFill>
                  <a:srgbClr val="E6EDF1"/>
                </a:solidFill>
                <a:effectLst/>
                <a:uLnTx/>
                <a:uFillTx/>
                <a:latin typeface="Versos Light"/>
                <a:ea typeface="+mj-ea"/>
                <a:cs typeface="Versos Light"/>
                <a:sym typeface="Arial"/>
              </a:rPr>
              <a:t>Ativos</a:t>
            </a:r>
            <a:r>
              <a:rPr kumimoji="0" lang="en-US" sz="1800" b="0" i="0" u="none" strike="noStrike" kern="0" cap="none" spc="-6" normalizeH="0" baseline="0" noProof="0">
                <a:ln>
                  <a:noFill/>
                </a:ln>
                <a:solidFill>
                  <a:srgbClr val="E6EDF1"/>
                </a:solidFill>
                <a:effectLst/>
                <a:uLnTx/>
                <a:uFillTx/>
                <a:latin typeface="Versos Light"/>
                <a:ea typeface="+mj-ea"/>
                <a:cs typeface="Versos Light"/>
                <a:sym typeface="Arial"/>
              </a:rPr>
              <a:t> sob </a:t>
            </a:r>
            <a:br>
              <a:rPr kumimoji="0" lang="en-US" sz="1800" b="0" i="0" u="none" strike="noStrike" kern="0" cap="none" spc="-6" normalizeH="0" baseline="0" noProof="0">
                <a:ln>
                  <a:noFill/>
                </a:ln>
                <a:solidFill>
                  <a:srgbClr val="E6EDF1"/>
                </a:solidFill>
                <a:effectLst/>
                <a:uLnTx/>
                <a:uFillTx/>
                <a:latin typeface="Versos Light"/>
                <a:ea typeface="+mj-ea"/>
                <a:cs typeface="Versos Light"/>
                <a:sym typeface="Arial"/>
              </a:rPr>
            </a:br>
            <a:r>
              <a:rPr kumimoji="0" lang="en-US" sz="1800" b="0" i="0" u="none" strike="noStrike" kern="0" cap="none" spc="-6" normalizeH="0" baseline="0" noProof="0" err="1">
                <a:ln>
                  <a:noFill/>
                </a:ln>
                <a:solidFill>
                  <a:srgbClr val="E6EDF1"/>
                </a:solidFill>
                <a:effectLst/>
                <a:uLnTx/>
                <a:uFillTx/>
                <a:latin typeface="Versos Light"/>
                <a:ea typeface="+mj-ea"/>
                <a:cs typeface="Versos Light"/>
                <a:sym typeface="Arial"/>
              </a:rPr>
              <a:t>gestão</a:t>
            </a:r>
            <a:endParaRPr kumimoji="0" lang="en-US" sz="1800" b="0" i="0" u="none" strike="noStrike" kern="0" cap="none" spc="-6" normalizeH="0" baseline="0" noProof="0">
              <a:ln>
                <a:noFill/>
              </a:ln>
              <a:solidFill>
                <a:srgbClr val="E6EDF1"/>
              </a:solidFill>
              <a:effectLst/>
              <a:uLnTx/>
              <a:uFillTx/>
              <a:latin typeface="Versos Light"/>
              <a:ea typeface="+mj-ea"/>
              <a:cs typeface="Versos Light"/>
              <a:sym typeface="Arial"/>
            </a:endParaRPr>
          </a:p>
        </p:txBody>
      </p:sp>
      <p:sp>
        <p:nvSpPr>
          <p:cNvPr id="26" name="ativos_sob_gestão">
            <a:extLst>
              <a:ext uri="{FF2B5EF4-FFF2-40B4-BE49-F238E27FC236}">
                <a16:creationId xmlns:a16="http://schemas.microsoft.com/office/drawing/2014/main" id="{7C873CEE-6F57-13CC-6D69-C783CD20E2F2}"/>
              </a:ext>
            </a:extLst>
          </p:cNvPr>
          <p:cNvSpPr txBox="1">
            <a:spLocks/>
          </p:cNvSpPr>
          <p:nvPr/>
        </p:nvSpPr>
        <p:spPr>
          <a:xfrm>
            <a:off x="972426" y="4009162"/>
            <a:ext cx="2427829" cy="643801"/>
          </a:xfrm>
          <a:prstGeom prst="rect">
            <a:avLst/>
          </a:prstGeom>
          <a:ln>
            <a:noFill/>
          </a:ln>
        </p:spPr>
        <p:txBody>
          <a:bodyPr vert="horz" wrap="square" lIns="0" tIns="0" rIns="0" bIns="0" rtlCol="0" anchor="ctr" anchorCtr="0">
            <a:noAutofit/>
          </a:bodyPr>
          <a:lstStyle>
            <a:lvl1pPr>
              <a:defRPr sz="4100" b="1" i="0">
                <a:solidFill>
                  <a:schemeClr val="bg1"/>
                </a:solidFill>
                <a:latin typeface="Versos"/>
                <a:ea typeface="+mj-ea"/>
                <a:cs typeface="Verso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1313392" algn="l"/>
              </a:tabLst>
              <a:defRPr/>
            </a:pPr>
            <a:r>
              <a:rPr kumimoji="0" lang="pt-BR" sz="2800" b="1" i="0" u="none" strike="noStrike" kern="0" cap="none" spc="-15" normalizeH="0" baseline="0" noProof="0">
                <a:ln>
                  <a:noFill/>
                </a:ln>
                <a:solidFill>
                  <a:srgbClr val="C1F4D4"/>
                </a:solidFill>
                <a:effectLst/>
                <a:uLnTx/>
                <a:uFillTx/>
                <a:latin typeface="Versos" panose="020B0503020204030204" pitchFamily="34" charset="0"/>
                <a:ea typeface="+mj-ea"/>
                <a:cs typeface="Versos SemiBold"/>
                <a:sym typeface="Arial"/>
              </a:rPr>
              <a:t>+</a:t>
            </a:r>
            <a:r>
              <a:rPr kumimoji="0" lang="pt-BR" sz="2800" b="1" i="0" u="none" strike="noStrike" kern="0" cap="none" spc="-12" normalizeH="0" baseline="0" noProof="0">
                <a:ln>
                  <a:noFill/>
                </a:ln>
                <a:solidFill>
                  <a:srgbClr val="C1F4D4"/>
                </a:solidFill>
                <a:effectLst/>
                <a:uLnTx/>
                <a:uFillTx/>
                <a:latin typeface="Versos" panose="020B0503020204030204" pitchFamily="34" charset="0"/>
                <a:ea typeface="+mj-ea"/>
                <a:cs typeface="Versos SemiBold"/>
                <a:sym typeface="Arial"/>
              </a:rPr>
              <a:t>R$ </a:t>
            </a:r>
            <a:r>
              <a:rPr kumimoji="0" lang="pt-BR" sz="3820" b="1" i="0" u="none" strike="noStrike" kern="0" cap="none" spc="-12" normalizeH="0" baseline="0" noProof="0">
                <a:ln>
                  <a:noFill/>
                </a:ln>
                <a:solidFill>
                  <a:srgbClr val="C1F4D4"/>
                </a:solidFill>
                <a:effectLst/>
                <a:uLnTx/>
                <a:uFillTx/>
                <a:latin typeface="Versos" panose="020B0503020204030204" pitchFamily="34" charset="0"/>
                <a:ea typeface="+mj-ea"/>
                <a:cs typeface="Versos SemiBold"/>
                <a:sym typeface="Arial"/>
              </a:rPr>
              <a:t>31 </a:t>
            </a:r>
            <a:r>
              <a:rPr kumimoji="0" lang="pt-BR" sz="3200" b="1" i="0" u="none" strike="noStrike" kern="0" cap="none" spc="-15" normalizeH="0" baseline="0" noProof="0">
                <a:ln>
                  <a:noFill/>
                </a:ln>
                <a:solidFill>
                  <a:srgbClr val="C1F4D4"/>
                </a:solidFill>
                <a:effectLst/>
                <a:uLnTx/>
                <a:uFillTx/>
                <a:latin typeface="Versos" panose="020B0503020204030204" pitchFamily="34" charset="0"/>
                <a:ea typeface="+mj-ea"/>
                <a:cs typeface="Versos SemiBold"/>
                <a:sym typeface="Arial"/>
              </a:rPr>
              <a:t>bi</a:t>
            </a:r>
          </a:p>
        </p:txBody>
      </p:sp>
      <p:sp>
        <p:nvSpPr>
          <p:cNvPr id="38" name="logo-tivio-capital">
            <a:extLst>
              <a:ext uri="{FF2B5EF4-FFF2-40B4-BE49-F238E27FC236}">
                <a16:creationId xmlns:a16="http://schemas.microsoft.com/office/drawing/2014/main" id="{F9A0D4D6-EF68-1D55-3E2C-001CDB3F5DB0}"/>
              </a:ext>
            </a:extLst>
          </p:cNvPr>
          <p:cNvSpPr/>
          <p:nvPr/>
        </p:nvSpPr>
        <p:spPr>
          <a:xfrm>
            <a:off x="1937484" y="1484470"/>
            <a:ext cx="3123407" cy="1060597"/>
          </a:xfrm>
          <a:custGeom>
            <a:avLst/>
            <a:gdLst/>
            <a:ahLst/>
            <a:cxnLst/>
            <a:rect l="l" t="t" r="r" b="b"/>
            <a:pathLst>
              <a:path w="4892040" h="1661159">
                <a:moveTo>
                  <a:pt x="598157" y="162128"/>
                </a:moveTo>
                <a:lnTo>
                  <a:pt x="552208" y="107619"/>
                </a:lnTo>
                <a:lnTo>
                  <a:pt x="517258" y="77089"/>
                </a:lnTo>
                <a:lnTo>
                  <a:pt x="478993" y="51600"/>
                </a:lnTo>
                <a:lnTo>
                  <a:pt x="437870" y="31381"/>
                </a:lnTo>
                <a:lnTo>
                  <a:pt x="394347" y="16649"/>
                </a:lnTo>
                <a:lnTo>
                  <a:pt x="348894" y="7645"/>
                </a:lnTo>
                <a:lnTo>
                  <a:pt x="301955" y="4597"/>
                </a:lnTo>
                <a:lnTo>
                  <a:pt x="0" y="4597"/>
                </a:lnTo>
                <a:lnTo>
                  <a:pt x="0" y="162128"/>
                </a:lnTo>
                <a:lnTo>
                  <a:pt x="598157" y="162128"/>
                </a:lnTo>
                <a:close/>
              </a:path>
              <a:path w="4892040" h="1661159">
                <a:moveTo>
                  <a:pt x="686130" y="667334"/>
                </a:moveTo>
                <a:lnTo>
                  <a:pt x="681558" y="664121"/>
                </a:lnTo>
                <a:lnTo>
                  <a:pt x="681558" y="391325"/>
                </a:lnTo>
                <a:lnTo>
                  <a:pt x="678510" y="344347"/>
                </a:lnTo>
                <a:lnTo>
                  <a:pt x="669455" y="298767"/>
                </a:lnTo>
                <a:lnTo>
                  <a:pt x="654519" y="254977"/>
                </a:lnTo>
                <a:lnTo>
                  <a:pt x="633844" y="213360"/>
                </a:lnTo>
                <a:lnTo>
                  <a:pt x="607568" y="174294"/>
                </a:lnTo>
                <a:lnTo>
                  <a:pt x="598157" y="162128"/>
                </a:lnTo>
                <a:lnTo>
                  <a:pt x="588746" y="174294"/>
                </a:lnTo>
                <a:lnTo>
                  <a:pt x="562470" y="213360"/>
                </a:lnTo>
                <a:lnTo>
                  <a:pt x="541794" y="254977"/>
                </a:lnTo>
                <a:lnTo>
                  <a:pt x="526859" y="298767"/>
                </a:lnTo>
                <a:lnTo>
                  <a:pt x="517804" y="344347"/>
                </a:lnTo>
                <a:lnTo>
                  <a:pt x="514743" y="391325"/>
                </a:lnTo>
                <a:lnTo>
                  <a:pt x="514629" y="1019911"/>
                </a:lnTo>
                <a:lnTo>
                  <a:pt x="514743" y="1031824"/>
                </a:lnTo>
                <a:lnTo>
                  <a:pt x="681685" y="1031824"/>
                </a:lnTo>
                <a:lnTo>
                  <a:pt x="681558" y="673976"/>
                </a:lnTo>
                <a:lnTo>
                  <a:pt x="686130" y="667334"/>
                </a:lnTo>
                <a:close/>
              </a:path>
              <a:path w="4892040" h="1661159">
                <a:moveTo>
                  <a:pt x="1196327" y="4597"/>
                </a:moveTo>
                <a:lnTo>
                  <a:pt x="894384" y="4597"/>
                </a:lnTo>
                <a:lnTo>
                  <a:pt x="847432" y="7645"/>
                </a:lnTo>
                <a:lnTo>
                  <a:pt x="801966" y="16649"/>
                </a:lnTo>
                <a:lnTo>
                  <a:pt x="758444" y="31381"/>
                </a:lnTo>
                <a:lnTo>
                  <a:pt x="717321" y="51600"/>
                </a:lnTo>
                <a:lnTo>
                  <a:pt x="679056" y="77089"/>
                </a:lnTo>
                <a:lnTo>
                  <a:pt x="644105" y="107619"/>
                </a:lnTo>
                <a:lnTo>
                  <a:pt x="612952" y="142976"/>
                </a:lnTo>
                <a:lnTo>
                  <a:pt x="598182" y="162128"/>
                </a:lnTo>
                <a:lnTo>
                  <a:pt x="1196327" y="162128"/>
                </a:lnTo>
                <a:lnTo>
                  <a:pt x="1196327" y="4597"/>
                </a:lnTo>
                <a:close/>
              </a:path>
              <a:path w="4892040" h="1661159">
                <a:moveTo>
                  <a:pt x="1602905" y="13525"/>
                </a:moveTo>
                <a:lnTo>
                  <a:pt x="1440751" y="13525"/>
                </a:lnTo>
                <a:lnTo>
                  <a:pt x="1440751" y="1051445"/>
                </a:lnTo>
                <a:lnTo>
                  <a:pt x="1602905" y="1051445"/>
                </a:lnTo>
                <a:lnTo>
                  <a:pt x="1602905" y="13525"/>
                </a:lnTo>
                <a:close/>
              </a:path>
              <a:path w="4892040" h="1661159">
                <a:moveTo>
                  <a:pt x="1772564" y="1390700"/>
                </a:moveTo>
                <a:lnTo>
                  <a:pt x="1752968" y="1335557"/>
                </a:lnTo>
                <a:lnTo>
                  <a:pt x="1716811" y="1293393"/>
                </a:lnTo>
                <a:lnTo>
                  <a:pt x="1667090" y="1266647"/>
                </a:lnTo>
                <a:lnTo>
                  <a:pt x="1606765" y="1257731"/>
                </a:lnTo>
                <a:lnTo>
                  <a:pt x="1579333" y="1259306"/>
                </a:lnTo>
                <a:lnTo>
                  <a:pt x="1529537" y="1271905"/>
                </a:lnTo>
                <a:lnTo>
                  <a:pt x="1486928" y="1296797"/>
                </a:lnTo>
                <a:lnTo>
                  <a:pt x="1453819" y="1332306"/>
                </a:lnTo>
                <a:lnTo>
                  <a:pt x="1430832" y="1377696"/>
                </a:lnTo>
                <a:lnTo>
                  <a:pt x="1419212" y="1430312"/>
                </a:lnTo>
                <a:lnTo>
                  <a:pt x="1417751" y="1459179"/>
                </a:lnTo>
                <a:lnTo>
                  <a:pt x="1419212" y="1488262"/>
                </a:lnTo>
                <a:lnTo>
                  <a:pt x="1430832" y="1541030"/>
                </a:lnTo>
                <a:lnTo>
                  <a:pt x="1453819" y="1586204"/>
                </a:lnTo>
                <a:lnTo>
                  <a:pt x="1486928" y="1621561"/>
                </a:lnTo>
                <a:lnTo>
                  <a:pt x="1529537" y="1646440"/>
                </a:lnTo>
                <a:lnTo>
                  <a:pt x="1579333" y="1659026"/>
                </a:lnTo>
                <a:lnTo>
                  <a:pt x="1606765" y="1660588"/>
                </a:lnTo>
                <a:lnTo>
                  <a:pt x="1638477" y="1658366"/>
                </a:lnTo>
                <a:lnTo>
                  <a:pt x="1693494" y="1640547"/>
                </a:lnTo>
                <a:lnTo>
                  <a:pt x="1736712" y="1605508"/>
                </a:lnTo>
                <a:lnTo>
                  <a:pt x="1764296" y="1556854"/>
                </a:lnTo>
                <a:lnTo>
                  <a:pt x="1722767" y="1527644"/>
                </a:lnTo>
                <a:lnTo>
                  <a:pt x="1715897" y="1547393"/>
                </a:lnTo>
                <a:lnTo>
                  <a:pt x="1706638" y="1564779"/>
                </a:lnTo>
                <a:lnTo>
                  <a:pt x="1664652" y="1602447"/>
                </a:lnTo>
                <a:lnTo>
                  <a:pt x="1626476" y="1613916"/>
                </a:lnTo>
                <a:lnTo>
                  <a:pt x="1604518" y="1615351"/>
                </a:lnTo>
                <a:lnTo>
                  <a:pt x="1584744" y="1614106"/>
                </a:lnTo>
                <a:lnTo>
                  <a:pt x="1532648" y="1595551"/>
                </a:lnTo>
                <a:lnTo>
                  <a:pt x="1494091" y="1556931"/>
                </a:lnTo>
                <a:lnTo>
                  <a:pt x="1477530" y="1521663"/>
                </a:lnTo>
                <a:lnTo>
                  <a:pt x="1469186" y="1481213"/>
                </a:lnTo>
                <a:lnTo>
                  <a:pt x="1468145" y="1459179"/>
                </a:lnTo>
                <a:lnTo>
                  <a:pt x="1469186" y="1436916"/>
                </a:lnTo>
                <a:lnTo>
                  <a:pt x="1477530" y="1396326"/>
                </a:lnTo>
                <a:lnTo>
                  <a:pt x="1494091" y="1361274"/>
                </a:lnTo>
                <a:lnTo>
                  <a:pt x="1532648" y="1322819"/>
                </a:lnTo>
                <a:lnTo>
                  <a:pt x="1584744" y="1304239"/>
                </a:lnTo>
                <a:lnTo>
                  <a:pt x="1604518" y="1303007"/>
                </a:lnTo>
                <a:lnTo>
                  <a:pt x="1626273" y="1304455"/>
                </a:lnTo>
                <a:lnTo>
                  <a:pt x="1664601" y="1316075"/>
                </a:lnTo>
                <a:lnTo>
                  <a:pt x="1695577" y="1338948"/>
                </a:lnTo>
                <a:lnTo>
                  <a:pt x="1716659" y="1371193"/>
                </a:lnTo>
                <a:lnTo>
                  <a:pt x="1723339" y="1390700"/>
                </a:lnTo>
                <a:lnTo>
                  <a:pt x="1772564" y="1390700"/>
                </a:lnTo>
                <a:close/>
              </a:path>
              <a:path w="4892040" h="1661159">
                <a:moveTo>
                  <a:pt x="2362708" y="1657223"/>
                </a:moveTo>
                <a:lnTo>
                  <a:pt x="2322068" y="1550276"/>
                </a:lnTo>
                <a:lnTo>
                  <a:pt x="2305075" y="1505572"/>
                </a:lnTo>
                <a:lnTo>
                  <a:pt x="2253475" y="1369783"/>
                </a:lnTo>
                <a:lnTo>
                  <a:pt x="2253475" y="1505572"/>
                </a:lnTo>
                <a:lnTo>
                  <a:pt x="2110333" y="1505572"/>
                </a:lnTo>
                <a:lnTo>
                  <a:pt x="2181618" y="1314869"/>
                </a:lnTo>
                <a:lnTo>
                  <a:pt x="2253475" y="1505572"/>
                </a:lnTo>
                <a:lnTo>
                  <a:pt x="2253475" y="1369783"/>
                </a:lnTo>
                <a:lnTo>
                  <a:pt x="2232609" y="1314869"/>
                </a:lnTo>
                <a:lnTo>
                  <a:pt x="2212200" y="1261135"/>
                </a:lnTo>
                <a:lnTo>
                  <a:pt x="2153907" y="1261135"/>
                </a:lnTo>
                <a:lnTo>
                  <a:pt x="2002853" y="1657223"/>
                </a:lnTo>
                <a:lnTo>
                  <a:pt x="2053755" y="1657223"/>
                </a:lnTo>
                <a:lnTo>
                  <a:pt x="2095627" y="1550276"/>
                </a:lnTo>
                <a:lnTo>
                  <a:pt x="2268194" y="1550276"/>
                </a:lnTo>
                <a:lnTo>
                  <a:pt x="2310066" y="1657223"/>
                </a:lnTo>
                <a:lnTo>
                  <a:pt x="2362708" y="1657223"/>
                </a:lnTo>
                <a:close/>
              </a:path>
              <a:path w="4892040" h="1661159">
                <a:moveTo>
                  <a:pt x="2445664" y="1051445"/>
                </a:moveTo>
                <a:lnTo>
                  <a:pt x="2028228" y="13512"/>
                </a:lnTo>
                <a:lnTo>
                  <a:pt x="1841347" y="13512"/>
                </a:lnTo>
                <a:lnTo>
                  <a:pt x="2215438" y="905535"/>
                </a:lnTo>
                <a:lnTo>
                  <a:pt x="2236724" y="944880"/>
                </a:lnTo>
                <a:lnTo>
                  <a:pt x="2264943" y="978966"/>
                </a:lnTo>
                <a:lnTo>
                  <a:pt x="2299144" y="1007224"/>
                </a:lnTo>
                <a:lnTo>
                  <a:pt x="2338362" y="1029017"/>
                </a:lnTo>
                <a:lnTo>
                  <a:pt x="2381643" y="1043762"/>
                </a:lnTo>
                <a:lnTo>
                  <a:pt x="2428036" y="1050874"/>
                </a:lnTo>
                <a:lnTo>
                  <a:pt x="2427795" y="1051445"/>
                </a:lnTo>
                <a:lnTo>
                  <a:pt x="2445664" y="1051445"/>
                </a:lnTo>
                <a:close/>
              </a:path>
              <a:path w="4892040" h="1661159">
                <a:moveTo>
                  <a:pt x="2905874" y="1382776"/>
                </a:moveTo>
                <a:lnTo>
                  <a:pt x="2904934" y="1366151"/>
                </a:lnTo>
                <a:lnTo>
                  <a:pt x="2904871" y="1364983"/>
                </a:lnTo>
                <a:lnTo>
                  <a:pt x="2901848" y="1348333"/>
                </a:lnTo>
                <a:lnTo>
                  <a:pt x="2896806" y="1332865"/>
                </a:lnTo>
                <a:lnTo>
                  <a:pt x="2889745" y="1318564"/>
                </a:lnTo>
                <a:lnTo>
                  <a:pt x="2881350" y="1306410"/>
                </a:lnTo>
                <a:lnTo>
                  <a:pt x="2880817" y="1305623"/>
                </a:lnTo>
                <a:lnTo>
                  <a:pt x="2870149" y="1294244"/>
                </a:lnTo>
                <a:lnTo>
                  <a:pt x="2857754" y="1284414"/>
                </a:lnTo>
                <a:lnTo>
                  <a:pt x="2855506" y="1283106"/>
                </a:lnTo>
                <a:lnTo>
                  <a:pt x="2855506" y="1382776"/>
                </a:lnTo>
                <a:lnTo>
                  <a:pt x="2854058" y="1399451"/>
                </a:lnTo>
                <a:lnTo>
                  <a:pt x="2832316" y="1438795"/>
                </a:lnTo>
                <a:lnTo>
                  <a:pt x="2788602" y="1458429"/>
                </a:lnTo>
                <a:lnTo>
                  <a:pt x="2770060" y="1459738"/>
                </a:lnTo>
                <a:lnTo>
                  <a:pt x="2671622" y="1459738"/>
                </a:lnTo>
                <a:lnTo>
                  <a:pt x="2671622" y="1306410"/>
                </a:lnTo>
                <a:lnTo>
                  <a:pt x="2770644" y="1306410"/>
                </a:lnTo>
                <a:lnTo>
                  <a:pt x="2820136" y="1318031"/>
                </a:lnTo>
                <a:lnTo>
                  <a:pt x="2849778" y="1351330"/>
                </a:lnTo>
                <a:lnTo>
                  <a:pt x="2855506" y="1382776"/>
                </a:lnTo>
                <a:lnTo>
                  <a:pt x="2855506" y="1283106"/>
                </a:lnTo>
                <a:lnTo>
                  <a:pt x="2811373" y="1264894"/>
                </a:lnTo>
                <a:lnTo>
                  <a:pt x="2774607" y="1261135"/>
                </a:lnTo>
                <a:lnTo>
                  <a:pt x="2622410" y="1261135"/>
                </a:lnTo>
                <a:lnTo>
                  <a:pt x="2622410" y="1657210"/>
                </a:lnTo>
                <a:lnTo>
                  <a:pt x="2671622" y="1657210"/>
                </a:lnTo>
                <a:lnTo>
                  <a:pt x="2671622" y="1505000"/>
                </a:lnTo>
                <a:lnTo>
                  <a:pt x="2774607" y="1505000"/>
                </a:lnTo>
                <a:lnTo>
                  <a:pt x="2827909" y="1496568"/>
                </a:lnTo>
                <a:lnTo>
                  <a:pt x="2869730" y="1471841"/>
                </a:lnTo>
                <a:lnTo>
                  <a:pt x="2896641" y="1432864"/>
                </a:lnTo>
                <a:lnTo>
                  <a:pt x="2904845" y="1400606"/>
                </a:lnTo>
                <a:lnTo>
                  <a:pt x="2905874" y="1382776"/>
                </a:lnTo>
                <a:close/>
              </a:path>
              <a:path w="4892040" h="1661159">
                <a:moveTo>
                  <a:pt x="3049994" y="13512"/>
                </a:moveTo>
                <a:lnTo>
                  <a:pt x="2863088" y="13512"/>
                </a:lnTo>
                <a:lnTo>
                  <a:pt x="2445664" y="1051445"/>
                </a:lnTo>
                <a:lnTo>
                  <a:pt x="2463546" y="1051445"/>
                </a:lnTo>
                <a:lnTo>
                  <a:pt x="2463304" y="1050874"/>
                </a:lnTo>
                <a:lnTo>
                  <a:pt x="2509697" y="1043762"/>
                </a:lnTo>
                <a:lnTo>
                  <a:pt x="2552979" y="1029017"/>
                </a:lnTo>
                <a:lnTo>
                  <a:pt x="2592197" y="1007224"/>
                </a:lnTo>
                <a:lnTo>
                  <a:pt x="2626385" y="978966"/>
                </a:lnTo>
                <a:lnTo>
                  <a:pt x="2654604" y="944880"/>
                </a:lnTo>
                <a:lnTo>
                  <a:pt x="2675902" y="905535"/>
                </a:lnTo>
                <a:lnTo>
                  <a:pt x="3049994" y="13512"/>
                </a:lnTo>
                <a:close/>
              </a:path>
              <a:path w="4892040" h="1661159">
                <a:moveTo>
                  <a:pt x="3222739" y="1261122"/>
                </a:moveTo>
                <a:lnTo>
                  <a:pt x="3173526" y="1261122"/>
                </a:lnTo>
                <a:lnTo>
                  <a:pt x="3173526" y="1657197"/>
                </a:lnTo>
                <a:lnTo>
                  <a:pt x="3222739" y="1657197"/>
                </a:lnTo>
                <a:lnTo>
                  <a:pt x="3222739" y="1261122"/>
                </a:lnTo>
                <a:close/>
              </a:path>
              <a:path w="4892040" h="1661159">
                <a:moveTo>
                  <a:pt x="3450590" y="13525"/>
                </a:moveTo>
                <a:lnTo>
                  <a:pt x="3288436" y="13525"/>
                </a:lnTo>
                <a:lnTo>
                  <a:pt x="3288436" y="1051445"/>
                </a:lnTo>
                <a:lnTo>
                  <a:pt x="3450590" y="1051445"/>
                </a:lnTo>
                <a:lnTo>
                  <a:pt x="3450590" y="13525"/>
                </a:lnTo>
                <a:close/>
              </a:path>
              <a:path w="4892040" h="1661159">
                <a:moveTo>
                  <a:pt x="3796487" y="1261135"/>
                </a:moveTo>
                <a:lnTo>
                  <a:pt x="3490379" y="1261135"/>
                </a:lnTo>
                <a:lnTo>
                  <a:pt x="3490379" y="1306855"/>
                </a:lnTo>
                <a:lnTo>
                  <a:pt x="3618801" y="1306855"/>
                </a:lnTo>
                <a:lnTo>
                  <a:pt x="3618801" y="1657375"/>
                </a:lnTo>
                <a:lnTo>
                  <a:pt x="3668064" y="1657375"/>
                </a:lnTo>
                <a:lnTo>
                  <a:pt x="3668064" y="1306855"/>
                </a:lnTo>
                <a:lnTo>
                  <a:pt x="3796487" y="1306855"/>
                </a:lnTo>
                <a:lnTo>
                  <a:pt x="3796487" y="1261135"/>
                </a:lnTo>
                <a:close/>
              </a:path>
              <a:path w="4892040" h="1661159">
                <a:moveTo>
                  <a:pt x="4335157" y="1657223"/>
                </a:moveTo>
                <a:lnTo>
                  <a:pt x="4294517" y="1550276"/>
                </a:lnTo>
                <a:lnTo>
                  <a:pt x="4277525" y="1505572"/>
                </a:lnTo>
                <a:lnTo>
                  <a:pt x="4225925" y="1369758"/>
                </a:lnTo>
                <a:lnTo>
                  <a:pt x="4225925" y="1505572"/>
                </a:lnTo>
                <a:lnTo>
                  <a:pt x="4082783" y="1505572"/>
                </a:lnTo>
                <a:lnTo>
                  <a:pt x="4154068" y="1314869"/>
                </a:lnTo>
                <a:lnTo>
                  <a:pt x="4225925" y="1505572"/>
                </a:lnTo>
                <a:lnTo>
                  <a:pt x="4225925" y="1369758"/>
                </a:lnTo>
                <a:lnTo>
                  <a:pt x="4205071" y="1314869"/>
                </a:lnTo>
                <a:lnTo>
                  <a:pt x="4184650" y="1261135"/>
                </a:lnTo>
                <a:lnTo>
                  <a:pt x="4126369" y="1261135"/>
                </a:lnTo>
                <a:lnTo>
                  <a:pt x="3975303" y="1657223"/>
                </a:lnTo>
                <a:lnTo>
                  <a:pt x="4026217" y="1657223"/>
                </a:lnTo>
                <a:lnTo>
                  <a:pt x="4068089" y="1550276"/>
                </a:lnTo>
                <a:lnTo>
                  <a:pt x="4240644" y="1550276"/>
                </a:lnTo>
                <a:lnTo>
                  <a:pt x="4282516" y="1657223"/>
                </a:lnTo>
                <a:lnTo>
                  <a:pt x="4335157" y="1657223"/>
                </a:lnTo>
                <a:close/>
              </a:path>
              <a:path w="4892040" h="1661159">
                <a:moveTo>
                  <a:pt x="4824552" y="1611490"/>
                </a:moveTo>
                <a:lnTo>
                  <a:pt x="4644060" y="1611490"/>
                </a:lnTo>
                <a:lnTo>
                  <a:pt x="4644060" y="1260970"/>
                </a:lnTo>
                <a:lnTo>
                  <a:pt x="4594847" y="1260970"/>
                </a:lnTo>
                <a:lnTo>
                  <a:pt x="4594847" y="1611490"/>
                </a:lnTo>
                <a:lnTo>
                  <a:pt x="4594847" y="1657210"/>
                </a:lnTo>
                <a:lnTo>
                  <a:pt x="4824552" y="1657210"/>
                </a:lnTo>
                <a:lnTo>
                  <a:pt x="4824552" y="1611490"/>
                </a:lnTo>
                <a:close/>
              </a:path>
              <a:path w="4892040" h="1661159">
                <a:moveTo>
                  <a:pt x="4891735" y="532498"/>
                </a:moveTo>
                <a:lnTo>
                  <a:pt x="4889538" y="482015"/>
                </a:lnTo>
                <a:lnTo>
                  <a:pt x="4883023" y="432930"/>
                </a:lnTo>
                <a:lnTo>
                  <a:pt x="4872266" y="385470"/>
                </a:lnTo>
                <a:lnTo>
                  <a:pt x="4857369" y="339839"/>
                </a:lnTo>
                <a:lnTo>
                  <a:pt x="4838408" y="296240"/>
                </a:lnTo>
                <a:lnTo>
                  <a:pt x="4815497" y="254889"/>
                </a:lnTo>
                <a:lnTo>
                  <a:pt x="4788700" y="215976"/>
                </a:lnTo>
                <a:lnTo>
                  <a:pt x="4758131" y="179717"/>
                </a:lnTo>
                <a:lnTo>
                  <a:pt x="4725047" y="147472"/>
                </a:lnTo>
                <a:lnTo>
                  <a:pt x="4725047" y="532498"/>
                </a:lnTo>
                <a:lnTo>
                  <a:pt x="4721745" y="585076"/>
                </a:lnTo>
                <a:lnTo>
                  <a:pt x="4711941" y="634657"/>
                </a:lnTo>
                <a:lnTo>
                  <a:pt x="4695736" y="680986"/>
                </a:lnTo>
                <a:lnTo>
                  <a:pt x="4673270" y="723773"/>
                </a:lnTo>
                <a:lnTo>
                  <a:pt x="4644644" y="762762"/>
                </a:lnTo>
                <a:lnTo>
                  <a:pt x="4609973" y="797648"/>
                </a:lnTo>
                <a:lnTo>
                  <a:pt x="4574832" y="824598"/>
                </a:lnTo>
                <a:lnTo>
                  <a:pt x="4535983" y="847598"/>
                </a:lnTo>
                <a:lnTo>
                  <a:pt x="4493628" y="866559"/>
                </a:lnTo>
                <a:lnTo>
                  <a:pt x="4447984" y="881418"/>
                </a:lnTo>
                <a:lnTo>
                  <a:pt x="4399254" y="892124"/>
                </a:lnTo>
                <a:lnTo>
                  <a:pt x="4347654" y="898601"/>
                </a:lnTo>
                <a:lnTo>
                  <a:pt x="4293374" y="900772"/>
                </a:lnTo>
                <a:lnTo>
                  <a:pt x="4239095" y="898601"/>
                </a:lnTo>
                <a:lnTo>
                  <a:pt x="4187494" y="892124"/>
                </a:lnTo>
                <a:lnTo>
                  <a:pt x="4138765" y="881418"/>
                </a:lnTo>
                <a:lnTo>
                  <a:pt x="4093121" y="866559"/>
                </a:lnTo>
                <a:lnTo>
                  <a:pt x="4050766" y="847598"/>
                </a:lnTo>
                <a:lnTo>
                  <a:pt x="4011917" y="824598"/>
                </a:lnTo>
                <a:lnTo>
                  <a:pt x="3976763" y="797648"/>
                </a:lnTo>
                <a:lnTo>
                  <a:pt x="3942105" y="762762"/>
                </a:lnTo>
                <a:lnTo>
                  <a:pt x="3913479" y="723773"/>
                </a:lnTo>
                <a:lnTo>
                  <a:pt x="3891000" y="680986"/>
                </a:lnTo>
                <a:lnTo>
                  <a:pt x="3874795" y="634657"/>
                </a:lnTo>
                <a:lnTo>
                  <a:pt x="3864991" y="585076"/>
                </a:lnTo>
                <a:lnTo>
                  <a:pt x="3861701" y="532498"/>
                </a:lnTo>
                <a:lnTo>
                  <a:pt x="3864991" y="479907"/>
                </a:lnTo>
                <a:lnTo>
                  <a:pt x="3874795" y="430314"/>
                </a:lnTo>
                <a:lnTo>
                  <a:pt x="3891000" y="383997"/>
                </a:lnTo>
                <a:lnTo>
                  <a:pt x="3913479" y="341198"/>
                </a:lnTo>
                <a:lnTo>
                  <a:pt x="3942105" y="302234"/>
                </a:lnTo>
                <a:lnTo>
                  <a:pt x="3976763" y="267347"/>
                </a:lnTo>
                <a:lnTo>
                  <a:pt x="4011917" y="240398"/>
                </a:lnTo>
                <a:lnTo>
                  <a:pt x="4050766" y="217398"/>
                </a:lnTo>
                <a:lnTo>
                  <a:pt x="4093121" y="198437"/>
                </a:lnTo>
                <a:lnTo>
                  <a:pt x="4138765" y="183578"/>
                </a:lnTo>
                <a:lnTo>
                  <a:pt x="4187494" y="172872"/>
                </a:lnTo>
                <a:lnTo>
                  <a:pt x="4239095" y="166395"/>
                </a:lnTo>
                <a:lnTo>
                  <a:pt x="4293374" y="164223"/>
                </a:lnTo>
                <a:lnTo>
                  <a:pt x="4347654" y="166395"/>
                </a:lnTo>
                <a:lnTo>
                  <a:pt x="4399254" y="172872"/>
                </a:lnTo>
                <a:lnTo>
                  <a:pt x="4447984" y="183578"/>
                </a:lnTo>
                <a:lnTo>
                  <a:pt x="4493628" y="198437"/>
                </a:lnTo>
                <a:lnTo>
                  <a:pt x="4535983" y="217398"/>
                </a:lnTo>
                <a:lnTo>
                  <a:pt x="4574832" y="240398"/>
                </a:lnTo>
                <a:lnTo>
                  <a:pt x="4609973" y="267347"/>
                </a:lnTo>
                <a:lnTo>
                  <a:pt x="4644644" y="302234"/>
                </a:lnTo>
                <a:lnTo>
                  <a:pt x="4673270" y="341198"/>
                </a:lnTo>
                <a:lnTo>
                  <a:pt x="4695736" y="383997"/>
                </a:lnTo>
                <a:lnTo>
                  <a:pt x="4711941" y="430314"/>
                </a:lnTo>
                <a:lnTo>
                  <a:pt x="4721745" y="479907"/>
                </a:lnTo>
                <a:lnTo>
                  <a:pt x="4725047" y="532498"/>
                </a:lnTo>
                <a:lnTo>
                  <a:pt x="4725047" y="147472"/>
                </a:lnTo>
                <a:lnTo>
                  <a:pt x="4686300" y="116103"/>
                </a:lnTo>
                <a:lnTo>
                  <a:pt x="4645838" y="89255"/>
                </a:lnTo>
                <a:lnTo>
                  <a:pt x="4602645" y="65849"/>
                </a:lnTo>
                <a:lnTo>
                  <a:pt x="4556836" y="45910"/>
                </a:lnTo>
                <a:lnTo>
                  <a:pt x="4508563" y="29502"/>
                </a:lnTo>
                <a:lnTo>
                  <a:pt x="4457941" y="16662"/>
                </a:lnTo>
                <a:lnTo>
                  <a:pt x="4405109" y="7442"/>
                </a:lnTo>
                <a:lnTo>
                  <a:pt x="4350207" y="1866"/>
                </a:lnTo>
                <a:lnTo>
                  <a:pt x="4293374" y="0"/>
                </a:lnTo>
                <a:lnTo>
                  <a:pt x="4236529" y="1866"/>
                </a:lnTo>
                <a:lnTo>
                  <a:pt x="4181627" y="7442"/>
                </a:lnTo>
                <a:lnTo>
                  <a:pt x="4128795" y="16662"/>
                </a:lnTo>
                <a:lnTo>
                  <a:pt x="4078186" y="29502"/>
                </a:lnTo>
                <a:lnTo>
                  <a:pt x="4029913" y="45910"/>
                </a:lnTo>
                <a:lnTo>
                  <a:pt x="3984104" y="65849"/>
                </a:lnTo>
                <a:lnTo>
                  <a:pt x="3940911" y="89255"/>
                </a:lnTo>
                <a:lnTo>
                  <a:pt x="3900449" y="116103"/>
                </a:lnTo>
                <a:lnTo>
                  <a:pt x="3862857" y="146329"/>
                </a:lnTo>
                <a:lnTo>
                  <a:pt x="3828592" y="179717"/>
                </a:lnTo>
                <a:lnTo>
                  <a:pt x="3798024" y="215976"/>
                </a:lnTo>
                <a:lnTo>
                  <a:pt x="3771239" y="254889"/>
                </a:lnTo>
                <a:lnTo>
                  <a:pt x="3748328" y="296240"/>
                </a:lnTo>
                <a:lnTo>
                  <a:pt x="3729393" y="339839"/>
                </a:lnTo>
                <a:lnTo>
                  <a:pt x="3714496" y="385470"/>
                </a:lnTo>
                <a:lnTo>
                  <a:pt x="3703751" y="432930"/>
                </a:lnTo>
                <a:lnTo>
                  <a:pt x="3697236" y="482015"/>
                </a:lnTo>
                <a:lnTo>
                  <a:pt x="3695039" y="532498"/>
                </a:lnTo>
                <a:lnTo>
                  <a:pt x="3697236" y="582980"/>
                </a:lnTo>
                <a:lnTo>
                  <a:pt x="3703751" y="632053"/>
                </a:lnTo>
                <a:lnTo>
                  <a:pt x="3714496" y="679513"/>
                </a:lnTo>
                <a:lnTo>
                  <a:pt x="3729393" y="725144"/>
                </a:lnTo>
                <a:lnTo>
                  <a:pt x="3748328" y="768743"/>
                </a:lnTo>
                <a:lnTo>
                  <a:pt x="3771239" y="810094"/>
                </a:lnTo>
                <a:lnTo>
                  <a:pt x="3798024" y="849007"/>
                </a:lnTo>
                <a:lnTo>
                  <a:pt x="3828592" y="885253"/>
                </a:lnTo>
                <a:lnTo>
                  <a:pt x="3862857" y="918641"/>
                </a:lnTo>
                <a:lnTo>
                  <a:pt x="3900449" y="948880"/>
                </a:lnTo>
                <a:lnTo>
                  <a:pt x="3940911" y="975728"/>
                </a:lnTo>
                <a:lnTo>
                  <a:pt x="3984104" y="999147"/>
                </a:lnTo>
                <a:lnTo>
                  <a:pt x="4029913" y="1019073"/>
                </a:lnTo>
                <a:lnTo>
                  <a:pt x="4078186" y="1035481"/>
                </a:lnTo>
                <a:lnTo>
                  <a:pt x="4128795" y="1048334"/>
                </a:lnTo>
                <a:lnTo>
                  <a:pt x="4181627" y="1057554"/>
                </a:lnTo>
                <a:lnTo>
                  <a:pt x="4236529" y="1063129"/>
                </a:lnTo>
                <a:lnTo>
                  <a:pt x="4293374" y="1064996"/>
                </a:lnTo>
                <a:lnTo>
                  <a:pt x="4350207" y="1063129"/>
                </a:lnTo>
                <a:lnTo>
                  <a:pt x="4405109" y="1057554"/>
                </a:lnTo>
                <a:lnTo>
                  <a:pt x="4457941" y="1048334"/>
                </a:lnTo>
                <a:lnTo>
                  <a:pt x="4508563" y="1035481"/>
                </a:lnTo>
                <a:lnTo>
                  <a:pt x="4556836" y="1019073"/>
                </a:lnTo>
                <a:lnTo>
                  <a:pt x="4602645" y="999147"/>
                </a:lnTo>
                <a:lnTo>
                  <a:pt x="4645838" y="975728"/>
                </a:lnTo>
                <a:lnTo>
                  <a:pt x="4686300" y="948880"/>
                </a:lnTo>
                <a:lnTo>
                  <a:pt x="4723879" y="918641"/>
                </a:lnTo>
                <a:lnTo>
                  <a:pt x="4758131" y="885253"/>
                </a:lnTo>
                <a:lnTo>
                  <a:pt x="4788700" y="849007"/>
                </a:lnTo>
                <a:lnTo>
                  <a:pt x="4815497" y="810094"/>
                </a:lnTo>
                <a:lnTo>
                  <a:pt x="4838408" y="768743"/>
                </a:lnTo>
                <a:lnTo>
                  <a:pt x="4857369" y="725144"/>
                </a:lnTo>
                <a:lnTo>
                  <a:pt x="4872266" y="679513"/>
                </a:lnTo>
                <a:lnTo>
                  <a:pt x="4883023" y="632053"/>
                </a:lnTo>
                <a:lnTo>
                  <a:pt x="4889538" y="582980"/>
                </a:lnTo>
                <a:lnTo>
                  <a:pt x="4891735" y="53249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pPr marL="0" marR="0" lvl="0" indent="0" algn="l" defTabSz="55446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092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n-ea"/>
              <a:cs typeface="Arial"/>
              <a:sym typeface="Arial"/>
            </a:endParaRPr>
          </a:p>
        </p:txBody>
      </p:sp>
      <p:sp>
        <p:nvSpPr>
          <p:cNvPr id="34" name="texto">
            <a:extLst>
              <a:ext uri="{FF2B5EF4-FFF2-40B4-BE49-F238E27FC236}">
                <a16:creationId xmlns:a16="http://schemas.microsoft.com/office/drawing/2014/main" id="{8B4E48BF-2B0E-BB3F-7D7C-74CED1B99786}"/>
              </a:ext>
            </a:extLst>
          </p:cNvPr>
          <p:cNvSpPr/>
          <p:nvPr/>
        </p:nvSpPr>
        <p:spPr>
          <a:xfrm>
            <a:off x="1450577" y="5921791"/>
            <a:ext cx="1471527" cy="306290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31000"/>
                </a:schemeClr>
              </a:gs>
              <a:gs pos="100000">
                <a:schemeClr val="accent1">
                  <a:lumMod val="30000"/>
                  <a:lumOff val="70000"/>
                  <a:alpha val="0"/>
                </a:schemeClr>
              </a:gs>
            </a:gsLst>
            <a:lin ang="3600000" scaled="0"/>
          </a:gradFill>
          <a:ln w="6350"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85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 panose="020B0403020204030204" pitchFamily="34" charset="0"/>
                <a:ea typeface="+mn-ea"/>
                <a:cs typeface="Versos"/>
                <a:sym typeface="Arial"/>
              </a:rPr>
              <a:t>Fonte: </a:t>
            </a:r>
            <a:r>
              <a:rPr kumimoji="0" lang="pt-BR" sz="850" b="0" i="0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 panose="020B0403020204030204" pitchFamily="34" charset="0"/>
                <a:ea typeface="+mn-ea"/>
                <a:cs typeface="Versos"/>
                <a:sym typeface="Arial"/>
              </a:rPr>
              <a:t>Anbima</a:t>
            </a:r>
            <a:r>
              <a:rPr kumimoji="0" lang="pt-BR" sz="85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 panose="020B0403020204030204" pitchFamily="34" charset="0"/>
                <a:ea typeface="+mn-ea"/>
                <a:cs typeface="Versos"/>
                <a:sym typeface="Arial"/>
              </a:rPr>
              <a:t> - Jul/2026</a:t>
            </a:r>
            <a:endParaRPr kumimoji="0" lang="en-GB" sz="85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sos Light" panose="020B0403020204030204" pitchFamily="34" charset="0"/>
              <a:ea typeface="+mn-ea"/>
              <a:cs typeface="Versos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8192320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lumMod val="95000"/>
            <a:lumOff val="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9C67B5E-B219-F26E-5611-87BCB39BA3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A097415-C9E9-FB1A-581D-5C576B434D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3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77667D73-C69A-4DAA-9003-24A825D36FE9}" type="slidenum">
              <a:rPr kumimoji="0" lang="pt-BR" sz="1100" b="0" i="0" u="none" strike="noStrike" kern="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" panose="020B0503020204030204" pitchFamily="34" charset="0"/>
                <a:ea typeface="+mn-ea"/>
                <a:sym typeface="Arial"/>
              </a:rPr>
              <a:pPr marL="0" marR="0" lvl="0" indent="0" algn="r" defTabSz="9143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3</a:t>
            </a:fld>
            <a:endParaRPr kumimoji="0" lang="pt-BR" sz="11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sos" panose="020B0503020204030204" pitchFamily="34" charset="0"/>
              <a:ea typeface="+mn-ea"/>
              <a:sym typeface="Arial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5F33ED6-52B0-57D6-1C79-4036ED4D490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pt-BR"/>
              <a:t>Estratégias de Investimento</a:t>
            </a:r>
          </a:p>
        </p:txBody>
      </p:sp>
      <p:sp>
        <p:nvSpPr>
          <p:cNvPr id="76" name="Picture 8">
            <a:extLst>
              <a:ext uri="{FF2B5EF4-FFF2-40B4-BE49-F238E27FC236}">
                <a16:creationId xmlns:a16="http://schemas.microsoft.com/office/drawing/2014/main" id="{3BF50C3F-D746-8C7E-97CE-E9CFE4605A66}"/>
              </a:ext>
            </a:extLst>
          </p:cNvPr>
          <p:cNvSpPr/>
          <p:nvPr/>
        </p:nvSpPr>
        <p:spPr>
          <a:xfrm>
            <a:off x="11090836" y="377393"/>
            <a:ext cx="765798" cy="260068"/>
          </a:xfrm>
          <a:custGeom>
            <a:avLst/>
            <a:gdLst>
              <a:gd name="connsiteX0" fmla="*/ 739575 w 765852"/>
              <a:gd name="connsiteY0" fmla="*/ 143884 h 260086"/>
              <a:gd name="connsiteX1" fmla="*/ 765852 w 765852"/>
              <a:gd name="connsiteY1" fmla="*/ 83403 h 260086"/>
              <a:gd name="connsiteX2" fmla="*/ 739575 w 765852"/>
              <a:gd name="connsiteY2" fmla="*/ 22921 h 260086"/>
              <a:gd name="connsiteX3" fmla="*/ 672177 w 765852"/>
              <a:gd name="connsiteY3" fmla="*/ 0 h 260086"/>
              <a:gd name="connsiteX4" fmla="*/ 604779 w 765852"/>
              <a:gd name="connsiteY4" fmla="*/ 22921 h 260086"/>
              <a:gd name="connsiteX5" fmla="*/ 578501 w 765852"/>
              <a:gd name="connsiteY5" fmla="*/ 83403 h 260086"/>
              <a:gd name="connsiteX6" fmla="*/ 604779 w 765852"/>
              <a:gd name="connsiteY6" fmla="*/ 143884 h 260086"/>
              <a:gd name="connsiteX7" fmla="*/ 672177 w 765852"/>
              <a:gd name="connsiteY7" fmla="*/ 166805 h 260086"/>
              <a:gd name="connsiteX8" fmla="*/ 739575 w 765852"/>
              <a:gd name="connsiteY8" fmla="*/ 143884 h 260086"/>
              <a:gd name="connsiteX9" fmla="*/ 604595 w 765852"/>
              <a:gd name="connsiteY9" fmla="*/ 83403 h 260086"/>
              <a:gd name="connsiteX10" fmla="*/ 622611 w 765852"/>
              <a:gd name="connsiteY10" fmla="*/ 41871 h 260086"/>
              <a:gd name="connsiteX11" fmla="*/ 672177 w 765852"/>
              <a:gd name="connsiteY11" fmla="*/ 25719 h 260086"/>
              <a:gd name="connsiteX12" fmla="*/ 721742 w 765852"/>
              <a:gd name="connsiteY12" fmla="*/ 41871 h 260086"/>
              <a:gd name="connsiteX13" fmla="*/ 739759 w 765852"/>
              <a:gd name="connsiteY13" fmla="*/ 83403 h 260086"/>
              <a:gd name="connsiteX14" fmla="*/ 721742 w 765852"/>
              <a:gd name="connsiteY14" fmla="*/ 124934 h 260086"/>
              <a:gd name="connsiteX15" fmla="*/ 672177 w 765852"/>
              <a:gd name="connsiteY15" fmla="*/ 141077 h 260086"/>
              <a:gd name="connsiteX16" fmla="*/ 622611 w 765852"/>
              <a:gd name="connsiteY16" fmla="*/ 124934 h 260086"/>
              <a:gd name="connsiteX17" fmla="*/ 604595 w 765852"/>
              <a:gd name="connsiteY17" fmla="*/ 83403 h 260086"/>
              <a:gd name="connsiteX18" fmla="*/ 238310 w 765852"/>
              <a:gd name="connsiteY18" fmla="*/ 207181 h 260086"/>
              <a:gd name="connsiteX19" fmla="*/ 249560 w 765852"/>
              <a:gd name="connsiteY19" fmla="*/ 204081 h 260086"/>
              <a:gd name="connsiteX20" fmla="*/ 261562 w 765852"/>
              <a:gd name="connsiteY20" fmla="*/ 207713 h 260086"/>
              <a:gd name="connsiteX21" fmla="*/ 268163 w 765852"/>
              <a:gd name="connsiteY21" fmla="*/ 217812 h 260086"/>
              <a:gd name="connsiteX22" fmla="*/ 275874 w 765852"/>
              <a:gd name="connsiteY22" fmla="*/ 217812 h 260086"/>
              <a:gd name="connsiteX23" fmla="*/ 267145 w 765852"/>
              <a:gd name="connsiteY23" fmla="*/ 202568 h 260086"/>
              <a:gd name="connsiteX24" fmla="*/ 249917 w 765852"/>
              <a:gd name="connsiteY24" fmla="*/ 196982 h 260086"/>
              <a:gd name="connsiteX25" fmla="*/ 234322 w 765852"/>
              <a:gd name="connsiteY25" fmla="*/ 200926 h 260086"/>
              <a:gd name="connsiteX26" fmla="*/ 223961 w 765852"/>
              <a:gd name="connsiteY26" fmla="*/ 212052 h 260086"/>
              <a:gd name="connsiteX27" fmla="*/ 220330 w 765852"/>
              <a:gd name="connsiteY27" fmla="*/ 228534 h 260086"/>
              <a:gd name="connsiteX28" fmla="*/ 223961 w 765852"/>
              <a:gd name="connsiteY28" fmla="*/ 245062 h 260086"/>
              <a:gd name="connsiteX29" fmla="*/ 234322 w 765852"/>
              <a:gd name="connsiteY29" fmla="*/ 256142 h 260086"/>
              <a:gd name="connsiteX30" fmla="*/ 249917 w 765852"/>
              <a:gd name="connsiteY30" fmla="*/ 260086 h 260086"/>
              <a:gd name="connsiteX31" fmla="*/ 267145 w 765852"/>
              <a:gd name="connsiteY31" fmla="*/ 254501 h 260086"/>
              <a:gd name="connsiteX32" fmla="*/ 275782 w 765852"/>
              <a:gd name="connsiteY32" fmla="*/ 239256 h 260086"/>
              <a:gd name="connsiteX33" fmla="*/ 268071 w 765852"/>
              <a:gd name="connsiteY33" fmla="*/ 239256 h 260086"/>
              <a:gd name="connsiteX34" fmla="*/ 261516 w 765852"/>
              <a:gd name="connsiteY34" fmla="*/ 249401 h 260086"/>
              <a:gd name="connsiteX35" fmla="*/ 249560 w 765852"/>
              <a:gd name="connsiteY35" fmla="*/ 252987 h 260086"/>
              <a:gd name="connsiteX36" fmla="*/ 238310 w 765852"/>
              <a:gd name="connsiteY36" fmla="*/ 249887 h 260086"/>
              <a:gd name="connsiteX37" fmla="*/ 230828 w 765852"/>
              <a:gd name="connsiteY37" fmla="*/ 241201 h 260086"/>
              <a:gd name="connsiteX38" fmla="*/ 228215 w 765852"/>
              <a:gd name="connsiteY38" fmla="*/ 228525 h 260086"/>
              <a:gd name="connsiteX39" fmla="*/ 230828 w 765852"/>
              <a:gd name="connsiteY39" fmla="*/ 215812 h 260086"/>
              <a:gd name="connsiteX40" fmla="*/ 238310 w 765852"/>
              <a:gd name="connsiteY40" fmla="*/ 207172 h 260086"/>
              <a:gd name="connsiteX41" fmla="*/ 335580 w 765852"/>
              <a:gd name="connsiteY41" fmla="*/ 197523 h 260086"/>
              <a:gd name="connsiteX42" fmla="*/ 311925 w 765852"/>
              <a:gd name="connsiteY42" fmla="*/ 259554 h 260086"/>
              <a:gd name="connsiteX43" fmla="*/ 319892 w 765852"/>
              <a:gd name="connsiteY43" fmla="*/ 259554 h 260086"/>
              <a:gd name="connsiteX44" fmla="*/ 326448 w 765852"/>
              <a:gd name="connsiteY44" fmla="*/ 242806 h 260086"/>
              <a:gd name="connsiteX45" fmla="*/ 353467 w 765852"/>
              <a:gd name="connsiteY45" fmla="*/ 242806 h 260086"/>
              <a:gd name="connsiteX46" fmla="*/ 360023 w 765852"/>
              <a:gd name="connsiteY46" fmla="*/ 259554 h 260086"/>
              <a:gd name="connsiteX47" fmla="*/ 368256 w 765852"/>
              <a:gd name="connsiteY47" fmla="*/ 259554 h 260086"/>
              <a:gd name="connsiteX48" fmla="*/ 344693 w 765852"/>
              <a:gd name="connsiteY48" fmla="*/ 197523 h 260086"/>
              <a:gd name="connsiteX49" fmla="*/ 335570 w 765852"/>
              <a:gd name="connsiteY49" fmla="*/ 197523 h 260086"/>
              <a:gd name="connsiteX50" fmla="*/ 328758 w 765852"/>
              <a:gd name="connsiteY50" fmla="*/ 235808 h 260086"/>
              <a:gd name="connsiteX51" fmla="*/ 339916 w 765852"/>
              <a:gd name="connsiteY51" fmla="*/ 205943 h 260086"/>
              <a:gd name="connsiteX52" fmla="*/ 351166 w 765852"/>
              <a:gd name="connsiteY52" fmla="*/ 235808 h 260086"/>
              <a:gd name="connsiteX53" fmla="*/ 328749 w 765852"/>
              <a:gd name="connsiteY53" fmla="*/ 235808 h 260086"/>
              <a:gd name="connsiteX54" fmla="*/ 725437 w 765852"/>
              <a:gd name="connsiteY54" fmla="*/ 197523 h 260086"/>
              <a:gd name="connsiteX55" fmla="*/ 717736 w 765852"/>
              <a:gd name="connsiteY55" fmla="*/ 197523 h 260086"/>
              <a:gd name="connsiteX56" fmla="*/ 717736 w 765852"/>
              <a:gd name="connsiteY56" fmla="*/ 259554 h 260086"/>
              <a:gd name="connsiteX57" fmla="*/ 753704 w 765852"/>
              <a:gd name="connsiteY57" fmla="*/ 259554 h 260086"/>
              <a:gd name="connsiteX58" fmla="*/ 753704 w 765852"/>
              <a:gd name="connsiteY58" fmla="*/ 252464 h 260086"/>
              <a:gd name="connsiteX59" fmla="*/ 725446 w 765852"/>
              <a:gd name="connsiteY59" fmla="*/ 252464 h 260086"/>
              <a:gd name="connsiteX60" fmla="*/ 725446 w 765852"/>
              <a:gd name="connsiteY60" fmla="*/ 197523 h 260086"/>
              <a:gd name="connsiteX61" fmla="*/ 250953 w 765852"/>
              <a:gd name="connsiteY61" fmla="*/ 2119 h 260086"/>
              <a:gd name="connsiteX62" fmla="*/ 225566 w 765852"/>
              <a:gd name="connsiteY62" fmla="*/ 2119 h 260086"/>
              <a:gd name="connsiteX63" fmla="*/ 225566 w 765852"/>
              <a:gd name="connsiteY63" fmla="*/ 164677 h 260086"/>
              <a:gd name="connsiteX64" fmla="*/ 250953 w 765852"/>
              <a:gd name="connsiteY64" fmla="*/ 164677 h 260086"/>
              <a:gd name="connsiteX65" fmla="*/ 250953 w 765852"/>
              <a:gd name="connsiteY65" fmla="*/ 2119 h 260086"/>
              <a:gd name="connsiteX66" fmla="*/ 80592 w 765852"/>
              <a:gd name="connsiteY66" fmla="*/ 62692 h 260086"/>
              <a:gd name="connsiteX67" fmla="*/ 80592 w 765852"/>
              <a:gd name="connsiteY67" fmla="*/ 164687 h 260086"/>
              <a:gd name="connsiteX68" fmla="*/ 106732 w 765852"/>
              <a:gd name="connsiteY68" fmla="*/ 164687 h 260086"/>
              <a:gd name="connsiteX69" fmla="*/ 106713 w 765852"/>
              <a:gd name="connsiteY69" fmla="*/ 62692 h 260086"/>
              <a:gd name="connsiteX70" fmla="*/ 95124 w 765852"/>
              <a:gd name="connsiteY70" fmla="*/ 28700 h 260086"/>
              <a:gd name="connsiteX71" fmla="*/ 93648 w 765852"/>
              <a:gd name="connsiteY71" fmla="*/ 26792 h 260086"/>
              <a:gd name="connsiteX72" fmla="*/ 92172 w 765852"/>
              <a:gd name="connsiteY72" fmla="*/ 28700 h 260086"/>
              <a:gd name="connsiteX73" fmla="*/ 80583 w 765852"/>
              <a:gd name="connsiteY73" fmla="*/ 62692 h 260086"/>
              <a:gd name="connsiteX74" fmla="*/ 47273 w 765852"/>
              <a:gd name="connsiteY74" fmla="*/ 2119 h 260086"/>
              <a:gd name="connsiteX75" fmla="*/ 0 w 765852"/>
              <a:gd name="connsiteY75" fmla="*/ 2119 h 260086"/>
              <a:gd name="connsiteX76" fmla="*/ 0 w 765852"/>
              <a:gd name="connsiteY76" fmla="*/ 26792 h 260086"/>
              <a:gd name="connsiteX77" fmla="*/ 93648 w 765852"/>
              <a:gd name="connsiteY77" fmla="*/ 26792 h 260086"/>
              <a:gd name="connsiteX78" fmla="*/ 91328 w 765852"/>
              <a:gd name="connsiteY78" fmla="*/ 23793 h 260086"/>
              <a:gd name="connsiteX79" fmla="*/ 47273 w 765852"/>
              <a:gd name="connsiteY79" fmla="*/ 2119 h 260086"/>
              <a:gd name="connsiteX80" fmla="*/ 95968 w 765852"/>
              <a:gd name="connsiteY80" fmla="*/ 23793 h 260086"/>
              <a:gd name="connsiteX81" fmla="*/ 93648 w 765852"/>
              <a:gd name="connsiteY81" fmla="*/ 26792 h 260086"/>
              <a:gd name="connsiteX82" fmla="*/ 187296 w 765852"/>
              <a:gd name="connsiteY82" fmla="*/ 26792 h 260086"/>
              <a:gd name="connsiteX83" fmla="*/ 187296 w 765852"/>
              <a:gd name="connsiteY83" fmla="*/ 2119 h 260086"/>
              <a:gd name="connsiteX84" fmla="*/ 140023 w 765852"/>
              <a:gd name="connsiteY84" fmla="*/ 2119 h 260086"/>
              <a:gd name="connsiteX85" fmla="*/ 95958 w 765852"/>
              <a:gd name="connsiteY85" fmla="*/ 23793 h 260086"/>
              <a:gd name="connsiteX86" fmla="*/ 514844 w 765852"/>
              <a:gd name="connsiteY86" fmla="*/ 164677 h 260086"/>
              <a:gd name="connsiteX87" fmla="*/ 540232 w 765852"/>
              <a:gd name="connsiteY87" fmla="*/ 164677 h 260086"/>
              <a:gd name="connsiteX88" fmla="*/ 540232 w 765852"/>
              <a:gd name="connsiteY88" fmla="*/ 2119 h 260086"/>
              <a:gd name="connsiteX89" fmla="*/ 514844 w 765852"/>
              <a:gd name="connsiteY89" fmla="*/ 2119 h 260086"/>
              <a:gd name="connsiteX90" fmla="*/ 514844 w 765852"/>
              <a:gd name="connsiteY90" fmla="*/ 164677 h 260086"/>
              <a:gd name="connsiteX91" fmla="*/ 495205 w 765852"/>
              <a:gd name="connsiteY91" fmla="*/ 259554 h 260086"/>
              <a:gd name="connsiteX92" fmla="*/ 502915 w 765852"/>
              <a:gd name="connsiteY92" fmla="*/ 259554 h 260086"/>
              <a:gd name="connsiteX93" fmla="*/ 502915 w 765852"/>
              <a:gd name="connsiteY93" fmla="*/ 197523 h 260086"/>
              <a:gd name="connsiteX94" fmla="*/ 495205 w 765852"/>
              <a:gd name="connsiteY94" fmla="*/ 197523 h 260086"/>
              <a:gd name="connsiteX95" fmla="*/ 495205 w 765852"/>
              <a:gd name="connsiteY95" fmla="*/ 259554 h 260086"/>
              <a:gd name="connsiteX96" fmla="*/ 544816 w 765852"/>
              <a:gd name="connsiteY96" fmla="*/ 204613 h 260086"/>
              <a:gd name="connsiteX97" fmla="*/ 564923 w 765852"/>
              <a:gd name="connsiteY97" fmla="*/ 204613 h 260086"/>
              <a:gd name="connsiteX98" fmla="*/ 564923 w 765852"/>
              <a:gd name="connsiteY98" fmla="*/ 259554 h 260086"/>
              <a:gd name="connsiteX99" fmla="*/ 572633 w 765852"/>
              <a:gd name="connsiteY99" fmla="*/ 259554 h 260086"/>
              <a:gd name="connsiteX100" fmla="*/ 572633 w 765852"/>
              <a:gd name="connsiteY100" fmla="*/ 204613 h 260086"/>
              <a:gd name="connsiteX101" fmla="*/ 592740 w 765852"/>
              <a:gd name="connsiteY101" fmla="*/ 204613 h 260086"/>
              <a:gd name="connsiteX102" fmla="*/ 592740 w 765852"/>
              <a:gd name="connsiteY102" fmla="*/ 197523 h 260086"/>
              <a:gd name="connsiteX103" fmla="*/ 544816 w 765852"/>
              <a:gd name="connsiteY103" fmla="*/ 197523 h 260086"/>
              <a:gd name="connsiteX104" fmla="*/ 544816 w 765852"/>
              <a:gd name="connsiteY104" fmla="*/ 204613 h 260086"/>
              <a:gd name="connsiteX105" fmla="*/ 287389 w 765852"/>
              <a:gd name="connsiteY105" fmla="*/ 2119 h 260086"/>
              <a:gd name="connsiteX106" fmla="*/ 345234 w 765852"/>
              <a:gd name="connsiteY106" fmla="*/ 140105 h 260086"/>
              <a:gd name="connsiteX107" fmla="*/ 381413 w 765852"/>
              <a:gd name="connsiteY107" fmla="*/ 166796 h 260086"/>
              <a:gd name="connsiteX108" fmla="*/ 382899 w 765852"/>
              <a:gd name="connsiteY108" fmla="*/ 166796 h 260086"/>
              <a:gd name="connsiteX109" fmla="*/ 316692 w 765852"/>
              <a:gd name="connsiteY109" fmla="*/ 2119 h 260086"/>
              <a:gd name="connsiteX110" fmla="*/ 287389 w 765852"/>
              <a:gd name="connsiteY110" fmla="*/ 2119 h 260086"/>
              <a:gd name="connsiteX111" fmla="*/ 443549 w 765852"/>
              <a:gd name="connsiteY111" fmla="*/ 199871 h 260086"/>
              <a:gd name="connsiteX112" fmla="*/ 432739 w 765852"/>
              <a:gd name="connsiteY112" fmla="*/ 197523 h 260086"/>
              <a:gd name="connsiteX113" fmla="*/ 408910 w 765852"/>
              <a:gd name="connsiteY113" fmla="*/ 197523 h 260086"/>
              <a:gd name="connsiteX114" fmla="*/ 408910 w 765852"/>
              <a:gd name="connsiteY114" fmla="*/ 259554 h 260086"/>
              <a:gd name="connsiteX115" fmla="*/ 416621 w 765852"/>
              <a:gd name="connsiteY115" fmla="*/ 259554 h 260086"/>
              <a:gd name="connsiteX116" fmla="*/ 416621 w 765852"/>
              <a:gd name="connsiteY116" fmla="*/ 235716 h 260086"/>
              <a:gd name="connsiteX117" fmla="*/ 432748 w 765852"/>
              <a:gd name="connsiteY117" fmla="*/ 235716 h 260086"/>
              <a:gd name="connsiteX118" fmla="*/ 443512 w 765852"/>
              <a:gd name="connsiteY118" fmla="*/ 233368 h 260086"/>
              <a:gd name="connsiteX119" fmla="*/ 450728 w 765852"/>
              <a:gd name="connsiteY119" fmla="*/ 226681 h 260086"/>
              <a:gd name="connsiteX120" fmla="*/ 453295 w 765852"/>
              <a:gd name="connsiteY120" fmla="*/ 216583 h 260086"/>
              <a:gd name="connsiteX121" fmla="*/ 450774 w 765852"/>
              <a:gd name="connsiteY121" fmla="*/ 206521 h 260086"/>
              <a:gd name="connsiteX122" fmla="*/ 443558 w 765852"/>
              <a:gd name="connsiteY122" fmla="*/ 199871 h 260086"/>
              <a:gd name="connsiteX123" fmla="*/ 441779 w 765852"/>
              <a:gd name="connsiteY123" fmla="*/ 225351 h 260086"/>
              <a:gd name="connsiteX124" fmla="*/ 432033 w 765852"/>
              <a:gd name="connsiteY124" fmla="*/ 228635 h 260086"/>
              <a:gd name="connsiteX125" fmla="*/ 416621 w 765852"/>
              <a:gd name="connsiteY125" fmla="*/ 228635 h 260086"/>
              <a:gd name="connsiteX126" fmla="*/ 416621 w 765852"/>
              <a:gd name="connsiteY126" fmla="*/ 204622 h 260086"/>
              <a:gd name="connsiteX127" fmla="*/ 432125 w 765852"/>
              <a:gd name="connsiteY127" fmla="*/ 204622 h 260086"/>
              <a:gd name="connsiteX128" fmla="*/ 441825 w 765852"/>
              <a:gd name="connsiteY128" fmla="*/ 207860 h 260086"/>
              <a:gd name="connsiteX129" fmla="*/ 445410 w 765852"/>
              <a:gd name="connsiteY129" fmla="*/ 216592 h 260086"/>
              <a:gd name="connsiteX130" fmla="*/ 441779 w 765852"/>
              <a:gd name="connsiteY130" fmla="*/ 225361 h 260086"/>
              <a:gd name="connsiteX131" fmla="*/ 382889 w 765852"/>
              <a:gd name="connsiteY131" fmla="*/ 166805 h 260086"/>
              <a:gd name="connsiteX132" fmla="*/ 384375 w 765852"/>
              <a:gd name="connsiteY132" fmla="*/ 166805 h 260086"/>
              <a:gd name="connsiteX133" fmla="*/ 420554 w 765852"/>
              <a:gd name="connsiteY133" fmla="*/ 140114 h 260086"/>
              <a:gd name="connsiteX134" fmla="*/ 478399 w 765852"/>
              <a:gd name="connsiteY134" fmla="*/ 2128 h 260086"/>
              <a:gd name="connsiteX135" fmla="*/ 449096 w 765852"/>
              <a:gd name="connsiteY135" fmla="*/ 2128 h 260086"/>
              <a:gd name="connsiteX136" fmla="*/ 382889 w 765852"/>
              <a:gd name="connsiteY136" fmla="*/ 166814 h 260086"/>
              <a:gd name="connsiteX137" fmla="*/ 644368 w 765852"/>
              <a:gd name="connsiteY137" fmla="*/ 197523 h 260086"/>
              <a:gd name="connsiteX138" fmla="*/ 620714 w 765852"/>
              <a:gd name="connsiteY138" fmla="*/ 259554 h 260086"/>
              <a:gd name="connsiteX139" fmla="*/ 628690 w 765852"/>
              <a:gd name="connsiteY139" fmla="*/ 259554 h 260086"/>
              <a:gd name="connsiteX140" fmla="*/ 635246 w 765852"/>
              <a:gd name="connsiteY140" fmla="*/ 242806 h 260086"/>
              <a:gd name="connsiteX141" fmla="*/ 662266 w 765852"/>
              <a:gd name="connsiteY141" fmla="*/ 242806 h 260086"/>
              <a:gd name="connsiteX142" fmla="*/ 668821 w 765852"/>
              <a:gd name="connsiteY142" fmla="*/ 259554 h 260086"/>
              <a:gd name="connsiteX143" fmla="*/ 677055 w 765852"/>
              <a:gd name="connsiteY143" fmla="*/ 259554 h 260086"/>
              <a:gd name="connsiteX144" fmla="*/ 653491 w 765852"/>
              <a:gd name="connsiteY144" fmla="*/ 197523 h 260086"/>
              <a:gd name="connsiteX145" fmla="*/ 644368 w 765852"/>
              <a:gd name="connsiteY145" fmla="*/ 197523 h 260086"/>
              <a:gd name="connsiteX146" fmla="*/ 637547 w 765852"/>
              <a:gd name="connsiteY146" fmla="*/ 235808 h 260086"/>
              <a:gd name="connsiteX147" fmla="*/ 648705 w 765852"/>
              <a:gd name="connsiteY147" fmla="*/ 205943 h 260086"/>
              <a:gd name="connsiteX148" fmla="*/ 659955 w 765852"/>
              <a:gd name="connsiteY148" fmla="*/ 235808 h 260086"/>
              <a:gd name="connsiteX149" fmla="*/ 637538 w 765852"/>
              <a:gd name="connsiteY149" fmla="*/ 235808 h 260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</a:cxnLst>
            <a:rect l="l" t="t" r="r" b="b"/>
            <a:pathLst>
              <a:path w="765852" h="260086">
                <a:moveTo>
                  <a:pt x="739575" y="143884"/>
                </a:moveTo>
                <a:cubicBezTo>
                  <a:pt x="756519" y="128906"/>
                  <a:pt x="765852" y="107425"/>
                  <a:pt x="765852" y="83403"/>
                </a:cubicBezTo>
                <a:cubicBezTo>
                  <a:pt x="765852" y="59381"/>
                  <a:pt x="756519" y="37899"/>
                  <a:pt x="739575" y="22921"/>
                </a:cubicBezTo>
                <a:cubicBezTo>
                  <a:pt x="722613" y="7925"/>
                  <a:pt x="699307" y="0"/>
                  <a:pt x="672177" y="0"/>
                </a:cubicBezTo>
                <a:cubicBezTo>
                  <a:pt x="645047" y="0"/>
                  <a:pt x="621740" y="7925"/>
                  <a:pt x="604779" y="22921"/>
                </a:cubicBezTo>
                <a:cubicBezTo>
                  <a:pt x="587835" y="37899"/>
                  <a:pt x="578501" y="59381"/>
                  <a:pt x="578501" y="83403"/>
                </a:cubicBezTo>
                <a:cubicBezTo>
                  <a:pt x="578501" y="107425"/>
                  <a:pt x="587835" y="128906"/>
                  <a:pt x="604779" y="143884"/>
                </a:cubicBezTo>
                <a:cubicBezTo>
                  <a:pt x="621740" y="158881"/>
                  <a:pt x="645047" y="166805"/>
                  <a:pt x="672177" y="166805"/>
                </a:cubicBezTo>
                <a:cubicBezTo>
                  <a:pt x="699307" y="166805"/>
                  <a:pt x="722613" y="158881"/>
                  <a:pt x="739575" y="143884"/>
                </a:cubicBezTo>
                <a:close/>
                <a:moveTo>
                  <a:pt x="604595" y="83403"/>
                </a:moveTo>
                <a:cubicBezTo>
                  <a:pt x="604595" y="66489"/>
                  <a:pt x="610821" y="52135"/>
                  <a:pt x="622611" y="41871"/>
                </a:cubicBezTo>
                <a:cubicBezTo>
                  <a:pt x="634751" y="31305"/>
                  <a:pt x="651887" y="25719"/>
                  <a:pt x="672177" y="25719"/>
                </a:cubicBezTo>
                <a:cubicBezTo>
                  <a:pt x="692467" y="25719"/>
                  <a:pt x="709603" y="31305"/>
                  <a:pt x="721742" y="41871"/>
                </a:cubicBezTo>
                <a:cubicBezTo>
                  <a:pt x="733524" y="52126"/>
                  <a:pt x="739759" y="66489"/>
                  <a:pt x="739759" y="83403"/>
                </a:cubicBezTo>
                <a:cubicBezTo>
                  <a:pt x="739759" y="100316"/>
                  <a:pt x="733533" y="114671"/>
                  <a:pt x="721742" y="124934"/>
                </a:cubicBezTo>
                <a:cubicBezTo>
                  <a:pt x="709603" y="135501"/>
                  <a:pt x="692467" y="141077"/>
                  <a:pt x="672177" y="141077"/>
                </a:cubicBezTo>
                <a:cubicBezTo>
                  <a:pt x="651887" y="141077"/>
                  <a:pt x="634741" y="135491"/>
                  <a:pt x="622611" y="124934"/>
                </a:cubicBezTo>
                <a:cubicBezTo>
                  <a:pt x="610830" y="114671"/>
                  <a:pt x="604595" y="100316"/>
                  <a:pt x="604595" y="83403"/>
                </a:cubicBezTo>
                <a:close/>
                <a:moveTo>
                  <a:pt x="238310" y="207181"/>
                </a:moveTo>
                <a:cubicBezTo>
                  <a:pt x="241556" y="205118"/>
                  <a:pt x="245306" y="204081"/>
                  <a:pt x="249560" y="204081"/>
                </a:cubicBezTo>
                <a:cubicBezTo>
                  <a:pt x="254282" y="204081"/>
                  <a:pt x="258288" y="205292"/>
                  <a:pt x="261562" y="207713"/>
                </a:cubicBezTo>
                <a:cubicBezTo>
                  <a:pt x="264835" y="210135"/>
                  <a:pt x="267035" y="213501"/>
                  <a:pt x="268163" y="217812"/>
                </a:cubicBezTo>
                <a:lnTo>
                  <a:pt x="275874" y="217812"/>
                </a:lnTo>
                <a:cubicBezTo>
                  <a:pt x="274691" y="211373"/>
                  <a:pt x="271784" y="206292"/>
                  <a:pt x="267145" y="202568"/>
                </a:cubicBezTo>
                <a:cubicBezTo>
                  <a:pt x="262506" y="198844"/>
                  <a:pt x="256766" y="196982"/>
                  <a:pt x="249917" y="196982"/>
                </a:cubicBezTo>
                <a:cubicBezTo>
                  <a:pt x="244013" y="196982"/>
                  <a:pt x="238814" y="198293"/>
                  <a:pt x="234322" y="200926"/>
                </a:cubicBezTo>
                <a:cubicBezTo>
                  <a:pt x="229838" y="203558"/>
                  <a:pt x="226382" y="207264"/>
                  <a:pt x="223961" y="212052"/>
                </a:cubicBezTo>
                <a:cubicBezTo>
                  <a:pt x="221541" y="216840"/>
                  <a:pt x="220330" y="222334"/>
                  <a:pt x="220330" y="228534"/>
                </a:cubicBezTo>
                <a:cubicBezTo>
                  <a:pt x="220330" y="234734"/>
                  <a:pt x="221541" y="240302"/>
                  <a:pt x="223961" y="245062"/>
                </a:cubicBezTo>
                <a:cubicBezTo>
                  <a:pt x="226382" y="249823"/>
                  <a:pt x="229838" y="253510"/>
                  <a:pt x="234322" y="256142"/>
                </a:cubicBezTo>
                <a:cubicBezTo>
                  <a:pt x="238805" y="258775"/>
                  <a:pt x="244004" y="260086"/>
                  <a:pt x="249917" y="260086"/>
                </a:cubicBezTo>
                <a:cubicBezTo>
                  <a:pt x="256831" y="260086"/>
                  <a:pt x="262570" y="258224"/>
                  <a:pt x="267145" y="254501"/>
                </a:cubicBezTo>
                <a:cubicBezTo>
                  <a:pt x="271720" y="250777"/>
                  <a:pt x="274599" y="245695"/>
                  <a:pt x="275782" y="239256"/>
                </a:cubicBezTo>
                <a:lnTo>
                  <a:pt x="268071" y="239256"/>
                </a:lnTo>
                <a:cubicBezTo>
                  <a:pt x="266888" y="243631"/>
                  <a:pt x="264706" y="247007"/>
                  <a:pt x="261516" y="249401"/>
                </a:cubicBezTo>
                <a:cubicBezTo>
                  <a:pt x="258325" y="251795"/>
                  <a:pt x="254337" y="252987"/>
                  <a:pt x="249560" y="252987"/>
                </a:cubicBezTo>
                <a:cubicBezTo>
                  <a:pt x="245306" y="252987"/>
                  <a:pt x="241556" y="251951"/>
                  <a:pt x="238310" y="249887"/>
                </a:cubicBezTo>
                <a:cubicBezTo>
                  <a:pt x="235064" y="247823"/>
                  <a:pt x="232561" y="244925"/>
                  <a:pt x="230828" y="241201"/>
                </a:cubicBezTo>
                <a:cubicBezTo>
                  <a:pt x="229086" y="237477"/>
                  <a:pt x="228215" y="233258"/>
                  <a:pt x="228215" y="228525"/>
                </a:cubicBezTo>
                <a:cubicBezTo>
                  <a:pt x="228215" y="223792"/>
                  <a:pt x="229086" y="219499"/>
                  <a:pt x="230828" y="215812"/>
                </a:cubicBezTo>
                <a:cubicBezTo>
                  <a:pt x="232570" y="212125"/>
                  <a:pt x="235064" y="209245"/>
                  <a:pt x="238310" y="207172"/>
                </a:cubicBezTo>
                <a:close/>
                <a:moveTo>
                  <a:pt x="335580" y="197523"/>
                </a:moveTo>
                <a:lnTo>
                  <a:pt x="311925" y="259554"/>
                </a:lnTo>
                <a:lnTo>
                  <a:pt x="319892" y="259554"/>
                </a:lnTo>
                <a:lnTo>
                  <a:pt x="326448" y="242806"/>
                </a:lnTo>
                <a:lnTo>
                  <a:pt x="353467" y="242806"/>
                </a:lnTo>
                <a:lnTo>
                  <a:pt x="360023" y="259554"/>
                </a:lnTo>
                <a:lnTo>
                  <a:pt x="368256" y="259554"/>
                </a:lnTo>
                <a:lnTo>
                  <a:pt x="344693" y="197523"/>
                </a:lnTo>
                <a:lnTo>
                  <a:pt x="335570" y="197523"/>
                </a:lnTo>
                <a:close/>
                <a:moveTo>
                  <a:pt x="328758" y="235808"/>
                </a:moveTo>
                <a:lnTo>
                  <a:pt x="339916" y="205943"/>
                </a:lnTo>
                <a:lnTo>
                  <a:pt x="351166" y="235808"/>
                </a:lnTo>
                <a:lnTo>
                  <a:pt x="328749" y="235808"/>
                </a:lnTo>
                <a:close/>
                <a:moveTo>
                  <a:pt x="725437" y="197523"/>
                </a:moveTo>
                <a:lnTo>
                  <a:pt x="717736" y="197523"/>
                </a:lnTo>
                <a:lnTo>
                  <a:pt x="717736" y="259554"/>
                </a:lnTo>
                <a:lnTo>
                  <a:pt x="753704" y="259554"/>
                </a:lnTo>
                <a:lnTo>
                  <a:pt x="753704" y="252464"/>
                </a:lnTo>
                <a:lnTo>
                  <a:pt x="725446" y="252464"/>
                </a:lnTo>
                <a:lnTo>
                  <a:pt x="725446" y="197523"/>
                </a:lnTo>
                <a:close/>
                <a:moveTo>
                  <a:pt x="250953" y="2119"/>
                </a:moveTo>
                <a:lnTo>
                  <a:pt x="225566" y="2119"/>
                </a:lnTo>
                <a:lnTo>
                  <a:pt x="225566" y="164677"/>
                </a:lnTo>
                <a:lnTo>
                  <a:pt x="250953" y="164677"/>
                </a:lnTo>
                <a:lnTo>
                  <a:pt x="250953" y="2119"/>
                </a:lnTo>
                <a:close/>
                <a:moveTo>
                  <a:pt x="80592" y="62692"/>
                </a:moveTo>
                <a:lnTo>
                  <a:pt x="80592" y="164687"/>
                </a:lnTo>
                <a:cubicBezTo>
                  <a:pt x="80592" y="164687"/>
                  <a:pt x="106732" y="164687"/>
                  <a:pt x="106732" y="164687"/>
                </a:cubicBezTo>
                <a:lnTo>
                  <a:pt x="106713" y="62692"/>
                </a:lnTo>
                <a:cubicBezTo>
                  <a:pt x="106713" y="50282"/>
                  <a:pt x="102707" y="38523"/>
                  <a:pt x="95124" y="28700"/>
                </a:cubicBezTo>
                <a:lnTo>
                  <a:pt x="93648" y="26792"/>
                </a:lnTo>
                <a:lnTo>
                  <a:pt x="92172" y="28700"/>
                </a:lnTo>
                <a:cubicBezTo>
                  <a:pt x="84589" y="38523"/>
                  <a:pt x="80583" y="50273"/>
                  <a:pt x="80583" y="62692"/>
                </a:cubicBezTo>
                <a:close/>
                <a:moveTo>
                  <a:pt x="47273" y="2119"/>
                </a:moveTo>
                <a:lnTo>
                  <a:pt x="0" y="2119"/>
                </a:lnTo>
                <a:lnTo>
                  <a:pt x="0" y="26792"/>
                </a:lnTo>
                <a:lnTo>
                  <a:pt x="93648" y="26792"/>
                </a:lnTo>
                <a:lnTo>
                  <a:pt x="91328" y="23793"/>
                </a:lnTo>
                <a:cubicBezTo>
                  <a:pt x="80693" y="10025"/>
                  <a:pt x="64629" y="2119"/>
                  <a:pt x="47273" y="2119"/>
                </a:cubicBezTo>
                <a:close/>
                <a:moveTo>
                  <a:pt x="95968" y="23793"/>
                </a:moveTo>
                <a:lnTo>
                  <a:pt x="93648" y="26792"/>
                </a:lnTo>
                <a:lnTo>
                  <a:pt x="187296" y="26792"/>
                </a:lnTo>
                <a:lnTo>
                  <a:pt x="187296" y="2119"/>
                </a:lnTo>
                <a:lnTo>
                  <a:pt x="140023" y="2119"/>
                </a:lnTo>
                <a:cubicBezTo>
                  <a:pt x="122657" y="2119"/>
                  <a:pt x="106603" y="10016"/>
                  <a:pt x="95958" y="23793"/>
                </a:cubicBezTo>
                <a:close/>
                <a:moveTo>
                  <a:pt x="514844" y="164677"/>
                </a:moveTo>
                <a:lnTo>
                  <a:pt x="540232" y="164677"/>
                </a:lnTo>
                <a:lnTo>
                  <a:pt x="540232" y="2119"/>
                </a:lnTo>
                <a:lnTo>
                  <a:pt x="514844" y="2119"/>
                </a:lnTo>
                <a:lnTo>
                  <a:pt x="514844" y="164677"/>
                </a:lnTo>
                <a:close/>
                <a:moveTo>
                  <a:pt x="495205" y="259554"/>
                </a:moveTo>
                <a:lnTo>
                  <a:pt x="502915" y="259554"/>
                </a:lnTo>
                <a:lnTo>
                  <a:pt x="502915" y="197523"/>
                </a:lnTo>
                <a:lnTo>
                  <a:pt x="495205" y="197523"/>
                </a:lnTo>
                <a:lnTo>
                  <a:pt x="495205" y="259554"/>
                </a:lnTo>
                <a:close/>
                <a:moveTo>
                  <a:pt x="544816" y="204613"/>
                </a:moveTo>
                <a:lnTo>
                  <a:pt x="564923" y="204613"/>
                </a:lnTo>
                <a:lnTo>
                  <a:pt x="564923" y="259554"/>
                </a:lnTo>
                <a:lnTo>
                  <a:pt x="572633" y="259554"/>
                </a:lnTo>
                <a:lnTo>
                  <a:pt x="572633" y="204613"/>
                </a:lnTo>
                <a:lnTo>
                  <a:pt x="592740" y="204613"/>
                </a:lnTo>
                <a:lnTo>
                  <a:pt x="592740" y="197523"/>
                </a:lnTo>
                <a:lnTo>
                  <a:pt x="544816" y="197523"/>
                </a:lnTo>
                <a:lnTo>
                  <a:pt x="544816" y="204613"/>
                </a:lnTo>
                <a:close/>
                <a:moveTo>
                  <a:pt x="287389" y="2119"/>
                </a:moveTo>
                <a:cubicBezTo>
                  <a:pt x="287389" y="2119"/>
                  <a:pt x="335680" y="117220"/>
                  <a:pt x="345234" y="140105"/>
                </a:cubicBezTo>
                <a:cubicBezTo>
                  <a:pt x="356374" y="166796"/>
                  <a:pt x="374464" y="166796"/>
                  <a:pt x="381413" y="166796"/>
                </a:cubicBezTo>
                <a:lnTo>
                  <a:pt x="382899" y="166796"/>
                </a:lnTo>
                <a:lnTo>
                  <a:pt x="316692" y="2119"/>
                </a:lnTo>
                <a:lnTo>
                  <a:pt x="287389" y="2119"/>
                </a:lnTo>
                <a:close/>
                <a:moveTo>
                  <a:pt x="443549" y="199871"/>
                </a:moveTo>
                <a:cubicBezTo>
                  <a:pt x="440413" y="198303"/>
                  <a:pt x="436819" y="197523"/>
                  <a:pt x="432739" y="197523"/>
                </a:cubicBezTo>
                <a:lnTo>
                  <a:pt x="408910" y="197523"/>
                </a:lnTo>
                <a:lnTo>
                  <a:pt x="408910" y="259554"/>
                </a:lnTo>
                <a:lnTo>
                  <a:pt x="416621" y="259554"/>
                </a:lnTo>
                <a:lnTo>
                  <a:pt x="416621" y="235716"/>
                </a:lnTo>
                <a:lnTo>
                  <a:pt x="432748" y="235716"/>
                </a:lnTo>
                <a:cubicBezTo>
                  <a:pt x="436819" y="235716"/>
                  <a:pt x="440413" y="234936"/>
                  <a:pt x="443512" y="233368"/>
                </a:cubicBezTo>
                <a:cubicBezTo>
                  <a:pt x="446611" y="231799"/>
                  <a:pt x="449013" y="229571"/>
                  <a:pt x="450728" y="226681"/>
                </a:cubicBezTo>
                <a:cubicBezTo>
                  <a:pt x="452442" y="223783"/>
                  <a:pt x="453295" y="220417"/>
                  <a:pt x="453295" y="216583"/>
                </a:cubicBezTo>
                <a:cubicBezTo>
                  <a:pt x="453295" y="212749"/>
                  <a:pt x="452452" y="209392"/>
                  <a:pt x="450774" y="206521"/>
                </a:cubicBezTo>
                <a:cubicBezTo>
                  <a:pt x="449087" y="203659"/>
                  <a:pt x="446685" y="201439"/>
                  <a:pt x="443558" y="199871"/>
                </a:cubicBezTo>
                <a:close/>
                <a:moveTo>
                  <a:pt x="441779" y="225351"/>
                </a:moveTo>
                <a:cubicBezTo>
                  <a:pt x="439359" y="227534"/>
                  <a:pt x="436113" y="228635"/>
                  <a:pt x="432033" y="228635"/>
                </a:cubicBezTo>
                <a:lnTo>
                  <a:pt x="416621" y="228635"/>
                </a:lnTo>
                <a:lnTo>
                  <a:pt x="416621" y="204622"/>
                </a:lnTo>
                <a:lnTo>
                  <a:pt x="432125" y="204622"/>
                </a:lnTo>
                <a:cubicBezTo>
                  <a:pt x="436196" y="204622"/>
                  <a:pt x="439432" y="205705"/>
                  <a:pt x="441825" y="207860"/>
                </a:cubicBezTo>
                <a:cubicBezTo>
                  <a:pt x="444218" y="210015"/>
                  <a:pt x="445410" y="212923"/>
                  <a:pt x="445410" y="216592"/>
                </a:cubicBezTo>
                <a:cubicBezTo>
                  <a:pt x="445410" y="220261"/>
                  <a:pt x="444200" y="223178"/>
                  <a:pt x="441779" y="225361"/>
                </a:cubicBezTo>
                <a:close/>
                <a:moveTo>
                  <a:pt x="382889" y="166805"/>
                </a:moveTo>
                <a:lnTo>
                  <a:pt x="384375" y="166805"/>
                </a:lnTo>
                <a:cubicBezTo>
                  <a:pt x="391334" y="166805"/>
                  <a:pt x="409423" y="166805"/>
                  <a:pt x="420554" y="140114"/>
                </a:cubicBezTo>
                <a:cubicBezTo>
                  <a:pt x="430099" y="117230"/>
                  <a:pt x="478399" y="2128"/>
                  <a:pt x="478399" y="2128"/>
                </a:cubicBezTo>
                <a:lnTo>
                  <a:pt x="449096" y="2128"/>
                </a:lnTo>
                <a:lnTo>
                  <a:pt x="382889" y="166814"/>
                </a:lnTo>
                <a:close/>
                <a:moveTo>
                  <a:pt x="644368" y="197523"/>
                </a:moveTo>
                <a:lnTo>
                  <a:pt x="620714" y="259554"/>
                </a:lnTo>
                <a:lnTo>
                  <a:pt x="628690" y="259554"/>
                </a:lnTo>
                <a:lnTo>
                  <a:pt x="635246" y="242806"/>
                </a:lnTo>
                <a:lnTo>
                  <a:pt x="662266" y="242806"/>
                </a:lnTo>
                <a:lnTo>
                  <a:pt x="668821" y="259554"/>
                </a:lnTo>
                <a:lnTo>
                  <a:pt x="677055" y="259554"/>
                </a:lnTo>
                <a:lnTo>
                  <a:pt x="653491" y="197523"/>
                </a:lnTo>
                <a:lnTo>
                  <a:pt x="644368" y="197523"/>
                </a:lnTo>
                <a:close/>
                <a:moveTo>
                  <a:pt x="637547" y="235808"/>
                </a:moveTo>
                <a:lnTo>
                  <a:pt x="648705" y="205943"/>
                </a:lnTo>
                <a:lnTo>
                  <a:pt x="659955" y="235808"/>
                </a:lnTo>
                <a:lnTo>
                  <a:pt x="637538" y="235808"/>
                </a:lnTo>
                <a:close/>
              </a:path>
            </a:pathLst>
          </a:custGeom>
          <a:solidFill>
            <a:schemeClr val="bg1"/>
          </a:solidFill>
          <a:ln w="1061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3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Arial"/>
              <a:sym typeface="Arial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D701768B-40D0-855C-D0D4-28AB97D8F853}"/>
              </a:ext>
            </a:extLst>
          </p:cNvPr>
          <p:cNvGrpSpPr/>
          <p:nvPr/>
        </p:nvGrpSpPr>
        <p:grpSpPr>
          <a:xfrm>
            <a:off x="2770486" y="1244402"/>
            <a:ext cx="2065335" cy="2926975"/>
            <a:chOff x="335367" y="1244402"/>
            <a:chExt cx="2749107" cy="2926975"/>
          </a:xfrm>
        </p:grpSpPr>
        <p:pic>
          <p:nvPicPr>
            <p:cNvPr id="27" name="object 4">
              <a:extLst>
                <a:ext uri="{FF2B5EF4-FFF2-40B4-BE49-F238E27FC236}">
                  <a16:creationId xmlns:a16="http://schemas.microsoft.com/office/drawing/2014/main" id="{EE869548-13D0-5C1E-C340-7B4334624596}"/>
                </a:ext>
              </a:extLst>
            </p:cNvPr>
            <p:cNvPicPr/>
            <p:nvPr/>
          </p:nvPicPr>
          <p:blipFill rotWithShape="1">
            <a:blip r:embed="rId3" cstate="print">
              <a:alphaModFix amt="50000"/>
            </a:blip>
            <a:srcRect l="8187" r="20673"/>
            <a:stretch>
              <a:fillRect/>
            </a:stretch>
          </p:blipFill>
          <p:spPr>
            <a:xfrm>
              <a:off x="335367" y="1244402"/>
              <a:ext cx="2749107" cy="1150844"/>
            </a:xfrm>
            <a:prstGeom prst="rect">
              <a:avLst/>
            </a:prstGeom>
          </p:spPr>
        </p:pic>
        <p:sp>
          <p:nvSpPr>
            <p:cNvPr id="28" name="object 13">
              <a:extLst>
                <a:ext uri="{FF2B5EF4-FFF2-40B4-BE49-F238E27FC236}">
                  <a16:creationId xmlns:a16="http://schemas.microsoft.com/office/drawing/2014/main" id="{17118882-71F7-4199-B259-1B08CD84BBC8}"/>
                </a:ext>
              </a:extLst>
            </p:cNvPr>
            <p:cNvSpPr txBox="1"/>
            <p:nvPr/>
          </p:nvSpPr>
          <p:spPr>
            <a:xfrm>
              <a:off x="335368" y="1951694"/>
              <a:ext cx="2749106" cy="443593"/>
            </a:xfrm>
            <a:prstGeom prst="rect">
              <a:avLst/>
            </a:prstGeom>
          </p:spPr>
          <p:txBody>
            <a:bodyPr vert="horz" wrap="square" lIns="179988" tIns="107993" rIns="0" bIns="107993" rtlCol="0" anchor="b" anchorCtr="0">
              <a:noAutofit/>
            </a:bodyPr>
            <a:lstStyle/>
            <a:p>
              <a:pPr marL="7701" marR="0" lvl="0" indent="0" algn="l" defTabSz="554440" rtl="0" eaLnBrk="1" fontAlgn="auto" latinLnBrk="0" hangingPunct="1">
                <a:lnSpc>
                  <a:spcPct val="100000"/>
                </a:lnSpc>
                <a:spcBef>
                  <a:spcPts val="79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88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" panose="020B0503020204030204" pitchFamily="34" charset="0"/>
                  <a:ea typeface="+mn-ea"/>
                  <a:cs typeface="Versos Light"/>
                  <a:sym typeface="Arial"/>
                </a:rPr>
                <a:t>Imobiliário</a:t>
              </a:r>
              <a:endParaRPr kumimoji="0" sz="1880" b="1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sos" panose="020B0503020204030204" pitchFamily="34" charset="0"/>
                <a:ea typeface="+mn-ea"/>
                <a:cs typeface="Versos Light"/>
                <a:sym typeface="Arial"/>
              </a:endParaRPr>
            </a:p>
          </p:txBody>
        </p:sp>
        <p:sp>
          <p:nvSpPr>
            <p:cNvPr id="29" name="object 17">
              <a:extLst>
                <a:ext uri="{FF2B5EF4-FFF2-40B4-BE49-F238E27FC236}">
                  <a16:creationId xmlns:a16="http://schemas.microsoft.com/office/drawing/2014/main" id="{6D49421A-CC31-C25F-835F-5CDDF0AEDB00}"/>
                </a:ext>
              </a:extLst>
            </p:cNvPr>
            <p:cNvSpPr txBox="1"/>
            <p:nvPr/>
          </p:nvSpPr>
          <p:spPr>
            <a:xfrm>
              <a:off x="335367" y="2914382"/>
              <a:ext cx="2749107" cy="544612"/>
            </a:xfrm>
            <a:prstGeom prst="rect">
              <a:avLst/>
            </a:prstGeom>
            <a:ln w="10470">
              <a:solidFill>
                <a:schemeClr val="bg2">
                  <a:lumMod val="50000"/>
                </a:schemeClr>
              </a:solidFill>
            </a:ln>
          </p:spPr>
          <p:txBody>
            <a:bodyPr vert="horz" wrap="square" lIns="179988" tIns="43658" rIns="0" bIns="43658" rtlCol="0" anchor="ctr" anchorCtr="0">
              <a:noAutofit/>
            </a:bodyPr>
            <a:lstStyle/>
            <a:p>
              <a:pPr marL="0" marR="0" lvl="0" indent="0" algn="l" defTabSz="55444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334" b="0" i="0" u="none" strike="noStrike" kern="0" cap="none" spc="-6" normalizeH="0" baseline="0" noProof="0">
                  <a:ln>
                    <a:noFill/>
                  </a:ln>
                  <a:solidFill>
                    <a:srgbClr val="E6EDF1">
                      <a:lumMod val="90000"/>
                    </a:srgbClr>
                  </a:solidFill>
                  <a:effectLst/>
                  <a:uLnTx/>
                  <a:uFillTx/>
                  <a:latin typeface="Versos Light"/>
                  <a:ea typeface="+mn-ea"/>
                  <a:cs typeface="Versos Light"/>
                  <a:sym typeface="Arial"/>
                </a:rPr>
                <a:t>Fundos de </a:t>
              </a:r>
              <a:br>
                <a:rPr kumimoji="0" lang="pt-BR" sz="1334" b="0" i="0" u="none" strike="noStrike" kern="0" cap="none" spc="-6" normalizeH="0" baseline="0" noProof="0">
                  <a:ln>
                    <a:noFill/>
                  </a:ln>
                  <a:solidFill>
                    <a:srgbClr val="E6EDF1">
                      <a:lumMod val="90000"/>
                    </a:srgbClr>
                  </a:solidFill>
                  <a:effectLst/>
                  <a:uLnTx/>
                  <a:uFillTx/>
                  <a:latin typeface="Versos Light"/>
                  <a:ea typeface="+mn-ea"/>
                  <a:cs typeface="Versos Light"/>
                  <a:sym typeface="Arial"/>
                </a:rPr>
              </a:br>
              <a:r>
                <a:rPr kumimoji="0" lang="pt-BR" sz="1334" b="0" i="0" u="none" strike="noStrike" kern="0" cap="none" spc="-6" normalizeH="0" baseline="0" noProof="0">
                  <a:ln>
                    <a:noFill/>
                  </a:ln>
                  <a:solidFill>
                    <a:srgbClr val="E6EDF1">
                      <a:lumMod val="90000"/>
                    </a:srgbClr>
                  </a:solidFill>
                  <a:effectLst/>
                  <a:uLnTx/>
                  <a:uFillTx/>
                  <a:latin typeface="Versos Light"/>
                  <a:ea typeface="+mn-ea"/>
                  <a:cs typeface="Versos Light"/>
                  <a:sym typeface="Arial"/>
                </a:rPr>
                <a:t>Tijolo/Ativos Reais</a:t>
              </a:r>
              <a:endParaRPr kumimoji="0" sz="1334" b="0" i="0" u="none" strike="noStrike" kern="0" cap="none" spc="0" normalizeH="0" baseline="0" noProof="0">
                <a:ln>
                  <a:noFill/>
                </a:ln>
                <a:solidFill>
                  <a:srgbClr val="E6EDF1">
                    <a:lumMod val="90000"/>
                  </a:srgbClr>
                </a:solidFill>
                <a:effectLst/>
                <a:uLnTx/>
                <a:uFillTx/>
                <a:latin typeface="Versos Light"/>
                <a:ea typeface="+mn-ea"/>
                <a:cs typeface="Versos Light"/>
                <a:sym typeface="Arial"/>
              </a:endParaRPr>
            </a:p>
          </p:txBody>
        </p:sp>
        <p:sp>
          <p:nvSpPr>
            <p:cNvPr id="30" name="object 31">
              <a:extLst>
                <a:ext uri="{FF2B5EF4-FFF2-40B4-BE49-F238E27FC236}">
                  <a16:creationId xmlns:a16="http://schemas.microsoft.com/office/drawing/2014/main" id="{AD82FD9A-3D23-9698-0AB8-CB804D3CAB55}"/>
                </a:ext>
              </a:extLst>
            </p:cNvPr>
            <p:cNvSpPr/>
            <p:nvPr/>
          </p:nvSpPr>
          <p:spPr>
            <a:xfrm flipV="1">
              <a:off x="335367" y="2553950"/>
              <a:ext cx="2749107" cy="103198"/>
            </a:xfrm>
            <a:custGeom>
              <a:avLst/>
              <a:gdLst/>
              <a:ahLst/>
              <a:cxnLst/>
              <a:rect l="l" t="t" r="r" b="b"/>
              <a:pathLst>
                <a:path w="3848735">
                  <a:moveTo>
                    <a:pt x="0" y="0"/>
                  </a:moveTo>
                  <a:lnTo>
                    <a:pt x="3848699" y="0"/>
                  </a:lnTo>
                </a:path>
              </a:pathLst>
            </a:custGeom>
            <a:ln w="10470">
              <a:solidFill>
                <a:schemeClr val="bg1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55444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092" b="0" i="0" u="none" strike="noStrike" kern="0" cap="none" spc="0" normalizeH="0" baseline="0" noProof="0">
                <a:ln>
                  <a:noFill/>
                </a:ln>
                <a:solidFill>
                  <a:srgbClr val="E6EDF1">
                    <a:lumMod val="75000"/>
                  </a:srgbClr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endParaRPr>
            </a:p>
          </p:txBody>
        </p:sp>
        <p:sp>
          <p:nvSpPr>
            <p:cNvPr id="31" name="object 28">
              <a:extLst>
                <a:ext uri="{FF2B5EF4-FFF2-40B4-BE49-F238E27FC236}">
                  <a16:creationId xmlns:a16="http://schemas.microsoft.com/office/drawing/2014/main" id="{614B8503-7B0A-ADC1-F2F3-9EE5496F6DCB}"/>
                </a:ext>
              </a:extLst>
            </p:cNvPr>
            <p:cNvSpPr txBox="1"/>
            <p:nvPr/>
          </p:nvSpPr>
          <p:spPr>
            <a:xfrm>
              <a:off x="335367" y="3626765"/>
              <a:ext cx="2749107" cy="544612"/>
            </a:xfrm>
            <a:prstGeom prst="rect">
              <a:avLst/>
            </a:prstGeom>
            <a:ln w="10470">
              <a:solidFill>
                <a:schemeClr val="bg2">
                  <a:lumMod val="50000"/>
                </a:schemeClr>
              </a:solidFill>
            </a:ln>
          </p:spPr>
          <p:txBody>
            <a:bodyPr vert="horz" wrap="square" lIns="179988" tIns="43658" rIns="0" bIns="43658" rtlCol="0" anchor="ctr" anchorCtr="0">
              <a:noAutofit/>
            </a:bodyPr>
            <a:lstStyle/>
            <a:p>
              <a:pPr marL="0" marR="0" lvl="0" indent="0" algn="l" defTabSz="55444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334" b="0" i="0" u="none" strike="noStrike" kern="0" cap="none" spc="-6" normalizeH="0" baseline="0" noProof="0">
                  <a:ln>
                    <a:noFill/>
                  </a:ln>
                  <a:solidFill>
                    <a:srgbClr val="E6EDF1">
                      <a:lumMod val="90000"/>
                    </a:srgbClr>
                  </a:solidFill>
                  <a:effectLst/>
                  <a:uLnTx/>
                  <a:uFillTx/>
                  <a:latin typeface="Versos Light"/>
                  <a:ea typeface="+mn-ea"/>
                  <a:cs typeface="Versos Light"/>
                  <a:sym typeface="Arial"/>
                </a:rPr>
                <a:t>Fundos de Papel</a:t>
              </a:r>
              <a:endParaRPr kumimoji="0" sz="1334" b="0" i="0" u="none" strike="noStrike" kern="0" cap="none" spc="0" normalizeH="0" baseline="0" noProof="0">
                <a:ln>
                  <a:noFill/>
                </a:ln>
                <a:solidFill>
                  <a:srgbClr val="E6EDF1">
                    <a:lumMod val="90000"/>
                  </a:srgbClr>
                </a:solidFill>
                <a:effectLst/>
                <a:uLnTx/>
                <a:uFillTx/>
                <a:latin typeface="Versos Light"/>
                <a:ea typeface="+mn-ea"/>
                <a:cs typeface="Versos Light"/>
                <a:sym typeface="Arial"/>
              </a:endParaRPr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252B0AC3-1AA9-914C-62FA-DC8FC5E63038}"/>
              </a:ext>
            </a:extLst>
          </p:cNvPr>
          <p:cNvGrpSpPr/>
          <p:nvPr/>
        </p:nvGrpSpPr>
        <p:grpSpPr>
          <a:xfrm>
            <a:off x="460694" y="1235375"/>
            <a:ext cx="2065337" cy="4360765"/>
            <a:chOff x="3940879" y="1235375"/>
            <a:chExt cx="2749110" cy="4360765"/>
          </a:xfrm>
        </p:grpSpPr>
        <p:pic>
          <p:nvPicPr>
            <p:cNvPr id="33" name="object 7">
              <a:extLst>
                <a:ext uri="{FF2B5EF4-FFF2-40B4-BE49-F238E27FC236}">
                  <a16:creationId xmlns:a16="http://schemas.microsoft.com/office/drawing/2014/main" id="{D2C8FD3D-4F0C-7B7D-DD8F-860B6D190CA7}"/>
                </a:ext>
              </a:extLst>
            </p:cNvPr>
            <p:cNvPicPr/>
            <p:nvPr/>
          </p:nvPicPr>
          <p:blipFill rotWithShape="1">
            <a:blip r:embed="rId4" cstate="print"/>
            <a:srcRect l="8303" r="8303"/>
            <a:stretch>
              <a:fillRect/>
            </a:stretch>
          </p:blipFill>
          <p:spPr>
            <a:xfrm>
              <a:off x="3940879" y="1235375"/>
              <a:ext cx="2749110" cy="1159911"/>
            </a:xfrm>
            <a:prstGeom prst="rect">
              <a:avLst/>
            </a:prstGeom>
          </p:spPr>
        </p:pic>
        <p:sp>
          <p:nvSpPr>
            <p:cNvPr id="34" name="object 14">
              <a:extLst>
                <a:ext uri="{FF2B5EF4-FFF2-40B4-BE49-F238E27FC236}">
                  <a16:creationId xmlns:a16="http://schemas.microsoft.com/office/drawing/2014/main" id="{07C869F0-CEA7-8605-BFC6-B5D75892CAE7}"/>
                </a:ext>
              </a:extLst>
            </p:cNvPr>
            <p:cNvSpPr txBox="1"/>
            <p:nvPr/>
          </p:nvSpPr>
          <p:spPr>
            <a:xfrm>
              <a:off x="3940879" y="1951694"/>
              <a:ext cx="2749107" cy="443593"/>
            </a:xfrm>
            <a:prstGeom prst="rect">
              <a:avLst/>
            </a:prstGeom>
          </p:spPr>
          <p:txBody>
            <a:bodyPr vert="horz" wrap="square" lIns="179988" tIns="107993" rIns="0" bIns="107993" rtlCol="0" anchor="b" anchorCtr="0">
              <a:noAutofit/>
            </a:bodyPr>
            <a:lstStyle/>
            <a:p>
              <a:pPr marL="7701" marR="0" lvl="0" indent="0" algn="l" defTabSz="554440" rtl="0" eaLnBrk="1" fontAlgn="auto" latinLnBrk="0" hangingPunct="1">
                <a:lnSpc>
                  <a:spcPct val="100000"/>
                </a:lnSpc>
                <a:spcBef>
                  <a:spcPts val="79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1880" b="1" i="0" u="none" strike="noStrike" kern="0" cap="none" spc="-6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" panose="020B0503020204030204" pitchFamily="34" charset="0"/>
                  <a:ea typeface="+mn-ea"/>
                  <a:cs typeface="Versos Light"/>
                  <a:sym typeface="Arial"/>
                </a:rPr>
                <a:t>Crédito</a:t>
              </a:r>
              <a:endParaRPr kumimoji="0" sz="1880" b="1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sos" panose="020B0503020204030204" pitchFamily="34" charset="0"/>
                <a:ea typeface="+mn-ea"/>
                <a:cs typeface="Versos Light"/>
                <a:sym typeface="Arial"/>
              </a:endParaRPr>
            </a:p>
          </p:txBody>
        </p:sp>
        <p:sp>
          <p:nvSpPr>
            <p:cNvPr id="35" name="object 18">
              <a:extLst>
                <a:ext uri="{FF2B5EF4-FFF2-40B4-BE49-F238E27FC236}">
                  <a16:creationId xmlns:a16="http://schemas.microsoft.com/office/drawing/2014/main" id="{7FCDB647-DFC6-121F-A6E4-1DFEF6122D12}"/>
                </a:ext>
              </a:extLst>
            </p:cNvPr>
            <p:cNvSpPr txBox="1"/>
            <p:nvPr/>
          </p:nvSpPr>
          <p:spPr>
            <a:xfrm>
              <a:off x="3940880" y="2914382"/>
              <a:ext cx="2749108" cy="544612"/>
            </a:xfrm>
            <a:prstGeom prst="rect">
              <a:avLst/>
            </a:prstGeom>
            <a:ln w="10470">
              <a:gradFill>
                <a:gsLst>
                  <a:gs pos="100000">
                    <a:schemeClr val="accent1"/>
                  </a:gs>
                  <a:gs pos="0">
                    <a:schemeClr val="bg2">
                      <a:lumMod val="50000"/>
                    </a:schemeClr>
                  </a:gs>
                </a:gsLst>
                <a:lin ang="2700000" scaled="0"/>
              </a:gradFill>
            </a:ln>
          </p:spPr>
          <p:txBody>
            <a:bodyPr vert="horz" wrap="square" lIns="179988" tIns="43658" rIns="0" bIns="43658" rtlCol="0" anchor="ctr" anchorCtr="0">
              <a:noAutofit/>
            </a:bodyPr>
            <a:lstStyle/>
            <a:p>
              <a:pPr marL="0" marR="0" lvl="0" indent="0" algn="l" defTabSz="55444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1334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Light"/>
                  <a:ea typeface="+mn-ea"/>
                  <a:cs typeface="Versos Light"/>
                  <a:sym typeface="Arial"/>
                </a:rPr>
                <a:t>Crédito</a:t>
              </a:r>
              <a:r>
                <a:rPr kumimoji="0" sz="1334" b="0" i="0" u="none" strike="noStrike" kern="0" cap="none" spc="-9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Light"/>
                  <a:ea typeface="+mn-ea"/>
                  <a:cs typeface="Versos Light"/>
                  <a:sym typeface="Arial"/>
                </a:rPr>
                <a:t> </a:t>
              </a:r>
              <a:r>
                <a:rPr kumimoji="0" sz="1334" b="0" i="0" u="none" strike="noStrike" kern="0" cap="none" spc="-6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Light"/>
                  <a:ea typeface="+mn-ea"/>
                  <a:cs typeface="Versos Light"/>
                  <a:sym typeface="Arial"/>
                </a:rPr>
                <a:t>Privado</a:t>
              </a:r>
              <a:endParaRPr kumimoji="0" sz="1334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/>
                <a:ea typeface="+mn-ea"/>
                <a:cs typeface="Versos Light"/>
                <a:sym typeface="Arial"/>
              </a:endParaRPr>
            </a:p>
          </p:txBody>
        </p:sp>
        <p:sp>
          <p:nvSpPr>
            <p:cNvPr id="36" name="object 27">
              <a:extLst>
                <a:ext uri="{FF2B5EF4-FFF2-40B4-BE49-F238E27FC236}">
                  <a16:creationId xmlns:a16="http://schemas.microsoft.com/office/drawing/2014/main" id="{C4EC032C-6E00-B723-304A-EBA0D368F188}"/>
                </a:ext>
              </a:extLst>
            </p:cNvPr>
            <p:cNvSpPr txBox="1"/>
            <p:nvPr/>
          </p:nvSpPr>
          <p:spPr>
            <a:xfrm>
              <a:off x="3940880" y="4339147"/>
              <a:ext cx="2749108" cy="544612"/>
            </a:xfrm>
            <a:prstGeom prst="rect">
              <a:avLst/>
            </a:prstGeom>
            <a:ln w="10470">
              <a:gradFill>
                <a:gsLst>
                  <a:gs pos="100000">
                    <a:schemeClr val="accent1"/>
                  </a:gs>
                  <a:gs pos="0">
                    <a:schemeClr val="bg2">
                      <a:lumMod val="50000"/>
                    </a:schemeClr>
                  </a:gs>
                </a:gsLst>
                <a:lin ang="2700000" scaled="0"/>
              </a:gradFill>
            </a:ln>
          </p:spPr>
          <p:txBody>
            <a:bodyPr vert="horz" wrap="square" lIns="179988" tIns="43658" rIns="0" bIns="43658" rtlCol="0" anchor="ctr" anchorCtr="0">
              <a:noAutofit/>
            </a:bodyPr>
            <a:lstStyle/>
            <a:p>
              <a:pPr marL="0" marR="0" lvl="0" indent="0" algn="l" defTabSz="55444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1334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Light"/>
                  <a:ea typeface="+mn-ea"/>
                  <a:cs typeface="Versos Light"/>
                  <a:sym typeface="Arial"/>
                </a:rPr>
                <a:t>Legal</a:t>
              </a:r>
              <a:r>
                <a:rPr kumimoji="0" sz="1334" b="0" i="0" u="none" strike="noStrike" kern="0" cap="none" spc="-24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Light"/>
                  <a:ea typeface="+mn-ea"/>
                  <a:cs typeface="Versos Light"/>
                  <a:sym typeface="Arial"/>
                </a:rPr>
                <a:t> </a:t>
              </a:r>
              <a:r>
                <a:rPr kumimoji="0" sz="1334" b="0" i="0" u="none" strike="noStrike" kern="0" cap="none" spc="-6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Light"/>
                  <a:ea typeface="+mn-ea"/>
                  <a:cs typeface="Versos Light"/>
                  <a:sym typeface="Arial"/>
                </a:rPr>
                <a:t>Claims</a:t>
              </a:r>
              <a:endParaRPr kumimoji="0" sz="1334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/>
                <a:ea typeface="+mn-ea"/>
                <a:cs typeface="Versos Light"/>
                <a:sym typeface="Arial"/>
              </a:endParaRPr>
            </a:p>
          </p:txBody>
        </p:sp>
        <p:sp>
          <p:nvSpPr>
            <p:cNvPr id="39" name="object 32">
              <a:extLst>
                <a:ext uri="{FF2B5EF4-FFF2-40B4-BE49-F238E27FC236}">
                  <a16:creationId xmlns:a16="http://schemas.microsoft.com/office/drawing/2014/main" id="{6BCC9126-34B0-210F-0B5C-765DDBE28E4A}"/>
                </a:ext>
              </a:extLst>
            </p:cNvPr>
            <p:cNvSpPr/>
            <p:nvPr/>
          </p:nvSpPr>
          <p:spPr>
            <a:xfrm flipV="1">
              <a:off x="3940880" y="2518853"/>
              <a:ext cx="2749108" cy="138295"/>
            </a:xfrm>
            <a:custGeom>
              <a:avLst/>
              <a:gdLst/>
              <a:ahLst/>
              <a:cxnLst/>
              <a:rect l="l" t="t" r="r" b="b"/>
              <a:pathLst>
                <a:path w="3848734">
                  <a:moveTo>
                    <a:pt x="0" y="0"/>
                  </a:moveTo>
                  <a:lnTo>
                    <a:pt x="3848699" y="0"/>
                  </a:lnTo>
                </a:path>
              </a:pathLst>
            </a:custGeom>
            <a:ln w="10470">
              <a:solidFill>
                <a:schemeClr val="bg1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55444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092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endParaRPr>
            </a:p>
          </p:txBody>
        </p:sp>
        <p:sp>
          <p:nvSpPr>
            <p:cNvPr id="40" name="object 18">
              <a:extLst>
                <a:ext uri="{FF2B5EF4-FFF2-40B4-BE49-F238E27FC236}">
                  <a16:creationId xmlns:a16="http://schemas.microsoft.com/office/drawing/2014/main" id="{56C597E4-179D-1492-BAFE-424ADB6181DA}"/>
                </a:ext>
              </a:extLst>
            </p:cNvPr>
            <p:cNvSpPr txBox="1"/>
            <p:nvPr/>
          </p:nvSpPr>
          <p:spPr>
            <a:xfrm>
              <a:off x="3940880" y="5051528"/>
              <a:ext cx="2749108" cy="544612"/>
            </a:xfrm>
            <a:prstGeom prst="rect">
              <a:avLst/>
            </a:prstGeom>
            <a:ln w="10470">
              <a:gradFill>
                <a:gsLst>
                  <a:gs pos="100000">
                    <a:schemeClr val="accent1"/>
                  </a:gs>
                  <a:gs pos="0">
                    <a:schemeClr val="bg2">
                      <a:lumMod val="50000"/>
                    </a:schemeClr>
                  </a:gs>
                </a:gsLst>
                <a:lin ang="2700000" scaled="0"/>
              </a:gradFill>
            </a:ln>
          </p:spPr>
          <p:txBody>
            <a:bodyPr vert="horz" wrap="square" lIns="179988" tIns="43658" rIns="0" bIns="43658" rtlCol="0" anchor="ctr" anchorCtr="0">
              <a:noAutofit/>
            </a:bodyPr>
            <a:lstStyle/>
            <a:p>
              <a:pPr marL="0" marR="0" lvl="0" indent="0" algn="l" defTabSz="55444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334" b="0" i="0" u="none" strike="noStrike" kern="0" cap="none" spc="0" normalizeH="0" baseline="0" noProof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Light"/>
                  <a:ea typeface="+mn-ea"/>
                  <a:cs typeface="Versos Light"/>
                  <a:sym typeface="Arial"/>
                </a:rPr>
                <a:t>Credit</a:t>
              </a:r>
              <a:r>
                <a:rPr kumimoji="0" lang="pt-BR" sz="1334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Light"/>
                  <a:ea typeface="+mn-ea"/>
                  <a:cs typeface="Versos Light"/>
                  <a:sym typeface="Arial"/>
                </a:rPr>
                <a:t> </a:t>
              </a:r>
              <a:r>
                <a:rPr kumimoji="0" lang="pt-BR" sz="1334" b="0" i="0" u="none" strike="noStrike" kern="0" cap="none" spc="0" normalizeH="0" baseline="0" noProof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Light"/>
                  <a:ea typeface="+mn-ea"/>
                  <a:cs typeface="Versos Light"/>
                  <a:sym typeface="Arial"/>
                </a:rPr>
                <a:t>Solutions</a:t>
              </a:r>
              <a:endParaRPr kumimoji="0" sz="1334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/>
                <a:ea typeface="+mn-ea"/>
                <a:cs typeface="Versos Light"/>
                <a:sym typeface="Arial"/>
              </a:endParaRPr>
            </a:p>
          </p:txBody>
        </p:sp>
        <p:sp>
          <p:nvSpPr>
            <p:cNvPr id="41" name="object 18">
              <a:extLst>
                <a:ext uri="{FF2B5EF4-FFF2-40B4-BE49-F238E27FC236}">
                  <a16:creationId xmlns:a16="http://schemas.microsoft.com/office/drawing/2014/main" id="{465DADC9-D864-ACC8-3DD9-EA795D317EE8}"/>
                </a:ext>
              </a:extLst>
            </p:cNvPr>
            <p:cNvSpPr txBox="1"/>
            <p:nvPr/>
          </p:nvSpPr>
          <p:spPr>
            <a:xfrm>
              <a:off x="3940880" y="3626765"/>
              <a:ext cx="2749108" cy="544612"/>
            </a:xfrm>
            <a:prstGeom prst="rect">
              <a:avLst/>
            </a:prstGeom>
            <a:ln w="10470">
              <a:gradFill>
                <a:gsLst>
                  <a:gs pos="0">
                    <a:schemeClr val="accent1"/>
                  </a:gs>
                  <a:gs pos="100000">
                    <a:schemeClr val="bg2">
                      <a:lumMod val="50000"/>
                    </a:schemeClr>
                  </a:gs>
                </a:gsLst>
                <a:lin ang="2700000" scaled="0"/>
              </a:gradFill>
            </a:ln>
          </p:spPr>
          <p:txBody>
            <a:bodyPr vert="horz" wrap="square" lIns="179988" tIns="43658" rIns="0" bIns="43658" rtlCol="0" anchor="ctr" anchorCtr="0">
              <a:noAutofit/>
            </a:bodyPr>
            <a:lstStyle/>
            <a:p>
              <a:pPr marL="0" marR="0" lvl="0" indent="0" algn="l" defTabSz="55444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1334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Light"/>
                  <a:ea typeface="+mn-ea"/>
                  <a:cs typeface="Versos Light"/>
                  <a:sym typeface="Arial"/>
                </a:rPr>
                <a:t>Crédito</a:t>
              </a:r>
              <a:r>
                <a:rPr kumimoji="0" sz="1334" b="0" i="0" u="none" strike="noStrike" kern="0" cap="none" spc="-9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Light"/>
                  <a:ea typeface="+mn-ea"/>
                  <a:cs typeface="Versos Light"/>
                  <a:sym typeface="Arial"/>
                </a:rPr>
                <a:t> </a:t>
              </a:r>
              <a:r>
                <a:rPr kumimoji="0" lang="pt-BR" sz="1334" b="0" i="0" u="none" strike="noStrike" kern="0" cap="none" spc="-6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Light"/>
                  <a:ea typeface="+mn-ea"/>
                  <a:cs typeface="Versos Light"/>
                  <a:sym typeface="Arial"/>
                </a:rPr>
                <a:t>Estruturado</a:t>
              </a:r>
              <a:endParaRPr kumimoji="0" sz="1334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/>
                <a:ea typeface="+mn-ea"/>
                <a:cs typeface="Versos Light"/>
                <a:sym typeface="Arial"/>
              </a:endParaRPr>
            </a:p>
          </p:txBody>
        </p: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039E89C6-2F49-1BB7-89FD-7E1C556262DA}"/>
              </a:ext>
            </a:extLst>
          </p:cNvPr>
          <p:cNvGrpSpPr/>
          <p:nvPr/>
        </p:nvGrpSpPr>
        <p:grpSpPr>
          <a:xfrm>
            <a:off x="9791299" y="1244402"/>
            <a:ext cx="2065335" cy="2214592"/>
            <a:chOff x="335367" y="1244402"/>
            <a:chExt cx="2749107" cy="2214592"/>
          </a:xfrm>
        </p:grpSpPr>
        <p:pic>
          <p:nvPicPr>
            <p:cNvPr id="52" name="object 4">
              <a:extLst>
                <a:ext uri="{FF2B5EF4-FFF2-40B4-BE49-F238E27FC236}">
                  <a16:creationId xmlns:a16="http://schemas.microsoft.com/office/drawing/2014/main" id="{E2550AF4-8283-FF52-6634-844D87612CDB}"/>
                </a:ext>
              </a:extLst>
            </p:cNvPr>
            <p:cNvPicPr/>
            <p:nvPr/>
          </p:nvPicPr>
          <p:blipFill>
            <a:blip r:embed="rId5">
              <a:duotone>
                <a:prstClr val="black"/>
                <a:schemeClr val="accent3">
                  <a:tint val="45000"/>
                  <a:satMod val="400000"/>
                </a:schemeClr>
              </a:duotone>
              <a:alphaModFix amt="50000"/>
            </a:blip>
            <a:srcRect t="7865" r="14932" b="7865"/>
            <a:stretch>
              <a:fillRect/>
            </a:stretch>
          </p:blipFill>
          <p:spPr>
            <a:xfrm>
              <a:off x="335367" y="1244402"/>
              <a:ext cx="2749107" cy="1150844"/>
            </a:xfrm>
            <a:prstGeom prst="rect">
              <a:avLst/>
            </a:prstGeom>
            <a:blipFill dpi="0" rotWithShape="1">
              <a:blip r:embed="rId6">
                <a:duotone>
                  <a:prstClr val="black"/>
                  <a:schemeClr val="accent3">
                    <a:tint val="45000"/>
                    <a:satMod val="400000"/>
                  </a:schemeClr>
                </a:duotone>
                <a:alphaModFix amt="50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</p:spPr>
        </p:pic>
        <p:sp>
          <p:nvSpPr>
            <p:cNvPr id="53" name="object 13">
              <a:extLst>
                <a:ext uri="{FF2B5EF4-FFF2-40B4-BE49-F238E27FC236}">
                  <a16:creationId xmlns:a16="http://schemas.microsoft.com/office/drawing/2014/main" id="{E7700E37-CB6B-2B51-5F7F-BC8F4DEF6AC5}"/>
                </a:ext>
              </a:extLst>
            </p:cNvPr>
            <p:cNvSpPr txBox="1"/>
            <p:nvPr/>
          </p:nvSpPr>
          <p:spPr>
            <a:xfrm>
              <a:off x="335367" y="1951694"/>
              <a:ext cx="2749107" cy="443593"/>
            </a:xfrm>
            <a:prstGeom prst="rect">
              <a:avLst/>
            </a:prstGeom>
          </p:spPr>
          <p:txBody>
            <a:bodyPr vert="horz" wrap="square" lIns="179988" tIns="107993" rIns="0" bIns="107993" rtlCol="0" anchor="b" anchorCtr="0">
              <a:noAutofit/>
            </a:bodyPr>
            <a:lstStyle/>
            <a:p>
              <a:pPr marL="7701" marR="0" lvl="0" indent="0" algn="l" defTabSz="554440" rtl="0" eaLnBrk="1" fontAlgn="auto" latinLnBrk="0" hangingPunct="1">
                <a:lnSpc>
                  <a:spcPct val="100000"/>
                </a:lnSpc>
                <a:spcBef>
                  <a:spcPts val="79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88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" panose="020B0503020204030204" pitchFamily="34" charset="0"/>
                  <a:ea typeface="+mn-ea"/>
                  <a:cs typeface="Versos Light"/>
                  <a:sym typeface="Arial"/>
                </a:rPr>
                <a:t>Private </a:t>
              </a:r>
              <a:br>
                <a:rPr kumimoji="0" lang="pt-BR" sz="188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" panose="020B0503020204030204" pitchFamily="34" charset="0"/>
                  <a:ea typeface="+mn-ea"/>
                  <a:cs typeface="Versos Light"/>
                  <a:sym typeface="Arial"/>
                </a:rPr>
              </a:br>
              <a:r>
                <a:rPr kumimoji="0" lang="pt-BR" sz="1880" b="1" i="0" u="none" strike="noStrike" kern="0" cap="none" spc="0" normalizeH="0" baseline="0" noProof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" panose="020B0503020204030204" pitchFamily="34" charset="0"/>
                  <a:ea typeface="+mn-ea"/>
                  <a:cs typeface="Versos Light"/>
                  <a:sym typeface="Arial"/>
                </a:rPr>
                <a:t>Solutions</a:t>
              </a:r>
              <a:endParaRPr kumimoji="0" sz="1880" b="1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sos" panose="020B0503020204030204" pitchFamily="34" charset="0"/>
                <a:ea typeface="+mn-ea"/>
                <a:cs typeface="Versos Light"/>
                <a:sym typeface="Arial"/>
              </a:endParaRPr>
            </a:p>
          </p:txBody>
        </p:sp>
        <p:sp>
          <p:nvSpPr>
            <p:cNvPr id="54" name="object 17">
              <a:extLst>
                <a:ext uri="{FF2B5EF4-FFF2-40B4-BE49-F238E27FC236}">
                  <a16:creationId xmlns:a16="http://schemas.microsoft.com/office/drawing/2014/main" id="{E18A5AD0-1A8A-1CAD-4E41-D5D4722D4F6D}"/>
                </a:ext>
              </a:extLst>
            </p:cNvPr>
            <p:cNvSpPr txBox="1"/>
            <p:nvPr/>
          </p:nvSpPr>
          <p:spPr>
            <a:xfrm>
              <a:off x="335368" y="2914382"/>
              <a:ext cx="2749106" cy="544612"/>
            </a:xfrm>
            <a:prstGeom prst="rect">
              <a:avLst/>
            </a:prstGeom>
            <a:ln w="10470">
              <a:solidFill>
                <a:schemeClr val="bg1">
                  <a:lumMod val="85000"/>
                </a:schemeClr>
              </a:solidFill>
            </a:ln>
          </p:spPr>
          <p:txBody>
            <a:bodyPr vert="horz" wrap="square" lIns="179988" tIns="43658" rIns="0" bIns="43658" rtlCol="0" anchor="ctr" anchorCtr="0">
              <a:noAutofit/>
            </a:bodyPr>
            <a:lstStyle/>
            <a:p>
              <a:pPr marL="0" marR="0" lvl="0" indent="0" algn="l" defTabSz="55444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334" b="0" i="0" u="none" strike="noStrike" kern="0" cap="none" spc="-6" normalizeH="0" baseline="0" noProof="0">
                  <a:ln>
                    <a:noFill/>
                  </a:ln>
                  <a:solidFill>
                    <a:srgbClr val="E6EDF1">
                      <a:lumMod val="90000"/>
                    </a:srgbClr>
                  </a:solidFill>
                  <a:effectLst/>
                  <a:uLnTx/>
                  <a:uFillTx/>
                  <a:latin typeface="Versos Light"/>
                  <a:ea typeface="+mn-ea"/>
                  <a:cs typeface="Versos Light"/>
                  <a:sym typeface="Arial"/>
                </a:rPr>
                <a:t>Estruturas Exclusivas</a:t>
              </a:r>
              <a:endParaRPr kumimoji="0" sz="1334" b="0" i="0" u="none" strike="noStrike" kern="0" cap="none" spc="0" normalizeH="0" baseline="0" noProof="0">
                <a:ln>
                  <a:noFill/>
                </a:ln>
                <a:solidFill>
                  <a:srgbClr val="E6EDF1">
                    <a:lumMod val="90000"/>
                  </a:srgbClr>
                </a:solidFill>
                <a:effectLst/>
                <a:uLnTx/>
                <a:uFillTx/>
                <a:latin typeface="Versos Light"/>
                <a:ea typeface="+mn-ea"/>
                <a:cs typeface="Versos Light"/>
                <a:sym typeface="Arial"/>
              </a:endParaRPr>
            </a:p>
          </p:txBody>
        </p:sp>
        <p:sp>
          <p:nvSpPr>
            <p:cNvPr id="55" name="object 31">
              <a:extLst>
                <a:ext uri="{FF2B5EF4-FFF2-40B4-BE49-F238E27FC236}">
                  <a16:creationId xmlns:a16="http://schemas.microsoft.com/office/drawing/2014/main" id="{86E02262-3149-6124-9BFE-72C8614BD85C}"/>
                </a:ext>
              </a:extLst>
            </p:cNvPr>
            <p:cNvSpPr/>
            <p:nvPr/>
          </p:nvSpPr>
          <p:spPr>
            <a:xfrm flipV="1">
              <a:off x="335367" y="2611429"/>
              <a:ext cx="2749107" cy="45719"/>
            </a:xfrm>
            <a:custGeom>
              <a:avLst/>
              <a:gdLst/>
              <a:ahLst/>
              <a:cxnLst/>
              <a:rect l="l" t="t" r="r" b="b"/>
              <a:pathLst>
                <a:path w="3848735">
                  <a:moveTo>
                    <a:pt x="0" y="0"/>
                  </a:moveTo>
                  <a:lnTo>
                    <a:pt x="3848699" y="0"/>
                  </a:lnTo>
                </a:path>
              </a:pathLst>
            </a:custGeom>
            <a:ln w="10470">
              <a:solidFill>
                <a:schemeClr val="bg1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55444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092" b="0" i="0" u="none" strike="noStrike" kern="0" cap="none" spc="0" normalizeH="0" baseline="0" noProof="0">
                <a:ln>
                  <a:noFill/>
                </a:ln>
                <a:solidFill>
                  <a:srgbClr val="E6EDF1">
                    <a:lumMod val="75000"/>
                  </a:srgbClr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endParaRPr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0EDB423A-CC27-9068-337B-377BC34C13FA}"/>
              </a:ext>
            </a:extLst>
          </p:cNvPr>
          <p:cNvGrpSpPr/>
          <p:nvPr/>
        </p:nvGrpSpPr>
        <p:grpSpPr>
          <a:xfrm>
            <a:off x="7390067" y="1246631"/>
            <a:ext cx="2156776" cy="4349509"/>
            <a:chOff x="7419767" y="1246631"/>
            <a:chExt cx="2870822" cy="4349509"/>
          </a:xfrm>
        </p:grpSpPr>
        <p:pic>
          <p:nvPicPr>
            <p:cNvPr id="6" name="object 8">
              <a:extLst>
                <a:ext uri="{FF2B5EF4-FFF2-40B4-BE49-F238E27FC236}">
                  <a16:creationId xmlns:a16="http://schemas.microsoft.com/office/drawing/2014/main" id="{25093FD8-15DF-3676-E496-B63FBC86BB00}"/>
                </a:ext>
              </a:extLst>
            </p:cNvPr>
            <p:cNvPicPr/>
            <p:nvPr/>
          </p:nvPicPr>
          <p:blipFill rotWithShape="1">
            <a:blip r:embed="rId7" cstate="print">
              <a:duotone>
                <a:prstClr val="black"/>
                <a:schemeClr val="tx2">
                  <a:tint val="45000"/>
                  <a:satMod val="400000"/>
                </a:schemeClr>
              </a:duotone>
            </a:blip>
            <a:srcRect l="8453" r="20862"/>
            <a:stretch>
              <a:fillRect/>
            </a:stretch>
          </p:blipFill>
          <p:spPr>
            <a:xfrm>
              <a:off x="7541479" y="1246631"/>
              <a:ext cx="2749108" cy="1148655"/>
            </a:xfrm>
            <a:prstGeom prst="rect">
              <a:avLst/>
            </a:prstGeom>
          </p:spPr>
        </p:pic>
        <p:sp>
          <p:nvSpPr>
            <p:cNvPr id="7" name="object 15">
              <a:extLst>
                <a:ext uri="{FF2B5EF4-FFF2-40B4-BE49-F238E27FC236}">
                  <a16:creationId xmlns:a16="http://schemas.microsoft.com/office/drawing/2014/main" id="{4FD7B875-F3BE-311C-A575-B6A180300BE1}"/>
                </a:ext>
              </a:extLst>
            </p:cNvPr>
            <p:cNvSpPr txBox="1"/>
            <p:nvPr/>
          </p:nvSpPr>
          <p:spPr>
            <a:xfrm>
              <a:off x="7419767" y="1538039"/>
              <a:ext cx="2870822" cy="857247"/>
            </a:xfrm>
            <a:prstGeom prst="rect">
              <a:avLst/>
            </a:prstGeom>
          </p:spPr>
          <p:txBody>
            <a:bodyPr vert="horz" wrap="square" lIns="179988" tIns="107993" rIns="0" bIns="107993" rtlCol="0" anchor="b" anchorCtr="0">
              <a:noAutofit/>
            </a:bodyPr>
            <a:lstStyle/>
            <a:p>
              <a:pPr marL="7701" marR="3081" lvl="0" indent="0" algn="l" defTabSz="554440" rtl="0" eaLnBrk="1" fontAlgn="auto" latinLnBrk="0" hangingPunct="1">
                <a:lnSpc>
                  <a:spcPct val="101099"/>
                </a:lnSpc>
                <a:spcBef>
                  <a:spcPts val="55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1880" b="1" i="0" u="none" strike="noStrike" kern="0" cap="none" spc="-6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" panose="020B0503020204030204" pitchFamily="34" charset="0"/>
                  <a:ea typeface="+mn-ea"/>
                  <a:cs typeface="Versos Light"/>
                  <a:sym typeface="Arial"/>
                </a:rPr>
                <a:t>Investment </a:t>
              </a:r>
              <a:br>
                <a:rPr kumimoji="0" lang="pt-BR" sz="1880" b="1" i="0" u="none" strike="noStrike" kern="0" cap="none" spc="-6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" panose="020B0503020204030204" pitchFamily="34" charset="0"/>
                  <a:ea typeface="+mn-ea"/>
                  <a:cs typeface="Versos Light"/>
                  <a:sym typeface="Arial"/>
                </a:rPr>
              </a:br>
              <a:r>
                <a:rPr kumimoji="0" sz="188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" panose="020B0503020204030204" pitchFamily="34" charset="0"/>
                  <a:ea typeface="+mn-ea"/>
                  <a:cs typeface="Versos Light"/>
                  <a:sym typeface="Arial"/>
                </a:rPr>
                <a:t>Solutions</a:t>
              </a:r>
              <a:r>
                <a:rPr kumimoji="0" sz="1880" b="1" i="0" u="none" strike="noStrike" kern="0" cap="none" spc="49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" panose="020B0503020204030204" pitchFamily="34" charset="0"/>
                  <a:ea typeface="+mn-ea"/>
                  <a:cs typeface="Versos Light"/>
                  <a:sym typeface="Arial"/>
                </a:rPr>
                <a:t> </a:t>
              </a:r>
              <a:r>
                <a:rPr kumimoji="0" sz="188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" panose="020B0503020204030204" pitchFamily="34" charset="0"/>
                  <a:ea typeface="+mn-ea"/>
                  <a:cs typeface="Versos Light"/>
                  <a:sym typeface="Arial"/>
                </a:rPr>
                <a:t>&amp;</a:t>
              </a:r>
              <a:r>
                <a:rPr kumimoji="0" sz="1880" b="1" i="0" u="none" strike="noStrike" kern="0" cap="none" spc="52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" panose="020B0503020204030204" pitchFamily="34" charset="0"/>
                  <a:ea typeface="+mn-ea"/>
                  <a:cs typeface="Versos Light"/>
                  <a:sym typeface="Arial"/>
                </a:rPr>
                <a:t> </a:t>
              </a:r>
              <a:r>
                <a:rPr kumimoji="0" sz="1880" b="1" i="0" u="none" strike="noStrike" kern="0" cap="none" spc="-15" normalizeH="0" baseline="0" noProof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" panose="020B0503020204030204" pitchFamily="34" charset="0"/>
                  <a:ea typeface="+mn-ea"/>
                  <a:cs typeface="Versos Light"/>
                  <a:sym typeface="Arial"/>
                </a:rPr>
                <a:t>FoF</a:t>
              </a:r>
              <a:endParaRPr kumimoji="0" sz="1880" b="1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sos" panose="020B0503020204030204" pitchFamily="34" charset="0"/>
                <a:ea typeface="+mn-ea"/>
                <a:cs typeface="Versos Light"/>
                <a:sym typeface="Arial"/>
              </a:endParaRPr>
            </a:p>
          </p:txBody>
        </p:sp>
        <p:sp>
          <p:nvSpPr>
            <p:cNvPr id="8" name="object 19">
              <a:extLst>
                <a:ext uri="{FF2B5EF4-FFF2-40B4-BE49-F238E27FC236}">
                  <a16:creationId xmlns:a16="http://schemas.microsoft.com/office/drawing/2014/main" id="{B6D85DCB-BE83-0C2B-59E4-E91607EEAA0A}"/>
                </a:ext>
              </a:extLst>
            </p:cNvPr>
            <p:cNvSpPr txBox="1"/>
            <p:nvPr/>
          </p:nvSpPr>
          <p:spPr>
            <a:xfrm>
              <a:off x="7541479" y="2914382"/>
              <a:ext cx="2749108" cy="544612"/>
            </a:xfrm>
            <a:prstGeom prst="rect">
              <a:avLst/>
            </a:prstGeom>
            <a:ln w="10470">
              <a:solidFill>
                <a:schemeClr val="bg1">
                  <a:lumMod val="65000"/>
                </a:schemeClr>
              </a:solidFill>
            </a:ln>
          </p:spPr>
          <p:txBody>
            <a:bodyPr vert="horz" wrap="square" lIns="179988" tIns="43658" rIns="0" bIns="43658" rtlCol="0" anchor="ctr" anchorCtr="0">
              <a:noAutofit/>
            </a:bodyPr>
            <a:lstStyle/>
            <a:p>
              <a:pPr marL="0" marR="0" lvl="0" indent="0" algn="l" defTabSz="55444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1334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Light"/>
                  <a:ea typeface="+mn-ea"/>
                  <a:cs typeface="Versos Light"/>
                  <a:sym typeface="Arial"/>
                </a:rPr>
                <a:t>Fundo</a:t>
              </a:r>
              <a:r>
                <a:rPr kumimoji="0" sz="1334" b="0" i="0" u="none" strike="noStrike" kern="0" cap="none" spc="24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Light"/>
                  <a:ea typeface="+mn-ea"/>
                  <a:cs typeface="Versos Light"/>
                  <a:sym typeface="Arial"/>
                </a:rPr>
                <a:t> </a:t>
              </a:r>
              <a:r>
                <a:rPr kumimoji="0" sz="1334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Light"/>
                  <a:ea typeface="+mn-ea"/>
                  <a:cs typeface="Versos Light"/>
                  <a:sym typeface="Arial"/>
                </a:rPr>
                <a:t>de</a:t>
              </a:r>
              <a:r>
                <a:rPr kumimoji="0" sz="1334" b="0" i="0" u="none" strike="noStrike" kern="0" cap="none" spc="27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Light"/>
                  <a:ea typeface="+mn-ea"/>
                  <a:cs typeface="Versos Light"/>
                  <a:sym typeface="Arial"/>
                </a:rPr>
                <a:t> </a:t>
              </a:r>
              <a:r>
                <a:rPr kumimoji="0" sz="1334" b="0" i="0" u="none" strike="noStrike" kern="0" cap="none" spc="-6" normalizeH="0" baseline="0" noProof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Light"/>
                  <a:ea typeface="+mn-ea"/>
                  <a:cs typeface="Versos Light"/>
                  <a:sym typeface="Arial"/>
                </a:rPr>
                <a:t>Fundos</a:t>
              </a:r>
              <a:endParaRPr kumimoji="0" sz="1334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/>
                <a:ea typeface="+mn-ea"/>
                <a:cs typeface="Versos Light"/>
                <a:sym typeface="Arial"/>
              </a:endParaRPr>
            </a:p>
          </p:txBody>
        </p:sp>
        <p:sp>
          <p:nvSpPr>
            <p:cNvPr id="9" name="object 23">
              <a:extLst>
                <a:ext uri="{FF2B5EF4-FFF2-40B4-BE49-F238E27FC236}">
                  <a16:creationId xmlns:a16="http://schemas.microsoft.com/office/drawing/2014/main" id="{B7EB7961-2F04-33C0-CB75-AD92DD33FE54}"/>
                </a:ext>
              </a:extLst>
            </p:cNvPr>
            <p:cNvSpPr txBox="1"/>
            <p:nvPr/>
          </p:nvSpPr>
          <p:spPr>
            <a:xfrm>
              <a:off x="7541479" y="4339147"/>
              <a:ext cx="2749108" cy="544612"/>
            </a:xfrm>
            <a:prstGeom prst="rect">
              <a:avLst/>
            </a:prstGeom>
            <a:ln w="10470">
              <a:solidFill>
                <a:schemeClr val="bg1">
                  <a:lumMod val="65000"/>
                </a:schemeClr>
              </a:solidFill>
            </a:ln>
          </p:spPr>
          <p:txBody>
            <a:bodyPr vert="horz" wrap="square" lIns="179988" tIns="43658" rIns="0" bIns="43658" rtlCol="0" anchor="ctr" anchorCtr="0">
              <a:noAutofit/>
            </a:bodyPr>
            <a:lstStyle/>
            <a:p>
              <a:pPr marL="0" marR="0" lvl="0" indent="0" algn="l" defTabSz="55444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1334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Light"/>
                  <a:ea typeface="+mn-ea"/>
                  <a:cs typeface="Versos Light"/>
                  <a:sym typeface="Arial"/>
                </a:rPr>
                <a:t>Renda</a:t>
              </a:r>
              <a:r>
                <a:rPr kumimoji="0" sz="1334" b="0" i="0" u="none" strike="noStrike" kern="0" cap="none" spc="12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Light"/>
                  <a:ea typeface="+mn-ea"/>
                  <a:cs typeface="Versos Light"/>
                  <a:sym typeface="Arial"/>
                </a:rPr>
                <a:t> </a:t>
              </a:r>
              <a:r>
                <a:rPr kumimoji="0" sz="1334" b="0" i="0" u="none" strike="noStrike" kern="0" cap="none" spc="-12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Light"/>
                  <a:ea typeface="+mn-ea"/>
                  <a:cs typeface="Versos Light"/>
                  <a:sym typeface="Arial"/>
                </a:rPr>
                <a:t>Fixa</a:t>
              </a:r>
              <a:endParaRPr kumimoji="0" sz="1334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/>
                <a:ea typeface="+mn-ea"/>
                <a:cs typeface="Versos Light"/>
                <a:sym typeface="Arial"/>
              </a:endParaRPr>
            </a:p>
          </p:txBody>
        </p:sp>
        <p:sp>
          <p:nvSpPr>
            <p:cNvPr id="10" name="object 33">
              <a:extLst>
                <a:ext uri="{FF2B5EF4-FFF2-40B4-BE49-F238E27FC236}">
                  <a16:creationId xmlns:a16="http://schemas.microsoft.com/office/drawing/2014/main" id="{B17D03E9-81FE-03C8-425C-5B14A8DACBF0}"/>
                </a:ext>
              </a:extLst>
            </p:cNvPr>
            <p:cNvSpPr/>
            <p:nvPr/>
          </p:nvSpPr>
          <p:spPr>
            <a:xfrm flipV="1">
              <a:off x="7541479" y="2611429"/>
              <a:ext cx="2749108" cy="45719"/>
            </a:xfrm>
            <a:custGeom>
              <a:avLst/>
              <a:gdLst/>
              <a:ahLst/>
              <a:cxnLst/>
              <a:rect l="l" t="t" r="r" b="b"/>
              <a:pathLst>
                <a:path w="3848734">
                  <a:moveTo>
                    <a:pt x="0" y="0"/>
                  </a:moveTo>
                  <a:lnTo>
                    <a:pt x="3848699" y="0"/>
                  </a:lnTo>
                </a:path>
              </a:pathLst>
            </a:custGeom>
            <a:ln w="10470">
              <a:solidFill>
                <a:schemeClr val="bg1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55444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092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endParaRPr>
            </a:p>
          </p:txBody>
        </p:sp>
        <p:sp>
          <p:nvSpPr>
            <p:cNvPr id="11" name="object 22">
              <a:extLst>
                <a:ext uri="{FF2B5EF4-FFF2-40B4-BE49-F238E27FC236}">
                  <a16:creationId xmlns:a16="http://schemas.microsoft.com/office/drawing/2014/main" id="{1DE14D37-9410-06A1-CF73-4645AD927DFA}"/>
                </a:ext>
              </a:extLst>
            </p:cNvPr>
            <p:cNvSpPr txBox="1"/>
            <p:nvPr/>
          </p:nvSpPr>
          <p:spPr>
            <a:xfrm>
              <a:off x="7541479" y="3626765"/>
              <a:ext cx="2749108" cy="544612"/>
            </a:xfrm>
            <a:prstGeom prst="rect">
              <a:avLst/>
            </a:prstGeom>
            <a:ln w="10470">
              <a:solidFill>
                <a:schemeClr val="bg1">
                  <a:lumMod val="65000"/>
                </a:schemeClr>
              </a:solidFill>
            </a:ln>
          </p:spPr>
          <p:txBody>
            <a:bodyPr vert="horz" wrap="square" lIns="179988" tIns="43658" rIns="0" bIns="43658" rtlCol="0" anchor="ctr" anchorCtr="0">
              <a:noAutofit/>
            </a:bodyPr>
            <a:lstStyle/>
            <a:p>
              <a:pPr marL="0" marR="0" lvl="0" indent="0" algn="l" defTabSz="55444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1334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Light"/>
                  <a:ea typeface="+mn-ea"/>
                  <a:cs typeface="Versos Light"/>
                  <a:sym typeface="Arial"/>
                </a:rPr>
                <a:t>Asset</a:t>
              </a:r>
              <a:r>
                <a:rPr kumimoji="0" sz="1334" b="0" i="0" u="none" strike="noStrike" kern="0" cap="none" spc="15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Light"/>
                  <a:ea typeface="+mn-ea"/>
                  <a:cs typeface="Versos Light"/>
                  <a:sym typeface="Arial"/>
                </a:rPr>
                <a:t> </a:t>
              </a:r>
              <a:r>
                <a:rPr kumimoji="0" sz="1334" b="0" i="0" u="none" strike="noStrike" kern="0" cap="none" spc="-6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Light"/>
                  <a:ea typeface="+mn-ea"/>
                  <a:cs typeface="Versos Light"/>
                  <a:sym typeface="Arial"/>
                </a:rPr>
                <a:t>Allocation</a:t>
              </a:r>
              <a:endParaRPr kumimoji="0" sz="1334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/>
                <a:ea typeface="+mn-ea"/>
                <a:cs typeface="Versos Light"/>
                <a:sym typeface="Arial"/>
              </a:endParaRPr>
            </a:p>
          </p:txBody>
        </p:sp>
        <p:sp>
          <p:nvSpPr>
            <p:cNvPr id="12" name="object 24">
              <a:extLst>
                <a:ext uri="{FF2B5EF4-FFF2-40B4-BE49-F238E27FC236}">
                  <a16:creationId xmlns:a16="http://schemas.microsoft.com/office/drawing/2014/main" id="{962DF96F-9FAB-3266-B3EE-E81EDA36CCEB}"/>
                </a:ext>
              </a:extLst>
            </p:cNvPr>
            <p:cNvSpPr txBox="1"/>
            <p:nvPr/>
          </p:nvSpPr>
          <p:spPr>
            <a:xfrm>
              <a:off x="7541479" y="5051528"/>
              <a:ext cx="2749108" cy="544612"/>
            </a:xfrm>
            <a:prstGeom prst="rect">
              <a:avLst/>
            </a:prstGeom>
            <a:ln w="10470">
              <a:solidFill>
                <a:schemeClr val="bg1">
                  <a:lumMod val="65000"/>
                </a:schemeClr>
              </a:solidFill>
            </a:ln>
          </p:spPr>
          <p:txBody>
            <a:bodyPr vert="horz" wrap="square" lIns="179988" tIns="43658" rIns="0" bIns="43658" rtlCol="0" anchor="ctr" anchorCtr="0">
              <a:noAutofit/>
            </a:bodyPr>
            <a:lstStyle/>
            <a:p>
              <a:pPr marL="0" marR="0" lvl="0" indent="0" algn="l" defTabSz="55444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1334" b="0" i="0" u="none" strike="noStrike" kern="0" cap="none" spc="-6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Light"/>
                  <a:ea typeface="+mn-ea"/>
                  <a:cs typeface="Versos Light"/>
                  <a:sym typeface="Arial"/>
                </a:rPr>
                <a:t>Equities</a:t>
              </a:r>
              <a:endParaRPr kumimoji="0" sz="1334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/>
                <a:ea typeface="+mn-ea"/>
                <a:cs typeface="Versos Light"/>
                <a:sym typeface="Arial"/>
              </a:endParaRPr>
            </a:p>
          </p:txBody>
        </p:sp>
      </p:grpSp>
      <p:grpSp>
        <p:nvGrpSpPr>
          <p:cNvPr id="20" name="Group 4">
            <a:extLst>
              <a:ext uri="{FF2B5EF4-FFF2-40B4-BE49-F238E27FC236}">
                <a16:creationId xmlns:a16="http://schemas.microsoft.com/office/drawing/2014/main" id="{1BC12B95-60A7-1673-04BB-C6454E61C740}"/>
              </a:ext>
            </a:extLst>
          </p:cNvPr>
          <p:cNvGrpSpPr/>
          <p:nvPr/>
        </p:nvGrpSpPr>
        <p:grpSpPr>
          <a:xfrm>
            <a:off x="5080276" y="1246631"/>
            <a:ext cx="2065336" cy="3637128"/>
            <a:chOff x="7541478" y="1246631"/>
            <a:chExt cx="2749109" cy="3637128"/>
          </a:xfrm>
        </p:grpSpPr>
        <p:pic>
          <p:nvPicPr>
            <p:cNvPr id="21" name="object 8">
              <a:extLst>
                <a:ext uri="{FF2B5EF4-FFF2-40B4-BE49-F238E27FC236}">
                  <a16:creationId xmlns:a16="http://schemas.microsoft.com/office/drawing/2014/main" id="{BCC56E5E-D8F2-2369-8DDC-6CFB3924B057}"/>
                </a:ext>
              </a:extLst>
            </p:cNvPr>
            <p:cNvPicPr/>
            <p:nvPr/>
          </p:nvPicPr>
          <p:blipFill>
            <a:blip r:embed="rId8">
              <a:alphaModFix amt="64000"/>
            </a:blip>
            <a:srcRect l="3005" r="17042"/>
            <a:stretch>
              <a:fillRect/>
            </a:stretch>
          </p:blipFill>
          <p:spPr>
            <a:xfrm>
              <a:off x="7541479" y="1246631"/>
              <a:ext cx="2749108" cy="1148655"/>
            </a:xfrm>
            <a:prstGeom prst="rect">
              <a:avLst/>
            </a:prstGeom>
          </p:spPr>
        </p:pic>
        <p:sp>
          <p:nvSpPr>
            <p:cNvPr id="22" name="object 15">
              <a:extLst>
                <a:ext uri="{FF2B5EF4-FFF2-40B4-BE49-F238E27FC236}">
                  <a16:creationId xmlns:a16="http://schemas.microsoft.com/office/drawing/2014/main" id="{1DAF4297-9FF5-1447-F931-E2C5EF4277DB}"/>
                </a:ext>
              </a:extLst>
            </p:cNvPr>
            <p:cNvSpPr txBox="1"/>
            <p:nvPr/>
          </p:nvSpPr>
          <p:spPr>
            <a:xfrm>
              <a:off x="7541478" y="1538039"/>
              <a:ext cx="2749107" cy="857247"/>
            </a:xfrm>
            <a:prstGeom prst="rect">
              <a:avLst/>
            </a:prstGeom>
          </p:spPr>
          <p:txBody>
            <a:bodyPr vert="horz" wrap="square" lIns="179988" tIns="107993" rIns="0" bIns="107993" rtlCol="0" anchor="b" anchorCtr="0">
              <a:noAutofit/>
            </a:bodyPr>
            <a:lstStyle/>
            <a:p>
              <a:pPr marL="7701" marR="3081" lvl="0" indent="0" algn="l" defTabSz="554440" rtl="0" eaLnBrk="1" fontAlgn="auto" latinLnBrk="0" hangingPunct="1">
                <a:lnSpc>
                  <a:spcPct val="101099"/>
                </a:lnSpc>
                <a:spcBef>
                  <a:spcPts val="55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880" b="1" i="0" u="none" strike="noStrike" kern="0" cap="none" spc="-6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" panose="020B0503020204030204" pitchFamily="34" charset="0"/>
                  <a:ea typeface="+mn-ea"/>
                  <a:cs typeface="Versos Light"/>
                  <a:sym typeface="Arial"/>
                </a:rPr>
                <a:t>Energia </a:t>
              </a:r>
            </a:p>
            <a:p>
              <a:pPr marL="7701" marR="3081" lvl="0" indent="0" algn="l" defTabSz="554440" rtl="0" eaLnBrk="1" fontAlgn="auto" latinLnBrk="0" hangingPunct="1">
                <a:lnSpc>
                  <a:spcPct val="101099"/>
                </a:lnSpc>
                <a:spcBef>
                  <a:spcPts val="55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880" b="1" i="0" u="none" strike="noStrike" kern="0" cap="none" spc="-6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" panose="020B0503020204030204" pitchFamily="34" charset="0"/>
                  <a:ea typeface="+mn-ea"/>
                  <a:cs typeface="Versos Light"/>
                  <a:sym typeface="Arial"/>
                </a:rPr>
                <a:t>&amp; Infra</a:t>
              </a:r>
              <a:endParaRPr kumimoji="0" sz="1880" b="1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sos" panose="020B0503020204030204" pitchFamily="34" charset="0"/>
                <a:ea typeface="+mn-ea"/>
                <a:cs typeface="Versos Light"/>
                <a:sym typeface="Arial"/>
              </a:endParaRPr>
            </a:p>
          </p:txBody>
        </p:sp>
        <p:sp>
          <p:nvSpPr>
            <p:cNvPr id="23" name="object 19">
              <a:extLst>
                <a:ext uri="{FF2B5EF4-FFF2-40B4-BE49-F238E27FC236}">
                  <a16:creationId xmlns:a16="http://schemas.microsoft.com/office/drawing/2014/main" id="{75F7E7E5-2FEC-D386-2065-0B2C6B3464B6}"/>
                </a:ext>
              </a:extLst>
            </p:cNvPr>
            <p:cNvSpPr txBox="1"/>
            <p:nvPr/>
          </p:nvSpPr>
          <p:spPr>
            <a:xfrm>
              <a:off x="7541479" y="2914382"/>
              <a:ext cx="2749108" cy="544612"/>
            </a:xfrm>
            <a:prstGeom prst="rect">
              <a:avLst/>
            </a:prstGeom>
            <a:ln w="10470">
              <a:solidFill>
                <a:schemeClr val="bg1">
                  <a:lumMod val="65000"/>
                </a:schemeClr>
              </a:solidFill>
            </a:ln>
          </p:spPr>
          <p:txBody>
            <a:bodyPr vert="horz" wrap="square" lIns="179988" tIns="43658" rIns="0" bIns="43658" rtlCol="0" anchor="ctr" anchorCtr="0">
              <a:noAutofit/>
            </a:bodyPr>
            <a:lstStyle/>
            <a:p>
              <a:pPr marL="0" marR="0" lvl="0" indent="0" algn="l" defTabSz="55444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334" b="0" i="0" u="none" strike="noStrike" kern="0" cap="none" spc="0" normalizeH="0" baseline="0" noProof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Light"/>
                  <a:ea typeface="+mn-ea"/>
                  <a:cs typeface="Versos Light"/>
                  <a:sym typeface="Arial"/>
                </a:rPr>
                <a:t>Equity</a:t>
              </a:r>
              <a:endParaRPr kumimoji="0" sz="1334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/>
                <a:ea typeface="+mn-ea"/>
                <a:cs typeface="Versos Light"/>
                <a:sym typeface="Arial"/>
              </a:endParaRPr>
            </a:p>
          </p:txBody>
        </p:sp>
        <p:sp>
          <p:nvSpPr>
            <p:cNvPr id="24" name="object 23">
              <a:extLst>
                <a:ext uri="{FF2B5EF4-FFF2-40B4-BE49-F238E27FC236}">
                  <a16:creationId xmlns:a16="http://schemas.microsoft.com/office/drawing/2014/main" id="{B8B24C3A-CCDF-C9FF-AEEE-EBCE3A015E67}"/>
                </a:ext>
              </a:extLst>
            </p:cNvPr>
            <p:cNvSpPr txBox="1"/>
            <p:nvPr/>
          </p:nvSpPr>
          <p:spPr>
            <a:xfrm>
              <a:off x="7541479" y="4339147"/>
              <a:ext cx="2749108" cy="544612"/>
            </a:xfrm>
            <a:prstGeom prst="rect">
              <a:avLst/>
            </a:prstGeom>
            <a:ln w="10470">
              <a:solidFill>
                <a:schemeClr val="bg1">
                  <a:lumMod val="65000"/>
                </a:schemeClr>
              </a:solidFill>
            </a:ln>
          </p:spPr>
          <p:txBody>
            <a:bodyPr vert="horz" wrap="square" lIns="179988" tIns="43658" rIns="0" bIns="43658" rtlCol="0" anchor="ctr" anchorCtr="0">
              <a:noAutofit/>
            </a:bodyPr>
            <a:lstStyle/>
            <a:p>
              <a:pPr marL="0" marR="0" lvl="0" indent="0" algn="l" defTabSz="55444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334" b="0" i="0" u="none" strike="noStrike" kern="0" cap="none" spc="0" normalizeH="0" baseline="0" noProof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Light"/>
                  <a:ea typeface="+mn-ea"/>
                  <a:cs typeface="Versos Light"/>
                  <a:sym typeface="Arial"/>
                </a:rPr>
                <a:t>Yielding</a:t>
              </a:r>
              <a:r>
                <a:rPr kumimoji="0" lang="pt-BR" sz="1334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Light"/>
                  <a:ea typeface="+mn-ea"/>
                  <a:cs typeface="Versos Light"/>
                  <a:sym typeface="Arial"/>
                </a:rPr>
                <a:t> Asset</a:t>
              </a:r>
              <a:endParaRPr kumimoji="0" sz="1334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/>
                <a:ea typeface="+mn-ea"/>
                <a:cs typeface="Versos Light"/>
                <a:sym typeface="Arial"/>
              </a:endParaRPr>
            </a:p>
          </p:txBody>
        </p:sp>
        <p:sp>
          <p:nvSpPr>
            <p:cNvPr id="25" name="object 33">
              <a:extLst>
                <a:ext uri="{FF2B5EF4-FFF2-40B4-BE49-F238E27FC236}">
                  <a16:creationId xmlns:a16="http://schemas.microsoft.com/office/drawing/2014/main" id="{98332802-2536-B0FE-66FC-88DCAB6685CC}"/>
                </a:ext>
              </a:extLst>
            </p:cNvPr>
            <p:cNvSpPr/>
            <p:nvPr/>
          </p:nvSpPr>
          <p:spPr>
            <a:xfrm flipV="1">
              <a:off x="7541479" y="2611429"/>
              <a:ext cx="2749108" cy="45719"/>
            </a:xfrm>
            <a:custGeom>
              <a:avLst/>
              <a:gdLst/>
              <a:ahLst/>
              <a:cxnLst/>
              <a:rect l="l" t="t" r="r" b="b"/>
              <a:pathLst>
                <a:path w="3848734">
                  <a:moveTo>
                    <a:pt x="0" y="0"/>
                  </a:moveTo>
                  <a:lnTo>
                    <a:pt x="3848699" y="0"/>
                  </a:lnTo>
                </a:path>
              </a:pathLst>
            </a:custGeom>
            <a:ln w="10470">
              <a:solidFill>
                <a:schemeClr val="bg1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55444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092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endParaRPr>
            </a:p>
          </p:txBody>
        </p:sp>
        <p:sp>
          <p:nvSpPr>
            <p:cNvPr id="26" name="object 22">
              <a:extLst>
                <a:ext uri="{FF2B5EF4-FFF2-40B4-BE49-F238E27FC236}">
                  <a16:creationId xmlns:a16="http://schemas.microsoft.com/office/drawing/2014/main" id="{0CAE564D-776A-DEDB-CB3D-1276A7B6B245}"/>
                </a:ext>
              </a:extLst>
            </p:cNvPr>
            <p:cNvSpPr txBox="1"/>
            <p:nvPr/>
          </p:nvSpPr>
          <p:spPr>
            <a:xfrm>
              <a:off x="7541479" y="3626765"/>
              <a:ext cx="2749108" cy="544612"/>
            </a:xfrm>
            <a:prstGeom prst="rect">
              <a:avLst/>
            </a:prstGeom>
            <a:ln w="10470">
              <a:solidFill>
                <a:schemeClr val="bg1">
                  <a:lumMod val="65000"/>
                </a:schemeClr>
              </a:solidFill>
            </a:ln>
          </p:spPr>
          <p:txBody>
            <a:bodyPr vert="horz" wrap="square" lIns="179988" tIns="43658" rIns="0" bIns="43658" rtlCol="0" anchor="ctr" anchorCtr="0">
              <a:noAutofit/>
            </a:bodyPr>
            <a:lstStyle/>
            <a:p>
              <a:pPr marL="0" marR="0" lvl="0" indent="0" algn="l" defTabSz="55444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334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Light"/>
                  <a:ea typeface="+mn-ea"/>
                  <a:cs typeface="Versos Light"/>
                  <a:sym typeface="Arial"/>
                </a:rPr>
                <a:t>Crédito Estruturado</a:t>
              </a:r>
              <a:endParaRPr kumimoji="0" sz="1334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/>
                <a:ea typeface="+mn-ea"/>
                <a:cs typeface="Versos Light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5047766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lumMod val="95000"/>
            <a:lumOff val="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20852B0-EE03-985F-EA29-9AF3E45F93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2" name="leticia-albuquerque-foto">
            <a:extLst>
              <a:ext uri="{FF2B5EF4-FFF2-40B4-BE49-F238E27FC236}">
                <a16:creationId xmlns:a16="http://schemas.microsoft.com/office/drawing/2014/main" id="{612C20D6-2F40-85A5-F121-3611DE0AEE07}"/>
              </a:ext>
            </a:extLst>
          </p:cNvPr>
          <p:cNvPicPr preferRelativeResize="0">
            <a:picLocks/>
          </p:cNvPicPr>
          <p:nvPr/>
        </p:nvPicPr>
        <p:blipFill>
          <a:blip r:embed="rId3"/>
          <a:srcRect l="15144" r="15144"/>
          <a:stretch/>
        </p:blipFill>
        <p:spPr>
          <a:xfrm>
            <a:off x="4242648" y="2970510"/>
            <a:ext cx="775553" cy="775553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194002D9-02DB-1521-B2EE-7F011A1954CE}"/>
              </a:ext>
            </a:extLst>
          </p:cNvPr>
          <p:cNvGrpSpPr/>
          <p:nvPr/>
        </p:nvGrpSpPr>
        <p:grpSpPr>
          <a:xfrm>
            <a:off x="308942" y="1150503"/>
            <a:ext cx="3701568" cy="1667086"/>
            <a:chOff x="4230449" y="1150503"/>
            <a:chExt cx="3701568" cy="1667086"/>
          </a:xfrm>
        </p:grpSpPr>
        <p:pic>
          <p:nvPicPr>
            <p:cNvPr id="118" name="rodrigo-freire-foto">
              <a:extLst>
                <a:ext uri="{FF2B5EF4-FFF2-40B4-BE49-F238E27FC236}">
                  <a16:creationId xmlns:a16="http://schemas.microsoft.com/office/drawing/2014/main" id="{5976B27E-DC61-9990-1BB9-D2C6A85B1113}"/>
                </a:ext>
              </a:extLst>
            </p:cNvPr>
            <p:cNvPicPr preferRelativeResize="0">
              <a:picLocks/>
            </p:cNvPicPr>
            <p:nvPr/>
          </p:nvPicPr>
          <p:blipFill rotWithShape="1">
            <a:blip r:embed="rId4"/>
            <a:srcRect l="25331" r="25154" b="25717"/>
            <a:stretch>
              <a:fillRect/>
            </a:stretch>
          </p:blipFill>
          <p:spPr>
            <a:xfrm>
              <a:off x="4233593" y="1150503"/>
              <a:ext cx="775554" cy="775554"/>
            </a:xfrm>
            <a:prstGeom prst="rect">
              <a:avLst/>
            </a:prstGeom>
          </p:spPr>
        </p:pic>
        <p:sp>
          <p:nvSpPr>
            <p:cNvPr id="121" name="chris-egan-bio">
              <a:extLst>
                <a:ext uri="{FF2B5EF4-FFF2-40B4-BE49-F238E27FC236}">
                  <a16:creationId xmlns:a16="http://schemas.microsoft.com/office/drawing/2014/main" id="{A1DD51A3-C95D-4C58-6BCC-68C4D6C06688}"/>
                </a:ext>
              </a:extLst>
            </p:cNvPr>
            <p:cNvSpPr txBox="1"/>
            <p:nvPr/>
          </p:nvSpPr>
          <p:spPr>
            <a:xfrm>
              <a:off x="6099783" y="1364593"/>
              <a:ext cx="1699231" cy="1405513"/>
            </a:xfrm>
            <a:prstGeom prst="rect">
              <a:avLst/>
            </a:prstGeom>
          </p:spPr>
          <p:txBody>
            <a:bodyPr vert="horz" wrap="square" lIns="0" tIns="0" rIns="0" bIns="0" rtlCol="0" anchor="t">
              <a:spAutoFit/>
            </a:bodyPr>
            <a:lstStyle/>
            <a:p>
              <a:pPr marL="0" marR="0" lvl="0" indent="0" algn="l" defTabSz="554440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2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Light"/>
                  <a:ea typeface="+mn-ea"/>
                  <a:cs typeface="Arial"/>
                  <a:sym typeface="Arial"/>
                </a:rPr>
                <a:t>Com mais de 20 anos de experiência em M&amp;A e </a:t>
              </a:r>
              <a:r>
                <a:rPr kumimoji="0" lang="pt-BR" sz="800" b="0" i="0" u="none" strike="noStrike" kern="0" cap="none" spc="0" normalizeH="0" baseline="0" noProof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Light"/>
                  <a:ea typeface="+mn-ea"/>
                  <a:cs typeface="Arial"/>
                  <a:sym typeface="Arial"/>
                </a:rPr>
                <a:t>private</a:t>
              </a:r>
              <a: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Light"/>
                  <a:ea typeface="+mn-ea"/>
                  <a:cs typeface="Arial"/>
                  <a:sym typeface="Arial"/>
                </a:rPr>
                <a:t> </a:t>
              </a:r>
              <a:r>
                <a:rPr kumimoji="0" lang="pt-BR" sz="800" b="0" i="0" u="none" strike="noStrike" kern="0" cap="none" spc="0" normalizeH="0" baseline="0" noProof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Light"/>
                  <a:ea typeface="+mn-ea"/>
                  <a:cs typeface="Arial"/>
                  <a:sym typeface="Arial"/>
                </a:rPr>
                <a:t>equity</a:t>
              </a:r>
              <a: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Light"/>
                  <a:ea typeface="+mn-ea"/>
                  <a:cs typeface="Arial"/>
                  <a:sym typeface="Arial"/>
                </a:rPr>
                <a:t>, originou, executou </a:t>
              </a:r>
              <a:b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Light"/>
                  <a:ea typeface="+mn-ea"/>
                  <a:cs typeface="Arial"/>
                  <a:sym typeface="Arial"/>
                </a:rPr>
              </a:br>
              <a: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Light"/>
                  <a:ea typeface="+mn-ea"/>
                  <a:cs typeface="Arial"/>
                  <a:sym typeface="Arial"/>
                </a:rPr>
                <a:t>e administrou bilhões em investimentos privados.</a:t>
              </a:r>
            </a:p>
            <a:p>
              <a:pPr marL="0" marR="0" lvl="0" indent="0" algn="l" defTabSz="554440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2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Light"/>
                  <a:ea typeface="+mn-ea"/>
                  <a:cs typeface="Arial"/>
                  <a:sym typeface="Arial"/>
                </a:rPr>
                <a:t>Anteriormente, foi General Manager na Uber e CEO na </a:t>
              </a:r>
              <a:b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Light"/>
                  <a:ea typeface="+mn-ea"/>
                  <a:cs typeface="Arial"/>
                  <a:sym typeface="Arial"/>
                </a:rPr>
              </a:br>
              <a:r>
                <a:rPr kumimoji="0" lang="pt-BR" sz="800" b="0" i="0" u="none" strike="noStrike" kern="0" cap="none" spc="0" normalizeH="0" baseline="0" noProof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Light"/>
                  <a:ea typeface="+mn-ea"/>
                  <a:cs typeface="Arial"/>
                  <a:sym typeface="Arial"/>
                </a:rPr>
                <a:t>Holu</a:t>
              </a:r>
              <a: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Light"/>
                  <a:ea typeface="+mn-ea"/>
                  <a:cs typeface="Arial"/>
                  <a:sym typeface="Arial"/>
                </a:rPr>
                <a:t> Energia, além de ter </a:t>
              </a:r>
              <a:b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Light"/>
                  <a:ea typeface="+mn-ea"/>
                  <a:cs typeface="Arial"/>
                  <a:sym typeface="Arial"/>
                </a:rPr>
              </a:br>
              <a: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Light"/>
                  <a:ea typeface="+mn-ea"/>
                  <a:cs typeface="Arial"/>
                  <a:sym typeface="Arial"/>
                </a:rPr>
                <a:t>integrado o Private </a:t>
              </a:r>
              <a:r>
                <a:rPr kumimoji="0" lang="pt-BR" sz="800" b="0" i="0" u="none" strike="noStrike" kern="0" cap="none" spc="0" normalizeH="0" baseline="0" noProof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Light"/>
                  <a:ea typeface="+mn-ea"/>
                  <a:cs typeface="Arial"/>
                  <a:sym typeface="Arial"/>
                </a:rPr>
                <a:t>Equity</a:t>
              </a:r>
              <a: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Light"/>
                  <a:ea typeface="+mn-ea"/>
                  <a:cs typeface="Arial"/>
                  <a:sym typeface="Arial"/>
                </a:rPr>
                <a:t> da </a:t>
              </a:r>
              <a:b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Light"/>
                  <a:ea typeface="+mn-ea"/>
                  <a:cs typeface="Arial"/>
                  <a:sym typeface="Arial"/>
                </a:rPr>
              </a:br>
              <a: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Light"/>
                  <a:ea typeface="+mn-ea"/>
                  <a:cs typeface="Arial"/>
                  <a:sym typeface="Arial"/>
                </a:rPr>
                <a:t>BRZ Investimentos e sido membro do conselho em diversas empresas.</a:t>
              </a:r>
            </a:p>
          </p:txBody>
        </p:sp>
        <p:sp>
          <p:nvSpPr>
            <p:cNvPr id="158" name="object 17">
              <a:extLst>
                <a:ext uri="{FF2B5EF4-FFF2-40B4-BE49-F238E27FC236}">
                  <a16:creationId xmlns:a16="http://schemas.microsoft.com/office/drawing/2014/main" id="{D8A14C6A-8E3F-E988-6538-BD5CCCA9BD94}"/>
                </a:ext>
              </a:extLst>
            </p:cNvPr>
            <p:cNvSpPr txBox="1"/>
            <p:nvPr/>
          </p:nvSpPr>
          <p:spPr>
            <a:xfrm>
              <a:off x="4230449" y="1150504"/>
              <a:ext cx="3701568" cy="1667085"/>
            </a:xfrm>
            <a:prstGeom prst="rect">
              <a:avLst/>
            </a:prstGeom>
            <a:ln w="10470">
              <a:solidFill>
                <a:schemeClr val="tx1">
                  <a:lumMod val="85000"/>
                  <a:lumOff val="15000"/>
                </a:schemeClr>
              </a:solidFill>
            </a:ln>
          </p:spPr>
          <p:txBody>
            <a:bodyPr vert="horz" wrap="square" lIns="0" tIns="82404" rIns="0" bIns="0" rtlCol="0">
              <a:noAutofit/>
            </a:bodyPr>
            <a:lstStyle/>
            <a:p>
              <a:pPr marL="102042" marR="0" lvl="0" indent="0" algn="l" defTabSz="554492" rtl="0" eaLnBrk="1" fontAlgn="auto" latinLnBrk="0" hangingPunct="1">
                <a:lnSpc>
                  <a:spcPct val="100000"/>
                </a:lnSpc>
                <a:spcBef>
                  <a:spcPts val="649"/>
                </a:spcBef>
                <a:spcAft>
                  <a:spcPts val="0"/>
                </a:spcAft>
                <a:buClrTx/>
                <a:buSzTx/>
                <a:buFont typeface="Arial"/>
                <a:buNone/>
                <a:tabLst/>
                <a:defRPr/>
              </a:pPr>
              <a:endParaRPr kumimoji="0" sz="1334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/>
                <a:ea typeface="+mn-ea"/>
                <a:cs typeface="Versos Light"/>
                <a:sym typeface="Arial"/>
              </a:endParaRPr>
            </a:p>
          </p:txBody>
        </p:sp>
        <p:grpSp>
          <p:nvGrpSpPr>
            <p:cNvPr id="50" name="Group 49">
              <a:extLst>
                <a:ext uri="{FF2B5EF4-FFF2-40B4-BE49-F238E27FC236}">
                  <a16:creationId xmlns:a16="http://schemas.microsoft.com/office/drawing/2014/main" id="{FA44209F-21CA-2E8F-AD82-24106815AFAF}"/>
                </a:ext>
              </a:extLst>
            </p:cNvPr>
            <p:cNvGrpSpPr/>
            <p:nvPr/>
          </p:nvGrpSpPr>
          <p:grpSpPr>
            <a:xfrm>
              <a:off x="5078677" y="1365165"/>
              <a:ext cx="1107252" cy="718368"/>
              <a:chOff x="1166158" y="1365165"/>
              <a:chExt cx="1107252" cy="718368"/>
            </a:xfrm>
          </p:grpSpPr>
          <p:sp>
            <p:nvSpPr>
              <p:cNvPr id="119" name="object 13">
                <a:extLst>
                  <a:ext uri="{FF2B5EF4-FFF2-40B4-BE49-F238E27FC236}">
                    <a16:creationId xmlns:a16="http://schemas.microsoft.com/office/drawing/2014/main" id="{176C4704-457F-B21F-8181-322B75BDD402}"/>
                  </a:ext>
                </a:extLst>
              </p:cNvPr>
              <p:cNvSpPr txBox="1"/>
              <p:nvPr/>
            </p:nvSpPr>
            <p:spPr>
              <a:xfrm>
                <a:off x="1166158" y="1365165"/>
                <a:ext cx="1107252" cy="353943"/>
              </a:xfrm>
              <a:prstGeom prst="rect">
                <a:avLst/>
              </a:prstGeom>
            </p:spPr>
            <p:txBody>
              <a:bodyPr vert="horz" wrap="square" lIns="0" tIns="0" rIns="0" bIns="0" rtlCol="0" anchor="ctr" anchorCtr="0">
                <a:spAutoFit/>
              </a:bodyPr>
              <a:lstStyle/>
              <a:p>
                <a:pPr marL="0" marR="0" lvl="0" indent="0" algn="l" defTabSz="55444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/>
                  <a:buNone/>
                  <a:tabLst/>
                  <a:defRPr/>
                </a:pPr>
                <a:r>
                  <a:rPr kumimoji="0" lang="en-US" sz="1150" b="1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Versos" panose="020B0503020204030204" pitchFamily="34" charset="0"/>
                    <a:ea typeface="+mn-ea"/>
                    <a:cs typeface="Versos"/>
                    <a:sym typeface="Arial"/>
                  </a:rPr>
                  <a:t>Rodrigo </a:t>
                </a:r>
                <a:br>
                  <a:rPr kumimoji="0" lang="en-US" sz="1150" b="1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Versos" panose="020B0503020204030204" pitchFamily="34" charset="0"/>
                    <a:ea typeface="+mn-ea"/>
                    <a:cs typeface="Versos"/>
                    <a:sym typeface="Arial"/>
                  </a:rPr>
                </a:br>
                <a:r>
                  <a:rPr kumimoji="0" lang="en-US" sz="1150" b="1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Versos" panose="020B0503020204030204" pitchFamily="34" charset="0"/>
                    <a:ea typeface="+mn-ea"/>
                    <a:cs typeface="Versos"/>
                    <a:sym typeface="Arial"/>
                  </a:rPr>
                  <a:t>Freire</a:t>
                </a:r>
              </a:p>
            </p:txBody>
          </p:sp>
          <p:sp>
            <p:nvSpPr>
              <p:cNvPr id="27" name="object 31">
                <a:extLst>
                  <a:ext uri="{FF2B5EF4-FFF2-40B4-BE49-F238E27FC236}">
                    <a16:creationId xmlns:a16="http://schemas.microsoft.com/office/drawing/2014/main" id="{E5EC0D25-BEEA-7CB4-315D-22122D39AF47}"/>
                  </a:ext>
                </a:extLst>
              </p:cNvPr>
              <p:cNvSpPr/>
              <p:nvPr/>
            </p:nvSpPr>
            <p:spPr>
              <a:xfrm flipV="1">
                <a:off x="1166158" y="1705652"/>
                <a:ext cx="909759" cy="215789"/>
              </a:xfrm>
              <a:custGeom>
                <a:avLst/>
                <a:gdLst/>
                <a:ahLst/>
                <a:cxnLst/>
                <a:rect l="l" t="t" r="r" b="b"/>
                <a:pathLst>
                  <a:path w="3848735">
                    <a:moveTo>
                      <a:pt x="0" y="0"/>
                    </a:moveTo>
                    <a:lnTo>
                      <a:pt x="3848699" y="0"/>
                    </a:lnTo>
                  </a:path>
                </a:pathLst>
              </a:custGeom>
              <a:ln w="10470">
                <a:solidFill>
                  <a:schemeClr val="bg1"/>
                </a:solidFill>
              </a:ln>
            </p:spPr>
            <p:txBody>
              <a:bodyPr wrap="square" lIns="0" tIns="0" rIns="0" bIns="0" rtlCol="0"/>
              <a:lstStyle/>
              <a:p>
                <a:pPr marL="0" marR="0" lvl="0" indent="0" algn="l" defTabSz="554492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/>
                  <a:buNone/>
                  <a:tabLst/>
                  <a:defRPr/>
                </a:pPr>
                <a:endParaRPr kumimoji="0" sz="1092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28" name="chris-egan-titulo">
                <a:extLst>
                  <a:ext uri="{FF2B5EF4-FFF2-40B4-BE49-F238E27FC236}">
                    <a16:creationId xmlns:a16="http://schemas.microsoft.com/office/drawing/2014/main" id="{BFBA0B1A-F1ED-03EA-B1E4-7588E9DD3635}"/>
                  </a:ext>
                </a:extLst>
              </p:cNvPr>
              <p:cNvSpPr txBox="1"/>
              <p:nvPr/>
            </p:nvSpPr>
            <p:spPr>
              <a:xfrm>
                <a:off x="1166158" y="1976260"/>
                <a:ext cx="909759" cy="107273"/>
              </a:xfrm>
              <a:prstGeom prst="rect">
                <a:avLst/>
              </a:prstGeom>
            </p:spPr>
            <p:txBody>
              <a:bodyPr vert="horz" wrap="square" lIns="0" tIns="0" rIns="0" bIns="0" rtlCol="0">
                <a:spAutoFit/>
              </a:bodyPr>
              <a:lstStyle/>
              <a:p>
                <a:pPr marL="0" marR="0" lvl="0" indent="0" algn="l" defTabSz="55444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/>
                  <a:buNone/>
                  <a:tabLst/>
                  <a:defRPr/>
                </a:pPr>
                <a:r>
                  <a:rPr kumimoji="0" lang="en-US" sz="697" b="0" i="0" u="none" strike="noStrike" kern="0" cap="none" spc="33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Versos"/>
                    <a:ea typeface="+mn-ea"/>
                    <a:cs typeface="Arial"/>
                    <a:sym typeface="Arial"/>
                  </a:rPr>
                  <a:t>CEO</a:t>
                </a:r>
              </a:p>
            </p:txBody>
          </p:sp>
        </p:grpSp>
        <p:sp>
          <p:nvSpPr>
            <p:cNvPr id="4" name="rodrigo-freire-experiencia">
              <a:extLst>
                <a:ext uri="{FF2B5EF4-FFF2-40B4-BE49-F238E27FC236}">
                  <a16:creationId xmlns:a16="http://schemas.microsoft.com/office/drawing/2014/main" id="{01BF0E3B-DE08-12D6-7D61-F7B8CFB2C484}"/>
                </a:ext>
              </a:extLst>
            </p:cNvPr>
            <p:cNvSpPr txBox="1"/>
            <p:nvPr/>
          </p:nvSpPr>
          <p:spPr>
            <a:xfrm>
              <a:off x="4230449" y="2303405"/>
              <a:ext cx="1757987" cy="514184"/>
            </a:xfrm>
            <a:prstGeom prst="round1Rect">
              <a:avLst>
                <a:gd name="adj" fmla="val 0"/>
              </a:avLst>
            </a:prstGeom>
            <a:solidFill>
              <a:schemeClr val="tx1">
                <a:lumMod val="85000"/>
                <a:lumOff val="15000"/>
              </a:schemeClr>
            </a:solidFill>
          </p:spPr>
          <p:txBody>
            <a:bodyPr vert="horz" wrap="square" lIns="144000" tIns="0" rIns="72000" bIns="0" rtlCol="0" anchor="ctr" anchorCtr="0">
              <a:noAutofit/>
            </a:bodyPr>
            <a:lstStyle/>
            <a:p>
              <a:pPr marL="0" marR="2540" lvl="0" indent="0" algn="l" defTabSz="55444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/>
                <a:ea typeface="+mn-ea"/>
                <a:cs typeface="Arial"/>
                <a:sym typeface="Arial"/>
              </a:endParaRPr>
            </a:p>
          </p:txBody>
        </p:sp>
        <p:grpSp>
          <p:nvGrpSpPr>
            <p:cNvPr id="120" name="Group 119">
              <a:extLst>
                <a:ext uri="{FF2B5EF4-FFF2-40B4-BE49-F238E27FC236}">
                  <a16:creationId xmlns:a16="http://schemas.microsoft.com/office/drawing/2014/main" id="{4AF4820C-74BA-43AF-2CD8-F7FA53096331}"/>
                </a:ext>
              </a:extLst>
            </p:cNvPr>
            <p:cNvGrpSpPr/>
            <p:nvPr/>
          </p:nvGrpSpPr>
          <p:grpSpPr>
            <a:xfrm>
              <a:off x="4379594" y="2482194"/>
              <a:ext cx="1459697" cy="156607"/>
              <a:chOff x="429087" y="2458416"/>
              <a:chExt cx="1459697" cy="156607"/>
            </a:xfrm>
          </p:grpSpPr>
          <p:pic>
            <p:nvPicPr>
              <p:cNvPr id="111" name="logo-imd">
                <a:extLst>
                  <a:ext uri="{FF2B5EF4-FFF2-40B4-BE49-F238E27FC236}">
                    <a16:creationId xmlns:a16="http://schemas.microsoft.com/office/drawing/2014/main" id="{5AE733C2-9508-77D3-8BCA-2C84EA378B6B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5">
                <a:extLst>
                  <a:ext uri="{BEBA8EAE-BF5A-486C-A8C5-ECC9F3942E4B}">
                    <a14:imgProps xmlns:a14="http://schemas.microsoft.com/office/drawing/2010/main">
                      <a14:imgLayer r:embed="rId6">
                        <a14:imgEffect>
                          <a14:brightnessContrast bright="10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-7892" b="-7892"/>
              <a:stretch/>
            </p:blipFill>
            <p:spPr bwMode="auto">
              <a:xfrm>
                <a:off x="1607621" y="2473548"/>
                <a:ext cx="281163" cy="11936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12" name="logo-brz" descr="BRZ Investimentos - Crunchbase Company Profile &amp; Funding">
                <a:extLst>
                  <a:ext uri="{FF2B5EF4-FFF2-40B4-BE49-F238E27FC236}">
                    <a16:creationId xmlns:a16="http://schemas.microsoft.com/office/drawing/2014/main" id="{810A2B87-5DAB-A39F-4A74-6DF1D3848BE6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7" cstate="print">
                <a:extLst>
                  <a:ext uri="{BEBA8EAE-BF5A-486C-A8C5-ECC9F3942E4B}">
                    <a14:imgProps xmlns:a14="http://schemas.microsoft.com/office/drawing/2010/main">
                      <a14:imgLayer r:embed="rId8">
                        <a14:imgEffect>
                          <a14:brightnessContrast bright="10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3721" t="30781" r="13721" b="30781"/>
              <a:stretch/>
            </p:blipFill>
            <p:spPr bwMode="auto">
              <a:xfrm>
                <a:off x="1222757" y="2458416"/>
                <a:ext cx="297149" cy="156607"/>
              </a:xfrm>
              <a:prstGeom prst="rect">
                <a:avLst/>
              </a:prstGeom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13" name="logo-holu">
                <a:extLst>
                  <a:ext uri="{FF2B5EF4-FFF2-40B4-BE49-F238E27FC236}">
                    <a16:creationId xmlns:a16="http://schemas.microsoft.com/office/drawing/2014/main" id="{3526F9EA-254A-6C4D-4E7E-92CADBEF3B26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9">
                <a:extLst>
                  <a:ext uri="{BEBA8EAE-BF5A-486C-A8C5-ECC9F3942E4B}">
                    <a14:imgProps xmlns:a14="http://schemas.microsoft.com/office/drawing/2010/main">
                      <a14:imgLayer r:embed="rId10">
                        <a14:imgEffect>
                          <a14:brightnessContrast bright="100000"/>
                        </a14:imgEffect>
                      </a14:imgLayer>
                    </a14:imgProps>
                  </a:ext>
                </a:extLst>
              </a:blip>
              <a:srcRect t="16140" b="16140"/>
              <a:stretch/>
            </p:blipFill>
            <p:spPr bwMode="auto">
              <a:xfrm>
                <a:off x="793693" y="2481419"/>
                <a:ext cx="341348" cy="11558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14" name="logo-uber" descr="Tudo sobre a Uber - A Uber é um aplicativo de transporte - 55content">
                <a:extLst>
                  <a:ext uri="{FF2B5EF4-FFF2-40B4-BE49-F238E27FC236}">
                    <a16:creationId xmlns:a16="http://schemas.microsoft.com/office/drawing/2014/main" id="{26761D98-87DF-58CE-533B-68ABC918D430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11">
                <a:extLst>
                  <a:ext uri="{BEBA8EAE-BF5A-486C-A8C5-ECC9F3942E4B}">
                    <a14:imgProps xmlns:a14="http://schemas.microsoft.com/office/drawing/2010/main">
                      <a14:imgLayer r:embed="rId12">
                        <a14:imgEffect>
                          <a14:brightnessContrast bright="10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9576" t="31219" r="19025" b="29431"/>
              <a:stretch/>
            </p:blipFill>
            <p:spPr bwMode="auto">
              <a:xfrm>
                <a:off x="429087" y="2484492"/>
                <a:ext cx="276891" cy="10801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3B33AA13-31C5-F4C2-666F-BAC3899CE712}"/>
              </a:ext>
            </a:extLst>
          </p:cNvPr>
          <p:cNvGrpSpPr/>
          <p:nvPr/>
        </p:nvGrpSpPr>
        <p:grpSpPr>
          <a:xfrm>
            <a:off x="4230335" y="1147567"/>
            <a:ext cx="3701568" cy="1667129"/>
            <a:chOff x="8152830" y="1147567"/>
            <a:chExt cx="3701568" cy="1667129"/>
          </a:xfrm>
        </p:grpSpPr>
        <p:pic>
          <p:nvPicPr>
            <p:cNvPr id="245" name="sami-karlik-foto">
              <a:extLst>
                <a:ext uri="{FF2B5EF4-FFF2-40B4-BE49-F238E27FC236}">
                  <a16:creationId xmlns:a16="http://schemas.microsoft.com/office/drawing/2014/main" id="{34938072-F1B9-8EB0-A72D-AD3CC4438307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3"/>
            <a:srcRect l="15144" r="15144"/>
            <a:stretch/>
          </p:blipFill>
          <p:spPr>
            <a:xfrm>
              <a:off x="8152830" y="1147567"/>
              <a:ext cx="775554" cy="775555"/>
            </a:xfrm>
            <a:prstGeom prst="rect">
              <a:avLst/>
            </a:prstGeom>
          </p:spPr>
        </p:pic>
        <p:sp>
          <p:nvSpPr>
            <p:cNvPr id="161" name="chris-egan-bio">
              <a:extLst>
                <a:ext uri="{FF2B5EF4-FFF2-40B4-BE49-F238E27FC236}">
                  <a16:creationId xmlns:a16="http://schemas.microsoft.com/office/drawing/2014/main" id="{711921A8-8565-067C-A754-EC2518F6C684}"/>
                </a:ext>
              </a:extLst>
            </p:cNvPr>
            <p:cNvSpPr txBox="1"/>
            <p:nvPr/>
          </p:nvSpPr>
          <p:spPr>
            <a:xfrm>
              <a:off x="10022164" y="1361700"/>
              <a:ext cx="1701871" cy="738664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0" marR="0" lvl="0" indent="0" algn="l" defTabSz="554440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200"/>
                </a:spcAft>
                <a:buClrTx/>
                <a:buSzTx/>
                <a:buFont typeface="Arial"/>
                <a:buNone/>
                <a:tabLst/>
                <a:defRPr/>
              </a:pPr>
              <a: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Light"/>
                  <a:ea typeface="+mn-ea"/>
                  <a:cs typeface="Arial"/>
                  <a:sym typeface="Arial"/>
                </a:rPr>
                <a:t>Com mais de 20 anos </a:t>
              </a:r>
              <a:b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Light"/>
                  <a:ea typeface="+mn-ea"/>
                  <a:cs typeface="Arial"/>
                  <a:sym typeface="Arial"/>
                </a:rPr>
              </a:br>
              <a: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Light"/>
                  <a:ea typeface="+mn-ea"/>
                  <a:cs typeface="Arial"/>
                  <a:sym typeface="Arial"/>
                </a:rPr>
                <a:t>de experiência no mercado </a:t>
              </a:r>
              <a:b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Light"/>
                  <a:ea typeface="+mn-ea"/>
                  <a:cs typeface="Arial"/>
                  <a:sym typeface="Arial"/>
                </a:rPr>
              </a:br>
              <a: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Light"/>
                  <a:ea typeface="+mn-ea"/>
                  <a:cs typeface="Arial"/>
                  <a:sym typeface="Arial"/>
                </a:rPr>
                <a:t>financeiro, com passagem </a:t>
              </a:r>
              <a:b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Light"/>
                  <a:ea typeface="+mn-ea"/>
                  <a:cs typeface="Arial"/>
                  <a:sym typeface="Arial"/>
                </a:rPr>
              </a:br>
              <a: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Light"/>
                  <a:ea typeface="+mn-ea"/>
                  <a:cs typeface="Arial"/>
                  <a:sym typeface="Arial"/>
                </a:rPr>
                <a:t>pela AIG, Unibanco, Banco </a:t>
              </a:r>
              <a:b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Light"/>
                  <a:ea typeface="+mn-ea"/>
                  <a:cs typeface="Arial"/>
                  <a:sym typeface="Arial"/>
                </a:rPr>
              </a:br>
              <a: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Light"/>
                  <a:ea typeface="+mn-ea"/>
                  <a:cs typeface="Arial"/>
                  <a:sym typeface="Arial"/>
                </a:rPr>
                <a:t>Fator e Banco Votorantim, </a:t>
              </a:r>
              <a:b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Light"/>
                  <a:ea typeface="+mn-ea"/>
                  <a:cs typeface="Arial"/>
                  <a:sym typeface="Arial"/>
                </a:rPr>
              </a:br>
              <a: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Light"/>
                  <a:ea typeface="+mn-ea"/>
                  <a:cs typeface="Arial"/>
                  <a:sym typeface="Arial"/>
                </a:rPr>
                <a:t>como Head de Large Corporate.</a:t>
              </a:r>
            </a:p>
          </p:txBody>
        </p:sp>
        <p:sp>
          <p:nvSpPr>
            <p:cNvPr id="163" name="object 17">
              <a:extLst>
                <a:ext uri="{FF2B5EF4-FFF2-40B4-BE49-F238E27FC236}">
                  <a16:creationId xmlns:a16="http://schemas.microsoft.com/office/drawing/2014/main" id="{EDDF6919-DBE4-15F4-7C35-8C13C65FFEA5}"/>
                </a:ext>
              </a:extLst>
            </p:cNvPr>
            <p:cNvSpPr txBox="1"/>
            <p:nvPr/>
          </p:nvSpPr>
          <p:spPr>
            <a:xfrm>
              <a:off x="8152830" y="1147611"/>
              <a:ext cx="3701568" cy="1667085"/>
            </a:xfrm>
            <a:prstGeom prst="rect">
              <a:avLst/>
            </a:prstGeom>
            <a:ln w="10470">
              <a:solidFill>
                <a:schemeClr val="tx1">
                  <a:lumMod val="85000"/>
                  <a:lumOff val="15000"/>
                </a:schemeClr>
              </a:solidFill>
            </a:ln>
          </p:spPr>
          <p:txBody>
            <a:bodyPr vert="horz" wrap="square" lIns="0" tIns="82404" rIns="0" bIns="0" rtlCol="0">
              <a:noAutofit/>
            </a:bodyPr>
            <a:lstStyle/>
            <a:p>
              <a:pPr marL="102042" marR="0" lvl="0" indent="0" algn="l" defTabSz="554492" rtl="0" eaLnBrk="1" fontAlgn="auto" latinLnBrk="0" hangingPunct="1">
                <a:lnSpc>
                  <a:spcPct val="100000"/>
                </a:lnSpc>
                <a:spcBef>
                  <a:spcPts val="649"/>
                </a:spcBef>
                <a:spcAft>
                  <a:spcPts val="0"/>
                </a:spcAft>
                <a:buClrTx/>
                <a:buSzTx/>
                <a:buFont typeface="Arial"/>
                <a:buNone/>
                <a:tabLst/>
                <a:defRPr/>
              </a:pPr>
              <a:endParaRPr kumimoji="0" sz="1334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/>
                <a:ea typeface="+mn-ea"/>
                <a:cs typeface="Versos Light"/>
                <a:sym typeface="Arial"/>
              </a:endParaRPr>
            </a:p>
          </p:txBody>
        </p:sp>
        <p:sp>
          <p:nvSpPr>
            <p:cNvPr id="207" name="object 13">
              <a:extLst>
                <a:ext uri="{FF2B5EF4-FFF2-40B4-BE49-F238E27FC236}">
                  <a16:creationId xmlns:a16="http://schemas.microsoft.com/office/drawing/2014/main" id="{F1D3B1F7-617D-3B97-D4CF-CE88EB4C0B6D}"/>
                </a:ext>
              </a:extLst>
            </p:cNvPr>
            <p:cNvSpPr txBox="1"/>
            <p:nvPr/>
          </p:nvSpPr>
          <p:spPr>
            <a:xfrm>
              <a:off x="9001058" y="1362272"/>
              <a:ext cx="909759" cy="353943"/>
            </a:xfrm>
            <a:prstGeom prst="rect">
              <a:avLst/>
            </a:prstGeom>
          </p:spPr>
          <p:txBody>
            <a:bodyPr vert="horz" wrap="square" lIns="0" tIns="0" rIns="0" bIns="0" rtlCol="0" anchor="ctr" anchorCtr="0">
              <a:spAutoFit/>
            </a:bodyPr>
            <a:lstStyle/>
            <a:p>
              <a:pPr marL="0" marR="0" lvl="0" indent="0" algn="l" defTabSz="55444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/>
                <a:buNone/>
                <a:tabLst/>
                <a:defRPr/>
              </a:pPr>
              <a:r>
                <a:rPr kumimoji="0" lang="en-US" sz="115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" panose="020B0503020204030204" pitchFamily="34" charset="0"/>
                  <a:ea typeface="+mn-ea"/>
                  <a:cs typeface="Versos"/>
                  <a:sym typeface="Arial"/>
                </a:rPr>
                <a:t>Sami </a:t>
              </a:r>
              <a:br>
                <a:rPr kumimoji="0" lang="en-US" sz="115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" panose="020B0503020204030204" pitchFamily="34" charset="0"/>
                  <a:ea typeface="+mn-ea"/>
                  <a:cs typeface="Versos"/>
                  <a:sym typeface="Arial"/>
                </a:rPr>
              </a:br>
              <a:r>
                <a:rPr kumimoji="0" lang="en-US" sz="115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" panose="020B0503020204030204" pitchFamily="34" charset="0"/>
                  <a:ea typeface="+mn-ea"/>
                  <a:cs typeface="Versos"/>
                  <a:sym typeface="Arial"/>
                </a:rPr>
                <a:t>Karlik</a:t>
              </a:r>
            </a:p>
          </p:txBody>
        </p:sp>
        <p:sp>
          <p:nvSpPr>
            <p:cNvPr id="208" name="object 31">
              <a:extLst>
                <a:ext uri="{FF2B5EF4-FFF2-40B4-BE49-F238E27FC236}">
                  <a16:creationId xmlns:a16="http://schemas.microsoft.com/office/drawing/2014/main" id="{E598EBE3-532E-8A88-DF00-F7BF8DE25664}"/>
                </a:ext>
              </a:extLst>
            </p:cNvPr>
            <p:cNvSpPr/>
            <p:nvPr/>
          </p:nvSpPr>
          <p:spPr>
            <a:xfrm flipV="1">
              <a:off x="9001058" y="1702759"/>
              <a:ext cx="909759" cy="215789"/>
            </a:xfrm>
            <a:custGeom>
              <a:avLst/>
              <a:gdLst/>
              <a:ahLst/>
              <a:cxnLst/>
              <a:rect l="l" t="t" r="r" b="b"/>
              <a:pathLst>
                <a:path w="3848735">
                  <a:moveTo>
                    <a:pt x="0" y="0"/>
                  </a:moveTo>
                  <a:lnTo>
                    <a:pt x="3848699" y="0"/>
                  </a:lnTo>
                </a:path>
              </a:pathLst>
            </a:custGeom>
            <a:ln w="10470">
              <a:solidFill>
                <a:schemeClr val="bg1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55449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/>
                <a:buNone/>
                <a:tabLst/>
                <a:defRPr/>
              </a:pPr>
              <a:endParaRPr kumimoji="0" sz="1092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09" name="chris-egan-titulo">
              <a:extLst>
                <a:ext uri="{FF2B5EF4-FFF2-40B4-BE49-F238E27FC236}">
                  <a16:creationId xmlns:a16="http://schemas.microsoft.com/office/drawing/2014/main" id="{9FDAA81E-D7C4-62B0-CDE8-B16AEF0CAB29}"/>
                </a:ext>
              </a:extLst>
            </p:cNvPr>
            <p:cNvSpPr txBox="1"/>
            <p:nvPr/>
          </p:nvSpPr>
          <p:spPr>
            <a:xfrm>
              <a:off x="9001058" y="1973368"/>
              <a:ext cx="909759" cy="107273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0" marR="0" lvl="0" indent="0" algn="l" defTabSz="55444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/>
                <a:buNone/>
                <a:tabLst/>
                <a:defRPr/>
              </a:pPr>
              <a:r>
                <a:rPr kumimoji="0" lang="en-US" sz="697" b="0" i="0" u="none" strike="noStrike" kern="0" cap="none" spc="33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"/>
                  <a:ea typeface="+mn-ea"/>
                  <a:cs typeface="Arial"/>
                  <a:sym typeface="Arial"/>
                </a:rPr>
                <a:t>CRÉDITO</a:t>
              </a:r>
            </a:p>
          </p:txBody>
        </p:sp>
        <p:sp>
          <p:nvSpPr>
            <p:cNvPr id="198" name="rodrigo-freire-experiencia">
              <a:extLst>
                <a:ext uri="{FF2B5EF4-FFF2-40B4-BE49-F238E27FC236}">
                  <a16:creationId xmlns:a16="http://schemas.microsoft.com/office/drawing/2014/main" id="{6833A8F8-C01B-2134-4BC0-42B9A43C7D7A}"/>
                </a:ext>
              </a:extLst>
            </p:cNvPr>
            <p:cNvSpPr txBox="1"/>
            <p:nvPr/>
          </p:nvSpPr>
          <p:spPr>
            <a:xfrm>
              <a:off x="8152830" y="2300512"/>
              <a:ext cx="1757987" cy="514184"/>
            </a:xfrm>
            <a:prstGeom prst="round1Rect">
              <a:avLst>
                <a:gd name="adj" fmla="val 0"/>
              </a:avLst>
            </a:prstGeom>
            <a:solidFill>
              <a:schemeClr val="tx1">
                <a:lumMod val="85000"/>
                <a:lumOff val="15000"/>
              </a:schemeClr>
            </a:solidFill>
          </p:spPr>
          <p:txBody>
            <a:bodyPr vert="horz" wrap="square" lIns="144000" tIns="0" rIns="72000" bIns="0" rtlCol="0" anchor="ctr" anchorCtr="0">
              <a:noAutofit/>
            </a:bodyPr>
            <a:lstStyle/>
            <a:p>
              <a:pPr marL="0" marR="2540" lvl="0" indent="0" algn="l" defTabSz="55444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/>
                <a:ea typeface="+mn-ea"/>
                <a:cs typeface="Arial"/>
                <a:sym typeface="Arial"/>
              </a:endParaRPr>
            </a:p>
          </p:txBody>
        </p:sp>
        <p:grpSp>
          <p:nvGrpSpPr>
            <p:cNvPr id="243" name="Group 242">
              <a:extLst>
                <a:ext uri="{FF2B5EF4-FFF2-40B4-BE49-F238E27FC236}">
                  <a16:creationId xmlns:a16="http://schemas.microsoft.com/office/drawing/2014/main" id="{54F2C9F4-29D0-BE10-A04C-2CC0B0984702}"/>
                </a:ext>
              </a:extLst>
            </p:cNvPr>
            <p:cNvGrpSpPr/>
            <p:nvPr/>
          </p:nvGrpSpPr>
          <p:grpSpPr>
            <a:xfrm>
              <a:off x="8326717" y="2473817"/>
              <a:ext cx="1483845" cy="171299"/>
              <a:chOff x="4406976" y="2476710"/>
              <a:chExt cx="1483845" cy="171299"/>
            </a:xfrm>
          </p:grpSpPr>
          <p:pic>
            <p:nvPicPr>
              <p:cNvPr id="240" name="logo-unibanco">
                <a:extLst>
                  <a:ext uri="{FF2B5EF4-FFF2-40B4-BE49-F238E27FC236}">
                    <a16:creationId xmlns:a16="http://schemas.microsoft.com/office/drawing/2014/main" id="{B601A3A5-6BCA-30C7-89E6-21AC30F9D994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4" cstate="hqprint">
                <a:extLst>
                  <a:ext uri="{BEBA8EAE-BF5A-486C-A8C5-ECC9F3942E4B}">
                    <a14:imgProps xmlns:a14="http://schemas.microsoft.com/office/drawing/2010/main">
                      <a14:imgLayer r:embed="rId15">
                        <a14:imgEffect>
                          <a14:brightnessContrast bright="10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 t="13484" b="13484"/>
              <a:stretch/>
            </p:blipFill>
            <p:spPr bwMode="auto">
              <a:xfrm>
                <a:off x="5144648" y="2480054"/>
                <a:ext cx="746173" cy="148227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241" name="logo-aig">
                <a:extLst>
                  <a:ext uri="{FF2B5EF4-FFF2-40B4-BE49-F238E27FC236}">
                    <a16:creationId xmlns:a16="http://schemas.microsoft.com/office/drawing/2014/main" id="{19BB254F-1187-2B8B-E476-81A1A38E2743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6" cstate="hqprint">
                <a:extLst>
                  <a:ext uri="{BEBA8EAE-BF5A-486C-A8C5-ECC9F3942E4B}">
                    <a14:imgProps xmlns:a14="http://schemas.microsoft.com/office/drawing/2010/main">
                      <a14:imgLayer r:embed="rId17">
                        <a14:imgEffect>
                          <a14:brightnessContrast bright="10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/>
            </p:blipFill>
            <p:spPr bwMode="auto">
              <a:xfrm>
                <a:off x="4745152" y="2476710"/>
                <a:ext cx="345262" cy="171299"/>
              </a:xfrm>
              <a:prstGeom prst="rect">
                <a:avLst/>
              </a:prstGeom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242" name="logo-bv">
                <a:extLst>
                  <a:ext uri="{FF2B5EF4-FFF2-40B4-BE49-F238E27FC236}">
                    <a16:creationId xmlns:a16="http://schemas.microsoft.com/office/drawing/2014/main" id="{0DBCC5BD-6CDE-8E96-7049-20D75ED641A0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8" cstate="hqprint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/>
            </p:blipFill>
            <p:spPr bwMode="auto">
              <a:xfrm>
                <a:off x="4406976" y="2480844"/>
                <a:ext cx="210024" cy="163033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</p:grpSp>
      <p:pic>
        <p:nvPicPr>
          <p:cNvPr id="246" name="adriano-mantesso-foto">
            <a:extLst>
              <a:ext uri="{FF2B5EF4-FFF2-40B4-BE49-F238E27FC236}">
                <a16:creationId xmlns:a16="http://schemas.microsoft.com/office/drawing/2014/main" id="{B7326618-40E4-9C1E-2EB2-EB2AEF61ED47}"/>
              </a:ext>
            </a:extLst>
          </p:cNvPr>
          <p:cNvPicPr preferRelativeResize="0">
            <a:picLocks/>
          </p:cNvPicPr>
          <p:nvPr/>
        </p:nvPicPr>
        <p:blipFill rotWithShape="1">
          <a:blip r:embed="rId19"/>
          <a:srcRect l="15471" r="15471"/>
          <a:stretch>
            <a:fillRect/>
          </a:stretch>
        </p:blipFill>
        <p:spPr>
          <a:xfrm>
            <a:off x="8159674" y="1154423"/>
            <a:ext cx="775554" cy="782903"/>
          </a:xfrm>
          <a:prstGeom prst="rect">
            <a:avLst/>
          </a:prstGeom>
        </p:spPr>
      </p:pic>
      <p:sp>
        <p:nvSpPr>
          <p:cNvPr id="212" name="chris-egan-bio">
            <a:extLst>
              <a:ext uri="{FF2B5EF4-FFF2-40B4-BE49-F238E27FC236}">
                <a16:creationId xmlns:a16="http://schemas.microsoft.com/office/drawing/2014/main" id="{B565D5C7-A185-3877-B3B1-F7F14EB44761}"/>
              </a:ext>
            </a:extLst>
          </p:cNvPr>
          <p:cNvSpPr txBox="1"/>
          <p:nvPr/>
        </p:nvSpPr>
        <p:spPr>
          <a:xfrm>
            <a:off x="10024804" y="1361700"/>
            <a:ext cx="1699231" cy="115929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 lvl="0" indent="0" algn="l" defTabSz="55444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/>
                <a:ea typeface="+mn-ea"/>
                <a:cs typeface="Versos"/>
                <a:sym typeface="Arial"/>
              </a:rPr>
              <a:t>Head de alguns dos maiores </a:t>
            </a:r>
            <a:br>
              <a:rPr kumimoji="0" lang="pt-BR" sz="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/>
                <a:ea typeface="+mn-ea"/>
                <a:cs typeface="Versos"/>
                <a:sym typeface="Arial"/>
              </a:rPr>
            </a:br>
            <a:r>
              <a:rPr kumimoji="0" lang="pt-BR" sz="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/>
                <a:ea typeface="+mn-ea"/>
                <a:cs typeface="Versos"/>
                <a:sym typeface="Arial"/>
              </a:rPr>
              <a:t>FIIs do Brasil, executou </a:t>
            </a:r>
            <a:br>
              <a:rPr kumimoji="0" lang="pt-BR" sz="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/>
                <a:ea typeface="+mn-ea"/>
                <a:cs typeface="Versos"/>
                <a:sym typeface="Arial"/>
              </a:rPr>
            </a:br>
            <a:r>
              <a:rPr kumimoji="0" lang="pt-BR" sz="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/>
                <a:ea typeface="+mn-ea"/>
                <a:cs typeface="Versos"/>
                <a:sym typeface="Arial"/>
              </a:rPr>
              <a:t>e gerenciou bilhões em </a:t>
            </a:r>
            <a:br>
              <a:rPr kumimoji="0" lang="pt-BR" sz="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/>
                <a:ea typeface="+mn-ea"/>
                <a:cs typeface="Versos"/>
                <a:sym typeface="Arial"/>
              </a:rPr>
            </a:br>
            <a:r>
              <a:rPr kumimoji="0" lang="pt-BR" sz="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/>
                <a:ea typeface="+mn-ea"/>
                <a:cs typeface="Versos"/>
                <a:sym typeface="Arial"/>
              </a:rPr>
              <a:t>transações imobiliárias.</a:t>
            </a:r>
          </a:p>
          <a:p>
            <a:pPr marL="0" marR="0" lvl="0" indent="0" algn="l" defTabSz="55444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/>
                <a:ea typeface="+mn-ea"/>
                <a:cs typeface="Versos"/>
                <a:sym typeface="Arial"/>
              </a:rPr>
              <a:t>Experiências anteriores </a:t>
            </a:r>
            <a:br>
              <a:rPr kumimoji="0" lang="pt-BR" sz="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/>
                <a:ea typeface="+mn-ea"/>
                <a:cs typeface="Versos"/>
                <a:sym typeface="Arial"/>
              </a:rPr>
            </a:br>
            <a:r>
              <a:rPr kumimoji="0" lang="pt-BR" sz="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/>
                <a:ea typeface="+mn-ea"/>
                <a:cs typeface="Versos"/>
                <a:sym typeface="Arial"/>
              </a:rPr>
              <a:t>como Head Latam na Ivanhoé Cambridge, </a:t>
            </a:r>
            <a:r>
              <a:rPr kumimoji="0" lang="pt-BR" sz="800" b="0" i="0" u="none" strike="noStrike" kern="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/>
                <a:ea typeface="+mn-ea"/>
                <a:cs typeface="Versos"/>
                <a:sym typeface="Arial"/>
              </a:rPr>
              <a:t>Partner</a:t>
            </a:r>
            <a:r>
              <a:rPr kumimoji="0" lang="pt-BR" sz="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/>
                <a:ea typeface="+mn-ea"/>
                <a:cs typeface="Versos"/>
                <a:sym typeface="Arial"/>
              </a:rPr>
              <a:t> do BTG e </a:t>
            </a:r>
            <a:br>
              <a:rPr kumimoji="0" lang="pt-BR" sz="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/>
                <a:ea typeface="+mn-ea"/>
                <a:cs typeface="Versos"/>
                <a:sym typeface="Arial"/>
              </a:rPr>
            </a:br>
            <a:r>
              <a:rPr kumimoji="0" lang="pt-BR" sz="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/>
                <a:ea typeface="+mn-ea"/>
                <a:cs typeface="Versos"/>
                <a:sym typeface="Arial"/>
              </a:rPr>
              <a:t>Diretor Executivo da </a:t>
            </a:r>
            <a:r>
              <a:rPr kumimoji="0" lang="pt-BR" sz="800" b="0" i="0" u="none" strike="noStrike" kern="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/>
                <a:ea typeface="+mn-ea"/>
                <a:cs typeface="Versos"/>
                <a:sym typeface="Arial"/>
              </a:rPr>
              <a:t>Brazilian</a:t>
            </a:r>
            <a:r>
              <a:rPr kumimoji="0" lang="pt-BR" sz="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/>
                <a:ea typeface="+mn-ea"/>
                <a:cs typeface="Versos"/>
                <a:sym typeface="Arial"/>
              </a:rPr>
              <a:t> Capital</a:t>
            </a:r>
          </a:p>
        </p:txBody>
      </p:sp>
      <p:sp>
        <p:nvSpPr>
          <p:cNvPr id="213" name="object 17">
            <a:extLst>
              <a:ext uri="{FF2B5EF4-FFF2-40B4-BE49-F238E27FC236}">
                <a16:creationId xmlns:a16="http://schemas.microsoft.com/office/drawing/2014/main" id="{952A5D5C-9BB2-D3BB-5B0B-5B30890F5900}"/>
              </a:ext>
            </a:extLst>
          </p:cNvPr>
          <p:cNvSpPr txBox="1"/>
          <p:nvPr/>
        </p:nvSpPr>
        <p:spPr>
          <a:xfrm>
            <a:off x="8155470" y="1147611"/>
            <a:ext cx="3701568" cy="1667085"/>
          </a:xfrm>
          <a:prstGeom prst="rect">
            <a:avLst/>
          </a:prstGeom>
          <a:ln w="10470">
            <a:solidFill>
              <a:schemeClr val="tx1">
                <a:lumMod val="85000"/>
                <a:lumOff val="15000"/>
              </a:schemeClr>
            </a:solidFill>
          </a:ln>
        </p:spPr>
        <p:txBody>
          <a:bodyPr vert="horz" wrap="square" lIns="0" tIns="82404" rIns="0" bIns="0" rtlCol="0">
            <a:noAutofit/>
          </a:bodyPr>
          <a:lstStyle/>
          <a:p>
            <a:pPr marL="102042" marR="0" lvl="0" indent="0" algn="l" defTabSz="554492" rtl="0" eaLnBrk="1" fontAlgn="auto" latinLnBrk="0" hangingPunct="1">
              <a:lnSpc>
                <a:spcPct val="100000"/>
              </a:lnSpc>
              <a:spcBef>
                <a:spcPts val="649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kumimoji="0" sz="1334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sos Light"/>
              <a:ea typeface="+mn-ea"/>
              <a:cs typeface="Versos Light"/>
              <a:sym typeface="Arial"/>
            </a:endParaRPr>
          </a:p>
        </p:txBody>
      </p:sp>
      <p:sp>
        <p:nvSpPr>
          <p:cNvPr id="221" name="object 13">
            <a:extLst>
              <a:ext uri="{FF2B5EF4-FFF2-40B4-BE49-F238E27FC236}">
                <a16:creationId xmlns:a16="http://schemas.microsoft.com/office/drawing/2014/main" id="{2C744284-22A1-E75B-01F0-67482DEC8E05}"/>
              </a:ext>
            </a:extLst>
          </p:cNvPr>
          <p:cNvSpPr txBox="1"/>
          <p:nvPr/>
        </p:nvSpPr>
        <p:spPr>
          <a:xfrm>
            <a:off x="9001058" y="1362272"/>
            <a:ext cx="1107252" cy="353943"/>
          </a:xfrm>
          <a:prstGeom prst="rect">
            <a:avLst/>
          </a:prstGeom>
        </p:spPr>
        <p:txBody>
          <a:bodyPr vert="horz" wrap="square" lIns="0" tIns="0" rIns="0" bIns="0" rtlCol="0" anchor="ctr" anchorCtr="0">
            <a:spAutoFit/>
          </a:bodyPr>
          <a:lstStyle/>
          <a:p>
            <a:pPr marL="0" marR="0" lvl="0" indent="0" algn="l" defTabSz="5544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US" sz="115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" panose="020B0503020204030204" pitchFamily="34" charset="0"/>
                <a:ea typeface="+mn-ea"/>
                <a:cs typeface="Versos"/>
                <a:sym typeface="Arial"/>
              </a:rPr>
              <a:t>Adriano </a:t>
            </a:r>
            <a:r>
              <a:rPr kumimoji="0" lang="en-US" sz="1150" b="1" i="0" u="none" strike="noStrike" kern="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" panose="020B0503020204030204" pitchFamily="34" charset="0"/>
                <a:ea typeface="+mn-ea"/>
                <a:cs typeface="Versos"/>
                <a:sym typeface="Arial"/>
              </a:rPr>
              <a:t>Mantesso</a:t>
            </a:r>
            <a:endParaRPr kumimoji="0" lang="en-US" sz="1150" b="1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sos" panose="020B0503020204030204" pitchFamily="34" charset="0"/>
              <a:ea typeface="+mn-ea"/>
              <a:cs typeface="Versos"/>
              <a:sym typeface="Arial"/>
            </a:endParaRPr>
          </a:p>
        </p:txBody>
      </p:sp>
      <p:sp>
        <p:nvSpPr>
          <p:cNvPr id="222" name="object 31">
            <a:extLst>
              <a:ext uri="{FF2B5EF4-FFF2-40B4-BE49-F238E27FC236}">
                <a16:creationId xmlns:a16="http://schemas.microsoft.com/office/drawing/2014/main" id="{46DF6C28-8139-1AF5-E1C1-980F43C0E810}"/>
              </a:ext>
            </a:extLst>
          </p:cNvPr>
          <p:cNvSpPr/>
          <p:nvPr/>
        </p:nvSpPr>
        <p:spPr>
          <a:xfrm flipV="1">
            <a:off x="9001058" y="1702759"/>
            <a:ext cx="909759" cy="215789"/>
          </a:xfrm>
          <a:custGeom>
            <a:avLst/>
            <a:gdLst/>
            <a:ahLst/>
            <a:cxnLst/>
            <a:rect l="l" t="t" r="r" b="b"/>
            <a:pathLst>
              <a:path w="3848735">
                <a:moveTo>
                  <a:pt x="0" y="0"/>
                </a:moveTo>
                <a:lnTo>
                  <a:pt x="3848699" y="0"/>
                </a:lnTo>
              </a:path>
            </a:pathLst>
          </a:custGeom>
          <a:ln w="10470">
            <a:solidFill>
              <a:schemeClr val="bg1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5544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kumimoji="0" sz="1092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  <p:sp>
        <p:nvSpPr>
          <p:cNvPr id="223" name="chris-egan-titulo">
            <a:extLst>
              <a:ext uri="{FF2B5EF4-FFF2-40B4-BE49-F238E27FC236}">
                <a16:creationId xmlns:a16="http://schemas.microsoft.com/office/drawing/2014/main" id="{7A5EF3A2-96FC-67A1-20C4-A66F527A00C2}"/>
              </a:ext>
            </a:extLst>
          </p:cNvPr>
          <p:cNvSpPr txBox="1"/>
          <p:nvPr/>
        </p:nvSpPr>
        <p:spPr>
          <a:xfrm>
            <a:off x="9001058" y="1981845"/>
            <a:ext cx="1014090" cy="10727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 lvl="0" indent="0" algn="l" defTabSz="5544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US" sz="697" b="0" i="0" u="none" strike="noStrike" kern="0" cap="none" spc="33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"/>
                <a:ea typeface="+mn-ea"/>
                <a:cs typeface="Arial"/>
                <a:sym typeface="Arial"/>
              </a:rPr>
              <a:t>IMOBILIÁRIO</a:t>
            </a:r>
          </a:p>
        </p:txBody>
      </p:sp>
      <p:sp>
        <p:nvSpPr>
          <p:cNvPr id="215" name="rodrigo-freire-experiencia">
            <a:extLst>
              <a:ext uri="{FF2B5EF4-FFF2-40B4-BE49-F238E27FC236}">
                <a16:creationId xmlns:a16="http://schemas.microsoft.com/office/drawing/2014/main" id="{AE079B11-05A2-07F4-B3B8-95B15F8C732E}"/>
              </a:ext>
            </a:extLst>
          </p:cNvPr>
          <p:cNvSpPr txBox="1"/>
          <p:nvPr/>
        </p:nvSpPr>
        <p:spPr>
          <a:xfrm>
            <a:off x="8155470" y="2300512"/>
            <a:ext cx="1757987" cy="514184"/>
          </a:xfrm>
          <a:prstGeom prst="round1Rect">
            <a:avLst>
              <a:gd name="adj" fmla="val 0"/>
            </a:avLst>
          </a:prstGeom>
          <a:solidFill>
            <a:schemeClr val="tx1">
              <a:lumMod val="85000"/>
              <a:lumOff val="15000"/>
            </a:schemeClr>
          </a:solidFill>
        </p:spPr>
        <p:txBody>
          <a:bodyPr vert="horz" wrap="square" lIns="144000" tIns="0" rIns="72000" bIns="0" rtlCol="0" anchor="ctr" anchorCtr="0">
            <a:noAutofit/>
          </a:bodyPr>
          <a:lstStyle/>
          <a:p>
            <a:pPr marL="0" marR="2540" lvl="0" indent="0" algn="l" defTabSz="5544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sos Light"/>
              <a:ea typeface="+mn-ea"/>
              <a:cs typeface="Arial"/>
              <a:sym typeface="Arial"/>
            </a:endParaRPr>
          </a:p>
        </p:txBody>
      </p:sp>
      <p:grpSp>
        <p:nvGrpSpPr>
          <p:cNvPr id="251" name="Group 250">
            <a:extLst>
              <a:ext uri="{FF2B5EF4-FFF2-40B4-BE49-F238E27FC236}">
                <a16:creationId xmlns:a16="http://schemas.microsoft.com/office/drawing/2014/main" id="{3083E467-CB14-7349-5B29-8490B5C0FDCB}"/>
              </a:ext>
            </a:extLst>
          </p:cNvPr>
          <p:cNvGrpSpPr/>
          <p:nvPr/>
        </p:nvGrpSpPr>
        <p:grpSpPr>
          <a:xfrm>
            <a:off x="8266695" y="2471302"/>
            <a:ext cx="1523516" cy="171827"/>
            <a:chOff x="7655855" y="3764910"/>
            <a:chExt cx="1822784" cy="205580"/>
          </a:xfrm>
        </p:grpSpPr>
        <p:pic>
          <p:nvPicPr>
            <p:cNvPr id="252" name="logo-pitsburgh">
              <a:extLst>
                <a:ext uri="{FF2B5EF4-FFF2-40B4-BE49-F238E27FC236}">
                  <a16:creationId xmlns:a16="http://schemas.microsoft.com/office/drawing/2014/main" id="{F61B0D6E-8971-47E2-6C9C-F94F4D697B09}"/>
                </a:ext>
              </a:extLst>
            </p:cNvPr>
            <p:cNvPicPr/>
            <p:nvPr/>
          </p:nvPicPr>
          <p:blipFill>
            <a:blip r:embed="rId20">
              <a:extLst>
                <a:ext uri="{BEBA8EAE-BF5A-486C-A8C5-ECC9F3942E4B}">
                  <a14:imgProps xmlns:a14="http://schemas.microsoft.com/office/drawing/2010/main">
                    <a14:imgLayer r:embed="rId21">
                      <a14:imgEffect>
                        <a14:brightnessContrast bright="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0388" b="20388"/>
            <a:stretch/>
          </p:blipFill>
          <p:spPr>
            <a:xfrm>
              <a:off x="8961456" y="3781632"/>
              <a:ext cx="517183" cy="172136"/>
            </a:xfrm>
            <a:prstGeom prst="rect">
              <a:avLst/>
            </a:prstGeom>
          </p:spPr>
        </p:pic>
        <p:pic>
          <p:nvPicPr>
            <p:cNvPr id="253" name="logo-btg-pactual">
              <a:extLst>
                <a:ext uri="{FF2B5EF4-FFF2-40B4-BE49-F238E27FC236}">
                  <a16:creationId xmlns:a16="http://schemas.microsoft.com/office/drawing/2014/main" id="{A2BF133E-D39B-47EE-3BC1-BDF5F4593DA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2">
              <a:extLst>
                <a:ext uri="{BEBA8EAE-BF5A-486C-A8C5-ECC9F3942E4B}">
                  <a14:imgProps xmlns:a14="http://schemas.microsoft.com/office/drawing/2010/main">
                    <a14:imgLayer r:embed="rId23">
                      <a14:imgEffect>
                        <a14:brightnessContrast bright="100000"/>
                      </a14:imgEffect>
                    </a14:imgLayer>
                  </a14:imgProps>
                </a:ext>
              </a:extLst>
            </a:blip>
            <a:stretch/>
          </p:blipFill>
          <p:spPr bwMode="auto">
            <a:xfrm>
              <a:off x="8341514" y="3764910"/>
              <a:ext cx="517182" cy="205580"/>
            </a:xfrm>
            <a:prstGeom prst="rect">
              <a:avLst/>
            </a:prstGeom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54" name="logo-cdpq">
              <a:extLst>
                <a:ext uri="{FF2B5EF4-FFF2-40B4-BE49-F238E27FC236}">
                  <a16:creationId xmlns:a16="http://schemas.microsoft.com/office/drawing/2014/main" id="{D85776F6-4B0F-1DDA-7FF6-8AC5324E816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8568" b="18568"/>
            <a:stretch/>
          </p:blipFill>
          <p:spPr bwMode="auto">
            <a:xfrm>
              <a:off x="7655855" y="3782198"/>
              <a:ext cx="582899" cy="17100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77" name="chris-egan-bio">
            <a:extLst>
              <a:ext uri="{FF2B5EF4-FFF2-40B4-BE49-F238E27FC236}">
                <a16:creationId xmlns:a16="http://schemas.microsoft.com/office/drawing/2014/main" id="{3373331B-270C-A6DA-6A85-AEF0077858EF}"/>
              </a:ext>
            </a:extLst>
          </p:cNvPr>
          <p:cNvSpPr txBox="1"/>
          <p:nvPr/>
        </p:nvSpPr>
        <p:spPr>
          <a:xfrm>
            <a:off x="6102423" y="3180150"/>
            <a:ext cx="1699231" cy="115929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 lvl="0" indent="0" algn="l" defTabSz="55444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pt-BR" sz="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/>
                <a:ea typeface="+mn-ea"/>
                <a:cs typeface="Arial"/>
                <a:sym typeface="Arial"/>
              </a:rPr>
              <a:t>Com mais de 23 anos de experiência em investimentos, atuou como sócia e </a:t>
            </a:r>
            <a:br>
              <a:rPr kumimoji="0" lang="pt-BR" sz="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/>
                <a:ea typeface="+mn-ea"/>
                <a:cs typeface="Arial"/>
                <a:sym typeface="Arial"/>
              </a:rPr>
            </a:br>
            <a:r>
              <a:rPr kumimoji="0" lang="pt-BR" sz="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/>
                <a:ea typeface="+mn-ea"/>
                <a:cs typeface="Arial"/>
                <a:sym typeface="Arial"/>
              </a:rPr>
              <a:t>diretora de investimentos </a:t>
            </a:r>
            <a:br>
              <a:rPr kumimoji="0" lang="pt-BR" sz="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/>
                <a:ea typeface="+mn-ea"/>
                <a:cs typeface="Arial"/>
                <a:sym typeface="Arial"/>
              </a:rPr>
            </a:br>
            <a:r>
              <a:rPr kumimoji="0" lang="pt-BR" sz="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/>
                <a:ea typeface="+mn-ea"/>
                <a:cs typeface="Arial"/>
                <a:sym typeface="Arial"/>
              </a:rPr>
              <a:t>no </a:t>
            </a:r>
            <a:r>
              <a:rPr kumimoji="0" lang="pt-BR" sz="800" b="0" i="0" u="none" strike="noStrike" kern="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/>
                <a:ea typeface="+mn-ea"/>
                <a:cs typeface="Arial"/>
                <a:sym typeface="Arial"/>
              </a:rPr>
              <a:t>family</a:t>
            </a:r>
            <a:r>
              <a:rPr kumimoji="0" lang="pt-BR" sz="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/>
                <a:ea typeface="+mn-ea"/>
                <a:cs typeface="Arial"/>
                <a:sym typeface="Arial"/>
              </a:rPr>
              <a:t> office Focus Invest.</a:t>
            </a:r>
          </a:p>
          <a:p>
            <a:pPr marL="0" marR="0" lvl="0" indent="0" algn="l" defTabSz="55444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pt-BR" sz="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/>
                <a:ea typeface="+mn-ea"/>
                <a:cs typeface="Arial"/>
                <a:sym typeface="Arial"/>
              </a:rPr>
              <a:t>Experiências anteriores incluem </a:t>
            </a:r>
            <a:br>
              <a:rPr kumimoji="0" lang="pt-BR" sz="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/>
                <a:ea typeface="+mn-ea"/>
                <a:cs typeface="Arial"/>
                <a:sym typeface="Arial"/>
              </a:rPr>
            </a:br>
            <a:r>
              <a:rPr kumimoji="0" lang="pt-BR" sz="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/>
                <a:ea typeface="+mn-ea"/>
                <a:cs typeface="Arial"/>
                <a:sym typeface="Arial"/>
              </a:rPr>
              <a:t>o segmento </a:t>
            </a:r>
            <a:r>
              <a:rPr kumimoji="0" lang="pt-BR" sz="800" b="0" i="0" u="none" strike="noStrike" kern="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/>
                <a:ea typeface="+mn-ea"/>
                <a:cs typeface="Arial"/>
                <a:sym typeface="Arial"/>
              </a:rPr>
              <a:t>private</a:t>
            </a:r>
            <a:r>
              <a:rPr kumimoji="0" lang="pt-BR" sz="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/>
                <a:ea typeface="+mn-ea"/>
                <a:cs typeface="Arial"/>
                <a:sym typeface="Arial"/>
              </a:rPr>
              <a:t> do Unibanco </a:t>
            </a:r>
            <a:br>
              <a:rPr kumimoji="0" lang="pt-BR" sz="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/>
                <a:ea typeface="+mn-ea"/>
                <a:cs typeface="Arial"/>
                <a:sym typeface="Arial"/>
              </a:rPr>
            </a:br>
            <a:r>
              <a:rPr kumimoji="0" lang="pt-BR" sz="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/>
                <a:ea typeface="+mn-ea"/>
                <a:cs typeface="Arial"/>
                <a:sym typeface="Arial"/>
              </a:rPr>
              <a:t>e gestão de fundos de ações </a:t>
            </a:r>
            <a:br>
              <a:rPr kumimoji="0" lang="pt-BR" sz="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/>
                <a:ea typeface="+mn-ea"/>
                <a:cs typeface="Arial"/>
                <a:sym typeface="Arial"/>
              </a:rPr>
            </a:br>
            <a:r>
              <a:rPr kumimoji="0" lang="pt-BR" sz="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/>
                <a:ea typeface="+mn-ea"/>
                <a:cs typeface="Arial"/>
                <a:sym typeface="Arial"/>
              </a:rPr>
              <a:t>na antiga BV Asset.</a:t>
            </a:r>
          </a:p>
        </p:txBody>
      </p:sp>
      <p:sp>
        <p:nvSpPr>
          <p:cNvPr id="278" name="object 17">
            <a:extLst>
              <a:ext uri="{FF2B5EF4-FFF2-40B4-BE49-F238E27FC236}">
                <a16:creationId xmlns:a16="http://schemas.microsoft.com/office/drawing/2014/main" id="{DE862069-5D12-2915-1167-A0FC0F0B37C9}"/>
              </a:ext>
            </a:extLst>
          </p:cNvPr>
          <p:cNvSpPr txBox="1"/>
          <p:nvPr/>
        </p:nvSpPr>
        <p:spPr>
          <a:xfrm>
            <a:off x="4233089" y="2966061"/>
            <a:ext cx="3701568" cy="1667085"/>
          </a:xfrm>
          <a:prstGeom prst="rect">
            <a:avLst/>
          </a:prstGeom>
          <a:ln w="10470">
            <a:solidFill>
              <a:schemeClr val="tx1">
                <a:lumMod val="85000"/>
                <a:lumOff val="15000"/>
              </a:schemeClr>
            </a:solidFill>
          </a:ln>
        </p:spPr>
        <p:txBody>
          <a:bodyPr vert="horz" wrap="square" lIns="0" tIns="82404" rIns="0" bIns="0" rtlCol="0">
            <a:noAutofit/>
          </a:bodyPr>
          <a:lstStyle/>
          <a:p>
            <a:pPr marL="102042" marR="0" lvl="0" indent="0" algn="l" defTabSz="554492" rtl="0" eaLnBrk="1" fontAlgn="auto" latinLnBrk="0" hangingPunct="1">
              <a:lnSpc>
                <a:spcPct val="100000"/>
              </a:lnSpc>
              <a:spcBef>
                <a:spcPts val="649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kumimoji="0" sz="1334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sos Light"/>
              <a:ea typeface="+mn-ea"/>
              <a:cs typeface="Versos Light"/>
              <a:sym typeface="Arial"/>
            </a:endParaRPr>
          </a:p>
        </p:txBody>
      </p:sp>
      <p:grpSp>
        <p:nvGrpSpPr>
          <p:cNvPr id="279" name="Group 278">
            <a:extLst>
              <a:ext uri="{FF2B5EF4-FFF2-40B4-BE49-F238E27FC236}">
                <a16:creationId xmlns:a16="http://schemas.microsoft.com/office/drawing/2014/main" id="{1090BA05-7560-9083-BA90-6D0764D79A13}"/>
              </a:ext>
            </a:extLst>
          </p:cNvPr>
          <p:cNvGrpSpPr/>
          <p:nvPr/>
        </p:nvGrpSpPr>
        <p:grpSpPr>
          <a:xfrm>
            <a:off x="5081317" y="3180722"/>
            <a:ext cx="1008261" cy="824198"/>
            <a:chOff x="1166158" y="1365165"/>
            <a:chExt cx="1008261" cy="824198"/>
          </a:xfrm>
        </p:grpSpPr>
        <p:sp>
          <p:nvSpPr>
            <p:cNvPr id="281" name="object 13">
              <a:extLst>
                <a:ext uri="{FF2B5EF4-FFF2-40B4-BE49-F238E27FC236}">
                  <a16:creationId xmlns:a16="http://schemas.microsoft.com/office/drawing/2014/main" id="{4E6B1E5F-0BE8-96C3-F0F5-526778323F45}"/>
                </a:ext>
              </a:extLst>
            </p:cNvPr>
            <p:cNvSpPr txBox="1"/>
            <p:nvPr/>
          </p:nvSpPr>
          <p:spPr>
            <a:xfrm>
              <a:off x="1166158" y="1365165"/>
              <a:ext cx="1008261" cy="353943"/>
            </a:xfrm>
            <a:prstGeom prst="rect">
              <a:avLst/>
            </a:prstGeom>
          </p:spPr>
          <p:txBody>
            <a:bodyPr vert="horz" wrap="square" lIns="0" tIns="0" rIns="0" bIns="0" rtlCol="0" anchor="ctr" anchorCtr="0">
              <a:spAutoFit/>
            </a:bodyPr>
            <a:lstStyle/>
            <a:p>
              <a:pPr marL="0" marR="0" lvl="0" indent="0" algn="l" defTabSz="55444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/>
                <a:buNone/>
                <a:tabLst/>
                <a:defRPr/>
              </a:pPr>
              <a:r>
                <a:rPr kumimoji="0" lang="en-US" sz="115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" panose="020B0503020204030204" pitchFamily="34" charset="0"/>
                  <a:ea typeface="+mn-ea"/>
                  <a:cs typeface="Versos"/>
                  <a:sym typeface="Arial"/>
                </a:rPr>
                <a:t>Letícia Albuquerque</a:t>
              </a:r>
            </a:p>
          </p:txBody>
        </p:sp>
        <p:sp>
          <p:nvSpPr>
            <p:cNvPr id="282" name="object 31">
              <a:extLst>
                <a:ext uri="{FF2B5EF4-FFF2-40B4-BE49-F238E27FC236}">
                  <a16:creationId xmlns:a16="http://schemas.microsoft.com/office/drawing/2014/main" id="{1A08F453-8F9C-172E-3718-60C2FA223D2C}"/>
                </a:ext>
              </a:extLst>
            </p:cNvPr>
            <p:cNvSpPr/>
            <p:nvPr/>
          </p:nvSpPr>
          <p:spPr>
            <a:xfrm flipV="1">
              <a:off x="1166158" y="1705652"/>
              <a:ext cx="909759" cy="215789"/>
            </a:xfrm>
            <a:custGeom>
              <a:avLst/>
              <a:gdLst/>
              <a:ahLst/>
              <a:cxnLst/>
              <a:rect l="l" t="t" r="r" b="b"/>
              <a:pathLst>
                <a:path w="3848735">
                  <a:moveTo>
                    <a:pt x="0" y="0"/>
                  </a:moveTo>
                  <a:lnTo>
                    <a:pt x="3848699" y="0"/>
                  </a:lnTo>
                </a:path>
              </a:pathLst>
            </a:custGeom>
            <a:ln w="10470">
              <a:solidFill>
                <a:schemeClr val="bg1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55449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/>
                <a:buNone/>
                <a:tabLst/>
                <a:defRPr/>
              </a:pPr>
              <a:endParaRPr kumimoji="0" sz="1092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83" name="chris-egan-titulo">
              <a:extLst>
                <a:ext uri="{FF2B5EF4-FFF2-40B4-BE49-F238E27FC236}">
                  <a16:creationId xmlns:a16="http://schemas.microsoft.com/office/drawing/2014/main" id="{6A2E6226-C9C0-CA03-DF10-E6219857DE63}"/>
                </a:ext>
              </a:extLst>
            </p:cNvPr>
            <p:cNvSpPr txBox="1"/>
            <p:nvPr/>
          </p:nvSpPr>
          <p:spPr>
            <a:xfrm>
              <a:off x="1166158" y="1974817"/>
              <a:ext cx="921293" cy="214546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0" marR="0" lvl="0" indent="0" algn="l" defTabSz="55444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/>
                <a:buNone/>
                <a:tabLst/>
                <a:defRPr/>
              </a:pPr>
              <a:r>
                <a:rPr kumimoji="0" lang="en-US" sz="697" b="0" i="0" u="none" strike="noStrike" kern="0" cap="none" spc="33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"/>
                  <a:ea typeface="+mn-ea"/>
                  <a:cs typeface="Arial"/>
                  <a:sym typeface="Arial"/>
                </a:rPr>
                <a:t>INVESTMENT SOLUTIONS</a:t>
              </a:r>
            </a:p>
          </p:txBody>
        </p:sp>
      </p:grpSp>
      <p:sp>
        <p:nvSpPr>
          <p:cNvPr id="280" name="rodrigo-freire-experiencia">
            <a:extLst>
              <a:ext uri="{FF2B5EF4-FFF2-40B4-BE49-F238E27FC236}">
                <a16:creationId xmlns:a16="http://schemas.microsoft.com/office/drawing/2014/main" id="{B52F903B-6132-8D56-82A6-3E9CB59E4912}"/>
              </a:ext>
            </a:extLst>
          </p:cNvPr>
          <p:cNvSpPr txBox="1"/>
          <p:nvPr/>
        </p:nvSpPr>
        <p:spPr>
          <a:xfrm>
            <a:off x="4233089" y="4118962"/>
            <a:ext cx="1757987" cy="514184"/>
          </a:xfrm>
          <a:prstGeom prst="round1Rect">
            <a:avLst>
              <a:gd name="adj" fmla="val 0"/>
            </a:avLst>
          </a:prstGeom>
          <a:solidFill>
            <a:schemeClr val="tx1">
              <a:lumMod val="85000"/>
              <a:lumOff val="15000"/>
            </a:schemeClr>
          </a:solidFill>
        </p:spPr>
        <p:txBody>
          <a:bodyPr vert="horz" wrap="square" lIns="144000" tIns="0" rIns="72000" bIns="0" rtlCol="0" anchor="ctr" anchorCtr="0">
            <a:noAutofit/>
          </a:bodyPr>
          <a:lstStyle/>
          <a:p>
            <a:pPr marL="0" marR="2540" lvl="0" indent="0" algn="l" defTabSz="5544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sos Light"/>
              <a:ea typeface="+mn-ea"/>
              <a:cs typeface="Arial"/>
              <a:sym typeface="Arial"/>
            </a:endParaRPr>
          </a:p>
        </p:txBody>
      </p:sp>
      <p:grpSp>
        <p:nvGrpSpPr>
          <p:cNvPr id="386" name="Group 385">
            <a:extLst>
              <a:ext uri="{FF2B5EF4-FFF2-40B4-BE49-F238E27FC236}">
                <a16:creationId xmlns:a16="http://schemas.microsoft.com/office/drawing/2014/main" id="{9849E8DC-2895-75CF-B4C7-17FDBEBCE239}"/>
              </a:ext>
            </a:extLst>
          </p:cNvPr>
          <p:cNvGrpSpPr/>
          <p:nvPr/>
        </p:nvGrpSpPr>
        <p:grpSpPr>
          <a:xfrm>
            <a:off x="4563580" y="4263883"/>
            <a:ext cx="1170240" cy="221280"/>
            <a:chOff x="4406976" y="4263883"/>
            <a:chExt cx="1170240" cy="221280"/>
          </a:xfrm>
        </p:grpSpPr>
        <p:pic>
          <p:nvPicPr>
            <p:cNvPr id="384" name="logo-bv">
              <a:extLst>
                <a:ext uri="{FF2B5EF4-FFF2-40B4-BE49-F238E27FC236}">
                  <a16:creationId xmlns:a16="http://schemas.microsoft.com/office/drawing/2014/main" id="{E8860544-D7BE-A8DE-93D6-F87FE639041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5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 bwMode="auto">
            <a:xfrm>
              <a:off x="4406976" y="4263883"/>
              <a:ext cx="285061" cy="22128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85" name="logo-unibanco">
              <a:extLst>
                <a:ext uri="{FF2B5EF4-FFF2-40B4-BE49-F238E27FC236}">
                  <a16:creationId xmlns:a16="http://schemas.microsoft.com/office/drawing/2014/main" id="{DB64EDD5-6625-720B-6D31-64CECEFF192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4" cstate="hqprint">
              <a:extLst>
                <a:ext uri="{BEBA8EAE-BF5A-486C-A8C5-ECC9F3942E4B}">
                  <a14:imgProps xmlns:a14="http://schemas.microsoft.com/office/drawing/2010/main">
                    <a14:imgLayer r:embed="rId15">
                      <a14:imgEffect>
                        <a14:brightnessContrast bright="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/>
                </a:ext>
              </a:extLst>
            </a:blip>
            <a:srcRect t="13484" b="13484"/>
            <a:stretch/>
          </p:blipFill>
          <p:spPr bwMode="auto">
            <a:xfrm>
              <a:off x="4826473" y="4288146"/>
              <a:ext cx="750743" cy="14913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455" name="Group 454">
            <a:extLst>
              <a:ext uri="{FF2B5EF4-FFF2-40B4-BE49-F238E27FC236}">
                <a16:creationId xmlns:a16="http://schemas.microsoft.com/office/drawing/2014/main" id="{F39EE54C-B019-265B-E8E2-0E3E5EDC26AE}"/>
              </a:ext>
            </a:extLst>
          </p:cNvPr>
          <p:cNvGrpSpPr/>
          <p:nvPr/>
        </p:nvGrpSpPr>
        <p:grpSpPr>
          <a:xfrm>
            <a:off x="322242" y="4781618"/>
            <a:ext cx="3701568" cy="1667085"/>
            <a:chOff x="2284026" y="4781618"/>
            <a:chExt cx="3701568" cy="1667085"/>
          </a:xfrm>
        </p:grpSpPr>
        <p:pic>
          <p:nvPicPr>
            <p:cNvPr id="445" name="paola-moussatche-foto">
              <a:extLst>
                <a:ext uri="{FF2B5EF4-FFF2-40B4-BE49-F238E27FC236}">
                  <a16:creationId xmlns:a16="http://schemas.microsoft.com/office/drawing/2014/main" id="{160C00D6-5087-6CC6-FEE7-C0ACFCCE1D39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6"/>
            <a:srcRect l="15144" r="15144"/>
            <a:stretch/>
          </p:blipFill>
          <p:spPr>
            <a:xfrm>
              <a:off x="2288689" y="4781618"/>
              <a:ext cx="770891" cy="770891"/>
            </a:xfrm>
            <a:prstGeom prst="rect">
              <a:avLst/>
            </a:prstGeom>
          </p:spPr>
        </p:pic>
        <p:sp>
          <p:nvSpPr>
            <p:cNvPr id="367" name="chris-egan-bio">
              <a:extLst>
                <a:ext uri="{FF2B5EF4-FFF2-40B4-BE49-F238E27FC236}">
                  <a16:creationId xmlns:a16="http://schemas.microsoft.com/office/drawing/2014/main" id="{714A014F-2022-9C79-CD4F-F5F775CFDB6A}"/>
                </a:ext>
              </a:extLst>
            </p:cNvPr>
            <p:cNvSpPr txBox="1"/>
            <p:nvPr/>
          </p:nvSpPr>
          <p:spPr>
            <a:xfrm>
              <a:off x="4153360" y="4995707"/>
              <a:ext cx="1757987" cy="984885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0" marR="0" lvl="0" indent="0" algn="l" defTabSz="554440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200"/>
                </a:spcAft>
                <a:buClrTx/>
                <a:buSzTx/>
                <a:buFont typeface="Arial"/>
                <a:buNone/>
                <a:tabLst/>
                <a:defRPr/>
              </a:pPr>
              <a: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Light"/>
                  <a:ea typeface="+mn-ea"/>
                  <a:cs typeface="Arial"/>
                  <a:sym typeface="Arial"/>
                </a:rPr>
                <a:t>Com experiência prévia </a:t>
              </a:r>
              <a:b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Light"/>
                  <a:ea typeface="+mn-ea"/>
                  <a:cs typeface="Arial"/>
                  <a:sym typeface="Arial"/>
                </a:rPr>
              </a:br>
              <a: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Light"/>
                  <a:ea typeface="+mn-ea"/>
                  <a:cs typeface="Arial"/>
                  <a:sym typeface="Arial"/>
                </a:rPr>
                <a:t>em escritórios de advocacia, </a:t>
              </a:r>
              <a:b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Light"/>
                  <a:ea typeface="+mn-ea"/>
                  <a:cs typeface="Arial"/>
                  <a:sym typeface="Arial"/>
                </a:rPr>
              </a:br>
              <a: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Light"/>
                  <a:ea typeface="+mn-ea"/>
                  <a:cs typeface="Arial"/>
                  <a:sym typeface="Arial"/>
                </a:rPr>
                <a:t>nas áreas de M&amp;A, mercado de capitais e tributária, passou a atuar diretamente no mercado financeiro em 2013, com passagens pela Squadra Investimentos, </a:t>
              </a:r>
              <a:b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Light"/>
                  <a:ea typeface="+mn-ea"/>
                  <a:cs typeface="Arial"/>
                  <a:sym typeface="Arial"/>
                </a:rPr>
              </a:br>
              <a: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Light"/>
                  <a:ea typeface="+mn-ea"/>
                  <a:cs typeface="Arial"/>
                  <a:sym typeface="Arial"/>
                </a:rPr>
                <a:t>MAF e VELT </a:t>
              </a:r>
              <a:r>
                <a:rPr kumimoji="0" lang="pt-BR" sz="800" b="0" i="0" u="none" strike="noStrike" kern="0" cap="none" spc="0" normalizeH="0" baseline="0" noProof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Light"/>
                  <a:ea typeface="+mn-ea"/>
                  <a:cs typeface="Arial"/>
                  <a:sym typeface="Arial"/>
                </a:rPr>
                <a:t>Partners</a:t>
              </a:r>
              <a: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Light"/>
                  <a:ea typeface="+mn-ea"/>
                  <a:cs typeface="Arial"/>
                  <a:sym typeface="Arial"/>
                </a:rPr>
                <a:t>.</a:t>
              </a:r>
            </a:p>
          </p:txBody>
        </p:sp>
        <p:sp>
          <p:nvSpPr>
            <p:cNvPr id="368" name="object 17">
              <a:extLst>
                <a:ext uri="{FF2B5EF4-FFF2-40B4-BE49-F238E27FC236}">
                  <a16:creationId xmlns:a16="http://schemas.microsoft.com/office/drawing/2014/main" id="{D6BCE49A-1D9E-F185-12C3-AAFE7678878B}"/>
                </a:ext>
              </a:extLst>
            </p:cNvPr>
            <p:cNvSpPr txBox="1"/>
            <p:nvPr/>
          </p:nvSpPr>
          <p:spPr>
            <a:xfrm>
              <a:off x="2284026" y="4781618"/>
              <a:ext cx="3701568" cy="1667085"/>
            </a:xfrm>
            <a:prstGeom prst="rect">
              <a:avLst/>
            </a:prstGeom>
            <a:ln w="10470">
              <a:solidFill>
                <a:schemeClr val="tx1">
                  <a:lumMod val="85000"/>
                  <a:lumOff val="15000"/>
                </a:schemeClr>
              </a:solidFill>
            </a:ln>
          </p:spPr>
          <p:txBody>
            <a:bodyPr vert="horz" wrap="square" lIns="0" tIns="82404" rIns="0" bIns="0" rtlCol="0">
              <a:noAutofit/>
            </a:bodyPr>
            <a:lstStyle/>
            <a:p>
              <a:pPr marL="102042" marR="0" lvl="0" indent="0" algn="l" defTabSz="554492" rtl="0" eaLnBrk="1" fontAlgn="auto" latinLnBrk="0" hangingPunct="1">
                <a:lnSpc>
                  <a:spcPct val="100000"/>
                </a:lnSpc>
                <a:spcBef>
                  <a:spcPts val="649"/>
                </a:spcBef>
                <a:spcAft>
                  <a:spcPts val="0"/>
                </a:spcAft>
                <a:buClrTx/>
                <a:buSzTx/>
                <a:buFont typeface="Arial"/>
                <a:buNone/>
                <a:tabLst/>
                <a:defRPr/>
              </a:pPr>
              <a:endParaRPr kumimoji="0" sz="1334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/>
                <a:ea typeface="+mn-ea"/>
                <a:cs typeface="Versos Light"/>
                <a:sym typeface="Arial"/>
              </a:endParaRPr>
            </a:p>
          </p:txBody>
        </p:sp>
        <p:grpSp>
          <p:nvGrpSpPr>
            <p:cNvPr id="369" name="Group 368">
              <a:extLst>
                <a:ext uri="{FF2B5EF4-FFF2-40B4-BE49-F238E27FC236}">
                  <a16:creationId xmlns:a16="http://schemas.microsoft.com/office/drawing/2014/main" id="{811F4656-349C-3B9C-4948-DCC89E62E782}"/>
                </a:ext>
              </a:extLst>
            </p:cNvPr>
            <p:cNvGrpSpPr/>
            <p:nvPr/>
          </p:nvGrpSpPr>
          <p:grpSpPr>
            <a:xfrm>
              <a:off x="3132254" y="4996279"/>
              <a:ext cx="1107252" cy="726153"/>
              <a:chOff x="1166158" y="1365165"/>
              <a:chExt cx="1107252" cy="726153"/>
            </a:xfrm>
          </p:grpSpPr>
          <p:sp>
            <p:nvSpPr>
              <p:cNvPr id="376" name="object 13">
                <a:extLst>
                  <a:ext uri="{FF2B5EF4-FFF2-40B4-BE49-F238E27FC236}">
                    <a16:creationId xmlns:a16="http://schemas.microsoft.com/office/drawing/2014/main" id="{D9074F08-F193-590E-8A62-CC62C833CE0A}"/>
                  </a:ext>
                </a:extLst>
              </p:cNvPr>
              <p:cNvSpPr txBox="1"/>
              <p:nvPr/>
            </p:nvSpPr>
            <p:spPr>
              <a:xfrm>
                <a:off x="1166158" y="1365165"/>
                <a:ext cx="1107252" cy="353943"/>
              </a:xfrm>
              <a:prstGeom prst="rect">
                <a:avLst/>
              </a:prstGeom>
            </p:spPr>
            <p:txBody>
              <a:bodyPr vert="horz" wrap="square" lIns="0" tIns="0" rIns="0" bIns="0" rtlCol="0" anchor="ctr" anchorCtr="0">
                <a:spAutoFit/>
              </a:bodyPr>
              <a:lstStyle/>
              <a:p>
                <a:pPr marL="0" marR="0" lvl="0" indent="0" algn="l" defTabSz="55444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/>
                  <a:buNone/>
                  <a:tabLst/>
                  <a:defRPr/>
                </a:pPr>
                <a:r>
                  <a:rPr kumimoji="0" lang="en-US" sz="1150" b="1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Versos" panose="020B0503020204030204" pitchFamily="34" charset="0"/>
                    <a:ea typeface="+mn-ea"/>
                    <a:cs typeface="Versos"/>
                    <a:sym typeface="Arial"/>
                  </a:rPr>
                  <a:t>Paola </a:t>
                </a:r>
                <a:br>
                  <a:rPr kumimoji="0" lang="en-US" sz="1150" b="1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Versos" panose="020B0503020204030204" pitchFamily="34" charset="0"/>
                    <a:ea typeface="+mn-ea"/>
                    <a:cs typeface="Versos"/>
                    <a:sym typeface="Arial"/>
                  </a:rPr>
                </a:br>
                <a:r>
                  <a:rPr kumimoji="0" lang="en-US" sz="1150" b="1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Versos" panose="020B0503020204030204" pitchFamily="34" charset="0"/>
                    <a:ea typeface="+mn-ea"/>
                    <a:cs typeface="Versos"/>
                    <a:sym typeface="Arial"/>
                  </a:rPr>
                  <a:t>Moussatche</a:t>
                </a:r>
              </a:p>
            </p:txBody>
          </p:sp>
          <p:sp>
            <p:nvSpPr>
              <p:cNvPr id="377" name="object 31">
                <a:extLst>
                  <a:ext uri="{FF2B5EF4-FFF2-40B4-BE49-F238E27FC236}">
                    <a16:creationId xmlns:a16="http://schemas.microsoft.com/office/drawing/2014/main" id="{44C7EF44-10FF-DA7E-62D4-05FF642915D7}"/>
                  </a:ext>
                </a:extLst>
              </p:cNvPr>
              <p:cNvSpPr/>
              <p:nvPr/>
            </p:nvSpPr>
            <p:spPr>
              <a:xfrm flipV="1">
                <a:off x="1166158" y="1705652"/>
                <a:ext cx="909759" cy="215789"/>
              </a:xfrm>
              <a:custGeom>
                <a:avLst/>
                <a:gdLst/>
                <a:ahLst/>
                <a:cxnLst/>
                <a:rect l="l" t="t" r="r" b="b"/>
                <a:pathLst>
                  <a:path w="3848735">
                    <a:moveTo>
                      <a:pt x="0" y="0"/>
                    </a:moveTo>
                    <a:lnTo>
                      <a:pt x="3848699" y="0"/>
                    </a:lnTo>
                  </a:path>
                </a:pathLst>
              </a:custGeom>
              <a:ln w="10470">
                <a:solidFill>
                  <a:schemeClr val="bg1"/>
                </a:solidFill>
              </a:ln>
            </p:spPr>
            <p:txBody>
              <a:bodyPr wrap="square" lIns="0" tIns="0" rIns="0" bIns="0" rtlCol="0"/>
              <a:lstStyle/>
              <a:p>
                <a:pPr marL="0" marR="0" lvl="0" indent="0" algn="l" defTabSz="554492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/>
                  <a:buNone/>
                  <a:tabLst/>
                  <a:defRPr/>
                </a:pPr>
                <a:endParaRPr kumimoji="0" sz="1092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378" name="chris-egan-titulo">
                <a:extLst>
                  <a:ext uri="{FF2B5EF4-FFF2-40B4-BE49-F238E27FC236}">
                    <a16:creationId xmlns:a16="http://schemas.microsoft.com/office/drawing/2014/main" id="{CA7A9955-505E-11A6-17E3-3ED6463E2BAE}"/>
                  </a:ext>
                </a:extLst>
              </p:cNvPr>
              <p:cNvSpPr txBox="1"/>
              <p:nvPr/>
            </p:nvSpPr>
            <p:spPr>
              <a:xfrm>
                <a:off x="1166158" y="1984045"/>
                <a:ext cx="1014090" cy="107273"/>
              </a:xfrm>
              <a:prstGeom prst="rect">
                <a:avLst/>
              </a:prstGeom>
            </p:spPr>
            <p:txBody>
              <a:bodyPr vert="horz" wrap="square" lIns="0" tIns="0" rIns="0" bIns="0" rtlCol="0">
                <a:spAutoFit/>
              </a:bodyPr>
              <a:lstStyle/>
              <a:p>
                <a:pPr marL="0" marR="0" lvl="0" indent="0" algn="l" defTabSz="55444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/>
                  <a:buNone/>
                  <a:tabLst/>
                  <a:defRPr/>
                </a:pPr>
                <a:r>
                  <a:rPr kumimoji="0" lang="en-US" sz="697" b="0" i="0" u="none" strike="noStrike" kern="0" cap="none" spc="33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Versos"/>
                    <a:ea typeface="+mn-ea"/>
                    <a:cs typeface="Arial"/>
                    <a:sym typeface="Arial"/>
                  </a:rPr>
                  <a:t>LEGAL</a:t>
                </a:r>
              </a:p>
            </p:txBody>
          </p:sp>
        </p:grpSp>
        <p:sp>
          <p:nvSpPr>
            <p:cNvPr id="370" name="rodrigo-freire-experiencia">
              <a:extLst>
                <a:ext uri="{FF2B5EF4-FFF2-40B4-BE49-F238E27FC236}">
                  <a16:creationId xmlns:a16="http://schemas.microsoft.com/office/drawing/2014/main" id="{9E5E3F8D-B3D8-E866-AB04-621367F1A742}"/>
                </a:ext>
              </a:extLst>
            </p:cNvPr>
            <p:cNvSpPr txBox="1"/>
            <p:nvPr/>
          </p:nvSpPr>
          <p:spPr>
            <a:xfrm>
              <a:off x="2284026" y="5934519"/>
              <a:ext cx="1757987" cy="514184"/>
            </a:xfrm>
            <a:prstGeom prst="round1Rect">
              <a:avLst>
                <a:gd name="adj" fmla="val 0"/>
              </a:avLst>
            </a:prstGeom>
            <a:solidFill>
              <a:schemeClr val="tx1">
                <a:lumMod val="85000"/>
                <a:lumOff val="15000"/>
              </a:schemeClr>
            </a:solidFill>
          </p:spPr>
          <p:txBody>
            <a:bodyPr vert="horz" wrap="square" lIns="144000" tIns="0" rIns="72000" bIns="0" rtlCol="0" anchor="ctr" anchorCtr="0">
              <a:noAutofit/>
            </a:bodyPr>
            <a:lstStyle/>
            <a:p>
              <a:pPr marL="0" marR="2540" lvl="0" indent="0" algn="l" defTabSz="55444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/>
                <a:ea typeface="+mn-ea"/>
                <a:cs typeface="Arial"/>
                <a:sym typeface="Arial"/>
              </a:endParaRPr>
            </a:p>
          </p:txBody>
        </p:sp>
        <p:grpSp>
          <p:nvGrpSpPr>
            <p:cNvPr id="450" name="Group 449">
              <a:extLst>
                <a:ext uri="{FF2B5EF4-FFF2-40B4-BE49-F238E27FC236}">
                  <a16:creationId xmlns:a16="http://schemas.microsoft.com/office/drawing/2014/main" id="{033D9855-0CAC-9538-0608-4F11E48AA73F}"/>
                </a:ext>
              </a:extLst>
            </p:cNvPr>
            <p:cNvGrpSpPr/>
            <p:nvPr/>
          </p:nvGrpSpPr>
          <p:grpSpPr>
            <a:xfrm>
              <a:off x="2353661" y="6129574"/>
              <a:ext cx="1591850" cy="160146"/>
              <a:chOff x="2446348" y="6034292"/>
              <a:chExt cx="1499157" cy="150820"/>
            </a:xfrm>
          </p:grpSpPr>
          <p:pic>
            <p:nvPicPr>
              <p:cNvPr id="447" name="logos-velt" descr="A black and white text&#10;&#10;AI-generated content may be incorrect.">
                <a:extLst>
                  <a:ext uri="{FF2B5EF4-FFF2-40B4-BE49-F238E27FC236}">
                    <a16:creationId xmlns:a16="http://schemas.microsoft.com/office/drawing/2014/main" id="{2D01F484-734D-1C54-A38C-F157A029071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7" cstate="hqprint">
                <a:extLst>
                  <a:ext uri="{BEBA8EAE-BF5A-486C-A8C5-ECC9F3942E4B}">
                    <a14:imgProps xmlns:a14="http://schemas.microsoft.com/office/drawing/2010/main">
                      <a14:imgLayer r:embed="rId28">
                        <a14:imgEffect>
                          <a14:brightnessContrast bright="10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3531676" y="6079864"/>
                <a:ext cx="413829" cy="101613"/>
              </a:xfrm>
              <a:prstGeom prst="rect">
                <a:avLst/>
              </a:prstGeom>
            </p:spPr>
          </p:pic>
          <p:pic>
            <p:nvPicPr>
              <p:cNvPr id="448" name="logos-modal">
                <a:extLst>
                  <a:ext uri="{FF2B5EF4-FFF2-40B4-BE49-F238E27FC236}">
                    <a16:creationId xmlns:a16="http://schemas.microsoft.com/office/drawing/2014/main" id="{BB6678C4-6657-5EF4-89D6-100C9E9DC4E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9">
                <a:extLst>
                  <a:ext uri="{BEBA8EAE-BF5A-486C-A8C5-ECC9F3942E4B}">
                    <a14:imgProps xmlns:a14="http://schemas.microsoft.com/office/drawing/2010/main">
                      <a14:imgLayer r:embed="rId30">
                        <a14:imgEffect>
                          <a14:brightnessContrast bright="10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3046816" y="6034292"/>
                <a:ext cx="413304" cy="127220"/>
              </a:xfrm>
              <a:prstGeom prst="rect">
                <a:avLst/>
              </a:prstGeom>
            </p:spPr>
          </p:pic>
          <p:pic>
            <p:nvPicPr>
              <p:cNvPr id="449" name="logos-squadra" descr="A black background with text&#10;&#10;AI-generated content may be incorrect.">
                <a:extLst>
                  <a:ext uri="{FF2B5EF4-FFF2-40B4-BE49-F238E27FC236}">
                    <a16:creationId xmlns:a16="http://schemas.microsoft.com/office/drawing/2014/main" id="{E08D0892-31F8-71DE-7612-78301C5009F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1" cstate="hqprint">
                <a:extLst>
                  <a:ext uri="{BEBA8EAE-BF5A-486C-A8C5-ECC9F3942E4B}">
                    <a14:imgProps xmlns:a14="http://schemas.microsoft.com/office/drawing/2010/main">
                      <a14:imgLayer r:embed="rId32">
                        <a14:imgEffect>
                          <a14:brightnessContrast bright="10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2446348" y="6077678"/>
                <a:ext cx="528911" cy="107434"/>
              </a:xfrm>
              <a:prstGeom prst="rect">
                <a:avLst/>
              </a:prstGeom>
            </p:spPr>
          </p:pic>
        </p:grpSp>
      </p:grpSp>
      <p:grpSp>
        <p:nvGrpSpPr>
          <p:cNvPr id="476" name="Group 475">
            <a:extLst>
              <a:ext uri="{FF2B5EF4-FFF2-40B4-BE49-F238E27FC236}">
                <a16:creationId xmlns:a16="http://schemas.microsoft.com/office/drawing/2014/main" id="{3498125C-2E86-5CBD-302B-6BAE0D907992}"/>
              </a:ext>
            </a:extLst>
          </p:cNvPr>
          <p:cNvGrpSpPr/>
          <p:nvPr/>
        </p:nvGrpSpPr>
        <p:grpSpPr>
          <a:xfrm>
            <a:off x="8149203" y="4781618"/>
            <a:ext cx="3707050" cy="1667085"/>
            <a:chOff x="8149203" y="4781618"/>
            <a:chExt cx="3707050" cy="1667085"/>
          </a:xfrm>
        </p:grpSpPr>
        <p:pic>
          <p:nvPicPr>
            <p:cNvPr id="446" name="marilia-romero-foto">
              <a:extLst>
                <a:ext uri="{FF2B5EF4-FFF2-40B4-BE49-F238E27FC236}">
                  <a16:creationId xmlns:a16="http://schemas.microsoft.com/office/drawing/2014/main" id="{635CC60D-35F8-B50A-BE6C-427728A6E293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33"/>
            <a:srcRect l="15144" r="15144"/>
            <a:stretch/>
          </p:blipFill>
          <p:spPr>
            <a:xfrm>
              <a:off x="8149203" y="4781618"/>
              <a:ext cx="770891" cy="770891"/>
            </a:xfrm>
            <a:prstGeom prst="rect">
              <a:avLst/>
            </a:prstGeom>
            <a:solidFill>
              <a:srgbClr val="FFFFFF">
                <a:lumMod val="95000"/>
              </a:srgbClr>
            </a:solidFill>
          </p:spPr>
        </p:pic>
        <p:grpSp>
          <p:nvGrpSpPr>
            <p:cNvPr id="342" name="Group 341">
              <a:extLst>
                <a:ext uri="{FF2B5EF4-FFF2-40B4-BE49-F238E27FC236}">
                  <a16:creationId xmlns:a16="http://schemas.microsoft.com/office/drawing/2014/main" id="{2650D8ED-C108-8D72-3F23-4D55E918F235}"/>
                </a:ext>
              </a:extLst>
            </p:cNvPr>
            <p:cNvGrpSpPr/>
            <p:nvPr/>
          </p:nvGrpSpPr>
          <p:grpSpPr>
            <a:xfrm>
              <a:off x="8149203" y="4781618"/>
              <a:ext cx="3707050" cy="1667085"/>
              <a:chOff x="310708" y="1150504"/>
              <a:chExt cx="3707050" cy="1667085"/>
            </a:xfrm>
          </p:grpSpPr>
          <p:sp>
            <p:nvSpPr>
              <p:cNvPr id="359" name="chris-egan-bio">
                <a:extLst>
                  <a:ext uri="{FF2B5EF4-FFF2-40B4-BE49-F238E27FC236}">
                    <a16:creationId xmlns:a16="http://schemas.microsoft.com/office/drawing/2014/main" id="{722FAE95-F849-6B99-5328-1DE06704B593}"/>
                  </a:ext>
                </a:extLst>
              </p:cNvPr>
              <p:cNvSpPr txBox="1"/>
              <p:nvPr/>
            </p:nvSpPr>
            <p:spPr>
              <a:xfrm>
                <a:off x="2180042" y="1364593"/>
                <a:ext cx="1837716" cy="984885"/>
              </a:xfrm>
              <a:prstGeom prst="rect">
                <a:avLst/>
              </a:prstGeom>
            </p:spPr>
            <p:txBody>
              <a:bodyPr vert="horz" wrap="square" lIns="0" tIns="0" rIns="0" bIns="0" rtlCol="0">
                <a:spAutoFit/>
              </a:bodyPr>
              <a:lstStyle/>
              <a:p>
                <a:pPr marL="0" marR="0" lvl="0" indent="0" algn="l" defTabSz="55444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200"/>
                  </a:spcAft>
                  <a:buClrTx/>
                  <a:buSzTx/>
                  <a:buFont typeface="Arial"/>
                  <a:buNone/>
                  <a:tabLst/>
                  <a:defRPr/>
                </a:pPr>
                <a:r>
                  <a:rPr kumimoji="0" lang="pt-BR" sz="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Versos Light"/>
                    <a:ea typeface="+mn-ea"/>
                    <a:cs typeface="Arial"/>
                    <a:sym typeface="Arial"/>
                  </a:rPr>
                  <a:t>Atuou em gestão de pessoas, </a:t>
                </a:r>
                <a:br>
                  <a:rPr kumimoji="0" lang="pt-BR" sz="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Versos Light"/>
                    <a:ea typeface="+mn-ea"/>
                    <a:cs typeface="Arial"/>
                    <a:sym typeface="Arial"/>
                  </a:rPr>
                </a:br>
                <a:r>
                  <a:rPr kumimoji="0" lang="pt-BR" sz="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Versos Light"/>
                    <a:ea typeface="+mn-ea"/>
                    <a:cs typeface="Arial"/>
                    <a:sym typeface="Arial"/>
                  </a:rPr>
                  <a:t>Business </a:t>
                </a:r>
                <a:r>
                  <a:rPr kumimoji="0" lang="pt-BR" sz="800" b="0" i="0" u="none" strike="noStrike" kern="0" cap="none" spc="0" normalizeH="0" baseline="0" noProof="0" err="1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Versos Light"/>
                    <a:ea typeface="+mn-ea"/>
                    <a:cs typeface="Arial"/>
                    <a:sym typeface="Arial"/>
                  </a:rPr>
                  <a:t>Partner</a:t>
                </a:r>
                <a:r>
                  <a:rPr kumimoji="0" lang="pt-BR" sz="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Versos Light"/>
                    <a:ea typeface="+mn-ea"/>
                    <a:cs typeface="Arial"/>
                    <a:sym typeface="Arial"/>
                  </a:rPr>
                  <a:t> e remuneração </a:t>
                </a:r>
                <a:br>
                  <a:rPr kumimoji="0" lang="pt-BR" sz="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Versos Light"/>
                    <a:ea typeface="+mn-ea"/>
                    <a:cs typeface="Arial"/>
                    <a:sym typeface="Arial"/>
                  </a:rPr>
                </a:br>
                <a:r>
                  <a:rPr kumimoji="0" lang="pt-BR" sz="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Versos Light"/>
                    <a:ea typeface="+mn-ea"/>
                    <a:cs typeface="Arial"/>
                    <a:sym typeface="Arial"/>
                  </a:rPr>
                  <a:t>no setor financeiro, com atuação </a:t>
                </a:r>
                <a:br>
                  <a:rPr kumimoji="0" lang="pt-BR" sz="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Versos Light"/>
                    <a:ea typeface="+mn-ea"/>
                    <a:cs typeface="Arial"/>
                    <a:sym typeface="Arial"/>
                  </a:rPr>
                </a:br>
                <a:r>
                  <a:rPr kumimoji="0" lang="pt-BR" sz="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Versos Light"/>
                    <a:ea typeface="+mn-ea"/>
                    <a:cs typeface="Arial"/>
                    <a:sym typeface="Arial"/>
                  </a:rPr>
                  <a:t>em transformação cultural no Banco BV e Crefisa, e passagens pela Amil </a:t>
                </a:r>
                <a:br>
                  <a:rPr kumimoji="0" lang="pt-BR" sz="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Versos Light"/>
                    <a:ea typeface="+mn-ea"/>
                    <a:cs typeface="Arial"/>
                    <a:sym typeface="Arial"/>
                  </a:rPr>
                </a:br>
                <a:r>
                  <a:rPr kumimoji="0" lang="pt-BR" sz="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Versos Light"/>
                    <a:ea typeface="+mn-ea"/>
                    <a:cs typeface="Arial"/>
                    <a:sym typeface="Arial"/>
                  </a:rPr>
                  <a:t>e Volkswagen do Brasil, focado em estratégias de remuneração </a:t>
                </a:r>
                <a:br>
                  <a:rPr kumimoji="0" lang="pt-BR" sz="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Versos Light"/>
                    <a:ea typeface="+mn-ea"/>
                    <a:cs typeface="Arial"/>
                    <a:sym typeface="Arial"/>
                  </a:rPr>
                </a:br>
                <a:r>
                  <a:rPr kumimoji="0" lang="pt-BR" sz="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Versos Light"/>
                    <a:ea typeface="+mn-ea"/>
                    <a:cs typeface="Arial"/>
                    <a:sym typeface="Arial"/>
                  </a:rPr>
                  <a:t>de curto e longo prazo.</a:t>
                </a:r>
              </a:p>
            </p:txBody>
          </p:sp>
          <p:sp>
            <p:nvSpPr>
              <p:cNvPr id="360" name="object 17">
                <a:extLst>
                  <a:ext uri="{FF2B5EF4-FFF2-40B4-BE49-F238E27FC236}">
                    <a16:creationId xmlns:a16="http://schemas.microsoft.com/office/drawing/2014/main" id="{6DECD09D-7211-8641-D412-FA2B6CABCCAA}"/>
                  </a:ext>
                </a:extLst>
              </p:cNvPr>
              <p:cNvSpPr txBox="1"/>
              <p:nvPr/>
            </p:nvSpPr>
            <p:spPr>
              <a:xfrm>
                <a:off x="310708" y="1150504"/>
                <a:ext cx="3701568" cy="1667085"/>
              </a:xfrm>
              <a:prstGeom prst="rect">
                <a:avLst/>
              </a:prstGeom>
              <a:ln w="10470"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txBody>
              <a:bodyPr vert="horz" wrap="square" lIns="0" tIns="82404" rIns="0" bIns="0" rtlCol="0">
                <a:noAutofit/>
              </a:bodyPr>
              <a:lstStyle/>
              <a:p>
                <a:pPr marL="102042" marR="0" lvl="0" indent="0" algn="l" defTabSz="554492" rtl="0" eaLnBrk="1" fontAlgn="auto" latinLnBrk="0" hangingPunct="1">
                  <a:lnSpc>
                    <a:spcPct val="100000"/>
                  </a:lnSpc>
                  <a:spcBef>
                    <a:spcPts val="649"/>
                  </a:spcBef>
                  <a:spcAft>
                    <a:spcPts val="0"/>
                  </a:spcAft>
                  <a:buClrTx/>
                  <a:buSzTx/>
                  <a:buFont typeface="Arial"/>
                  <a:buNone/>
                  <a:tabLst/>
                  <a:defRPr/>
                </a:pPr>
                <a:endParaRPr kumimoji="0" sz="1334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Light"/>
                  <a:ea typeface="+mn-ea"/>
                  <a:cs typeface="Versos Light"/>
                  <a:sym typeface="Arial"/>
                </a:endParaRPr>
              </a:p>
            </p:txBody>
          </p:sp>
          <p:grpSp>
            <p:nvGrpSpPr>
              <p:cNvPr id="361" name="Group 360">
                <a:extLst>
                  <a:ext uri="{FF2B5EF4-FFF2-40B4-BE49-F238E27FC236}">
                    <a16:creationId xmlns:a16="http://schemas.microsoft.com/office/drawing/2014/main" id="{344F0E96-8041-9CD8-1433-9C82E3DF442E}"/>
                  </a:ext>
                </a:extLst>
              </p:cNvPr>
              <p:cNvGrpSpPr/>
              <p:nvPr/>
            </p:nvGrpSpPr>
            <p:grpSpPr>
              <a:xfrm>
                <a:off x="1158936" y="1365165"/>
                <a:ext cx="909759" cy="833426"/>
                <a:chOff x="1166158" y="1365165"/>
                <a:chExt cx="909759" cy="833426"/>
              </a:xfrm>
            </p:grpSpPr>
            <p:sp>
              <p:nvSpPr>
                <p:cNvPr id="363" name="object 13">
                  <a:extLst>
                    <a:ext uri="{FF2B5EF4-FFF2-40B4-BE49-F238E27FC236}">
                      <a16:creationId xmlns:a16="http://schemas.microsoft.com/office/drawing/2014/main" id="{E1BB871F-E159-BEC3-3F33-166AAFA127F2}"/>
                    </a:ext>
                  </a:extLst>
                </p:cNvPr>
                <p:cNvSpPr txBox="1"/>
                <p:nvPr/>
              </p:nvSpPr>
              <p:spPr>
                <a:xfrm>
                  <a:off x="1166158" y="1365165"/>
                  <a:ext cx="909759" cy="353943"/>
                </a:xfrm>
                <a:prstGeom prst="rect">
                  <a:avLst/>
                </a:prstGeom>
              </p:spPr>
              <p:txBody>
                <a:bodyPr vert="horz" wrap="square" lIns="0" tIns="0" rIns="0" bIns="0" rtlCol="0" anchor="ctr" anchorCtr="0">
                  <a:spAutoFit/>
                </a:bodyPr>
                <a:lstStyle/>
                <a:p>
                  <a:pPr marL="0" marR="0" lvl="0" indent="0" algn="l" defTabSz="55444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 typeface="Arial"/>
                    <a:buNone/>
                    <a:tabLst/>
                    <a:defRPr/>
                  </a:pPr>
                  <a:r>
                    <a:rPr kumimoji="0" lang="en-US" sz="1150" b="1" i="0" u="none" strike="noStrike" kern="0" cap="none" spc="0" normalizeH="0" baseline="0" noProof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Versos" panose="020B0503020204030204" pitchFamily="34" charset="0"/>
                      <a:ea typeface="+mn-ea"/>
                      <a:cs typeface="Versos"/>
                      <a:sym typeface="Arial"/>
                    </a:rPr>
                    <a:t>Marília</a:t>
                  </a:r>
                </a:p>
                <a:p>
                  <a:pPr marL="0" marR="0" lvl="0" indent="0" algn="l" defTabSz="55444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 typeface="Arial"/>
                    <a:buNone/>
                    <a:tabLst/>
                    <a:defRPr/>
                  </a:pPr>
                  <a:r>
                    <a:rPr kumimoji="0" lang="en-US" sz="1150" b="1" i="0" u="none" strike="noStrike" kern="0" cap="none" spc="0" normalizeH="0" baseline="0" noProof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Versos" panose="020B0503020204030204" pitchFamily="34" charset="0"/>
                      <a:ea typeface="+mn-ea"/>
                      <a:cs typeface="Versos"/>
                      <a:sym typeface="Arial"/>
                    </a:rPr>
                    <a:t>Romero</a:t>
                  </a:r>
                </a:p>
              </p:txBody>
            </p:sp>
            <p:sp>
              <p:nvSpPr>
                <p:cNvPr id="364" name="object 31">
                  <a:extLst>
                    <a:ext uri="{FF2B5EF4-FFF2-40B4-BE49-F238E27FC236}">
                      <a16:creationId xmlns:a16="http://schemas.microsoft.com/office/drawing/2014/main" id="{7451F718-41F6-D378-F4BD-714D000F0761}"/>
                    </a:ext>
                  </a:extLst>
                </p:cNvPr>
                <p:cNvSpPr/>
                <p:nvPr/>
              </p:nvSpPr>
              <p:spPr>
                <a:xfrm flipV="1">
                  <a:off x="1166158" y="1705654"/>
                  <a:ext cx="909759" cy="21578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48735">
                      <a:moveTo>
                        <a:pt x="0" y="0"/>
                      </a:moveTo>
                      <a:lnTo>
                        <a:pt x="3848699" y="0"/>
                      </a:lnTo>
                    </a:path>
                  </a:pathLst>
                </a:custGeom>
                <a:ln w="10470">
                  <a:solidFill>
                    <a:schemeClr val="bg1"/>
                  </a:solidFill>
                </a:ln>
              </p:spPr>
              <p:txBody>
                <a:bodyPr wrap="square" lIns="0" tIns="0" rIns="0" bIns="0" rtlCol="0"/>
                <a:lstStyle/>
                <a:p>
                  <a:pPr marL="0" marR="0" lvl="0" indent="0" algn="l" defTabSz="554492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 typeface="Arial"/>
                    <a:buNone/>
                    <a:tabLst/>
                    <a:defRPr/>
                  </a:pPr>
                  <a:endParaRPr kumimoji="0" sz="1092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/>
                    <a:ea typeface="+mn-ea"/>
                    <a:cs typeface="Arial"/>
                    <a:sym typeface="Arial"/>
                  </a:endParaRPr>
                </a:p>
              </p:txBody>
            </p:sp>
            <p:sp>
              <p:nvSpPr>
                <p:cNvPr id="365" name="chris-egan-titulo">
                  <a:extLst>
                    <a:ext uri="{FF2B5EF4-FFF2-40B4-BE49-F238E27FC236}">
                      <a16:creationId xmlns:a16="http://schemas.microsoft.com/office/drawing/2014/main" id="{23687EF9-E402-027E-1542-168EC2741EF6}"/>
                    </a:ext>
                  </a:extLst>
                </p:cNvPr>
                <p:cNvSpPr txBox="1"/>
                <p:nvPr/>
              </p:nvSpPr>
              <p:spPr>
                <a:xfrm>
                  <a:off x="1166158" y="1984045"/>
                  <a:ext cx="909759" cy="214546"/>
                </a:xfrm>
                <a:prstGeom prst="rect">
                  <a:avLst/>
                </a:prstGeom>
              </p:spPr>
              <p:txBody>
                <a:bodyPr vert="horz" wrap="square" lIns="0" tIns="0" rIns="0" bIns="0" rtlCol="0">
                  <a:spAutoFit/>
                </a:bodyPr>
                <a:lstStyle/>
                <a:p>
                  <a:pPr marL="0" marR="0" lvl="0" indent="0" algn="l" defTabSz="55444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 typeface="Arial"/>
                    <a:buNone/>
                    <a:tabLst/>
                    <a:defRPr/>
                  </a:pPr>
                  <a:r>
                    <a:rPr kumimoji="0" lang="en-US" sz="697" b="0" i="0" u="none" strike="noStrike" kern="0" cap="none" spc="33" normalizeH="0" baseline="0" noProof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Versos"/>
                      <a:ea typeface="+mn-ea"/>
                      <a:cs typeface="Arial"/>
                      <a:sym typeface="Arial"/>
                    </a:rPr>
                    <a:t>PESSOAS </a:t>
                  </a:r>
                  <a:br>
                    <a:rPr kumimoji="0" lang="en-US" sz="697" b="0" i="0" u="none" strike="noStrike" kern="0" cap="none" spc="33" normalizeH="0" baseline="0" noProof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Versos"/>
                      <a:ea typeface="+mn-ea"/>
                      <a:cs typeface="Arial"/>
                      <a:sym typeface="Arial"/>
                    </a:rPr>
                  </a:br>
                  <a:r>
                    <a:rPr kumimoji="0" lang="en-US" sz="697" b="0" i="0" u="none" strike="noStrike" kern="0" cap="none" spc="33" normalizeH="0" baseline="0" noProof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Versos"/>
                      <a:ea typeface="+mn-ea"/>
                      <a:cs typeface="Arial"/>
                      <a:sym typeface="Arial"/>
                    </a:rPr>
                    <a:t>&amp; CULTURA</a:t>
                  </a:r>
                </a:p>
              </p:txBody>
            </p:sp>
          </p:grpSp>
          <p:sp>
            <p:nvSpPr>
              <p:cNvPr id="362" name="rodrigo-freire-experiencia">
                <a:extLst>
                  <a:ext uri="{FF2B5EF4-FFF2-40B4-BE49-F238E27FC236}">
                    <a16:creationId xmlns:a16="http://schemas.microsoft.com/office/drawing/2014/main" id="{55BAA4EF-739D-74E8-1A3D-EB9B7440BE89}"/>
                  </a:ext>
                </a:extLst>
              </p:cNvPr>
              <p:cNvSpPr txBox="1"/>
              <p:nvPr/>
            </p:nvSpPr>
            <p:spPr>
              <a:xfrm>
                <a:off x="310708" y="2303405"/>
                <a:ext cx="1757987" cy="514184"/>
              </a:xfrm>
              <a:prstGeom prst="round1Rect">
                <a:avLst>
                  <a:gd name="adj" fmla="val 0"/>
                </a:avLst>
              </a:prstGeom>
              <a:solidFill>
                <a:schemeClr val="tx1">
                  <a:lumMod val="85000"/>
                  <a:lumOff val="15000"/>
                </a:schemeClr>
              </a:solidFill>
            </p:spPr>
            <p:txBody>
              <a:bodyPr vert="horz" wrap="square" lIns="144000" tIns="0" rIns="72000" bIns="0" rtlCol="0" anchor="ctr" anchorCtr="0">
                <a:noAutofit/>
              </a:bodyPr>
              <a:lstStyle/>
              <a:p>
                <a:pPr marL="0" marR="2540" lvl="0" indent="0" algn="l" defTabSz="55444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Light"/>
                  <a:ea typeface="+mn-ea"/>
                  <a:cs typeface="Arial"/>
                  <a:sym typeface="Arial"/>
                </a:endParaRPr>
              </a:p>
            </p:txBody>
          </p:sp>
        </p:grpSp>
        <p:pic>
          <p:nvPicPr>
            <p:cNvPr id="451" name="logo-volkswagen" descr="A blue and black logo&#10;&#10;AI-generated content may be incorrect.">
              <a:extLst>
                <a:ext uri="{FF2B5EF4-FFF2-40B4-BE49-F238E27FC236}">
                  <a16:creationId xmlns:a16="http://schemas.microsoft.com/office/drawing/2014/main" id="{BBB725B5-742F-6E6B-0E14-75FE02E37624}"/>
                </a:ext>
              </a:extLst>
            </p:cNvPr>
            <p:cNvPicPr>
              <a:picLocks noChangeAspect="1"/>
            </p:cNvPicPr>
            <p:nvPr/>
          </p:nvPicPr>
          <p:blipFill>
            <a:blip r:embed="rId34">
              <a:extLst>
                <a:ext uri="{BEBA8EAE-BF5A-486C-A8C5-ECC9F3942E4B}">
                  <a14:imgProps xmlns:a14="http://schemas.microsoft.com/office/drawing/2010/main">
                    <a14:imgLayer r:embed="rId35">
                      <a14:imgEffect>
                        <a14:brightnessContrast bright="10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9479457" y="6037806"/>
              <a:ext cx="284067" cy="284067"/>
            </a:xfrm>
            <a:prstGeom prst="rect">
              <a:avLst/>
            </a:prstGeom>
          </p:spPr>
        </p:pic>
        <p:pic>
          <p:nvPicPr>
            <p:cNvPr id="452" name="logo-crefisa" descr="A blue text on a black background&#10;&#10;AI-generated content may be incorrect.">
              <a:extLst>
                <a:ext uri="{FF2B5EF4-FFF2-40B4-BE49-F238E27FC236}">
                  <a16:creationId xmlns:a16="http://schemas.microsoft.com/office/drawing/2014/main" id="{D97CA482-5982-46B2-AA27-A0D604640F42}"/>
                </a:ext>
              </a:extLst>
            </p:cNvPr>
            <p:cNvPicPr>
              <a:picLocks noChangeAspect="1"/>
            </p:cNvPicPr>
            <p:nvPr/>
          </p:nvPicPr>
          <p:blipFill>
            <a:blip r:embed="rId36">
              <a:extLst>
                <a:ext uri="{BEBA8EAE-BF5A-486C-A8C5-ECC9F3942E4B}">
                  <a14:imgProps xmlns:a14="http://schemas.microsoft.com/office/drawing/2010/main">
                    <a14:imgLayer r:embed="rId37">
                      <a14:imgEffect>
                        <a14:brightnessContrast bright="10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8802843" y="6073278"/>
              <a:ext cx="543315" cy="204648"/>
            </a:xfrm>
            <a:prstGeom prst="rect">
              <a:avLst/>
            </a:prstGeom>
          </p:spPr>
        </p:pic>
        <p:pic>
          <p:nvPicPr>
            <p:cNvPr id="453" name="logo-bv">
              <a:extLst>
                <a:ext uri="{FF2B5EF4-FFF2-40B4-BE49-F238E27FC236}">
                  <a16:creationId xmlns:a16="http://schemas.microsoft.com/office/drawing/2014/main" id="{BD5D4C3B-3586-76FE-FF43-DD70C721254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5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 bwMode="auto">
            <a:xfrm>
              <a:off x="8402791" y="6091482"/>
              <a:ext cx="264428" cy="2052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459" name="Picture 8">
            <a:extLst>
              <a:ext uri="{FF2B5EF4-FFF2-40B4-BE49-F238E27FC236}">
                <a16:creationId xmlns:a16="http://schemas.microsoft.com/office/drawing/2014/main" id="{8A4EA67A-F74C-2EC3-1C36-D25BE90DDED7}"/>
              </a:ext>
            </a:extLst>
          </p:cNvPr>
          <p:cNvSpPr/>
          <p:nvPr/>
        </p:nvSpPr>
        <p:spPr>
          <a:xfrm>
            <a:off x="289753" y="372740"/>
            <a:ext cx="1395827" cy="474028"/>
          </a:xfrm>
          <a:custGeom>
            <a:avLst/>
            <a:gdLst>
              <a:gd name="connsiteX0" fmla="*/ 739575 w 765852"/>
              <a:gd name="connsiteY0" fmla="*/ 143884 h 260086"/>
              <a:gd name="connsiteX1" fmla="*/ 765852 w 765852"/>
              <a:gd name="connsiteY1" fmla="*/ 83403 h 260086"/>
              <a:gd name="connsiteX2" fmla="*/ 739575 w 765852"/>
              <a:gd name="connsiteY2" fmla="*/ 22921 h 260086"/>
              <a:gd name="connsiteX3" fmla="*/ 672177 w 765852"/>
              <a:gd name="connsiteY3" fmla="*/ 0 h 260086"/>
              <a:gd name="connsiteX4" fmla="*/ 604779 w 765852"/>
              <a:gd name="connsiteY4" fmla="*/ 22921 h 260086"/>
              <a:gd name="connsiteX5" fmla="*/ 578501 w 765852"/>
              <a:gd name="connsiteY5" fmla="*/ 83403 h 260086"/>
              <a:gd name="connsiteX6" fmla="*/ 604779 w 765852"/>
              <a:gd name="connsiteY6" fmla="*/ 143884 h 260086"/>
              <a:gd name="connsiteX7" fmla="*/ 672177 w 765852"/>
              <a:gd name="connsiteY7" fmla="*/ 166805 h 260086"/>
              <a:gd name="connsiteX8" fmla="*/ 739575 w 765852"/>
              <a:gd name="connsiteY8" fmla="*/ 143884 h 260086"/>
              <a:gd name="connsiteX9" fmla="*/ 604595 w 765852"/>
              <a:gd name="connsiteY9" fmla="*/ 83403 h 260086"/>
              <a:gd name="connsiteX10" fmla="*/ 622611 w 765852"/>
              <a:gd name="connsiteY10" fmla="*/ 41871 h 260086"/>
              <a:gd name="connsiteX11" fmla="*/ 672177 w 765852"/>
              <a:gd name="connsiteY11" fmla="*/ 25719 h 260086"/>
              <a:gd name="connsiteX12" fmla="*/ 721742 w 765852"/>
              <a:gd name="connsiteY12" fmla="*/ 41871 h 260086"/>
              <a:gd name="connsiteX13" fmla="*/ 739759 w 765852"/>
              <a:gd name="connsiteY13" fmla="*/ 83403 h 260086"/>
              <a:gd name="connsiteX14" fmla="*/ 721742 w 765852"/>
              <a:gd name="connsiteY14" fmla="*/ 124934 h 260086"/>
              <a:gd name="connsiteX15" fmla="*/ 672177 w 765852"/>
              <a:gd name="connsiteY15" fmla="*/ 141077 h 260086"/>
              <a:gd name="connsiteX16" fmla="*/ 622611 w 765852"/>
              <a:gd name="connsiteY16" fmla="*/ 124934 h 260086"/>
              <a:gd name="connsiteX17" fmla="*/ 604595 w 765852"/>
              <a:gd name="connsiteY17" fmla="*/ 83403 h 260086"/>
              <a:gd name="connsiteX18" fmla="*/ 238310 w 765852"/>
              <a:gd name="connsiteY18" fmla="*/ 207181 h 260086"/>
              <a:gd name="connsiteX19" fmla="*/ 249560 w 765852"/>
              <a:gd name="connsiteY19" fmla="*/ 204081 h 260086"/>
              <a:gd name="connsiteX20" fmla="*/ 261562 w 765852"/>
              <a:gd name="connsiteY20" fmla="*/ 207713 h 260086"/>
              <a:gd name="connsiteX21" fmla="*/ 268163 w 765852"/>
              <a:gd name="connsiteY21" fmla="*/ 217812 h 260086"/>
              <a:gd name="connsiteX22" fmla="*/ 275874 w 765852"/>
              <a:gd name="connsiteY22" fmla="*/ 217812 h 260086"/>
              <a:gd name="connsiteX23" fmla="*/ 267145 w 765852"/>
              <a:gd name="connsiteY23" fmla="*/ 202568 h 260086"/>
              <a:gd name="connsiteX24" fmla="*/ 249917 w 765852"/>
              <a:gd name="connsiteY24" fmla="*/ 196982 h 260086"/>
              <a:gd name="connsiteX25" fmla="*/ 234322 w 765852"/>
              <a:gd name="connsiteY25" fmla="*/ 200926 h 260086"/>
              <a:gd name="connsiteX26" fmla="*/ 223961 w 765852"/>
              <a:gd name="connsiteY26" fmla="*/ 212052 h 260086"/>
              <a:gd name="connsiteX27" fmla="*/ 220330 w 765852"/>
              <a:gd name="connsiteY27" fmla="*/ 228534 h 260086"/>
              <a:gd name="connsiteX28" fmla="*/ 223961 w 765852"/>
              <a:gd name="connsiteY28" fmla="*/ 245062 h 260086"/>
              <a:gd name="connsiteX29" fmla="*/ 234322 w 765852"/>
              <a:gd name="connsiteY29" fmla="*/ 256142 h 260086"/>
              <a:gd name="connsiteX30" fmla="*/ 249917 w 765852"/>
              <a:gd name="connsiteY30" fmla="*/ 260086 h 260086"/>
              <a:gd name="connsiteX31" fmla="*/ 267145 w 765852"/>
              <a:gd name="connsiteY31" fmla="*/ 254501 h 260086"/>
              <a:gd name="connsiteX32" fmla="*/ 275782 w 765852"/>
              <a:gd name="connsiteY32" fmla="*/ 239256 h 260086"/>
              <a:gd name="connsiteX33" fmla="*/ 268071 w 765852"/>
              <a:gd name="connsiteY33" fmla="*/ 239256 h 260086"/>
              <a:gd name="connsiteX34" fmla="*/ 261516 w 765852"/>
              <a:gd name="connsiteY34" fmla="*/ 249401 h 260086"/>
              <a:gd name="connsiteX35" fmla="*/ 249560 w 765852"/>
              <a:gd name="connsiteY35" fmla="*/ 252987 h 260086"/>
              <a:gd name="connsiteX36" fmla="*/ 238310 w 765852"/>
              <a:gd name="connsiteY36" fmla="*/ 249887 h 260086"/>
              <a:gd name="connsiteX37" fmla="*/ 230828 w 765852"/>
              <a:gd name="connsiteY37" fmla="*/ 241201 h 260086"/>
              <a:gd name="connsiteX38" fmla="*/ 228215 w 765852"/>
              <a:gd name="connsiteY38" fmla="*/ 228525 h 260086"/>
              <a:gd name="connsiteX39" fmla="*/ 230828 w 765852"/>
              <a:gd name="connsiteY39" fmla="*/ 215812 h 260086"/>
              <a:gd name="connsiteX40" fmla="*/ 238310 w 765852"/>
              <a:gd name="connsiteY40" fmla="*/ 207172 h 260086"/>
              <a:gd name="connsiteX41" fmla="*/ 335580 w 765852"/>
              <a:gd name="connsiteY41" fmla="*/ 197523 h 260086"/>
              <a:gd name="connsiteX42" fmla="*/ 311925 w 765852"/>
              <a:gd name="connsiteY42" fmla="*/ 259554 h 260086"/>
              <a:gd name="connsiteX43" fmla="*/ 319892 w 765852"/>
              <a:gd name="connsiteY43" fmla="*/ 259554 h 260086"/>
              <a:gd name="connsiteX44" fmla="*/ 326448 w 765852"/>
              <a:gd name="connsiteY44" fmla="*/ 242806 h 260086"/>
              <a:gd name="connsiteX45" fmla="*/ 353467 w 765852"/>
              <a:gd name="connsiteY45" fmla="*/ 242806 h 260086"/>
              <a:gd name="connsiteX46" fmla="*/ 360023 w 765852"/>
              <a:gd name="connsiteY46" fmla="*/ 259554 h 260086"/>
              <a:gd name="connsiteX47" fmla="*/ 368256 w 765852"/>
              <a:gd name="connsiteY47" fmla="*/ 259554 h 260086"/>
              <a:gd name="connsiteX48" fmla="*/ 344693 w 765852"/>
              <a:gd name="connsiteY48" fmla="*/ 197523 h 260086"/>
              <a:gd name="connsiteX49" fmla="*/ 335570 w 765852"/>
              <a:gd name="connsiteY49" fmla="*/ 197523 h 260086"/>
              <a:gd name="connsiteX50" fmla="*/ 328758 w 765852"/>
              <a:gd name="connsiteY50" fmla="*/ 235808 h 260086"/>
              <a:gd name="connsiteX51" fmla="*/ 339916 w 765852"/>
              <a:gd name="connsiteY51" fmla="*/ 205943 h 260086"/>
              <a:gd name="connsiteX52" fmla="*/ 351166 w 765852"/>
              <a:gd name="connsiteY52" fmla="*/ 235808 h 260086"/>
              <a:gd name="connsiteX53" fmla="*/ 328749 w 765852"/>
              <a:gd name="connsiteY53" fmla="*/ 235808 h 260086"/>
              <a:gd name="connsiteX54" fmla="*/ 725437 w 765852"/>
              <a:gd name="connsiteY54" fmla="*/ 197523 h 260086"/>
              <a:gd name="connsiteX55" fmla="*/ 717736 w 765852"/>
              <a:gd name="connsiteY55" fmla="*/ 197523 h 260086"/>
              <a:gd name="connsiteX56" fmla="*/ 717736 w 765852"/>
              <a:gd name="connsiteY56" fmla="*/ 259554 h 260086"/>
              <a:gd name="connsiteX57" fmla="*/ 753704 w 765852"/>
              <a:gd name="connsiteY57" fmla="*/ 259554 h 260086"/>
              <a:gd name="connsiteX58" fmla="*/ 753704 w 765852"/>
              <a:gd name="connsiteY58" fmla="*/ 252464 h 260086"/>
              <a:gd name="connsiteX59" fmla="*/ 725446 w 765852"/>
              <a:gd name="connsiteY59" fmla="*/ 252464 h 260086"/>
              <a:gd name="connsiteX60" fmla="*/ 725446 w 765852"/>
              <a:gd name="connsiteY60" fmla="*/ 197523 h 260086"/>
              <a:gd name="connsiteX61" fmla="*/ 250953 w 765852"/>
              <a:gd name="connsiteY61" fmla="*/ 2119 h 260086"/>
              <a:gd name="connsiteX62" fmla="*/ 225566 w 765852"/>
              <a:gd name="connsiteY62" fmla="*/ 2119 h 260086"/>
              <a:gd name="connsiteX63" fmla="*/ 225566 w 765852"/>
              <a:gd name="connsiteY63" fmla="*/ 164677 h 260086"/>
              <a:gd name="connsiteX64" fmla="*/ 250953 w 765852"/>
              <a:gd name="connsiteY64" fmla="*/ 164677 h 260086"/>
              <a:gd name="connsiteX65" fmla="*/ 250953 w 765852"/>
              <a:gd name="connsiteY65" fmla="*/ 2119 h 260086"/>
              <a:gd name="connsiteX66" fmla="*/ 80592 w 765852"/>
              <a:gd name="connsiteY66" fmla="*/ 62692 h 260086"/>
              <a:gd name="connsiteX67" fmla="*/ 80592 w 765852"/>
              <a:gd name="connsiteY67" fmla="*/ 164687 h 260086"/>
              <a:gd name="connsiteX68" fmla="*/ 106732 w 765852"/>
              <a:gd name="connsiteY68" fmla="*/ 164687 h 260086"/>
              <a:gd name="connsiteX69" fmla="*/ 106713 w 765852"/>
              <a:gd name="connsiteY69" fmla="*/ 62692 h 260086"/>
              <a:gd name="connsiteX70" fmla="*/ 95124 w 765852"/>
              <a:gd name="connsiteY70" fmla="*/ 28700 h 260086"/>
              <a:gd name="connsiteX71" fmla="*/ 93648 w 765852"/>
              <a:gd name="connsiteY71" fmla="*/ 26792 h 260086"/>
              <a:gd name="connsiteX72" fmla="*/ 92172 w 765852"/>
              <a:gd name="connsiteY72" fmla="*/ 28700 h 260086"/>
              <a:gd name="connsiteX73" fmla="*/ 80583 w 765852"/>
              <a:gd name="connsiteY73" fmla="*/ 62692 h 260086"/>
              <a:gd name="connsiteX74" fmla="*/ 47273 w 765852"/>
              <a:gd name="connsiteY74" fmla="*/ 2119 h 260086"/>
              <a:gd name="connsiteX75" fmla="*/ 0 w 765852"/>
              <a:gd name="connsiteY75" fmla="*/ 2119 h 260086"/>
              <a:gd name="connsiteX76" fmla="*/ 0 w 765852"/>
              <a:gd name="connsiteY76" fmla="*/ 26792 h 260086"/>
              <a:gd name="connsiteX77" fmla="*/ 93648 w 765852"/>
              <a:gd name="connsiteY77" fmla="*/ 26792 h 260086"/>
              <a:gd name="connsiteX78" fmla="*/ 91328 w 765852"/>
              <a:gd name="connsiteY78" fmla="*/ 23793 h 260086"/>
              <a:gd name="connsiteX79" fmla="*/ 47273 w 765852"/>
              <a:gd name="connsiteY79" fmla="*/ 2119 h 260086"/>
              <a:gd name="connsiteX80" fmla="*/ 95968 w 765852"/>
              <a:gd name="connsiteY80" fmla="*/ 23793 h 260086"/>
              <a:gd name="connsiteX81" fmla="*/ 93648 w 765852"/>
              <a:gd name="connsiteY81" fmla="*/ 26792 h 260086"/>
              <a:gd name="connsiteX82" fmla="*/ 187296 w 765852"/>
              <a:gd name="connsiteY82" fmla="*/ 26792 h 260086"/>
              <a:gd name="connsiteX83" fmla="*/ 187296 w 765852"/>
              <a:gd name="connsiteY83" fmla="*/ 2119 h 260086"/>
              <a:gd name="connsiteX84" fmla="*/ 140023 w 765852"/>
              <a:gd name="connsiteY84" fmla="*/ 2119 h 260086"/>
              <a:gd name="connsiteX85" fmla="*/ 95958 w 765852"/>
              <a:gd name="connsiteY85" fmla="*/ 23793 h 260086"/>
              <a:gd name="connsiteX86" fmla="*/ 514844 w 765852"/>
              <a:gd name="connsiteY86" fmla="*/ 164677 h 260086"/>
              <a:gd name="connsiteX87" fmla="*/ 540232 w 765852"/>
              <a:gd name="connsiteY87" fmla="*/ 164677 h 260086"/>
              <a:gd name="connsiteX88" fmla="*/ 540232 w 765852"/>
              <a:gd name="connsiteY88" fmla="*/ 2119 h 260086"/>
              <a:gd name="connsiteX89" fmla="*/ 514844 w 765852"/>
              <a:gd name="connsiteY89" fmla="*/ 2119 h 260086"/>
              <a:gd name="connsiteX90" fmla="*/ 514844 w 765852"/>
              <a:gd name="connsiteY90" fmla="*/ 164677 h 260086"/>
              <a:gd name="connsiteX91" fmla="*/ 495205 w 765852"/>
              <a:gd name="connsiteY91" fmla="*/ 259554 h 260086"/>
              <a:gd name="connsiteX92" fmla="*/ 502915 w 765852"/>
              <a:gd name="connsiteY92" fmla="*/ 259554 h 260086"/>
              <a:gd name="connsiteX93" fmla="*/ 502915 w 765852"/>
              <a:gd name="connsiteY93" fmla="*/ 197523 h 260086"/>
              <a:gd name="connsiteX94" fmla="*/ 495205 w 765852"/>
              <a:gd name="connsiteY94" fmla="*/ 197523 h 260086"/>
              <a:gd name="connsiteX95" fmla="*/ 495205 w 765852"/>
              <a:gd name="connsiteY95" fmla="*/ 259554 h 260086"/>
              <a:gd name="connsiteX96" fmla="*/ 544816 w 765852"/>
              <a:gd name="connsiteY96" fmla="*/ 204613 h 260086"/>
              <a:gd name="connsiteX97" fmla="*/ 564923 w 765852"/>
              <a:gd name="connsiteY97" fmla="*/ 204613 h 260086"/>
              <a:gd name="connsiteX98" fmla="*/ 564923 w 765852"/>
              <a:gd name="connsiteY98" fmla="*/ 259554 h 260086"/>
              <a:gd name="connsiteX99" fmla="*/ 572633 w 765852"/>
              <a:gd name="connsiteY99" fmla="*/ 259554 h 260086"/>
              <a:gd name="connsiteX100" fmla="*/ 572633 w 765852"/>
              <a:gd name="connsiteY100" fmla="*/ 204613 h 260086"/>
              <a:gd name="connsiteX101" fmla="*/ 592740 w 765852"/>
              <a:gd name="connsiteY101" fmla="*/ 204613 h 260086"/>
              <a:gd name="connsiteX102" fmla="*/ 592740 w 765852"/>
              <a:gd name="connsiteY102" fmla="*/ 197523 h 260086"/>
              <a:gd name="connsiteX103" fmla="*/ 544816 w 765852"/>
              <a:gd name="connsiteY103" fmla="*/ 197523 h 260086"/>
              <a:gd name="connsiteX104" fmla="*/ 544816 w 765852"/>
              <a:gd name="connsiteY104" fmla="*/ 204613 h 260086"/>
              <a:gd name="connsiteX105" fmla="*/ 287389 w 765852"/>
              <a:gd name="connsiteY105" fmla="*/ 2119 h 260086"/>
              <a:gd name="connsiteX106" fmla="*/ 345234 w 765852"/>
              <a:gd name="connsiteY106" fmla="*/ 140105 h 260086"/>
              <a:gd name="connsiteX107" fmla="*/ 381413 w 765852"/>
              <a:gd name="connsiteY107" fmla="*/ 166796 h 260086"/>
              <a:gd name="connsiteX108" fmla="*/ 382899 w 765852"/>
              <a:gd name="connsiteY108" fmla="*/ 166796 h 260086"/>
              <a:gd name="connsiteX109" fmla="*/ 316692 w 765852"/>
              <a:gd name="connsiteY109" fmla="*/ 2119 h 260086"/>
              <a:gd name="connsiteX110" fmla="*/ 287389 w 765852"/>
              <a:gd name="connsiteY110" fmla="*/ 2119 h 260086"/>
              <a:gd name="connsiteX111" fmla="*/ 443549 w 765852"/>
              <a:gd name="connsiteY111" fmla="*/ 199871 h 260086"/>
              <a:gd name="connsiteX112" fmla="*/ 432739 w 765852"/>
              <a:gd name="connsiteY112" fmla="*/ 197523 h 260086"/>
              <a:gd name="connsiteX113" fmla="*/ 408910 w 765852"/>
              <a:gd name="connsiteY113" fmla="*/ 197523 h 260086"/>
              <a:gd name="connsiteX114" fmla="*/ 408910 w 765852"/>
              <a:gd name="connsiteY114" fmla="*/ 259554 h 260086"/>
              <a:gd name="connsiteX115" fmla="*/ 416621 w 765852"/>
              <a:gd name="connsiteY115" fmla="*/ 259554 h 260086"/>
              <a:gd name="connsiteX116" fmla="*/ 416621 w 765852"/>
              <a:gd name="connsiteY116" fmla="*/ 235716 h 260086"/>
              <a:gd name="connsiteX117" fmla="*/ 432748 w 765852"/>
              <a:gd name="connsiteY117" fmla="*/ 235716 h 260086"/>
              <a:gd name="connsiteX118" fmla="*/ 443512 w 765852"/>
              <a:gd name="connsiteY118" fmla="*/ 233368 h 260086"/>
              <a:gd name="connsiteX119" fmla="*/ 450728 w 765852"/>
              <a:gd name="connsiteY119" fmla="*/ 226681 h 260086"/>
              <a:gd name="connsiteX120" fmla="*/ 453295 w 765852"/>
              <a:gd name="connsiteY120" fmla="*/ 216583 h 260086"/>
              <a:gd name="connsiteX121" fmla="*/ 450774 w 765852"/>
              <a:gd name="connsiteY121" fmla="*/ 206521 h 260086"/>
              <a:gd name="connsiteX122" fmla="*/ 443558 w 765852"/>
              <a:gd name="connsiteY122" fmla="*/ 199871 h 260086"/>
              <a:gd name="connsiteX123" fmla="*/ 441779 w 765852"/>
              <a:gd name="connsiteY123" fmla="*/ 225351 h 260086"/>
              <a:gd name="connsiteX124" fmla="*/ 432033 w 765852"/>
              <a:gd name="connsiteY124" fmla="*/ 228635 h 260086"/>
              <a:gd name="connsiteX125" fmla="*/ 416621 w 765852"/>
              <a:gd name="connsiteY125" fmla="*/ 228635 h 260086"/>
              <a:gd name="connsiteX126" fmla="*/ 416621 w 765852"/>
              <a:gd name="connsiteY126" fmla="*/ 204622 h 260086"/>
              <a:gd name="connsiteX127" fmla="*/ 432125 w 765852"/>
              <a:gd name="connsiteY127" fmla="*/ 204622 h 260086"/>
              <a:gd name="connsiteX128" fmla="*/ 441825 w 765852"/>
              <a:gd name="connsiteY128" fmla="*/ 207860 h 260086"/>
              <a:gd name="connsiteX129" fmla="*/ 445410 w 765852"/>
              <a:gd name="connsiteY129" fmla="*/ 216592 h 260086"/>
              <a:gd name="connsiteX130" fmla="*/ 441779 w 765852"/>
              <a:gd name="connsiteY130" fmla="*/ 225361 h 260086"/>
              <a:gd name="connsiteX131" fmla="*/ 382889 w 765852"/>
              <a:gd name="connsiteY131" fmla="*/ 166805 h 260086"/>
              <a:gd name="connsiteX132" fmla="*/ 384375 w 765852"/>
              <a:gd name="connsiteY132" fmla="*/ 166805 h 260086"/>
              <a:gd name="connsiteX133" fmla="*/ 420554 w 765852"/>
              <a:gd name="connsiteY133" fmla="*/ 140114 h 260086"/>
              <a:gd name="connsiteX134" fmla="*/ 478399 w 765852"/>
              <a:gd name="connsiteY134" fmla="*/ 2128 h 260086"/>
              <a:gd name="connsiteX135" fmla="*/ 449096 w 765852"/>
              <a:gd name="connsiteY135" fmla="*/ 2128 h 260086"/>
              <a:gd name="connsiteX136" fmla="*/ 382889 w 765852"/>
              <a:gd name="connsiteY136" fmla="*/ 166814 h 260086"/>
              <a:gd name="connsiteX137" fmla="*/ 644368 w 765852"/>
              <a:gd name="connsiteY137" fmla="*/ 197523 h 260086"/>
              <a:gd name="connsiteX138" fmla="*/ 620714 w 765852"/>
              <a:gd name="connsiteY138" fmla="*/ 259554 h 260086"/>
              <a:gd name="connsiteX139" fmla="*/ 628690 w 765852"/>
              <a:gd name="connsiteY139" fmla="*/ 259554 h 260086"/>
              <a:gd name="connsiteX140" fmla="*/ 635246 w 765852"/>
              <a:gd name="connsiteY140" fmla="*/ 242806 h 260086"/>
              <a:gd name="connsiteX141" fmla="*/ 662266 w 765852"/>
              <a:gd name="connsiteY141" fmla="*/ 242806 h 260086"/>
              <a:gd name="connsiteX142" fmla="*/ 668821 w 765852"/>
              <a:gd name="connsiteY142" fmla="*/ 259554 h 260086"/>
              <a:gd name="connsiteX143" fmla="*/ 677055 w 765852"/>
              <a:gd name="connsiteY143" fmla="*/ 259554 h 260086"/>
              <a:gd name="connsiteX144" fmla="*/ 653491 w 765852"/>
              <a:gd name="connsiteY144" fmla="*/ 197523 h 260086"/>
              <a:gd name="connsiteX145" fmla="*/ 644368 w 765852"/>
              <a:gd name="connsiteY145" fmla="*/ 197523 h 260086"/>
              <a:gd name="connsiteX146" fmla="*/ 637547 w 765852"/>
              <a:gd name="connsiteY146" fmla="*/ 235808 h 260086"/>
              <a:gd name="connsiteX147" fmla="*/ 648705 w 765852"/>
              <a:gd name="connsiteY147" fmla="*/ 205943 h 260086"/>
              <a:gd name="connsiteX148" fmla="*/ 659955 w 765852"/>
              <a:gd name="connsiteY148" fmla="*/ 235808 h 260086"/>
              <a:gd name="connsiteX149" fmla="*/ 637538 w 765852"/>
              <a:gd name="connsiteY149" fmla="*/ 235808 h 260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</a:cxnLst>
            <a:rect l="l" t="t" r="r" b="b"/>
            <a:pathLst>
              <a:path w="765852" h="260086">
                <a:moveTo>
                  <a:pt x="739575" y="143884"/>
                </a:moveTo>
                <a:cubicBezTo>
                  <a:pt x="756519" y="128906"/>
                  <a:pt x="765852" y="107425"/>
                  <a:pt x="765852" y="83403"/>
                </a:cubicBezTo>
                <a:cubicBezTo>
                  <a:pt x="765852" y="59381"/>
                  <a:pt x="756519" y="37899"/>
                  <a:pt x="739575" y="22921"/>
                </a:cubicBezTo>
                <a:cubicBezTo>
                  <a:pt x="722613" y="7925"/>
                  <a:pt x="699307" y="0"/>
                  <a:pt x="672177" y="0"/>
                </a:cubicBezTo>
                <a:cubicBezTo>
                  <a:pt x="645047" y="0"/>
                  <a:pt x="621740" y="7925"/>
                  <a:pt x="604779" y="22921"/>
                </a:cubicBezTo>
                <a:cubicBezTo>
                  <a:pt x="587835" y="37899"/>
                  <a:pt x="578501" y="59381"/>
                  <a:pt x="578501" y="83403"/>
                </a:cubicBezTo>
                <a:cubicBezTo>
                  <a:pt x="578501" y="107425"/>
                  <a:pt x="587835" y="128906"/>
                  <a:pt x="604779" y="143884"/>
                </a:cubicBezTo>
                <a:cubicBezTo>
                  <a:pt x="621740" y="158881"/>
                  <a:pt x="645047" y="166805"/>
                  <a:pt x="672177" y="166805"/>
                </a:cubicBezTo>
                <a:cubicBezTo>
                  <a:pt x="699307" y="166805"/>
                  <a:pt x="722613" y="158881"/>
                  <a:pt x="739575" y="143884"/>
                </a:cubicBezTo>
                <a:close/>
                <a:moveTo>
                  <a:pt x="604595" y="83403"/>
                </a:moveTo>
                <a:cubicBezTo>
                  <a:pt x="604595" y="66489"/>
                  <a:pt x="610821" y="52135"/>
                  <a:pt x="622611" y="41871"/>
                </a:cubicBezTo>
                <a:cubicBezTo>
                  <a:pt x="634751" y="31305"/>
                  <a:pt x="651887" y="25719"/>
                  <a:pt x="672177" y="25719"/>
                </a:cubicBezTo>
                <a:cubicBezTo>
                  <a:pt x="692467" y="25719"/>
                  <a:pt x="709603" y="31305"/>
                  <a:pt x="721742" y="41871"/>
                </a:cubicBezTo>
                <a:cubicBezTo>
                  <a:pt x="733524" y="52126"/>
                  <a:pt x="739759" y="66489"/>
                  <a:pt x="739759" y="83403"/>
                </a:cubicBezTo>
                <a:cubicBezTo>
                  <a:pt x="739759" y="100316"/>
                  <a:pt x="733533" y="114671"/>
                  <a:pt x="721742" y="124934"/>
                </a:cubicBezTo>
                <a:cubicBezTo>
                  <a:pt x="709603" y="135501"/>
                  <a:pt x="692467" y="141077"/>
                  <a:pt x="672177" y="141077"/>
                </a:cubicBezTo>
                <a:cubicBezTo>
                  <a:pt x="651887" y="141077"/>
                  <a:pt x="634741" y="135491"/>
                  <a:pt x="622611" y="124934"/>
                </a:cubicBezTo>
                <a:cubicBezTo>
                  <a:pt x="610830" y="114671"/>
                  <a:pt x="604595" y="100316"/>
                  <a:pt x="604595" y="83403"/>
                </a:cubicBezTo>
                <a:close/>
                <a:moveTo>
                  <a:pt x="238310" y="207181"/>
                </a:moveTo>
                <a:cubicBezTo>
                  <a:pt x="241556" y="205118"/>
                  <a:pt x="245306" y="204081"/>
                  <a:pt x="249560" y="204081"/>
                </a:cubicBezTo>
                <a:cubicBezTo>
                  <a:pt x="254282" y="204081"/>
                  <a:pt x="258288" y="205292"/>
                  <a:pt x="261562" y="207713"/>
                </a:cubicBezTo>
                <a:cubicBezTo>
                  <a:pt x="264835" y="210135"/>
                  <a:pt x="267035" y="213501"/>
                  <a:pt x="268163" y="217812"/>
                </a:cubicBezTo>
                <a:lnTo>
                  <a:pt x="275874" y="217812"/>
                </a:lnTo>
                <a:cubicBezTo>
                  <a:pt x="274691" y="211373"/>
                  <a:pt x="271784" y="206292"/>
                  <a:pt x="267145" y="202568"/>
                </a:cubicBezTo>
                <a:cubicBezTo>
                  <a:pt x="262506" y="198844"/>
                  <a:pt x="256766" y="196982"/>
                  <a:pt x="249917" y="196982"/>
                </a:cubicBezTo>
                <a:cubicBezTo>
                  <a:pt x="244013" y="196982"/>
                  <a:pt x="238814" y="198293"/>
                  <a:pt x="234322" y="200926"/>
                </a:cubicBezTo>
                <a:cubicBezTo>
                  <a:pt x="229838" y="203558"/>
                  <a:pt x="226382" y="207264"/>
                  <a:pt x="223961" y="212052"/>
                </a:cubicBezTo>
                <a:cubicBezTo>
                  <a:pt x="221541" y="216840"/>
                  <a:pt x="220330" y="222334"/>
                  <a:pt x="220330" y="228534"/>
                </a:cubicBezTo>
                <a:cubicBezTo>
                  <a:pt x="220330" y="234734"/>
                  <a:pt x="221541" y="240302"/>
                  <a:pt x="223961" y="245062"/>
                </a:cubicBezTo>
                <a:cubicBezTo>
                  <a:pt x="226382" y="249823"/>
                  <a:pt x="229838" y="253510"/>
                  <a:pt x="234322" y="256142"/>
                </a:cubicBezTo>
                <a:cubicBezTo>
                  <a:pt x="238805" y="258775"/>
                  <a:pt x="244004" y="260086"/>
                  <a:pt x="249917" y="260086"/>
                </a:cubicBezTo>
                <a:cubicBezTo>
                  <a:pt x="256831" y="260086"/>
                  <a:pt x="262570" y="258224"/>
                  <a:pt x="267145" y="254501"/>
                </a:cubicBezTo>
                <a:cubicBezTo>
                  <a:pt x="271720" y="250777"/>
                  <a:pt x="274599" y="245695"/>
                  <a:pt x="275782" y="239256"/>
                </a:cubicBezTo>
                <a:lnTo>
                  <a:pt x="268071" y="239256"/>
                </a:lnTo>
                <a:cubicBezTo>
                  <a:pt x="266888" y="243631"/>
                  <a:pt x="264706" y="247007"/>
                  <a:pt x="261516" y="249401"/>
                </a:cubicBezTo>
                <a:cubicBezTo>
                  <a:pt x="258325" y="251795"/>
                  <a:pt x="254337" y="252987"/>
                  <a:pt x="249560" y="252987"/>
                </a:cubicBezTo>
                <a:cubicBezTo>
                  <a:pt x="245306" y="252987"/>
                  <a:pt x="241556" y="251951"/>
                  <a:pt x="238310" y="249887"/>
                </a:cubicBezTo>
                <a:cubicBezTo>
                  <a:pt x="235064" y="247823"/>
                  <a:pt x="232561" y="244925"/>
                  <a:pt x="230828" y="241201"/>
                </a:cubicBezTo>
                <a:cubicBezTo>
                  <a:pt x="229086" y="237477"/>
                  <a:pt x="228215" y="233258"/>
                  <a:pt x="228215" y="228525"/>
                </a:cubicBezTo>
                <a:cubicBezTo>
                  <a:pt x="228215" y="223792"/>
                  <a:pt x="229086" y="219499"/>
                  <a:pt x="230828" y="215812"/>
                </a:cubicBezTo>
                <a:cubicBezTo>
                  <a:pt x="232570" y="212125"/>
                  <a:pt x="235064" y="209245"/>
                  <a:pt x="238310" y="207172"/>
                </a:cubicBezTo>
                <a:close/>
                <a:moveTo>
                  <a:pt x="335580" y="197523"/>
                </a:moveTo>
                <a:lnTo>
                  <a:pt x="311925" y="259554"/>
                </a:lnTo>
                <a:lnTo>
                  <a:pt x="319892" y="259554"/>
                </a:lnTo>
                <a:lnTo>
                  <a:pt x="326448" y="242806"/>
                </a:lnTo>
                <a:lnTo>
                  <a:pt x="353467" y="242806"/>
                </a:lnTo>
                <a:lnTo>
                  <a:pt x="360023" y="259554"/>
                </a:lnTo>
                <a:lnTo>
                  <a:pt x="368256" y="259554"/>
                </a:lnTo>
                <a:lnTo>
                  <a:pt x="344693" y="197523"/>
                </a:lnTo>
                <a:lnTo>
                  <a:pt x="335570" y="197523"/>
                </a:lnTo>
                <a:close/>
                <a:moveTo>
                  <a:pt x="328758" y="235808"/>
                </a:moveTo>
                <a:lnTo>
                  <a:pt x="339916" y="205943"/>
                </a:lnTo>
                <a:lnTo>
                  <a:pt x="351166" y="235808"/>
                </a:lnTo>
                <a:lnTo>
                  <a:pt x="328749" y="235808"/>
                </a:lnTo>
                <a:close/>
                <a:moveTo>
                  <a:pt x="725437" y="197523"/>
                </a:moveTo>
                <a:lnTo>
                  <a:pt x="717736" y="197523"/>
                </a:lnTo>
                <a:lnTo>
                  <a:pt x="717736" y="259554"/>
                </a:lnTo>
                <a:lnTo>
                  <a:pt x="753704" y="259554"/>
                </a:lnTo>
                <a:lnTo>
                  <a:pt x="753704" y="252464"/>
                </a:lnTo>
                <a:lnTo>
                  <a:pt x="725446" y="252464"/>
                </a:lnTo>
                <a:lnTo>
                  <a:pt x="725446" y="197523"/>
                </a:lnTo>
                <a:close/>
                <a:moveTo>
                  <a:pt x="250953" y="2119"/>
                </a:moveTo>
                <a:lnTo>
                  <a:pt x="225566" y="2119"/>
                </a:lnTo>
                <a:lnTo>
                  <a:pt x="225566" y="164677"/>
                </a:lnTo>
                <a:lnTo>
                  <a:pt x="250953" y="164677"/>
                </a:lnTo>
                <a:lnTo>
                  <a:pt x="250953" y="2119"/>
                </a:lnTo>
                <a:close/>
                <a:moveTo>
                  <a:pt x="80592" y="62692"/>
                </a:moveTo>
                <a:lnTo>
                  <a:pt x="80592" y="164687"/>
                </a:lnTo>
                <a:cubicBezTo>
                  <a:pt x="80592" y="164687"/>
                  <a:pt x="106732" y="164687"/>
                  <a:pt x="106732" y="164687"/>
                </a:cubicBezTo>
                <a:lnTo>
                  <a:pt x="106713" y="62692"/>
                </a:lnTo>
                <a:cubicBezTo>
                  <a:pt x="106713" y="50282"/>
                  <a:pt x="102707" y="38523"/>
                  <a:pt x="95124" y="28700"/>
                </a:cubicBezTo>
                <a:lnTo>
                  <a:pt x="93648" y="26792"/>
                </a:lnTo>
                <a:lnTo>
                  <a:pt x="92172" y="28700"/>
                </a:lnTo>
                <a:cubicBezTo>
                  <a:pt x="84589" y="38523"/>
                  <a:pt x="80583" y="50273"/>
                  <a:pt x="80583" y="62692"/>
                </a:cubicBezTo>
                <a:close/>
                <a:moveTo>
                  <a:pt x="47273" y="2119"/>
                </a:moveTo>
                <a:lnTo>
                  <a:pt x="0" y="2119"/>
                </a:lnTo>
                <a:lnTo>
                  <a:pt x="0" y="26792"/>
                </a:lnTo>
                <a:lnTo>
                  <a:pt x="93648" y="26792"/>
                </a:lnTo>
                <a:lnTo>
                  <a:pt x="91328" y="23793"/>
                </a:lnTo>
                <a:cubicBezTo>
                  <a:pt x="80693" y="10025"/>
                  <a:pt x="64629" y="2119"/>
                  <a:pt x="47273" y="2119"/>
                </a:cubicBezTo>
                <a:close/>
                <a:moveTo>
                  <a:pt x="95968" y="23793"/>
                </a:moveTo>
                <a:lnTo>
                  <a:pt x="93648" y="26792"/>
                </a:lnTo>
                <a:lnTo>
                  <a:pt x="187296" y="26792"/>
                </a:lnTo>
                <a:lnTo>
                  <a:pt x="187296" y="2119"/>
                </a:lnTo>
                <a:lnTo>
                  <a:pt x="140023" y="2119"/>
                </a:lnTo>
                <a:cubicBezTo>
                  <a:pt x="122657" y="2119"/>
                  <a:pt x="106603" y="10016"/>
                  <a:pt x="95958" y="23793"/>
                </a:cubicBezTo>
                <a:close/>
                <a:moveTo>
                  <a:pt x="514844" y="164677"/>
                </a:moveTo>
                <a:lnTo>
                  <a:pt x="540232" y="164677"/>
                </a:lnTo>
                <a:lnTo>
                  <a:pt x="540232" y="2119"/>
                </a:lnTo>
                <a:lnTo>
                  <a:pt x="514844" y="2119"/>
                </a:lnTo>
                <a:lnTo>
                  <a:pt x="514844" y="164677"/>
                </a:lnTo>
                <a:close/>
                <a:moveTo>
                  <a:pt x="495205" y="259554"/>
                </a:moveTo>
                <a:lnTo>
                  <a:pt x="502915" y="259554"/>
                </a:lnTo>
                <a:lnTo>
                  <a:pt x="502915" y="197523"/>
                </a:lnTo>
                <a:lnTo>
                  <a:pt x="495205" y="197523"/>
                </a:lnTo>
                <a:lnTo>
                  <a:pt x="495205" y="259554"/>
                </a:lnTo>
                <a:close/>
                <a:moveTo>
                  <a:pt x="544816" y="204613"/>
                </a:moveTo>
                <a:lnTo>
                  <a:pt x="564923" y="204613"/>
                </a:lnTo>
                <a:lnTo>
                  <a:pt x="564923" y="259554"/>
                </a:lnTo>
                <a:lnTo>
                  <a:pt x="572633" y="259554"/>
                </a:lnTo>
                <a:lnTo>
                  <a:pt x="572633" y="204613"/>
                </a:lnTo>
                <a:lnTo>
                  <a:pt x="592740" y="204613"/>
                </a:lnTo>
                <a:lnTo>
                  <a:pt x="592740" y="197523"/>
                </a:lnTo>
                <a:lnTo>
                  <a:pt x="544816" y="197523"/>
                </a:lnTo>
                <a:lnTo>
                  <a:pt x="544816" y="204613"/>
                </a:lnTo>
                <a:close/>
                <a:moveTo>
                  <a:pt x="287389" y="2119"/>
                </a:moveTo>
                <a:cubicBezTo>
                  <a:pt x="287389" y="2119"/>
                  <a:pt x="335680" y="117220"/>
                  <a:pt x="345234" y="140105"/>
                </a:cubicBezTo>
                <a:cubicBezTo>
                  <a:pt x="356374" y="166796"/>
                  <a:pt x="374464" y="166796"/>
                  <a:pt x="381413" y="166796"/>
                </a:cubicBezTo>
                <a:lnTo>
                  <a:pt x="382899" y="166796"/>
                </a:lnTo>
                <a:lnTo>
                  <a:pt x="316692" y="2119"/>
                </a:lnTo>
                <a:lnTo>
                  <a:pt x="287389" y="2119"/>
                </a:lnTo>
                <a:close/>
                <a:moveTo>
                  <a:pt x="443549" y="199871"/>
                </a:moveTo>
                <a:cubicBezTo>
                  <a:pt x="440413" y="198303"/>
                  <a:pt x="436819" y="197523"/>
                  <a:pt x="432739" y="197523"/>
                </a:cubicBezTo>
                <a:lnTo>
                  <a:pt x="408910" y="197523"/>
                </a:lnTo>
                <a:lnTo>
                  <a:pt x="408910" y="259554"/>
                </a:lnTo>
                <a:lnTo>
                  <a:pt x="416621" y="259554"/>
                </a:lnTo>
                <a:lnTo>
                  <a:pt x="416621" y="235716"/>
                </a:lnTo>
                <a:lnTo>
                  <a:pt x="432748" y="235716"/>
                </a:lnTo>
                <a:cubicBezTo>
                  <a:pt x="436819" y="235716"/>
                  <a:pt x="440413" y="234936"/>
                  <a:pt x="443512" y="233368"/>
                </a:cubicBezTo>
                <a:cubicBezTo>
                  <a:pt x="446611" y="231799"/>
                  <a:pt x="449013" y="229571"/>
                  <a:pt x="450728" y="226681"/>
                </a:cubicBezTo>
                <a:cubicBezTo>
                  <a:pt x="452442" y="223783"/>
                  <a:pt x="453295" y="220417"/>
                  <a:pt x="453295" y="216583"/>
                </a:cubicBezTo>
                <a:cubicBezTo>
                  <a:pt x="453295" y="212749"/>
                  <a:pt x="452452" y="209392"/>
                  <a:pt x="450774" y="206521"/>
                </a:cubicBezTo>
                <a:cubicBezTo>
                  <a:pt x="449087" y="203659"/>
                  <a:pt x="446685" y="201439"/>
                  <a:pt x="443558" y="199871"/>
                </a:cubicBezTo>
                <a:close/>
                <a:moveTo>
                  <a:pt x="441779" y="225351"/>
                </a:moveTo>
                <a:cubicBezTo>
                  <a:pt x="439359" y="227534"/>
                  <a:pt x="436113" y="228635"/>
                  <a:pt x="432033" y="228635"/>
                </a:cubicBezTo>
                <a:lnTo>
                  <a:pt x="416621" y="228635"/>
                </a:lnTo>
                <a:lnTo>
                  <a:pt x="416621" y="204622"/>
                </a:lnTo>
                <a:lnTo>
                  <a:pt x="432125" y="204622"/>
                </a:lnTo>
                <a:cubicBezTo>
                  <a:pt x="436196" y="204622"/>
                  <a:pt x="439432" y="205705"/>
                  <a:pt x="441825" y="207860"/>
                </a:cubicBezTo>
                <a:cubicBezTo>
                  <a:pt x="444218" y="210015"/>
                  <a:pt x="445410" y="212923"/>
                  <a:pt x="445410" y="216592"/>
                </a:cubicBezTo>
                <a:cubicBezTo>
                  <a:pt x="445410" y="220261"/>
                  <a:pt x="444200" y="223178"/>
                  <a:pt x="441779" y="225361"/>
                </a:cubicBezTo>
                <a:close/>
                <a:moveTo>
                  <a:pt x="382889" y="166805"/>
                </a:moveTo>
                <a:lnTo>
                  <a:pt x="384375" y="166805"/>
                </a:lnTo>
                <a:cubicBezTo>
                  <a:pt x="391334" y="166805"/>
                  <a:pt x="409423" y="166805"/>
                  <a:pt x="420554" y="140114"/>
                </a:cubicBezTo>
                <a:cubicBezTo>
                  <a:pt x="430099" y="117230"/>
                  <a:pt x="478399" y="2128"/>
                  <a:pt x="478399" y="2128"/>
                </a:cubicBezTo>
                <a:lnTo>
                  <a:pt x="449096" y="2128"/>
                </a:lnTo>
                <a:lnTo>
                  <a:pt x="382889" y="166814"/>
                </a:lnTo>
                <a:close/>
                <a:moveTo>
                  <a:pt x="644368" y="197523"/>
                </a:moveTo>
                <a:lnTo>
                  <a:pt x="620714" y="259554"/>
                </a:lnTo>
                <a:lnTo>
                  <a:pt x="628690" y="259554"/>
                </a:lnTo>
                <a:lnTo>
                  <a:pt x="635246" y="242806"/>
                </a:lnTo>
                <a:lnTo>
                  <a:pt x="662266" y="242806"/>
                </a:lnTo>
                <a:lnTo>
                  <a:pt x="668821" y="259554"/>
                </a:lnTo>
                <a:lnTo>
                  <a:pt x="677055" y="259554"/>
                </a:lnTo>
                <a:lnTo>
                  <a:pt x="653491" y="197523"/>
                </a:lnTo>
                <a:lnTo>
                  <a:pt x="644368" y="197523"/>
                </a:lnTo>
                <a:close/>
                <a:moveTo>
                  <a:pt x="637547" y="235808"/>
                </a:moveTo>
                <a:lnTo>
                  <a:pt x="648705" y="205943"/>
                </a:lnTo>
                <a:lnTo>
                  <a:pt x="659955" y="235808"/>
                </a:lnTo>
                <a:lnTo>
                  <a:pt x="637538" y="235808"/>
                </a:lnTo>
                <a:close/>
              </a:path>
            </a:pathLst>
          </a:custGeom>
          <a:solidFill>
            <a:schemeClr val="bg1"/>
          </a:solidFill>
          <a:ln w="1061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849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Arial"/>
              <a:sym typeface="Arial"/>
            </a:endParaRPr>
          </a:p>
        </p:txBody>
      </p:sp>
      <p:cxnSp>
        <p:nvCxnSpPr>
          <p:cNvPr id="461" name="Straight Connector 460">
            <a:extLst>
              <a:ext uri="{FF2B5EF4-FFF2-40B4-BE49-F238E27FC236}">
                <a16:creationId xmlns:a16="http://schemas.microsoft.com/office/drawing/2014/main" id="{32ABBC33-E213-2D46-8BEE-E2308EDBB0F1}"/>
              </a:ext>
            </a:extLst>
          </p:cNvPr>
          <p:cNvCxnSpPr>
            <a:cxnSpLocks/>
          </p:cNvCxnSpPr>
          <p:nvPr/>
        </p:nvCxnSpPr>
        <p:spPr>
          <a:xfrm>
            <a:off x="1913148" y="609754"/>
            <a:ext cx="3256772" cy="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 Placeholder 7">
            <a:extLst>
              <a:ext uri="{FF2B5EF4-FFF2-40B4-BE49-F238E27FC236}">
                <a16:creationId xmlns:a16="http://schemas.microsoft.com/office/drawing/2014/main" id="{4963299D-336D-B75C-C33B-556D23326DA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441578" y="394311"/>
            <a:ext cx="6396549" cy="430887"/>
          </a:xfrm>
        </p:spPr>
        <p:txBody>
          <a:bodyPr/>
          <a:lstStyle/>
          <a:p>
            <a:r>
              <a:rPr lang="pt-BR" sz="1400"/>
              <a:t>Nossa liderança combina mais +200 anos de experiência em investimentos </a:t>
            </a:r>
            <a:br>
              <a:rPr lang="pt-BR" sz="1400"/>
            </a:br>
            <a:r>
              <a:rPr lang="pt-BR" sz="1400"/>
              <a:t>com um sólido histórico de atuação em verticais de investimento.</a:t>
            </a:r>
          </a:p>
          <a:p>
            <a:endParaRPr lang="pt-BR" sz="140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4C6C994E-07DC-9E36-D7E8-8E9C05A65DE3}"/>
              </a:ext>
            </a:extLst>
          </p:cNvPr>
          <p:cNvGrpSpPr/>
          <p:nvPr/>
        </p:nvGrpSpPr>
        <p:grpSpPr>
          <a:xfrm>
            <a:off x="326068" y="2966039"/>
            <a:ext cx="3701568" cy="1667129"/>
            <a:chOff x="4230886" y="1137756"/>
            <a:chExt cx="3701568" cy="1667129"/>
          </a:xfrm>
        </p:grpSpPr>
        <p:pic>
          <p:nvPicPr>
            <p:cNvPr id="7" name="Picture 32">
              <a:extLst>
                <a:ext uri="{FF2B5EF4-FFF2-40B4-BE49-F238E27FC236}">
                  <a16:creationId xmlns:a16="http://schemas.microsoft.com/office/drawing/2014/main" id="{4DE616DA-F65D-D310-BFA8-2FD95C669FE2}"/>
                </a:ext>
              </a:extLst>
            </p:cNvPr>
            <p:cNvPicPr preferRelativeResize="0">
              <a:picLocks/>
            </p:cNvPicPr>
            <p:nvPr/>
          </p:nvPicPr>
          <p:blipFill rotWithShape="1">
            <a:blip r:embed="rId38"/>
            <a:srcRect l="15143" r="15143"/>
            <a:stretch>
              <a:fillRect/>
            </a:stretch>
          </p:blipFill>
          <p:spPr>
            <a:xfrm>
              <a:off x="4230886" y="1137756"/>
              <a:ext cx="770935" cy="770935"/>
            </a:xfrm>
            <a:prstGeom prst="rect">
              <a:avLst/>
            </a:prstGeom>
            <a:ln>
              <a:noFill/>
            </a:ln>
            <a:effectLst/>
          </p:spPr>
        </p:pic>
        <p:sp>
          <p:nvSpPr>
            <p:cNvPr id="8" name="chris-egan-bio">
              <a:extLst>
                <a:ext uri="{FF2B5EF4-FFF2-40B4-BE49-F238E27FC236}">
                  <a16:creationId xmlns:a16="http://schemas.microsoft.com/office/drawing/2014/main" id="{3C3BB19D-5C1D-0065-C19C-9B78851C0212}"/>
                </a:ext>
              </a:extLst>
            </p:cNvPr>
            <p:cNvSpPr txBox="1"/>
            <p:nvPr/>
          </p:nvSpPr>
          <p:spPr>
            <a:xfrm>
              <a:off x="6100220" y="1351889"/>
              <a:ext cx="1701871" cy="615553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0" marR="0" lvl="0" indent="0" algn="l" defTabSz="554440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2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Light"/>
                  <a:ea typeface="+mn-ea"/>
                  <a:cs typeface="Arial"/>
                  <a:sym typeface="Arial"/>
                </a:rPr>
                <a:t>Com mais de </a:t>
              </a:r>
              <a:b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Light"/>
                  <a:ea typeface="+mn-ea"/>
                  <a:cs typeface="Arial"/>
                  <a:sym typeface="Arial"/>
                </a:rPr>
              </a:br>
              <a: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Light"/>
                  <a:ea typeface="+mn-ea"/>
                  <a:cs typeface="Arial"/>
                  <a:sym typeface="Arial"/>
                </a:rPr>
                <a:t>20 anos de experiência </a:t>
              </a:r>
              <a:b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Light"/>
                  <a:ea typeface="+mn-ea"/>
                  <a:cs typeface="Arial"/>
                  <a:sym typeface="Arial"/>
                </a:rPr>
              </a:br>
              <a: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Light"/>
                  <a:ea typeface="+mn-ea"/>
                  <a:cs typeface="Arial"/>
                  <a:sym typeface="Arial"/>
                </a:rPr>
                <a:t>em </a:t>
              </a:r>
              <a:r>
                <a:rPr kumimoji="0" lang="pt-BR" sz="800" b="0" i="0" u="none" strike="noStrike" kern="0" cap="none" spc="0" normalizeH="0" baseline="0" noProof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Light"/>
                  <a:ea typeface="+mn-ea"/>
                  <a:cs typeface="Arial"/>
                  <a:sym typeface="Arial"/>
                </a:rPr>
                <a:t>private</a:t>
              </a:r>
              <a: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Light"/>
                  <a:ea typeface="+mn-ea"/>
                  <a:cs typeface="Arial"/>
                  <a:sym typeface="Arial"/>
                </a:rPr>
                <a:t> </a:t>
              </a:r>
              <a:r>
                <a:rPr kumimoji="0" lang="pt-BR" sz="800" b="0" i="0" u="none" strike="noStrike" kern="0" cap="none" spc="0" normalizeH="0" baseline="0" noProof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Light"/>
                  <a:ea typeface="+mn-ea"/>
                  <a:cs typeface="Arial"/>
                  <a:sym typeface="Arial"/>
                </a:rPr>
                <a:t>equity</a:t>
              </a:r>
              <a: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Light"/>
                  <a:ea typeface="+mn-ea"/>
                  <a:cs typeface="Arial"/>
                  <a:sym typeface="Arial"/>
                </a:rPr>
                <a:t> e energia </a:t>
              </a:r>
              <a:b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Light"/>
                  <a:ea typeface="+mn-ea"/>
                  <a:cs typeface="Arial"/>
                  <a:sym typeface="Arial"/>
                </a:rPr>
              </a:br>
              <a: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Light"/>
                  <a:ea typeface="+mn-ea"/>
                  <a:cs typeface="Arial"/>
                  <a:sym typeface="Arial"/>
                </a:rPr>
                <a:t>com passagem por BTG Pactual </a:t>
              </a:r>
              <a:b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Light"/>
                  <a:ea typeface="+mn-ea"/>
                  <a:cs typeface="Arial"/>
                  <a:sym typeface="Arial"/>
                </a:rPr>
              </a:br>
              <a: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Light"/>
                  <a:ea typeface="+mn-ea"/>
                  <a:cs typeface="Arial"/>
                  <a:sym typeface="Arial"/>
                </a:rPr>
                <a:t>e </a:t>
              </a:r>
              <a:r>
                <a:rPr kumimoji="0" lang="pt-BR" sz="800" b="0" i="0" u="none" strike="noStrike" kern="0" cap="none" spc="0" normalizeH="0" baseline="0" noProof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Light"/>
                  <a:ea typeface="+mn-ea"/>
                  <a:cs typeface="Arial"/>
                  <a:sym typeface="Arial"/>
                </a:rPr>
                <a:t>Latin</a:t>
              </a:r>
              <a: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Light"/>
                  <a:ea typeface="+mn-ea"/>
                  <a:cs typeface="Arial"/>
                  <a:sym typeface="Arial"/>
                </a:rPr>
                <a:t> </a:t>
              </a:r>
              <a:r>
                <a:rPr kumimoji="0" lang="pt-BR" sz="800" b="0" i="0" u="none" strike="noStrike" kern="0" cap="none" spc="0" normalizeH="0" baseline="0" noProof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Light"/>
                  <a:ea typeface="+mn-ea"/>
                  <a:cs typeface="Arial"/>
                  <a:sym typeface="Arial"/>
                </a:rPr>
                <a:t>America</a:t>
              </a:r>
              <a: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Light"/>
                  <a:ea typeface="+mn-ea"/>
                  <a:cs typeface="Arial"/>
                  <a:sym typeface="Arial"/>
                </a:rPr>
                <a:t> Power.</a:t>
              </a:r>
            </a:p>
          </p:txBody>
        </p:sp>
        <p:sp>
          <p:nvSpPr>
            <p:cNvPr id="10" name="object 17">
              <a:extLst>
                <a:ext uri="{FF2B5EF4-FFF2-40B4-BE49-F238E27FC236}">
                  <a16:creationId xmlns:a16="http://schemas.microsoft.com/office/drawing/2014/main" id="{60ACCCCA-680B-3411-0EFF-5EBAC3099231}"/>
                </a:ext>
              </a:extLst>
            </p:cNvPr>
            <p:cNvSpPr txBox="1"/>
            <p:nvPr/>
          </p:nvSpPr>
          <p:spPr>
            <a:xfrm>
              <a:off x="4230886" y="1137800"/>
              <a:ext cx="3701568" cy="1667085"/>
            </a:xfrm>
            <a:prstGeom prst="rect">
              <a:avLst/>
            </a:prstGeom>
            <a:ln w="10470">
              <a:solidFill>
                <a:schemeClr val="tx1">
                  <a:lumMod val="85000"/>
                  <a:lumOff val="15000"/>
                </a:schemeClr>
              </a:solidFill>
            </a:ln>
          </p:spPr>
          <p:txBody>
            <a:bodyPr vert="horz" wrap="square" lIns="0" tIns="82404" rIns="0" bIns="0" rtlCol="0">
              <a:noAutofit/>
            </a:bodyPr>
            <a:lstStyle/>
            <a:p>
              <a:pPr marL="102042" marR="0" lvl="0" indent="0" algn="l" defTabSz="554492" rtl="0" eaLnBrk="1" fontAlgn="auto" latinLnBrk="0" hangingPunct="1">
                <a:lnSpc>
                  <a:spcPct val="100000"/>
                </a:lnSpc>
                <a:spcBef>
                  <a:spcPts val="649"/>
                </a:spcBef>
                <a:spcAft>
                  <a:spcPts val="0"/>
                </a:spcAft>
                <a:buClrTx/>
                <a:buSzTx/>
                <a:buFont typeface="Arial"/>
                <a:buNone/>
                <a:tabLst/>
                <a:defRPr/>
              </a:pPr>
              <a:endParaRPr kumimoji="0" sz="1334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/>
                <a:ea typeface="+mn-ea"/>
                <a:cs typeface="Versos Light"/>
                <a:sym typeface="Arial"/>
              </a:endParaRPr>
            </a:p>
          </p:txBody>
        </p:sp>
        <p:sp>
          <p:nvSpPr>
            <p:cNvPr id="11" name="object 13">
              <a:extLst>
                <a:ext uri="{FF2B5EF4-FFF2-40B4-BE49-F238E27FC236}">
                  <a16:creationId xmlns:a16="http://schemas.microsoft.com/office/drawing/2014/main" id="{590934A3-BA83-0813-8F25-6FD5E7ADD07B}"/>
                </a:ext>
              </a:extLst>
            </p:cNvPr>
            <p:cNvSpPr txBox="1"/>
            <p:nvPr/>
          </p:nvSpPr>
          <p:spPr>
            <a:xfrm>
              <a:off x="5079114" y="1352461"/>
              <a:ext cx="909759" cy="353943"/>
            </a:xfrm>
            <a:prstGeom prst="rect">
              <a:avLst/>
            </a:prstGeom>
          </p:spPr>
          <p:txBody>
            <a:bodyPr vert="horz" wrap="square" lIns="0" tIns="0" rIns="0" bIns="0" rtlCol="0" anchor="ctr" anchorCtr="0">
              <a:spAutoFit/>
            </a:bodyPr>
            <a:lstStyle/>
            <a:p>
              <a:pPr marL="0" marR="0" lvl="0" indent="0" algn="l" defTabSz="55444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/>
                <a:buNone/>
                <a:tabLst/>
                <a:defRPr/>
              </a:pPr>
              <a:r>
                <a:rPr kumimoji="0" lang="en-US" sz="115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" panose="020B0503020204030204" pitchFamily="34" charset="0"/>
                  <a:ea typeface="+mn-ea"/>
                  <a:cs typeface="Versos"/>
                  <a:sym typeface="Arial"/>
                </a:rPr>
                <a:t>Bruno </a:t>
              </a:r>
              <a:br>
                <a:rPr kumimoji="0" lang="en-US" sz="115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" panose="020B0503020204030204" pitchFamily="34" charset="0"/>
                  <a:ea typeface="+mn-ea"/>
                  <a:cs typeface="Versos"/>
                  <a:sym typeface="Arial"/>
                </a:rPr>
              </a:br>
              <a:r>
                <a:rPr kumimoji="0" lang="en-US" sz="115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" panose="020B0503020204030204" pitchFamily="34" charset="0"/>
                  <a:ea typeface="+mn-ea"/>
                  <a:cs typeface="Versos"/>
                  <a:sym typeface="Arial"/>
                </a:rPr>
                <a:t>Franco</a:t>
              </a:r>
            </a:p>
          </p:txBody>
        </p:sp>
        <p:sp>
          <p:nvSpPr>
            <p:cNvPr id="12" name="object 31">
              <a:extLst>
                <a:ext uri="{FF2B5EF4-FFF2-40B4-BE49-F238E27FC236}">
                  <a16:creationId xmlns:a16="http://schemas.microsoft.com/office/drawing/2014/main" id="{628539E8-275B-3353-C037-9174C2512303}"/>
                </a:ext>
              </a:extLst>
            </p:cNvPr>
            <p:cNvSpPr/>
            <p:nvPr/>
          </p:nvSpPr>
          <p:spPr>
            <a:xfrm flipV="1">
              <a:off x="5079114" y="1692948"/>
              <a:ext cx="909759" cy="215789"/>
            </a:xfrm>
            <a:custGeom>
              <a:avLst/>
              <a:gdLst/>
              <a:ahLst/>
              <a:cxnLst/>
              <a:rect l="l" t="t" r="r" b="b"/>
              <a:pathLst>
                <a:path w="3848735">
                  <a:moveTo>
                    <a:pt x="0" y="0"/>
                  </a:moveTo>
                  <a:lnTo>
                    <a:pt x="3848699" y="0"/>
                  </a:lnTo>
                </a:path>
              </a:pathLst>
            </a:custGeom>
            <a:ln w="10470">
              <a:solidFill>
                <a:schemeClr val="bg1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55449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/>
                <a:buNone/>
                <a:tabLst/>
                <a:defRPr/>
              </a:pPr>
              <a:endParaRPr kumimoji="0" sz="1092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19" name="chris-egan-titulo">
              <a:extLst>
                <a:ext uri="{FF2B5EF4-FFF2-40B4-BE49-F238E27FC236}">
                  <a16:creationId xmlns:a16="http://schemas.microsoft.com/office/drawing/2014/main" id="{EED83993-3DA9-FD92-A240-6D1B406B3CA7}"/>
                </a:ext>
              </a:extLst>
            </p:cNvPr>
            <p:cNvSpPr txBox="1"/>
            <p:nvPr/>
          </p:nvSpPr>
          <p:spPr>
            <a:xfrm>
              <a:off x="5079114" y="1963557"/>
              <a:ext cx="909759" cy="107273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0" marR="0" lvl="0" indent="0" algn="l" defTabSz="55444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/>
                <a:buNone/>
                <a:tabLst/>
                <a:defRPr/>
              </a:pPr>
              <a:r>
                <a:rPr kumimoji="0" lang="en-US" sz="697" b="0" i="0" u="none" strike="noStrike" kern="0" cap="none" spc="33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"/>
                  <a:ea typeface="+mn-ea"/>
                  <a:cs typeface="Arial"/>
                  <a:sym typeface="Arial"/>
                </a:rPr>
                <a:t>ENERGIA &amp; INFRA</a:t>
              </a:r>
            </a:p>
          </p:txBody>
        </p:sp>
        <p:sp>
          <p:nvSpPr>
            <p:cNvPr id="20" name="rodrigo-freire-experiencia">
              <a:extLst>
                <a:ext uri="{FF2B5EF4-FFF2-40B4-BE49-F238E27FC236}">
                  <a16:creationId xmlns:a16="http://schemas.microsoft.com/office/drawing/2014/main" id="{2FE5238F-355E-999F-6067-2112EBF0EB12}"/>
                </a:ext>
              </a:extLst>
            </p:cNvPr>
            <p:cNvSpPr txBox="1"/>
            <p:nvPr/>
          </p:nvSpPr>
          <p:spPr>
            <a:xfrm>
              <a:off x="4230886" y="2290701"/>
              <a:ext cx="1757987" cy="514184"/>
            </a:xfrm>
            <a:prstGeom prst="round1Rect">
              <a:avLst>
                <a:gd name="adj" fmla="val 0"/>
              </a:avLst>
            </a:prstGeom>
            <a:solidFill>
              <a:schemeClr val="tx1">
                <a:lumMod val="85000"/>
                <a:lumOff val="15000"/>
              </a:schemeClr>
            </a:solidFill>
          </p:spPr>
          <p:txBody>
            <a:bodyPr vert="horz" wrap="square" lIns="144000" tIns="0" rIns="72000" bIns="0" rtlCol="0" anchor="ctr" anchorCtr="0">
              <a:noAutofit/>
            </a:bodyPr>
            <a:lstStyle/>
            <a:p>
              <a:pPr marL="0" marR="2540" lvl="0" indent="0" algn="l" defTabSz="55444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/>
                <a:ea typeface="+mn-ea"/>
                <a:cs typeface="Arial"/>
                <a:sym typeface="Arial"/>
              </a:endParaRPr>
            </a:p>
          </p:txBody>
        </p:sp>
        <p:pic>
          <p:nvPicPr>
            <p:cNvPr id="21" name="Picture 4" descr="LAP Latin America Power - Wikipedia, la enciclopedia libre">
              <a:extLst>
                <a:ext uri="{FF2B5EF4-FFF2-40B4-BE49-F238E27FC236}">
                  <a16:creationId xmlns:a16="http://schemas.microsoft.com/office/drawing/2014/main" id="{AAD262F8-B2C2-CC6E-CF4A-D50050EAC45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9">
              <a:clrChange>
                <a:clrFrom>
                  <a:srgbClr val="FEFFFD"/>
                </a:clrFrom>
                <a:clrTo>
                  <a:srgbClr val="FEFFFD">
                    <a:alpha val="0"/>
                  </a:srgbClr>
                </a:clrTo>
              </a:clrChange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65449" y="2521014"/>
              <a:ext cx="326852" cy="1396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2" name="Picture 1059" descr="A blue and black logo&#10;&#10;Description automatically generated">
              <a:extLst>
                <a:ext uri="{FF2B5EF4-FFF2-40B4-BE49-F238E27FC236}">
                  <a16:creationId xmlns:a16="http://schemas.microsoft.com/office/drawing/2014/main" id="{AF252FBE-4EE5-CF9E-74E2-52D225D92AEC}"/>
                </a:ext>
              </a:extLst>
            </p:cNvPr>
            <p:cNvPicPr>
              <a:picLocks noChangeAspect="1"/>
            </p:cNvPicPr>
            <p:nvPr/>
          </p:nvPicPr>
          <p:blipFill>
            <a:blip r:embed="rId40">
              <a:extLst>
                <a:ext uri="{BEBA8EAE-BF5A-486C-A8C5-ECC9F3942E4B}">
                  <a14:imgProps xmlns:a14="http://schemas.microsoft.com/office/drawing/2010/main">
                    <a14:imgLayer r:embed="rId41">
                      <a14:imgEffect>
                        <a14:brightnessContrast bright="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35204" y="2468697"/>
              <a:ext cx="508827" cy="200650"/>
            </a:xfrm>
            <a:prstGeom prst="rect">
              <a:avLst/>
            </a:prstGeom>
          </p:spPr>
        </p:pic>
        <p:pic>
          <p:nvPicPr>
            <p:cNvPr id="23" name="Picture 4" descr="Identidade visual – Universidade Federal do Rio de Janeiro">
              <a:extLst>
                <a:ext uri="{FF2B5EF4-FFF2-40B4-BE49-F238E27FC236}">
                  <a16:creationId xmlns:a16="http://schemas.microsoft.com/office/drawing/2014/main" id="{C62D34E8-B820-2741-9EDE-4C3F678D75BE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2">
              <a:extLst>
                <a:ext uri="{BEBA8EAE-BF5A-486C-A8C5-ECC9F3942E4B}">
                  <a14:imgProps xmlns:a14="http://schemas.microsoft.com/office/drawing/2010/main">
                    <a14:imgLayer r:embed="rId43">
                      <a14:imgEffect>
                        <a14:brightnessContrast bright="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1580" b="11580"/>
            <a:stretch/>
          </p:blipFill>
          <p:spPr bwMode="auto">
            <a:xfrm>
              <a:off x="5312050" y="2464131"/>
              <a:ext cx="562393" cy="20978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7BDF14C9-70E3-E32D-D8B4-55A42B796300}"/>
              </a:ext>
            </a:extLst>
          </p:cNvPr>
          <p:cNvGrpSpPr/>
          <p:nvPr/>
        </p:nvGrpSpPr>
        <p:grpSpPr>
          <a:xfrm>
            <a:off x="8160433" y="2963746"/>
            <a:ext cx="3701568" cy="1668820"/>
            <a:chOff x="310708" y="2964326"/>
            <a:chExt cx="3701568" cy="1668820"/>
          </a:xfrm>
        </p:grpSpPr>
        <p:pic>
          <p:nvPicPr>
            <p:cNvPr id="13" name="enrico-trotta-foto">
              <a:extLst>
                <a:ext uri="{FF2B5EF4-FFF2-40B4-BE49-F238E27FC236}">
                  <a16:creationId xmlns:a16="http://schemas.microsoft.com/office/drawing/2014/main" id="{59F3F738-F604-F4D1-1F14-159B4408853A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44"/>
            <a:srcRect l="15144" r="15144"/>
            <a:stretch/>
          </p:blipFill>
          <p:spPr>
            <a:xfrm>
              <a:off x="310708" y="2964326"/>
              <a:ext cx="775554" cy="775554"/>
            </a:xfrm>
            <a:prstGeom prst="rect">
              <a:avLst/>
            </a:prstGeom>
          </p:spPr>
        </p:pic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DBBC2246-D793-CBE2-26A9-DB4AF5258E4C}"/>
                </a:ext>
              </a:extLst>
            </p:cNvPr>
            <p:cNvGrpSpPr/>
            <p:nvPr/>
          </p:nvGrpSpPr>
          <p:grpSpPr>
            <a:xfrm>
              <a:off x="310708" y="2966061"/>
              <a:ext cx="3701568" cy="1667085"/>
              <a:chOff x="310708" y="1150504"/>
              <a:chExt cx="3701568" cy="1667085"/>
            </a:xfrm>
          </p:grpSpPr>
          <p:sp>
            <p:nvSpPr>
              <p:cNvPr id="61" name="chris-egan-bio">
                <a:extLst>
                  <a:ext uri="{FF2B5EF4-FFF2-40B4-BE49-F238E27FC236}">
                    <a16:creationId xmlns:a16="http://schemas.microsoft.com/office/drawing/2014/main" id="{6BEA6DB3-8378-8A35-C3D1-4CA35B60C968}"/>
                  </a:ext>
                </a:extLst>
              </p:cNvPr>
              <p:cNvSpPr txBox="1"/>
              <p:nvPr/>
            </p:nvSpPr>
            <p:spPr>
              <a:xfrm>
                <a:off x="2180042" y="1364593"/>
                <a:ext cx="1699231" cy="1036181"/>
              </a:xfrm>
              <a:prstGeom prst="rect">
                <a:avLst/>
              </a:prstGeom>
            </p:spPr>
            <p:txBody>
              <a:bodyPr vert="horz" wrap="square" lIns="0" tIns="0" rIns="0" bIns="0" rtlCol="0">
                <a:spAutoFit/>
              </a:bodyPr>
              <a:lstStyle/>
              <a:p>
                <a:pPr marL="0" marR="0" lvl="0" indent="0" algn="l" defTabSz="55444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200"/>
                  </a:spcAft>
                  <a:buClrTx/>
                  <a:buSzTx/>
                  <a:buFont typeface="Arial"/>
                  <a:buNone/>
                  <a:tabLst/>
                  <a:defRPr/>
                </a:pPr>
                <a:r>
                  <a:rPr kumimoji="0" lang="pt-BR" sz="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Versos Light"/>
                    <a:ea typeface="+mn-ea"/>
                    <a:cs typeface="Arial"/>
                    <a:sym typeface="Arial"/>
                  </a:rPr>
                  <a:t>+ de 15 anos em Mercado </a:t>
                </a:r>
                <a:br>
                  <a:rPr kumimoji="0" lang="pt-BR" sz="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Versos Light"/>
                    <a:ea typeface="+mn-ea"/>
                    <a:cs typeface="Arial"/>
                    <a:sym typeface="Arial"/>
                  </a:rPr>
                </a:br>
                <a:r>
                  <a:rPr kumimoji="0" lang="pt-BR" sz="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Versos Light"/>
                    <a:ea typeface="+mn-ea"/>
                    <a:cs typeface="Arial"/>
                    <a:sym typeface="Arial"/>
                  </a:rPr>
                  <a:t>de Capitais, participando em </a:t>
                </a:r>
                <a:br>
                  <a:rPr kumimoji="0" lang="pt-BR" sz="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Versos Light"/>
                    <a:ea typeface="+mn-ea"/>
                    <a:cs typeface="Arial"/>
                    <a:sym typeface="Arial"/>
                  </a:rPr>
                </a:br>
                <a:r>
                  <a:rPr kumimoji="0" lang="pt-BR" sz="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Versos Light"/>
                    <a:ea typeface="+mn-ea"/>
                    <a:cs typeface="Arial"/>
                    <a:sym typeface="Arial"/>
                  </a:rPr>
                  <a:t>mais de 50 </a:t>
                </a:r>
                <a:r>
                  <a:rPr kumimoji="0" lang="pt-BR" sz="800" b="0" i="0" u="none" strike="noStrike" kern="0" cap="none" spc="0" normalizeH="0" baseline="0" noProof="0" err="1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Versos Light"/>
                    <a:ea typeface="+mn-ea"/>
                    <a:cs typeface="Arial"/>
                    <a:sym typeface="Arial"/>
                  </a:rPr>
                  <a:t>IPOs</a:t>
                </a:r>
                <a:r>
                  <a:rPr kumimoji="0" lang="pt-BR" sz="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Versos Light"/>
                    <a:ea typeface="+mn-ea"/>
                    <a:cs typeface="Arial"/>
                    <a:sym typeface="Arial"/>
                  </a:rPr>
                  <a:t> e follow-ons durante os 12 anos de </a:t>
                </a:r>
                <a:r>
                  <a:rPr kumimoji="0" lang="pt-BR" sz="800" b="0" i="0" u="none" strike="noStrike" kern="0" cap="none" spc="0" normalizeH="0" baseline="0" noProof="0" err="1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Versos Light"/>
                    <a:ea typeface="+mn-ea"/>
                    <a:cs typeface="Arial"/>
                    <a:sym typeface="Arial"/>
                  </a:rPr>
                  <a:t>Equity</a:t>
                </a:r>
                <a:r>
                  <a:rPr kumimoji="0" lang="pt-BR" sz="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Versos Light"/>
                    <a:ea typeface="+mn-ea"/>
                    <a:cs typeface="Arial"/>
                    <a:sym typeface="Arial"/>
                  </a:rPr>
                  <a:t> </a:t>
                </a:r>
                <a:r>
                  <a:rPr kumimoji="0" lang="pt-BR" sz="800" b="0" i="0" u="none" strike="noStrike" kern="0" cap="none" spc="0" normalizeH="0" baseline="0" noProof="0" err="1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Versos Light"/>
                    <a:ea typeface="+mn-ea"/>
                    <a:cs typeface="Arial"/>
                    <a:sym typeface="Arial"/>
                  </a:rPr>
                  <a:t>Research</a:t>
                </a:r>
                <a:r>
                  <a:rPr kumimoji="0" lang="pt-BR" sz="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Versos Light"/>
                    <a:ea typeface="+mn-ea"/>
                    <a:cs typeface="Arial"/>
                    <a:sym typeface="Arial"/>
                  </a:rPr>
                  <a:t> no Itaú BBA, onde cobriu os setores Imobiliário e Tecnologia.  </a:t>
                </a:r>
              </a:p>
              <a:p>
                <a:pPr marL="0" marR="0" lvl="0" indent="0" algn="l" defTabSz="55444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200"/>
                  </a:spcAft>
                  <a:buClrTx/>
                  <a:buSzTx/>
                  <a:buFont typeface="Arial"/>
                  <a:buNone/>
                  <a:tabLst/>
                  <a:defRPr/>
                </a:pPr>
                <a:r>
                  <a:rPr kumimoji="0" lang="pt-BR" sz="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Versos Light"/>
                    <a:ea typeface="+mn-ea"/>
                    <a:cs typeface="Arial"/>
                    <a:sym typeface="Arial"/>
                  </a:rPr>
                  <a:t>Anteriormente, trabalhou com venture capital e consultoria.</a:t>
                </a:r>
              </a:p>
            </p:txBody>
          </p:sp>
          <p:sp>
            <p:nvSpPr>
              <p:cNvPr id="62" name="object 17">
                <a:extLst>
                  <a:ext uri="{FF2B5EF4-FFF2-40B4-BE49-F238E27FC236}">
                    <a16:creationId xmlns:a16="http://schemas.microsoft.com/office/drawing/2014/main" id="{51F193BA-5DA8-432E-1E22-B7127A146894}"/>
                  </a:ext>
                </a:extLst>
              </p:cNvPr>
              <p:cNvSpPr txBox="1"/>
              <p:nvPr/>
            </p:nvSpPr>
            <p:spPr>
              <a:xfrm>
                <a:off x="310708" y="1150504"/>
                <a:ext cx="3701568" cy="1667085"/>
              </a:xfrm>
              <a:prstGeom prst="rect">
                <a:avLst/>
              </a:prstGeom>
              <a:ln w="10470"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txBody>
              <a:bodyPr vert="horz" wrap="square" lIns="0" tIns="82404" rIns="0" bIns="0" rtlCol="0">
                <a:noAutofit/>
              </a:bodyPr>
              <a:lstStyle/>
              <a:p>
                <a:pPr marL="102042" marR="0" lvl="0" indent="0" algn="l" defTabSz="554492" rtl="0" eaLnBrk="1" fontAlgn="auto" latinLnBrk="0" hangingPunct="1">
                  <a:lnSpc>
                    <a:spcPct val="100000"/>
                  </a:lnSpc>
                  <a:spcBef>
                    <a:spcPts val="649"/>
                  </a:spcBef>
                  <a:spcAft>
                    <a:spcPts val="0"/>
                  </a:spcAft>
                  <a:buClrTx/>
                  <a:buSzTx/>
                  <a:buFont typeface="Arial"/>
                  <a:buNone/>
                  <a:tabLst/>
                  <a:defRPr/>
                </a:pPr>
                <a:endParaRPr kumimoji="0" sz="1334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Light"/>
                  <a:ea typeface="+mn-ea"/>
                  <a:cs typeface="Versos Light"/>
                  <a:sym typeface="Arial"/>
                </a:endParaRPr>
              </a:p>
            </p:txBody>
          </p:sp>
          <p:grpSp>
            <p:nvGrpSpPr>
              <p:cNvPr id="63" name="Group 62">
                <a:extLst>
                  <a:ext uri="{FF2B5EF4-FFF2-40B4-BE49-F238E27FC236}">
                    <a16:creationId xmlns:a16="http://schemas.microsoft.com/office/drawing/2014/main" id="{55869811-BFAB-33EF-E68D-48F8CB6BF7CA}"/>
                  </a:ext>
                </a:extLst>
              </p:cNvPr>
              <p:cNvGrpSpPr/>
              <p:nvPr/>
            </p:nvGrpSpPr>
            <p:grpSpPr>
              <a:xfrm>
                <a:off x="1158936" y="1365165"/>
                <a:ext cx="1107252" cy="817890"/>
                <a:chOff x="1166158" y="1365165"/>
                <a:chExt cx="1107252" cy="817890"/>
              </a:xfrm>
            </p:grpSpPr>
            <p:sp>
              <p:nvSpPr>
                <p:cNvPr id="456" name="object 13">
                  <a:extLst>
                    <a:ext uri="{FF2B5EF4-FFF2-40B4-BE49-F238E27FC236}">
                      <a16:creationId xmlns:a16="http://schemas.microsoft.com/office/drawing/2014/main" id="{2488E4D4-E0DC-E11C-9C0C-D7E10CA16517}"/>
                    </a:ext>
                  </a:extLst>
                </p:cNvPr>
                <p:cNvSpPr txBox="1"/>
                <p:nvPr/>
              </p:nvSpPr>
              <p:spPr>
                <a:xfrm>
                  <a:off x="1166158" y="1365165"/>
                  <a:ext cx="1107252" cy="353943"/>
                </a:xfrm>
                <a:prstGeom prst="rect">
                  <a:avLst/>
                </a:prstGeom>
              </p:spPr>
              <p:txBody>
                <a:bodyPr vert="horz" wrap="square" lIns="0" tIns="0" rIns="0" bIns="0" rtlCol="0" anchor="ctr" anchorCtr="0">
                  <a:spAutoFit/>
                </a:bodyPr>
                <a:lstStyle/>
                <a:p>
                  <a:pPr marL="0" marR="0" lvl="0" indent="0" algn="l" defTabSz="55444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 typeface="Arial"/>
                    <a:buNone/>
                    <a:tabLst/>
                    <a:defRPr/>
                  </a:pPr>
                  <a:r>
                    <a:rPr kumimoji="0" lang="en-US" sz="1150" b="1" i="0" u="none" strike="noStrike" kern="0" cap="none" spc="0" normalizeH="0" baseline="0" noProof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Versos" panose="020B0503020204030204" pitchFamily="34" charset="0"/>
                      <a:ea typeface="+mn-ea"/>
                      <a:cs typeface="Versos"/>
                      <a:sym typeface="Arial"/>
                    </a:rPr>
                    <a:t>Enrico </a:t>
                  </a:r>
                  <a:br>
                    <a:rPr kumimoji="0" lang="en-US" sz="1150" b="1" i="0" u="none" strike="noStrike" kern="0" cap="none" spc="0" normalizeH="0" baseline="0" noProof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Versos" panose="020B0503020204030204" pitchFamily="34" charset="0"/>
                      <a:ea typeface="+mn-ea"/>
                      <a:cs typeface="Versos"/>
                      <a:sym typeface="Arial"/>
                    </a:rPr>
                  </a:br>
                  <a:r>
                    <a:rPr kumimoji="0" lang="en-US" sz="1150" b="1" i="0" u="none" strike="noStrike" kern="0" cap="none" spc="0" normalizeH="0" baseline="0" noProof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Versos" panose="020B0503020204030204" pitchFamily="34" charset="0"/>
                      <a:ea typeface="+mn-ea"/>
                      <a:cs typeface="Versos"/>
                      <a:sym typeface="Arial"/>
                    </a:rPr>
                    <a:t>Trotta</a:t>
                  </a:r>
                </a:p>
              </p:txBody>
            </p:sp>
            <p:sp>
              <p:nvSpPr>
                <p:cNvPr id="457" name="object 31">
                  <a:extLst>
                    <a:ext uri="{FF2B5EF4-FFF2-40B4-BE49-F238E27FC236}">
                      <a16:creationId xmlns:a16="http://schemas.microsoft.com/office/drawing/2014/main" id="{47DD10A4-9CD4-2078-BAF6-0FAC0E810C5A}"/>
                    </a:ext>
                  </a:extLst>
                </p:cNvPr>
                <p:cNvSpPr/>
                <p:nvPr/>
              </p:nvSpPr>
              <p:spPr>
                <a:xfrm flipV="1">
                  <a:off x="1166158" y="1705652"/>
                  <a:ext cx="909759" cy="21578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48735">
                      <a:moveTo>
                        <a:pt x="0" y="0"/>
                      </a:moveTo>
                      <a:lnTo>
                        <a:pt x="3848699" y="0"/>
                      </a:lnTo>
                    </a:path>
                  </a:pathLst>
                </a:custGeom>
                <a:ln w="10470">
                  <a:solidFill>
                    <a:schemeClr val="bg1"/>
                  </a:solidFill>
                </a:ln>
              </p:spPr>
              <p:txBody>
                <a:bodyPr wrap="square" lIns="0" tIns="0" rIns="0" bIns="0" rtlCol="0"/>
                <a:lstStyle/>
                <a:p>
                  <a:pPr marL="0" marR="0" lvl="0" indent="0" algn="l" defTabSz="554492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 typeface="Arial"/>
                    <a:buNone/>
                    <a:tabLst/>
                    <a:defRPr/>
                  </a:pPr>
                  <a:endParaRPr kumimoji="0" sz="1092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/>
                    <a:ea typeface="+mn-ea"/>
                    <a:cs typeface="Arial"/>
                    <a:sym typeface="Arial"/>
                  </a:endParaRPr>
                </a:p>
              </p:txBody>
            </p:sp>
            <p:sp>
              <p:nvSpPr>
                <p:cNvPr id="458" name="chris-egan-titulo">
                  <a:extLst>
                    <a:ext uri="{FF2B5EF4-FFF2-40B4-BE49-F238E27FC236}">
                      <a16:creationId xmlns:a16="http://schemas.microsoft.com/office/drawing/2014/main" id="{49EB294E-F54F-A288-5D3C-E8911294CD4A}"/>
                    </a:ext>
                  </a:extLst>
                </p:cNvPr>
                <p:cNvSpPr txBox="1"/>
                <p:nvPr/>
              </p:nvSpPr>
              <p:spPr>
                <a:xfrm>
                  <a:off x="1166158" y="1968509"/>
                  <a:ext cx="921293" cy="214546"/>
                </a:xfrm>
                <a:prstGeom prst="rect">
                  <a:avLst/>
                </a:prstGeom>
              </p:spPr>
              <p:txBody>
                <a:bodyPr vert="horz" wrap="square" lIns="0" tIns="0" rIns="0" bIns="0" rtlCol="0">
                  <a:spAutoFit/>
                </a:bodyPr>
                <a:lstStyle/>
                <a:p>
                  <a:pPr marL="0" marR="0" lvl="0" indent="0" algn="l" defTabSz="55444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 typeface="Arial"/>
                    <a:buNone/>
                    <a:tabLst/>
                    <a:defRPr/>
                  </a:pPr>
                  <a:r>
                    <a:rPr kumimoji="0" lang="en-US" sz="697" b="0" i="0" u="none" strike="noStrike" kern="0" cap="none" spc="33" normalizeH="0" baseline="0" noProof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Versos"/>
                      <a:ea typeface="+mn-ea"/>
                      <a:cs typeface="Arial"/>
                      <a:sym typeface="Arial"/>
                    </a:rPr>
                    <a:t>DISTRIBUIÇÃO, </a:t>
                  </a:r>
                  <a:br>
                    <a:rPr kumimoji="0" lang="en-US" sz="697" b="0" i="0" u="none" strike="noStrike" kern="0" cap="none" spc="33" normalizeH="0" baseline="0" noProof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Versos"/>
                      <a:ea typeface="+mn-ea"/>
                      <a:cs typeface="Arial"/>
                      <a:sym typeface="Arial"/>
                    </a:rPr>
                  </a:br>
                  <a:r>
                    <a:rPr kumimoji="0" lang="en-US" sz="697" b="0" i="0" u="none" strike="noStrike" kern="0" cap="none" spc="33" normalizeH="0" baseline="0" noProof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Versos"/>
                      <a:ea typeface="+mn-ea"/>
                      <a:cs typeface="Arial"/>
                      <a:sym typeface="Arial"/>
                    </a:rPr>
                    <a:t>RI &amp; RESEARCH</a:t>
                  </a:r>
                </a:p>
              </p:txBody>
            </p:sp>
          </p:grpSp>
          <p:sp>
            <p:nvSpPr>
              <p:cNvPr id="454" name="rodrigo-freire-experiencia">
                <a:extLst>
                  <a:ext uri="{FF2B5EF4-FFF2-40B4-BE49-F238E27FC236}">
                    <a16:creationId xmlns:a16="http://schemas.microsoft.com/office/drawing/2014/main" id="{6B6268B4-2BE0-74B4-F32B-3097EB67F581}"/>
                  </a:ext>
                </a:extLst>
              </p:cNvPr>
              <p:cNvSpPr txBox="1"/>
              <p:nvPr/>
            </p:nvSpPr>
            <p:spPr>
              <a:xfrm>
                <a:off x="310708" y="2303405"/>
                <a:ext cx="1757987" cy="514184"/>
              </a:xfrm>
              <a:prstGeom prst="round1Rect">
                <a:avLst>
                  <a:gd name="adj" fmla="val 0"/>
                </a:avLst>
              </a:prstGeom>
              <a:solidFill>
                <a:schemeClr val="tx1">
                  <a:lumMod val="85000"/>
                  <a:lumOff val="15000"/>
                </a:schemeClr>
              </a:solidFill>
            </p:spPr>
            <p:txBody>
              <a:bodyPr vert="horz" wrap="square" lIns="144000" tIns="0" rIns="72000" bIns="0" rtlCol="0" anchor="ctr" anchorCtr="0">
                <a:noAutofit/>
              </a:bodyPr>
              <a:lstStyle/>
              <a:p>
                <a:pPr marL="0" marR="2540" lvl="0" indent="0" algn="l" defTabSz="55444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Light"/>
                  <a:ea typeface="+mn-ea"/>
                  <a:cs typeface="Arial"/>
                  <a:sym typeface="Arial"/>
                </a:endParaRPr>
              </a:p>
            </p:txBody>
          </p: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F1E5968B-06CD-6F62-9497-BC2F9C2CFF3C}"/>
                </a:ext>
              </a:extLst>
            </p:cNvPr>
            <p:cNvGrpSpPr/>
            <p:nvPr/>
          </p:nvGrpSpPr>
          <p:grpSpPr>
            <a:xfrm>
              <a:off x="408341" y="4263883"/>
              <a:ext cx="1550871" cy="205727"/>
              <a:chOff x="470410" y="4263883"/>
              <a:chExt cx="1550871" cy="205727"/>
            </a:xfrm>
          </p:grpSpPr>
          <p:grpSp>
            <p:nvGrpSpPr>
              <p:cNvPr id="16" name="Group 15">
                <a:extLst>
                  <a:ext uri="{FF2B5EF4-FFF2-40B4-BE49-F238E27FC236}">
                    <a16:creationId xmlns:a16="http://schemas.microsoft.com/office/drawing/2014/main" id="{3E204204-73E8-B471-C193-B200D85AE372}"/>
                  </a:ext>
                </a:extLst>
              </p:cNvPr>
              <p:cNvGrpSpPr/>
              <p:nvPr/>
            </p:nvGrpSpPr>
            <p:grpSpPr>
              <a:xfrm>
                <a:off x="1290232" y="4327728"/>
                <a:ext cx="731049" cy="121844"/>
                <a:chOff x="456030" y="4672370"/>
                <a:chExt cx="851372" cy="141899"/>
              </a:xfrm>
            </p:grpSpPr>
            <p:grpSp>
              <p:nvGrpSpPr>
                <p:cNvPr id="26" name="Graphic 19">
                  <a:extLst>
                    <a:ext uri="{FF2B5EF4-FFF2-40B4-BE49-F238E27FC236}">
                      <a16:creationId xmlns:a16="http://schemas.microsoft.com/office/drawing/2014/main" id="{CBBB64BA-AB13-7483-ABEA-B201A67A01F9}"/>
                    </a:ext>
                  </a:extLst>
                </p:cNvPr>
                <p:cNvGrpSpPr/>
                <p:nvPr/>
              </p:nvGrpSpPr>
              <p:grpSpPr>
                <a:xfrm>
                  <a:off x="654677" y="4694334"/>
                  <a:ext cx="652725" cy="119185"/>
                  <a:chOff x="4883848" y="3158204"/>
                  <a:chExt cx="3517010" cy="642175"/>
                </a:xfrm>
                <a:solidFill>
                  <a:sysClr val="window" lastClr="FFFFFF"/>
                </a:solidFill>
              </p:grpSpPr>
              <p:sp>
                <p:nvSpPr>
                  <p:cNvPr id="49" name="Freeform: Shape 44">
                    <a:extLst>
                      <a:ext uri="{FF2B5EF4-FFF2-40B4-BE49-F238E27FC236}">
                        <a16:creationId xmlns:a16="http://schemas.microsoft.com/office/drawing/2014/main" id="{F800CD2A-0DE1-230D-42E6-2002B6BB47F3}"/>
                      </a:ext>
                    </a:extLst>
                  </p:cNvPr>
                  <p:cNvSpPr/>
                  <p:nvPr/>
                </p:nvSpPr>
                <p:spPr>
                  <a:xfrm>
                    <a:off x="4883848" y="3158204"/>
                    <a:ext cx="178403" cy="531971"/>
                  </a:xfrm>
                  <a:custGeom>
                    <a:avLst/>
                    <a:gdLst>
                      <a:gd name="connsiteX0" fmla="*/ 0 w 178403"/>
                      <a:gd name="connsiteY0" fmla="*/ 484918 h 531971"/>
                      <a:gd name="connsiteX1" fmla="*/ 47815 w 178403"/>
                      <a:gd name="connsiteY1" fmla="*/ 484918 h 531971"/>
                      <a:gd name="connsiteX2" fmla="*/ 47815 w 178403"/>
                      <a:gd name="connsiteY2" fmla="*/ 48578 h 531971"/>
                      <a:gd name="connsiteX3" fmla="*/ 0 w 178403"/>
                      <a:gd name="connsiteY3" fmla="*/ 48578 h 531971"/>
                      <a:gd name="connsiteX4" fmla="*/ 0 w 178403"/>
                      <a:gd name="connsiteY4" fmla="*/ 0 h 531971"/>
                      <a:gd name="connsiteX5" fmla="*/ 178403 w 178403"/>
                      <a:gd name="connsiteY5" fmla="*/ 0 h 531971"/>
                      <a:gd name="connsiteX6" fmla="*/ 178403 w 178403"/>
                      <a:gd name="connsiteY6" fmla="*/ 48578 h 531971"/>
                      <a:gd name="connsiteX7" fmla="*/ 128206 w 178403"/>
                      <a:gd name="connsiteY7" fmla="*/ 48578 h 531971"/>
                      <a:gd name="connsiteX8" fmla="*/ 128206 w 178403"/>
                      <a:gd name="connsiteY8" fmla="*/ 484918 h 531971"/>
                      <a:gd name="connsiteX9" fmla="*/ 178403 w 178403"/>
                      <a:gd name="connsiteY9" fmla="*/ 484918 h 531971"/>
                      <a:gd name="connsiteX10" fmla="*/ 178403 w 178403"/>
                      <a:gd name="connsiteY10" fmla="*/ 531971 h 531971"/>
                      <a:gd name="connsiteX11" fmla="*/ 0 w 178403"/>
                      <a:gd name="connsiteY11" fmla="*/ 531971 h 531971"/>
                      <a:gd name="connsiteX12" fmla="*/ 0 w 178403"/>
                      <a:gd name="connsiteY12" fmla="*/ 484918 h 53197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</a:cxnLst>
                    <a:rect l="l" t="t" r="r" b="b"/>
                    <a:pathLst>
                      <a:path w="178403" h="531971">
                        <a:moveTo>
                          <a:pt x="0" y="484918"/>
                        </a:moveTo>
                        <a:lnTo>
                          <a:pt x="47815" y="484918"/>
                        </a:lnTo>
                        <a:lnTo>
                          <a:pt x="47815" y="48578"/>
                        </a:lnTo>
                        <a:lnTo>
                          <a:pt x="0" y="48578"/>
                        </a:lnTo>
                        <a:lnTo>
                          <a:pt x="0" y="0"/>
                        </a:lnTo>
                        <a:lnTo>
                          <a:pt x="178403" y="0"/>
                        </a:lnTo>
                        <a:lnTo>
                          <a:pt x="178403" y="48578"/>
                        </a:lnTo>
                        <a:lnTo>
                          <a:pt x="128206" y="48578"/>
                        </a:lnTo>
                        <a:lnTo>
                          <a:pt x="128206" y="484918"/>
                        </a:lnTo>
                        <a:lnTo>
                          <a:pt x="178403" y="484918"/>
                        </a:lnTo>
                        <a:lnTo>
                          <a:pt x="178403" y="531971"/>
                        </a:lnTo>
                        <a:lnTo>
                          <a:pt x="0" y="531971"/>
                        </a:lnTo>
                        <a:lnTo>
                          <a:pt x="0" y="484918"/>
                        </a:ln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marL="0" marR="0" lvl="0" indent="0" algn="l" defTabSz="554467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 typeface="Arial"/>
                      <a:buNone/>
                      <a:tabLst/>
                      <a:defRPr/>
                    </a:pPr>
                    <a:endParaRPr kumimoji="0" lang="pt-BR" sz="1092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Versos Light"/>
                      <a:ea typeface="+mn-ea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51" name="Freeform: Shape 45">
                    <a:extLst>
                      <a:ext uri="{FF2B5EF4-FFF2-40B4-BE49-F238E27FC236}">
                        <a16:creationId xmlns:a16="http://schemas.microsoft.com/office/drawing/2014/main" id="{931EFF18-0D89-B327-C717-4F1848A387F2}"/>
                      </a:ext>
                    </a:extLst>
                  </p:cNvPr>
                  <p:cNvSpPr/>
                  <p:nvPr/>
                </p:nvSpPr>
                <p:spPr>
                  <a:xfrm>
                    <a:off x="5178075" y="3301650"/>
                    <a:ext cx="277558" cy="388715"/>
                  </a:xfrm>
                  <a:custGeom>
                    <a:avLst/>
                    <a:gdLst>
                      <a:gd name="connsiteX0" fmla="*/ 0 w 277558"/>
                      <a:gd name="connsiteY0" fmla="*/ 24098 h 388715"/>
                      <a:gd name="connsiteX1" fmla="*/ 63341 w 277558"/>
                      <a:gd name="connsiteY1" fmla="*/ 0 h 388715"/>
                      <a:gd name="connsiteX2" fmla="*/ 63341 w 277558"/>
                      <a:gd name="connsiteY2" fmla="*/ 74009 h 388715"/>
                      <a:gd name="connsiteX3" fmla="*/ 69723 w 277558"/>
                      <a:gd name="connsiteY3" fmla="*/ 81343 h 388715"/>
                      <a:gd name="connsiteX4" fmla="*/ 82772 w 277558"/>
                      <a:gd name="connsiteY4" fmla="*/ 71056 h 388715"/>
                      <a:gd name="connsiteX5" fmla="*/ 98298 w 277558"/>
                      <a:gd name="connsiteY5" fmla="*/ 51625 h 388715"/>
                      <a:gd name="connsiteX6" fmla="*/ 195453 w 277558"/>
                      <a:gd name="connsiteY6" fmla="*/ 2953 h 388715"/>
                      <a:gd name="connsiteX7" fmla="*/ 248126 w 277558"/>
                      <a:gd name="connsiteY7" fmla="*/ 17526 h 388715"/>
                      <a:gd name="connsiteX8" fmla="*/ 277559 w 277558"/>
                      <a:gd name="connsiteY8" fmla="*/ 99441 h 388715"/>
                      <a:gd name="connsiteX9" fmla="*/ 277559 w 277558"/>
                      <a:gd name="connsiteY9" fmla="*/ 388620 h 388715"/>
                      <a:gd name="connsiteX10" fmla="*/ 209550 w 277558"/>
                      <a:gd name="connsiteY10" fmla="*/ 388620 h 388715"/>
                      <a:gd name="connsiteX11" fmla="*/ 209550 w 277558"/>
                      <a:gd name="connsiteY11" fmla="*/ 100965 h 388715"/>
                      <a:gd name="connsiteX12" fmla="*/ 169354 w 277558"/>
                      <a:gd name="connsiteY12" fmla="*/ 50959 h 388715"/>
                      <a:gd name="connsiteX13" fmla="*/ 99917 w 277558"/>
                      <a:gd name="connsiteY13" fmla="*/ 91535 h 388715"/>
                      <a:gd name="connsiteX14" fmla="*/ 69913 w 277558"/>
                      <a:gd name="connsiteY14" fmla="*/ 132207 h 388715"/>
                      <a:gd name="connsiteX15" fmla="*/ 69913 w 277558"/>
                      <a:gd name="connsiteY15" fmla="*/ 388715 h 388715"/>
                      <a:gd name="connsiteX16" fmla="*/ 286 w 277558"/>
                      <a:gd name="connsiteY16" fmla="*/ 388715 h 388715"/>
                      <a:gd name="connsiteX17" fmla="*/ 286 w 277558"/>
                      <a:gd name="connsiteY17" fmla="*/ 24098 h 38871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</a:cxnLst>
                    <a:rect l="l" t="t" r="r" b="b"/>
                    <a:pathLst>
                      <a:path w="277558" h="388715">
                        <a:moveTo>
                          <a:pt x="0" y="24098"/>
                        </a:moveTo>
                        <a:lnTo>
                          <a:pt x="63341" y="0"/>
                        </a:lnTo>
                        <a:lnTo>
                          <a:pt x="63341" y="74009"/>
                        </a:lnTo>
                        <a:cubicBezTo>
                          <a:pt x="63341" y="76867"/>
                          <a:pt x="65722" y="81343"/>
                          <a:pt x="69723" y="81343"/>
                        </a:cubicBezTo>
                        <a:cubicBezTo>
                          <a:pt x="73438" y="81343"/>
                          <a:pt x="78772" y="75438"/>
                          <a:pt x="82772" y="71056"/>
                        </a:cubicBezTo>
                        <a:lnTo>
                          <a:pt x="98298" y="51625"/>
                        </a:lnTo>
                        <a:cubicBezTo>
                          <a:pt x="122110" y="21050"/>
                          <a:pt x="154686" y="2953"/>
                          <a:pt x="195453" y="2953"/>
                        </a:cubicBezTo>
                        <a:cubicBezTo>
                          <a:pt x="214122" y="2953"/>
                          <a:pt x="232696" y="7334"/>
                          <a:pt x="248126" y="17526"/>
                        </a:cubicBezTo>
                        <a:cubicBezTo>
                          <a:pt x="264223" y="27622"/>
                          <a:pt x="277559" y="44482"/>
                          <a:pt x="277559" y="99441"/>
                        </a:cubicBezTo>
                        <a:lnTo>
                          <a:pt x="277559" y="388620"/>
                        </a:lnTo>
                        <a:lnTo>
                          <a:pt x="209550" y="388620"/>
                        </a:lnTo>
                        <a:lnTo>
                          <a:pt x="209550" y="100965"/>
                        </a:lnTo>
                        <a:cubicBezTo>
                          <a:pt x="209550" y="90773"/>
                          <a:pt x="209550" y="50959"/>
                          <a:pt x="169354" y="50959"/>
                        </a:cubicBezTo>
                        <a:cubicBezTo>
                          <a:pt x="132969" y="50959"/>
                          <a:pt x="103727" y="87249"/>
                          <a:pt x="99917" y="91535"/>
                        </a:cubicBezTo>
                        <a:cubicBezTo>
                          <a:pt x="75914" y="121253"/>
                          <a:pt x="69913" y="131445"/>
                          <a:pt x="69913" y="132207"/>
                        </a:cubicBezTo>
                        <a:lnTo>
                          <a:pt x="69913" y="388715"/>
                        </a:lnTo>
                        <a:lnTo>
                          <a:pt x="286" y="388715"/>
                        </a:lnTo>
                        <a:lnTo>
                          <a:pt x="286" y="24098"/>
                        </a:ln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marL="0" marR="0" lvl="0" indent="0" algn="l" defTabSz="554467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 typeface="Arial"/>
                      <a:buNone/>
                      <a:tabLst/>
                      <a:defRPr/>
                    </a:pPr>
                    <a:endParaRPr kumimoji="0" lang="pt-BR" sz="1092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Versos Light"/>
                      <a:ea typeface="+mn-ea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52" name="Freeform: Shape 46">
                    <a:extLst>
                      <a:ext uri="{FF2B5EF4-FFF2-40B4-BE49-F238E27FC236}">
                        <a16:creationId xmlns:a16="http://schemas.microsoft.com/office/drawing/2014/main" id="{2E90C2A0-B62D-8DD6-2DAB-DEA3C997DDA1}"/>
                      </a:ext>
                    </a:extLst>
                  </p:cNvPr>
                  <p:cNvSpPr/>
                  <p:nvPr/>
                </p:nvSpPr>
                <p:spPr>
                  <a:xfrm>
                    <a:off x="5518689" y="3196685"/>
                    <a:ext cx="228600" cy="500919"/>
                  </a:xfrm>
                  <a:custGeom>
                    <a:avLst/>
                    <a:gdLst>
                      <a:gd name="connsiteX0" fmla="*/ 95 w 228600"/>
                      <a:gd name="connsiteY0" fmla="*/ 144875 h 500919"/>
                      <a:gd name="connsiteX1" fmla="*/ 58103 w 228600"/>
                      <a:gd name="connsiteY1" fmla="*/ 144875 h 500919"/>
                      <a:gd name="connsiteX2" fmla="*/ 58103 w 228600"/>
                      <a:gd name="connsiteY2" fmla="*/ 58579 h 500919"/>
                      <a:gd name="connsiteX3" fmla="*/ 122872 w 228600"/>
                      <a:gd name="connsiteY3" fmla="*/ 0 h 500919"/>
                      <a:gd name="connsiteX4" fmla="*/ 130588 w 228600"/>
                      <a:gd name="connsiteY4" fmla="*/ 0 h 500919"/>
                      <a:gd name="connsiteX5" fmla="*/ 130588 w 228600"/>
                      <a:gd name="connsiteY5" fmla="*/ 144875 h 500919"/>
                      <a:gd name="connsiteX6" fmla="*/ 194691 w 228600"/>
                      <a:gd name="connsiteY6" fmla="*/ 144875 h 500919"/>
                      <a:gd name="connsiteX7" fmla="*/ 194691 w 228600"/>
                      <a:gd name="connsiteY7" fmla="*/ 186309 h 500919"/>
                      <a:gd name="connsiteX8" fmla="*/ 126778 w 228600"/>
                      <a:gd name="connsiteY8" fmla="*/ 186309 h 500919"/>
                      <a:gd name="connsiteX9" fmla="*/ 126778 w 228600"/>
                      <a:gd name="connsiteY9" fmla="*/ 411671 h 500919"/>
                      <a:gd name="connsiteX10" fmla="*/ 160687 w 228600"/>
                      <a:gd name="connsiteY10" fmla="*/ 445865 h 500919"/>
                      <a:gd name="connsiteX11" fmla="*/ 228600 w 228600"/>
                      <a:gd name="connsiteY11" fmla="*/ 424720 h 500919"/>
                      <a:gd name="connsiteX12" fmla="*/ 228600 w 228600"/>
                      <a:gd name="connsiteY12" fmla="*/ 481965 h 500919"/>
                      <a:gd name="connsiteX13" fmla="*/ 149828 w 228600"/>
                      <a:gd name="connsiteY13" fmla="*/ 500920 h 500919"/>
                      <a:gd name="connsiteX14" fmla="*/ 57055 w 228600"/>
                      <a:gd name="connsiteY14" fmla="*/ 419767 h 500919"/>
                      <a:gd name="connsiteX15" fmla="*/ 57055 w 228600"/>
                      <a:gd name="connsiteY15" fmla="*/ 186309 h 500919"/>
                      <a:gd name="connsiteX16" fmla="*/ 0 w 228600"/>
                      <a:gd name="connsiteY16" fmla="*/ 186309 h 500919"/>
                      <a:gd name="connsiteX17" fmla="*/ 0 w 228600"/>
                      <a:gd name="connsiteY17" fmla="*/ 144875 h 50091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</a:cxnLst>
                    <a:rect l="l" t="t" r="r" b="b"/>
                    <a:pathLst>
                      <a:path w="228600" h="500919">
                        <a:moveTo>
                          <a:pt x="95" y="144875"/>
                        </a:moveTo>
                        <a:lnTo>
                          <a:pt x="58103" y="144875"/>
                        </a:lnTo>
                        <a:lnTo>
                          <a:pt x="58103" y="58579"/>
                        </a:lnTo>
                        <a:lnTo>
                          <a:pt x="122872" y="0"/>
                        </a:lnTo>
                        <a:lnTo>
                          <a:pt x="130588" y="0"/>
                        </a:lnTo>
                        <a:lnTo>
                          <a:pt x="130588" y="144875"/>
                        </a:lnTo>
                        <a:lnTo>
                          <a:pt x="194691" y="144875"/>
                        </a:lnTo>
                        <a:lnTo>
                          <a:pt x="194691" y="186309"/>
                        </a:lnTo>
                        <a:lnTo>
                          <a:pt x="126778" y="186309"/>
                        </a:lnTo>
                        <a:lnTo>
                          <a:pt x="126778" y="411671"/>
                        </a:lnTo>
                        <a:cubicBezTo>
                          <a:pt x="126778" y="418909"/>
                          <a:pt x="126778" y="445865"/>
                          <a:pt x="160687" y="445865"/>
                        </a:cubicBezTo>
                        <a:cubicBezTo>
                          <a:pt x="183737" y="445865"/>
                          <a:pt x="209264" y="434150"/>
                          <a:pt x="228600" y="424720"/>
                        </a:cubicBezTo>
                        <a:lnTo>
                          <a:pt x="228600" y="481965"/>
                        </a:lnTo>
                        <a:cubicBezTo>
                          <a:pt x="207740" y="492823"/>
                          <a:pt x="172974" y="500920"/>
                          <a:pt x="149828" y="500920"/>
                        </a:cubicBezTo>
                        <a:cubicBezTo>
                          <a:pt x="131254" y="500920"/>
                          <a:pt x="57055" y="495014"/>
                          <a:pt x="57055" y="419767"/>
                        </a:cubicBezTo>
                        <a:lnTo>
                          <a:pt x="57055" y="186309"/>
                        </a:lnTo>
                        <a:lnTo>
                          <a:pt x="0" y="186309"/>
                        </a:lnTo>
                        <a:lnTo>
                          <a:pt x="0" y="144875"/>
                        </a:ln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marL="0" marR="0" lvl="0" indent="0" algn="l" defTabSz="554467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 typeface="Arial"/>
                      <a:buNone/>
                      <a:tabLst/>
                      <a:defRPr/>
                    </a:pPr>
                    <a:endParaRPr kumimoji="0" lang="pt-BR" sz="1092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Versos Light"/>
                      <a:ea typeface="+mn-ea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53" name="Freeform: Shape 47">
                    <a:extLst>
                      <a:ext uri="{FF2B5EF4-FFF2-40B4-BE49-F238E27FC236}">
                        <a16:creationId xmlns:a16="http://schemas.microsoft.com/office/drawing/2014/main" id="{5BFB07F0-5AF9-CA47-3C85-D35E5F442B0B}"/>
                      </a:ext>
                    </a:extLst>
                  </p:cNvPr>
                  <p:cNvSpPr/>
                  <p:nvPr/>
                </p:nvSpPr>
                <p:spPr>
                  <a:xfrm>
                    <a:off x="5799200" y="3302412"/>
                    <a:ext cx="310419" cy="397287"/>
                  </a:xfrm>
                  <a:custGeom>
                    <a:avLst/>
                    <a:gdLst>
                      <a:gd name="connsiteX0" fmla="*/ 310420 w 310419"/>
                      <a:gd name="connsiteY0" fmla="*/ 205073 h 397287"/>
                      <a:gd name="connsiteX1" fmla="*/ 71057 w 310419"/>
                      <a:gd name="connsiteY1" fmla="*/ 205073 h 397287"/>
                      <a:gd name="connsiteX2" fmla="*/ 168307 w 310419"/>
                      <a:gd name="connsiteY2" fmla="*/ 346519 h 397287"/>
                      <a:gd name="connsiteX3" fmla="*/ 250222 w 310419"/>
                      <a:gd name="connsiteY3" fmla="*/ 314516 h 397287"/>
                      <a:gd name="connsiteX4" fmla="*/ 290417 w 310419"/>
                      <a:gd name="connsiteY4" fmla="*/ 349377 h 397287"/>
                      <a:gd name="connsiteX5" fmla="*/ 158972 w 310419"/>
                      <a:gd name="connsiteY5" fmla="*/ 397288 h 397287"/>
                      <a:gd name="connsiteX6" fmla="*/ 0 w 310419"/>
                      <a:gd name="connsiteY6" fmla="*/ 208788 h 397287"/>
                      <a:gd name="connsiteX7" fmla="*/ 158401 w 310419"/>
                      <a:gd name="connsiteY7" fmla="*/ 0 h 397287"/>
                      <a:gd name="connsiteX8" fmla="*/ 309753 w 310419"/>
                      <a:gd name="connsiteY8" fmla="*/ 170402 h 397287"/>
                      <a:gd name="connsiteX9" fmla="*/ 310420 w 310419"/>
                      <a:gd name="connsiteY9" fmla="*/ 205073 h 397287"/>
                      <a:gd name="connsiteX10" fmla="*/ 240887 w 310419"/>
                      <a:gd name="connsiteY10" fmla="*/ 160973 h 397287"/>
                      <a:gd name="connsiteX11" fmla="*/ 159925 w 310419"/>
                      <a:gd name="connsiteY11" fmla="*/ 47054 h 397287"/>
                      <a:gd name="connsiteX12" fmla="*/ 87154 w 310419"/>
                      <a:gd name="connsiteY12" fmla="*/ 94869 h 397287"/>
                      <a:gd name="connsiteX13" fmla="*/ 73152 w 310419"/>
                      <a:gd name="connsiteY13" fmla="*/ 160877 h 397287"/>
                      <a:gd name="connsiteX14" fmla="*/ 240887 w 310419"/>
                      <a:gd name="connsiteY14" fmla="*/ 160877 h 39728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</a:cxnLst>
                    <a:rect l="l" t="t" r="r" b="b"/>
                    <a:pathLst>
                      <a:path w="310419" h="397287">
                        <a:moveTo>
                          <a:pt x="310420" y="205073"/>
                        </a:moveTo>
                        <a:lnTo>
                          <a:pt x="71057" y="205073"/>
                        </a:lnTo>
                        <a:cubicBezTo>
                          <a:pt x="70295" y="289846"/>
                          <a:pt x="96583" y="346519"/>
                          <a:pt x="168307" y="346519"/>
                        </a:cubicBezTo>
                        <a:cubicBezTo>
                          <a:pt x="215456" y="346519"/>
                          <a:pt x="237744" y="325469"/>
                          <a:pt x="250222" y="314516"/>
                        </a:cubicBezTo>
                        <a:lnTo>
                          <a:pt x="290417" y="349377"/>
                        </a:lnTo>
                        <a:cubicBezTo>
                          <a:pt x="264223" y="371189"/>
                          <a:pt x="232505" y="397288"/>
                          <a:pt x="158972" y="397288"/>
                        </a:cubicBezTo>
                        <a:cubicBezTo>
                          <a:pt x="65627" y="397288"/>
                          <a:pt x="0" y="327660"/>
                          <a:pt x="0" y="208788"/>
                        </a:cubicBezTo>
                        <a:cubicBezTo>
                          <a:pt x="0" y="16097"/>
                          <a:pt x="122111" y="0"/>
                          <a:pt x="158401" y="0"/>
                        </a:cubicBezTo>
                        <a:cubicBezTo>
                          <a:pt x="255651" y="0"/>
                          <a:pt x="307372" y="77533"/>
                          <a:pt x="309753" y="170402"/>
                        </a:cubicBezTo>
                        <a:lnTo>
                          <a:pt x="310420" y="205073"/>
                        </a:lnTo>
                        <a:close/>
                        <a:moveTo>
                          <a:pt x="240887" y="160973"/>
                        </a:moveTo>
                        <a:cubicBezTo>
                          <a:pt x="240887" y="95726"/>
                          <a:pt x="214694" y="47054"/>
                          <a:pt x="159925" y="47054"/>
                        </a:cubicBezTo>
                        <a:cubicBezTo>
                          <a:pt x="126587" y="47054"/>
                          <a:pt x="100394" y="65913"/>
                          <a:pt x="87154" y="94869"/>
                        </a:cubicBezTo>
                        <a:cubicBezTo>
                          <a:pt x="74771" y="122396"/>
                          <a:pt x="73914" y="147733"/>
                          <a:pt x="73152" y="160877"/>
                        </a:cubicBezTo>
                        <a:lnTo>
                          <a:pt x="240887" y="160877"/>
                        </a:ln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marL="0" marR="0" lvl="0" indent="0" algn="l" defTabSz="554467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 typeface="Arial"/>
                      <a:buNone/>
                      <a:tabLst/>
                      <a:defRPr/>
                    </a:pPr>
                    <a:endParaRPr kumimoji="0" lang="pt-BR" sz="1092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Versos Light"/>
                      <a:ea typeface="+mn-ea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54" name="Freeform: Shape 48">
                    <a:extLst>
                      <a:ext uri="{FF2B5EF4-FFF2-40B4-BE49-F238E27FC236}">
                        <a16:creationId xmlns:a16="http://schemas.microsoft.com/office/drawing/2014/main" id="{4973FC47-8C1B-0D67-8A4C-042A5B687AE5}"/>
                      </a:ext>
                    </a:extLst>
                  </p:cNvPr>
                  <p:cNvSpPr/>
                  <p:nvPr/>
                </p:nvSpPr>
                <p:spPr>
                  <a:xfrm>
                    <a:off x="6179914" y="3302508"/>
                    <a:ext cx="305942" cy="497871"/>
                  </a:xfrm>
                  <a:custGeom>
                    <a:avLst/>
                    <a:gdLst>
                      <a:gd name="connsiteX0" fmla="*/ 250317 w 305942"/>
                      <a:gd name="connsiteY0" fmla="*/ 7239 h 497871"/>
                      <a:gd name="connsiteX1" fmla="*/ 305943 w 305942"/>
                      <a:gd name="connsiteY1" fmla="*/ 7239 h 497871"/>
                      <a:gd name="connsiteX2" fmla="*/ 305943 w 305942"/>
                      <a:gd name="connsiteY2" fmla="*/ 348615 h 497871"/>
                      <a:gd name="connsiteX3" fmla="*/ 296704 w 305942"/>
                      <a:gd name="connsiteY3" fmla="*/ 412432 h 497871"/>
                      <a:gd name="connsiteX4" fmla="*/ 229457 w 305942"/>
                      <a:gd name="connsiteY4" fmla="*/ 481298 h 497871"/>
                      <a:gd name="connsiteX5" fmla="*/ 139922 w 305942"/>
                      <a:gd name="connsiteY5" fmla="*/ 497872 h 497871"/>
                      <a:gd name="connsiteX6" fmla="*/ 44958 w 305942"/>
                      <a:gd name="connsiteY6" fmla="*/ 486346 h 497871"/>
                      <a:gd name="connsiteX7" fmla="*/ 44958 w 305942"/>
                      <a:gd name="connsiteY7" fmla="*/ 420338 h 497871"/>
                      <a:gd name="connsiteX8" fmla="*/ 73533 w 305942"/>
                      <a:gd name="connsiteY8" fmla="*/ 420338 h 497871"/>
                      <a:gd name="connsiteX9" fmla="*/ 140684 w 305942"/>
                      <a:gd name="connsiteY9" fmla="*/ 447104 h 497871"/>
                      <a:gd name="connsiteX10" fmla="*/ 204692 w 305942"/>
                      <a:gd name="connsiteY10" fmla="*/ 429863 h 497871"/>
                      <a:gd name="connsiteX11" fmla="*/ 237935 w 305942"/>
                      <a:gd name="connsiteY11" fmla="*/ 348615 h 497871"/>
                      <a:gd name="connsiteX12" fmla="*/ 237935 w 305942"/>
                      <a:gd name="connsiteY12" fmla="*/ 293561 h 497871"/>
                      <a:gd name="connsiteX13" fmla="*/ 234887 w 305942"/>
                      <a:gd name="connsiteY13" fmla="*/ 289846 h 497871"/>
                      <a:gd name="connsiteX14" fmla="*/ 221742 w 305942"/>
                      <a:gd name="connsiteY14" fmla="*/ 302895 h 497871"/>
                      <a:gd name="connsiteX15" fmla="*/ 129826 w 305942"/>
                      <a:gd name="connsiteY15" fmla="*/ 349377 h 497871"/>
                      <a:gd name="connsiteX16" fmla="*/ 23146 w 305942"/>
                      <a:gd name="connsiteY16" fmla="*/ 281273 h 497871"/>
                      <a:gd name="connsiteX17" fmla="*/ 0 w 305942"/>
                      <a:gd name="connsiteY17" fmla="*/ 158782 h 497871"/>
                      <a:gd name="connsiteX18" fmla="*/ 128302 w 305942"/>
                      <a:gd name="connsiteY18" fmla="*/ 0 h 497871"/>
                      <a:gd name="connsiteX19" fmla="*/ 232505 w 305942"/>
                      <a:gd name="connsiteY19" fmla="*/ 59436 h 497871"/>
                      <a:gd name="connsiteX20" fmla="*/ 243269 w 305942"/>
                      <a:gd name="connsiteY20" fmla="*/ 73247 h 497871"/>
                      <a:gd name="connsiteX21" fmla="*/ 250222 w 305942"/>
                      <a:gd name="connsiteY21" fmla="*/ 63817 h 497871"/>
                      <a:gd name="connsiteX22" fmla="*/ 250222 w 305942"/>
                      <a:gd name="connsiteY22" fmla="*/ 7239 h 497871"/>
                      <a:gd name="connsiteX23" fmla="*/ 240982 w 305942"/>
                      <a:gd name="connsiteY23" fmla="*/ 174593 h 497871"/>
                      <a:gd name="connsiteX24" fmla="*/ 149162 w 305942"/>
                      <a:gd name="connsiteY24" fmla="*/ 48482 h 497871"/>
                      <a:gd name="connsiteX25" fmla="*/ 68771 w 305942"/>
                      <a:gd name="connsiteY25" fmla="*/ 184690 h 497871"/>
                      <a:gd name="connsiteX26" fmla="*/ 148495 w 305942"/>
                      <a:gd name="connsiteY26" fmla="*/ 296418 h 497871"/>
                      <a:gd name="connsiteX27" fmla="*/ 240982 w 305942"/>
                      <a:gd name="connsiteY27" fmla="*/ 174593 h 49787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</a:cxnLst>
                    <a:rect l="l" t="t" r="r" b="b"/>
                    <a:pathLst>
                      <a:path w="305942" h="497871">
                        <a:moveTo>
                          <a:pt x="250317" y="7239"/>
                        </a:moveTo>
                        <a:lnTo>
                          <a:pt x="305943" y="7239"/>
                        </a:lnTo>
                        <a:lnTo>
                          <a:pt x="305943" y="348615"/>
                        </a:lnTo>
                        <a:cubicBezTo>
                          <a:pt x="305943" y="369665"/>
                          <a:pt x="298990" y="405194"/>
                          <a:pt x="296704" y="412432"/>
                        </a:cubicBezTo>
                        <a:cubicBezTo>
                          <a:pt x="295942" y="416052"/>
                          <a:pt x="281178" y="460915"/>
                          <a:pt x="229457" y="481298"/>
                        </a:cubicBezTo>
                        <a:cubicBezTo>
                          <a:pt x="218599" y="485680"/>
                          <a:pt x="187738" y="497872"/>
                          <a:pt x="139922" y="497872"/>
                        </a:cubicBezTo>
                        <a:cubicBezTo>
                          <a:pt x="126682" y="497872"/>
                          <a:pt x="85058" y="496348"/>
                          <a:pt x="44958" y="486346"/>
                        </a:cubicBezTo>
                        <a:lnTo>
                          <a:pt x="44958" y="420338"/>
                        </a:lnTo>
                        <a:lnTo>
                          <a:pt x="73533" y="420338"/>
                        </a:lnTo>
                        <a:cubicBezTo>
                          <a:pt x="84296" y="433388"/>
                          <a:pt x="96774" y="447104"/>
                          <a:pt x="140684" y="447104"/>
                        </a:cubicBezTo>
                        <a:cubicBezTo>
                          <a:pt x="178594" y="447104"/>
                          <a:pt x="202406" y="431197"/>
                          <a:pt x="204692" y="429863"/>
                        </a:cubicBezTo>
                        <a:cubicBezTo>
                          <a:pt x="237935" y="408051"/>
                          <a:pt x="237935" y="366141"/>
                          <a:pt x="237935" y="348615"/>
                        </a:cubicBezTo>
                        <a:lnTo>
                          <a:pt x="237935" y="293561"/>
                        </a:lnTo>
                        <a:lnTo>
                          <a:pt x="234887" y="289846"/>
                        </a:lnTo>
                        <a:cubicBezTo>
                          <a:pt x="229457" y="289846"/>
                          <a:pt x="228790" y="291370"/>
                          <a:pt x="221742" y="302895"/>
                        </a:cubicBezTo>
                        <a:cubicBezTo>
                          <a:pt x="214789" y="314515"/>
                          <a:pt x="186119" y="349377"/>
                          <a:pt x="129826" y="349377"/>
                        </a:cubicBezTo>
                        <a:cubicBezTo>
                          <a:pt x="77343" y="349377"/>
                          <a:pt x="42386" y="317468"/>
                          <a:pt x="23146" y="281273"/>
                        </a:cubicBezTo>
                        <a:cubicBezTo>
                          <a:pt x="1714" y="240602"/>
                          <a:pt x="0" y="197929"/>
                          <a:pt x="0" y="158782"/>
                        </a:cubicBezTo>
                        <a:cubicBezTo>
                          <a:pt x="0" y="68104"/>
                          <a:pt x="58007" y="0"/>
                          <a:pt x="128302" y="0"/>
                        </a:cubicBezTo>
                        <a:cubicBezTo>
                          <a:pt x="190119" y="0"/>
                          <a:pt x="216313" y="30385"/>
                          <a:pt x="232505" y="59436"/>
                        </a:cubicBezTo>
                        <a:cubicBezTo>
                          <a:pt x="238792" y="69628"/>
                          <a:pt x="238792" y="71056"/>
                          <a:pt x="243269" y="73247"/>
                        </a:cubicBezTo>
                        <a:cubicBezTo>
                          <a:pt x="246317" y="71818"/>
                          <a:pt x="250222" y="70294"/>
                          <a:pt x="250222" y="63817"/>
                        </a:cubicBezTo>
                        <a:lnTo>
                          <a:pt x="250222" y="7239"/>
                        </a:lnTo>
                        <a:close/>
                        <a:moveTo>
                          <a:pt x="240982" y="174593"/>
                        </a:moveTo>
                        <a:cubicBezTo>
                          <a:pt x="240982" y="86201"/>
                          <a:pt x="198596" y="48482"/>
                          <a:pt x="149162" y="48482"/>
                        </a:cubicBezTo>
                        <a:cubicBezTo>
                          <a:pt x="68771" y="48482"/>
                          <a:pt x="68771" y="151352"/>
                          <a:pt x="68771" y="184690"/>
                        </a:cubicBezTo>
                        <a:cubicBezTo>
                          <a:pt x="68771" y="208693"/>
                          <a:pt x="74867" y="296418"/>
                          <a:pt x="148495" y="296418"/>
                        </a:cubicBezTo>
                        <a:cubicBezTo>
                          <a:pt x="174593" y="296418"/>
                          <a:pt x="240982" y="279082"/>
                          <a:pt x="240982" y="174593"/>
                        </a:cubicBez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marL="0" marR="0" lvl="0" indent="0" algn="l" defTabSz="554467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 typeface="Arial"/>
                      <a:buNone/>
                      <a:tabLst/>
                      <a:defRPr/>
                    </a:pPr>
                    <a:endParaRPr kumimoji="0" lang="pt-BR" sz="1092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Versos Light"/>
                      <a:ea typeface="+mn-ea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55" name="Freeform: Shape 49">
                    <a:extLst>
                      <a:ext uri="{FF2B5EF4-FFF2-40B4-BE49-F238E27FC236}">
                        <a16:creationId xmlns:a16="http://schemas.microsoft.com/office/drawing/2014/main" id="{68C54064-A3A9-0CEC-4D76-A9FE4DA8149F}"/>
                      </a:ext>
                    </a:extLst>
                  </p:cNvPr>
                  <p:cNvSpPr/>
                  <p:nvPr/>
                </p:nvSpPr>
                <p:spPr>
                  <a:xfrm>
                    <a:off x="6592442" y="3301079"/>
                    <a:ext cx="213169" cy="389096"/>
                  </a:xfrm>
                  <a:custGeom>
                    <a:avLst/>
                    <a:gdLst>
                      <a:gd name="connsiteX0" fmla="*/ 0 w 213169"/>
                      <a:gd name="connsiteY0" fmla="*/ 24670 h 389096"/>
                      <a:gd name="connsiteX1" fmla="*/ 64961 w 213169"/>
                      <a:gd name="connsiteY1" fmla="*/ 0 h 389096"/>
                      <a:gd name="connsiteX2" fmla="*/ 64961 w 213169"/>
                      <a:gd name="connsiteY2" fmla="*/ 89345 h 389096"/>
                      <a:gd name="connsiteX3" fmla="*/ 213170 w 213169"/>
                      <a:gd name="connsiteY3" fmla="*/ 0 h 389096"/>
                      <a:gd name="connsiteX4" fmla="*/ 213170 w 213169"/>
                      <a:gd name="connsiteY4" fmla="*/ 76295 h 389096"/>
                      <a:gd name="connsiteX5" fmla="*/ 187643 w 213169"/>
                      <a:gd name="connsiteY5" fmla="*/ 74104 h 389096"/>
                      <a:gd name="connsiteX6" fmla="*/ 71819 w 213169"/>
                      <a:gd name="connsiteY6" fmla="*/ 141542 h 389096"/>
                      <a:gd name="connsiteX7" fmla="*/ 71819 w 213169"/>
                      <a:gd name="connsiteY7" fmla="*/ 389096 h 389096"/>
                      <a:gd name="connsiteX8" fmla="*/ 95 w 213169"/>
                      <a:gd name="connsiteY8" fmla="*/ 389096 h 389096"/>
                      <a:gd name="connsiteX9" fmla="*/ 95 w 213169"/>
                      <a:gd name="connsiteY9" fmla="*/ 24670 h 38909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</a:cxnLst>
                    <a:rect l="l" t="t" r="r" b="b"/>
                    <a:pathLst>
                      <a:path w="213169" h="389096">
                        <a:moveTo>
                          <a:pt x="0" y="24670"/>
                        </a:moveTo>
                        <a:lnTo>
                          <a:pt x="64961" y="0"/>
                        </a:lnTo>
                        <a:lnTo>
                          <a:pt x="64961" y="89345"/>
                        </a:lnTo>
                        <a:cubicBezTo>
                          <a:pt x="64961" y="93726"/>
                          <a:pt x="118872" y="2381"/>
                          <a:pt x="213170" y="0"/>
                        </a:cubicBezTo>
                        <a:lnTo>
                          <a:pt x="213170" y="76295"/>
                        </a:lnTo>
                        <a:cubicBezTo>
                          <a:pt x="204692" y="74771"/>
                          <a:pt x="196215" y="74104"/>
                          <a:pt x="187643" y="74104"/>
                        </a:cubicBezTo>
                        <a:cubicBezTo>
                          <a:pt x="139922" y="74104"/>
                          <a:pt x="100489" y="104584"/>
                          <a:pt x="71819" y="141542"/>
                        </a:cubicBezTo>
                        <a:lnTo>
                          <a:pt x="71819" y="389096"/>
                        </a:lnTo>
                        <a:lnTo>
                          <a:pt x="95" y="389096"/>
                        </a:lnTo>
                        <a:lnTo>
                          <a:pt x="95" y="24670"/>
                        </a:ln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marL="0" marR="0" lvl="0" indent="0" algn="l" defTabSz="554467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 typeface="Arial"/>
                      <a:buNone/>
                      <a:tabLst/>
                      <a:defRPr/>
                    </a:pPr>
                    <a:endParaRPr kumimoji="0" lang="pt-BR" sz="1092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Versos Light"/>
                      <a:ea typeface="+mn-ea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56" name="Freeform: Shape 50">
                    <a:extLst>
                      <a:ext uri="{FF2B5EF4-FFF2-40B4-BE49-F238E27FC236}">
                        <a16:creationId xmlns:a16="http://schemas.microsoft.com/office/drawing/2014/main" id="{F77BA3C4-B14E-62E0-34EA-962B63A5D849}"/>
                      </a:ext>
                    </a:extLst>
                  </p:cNvPr>
                  <p:cNvSpPr/>
                  <p:nvPr/>
                </p:nvSpPr>
                <p:spPr>
                  <a:xfrm>
                    <a:off x="6842759" y="3301841"/>
                    <a:ext cx="337661" cy="396430"/>
                  </a:xfrm>
                  <a:custGeom>
                    <a:avLst/>
                    <a:gdLst>
                      <a:gd name="connsiteX0" fmla="*/ 302895 w 337661"/>
                      <a:gd name="connsiteY0" fmla="*/ 303562 h 396430"/>
                      <a:gd name="connsiteX1" fmla="*/ 337661 w 337661"/>
                      <a:gd name="connsiteY1" fmla="*/ 344900 h 396430"/>
                      <a:gd name="connsiteX2" fmla="*/ 337661 w 337661"/>
                      <a:gd name="connsiteY2" fmla="*/ 396430 h 396430"/>
                      <a:gd name="connsiteX3" fmla="*/ 258794 w 337661"/>
                      <a:gd name="connsiteY3" fmla="*/ 371094 h 396430"/>
                      <a:gd name="connsiteX4" fmla="*/ 238601 w 337661"/>
                      <a:gd name="connsiteY4" fmla="*/ 333280 h 396430"/>
                      <a:gd name="connsiteX5" fmla="*/ 236315 w 337661"/>
                      <a:gd name="connsiteY5" fmla="*/ 331946 h 396430"/>
                      <a:gd name="connsiteX6" fmla="*/ 210788 w 337661"/>
                      <a:gd name="connsiteY6" fmla="*/ 354425 h 396430"/>
                      <a:gd name="connsiteX7" fmla="*/ 98012 w 337661"/>
                      <a:gd name="connsiteY7" fmla="*/ 395764 h 396430"/>
                      <a:gd name="connsiteX8" fmla="*/ 0 w 337661"/>
                      <a:gd name="connsiteY8" fmla="*/ 302895 h 396430"/>
                      <a:gd name="connsiteX9" fmla="*/ 59436 w 337661"/>
                      <a:gd name="connsiteY9" fmla="*/ 195739 h 396430"/>
                      <a:gd name="connsiteX10" fmla="*/ 231743 w 337661"/>
                      <a:gd name="connsiteY10" fmla="*/ 153638 h 396430"/>
                      <a:gd name="connsiteX11" fmla="*/ 231743 w 337661"/>
                      <a:gd name="connsiteY11" fmla="*/ 104394 h 396430"/>
                      <a:gd name="connsiteX12" fmla="*/ 168402 w 337661"/>
                      <a:gd name="connsiteY12" fmla="*/ 52197 h 396430"/>
                      <a:gd name="connsiteX13" fmla="*/ 51816 w 337661"/>
                      <a:gd name="connsiteY13" fmla="*/ 92012 h 396430"/>
                      <a:gd name="connsiteX14" fmla="*/ 21622 w 337661"/>
                      <a:gd name="connsiteY14" fmla="*/ 43529 h 396430"/>
                      <a:gd name="connsiteX15" fmla="*/ 172974 w 337661"/>
                      <a:gd name="connsiteY15" fmla="*/ 0 h 396430"/>
                      <a:gd name="connsiteX16" fmla="*/ 265557 w 337661"/>
                      <a:gd name="connsiteY16" fmla="*/ 25432 h 396430"/>
                      <a:gd name="connsiteX17" fmla="*/ 302800 w 337661"/>
                      <a:gd name="connsiteY17" fmla="*/ 112395 h 396430"/>
                      <a:gd name="connsiteX18" fmla="*/ 302800 w 337661"/>
                      <a:gd name="connsiteY18" fmla="*/ 303562 h 396430"/>
                      <a:gd name="connsiteX19" fmla="*/ 231743 w 337661"/>
                      <a:gd name="connsiteY19" fmla="*/ 192024 h 396430"/>
                      <a:gd name="connsiteX20" fmla="*/ 70295 w 337661"/>
                      <a:gd name="connsiteY20" fmla="*/ 289846 h 396430"/>
                      <a:gd name="connsiteX21" fmla="*/ 130493 w 337661"/>
                      <a:gd name="connsiteY21" fmla="*/ 349282 h 396430"/>
                      <a:gd name="connsiteX22" fmla="*/ 231743 w 337661"/>
                      <a:gd name="connsiteY22" fmla="*/ 295656 h 396430"/>
                      <a:gd name="connsiteX23" fmla="*/ 231743 w 337661"/>
                      <a:gd name="connsiteY23" fmla="*/ 192024 h 39643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</a:cxnLst>
                    <a:rect l="l" t="t" r="r" b="b"/>
                    <a:pathLst>
                      <a:path w="337661" h="396430">
                        <a:moveTo>
                          <a:pt x="302895" y="303562"/>
                        </a:moveTo>
                        <a:cubicBezTo>
                          <a:pt x="302895" y="323278"/>
                          <a:pt x="302895" y="346424"/>
                          <a:pt x="337661" y="344900"/>
                        </a:cubicBezTo>
                        <a:lnTo>
                          <a:pt x="337661" y="396430"/>
                        </a:lnTo>
                        <a:cubicBezTo>
                          <a:pt x="303657" y="394907"/>
                          <a:pt x="279654" y="392716"/>
                          <a:pt x="258794" y="371094"/>
                        </a:cubicBezTo>
                        <a:cubicBezTo>
                          <a:pt x="252603" y="365284"/>
                          <a:pt x="240983" y="350711"/>
                          <a:pt x="238601" y="333280"/>
                        </a:cubicBezTo>
                        <a:lnTo>
                          <a:pt x="236315" y="331946"/>
                        </a:lnTo>
                        <a:cubicBezTo>
                          <a:pt x="231743" y="334804"/>
                          <a:pt x="214694" y="351377"/>
                          <a:pt x="210788" y="354425"/>
                        </a:cubicBezTo>
                        <a:cubicBezTo>
                          <a:pt x="164497" y="392144"/>
                          <a:pt x="134398" y="395764"/>
                          <a:pt x="98012" y="395764"/>
                        </a:cubicBezTo>
                        <a:cubicBezTo>
                          <a:pt x="40767" y="395764"/>
                          <a:pt x="0" y="351473"/>
                          <a:pt x="0" y="302895"/>
                        </a:cubicBezTo>
                        <a:cubicBezTo>
                          <a:pt x="0" y="255937"/>
                          <a:pt x="23813" y="220313"/>
                          <a:pt x="59436" y="195739"/>
                        </a:cubicBezTo>
                        <a:cubicBezTo>
                          <a:pt x="103537" y="165259"/>
                          <a:pt x="165259" y="154305"/>
                          <a:pt x="231743" y="153638"/>
                        </a:cubicBezTo>
                        <a:lnTo>
                          <a:pt x="231743" y="104394"/>
                        </a:lnTo>
                        <a:cubicBezTo>
                          <a:pt x="231743" y="89154"/>
                          <a:pt x="231743" y="52197"/>
                          <a:pt x="168402" y="52197"/>
                        </a:cubicBezTo>
                        <a:cubicBezTo>
                          <a:pt x="128206" y="52197"/>
                          <a:pt x="86487" y="71818"/>
                          <a:pt x="51816" y="92012"/>
                        </a:cubicBezTo>
                        <a:lnTo>
                          <a:pt x="21622" y="43529"/>
                        </a:lnTo>
                        <a:cubicBezTo>
                          <a:pt x="71819" y="18097"/>
                          <a:pt x="108013" y="0"/>
                          <a:pt x="172974" y="0"/>
                        </a:cubicBezTo>
                        <a:cubicBezTo>
                          <a:pt x="201644" y="0"/>
                          <a:pt x="240887" y="7239"/>
                          <a:pt x="265557" y="25432"/>
                        </a:cubicBezTo>
                        <a:cubicBezTo>
                          <a:pt x="294227" y="46482"/>
                          <a:pt x="302800" y="74771"/>
                          <a:pt x="302800" y="112395"/>
                        </a:cubicBezTo>
                        <a:lnTo>
                          <a:pt x="302800" y="303562"/>
                        </a:lnTo>
                        <a:close/>
                        <a:moveTo>
                          <a:pt x="231743" y="192024"/>
                        </a:moveTo>
                        <a:cubicBezTo>
                          <a:pt x="146685" y="192691"/>
                          <a:pt x="70295" y="223171"/>
                          <a:pt x="70295" y="289846"/>
                        </a:cubicBezTo>
                        <a:cubicBezTo>
                          <a:pt x="70295" y="321564"/>
                          <a:pt x="93440" y="349282"/>
                          <a:pt x="130493" y="349282"/>
                        </a:cubicBezTo>
                        <a:cubicBezTo>
                          <a:pt x="175260" y="349282"/>
                          <a:pt x="210788" y="315182"/>
                          <a:pt x="231743" y="295656"/>
                        </a:cubicBezTo>
                        <a:lnTo>
                          <a:pt x="231743" y="192024"/>
                        </a:ln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marL="0" marR="0" lvl="0" indent="0" algn="l" defTabSz="554467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 typeface="Arial"/>
                      <a:buNone/>
                      <a:tabLst/>
                      <a:defRPr/>
                    </a:pPr>
                    <a:endParaRPr kumimoji="0" lang="pt-BR" sz="1092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Versos Light"/>
                      <a:ea typeface="+mn-ea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57" name="Freeform: Shape 51">
                    <a:extLst>
                      <a:ext uri="{FF2B5EF4-FFF2-40B4-BE49-F238E27FC236}">
                        <a16:creationId xmlns:a16="http://schemas.microsoft.com/office/drawing/2014/main" id="{2518C706-BC80-7038-5A04-51B395A13DB3}"/>
                      </a:ext>
                    </a:extLst>
                  </p:cNvPr>
                  <p:cNvSpPr/>
                  <p:nvPr/>
                </p:nvSpPr>
                <p:spPr>
                  <a:xfrm>
                    <a:off x="7219759" y="3196685"/>
                    <a:ext cx="228600" cy="500919"/>
                  </a:xfrm>
                  <a:custGeom>
                    <a:avLst/>
                    <a:gdLst>
                      <a:gd name="connsiteX0" fmla="*/ 0 w 228600"/>
                      <a:gd name="connsiteY0" fmla="*/ 144875 h 500919"/>
                      <a:gd name="connsiteX1" fmla="*/ 57817 w 228600"/>
                      <a:gd name="connsiteY1" fmla="*/ 144875 h 500919"/>
                      <a:gd name="connsiteX2" fmla="*/ 57817 w 228600"/>
                      <a:gd name="connsiteY2" fmla="*/ 58579 h 500919"/>
                      <a:gd name="connsiteX3" fmla="*/ 122872 w 228600"/>
                      <a:gd name="connsiteY3" fmla="*/ 0 h 500919"/>
                      <a:gd name="connsiteX4" fmla="*/ 130492 w 228600"/>
                      <a:gd name="connsiteY4" fmla="*/ 0 h 500919"/>
                      <a:gd name="connsiteX5" fmla="*/ 130492 w 228600"/>
                      <a:gd name="connsiteY5" fmla="*/ 144875 h 500919"/>
                      <a:gd name="connsiteX6" fmla="*/ 194596 w 228600"/>
                      <a:gd name="connsiteY6" fmla="*/ 144875 h 500919"/>
                      <a:gd name="connsiteX7" fmla="*/ 194596 w 228600"/>
                      <a:gd name="connsiteY7" fmla="*/ 186309 h 500919"/>
                      <a:gd name="connsiteX8" fmla="*/ 126587 w 228600"/>
                      <a:gd name="connsiteY8" fmla="*/ 186309 h 500919"/>
                      <a:gd name="connsiteX9" fmla="*/ 126587 w 228600"/>
                      <a:gd name="connsiteY9" fmla="*/ 411671 h 500919"/>
                      <a:gd name="connsiteX10" fmla="*/ 160687 w 228600"/>
                      <a:gd name="connsiteY10" fmla="*/ 445865 h 500919"/>
                      <a:gd name="connsiteX11" fmla="*/ 228600 w 228600"/>
                      <a:gd name="connsiteY11" fmla="*/ 424720 h 500919"/>
                      <a:gd name="connsiteX12" fmla="*/ 228600 w 228600"/>
                      <a:gd name="connsiteY12" fmla="*/ 481965 h 500919"/>
                      <a:gd name="connsiteX13" fmla="*/ 149828 w 228600"/>
                      <a:gd name="connsiteY13" fmla="*/ 500920 h 500919"/>
                      <a:gd name="connsiteX14" fmla="*/ 57245 w 228600"/>
                      <a:gd name="connsiteY14" fmla="*/ 419767 h 500919"/>
                      <a:gd name="connsiteX15" fmla="*/ 57245 w 228600"/>
                      <a:gd name="connsiteY15" fmla="*/ 186309 h 500919"/>
                      <a:gd name="connsiteX16" fmla="*/ 0 w 228600"/>
                      <a:gd name="connsiteY16" fmla="*/ 186309 h 500919"/>
                      <a:gd name="connsiteX17" fmla="*/ 0 w 228600"/>
                      <a:gd name="connsiteY17" fmla="*/ 144875 h 50091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</a:cxnLst>
                    <a:rect l="l" t="t" r="r" b="b"/>
                    <a:pathLst>
                      <a:path w="228600" h="500919">
                        <a:moveTo>
                          <a:pt x="0" y="144875"/>
                        </a:moveTo>
                        <a:lnTo>
                          <a:pt x="57817" y="144875"/>
                        </a:lnTo>
                        <a:lnTo>
                          <a:pt x="57817" y="58579"/>
                        </a:lnTo>
                        <a:lnTo>
                          <a:pt x="122872" y="0"/>
                        </a:lnTo>
                        <a:lnTo>
                          <a:pt x="130492" y="0"/>
                        </a:lnTo>
                        <a:lnTo>
                          <a:pt x="130492" y="144875"/>
                        </a:lnTo>
                        <a:lnTo>
                          <a:pt x="194596" y="144875"/>
                        </a:lnTo>
                        <a:lnTo>
                          <a:pt x="194596" y="186309"/>
                        </a:lnTo>
                        <a:lnTo>
                          <a:pt x="126587" y="186309"/>
                        </a:lnTo>
                        <a:lnTo>
                          <a:pt x="126587" y="411671"/>
                        </a:lnTo>
                        <a:cubicBezTo>
                          <a:pt x="126587" y="418909"/>
                          <a:pt x="126587" y="445865"/>
                          <a:pt x="160687" y="445865"/>
                        </a:cubicBezTo>
                        <a:cubicBezTo>
                          <a:pt x="183642" y="445865"/>
                          <a:pt x="209169" y="434150"/>
                          <a:pt x="228600" y="424720"/>
                        </a:cubicBezTo>
                        <a:lnTo>
                          <a:pt x="228600" y="481965"/>
                        </a:lnTo>
                        <a:cubicBezTo>
                          <a:pt x="207740" y="492823"/>
                          <a:pt x="172974" y="500920"/>
                          <a:pt x="149828" y="500920"/>
                        </a:cubicBezTo>
                        <a:cubicBezTo>
                          <a:pt x="131254" y="500920"/>
                          <a:pt x="57245" y="495014"/>
                          <a:pt x="57245" y="419767"/>
                        </a:cubicBezTo>
                        <a:lnTo>
                          <a:pt x="57245" y="186309"/>
                        </a:lnTo>
                        <a:lnTo>
                          <a:pt x="0" y="186309"/>
                        </a:lnTo>
                        <a:lnTo>
                          <a:pt x="0" y="144875"/>
                        </a:ln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marL="0" marR="0" lvl="0" indent="0" algn="l" defTabSz="554467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 typeface="Arial"/>
                      <a:buNone/>
                      <a:tabLst/>
                      <a:defRPr/>
                    </a:pPr>
                    <a:endParaRPr kumimoji="0" lang="pt-BR" sz="1092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Versos Light"/>
                      <a:ea typeface="+mn-ea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58" name="Freeform: Shape 52">
                    <a:extLst>
                      <a:ext uri="{FF2B5EF4-FFF2-40B4-BE49-F238E27FC236}">
                        <a16:creationId xmlns:a16="http://schemas.microsoft.com/office/drawing/2014/main" id="{430DDCFE-8EC8-1A3F-93FE-39861C8DC13A}"/>
                      </a:ext>
                    </a:extLst>
                  </p:cNvPr>
                  <p:cNvSpPr/>
                  <p:nvPr/>
                </p:nvSpPr>
                <p:spPr>
                  <a:xfrm>
                    <a:off x="7541037" y="3171920"/>
                    <a:ext cx="69532" cy="518255"/>
                  </a:xfrm>
                  <a:custGeom>
                    <a:avLst/>
                    <a:gdLst>
                      <a:gd name="connsiteX0" fmla="*/ 95 w 69532"/>
                      <a:gd name="connsiteY0" fmla="*/ 0 h 518255"/>
                      <a:gd name="connsiteX1" fmla="*/ 69437 w 69532"/>
                      <a:gd name="connsiteY1" fmla="*/ 0 h 518255"/>
                      <a:gd name="connsiteX2" fmla="*/ 69437 w 69532"/>
                      <a:gd name="connsiteY2" fmla="*/ 68866 h 518255"/>
                      <a:gd name="connsiteX3" fmla="*/ 95 w 69532"/>
                      <a:gd name="connsiteY3" fmla="*/ 68866 h 518255"/>
                      <a:gd name="connsiteX4" fmla="*/ 95 w 69532"/>
                      <a:gd name="connsiteY4" fmla="*/ 0 h 518255"/>
                      <a:gd name="connsiteX5" fmla="*/ 0 w 69532"/>
                      <a:gd name="connsiteY5" fmla="*/ 139160 h 518255"/>
                      <a:gd name="connsiteX6" fmla="*/ 69533 w 69532"/>
                      <a:gd name="connsiteY6" fmla="*/ 139160 h 518255"/>
                      <a:gd name="connsiteX7" fmla="*/ 69533 w 69532"/>
                      <a:gd name="connsiteY7" fmla="*/ 518255 h 518255"/>
                      <a:gd name="connsiteX8" fmla="*/ 0 w 69532"/>
                      <a:gd name="connsiteY8" fmla="*/ 518255 h 518255"/>
                      <a:gd name="connsiteX9" fmla="*/ 0 w 69532"/>
                      <a:gd name="connsiteY9" fmla="*/ 139160 h 51825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</a:cxnLst>
                    <a:rect l="l" t="t" r="r" b="b"/>
                    <a:pathLst>
                      <a:path w="69532" h="518255">
                        <a:moveTo>
                          <a:pt x="95" y="0"/>
                        </a:moveTo>
                        <a:lnTo>
                          <a:pt x="69437" y="0"/>
                        </a:lnTo>
                        <a:lnTo>
                          <a:pt x="69437" y="68866"/>
                        </a:lnTo>
                        <a:lnTo>
                          <a:pt x="95" y="68866"/>
                        </a:lnTo>
                        <a:lnTo>
                          <a:pt x="95" y="0"/>
                        </a:lnTo>
                        <a:close/>
                        <a:moveTo>
                          <a:pt x="0" y="139160"/>
                        </a:moveTo>
                        <a:lnTo>
                          <a:pt x="69533" y="139160"/>
                        </a:lnTo>
                        <a:lnTo>
                          <a:pt x="69533" y="518255"/>
                        </a:lnTo>
                        <a:lnTo>
                          <a:pt x="0" y="518255"/>
                        </a:lnTo>
                        <a:lnTo>
                          <a:pt x="0" y="139160"/>
                        </a:ln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marL="0" marR="0" lvl="0" indent="0" algn="l" defTabSz="554467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 typeface="Arial"/>
                      <a:buNone/>
                      <a:tabLst/>
                      <a:defRPr/>
                    </a:pPr>
                    <a:endParaRPr kumimoji="0" lang="pt-BR" sz="1092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Versos Light"/>
                      <a:ea typeface="+mn-ea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59" name="Freeform: Shape 53">
                    <a:extLst>
                      <a:ext uri="{FF2B5EF4-FFF2-40B4-BE49-F238E27FC236}">
                        <a16:creationId xmlns:a16="http://schemas.microsoft.com/office/drawing/2014/main" id="{2CD6A41F-6F43-0B21-49E1-D7B5D3E4154F}"/>
                      </a:ext>
                    </a:extLst>
                  </p:cNvPr>
                  <p:cNvSpPr/>
                  <p:nvPr/>
                </p:nvSpPr>
                <p:spPr>
                  <a:xfrm>
                    <a:off x="7715630" y="3301650"/>
                    <a:ext cx="319849" cy="396620"/>
                  </a:xfrm>
                  <a:custGeom>
                    <a:avLst/>
                    <a:gdLst>
                      <a:gd name="connsiteX0" fmla="*/ 155257 w 319849"/>
                      <a:gd name="connsiteY0" fmla="*/ 0 h 396620"/>
                      <a:gd name="connsiteX1" fmla="*/ 289750 w 319849"/>
                      <a:gd name="connsiteY1" fmla="*/ 74676 h 396620"/>
                      <a:gd name="connsiteX2" fmla="*/ 319849 w 319849"/>
                      <a:gd name="connsiteY2" fmla="*/ 200787 h 396620"/>
                      <a:gd name="connsiteX3" fmla="*/ 158496 w 319849"/>
                      <a:gd name="connsiteY3" fmla="*/ 396621 h 396620"/>
                      <a:gd name="connsiteX4" fmla="*/ 43243 w 319849"/>
                      <a:gd name="connsiteY4" fmla="*/ 344233 h 396620"/>
                      <a:gd name="connsiteX5" fmla="*/ 0 w 319849"/>
                      <a:gd name="connsiteY5" fmla="*/ 192215 h 396620"/>
                      <a:gd name="connsiteX6" fmla="*/ 155257 w 319849"/>
                      <a:gd name="connsiteY6" fmla="*/ 0 h 396620"/>
                      <a:gd name="connsiteX7" fmla="*/ 68008 w 319849"/>
                      <a:gd name="connsiteY7" fmla="*/ 203740 h 396620"/>
                      <a:gd name="connsiteX8" fmla="*/ 159163 w 319849"/>
                      <a:gd name="connsiteY8" fmla="*/ 339947 h 396620"/>
                      <a:gd name="connsiteX9" fmla="*/ 246412 w 319849"/>
                      <a:gd name="connsiteY9" fmla="*/ 197358 h 396620"/>
                      <a:gd name="connsiteX10" fmla="*/ 232505 w 319849"/>
                      <a:gd name="connsiteY10" fmla="*/ 107442 h 396620"/>
                      <a:gd name="connsiteX11" fmla="*/ 187642 w 319849"/>
                      <a:gd name="connsiteY11" fmla="*/ 59626 h 396620"/>
                      <a:gd name="connsiteX12" fmla="*/ 158496 w 319849"/>
                      <a:gd name="connsiteY12" fmla="*/ 54483 h 396620"/>
                      <a:gd name="connsiteX13" fmla="*/ 68008 w 319849"/>
                      <a:gd name="connsiteY13" fmla="*/ 203740 h 39662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</a:cxnLst>
                    <a:rect l="l" t="t" r="r" b="b"/>
                    <a:pathLst>
                      <a:path w="319849" h="396620">
                        <a:moveTo>
                          <a:pt x="155257" y="0"/>
                        </a:moveTo>
                        <a:cubicBezTo>
                          <a:pt x="231743" y="0"/>
                          <a:pt x="268796" y="37814"/>
                          <a:pt x="289750" y="74676"/>
                        </a:cubicBezTo>
                        <a:cubicBezTo>
                          <a:pt x="308324" y="107918"/>
                          <a:pt x="319849" y="163735"/>
                          <a:pt x="319849" y="200787"/>
                        </a:cubicBezTo>
                        <a:cubicBezTo>
                          <a:pt x="319849" y="314706"/>
                          <a:pt x="257937" y="396621"/>
                          <a:pt x="158496" y="396621"/>
                        </a:cubicBezTo>
                        <a:cubicBezTo>
                          <a:pt x="88106" y="396621"/>
                          <a:pt x="58769" y="362426"/>
                          <a:pt x="43243" y="344233"/>
                        </a:cubicBezTo>
                        <a:cubicBezTo>
                          <a:pt x="13240" y="308801"/>
                          <a:pt x="0" y="257270"/>
                          <a:pt x="0" y="192215"/>
                        </a:cubicBezTo>
                        <a:cubicBezTo>
                          <a:pt x="-95" y="60198"/>
                          <a:pt x="71723" y="0"/>
                          <a:pt x="155257" y="0"/>
                        </a:cubicBezTo>
                        <a:close/>
                        <a:moveTo>
                          <a:pt x="68008" y="203740"/>
                        </a:moveTo>
                        <a:cubicBezTo>
                          <a:pt x="68008" y="232696"/>
                          <a:pt x="78867" y="339947"/>
                          <a:pt x="159163" y="339947"/>
                        </a:cubicBezTo>
                        <a:cubicBezTo>
                          <a:pt x="233267" y="339947"/>
                          <a:pt x="246412" y="251555"/>
                          <a:pt x="246412" y="197358"/>
                        </a:cubicBezTo>
                        <a:cubicBezTo>
                          <a:pt x="246412" y="172021"/>
                          <a:pt x="241935" y="132112"/>
                          <a:pt x="232505" y="107442"/>
                        </a:cubicBezTo>
                        <a:cubicBezTo>
                          <a:pt x="223171" y="82868"/>
                          <a:pt x="206312" y="66866"/>
                          <a:pt x="187642" y="59626"/>
                        </a:cubicBezTo>
                        <a:cubicBezTo>
                          <a:pt x="178403" y="56007"/>
                          <a:pt x="168307" y="54483"/>
                          <a:pt x="158496" y="54483"/>
                        </a:cubicBezTo>
                        <a:cubicBezTo>
                          <a:pt x="81915" y="54388"/>
                          <a:pt x="68008" y="144970"/>
                          <a:pt x="68008" y="203740"/>
                        </a:cubicBez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marL="0" marR="0" lvl="0" indent="0" algn="l" defTabSz="554467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 typeface="Arial"/>
                      <a:buNone/>
                      <a:tabLst/>
                      <a:defRPr/>
                    </a:pPr>
                    <a:endParaRPr kumimoji="0" lang="pt-BR" sz="1092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Versos Light"/>
                      <a:ea typeface="+mn-ea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60" name="Freeform: Shape 54">
                    <a:extLst>
                      <a:ext uri="{FF2B5EF4-FFF2-40B4-BE49-F238E27FC236}">
                        <a16:creationId xmlns:a16="http://schemas.microsoft.com/office/drawing/2014/main" id="{08F18B6E-2624-A019-6B99-B19C886ABE10}"/>
                      </a:ext>
                    </a:extLst>
                  </p:cNvPr>
                  <p:cNvSpPr/>
                  <p:nvPr/>
                </p:nvSpPr>
                <p:spPr>
                  <a:xfrm>
                    <a:off x="8123586" y="3301650"/>
                    <a:ext cx="277272" cy="388715"/>
                  </a:xfrm>
                  <a:custGeom>
                    <a:avLst/>
                    <a:gdLst>
                      <a:gd name="connsiteX0" fmla="*/ 0 w 277272"/>
                      <a:gd name="connsiteY0" fmla="*/ 24098 h 388715"/>
                      <a:gd name="connsiteX1" fmla="*/ 63246 w 277272"/>
                      <a:gd name="connsiteY1" fmla="*/ 0 h 388715"/>
                      <a:gd name="connsiteX2" fmla="*/ 63246 w 277272"/>
                      <a:gd name="connsiteY2" fmla="*/ 74009 h 388715"/>
                      <a:gd name="connsiteX3" fmla="*/ 69437 w 277272"/>
                      <a:gd name="connsiteY3" fmla="*/ 81343 h 388715"/>
                      <a:gd name="connsiteX4" fmla="*/ 82582 w 277272"/>
                      <a:gd name="connsiteY4" fmla="*/ 71056 h 388715"/>
                      <a:gd name="connsiteX5" fmla="*/ 98108 w 277272"/>
                      <a:gd name="connsiteY5" fmla="*/ 51625 h 388715"/>
                      <a:gd name="connsiteX6" fmla="*/ 195358 w 277272"/>
                      <a:gd name="connsiteY6" fmla="*/ 2953 h 388715"/>
                      <a:gd name="connsiteX7" fmla="*/ 247936 w 277272"/>
                      <a:gd name="connsiteY7" fmla="*/ 17526 h 388715"/>
                      <a:gd name="connsiteX8" fmla="*/ 277273 w 277272"/>
                      <a:gd name="connsiteY8" fmla="*/ 99441 h 388715"/>
                      <a:gd name="connsiteX9" fmla="*/ 277273 w 277272"/>
                      <a:gd name="connsiteY9" fmla="*/ 388620 h 388715"/>
                      <a:gd name="connsiteX10" fmla="*/ 209264 w 277272"/>
                      <a:gd name="connsiteY10" fmla="*/ 388620 h 388715"/>
                      <a:gd name="connsiteX11" fmla="*/ 209264 w 277272"/>
                      <a:gd name="connsiteY11" fmla="*/ 100965 h 388715"/>
                      <a:gd name="connsiteX12" fmla="*/ 169164 w 277272"/>
                      <a:gd name="connsiteY12" fmla="*/ 50959 h 388715"/>
                      <a:gd name="connsiteX13" fmla="*/ 99727 w 277272"/>
                      <a:gd name="connsiteY13" fmla="*/ 91535 h 388715"/>
                      <a:gd name="connsiteX14" fmla="*/ 69533 w 277272"/>
                      <a:gd name="connsiteY14" fmla="*/ 132207 h 388715"/>
                      <a:gd name="connsiteX15" fmla="*/ 69533 w 277272"/>
                      <a:gd name="connsiteY15" fmla="*/ 388715 h 388715"/>
                      <a:gd name="connsiteX16" fmla="*/ 95 w 277272"/>
                      <a:gd name="connsiteY16" fmla="*/ 388715 h 388715"/>
                      <a:gd name="connsiteX17" fmla="*/ 95 w 277272"/>
                      <a:gd name="connsiteY17" fmla="*/ 24098 h 38871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</a:cxnLst>
                    <a:rect l="l" t="t" r="r" b="b"/>
                    <a:pathLst>
                      <a:path w="277272" h="388715">
                        <a:moveTo>
                          <a:pt x="0" y="24098"/>
                        </a:moveTo>
                        <a:lnTo>
                          <a:pt x="63246" y="0"/>
                        </a:lnTo>
                        <a:lnTo>
                          <a:pt x="63246" y="74009"/>
                        </a:lnTo>
                        <a:cubicBezTo>
                          <a:pt x="63246" y="76867"/>
                          <a:pt x="65532" y="81343"/>
                          <a:pt x="69437" y="81343"/>
                        </a:cubicBezTo>
                        <a:cubicBezTo>
                          <a:pt x="73247" y="81343"/>
                          <a:pt x="78677" y="75438"/>
                          <a:pt x="82582" y="71056"/>
                        </a:cubicBezTo>
                        <a:lnTo>
                          <a:pt x="98108" y="51625"/>
                        </a:lnTo>
                        <a:cubicBezTo>
                          <a:pt x="122015" y="21050"/>
                          <a:pt x="154400" y="2953"/>
                          <a:pt x="195358" y="2953"/>
                        </a:cubicBezTo>
                        <a:cubicBezTo>
                          <a:pt x="213931" y="2953"/>
                          <a:pt x="232505" y="7334"/>
                          <a:pt x="247936" y="17526"/>
                        </a:cubicBezTo>
                        <a:cubicBezTo>
                          <a:pt x="264223" y="27622"/>
                          <a:pt x="277273" y="44482"/>
                          <a:pt x="277273" y="99441"/>
                        </a:cubicBezTo>
                        <a:lnTo>
                          <a:pt x="277273" y="388620"/>
                        </a:lnTo>
                        <a:lnTo>
                          <a:pt x="209264" y="388620"/>
                        </a:lnTo>
                        <a:lnTo>
                          <a:pt x="209264" y="100965"/>
                        </a:lnTo>
                        <a:cubicBezTo>
                          <a:pt x="209264" y="90773"/>
                          <a:pt x="209264" y="50959"/>
                          <a:pt x="169164" y="50959"/>
                        </a:cubicBezTo>
                        <a:cubicBezTo>
                          <a:pt x="132779" y="50959"/>
                          <a:pt x="103442" y="87249"/>
                          <a:pt x="99727" y="91535"/>
                        </a:cubicBezTo>
                        <a:cubicBezTo>
                          <a:pt x="75724" y="121253"/>
                          <a:pt x="69533" y="131445"/>
                          <a:pt x="69533" y="132207"/>
                        </a:cubicBezTo>
                        <a:lnTo>
                          <a:pt x="69533" y="388715"/>
                        </a:lnTo>
                        <a:lnTo>
                          <a:pt x="95" y="388715"/>
                        </a:lnTo>
                        <a:lnTo>
                          <a:pt x="95" y="24098"/>
                        </a:ln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marL="0" marR="0" lvl="0" indent="0" algn="l" defTabSz="554467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 typeface="Arial"/>
                      <a:buNone/>
                      <a:tabLst/>
                      <a:defRPr/>
                    </a:pPr>
                    <a:endParaRPr kumimoji="0" lang="pt-BR" sz="1092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Versos Light"/>
                      <a:ea typeface="+mn-ea"/>
                      <a:cs typeface="Arial"/>
                      <a:sym typeface="Arial"/>
                    </a:endParaRPr>
                  </a:p>
                </p:txBody>
              </p:sp>
            </p:grpSp>
            <p:grpSp>
              <p:nvGrpSpPr>
                <p:cNvPr id="29" name="Graphic 19">
                  <a:extLst>
                    <a:ext uri="{FF2B5EF4-FFF2-40B4-BE49-F238E27FC236}">
                      <a16:creationId xmlns:a16="http://schemas.microsoft.com/office/drawing/2014/main" id="{AB2E143C-FE34-8CC4-E498-892D4880DC9D}"/>
                    </a:ext>
                  </a:extLst>
                </p:cNvPr>
                <p:cNvGrpSpPr/>
                <p:nvPr/>
              </p:nvGrpSpPr>
              <p:grpSpPr>
                <a:xfrm>
                  <a:off x="456030" y="4672370"/>
                  <a:ext cx="141900" cy="141899"/>
                  <a:chOff x="3813428" y="3039903"/>
                  <a:chExt cx="764571" cy="764571"/>
                </a:xfrm>
                <a:solidFill>
                  <a:sysClr val="window" lastClr="FFFFFF"/>
                </a:solidFill>
              </p:grpSpPr>
              <p:grpSp>
                <p:nvGrpSpPr>
                  <p:cNvPr id="30" name="Graphic 19">
                    <a:extLst>
                      <a:ext uri="{FF2B5EF4-FFF2-40B4-BE49-F238E27FC236}">
                        <a16:creationId xmlns:a16="http://schemas.microsoft.com/office/drawing/2014/main" id="{1BC973EB-52B0-2F3C-6287-1B8044E09681}"/>
                      </a:ext>
                    </a:extLst>
                  </p:cNvPr>
                  <p:cNvGrpSpPr/>
                  <p:nvPr/>
                </p:nvGrpSpPr>
                <p:grpSpPr>
                  <a:xfrm>
                    <a:off x="3813428" y="3043904"/>
                    <a:ext cx="764571" cy="756475"/>
                    <a:chOff x="3813428" y="3043904"/>
                    <a:chExt cx="764571" cy="756475"/>
                  </a:xfrm>
                  <a:grpFill/>
                </p:grpSpPr>
                <p:sp>
                  <p:nvSpPr>
                    <p:cNvPr id="41" name="Freeform: Shape 36">
                      <a:extLst>
                        <a:ext uri="{FF2B5EF4-FFF2-40B4-BE49-F238E27FC236}">
                          <a16:creationId xmlns:a16="http://schemas.microsoft.com/office/drawing/2014/main" id="{1733E668-8766-6BC2-5CB6-3A689E5739A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206429" y="3043904"/>
                      <a:ext cx="237744" cy="237743"/>
                    </a:xfrm>
                    <a:custGeom>
                      <a:avLst/>
                      <a:gdLst>
                        <a:gd name="connsiteX0" fmla="*/ 108204 w 237744"/>
                        <a:gd name="connsiteY0" fmla="*/ 237744 h 237743"/>
                        <a:gd name="connsiteX1" fmla="*/ 237744 w 237744"/>
                        <a:gd name="connsiteY1" fmla="*/ 108204 h 237743"/>
                        <a:gd name="connsiteX2" fmla="*/ 129635 w 237744"/>
                        <a:gd name="connsiteY2" fmla="*/ 0 h 237743"/>
                        <a:gd name="connsiteX3" fmla="*/ 0 w 237744"/>
                        <a:gd name="connsiteY3" fmla="*/ 129635 h 237743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237744" h="237743">
                          <a:moveTo>
                            <a:pt x="108204" y="237744"/>
                          </a:moveTo>
                          <a:lnTo>
                            <a:pt x="237744" y="108204"/>
                          </a:lnTo>
                          <a:lnTo>
                            <a:pt x="129635" y="0"/>
                          </a:lnTo>
                          <a:lnTo>
                            <a:pt x="0" y="129635"/>
                          </a:lnTo>
                          <a:close/>
                        </a:path>
                      </a:pathLst>
                    </a:custGeom>
                    <a:grpFill/>
                    <a:ln w="9525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pPr marL="0" marR="0" lvl="0" indent="0" algn="l" defTabSz="55446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pt-BR" sz="1092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Versos Light"/>
                        <a:ea typeface="+mn-ea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42" name="Freeform: Shape 37">
                      <a:extLst>
                        <a:ext uri="{FF2B5EF4-FFF2-40B4-BE49-F238E27FC236}">
                          <a16:creationId xmlns:a16="http://schemas.microsoft.com/office/drawing/2014/main" id="{282BAFDF-A367-F1A0-3569-81A1832928B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946873" y="3562540"/>
                      <a:ext cx="238029" cy="237839"/>
                    </a:xfrm>
                    <a:custGeom>
                      <a:avLst/>
                      <a:gdLst>
                        <a:gd name="connsiteX0" fmla="*/ 108204 w 238029"/>
                        <a:gd name="connsiteY0" fmla="*/ 237839 h 237839"/>
                        <a:gd name="connsiteX1" fmla="*/ 238030 w 238029"/>
                        <a:gd name="connsiteY1" fmla="*/ 108204 h 237839"/>
                        <a:gd name="connsiteX2" fmla="*/ 129731 w 238029"/>
                        <a:gd name="connsiteY2" fmla="*/ 0 h 237839"/>
                        <a:gd name="connsiteX3" fmla="*/ 0 w 238029"/>
                        <a:gd name="connsiteY3" fmla="*/ 129635 h 23783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238029" h="237839">
                          <a:moveTo>
                            <a:pt x="108204" y="237839"/>
                          </a:moveTo>
                          <a:lnTo>
                            <a:pt x="238030" y="108204"/>
                          </a:lnTo>
                          <a:lnTo>
                            <a:pt x="129731" y="0"/>
                          </a:lnTo>
                          <a:lnTo>
                            <a:pt x="0" y="129635"/>
                          </a:lnTo>
                          <a:close/>
                        </a:path>
                      </a:pathLst>
                    </a:custGeom>
                    <a:grpFill/>
                    <a:ln w="9525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pPr marL="0" marR="0" lvl="0" indent="0" algn="l" defTabSz="55446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pt-BR" sz="1092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Versos Light"/>
                        <a:ea typeface="+mn-ea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43" name="Freeform: Shape 38">
                      <a:extLst>
                        <a:ext uri="{FF2B5EF4-FFF2-40B4-BE49-F238E27FC236}">
                          <a16:creationId xmlns:a16="http://schemas.microsoft.com/office/drawing/2014/main" id="{B67343F9-A638-8151-3C1B-786FDEC2252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206429" y="3303269"/>
                      <a:ext cx="237744" cy="237839"/>
                    </a:xfrm>
                    <a:custGeom>
                      <a:avLst/>
                      <a:gdLst>
                        <a:gd name="connsiteX0" fmla="*/ 108204 w 237744"/>
                        <a:gd name="connsiteY0" fmla="*/ 237839 h 237839"/>
                        <a:gd name="connsiteX1" fmla="*/ 237744 w 237744"/>
                        <a:gd name="connsiteY1" fmla="*/ 108109 h 237839"/>
                        <a:gd name="connsiteX2" fmla="*/ 129635 w 237744"/>
                        <a:gd name="connsiteY2" fmla="*/ 0 h 237839"/>
                        <a:gd name="connsiteX3" fmla="*/ 0 w 237744"/>
                        <a:gd name="connsiteY3" fmla="*/ 129635 h 23783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237744" h="237839">
                          <a:moveTo>
                            <a:pt x="108204" y="237839"/>
                          </a:moveTo>
                          <a:lnTo>
                            <a:pt x="237744" y="108109"/>
                          </a:lnTo>
                          <a:lnTo>
                            <a:pt x="129635" y="0"/>
                          </a:lnTo>
                          <a:lnTo>
                            <a:pt x="0" y="129635"/>
                          </a:lnTo>
                          <a:close/>
                        </a:path>
                      </a:pathLst>
                    </a:custGeom>
                    <a:grpFill/>
                    <a:ln w="9525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pPr marL="0" marR="0" lvl="0" indent="0" algn="l" defTabSz="55446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pt-BR" sz="1092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Versos Light"/>
                        <a:ea typeface="+mn-ea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44" name="Freeform: Shape 39">
                      <a:extLst>
                        <a:ext uri="{FF2B5EF4-FFF2-40B4-BE49-F238E27FC236}">
                          <a16:creationId xmlns:a16="http://schemas.microsoft.com/office/drawing/2014/main" id="{B7480528-3D97-6089-56CC-B860F600A5D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946873" y="3303269"/>
                      <a:ext cx="238029" cy="237839"/>
                    </a:xfrm>
                    <a:custGeom>
                      <a:avLst/>
                      <a:gdLst>
                        <a:gd name="connsiteX0" fmla="*/ 108204 w 238029"/>
                        <a:gd name="connsiteY0" fmla="*/ 237839 h 237839"/>
                        <a:gd name="connsiteX1" fmla="*/ 238030 w 238029"/>
                        <a:gd name="connsiteY1" fmla="*/ 108109 h 237839"/>
                        <a:gd name="connsiteX2" fmla="*/ 129731 w 238029"/>
                        <a:gd name="connsiteY2" fmla="*/ 0 h 237839"/>
                        <a:gd name="connsiteX3" fmla="*/ 0 w 238029"/>
                        <a:gd name="connsiteY3" fmla="*/ 129635 h 23783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238029" h="237839">
                          <a:moveTo>
                            <a:pt x="108204" y="237839"/>
                          </a:moveTo>
                          <a:lnTo>
                            <a:pt x="238030" y="108109"/>
                          </a:lnTo>
                          <a:lnTo>
                            <a:pt x="129731" y="0"/>
                          </a:lnTo>
                          <a:lnTo>
                            <a:pt x="0" y="129635"/>
                          </a:lnTo>
                          <a:close/>
                        </a:path>
                      </a:pathLst>
                    </a:custGeom>
                    <a:grpFill/>
                    <a:ln w="9525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pPr marL="0" marR="0" lvl="0" indent="0" algn="l" defTabSz="55446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pt-BR" sz="1092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Versos Light"/>
                        <a:ea typeface="+mn-ea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45" name="Freeform: Shape 40">
                      <a:extLst>
                        <a:ext uri="{FF2B5EF4-FFF2-40B4-BE49-F238E27FC236}">
                          <a16:creationId xmlns:a16="http://schemas.microsoft.com/office/drawing/2014/main" id="{691EC19B-0999-7B46-6292-C1080619F15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946873" y="3043904"/>
                      <a:ext cx="238029" cy="237743"/>
                    </a:xfrm>
                    <a:custGeom>
                      <a:avLst/>
                      <a:gdLst>
                        <a:gd name="connsiteX0" fmla="*/ 108204 w 238029"/>
                        <a:gd name="connsiteY0" fmla="*/ 237744 h 237743"/>
                        <a:gd name="connsiteX1" fmla="*/ 238030 w 238029"/>
                        <a:gd name="connsiteY1" fmla="*/ 108204 h 237743"/>
                        <a:gd name="connsiteX2" fmla="*/ 129731 w 238029"/>
                        <a:gd name="connsiteY2" fmla="*/ 0 h 237743"/>
                        <a:gd name="connsiteX3" fmla="*/ 0 w 238029"/>
                        <a:gd name="connsiteY3" fmla="*/ 129635 h 237743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238029" h="237743">
                          <a:moveTo>
                            <a:pt x="108204" y="237744"/>
                          </a:moveTo>
                          <a:lnTo>
                            <a:pt x="238030" y="108204"/>
                          </a:lnTo>
                          <a:lnTo>
                            <a:pt x="129731" y="0"/>
                          </a:lnTo>
                          <a:lnTo>
                            <a:pt x="0" y="129635"/>
                          </a:lnTo>
                          <a:close/>
                        </a:path>
                      </a:pathLst>
                    </a:custGeom>
                    <a:grpFill/>
                    <a:ln w="9525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pPr marL="0" marR="0" lvl="0" indent="0" algn="l" defTabSz="55446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pt-BR" sz="1092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Versos Light"/>
                        <a:ea typeface="+mn-ea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46" name="Freeform: Shape 41">
                      <a:extLst>
                        <a:ext uri="{FF2B5EF4-FFF2-40B4-BE49-F238E27FC236}">
                          <a16:creationId xmlns:a16="http://schemas.microsoft.com/office/drawing/2014/main" id="{949F3951-CE9F-992A-CBEE-A1075FFBE44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206429" y="3562540"/>
                      <a:ext cx="237744" cy="237839"/>
                    </a:xfrm>
                    <a:custGeom>
                      <a:avLst/>
                      <a:gdLst>
                        <a:gd name="connsiteX0" fmla="*/ 108204 w 237744"/>
                        <a:gd name="connsiteY0" fmla="*/ 237839 h 237839"/>
                        <a:gd name="connsiteX1" fmla="*/ 237744 w 237744"/>
                        <a:gd name="connsiteY1" fmla="*/ 108204 h 237839"/>
                        <a:gd name="connsiteX2" fmla="*/ 129635 w 237744"/>
                        <a:gd name="connsiteY2" fmla="*/ 0 h 237839"/>
                        <a:gd name="connsiteX3" fmla="*/ 0 w 237744"/>
                        <a:gd name="connsiteY3" fmla="*/ 129635 h 23783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237744" h="237839">
                          <a:moveTo>
                            <a:pt x="108204" y="237839"/>
                          </a:moveTo>
                          <a:lnTo>
                            <a:pt x="237744" y="108204"/>
                          </a:lnTo>
                          <a:lnTo>
                            <a:pt x="129635" y="0"/>
                          </a:lnTo>
                          <a:lnTo>
                            <a:pt x="0" y="129635"/>
                          </a:lnTo>
                          <a:close/>
                        </a:path>
                      </a:pathLst>
                    </a:custGeom>
                    <a:grpFill/>
                    <a:ln w="9525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pPr marL="0" marR="0" lvl="0" indent="0" algn="l" defTabSz="55446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pt-BR" sz="1092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Versos Light"/>
                        <a:ea typeface="+mn-ea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47" name="Freeform: Shape 42">
                      <a:extLst>
                        <a:ext uri="{FF2B5EF4-FFF2-40B4-BE49-F238E27FC236}">
                          <a16:creationId xmlns:a16="http://schemas.microsoft.com/office/drawing/2014/main" id="{2AF16EFC-650B-5968-07CC-192C0132CE4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813428" y="3303269"/>
                      <a:ext cx="112013" cy="220122"/>
                    </a:xfrm>
                    <a:custGeom>
                      <a:avLst/>
                      <a:gdLst>
                        <a:gd name="connsiteX0" fmla="*/ 112014 w 112013"/>
                        <a:gd name="connsiteY0" fmla="*/ 108109 h 220122"/>
                        <a:gd name="connsiteX1" fmla="*/ 3810 w 112013"/>
                        <a:gd name="connsiteY1" fmla="*/ 0 h 220122"/>
                        <a:gd name="connsiteX2" fmla="*/ 0 w 112013"/>
                        <a:gd name="connsiteY2" fmla="*/ 3905 h 220122"/>
                        <a:gd name="connsiteX3" fmla="*/ 0 w 112013"/>
                        <a:gd name="connsiteY3" fmla="*/ 220123 h 22012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112013" h="220122">
                          <a:moveTo>
                            <a:pt x="112014" y="108109"/>
                          </a:moveTo>
                          <a:lnTo>
                            <a:pt x="3810" y="0"/>
                          </a:lnTo>
                          <a:lnTo>
                            <a:pt x="0" y="3905"/>
                          </a:lnTo>
                          <a:lnTo>
                            <a:pt x="0" y="220123"/>
                          </a:lnTo>
                          <a:close/>
                        </a:path>
                      </a:pathLst>
                    </a:custGeom>
                    <a:grpFill/>
                    <a:ln w="9525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pPr marL="0" marR="0" lvl="0" indent="0" algn="l" defTabSz="55446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pt-BR" sz="1092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Versos Light"/>
                        <a:ea typeface="+mn-ea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48" name="Freeform: Shape 43">
                      <a:extLst>
                        <a:ext uri="{FF2B5EF4-FFF2-40B4-BE49-F238E27FC236}">
                          <a16:creationId xmlns:a16="http://schemas.microsoft.com/office/drawing/2014/main" id="{E36213EE-0753-EC07-4B3A-9C2E5765EDE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466081" y="3321081"/>
                      <a:ext cx="111918" cy="220218"/>
                    </a:xfrm>
                    <a:custGeom>
                      <a:avLst/>
                      <a:gdLst>
                        <a:gd name="connsiteX0" fmla="*/ 0 w 111918"/>
                        <a:gd name="connsiteY0" fmla="*/ 112014 h 220218"/>
                        <a:gd name="connsiteX1" fmla="*/ 108109 w 111918"/>
                        <a:gd name="connsiteY1" fmla="*/ 220218 h 220218"/>
                        <a:gd name="connsiteX2" fmla="*/ 111919 w 111918"/>
                        <a:gd name="connsiteY2" fmla="*/ 216408 h 220218"/>
                        <a:gd name="connsiteX3" fmla="*/ 111919 w 111918"/>
                        <a:gd name="connsiteY3" fmla="*/ 0 h 22021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111918" h="220218">
                          <a:moveTo>
                            <a:pt x="0" y="112014"/>
                          </a:moveTo>
                          <a:lnTo>
                            <a:pt x="108109" y="220218"/>
                          </a:lnTo>
                          <a:lnTo>
                            <a:pt x="111919" y="216408"/>
                          </a:lnTo>
                          <a:lnTo>
                            <a:pt x="111919" y="0"/>
                          </a:lnTo>
                          <a:close/>
                        </a:path>
                      </a:pathLst>
                    </a:custGeom>
                    <a:grpFill/>
                    <a:ln w="9525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pPr marL="0" marR="0" lvl="0" indent="0" algn="l" defTabSz="55446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pt-BR" sz="1092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Versos Light"/>
                        <a:ea typeface="+mn-ea"/>
                        <a:cs typeface="Arial"/>
                        <a:sym typeface="Arial"/>
                      </a:endParaRPr>
                    </a:p>
                  </p:txBody>
                </p:sp>
              </p:grpSp>
              <p:grpSp>
                <p:nvGrpSpPr>
                  <p:cNvPr id="31" name="Graphic 19">
                    <a:extLst>
                      <a:ext uri="{FF2B5EF4-FFF2-40B4-BE49-F238E27FC236}">
                        <a16:creationId xmlns:a16="http://schemas.microsoft.com/office/drawing/2014/main" id="{2CE213A6-BF7F-E0A9-6354-7C9580316784}"/>
                      </a:ext>
                    </a:extLst>
                  </p:cNvPr>
                  <p:cNvGrpSpPr/>
                  <p:nvPr/>
                </p:nvGrpSpPr>
                <p:grpSpPr>
                  <a:xfrm>
                    <a:off x="3816952" y="3039903"/>
                    <a:ext cx="757333" cy="764571"/>
                    <a:chOff x="3816952" y="3039903"/>
                    <a:chExt cx="757333" cy="764571"/>
                  </a:xfrm>
                  <a:grpFill/>
                </p:grpSpPr>
                <p:sp>
                  <p:nvSpPr>
                    <p:cNvPr id="32" name="Freeform: Shape 28">
                      <a:extLst>
                        <a:ext uri="{FF2B5EF4-FFF2-40B4-BE49-F238E27FC236}">
                          <a16:creationId xmlns:a16="http://schemas.microsoft.com/office/drawing/2014/main" id="{6942A176-B2FD-3F5A-604D-B9F3B0D7D1A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817333" y="3432714"/>
                      <a:ext cx="237839" cy="238029"/>
                    </a:xfrm>
                    <a:custGeom>
                      <a:avLst/>
                      <a:gdLst>
                        <a:gd name="connsiteX0" fmla="*/ 237839 w 237839"/>
                        <a:gd name="connsiteY0" fmla="*/ 129826 h 238029"/>
                        <a:gd name="connsiteX1" fmla="*/ 108204 w 237839"/>
                        <a:gd name="connsiteY1" fmla="*/ 0 h 238029"/>
                        <a:gd name="connsiteX2" fmla="*/ 0 w 237839"/>
                        <a:gd name="connsiteY2" fmla="*/ 108299 h 238029"/>
                        <a:gd name="connsiteX3" fmla="*/ 129635 w 237839"/>
                        <a:gd name="connsiteY3" fmla="*/ 238030 h 23802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237839" h="238029">
                          <a:moveTo>
                            <a:pt x="237839" y="129826"/>
                          </a:moveTo>
                          <a:lnTo>
                            <a:pt x="108204" y="0"/>
                          </a:lnTo>
                          <a:lnTo>
                            <a:pt x="0" y="108299"/>
                          </a:lnTo>
                          <a:lnTo>
                            <a:pt x="129635" y="238030"/>
                          </a:lnTo>
                          <a:close/>
                        </a:path>
                      </a:pathLst>
                    </a:custGeom>
                    <a:grpFill/>
                    <a:ln w="9525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pPr marL="0" marR="0" lvl="0" indent="0" algn="l" defTabSz="55446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pt-BR" sz="1092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Versos Light"/>
                        <a:ea typeface="+mn-ea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34" name="Freeform: Shape 29">
                      <a:extLst>
                        <a:ext uri="{FF2B5EF4-FFF2-40B4-BE49-F238E27FC236}">
                          <a16:creationId xmlns:a16="http://schemas.microsoft.com/office/drawing/2014/main" id="{C89DD1E8-1EB6-2873-CA9E-DC4B5C6FB78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076699" y="3432714"/>
                      <a:ext cx="238029" cy="238029"/>
                    </a:xfrm>
                    <a:custGeom>
                      <a:avLst/>
                      <a:gdLst>
                        <a:gd name="connsiteX0" fmla="*/ 238030 w 238029"/>
                        <a:gd name="connsiteY0" fmla="*/ 129826 h 238029"/>
                        <a:gd name="connsiteX1" fmla="*/ 108299 w 238029"/>
                        <a:gd name="connsiteY1" fmla="*/ 0 h 238029"/>
                        <a:gd name="connsiteX2" fmla="*/ 0 w 238029"/>
                        <a:gd name="connsiteY2" fmla="*/ 108299 h 238029"/>
                        <a:gd name="connsiteX3" fmla="*/ 129826 w 238029"/>
                        <a:gd name="connsiteY3" fmla="*/ 238030 h 23802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238029" h="238029">
                          <a:moveTo>
                            <a:pt x="238030" y="129826"/>
                          </a:moveTo>
                          <a:lnTo>
                            <a:pt x="108299" y="0"/>
                          </a:lnTo>
                          <a:lnTo>
                            <a:pt x="0" y="108299"/>
                          </a:lnTo>
                          <a:lnTo>
                            <a:pt x="129826" y="238030"/>
                          </a:lnTo>
                          <a:close/>
                        </a:path>
                      </a:pathLst>
                    </a:custGeom>
                    <a:grpFill/>
                    <a:ln w="9525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pPr marL="0" marR="0" lvl="0" indent="0" algn="l" defTabSz="55446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pt-BR" sz="1092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Versos Light"/>
                        <a:ea typeface="+mn-ea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35" name="Freeform: Shape 30">
                      <a:extLst>
                        <a:ext uri="{FF2B5EF4-FFF2-40B4-BE49-F238E27FC236}">
                          <a16:creationId xmlns:a16="http://schemas.microsoft.com/office/drawing/2014/main" id="{4371BCFF-6737-4BC3-9BB0-A27CA12C1F9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816952" y="3173158"/>
                      <a:ext cx="238029" cy="237839"/>
                    </a:xfrm>
                    <a:custGeom>
                      <a:avLst/>
                      <a:gdLst>
                        <a:gd name="connsiteX0" fmla="*/ 238030 w 238029"/>
                        <a:gd name="connsiteY0" fmla="*/ 129730 h 237839"/>
                        <a:gd name="connsiteX1" fmla="*/ 108299 w 238029"/>
                        <a:gd name="connsiteY1" fmla="*/ 0 h 237839"/>
                        <a:gd name="connsiteX2" fmla="*/ 0 w 238029"/>
                        <a:gd name="connsiteY2" fmla="*/ 108204 h 237839"/>
                        <a:gd name="connsiteX3" fmla="*/ 129826 w 238029"/>
                        <a:gd name="connsiteY3" fmla="*/ 237839 h 23783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238029" h="237839">
                          <a:moveTo>
                            <a:pt x="238030" y="129730"/>
                          </a:moveTo>
                          <a:lnTo>
                            <a:pt x="108299" y="0"/>
                          </a:lnTo>
                          <a:lnTo>
                            <a:pt x="0" y="108204"/>
                          </a:lnTo>
                          <a:lnTo>
                            <a:pt x="129826" y="237839"/>
                          </a:lnTo>
                          <a:close/>
                        </a:path>
                      </a:pathLst>
                    </a:custGeom>
                    <a:grpFill/>
                    <a:ln w="9525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pPr marL="0" marR="0" lvl="0" indent="0" algn="l" defTabSz="55446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pt-BR" sz="1092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Versos Light"/>
                        <a:ea typeface="+mn-ea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36" name="Freeform: Shape 31">
                      <a:extLst>
                        <a:ext uri="{FF2B5EF4-FFF2-40B4-BE49-F238E27FC236}">
                          <a16:creationId xmlns:a16="http://schemas.microsoft.com/office/drawing/2014/main" id="{056C2FD3-441A-7001-D003-3EAC307C0B3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336446" y="3432524"/>
                      <a:ext cx="237839" cy="238029"/>
                    </a:xfrm>
                    <a:custGeom>
                      <a:avLst/>
                      <a:gdLst>
                        <a:gd name="connsiteX0" fmla="*/ 237839 w 237839"/>
                        <a:gd name="connsiteY0" fmla="*/ 129730 h 238029"/>
                        <a:gd name="connsiteX1" fmla="*/ 108204 w 237839"/>
                        <a:gd name="connsiteY1" fmla="*/ 0 h 238029"/>
                        <a:gd name="connsiteX2" fmla="*/ 0 w 237839"/>
                        <a:gd name="connsiteY2" fmla="*/ 108204 h 238029"/>
                        <a:gd name="connsiteX3" fmla="*/ 129731 w 237839"/>
                        <a:gd name="connsiteY3" fmla="*/ 238030 h 23802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237839" h="238029">
                          <a:moveTo>
                            <a:pt x="237839" y="129730"/>
                          </a:moveTo>
                          <a:lnTo>
                            <a:pt x="108204" y="0"/>
                          </a:lnTo>
                          <a:lnTo>
                            <a:pt x="0" y="108204"/>
                          </a:lnTo>
                          <a:lnTo>
                            <a:pt x="129731" y="238030"/>
                          </a:lnTo>
                          <a:close/>
                        </a:path>
                      </a:pathLst>
                    </a:custGeom>
                    <a:grpFill/>
                    <a:ln w="9525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pPr marL="0" marR="0" lvl="0" indent="0" algn="l" defTabSz="55446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pt-BR" sz="1092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Versos Light"/>
                        <a:ea typeface="+mn-ea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37" name="Freeform: Shape 32">
                      <a:extLst>
                        <a:ext uri="{FF2B5EF4-FFF2-40B4-BE49-F238E27FC236}">
                          <a16:creationId xmlns:a16="http://schemas.microsoft.com/office/drawing/2014/main" id="{D4A444E5-B1B4-0427-F7FB-CF19774C3F7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076985" y="3173158"/>
                      <a:ext cx="237934" cy="237839"/>
                    </a:xfrm>
                    <a:custGeom>
                      <a:avLst/>
                      <a:gdLst>
                        <a:gd name="connsiteX0" fmla="*/ 237935 w 237934"/>
                        <a:gd name="connsiteY0" fmla="*/ 129730 h 237839"/>
                        <a:gd name="connsiteX1" fmla="*/ 108299 w 237934"/>
                        <a:gd name="connsiteY1" fmla="*/ 0 h 237839"/>
                        <a:gd name="connsiteX2" fmla="*/ 0 w 237934"/>
                        <a:gd name="connsiteY2" fmla="*/ 108204 h 237839"/>
                        <a:gd name="connsiteX3" fmla="*/ 129731 w 237934"/>
                        <a:gd name="connsiteY3" fmla="*/ 237839 h 23783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237934" h="237839">
                          <a:moveTo>
                            <a:pt x="237935" y="129730"/>
                          </a:moveTo>
                          <a:lnTo>
                            <a:pt x="108299" y="0"/>
                          </a:lnTo>
                          <a:lnTo>
                            <a:pt x="0" y="108204"/>
                          </a:lnTo>
                          <a:lnTo>
                            <a:pt x="129731" y="237839"/>
                          </a:lnTo>
                          <a:close/>
                        </a:path>
                      </a:pathLst>
                    </a:custGeom>
                    <a:grpFill/>
                    <a:ln w="9525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pPr marL="0" marR="0" lvl="0" indent="0" algn="l" defTabSz="55446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pt-BR" sz="1092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Versos Light"/>
                        <a:ea typeface="+mn-ea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38" name="Freeform: Shape 33">
                      <a:extLst>
                        <a:ext uri="{FF2B5EF4-FFF2-40B4-BE49-F238E27FC236}">
                          <a16:creationId xmlns:a16="http://schemas.microsoft.com/office/drawing/2014/main" id="{0C85C35F-FA86-729B-CAA7-43F1393B711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336160" y="3173444"/>
                      <a:ext cx="238029" cy="237744"/>
                    </a:xfrm>
                    <a:custGeom>
                      <a:avLst/>
                      <a:gdLst>
                        <a:gd name="connsiteX0" fmla="*/ 238030 w 238029"/>
                        <a:gd name="connsiteY0" fmla="*/ 129731 h 237744"/>
                        <a:gd name="connsiteX1" fmla="*/ 108299 w 238029"/>
                        <a:gd name="connsiteY1" fmla="*/ 0 h 237744"/>
                        <a:gd name="connsiteX2" fmla="*/ 0 w 238029"/>
                        <a:gd name="connsiteY2" fmla="*/ 108109 h 237744"/>
                        <a:gd name="connsiteX3" fmla="*/ 129826 w 238029"/>
                        <a:gd name="connsiteY3" fmla="*/ 237744 h 237744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238029" h="237744">
                          <a:moveTo>
                            <a:pt x="238030" y="129731"/>
                          </a:moveTo>
                          <a:lnTo>
                            <a:pt x="108299" y="0"/>
                          </a:lnTo>
                          <a:lnTo>
                            <a:pt x="0" y="108109"/>
                          </a:lnTo>
                          <a:lnTo>
                            <a:pt x="129826" y="237744"/>
                          </a:lnTo>
                          <a:close/>
                        </a:path>
                      </a:pathLst>
                    </a:custGeom>
                    <a:grpFill/>
                    <a:ln w="9525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pPr marL="0" marR="0" lvl="0" indent="0" algn="l" defTabSz="55446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pt-BR" sz="1092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Versos Light"/>
                        <a:ea typeface="+mn-ea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39" name="Freeform: Shape 34">
                      <a:extLst>
                        <a:ext uri="{FF2B5EF4-FFF2-40B4-BE49-F238E27FC236}">
                          <a16:creationId xmlns:a16="http://schemas.microsoft.com/office/drawing/2014/main" id="{60F9F395-BF13-3864-CF78-4DB445EC66C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094511" y="3039903"/>
                      <a:ext cx="220122" cy="112014"/>
                    </a:xfrm>
                    <a:custGeom>
                      <a:avLst/>
                      <a:gdLst>
                        <a:gd name="connsiteX0" fmla="*/ 111919 w 220122"/>
                        <a:gd name="connsiteY0" fmla="*/ 112014 h 112014"/>
                        <a:gd name="connsiteX1" fmla="*/ 220123 w 220122"/>
                        <a:gd name="connsiteY1" fmla="*/ 3715 h 112014"/>
                        <a:gd name="connsiteX2" fmla="*/ 216313 w 220122"/>
                        <a:gd name="connsiteY2" fmla="*/ 0 h 112014"/>
                        <a:gd name="connsiteX3" fmla="*/ 0 w 220122"/>
                        <a:gd name="connsiteY3" fmla="*/ 0 h 112014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220122" h="112014">
                          <a:moveTo>
                            <a:pt x="111919" y="112014"/>
                          </a:moveTo>
                          <a:lnTo>
                            <a:pt x="220123" y="3715"/>
                          </a:lnTo>
                          <a:lnTo>
                            <a:pt x="216313" y="0"/>
                          </a:lnTo>
                          <a:lnTo>
                            <a:pt x="0" y="0"/>
                          </a:lnTo>
                          <a:close/>
                        </a:path>
                      </a:pathLst>
                    </a:custGeom>
                    <a:grpFill/>
                    <a:ln w="9525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pPr marL="0" marR="0" lvl="0" indent="0" algn="l" defTabSz="55446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pt-BR" sz="1092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Versos Light"/>
                        <a:ea typeface="+mn-ea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40" name="Freeform: Shape 35">
                      <a:extLst>
                        <a:ext uri="{FF2B5EF4-FFF2-40B4-BE49-F238E27FC236}">
                          <a16:creationId xmlns:a16="http://schemas.microsoft.com/office/drawing/2014/main" id="{B22E940B-9E69-38B4-7ADA-A70A0BF4AC3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076604" y="3692556"/>
                      <a:ext cx="220122" cy="111918"/>
                    </a:xfrm>
                    <a:custGeom>
                      <a:avLst/>
                      <a:gdLst>
                        <a:gd name="connsiteX0" fmla="*/ 108204 w 220122"/>
                        <a:gd name="connsiteY0" fmla="*/ 0 h 111918"/>
                        <a:gd name="connsiteX1" fmla="*/ 0 w 220122"/>
                        <a:gd name="connsiteY1" fmla="*/ 108109 h 111918"/>
                        <a:gd name="connsiteX2" fmla="*/ 3810 w 220122"/>
                        <a:gd name="connsiteY2" fmla="*/ 111919 h 111918"/>
                        <a:gd name="connsiteX3" fmla="*/ 220123 w 220122"/>
                        <a:gd name="connsiteY3" fmla="*/ 111919 h 11191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220122" h="111918">
                          <a:moveTo>
                            <a:pt x="108204" y="0"/>
                          </a:moveTo>
                          <a:lnTo>
                            <a:pt x="0" y="108109"/>
                          </a:lnTo>
                          <a:lnTo>
                            <a:pt x="3810" y="111919"/>
                          </a:lnTo>
                          <a:lnTo>
                            <a:pt x="220123" y="111919"/>
                          </a:lnTo>
                          <a:close/>
                        </a:path>
                      </a:pathLst>
                    </a:custGeom>
                    <a:grpFill/>
                    <a:ln w="9525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pPr marL="0" marR="0" lvl="0" indent="0" algn="l" defTabSz="55446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pt-BR" sz="1092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Versos Light"/>
                        <a:ea typeface="+mn-ea"/>
                        <a:cs typeface="Arial"/>
                        <a:sym typeface="Arial"/>
                      </a:endParaRPr>
                    </a:p>
                  </p:txBody>
                </p:sp>
              </p:grpSp>
            </p:grpSp>
          </p:grpSp>
          <p:grpSp>
            <p:nvGrpSpPr>
              <p:cNvPr id="17" name="Group 16">
                <a:extLst>
                  <a:ext uri="{FF2B5EF4-FFF2-40B4-BE49-F238E27FC236}">
                    <a16:creationId xmlns:a16="http://schemas.microsoft.com/office/drawing/2014/main" id="{4B420357-F1F6-E288-5644-B85687365873}"/>
                  </a:ext>
                </a:extLst>
              </p:cNvPr>
              <p:cNvGrpSpPr/>
              <p:nvPr/>
            </p:nvGrpSpPr>
            <p:grpSpPr>
              <a:xfrm>
                <a:off x="751861" y="4313143"/>
                <a:ext cx="462643" cy="121129"/>
                <a:chOff x="916860" y="4313143"/>
                <a:chExt cx="538791" cy="141066"/>
              </a:xfrm>
            </p:grpSpPr>
            <p:sp>
              <p:nvSpPr>
                <p:cNvPr id="24" name="Freeform: Shape 22">
                  <a:extLst>
                    <a:ext uri="{FF2B5EF4-FFF2-40B4-BE49-F238E27FC236}">
                      <a16:creationId xmlns:a16="http://schemas.microsoft.com/office/drawing/2014/main" id="{365BAA36-0FCA-0A64-8952-5BE9C8F70294}"/>
                    </a:ext>
                  </a:extLst>
                </p:cNvPr>
                <p:cNvSpPr/>
                <p:nvPr/>
              </p:nvSpPr>
              <p:spPr>
                <a:xfrm>
                  <a:off x="916860" y="4327727"/>
                  <a:ext cx="538791" cy="126482"/>
                </a:xfrm>
                <a:custGeom>
                  <a:avLst/>
                  <a:gdLst>
                    <a:gd name="connsiteX0" fmla="*/ 1402185 w 3302819"/>
                    <a:gd name="connsiteY0" fmla="*/ 284740 h 775354"/>
                    <a:gd name="connsiteX1" fmla="*/ 1250213 w 3302819"/>
                    <a:gd name="connsiteY1" fmla="*/ 771239 h 775354"/>
                    <a:gd name="connsiteX2" fmla="*/ 1094661 w 3302819"/>
                    <a:gd name="connsiteY2" fmla="*/ 771239 h 775354"/>
                    <a:gd name="connsiteX3" fmla="*/ 942689 w 3302819"/>
                    <a:gd name="connsiteY3" fmla="*/ 284740 h 775354"/>
                    <a:gd name="connsiteX4" fmla="*/ 1071734 w 3302819"/>
                    <a:gd name="connsiteY4" fmla="*/ 284740 h 775354"/>
                    <a:gd name="connsiteX5" fmla="*/ 1129160 w 3302819"/>
                    <a:gd name="connsiteY5" fmla="*/ 481146 h 775354"/>
                    <a:gd name="connsiteX6" fmla="*/ 1172461 w 3302819"/>
                    <a:gd name="connsiteY6" fmla="*/ 657225 h 775354"/>
                    <a:gd name="connsiteX7" fmla="*/ 1179519 w 3302819"/>
                    <a:gd name="connsiteY7" fmla="*/ 657225 h 775354"/>
                    <a:gd name="connsiteX8" fmla="*/ 1222820 w 3302819"/>
                    <a:gd name="connsiteY8" fmla="*/ 481194 h 775354"/>
                    <a:gd name="connsiteX9" fmla="*/ 1278503 w 3302819"/>
                    <a:gd name="connsiteY9" fmla="*/ 284740 h 775354"/>
                    <a:gd name="connsiteX10" fmla="*/ 1638710 w 3302819"/>
                    <a:gd name="connsiteY10" fmla="*/ 771192 h 775354"/>
                    <a:gd name="connsiteX11" fmla="*/ 1752248 w 3302819"/>
                    <a:gd name="connsiteY11" fmla="*/ 750818 h 775354"/>
                    <a:gd name="connsiteX12" fmla="*/ 1833124 w 3302819"/>
                    <a:gd name="connsiteY12" fmla="*/ 694106 h 775354"/>
                    <a:gd name="connsiteX13" fmla="*/ 1767745 w 3302819"/>
                    <a:gd name="connsiteY13" fmla="*/ 612581 h 775354"/>
                    <a:gd name="connsiteX14" fmla="*/ 1720015 w 3302819"/>
                    <a:gd name="connsiteY14" fmla="*/ 651634 h 775354"/>
                    <a:gd name="connsiteX15" fmla="*/ 1653750 w 3302819"/>
                    <a:gd name="connsiteY15" fmla="*/ 667826 h 775354"/>
                    <a:gd name="connsiteX16" fmla="*/ 1575968 w 3302819"/>
                    <a:gd name="connsiteY16" fmla="*/ 641109 h 775354"/>
                    <a:gd name="connsiteX17" fmla="*/ 1551203 w 3302819"/>
                    <a:gd name="connsiteY17" fmla="*/ 568814 h 775354"/>
                    <a:gd name="connsiteX18" fmla="*/ 1551203 w 3302819"/>
                    <a:gd name="connsiteY18" fmla="*/ 561727 h 775354"/>
                    <a:gd name="connsiteX19" fmla="*/ 1849088 w 3302819"/>
                    <a:gd name="connsiteY19" fmla="*/ 561727 h 775354"/>
                    <a:gd name="connsiteX20" fmla="*/ 1849088 w 3302819"/>
                    <a:gd name="connsiteY20" fmla="*/ 522846 h 775354"/>
                    <a:gd name="connsiteX21" fmla="*/ 1837163 w 3302819"/>
                    <a:gd name="connsiteY21" fmla="*/ 433140 h 775354"/>
                    <a:gd name="connsiteX22" fmla="*/ 1799168 w 3302819"/>
                    <a:gd name="connsiteY22" fmla="*/ 357588 h 775354"/>
                    <a:gd name="connsiteX23" fmla="*/ 1732007 w 3302819"/>
                    <a:gd name="connsiteY23" fmla="*/ 305438 h 775354"/>
                    <a:gd name="connsiteX24" fmla="*/ 1633452 w 3302819"/>
                    <a:gd name="connsiteY24" fmla="*/ 286036 h 775354"/>
                    <a:gd name="connsiteX25" fmla="*/ 1540669 w 3302819"/>
                    <a:gd name="connsiteY25" fmla="*/ 303286 h 775354"/>
                    <a:gd name="connsiteX26" fmla="*/ 1472175 w 3302819"/>
                    <a:gd name="connsiteY26" fmla="*/ 352320 h 775354"/>
                    <a:gd name="connsiteX27" fmla="*/ 1430141 w 3302819"/>
                    <a:gd name="connsiteY27" fmla="*/ 428768 h 775354"/>
                    <a:gd name="connsiteX28" fmla="*/ 1416006 w 3302819"/>
                    <a:gd name="connsiteY28" fmla="*/ 528161 h 775354"/>
                    <a:gd name="connsiteX29" fmla="*/ 1430579 w 3302819"/>
                    <a:gd name="connsiteY29" fmla="*/ 628869 h 775354"/>
                    <a:gd name="connsiteX30" fmla="*/ 1473899 w 3302819"/>
                    <a:gd name="connsiteY30" fmla="*/ 705317 h 775354"/>
                    <a:gd name="connsiteX31" fmla="*/ 1544136 w 3302819"/>
                    <a:gd name="connsiteY31" fmla="*/ 753951 h 775354"/>
                    <a:gd name="connsiteX32" fmla="*/ 1638700 w 3302819"/>
                    <a:gd name="connsiteY32" fmla="*/ 771192 h 775354"/>
                    <a:gd name="connsiteX33" fmla="*/ 1636062 w 3302819"/>
                    <a:gd name="connsiteY33" fmla="*/ 382353 h 775354"/>
                    <a:gd name="connsiteX34" fmla="*/ 1694831 w 3302819"/>
                    <a:gd name="connsiteY34" fmla="*/ 408422 h 775354"/>
                    <a:gd name="connsiteX35" fmla="*/ 1713881 w 3302819"/>
                    <a:gd name="connsiteY35" fmla="*/ 476917 h 775354"/>
                    <a:gd name="connsiteX36" fmla="*/ 1713881 w 3302819"/>
                    <a:gd name="connsiteY36" fmla="*/ 484870 h 775354"/>
                    <a:gd name="connsiteX37" fmla="*/ 1551213 w 3302819"/>
                    <a:gd name="connsiteY37" fmla="*/ 484870 h 775354"/>
                    <a:gd name="connsiteX38" fmla="*/ 1551213 w 3302819"/>
                    <a:gd name="connsiteY38" fmla="*/ 477812 h 775354"/>
                    <a:gd name="connsiteX39" fmla="*/ 1573749 w 3302819"/>
                    <a:gd name="connsiteY39" fmla="*/ 408432 h 775354"/>
                    <a:gd name="connsiteX40" fmla="*/ 1636042 w 3302819"/>
                    <a:gd name="connsiteY40" fmla="*/ 382362 h 775354"/>
                    <a:gd name="connsiteX41" fmla="*/ 2115655 w 3302819"/>
                    <a:gd name="connsiteY41" fmla="*/ 771173 h 775354"/>
                    <a:gd name="connsiteX42" fmla="*/ 2232755 w 3302819"/>
                    <a:gd name="connsiteY42" fmla="*/ 740235 h 775354"/>
                    <a:gd name="connsiteX43" fmla="*/ 2303888 w 3302819"/>
                    <a:gd name="connsiteY43" fmla="*/ 643080 h 775354"/>
                    <a:gd name="connsiteX44" fmla="*/ 2202266 w 3302819"/>
                    <a:gd name="connsiteY44" fmla="*/ 598894 h 775354"/>
                    <a:gd name="connsiteX45" fmla="*/ 2171786 w 3302819"/>
                    <a:gd name="connsiteY45" fmla="*/ 648824 h 775354"/>
                    <a:gd name="connsiteX46" fmla="*/ 2115655 w 3302819"/>
                    <a:gd name="connsiteY46" fmla="*/ 667817 h 775354"/>
                    <a:gd name="connsiteX47" fmla="*/ 2055562 w 3302819"/>
                    <a:gd name="connsiteY47" fmla="*/ 642185 h 775354"/>
                    <a:gd name="connsiteX48" fmla="*/ 2035254 w 3302819"/>
                    <a:gd name="connsiteY48" fmla="*/ 572386 h 775354"/>
                    <a:gd name="connsiteX49" fmla="*/ 2035254 w 3302819"/>
                    <a:gd name="connsiteY49" fmla="*/ 485737 h 775354"/>
                    <a:gd name="connsiteX50" fmla="*/ 2055562 w 3302819"/>
                    <a:gd name="connsiteY50" fmla="*/ 415481 h 775354"/>
                    <a:gd name="connsiteX51" fmla="*/ 2115655 w 3302819"/>
                    <a:gd name="connsiteY51" fmla="*/ 389411 h 775354"/>
                    <a:gd name="connsiteX52" fmla="*/ 2169538 w 3302819"/>
                    <a:gd name="connsiteY52" fmla="*/ 407975 h 775354"/>
                    <a:gd name="connsiteX53" fmla="*/ 2195170 w 3302819"/>
                    <a:gd name="connsiteY53" fmla="*/ 453038 h 775354"/>
                    <a:gd name="connsiteX54" fmla="*/ 2301240 w 3302819"/>
                    <a:gd name="connsiteY54" fmla="*/ 407079 h 775354"/>
                    <a:gd name="connsiteX55" fmla="*/ 2233613 w 3302819"/>
                    <a:gd name="connsiteY55" fmla="*/ 317840 h 775354"/>
                    <a:gd name="connsiteX56" fmla="*/ 2115636 w 3302819"/>
                    <a:gd name="connsiteY56" fmla="*/ 286026 h 775354"/>
                    <a:gd name="connsiteX57" fmla="*/ 2022843 w 3302819"/>
                    <a:gd name="connsiteY57" fmla="*/ 302809 h 775354"/>
                    <a:gd name="connsiteX58" fmla="*/ 1954816 w 3302819"/>
                    <a:gd name="connsiteY58" fmla="*/ 351387 h 775354"/>
                    <a:gd name="connsiteX59" fmla="*/ 1913277 w 3302819"/>
                    <a:gd name="connsiteY59" fmla="*/ 427834 h 775354"/>
                    <a:gd name="connsiteX60" fmla="*/ 1899123 w 3302819"/>
                    <a:gd name="connsiteY60" fmla="*/ 528133 h 775354"/>
                    <a:gd name="connsiteX61" fmla="*/ 1913277 w 3302819"/>
                    <a:gd name="connsiteY61" fmla="*/ 628879 h 775354"/>
                    <a:gd name="connsiteX62" fmla="*/ 1954816 w 3302819"/>
                    <a:gd name="connsiteY62" fmla="*/ 705326 h 775354"/>
                    <a:gd name="connsiteX63" fmla="*/ 2022843 w 3302819"/>
                    <a:gd name="connsiteY63" fmla="*/ 753904 h 775354"/>
                    <a:gd name="connsiteX64" fmla="*/ 2115636 w 3302819"/>
                    <a:gd name="connsiteY64" fmla="*/ 771144 h 775354"/>
                    <a:gd name="connsiteX65" fmla="*/ 2621842 w 3302819"/>
                    <a:gd name="connsiteY65" fmla="*/ 771258 h 775354"/>
                    <a:gd name="connsiteX66" fmla="*/ 2621842 w 3302819"/>
                    <a:gd name="connsiteY66" fmla="*/ 667836 h 775354"/>
                    <a:gd name="connsiteX67" fmla="*/ 2529954 w 3302819"/>
                    <a:gd name="connsiteY67" fmla="*/ 667836 h 775354"/>
                    <a:gd name="connsiteX68" fmla="*/ 2529954 w 3302819"/>
                    <a:gd name="connsiteY68" fmla="*/ 391611 h 775354"/>
                    <a:gd name="connsiteX69" fmla="*/ 2621842 w 3302819"/>
                    <a:gd name="connsiteY69" fmla="*/ 391611 h 775354"/>
                    <a:gd name="connsiteX70" fmla="*/ 2621842 w 3302819"/>
                    <a:gd name="connsiteY70" fmla="*/ 288141 h 775354"/>
                    <a:gd name="connsiteX71" fmla="*/ 2529954 w 3302819"/>
                    <a:gd name="connsiteY71" fmla="*/ 288141 h 775354"/>
                    <a:gd name="connsiteX72" fmla="*/ 2529954 w 3302819"/>
                    <a:gd name="connsiteY72" fmla="*/ 171145 h 775354"/>
                    <a:gd name="connsiteX73" fmla="*/ 2412416 w 3302819"/>
                    <a:gd name="connsiteY73" fmla="*/ 171145 h 775354"/>
                    <a:gd name="connsiteX74" fmla="*/ 2412416 w 3302819"/>
                    <a:gd name="connsiteY74" fmla="*/ 237820 h 775354"/>
                    <a:gd name="connsiteX75" fmla="*/ 2402719 w 3302819"/>
                    <a:gd name="connsiteY75" fmla="*/ 275139 h 775354"/>
                    <a:gd name="connsiteX76" fmla="*/ 2366524 w 3302819"/>
                    <a:gd name="connsiteY76" fmla="*/ 288188 h 775354"/>
                    <a:gd name="connsiteX77" fmla="*/ 2333720 w 3302819"/>
                    <a:gd name="connsiteY77" fmla="*/ 288188 h 775354"/>
                    <a:gd name="connsiteX78" fmla="*/ 2333720 w 3302819"/>
                    <a:gd name="connsiteY78" fmla="*/ 391611 h 775354"/>
                    <a:gd name="connsiteX79" fmla="*/ 2399119 w 3302819"/>
                    <a:gd name="connsiteY79" fmla="*/ 391611 h 775354"/>
                    <a:gd name="connsiteX80" fmla="*/ 2399119 w 3302819"/>
                    <a:gd name="connsiteY80" fmla="*/ 633613 h 775354"/>
                    <a:gd name="connsiteX81" fmla="*/ 2434028 w 3302819"/>
                    <a:gd name="connsiteY81" fmla="*/ 736206 h 775354"/>
                    <a:gd name="connsiteX82" fmla="*/ 2536984 w 3302819"/>
                    <a:gd name="connsiteY82" fmla="*/ 771315 h 775354"/>
                    <a:gd name="connsiteX83" fmla="*/ 2775490 w 3302819"/>
                    <a:gd name="connsiteY83" fmla="*/ 249469 h 775354"/>
                    <a:gd name="connsiteX84" fmla="*/ 2833383 w 3302819"/>
                    <a:gd name="connsiteY84" fmla="*/ 231057 h 775354"/>
                    <a:gd name="connsiteX85" fmla="*/ 2851480 w 3302819"/>
                    <a:gd name="connsiteY85" fmla="*/ 183975 h 775354"/>
                    <a:gd name="connsiteX86" fmla="*/ 2851480 w 3302819"/>
                    <a:gd name="connsiteY86" fmla="*/ 164259 h 775354"/>
                    <a:gd name="connsiteX87" fmla="*/ 2833383 w 3302819"/>
                    <a:gd name="connsiteY87" fmla="*/ 117177 h 775354"/>
                    <a:gd name="connsiteX88" fmla="*/ 2775490 w 3302819"/>
                    <a:gd name="connsiteY88" fmla="*/ 98765 h 775354"/>
                    <a:gd name="connsiteX89" fmla="*/ 2717606 w 3302819"/>
                    <a:gd name="connsiteY89" fmla="*/ 117177 h 775354"/>
                    <a:gd name="connsiteX90" fmla="*/ 2699509 w 3302819"/>
                    <a:gd name="connsiteY90" fmla="*/ 164259 h 775354"/>
                    <a:gd name="connsiteX91" fmla="*/ 2699509 w 3302819"/>
                    <a:gd name="connsiteY91" fmla="*/ 183975 h 775354"/>
                    <a:gd name="connsiteX92" fmla="*/ 2717606 w 3302819"/>
                    <a:gd name="connsiteY92" fmla="*/ 231057 h 775354"/>
                    <a:gd name="connsiteX93" fmla="*/ 2775490 w 3302819"/>
                    <a:gd name="connsiteY93" fmla="*/ 249469 h 775354"/>
                    <a:gd name="connsiteX94" fmla="*/ 2710129 w 3302819"/>
                    <a:gd name="connsiteY94" fmla="*/ 771192 h 775354"/>
                    <a:gd name="connsiteX95" fmla="*/ 2840898 w 3302819"/>
                    <a:gd name="connsiteY95" fmla="*/ 771192 h 775354"/>
                    <a:gd name="connsiteX96" fmla="*/ 2840898 w 3302819"/>
                    <a:gd name="connsiteY96" fmla="*/ 285998 h 775354"/>
                    <a:gd name="connsiteX97" fmla="*/ 2710101 w 3302819"/>
                    <a:gd name="connsiteY97" fmla="*/ 285998 h 775354"/>
                    <a:gd name="connsiteX98" fmla="*/ 3103969 w 3302819"/>
                    <a:gd name="connsiteY98" fmla="*/ 771135 h 775354"/>
                    <a:gd name="connsiteX99" fmla="*/ 3185713 w 3302819"/>
                    <a:gd name="connsiteY99" fmla="*/ 759647 h 775354"/>
                    <a:gd name="connsiteX100" fmla="*/ 3248444 w 3302819"/>
                    <a:gd name="connsiteY100" fmla="*/ 727386 h 775354"/>
                    <a:gd name="connsiteX101" fmla="*/ 3288659 w 3302819"/>
                    <a:gd name="connsiteY101" fmla="*/ 678351 h 775354"/>
                    <a:gd name="connsiteX102" fmla="*/ 3302813 w 3302819"/>
                    <a:gd name="connsiteY102" fmla="*/ 616496 h 775354"/>
                    <a:gd name="connsiteX103" fmla="*/ 3149927 w 3302819"/>
                    <a:gd name="connsiteY103" fmla="*/ 476869 h 775354"/>
                    <a:gd name="connsiteX104" fmla="*/ 3097768 w 3302819"/>
                    <a:gd name="connsiteY104" fmla="*/ 469802 h 775354"/>
                    <a:gd name="connsiteX105" fmla="*/ 3059325 w 3302819"/>
                    <a:gd name="connsiteY105" fmla="*/ 455228 h 775354"/>
                    <a:gd name="connsiteX106" fmla="*/ 3049172 w 3302819"/>
                    <a:gd name="connsiteY106" fmla="*/ 426501 h 775354"/>
                    <a:gd name="connsiteX107" fmla="*/ 3063307 w 3302819"/>
                    <a:gd name="connsiteY107" fmla="*/ 398221 h 775354"/>
                    <a:gd name="connsiteX108" fmla="*/ 3111036 w 3302819"/>
                    <a:gd name="connsiteY108" fmla="*/ 387601 h 775354"/>
                    <a:gd name="connsiteX109" fmla="*/ 3168015 w 3302819"/>
                    <a:gd name="connsiteY109" fmla="*/ 400469 h 775354"/>
                    <a:gd name="connsiteX110" fmla="*/ 3217935 w 3302819"/>
                    <a:gd name="connsiteY110" fmla="*/ 435388 h 775354"/>
                    <a:gd name="connsiteX111" fmla="*/ 3293059 w 3302819"/>
                    <a:gd name="connsiteY111" fmla="*/ 358492 h 775354"/>
                    <a:gd name="connsiteX112" fmla="*/ 3257274 w 3302819"/>
                    <a:gd name="connsiteY112" fmla="*/ 328012 h 775354"/>
                    <a:gd name="connsiteX113" fmla="*/ 3217498 w 3302819"/>
                    <a:gd name="connsiteY113" fmla="*/ 305048 h 775354"/>
                    <a:gd name="connsiteX114" fmla="*/ 3167920 w 3302819"/>
                    <a:gd name="connsiteY114" fmla="*/ 290884 h 775354"/>
                    <a:gd name="connsiteX115" fmla="*/ 3103846 w 3302819"/>
                    <a:gd name="connsiteY115" fmla="*/ 286036 h 775354"/>
                    <a:gd name="connsiteX116" fmla="*/ 3029170 w 3302819"/>
                    <a:gd name="connsiteY116" fmla="*/ 297085 h 775354"/>
                    <a:gd name="connsiteX117" fmla="*/ 2972610 w 3302819"/>
                    <a:gd name="connsiteY117" fmla="*/ 328003 h 775354"/>
                    <a:gd name="connsiteX118" fmla="*/ 2936415 w 3302819"/>
                    <a:gd name="connsiteY118" fmla="*/ 375733 h 775354"/>
                    <a:gd name="connsiteX119" fmla="*/ 2923595 w 3302819"/>
                    <a:gd name="connsiteY119" fmla="*/ 437159 h 775354"/>
                    <a:gd name="connsiteX120" fmla="*/ 3080014 w 3302819"/>
                    <a:gd name="connsiteY120" fmla="*/ 580320 h 775354"/>
                    <a:gd name="connsiteX121" fmla="*/ 3130382 w 3302819"/>
                    <a:gd name="connsiteY121" fmla="*/ 586511 h 775354"/>
                    <a:gd name="connsiteX122" fmla="*/ 3177226 w 3302819"/>
                    <a:gd name="connsiteY122" fmla="*/ 625392 h 775354"/>
                    <a:gd name="connsiteX123" fmla="*/ 3162195 w 3302819"/>
                    <a:gd name="connsiteY123" fmla="*/ 657644 h 775354"/>
                    <a:gd name="connsiteX124" fmla="*/ 3108312 w 3302819"/>
                    <a:gd name="connsiteY124" fmla="*/ 669569 h 775354"/>
                    <a:gd name="connsiteX125" fmla="*/ 3040266 w 3302819"/>
                    <a:gd name="connsiteY125" fmla="*/ 653663 h 775354"/>
                    <a:gd name="connsiteX126" fmla="*/ 2985478 w 3302819"/>
                    <a:gd name="connsiteY126" fmla="*/ 610362 h 775354"/>
                    <a:gd name="connsiteX127" fmla="*/ 2908583 w 3302819"/>
                    <a:gd name="connsiteY127" fmla="*/ 688124 h 775354"/>
                    <a:gd name="connsiteX128" fmla="*/ 2990774 w 3302819"/>
                    <a:gd name="connsiteY128" fmla="*/ 749560 h 775354"/>
                    <a:gd name="connsiteX129" fmla="*/ 3103941 w 3302819"/>
                    <a:gd name="connsiteY129" fmla="*/ 771201 h 775354"/>
                    <a:gd name="connsiteX130" fmla="*/ 854593 w 3302819"/>
                    <a:gd name="connsiteY130" fmla="*/ 284407 h 775354"/>
                    <a:gd name="connsiteX131" fmla="*/ 452371 w 3302819"/>
                    <a:gd name="connsiteY131" fmla="*/ 284407 h 775354"/>
                    <a:gd name="connsiteX132" fmla="*/ 452371 w 3302819"/>
                    <a:gd name="connsiteY132" fmla="*/ 284407 h 775354"/>
                    <a:gd name="connsiteX133" fmla="*/ 360931 w 3302819"/>
                    <a:gd name="connsiteY133" fmla="*/ 284407 h 775354"/>
                    <a:gd name="connsiteX134" fmla="*/ 360931 w 3302819"/>
                    <a:gd name="connsiteY134" fmla="*/ 192967 h 775354"/>
                    <a:gd name="connsiteX135" fmla="*/ 167964 w 3302819"/>
                    <a:gd name="connsiteY135" fmla="*/ 0 h 775354"/>
                    <a:gd name="connsiteX136" fmla="*/ 79229 w 3302819"/>
                    <a:gd name="connsiteY136" fmla="*/ 88725 h 775354"/>
                    <a:gd name="connsiteX137" fmla="*/ 274920 w 3302819"/>
                    <a:gd name="connsiteY137" fmla="*/ 284407 h 775354"/>
                    <a:gd name="connsiteX138" fmla="*/ 0 w 3302819"/>
                    <a:gd name="connsiteY138" fmla="*/ 284407 h 775354"/>
                    <a:gd name="connsiteX139" fmla="*/ 0 w 3302819"/>
                    <a:gd name="connsiteY139" fmla="*/ 409899 h 775354"/>
                    <a:gd name="connsiteX140" fmla="*/ 274920 w 3302819"/>
                    <a:gd name="connsiteY140" fmla="*/ 409899 h 775354"/>
                    <a:gd name="connsiteX141" fmla="*/ 79229 w 3302819"/>
                    <a:gd name="connsiteY141" fmla="*/ 605571 h 775354"/>
                    <a:gd name="connsiteX142" fmla="*/ 167964 w 3302819"/>
                    <a:gd name="connsiteY142" fmla="*/ 694287 h 775354"/>
                    <a:gd name="connsiteX143" fmla="*/ 363636 w 3302819"/>
                    <a:gd name="connsiteY143" fmla="*/ 498615 h 775354"/>
                    <a:gd name="connsiteX144" fmla="*/ 363636 w 3302819"/>
                    <a:gd name="connsiteY144" fmla="*/ 775354 h 775354"/>
                    <a:gd name="connsiteX145" fmla="*/ 489128 w 3302819"/>
                    <a:gd name="connsiteY145" fmla="*/ 775354 h 775354"/>
                    <a:gd name="connsiteX146" fmla="*/ 489128 w 3302819"/>
                    <a:gd name="connsiteY146" fmla="*/ 498615 h 775354"/>
                    <a:gd name="connsiteX147" fmla="*/ 684848 w 3302819"/>
                    <a:gd name="connsiteY147" fmla="*/ 694287 h 775354"/>
                    <a:gd name="connsiteX148" fmla="*/ 773573 w 3302819"/>
                    <a:gd name="connsiteY148" fmla="*/ 605571 h 775354"/>
                    <a:gd name="connsiteX149" fmla="*/ 577863 w 3302819"/>
                    <a:gd name="connsiteY149" fmla="*/ 409899 h 775354"/>
                    <a:gd name="connsiteX150" fmla="*/ 854593 w 3302819"/>
                    <a:gd name="connsiteY150" fmla="*/ 409899 h 77535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  <a:cxn ang="0">
                      <a:pos x="connsiteX117" y="connsiteY117"/>
                    </a:cxn>
                    <a:cxn ang="0">
                      <a:pos x="connsiteX118" y="connsiteY118"/>
                    </a:cxn>
                    <a:cxn ang="0">
                      <a:pos x="connsiteX119" y="connsiteY119"/>
                    </a:cxn>
                    <a:cxn ang="0">
                      <a:pos x="connsiteX120" y="connsiteY120"/>
                    </a:cxn>
                    <a:cxn ang="0">
                      <a:pos x="connsiteX121" y="connsiteY121"/>
                    </a:cxn>
                    <a:cxn ang="0">
                      <a:pos x="connsiteX122" y="connsiteY122"/>
                    </a:cxn>
                    <a:cxn ang="0">
                      <a:pos x="connsiteX123" y="connsiteY123"/>
                    </a:cxn>
                    <a:cxn ang="0">
                      <a:pos x="connsiteX124" y="connsiteY124"/>
                    </a:cxn>
                    <a:cxn ang="0">
                      <a:pos x="connsiteX125" y="connsiteY125"/>
                    </a:cxn>
                    <a:cxn ang="0">
                      <a:pos x="connsiteX126" y="connsiteY126"/>
                    </a:cxn>
                    <a:cxn ang="0">
                      <a:pos x="connsiteX127" y="connsiteY127"/>
                    </a:cxn>
                    <a:cxn ang="0">
                      <a:pos x="connsiteX128" y="connsiteY128"/>
                    </a:cxn>
                    <a:cxn ang="0">
                      <a:pos x="connsiteX129" y="connsiteY129"/>
                    </a:cxn>
                    <a:cxn ang="0">
                      <a:pos x="connsiteX130" y="connsiteY130"/>
                    </a:cxn>
                    <a:cxn ang="0">
                      <a:pos x="connsiteX131" y="connsiteY131"/>
                    </a:cxn>
                    <a:cxn ang="0">
                      <a:pos x="connsiteX132" y="connsiteY132"/>
                    </a:cxn>
                    <a:cxn ang="0">
                      <a:pos x="connsiteX133" y="connsiteY133"/>
                    </a:cxn>
                    <a:cxn ang="0">
                      <a:pos x="connsiteX134" y="connsiteY134"/>
                    </a:cxn>
                    <a:cxn ang="0">
                      <a:pos x="connsiteX135" y="connsiteY135"/>
                    </a:cxn>
                    <a:cxn ang="0">
                      <a:pos x="connsiteX136" y="connsiteY136"/>
                    </a:cxn>
                    <a:cxn ang="0">
                      <a:pos x="connsiteX137" y="connsiteY137"/>
                    </a:cxn>
                    <a:cxn ang="0">
                      <a:pos x="connsiteX138" y="connsiteY138"/>
                    </a:cxn>
                    <a:cxn ang="0">
                      <a:pos x="connsiteX139" y="connsiteY139"/>
                    </a:cxn>
                    <a:cxn ang="0">
                      <a:pos x="connsiteX140" y="connsiteY140"/>
                    </a:cxn>
                    <a:cxn ang="0">
                      <a:pos x="connsiteX141" y="connsiteY141"/>
                    </a:cxn>
                    <a:cxn ang="0">
                      <a:pos x="connsiteX142" y="connsiteY142"/>
                    </a:cxn>
                    <a:cxn ang="0">
                      <a:pos x="connsiteX143" y="connsiteY143"/>
                    </a:cxn>
                    <a:cxn ang="0">
                      <a:pos x="connsiteX144" y="connsiteY144"/>
                    </a:cxn>
                    <a:cxn ang="0">
                      <a:pos x="connsiteX145" y="connsiteY145"/>
                    </a:cxn>
                    <a:cxn ang="0">
                      <a:pos x="connsiteX146" y="connsiteY146"/>
                    </a:cxn>
                    <a:cxn ang="0">
                      <a:pos x="connsiteX147" y="connsiteY147"/>
                    </a:cxn>
                    <a:cxn ang="0">
                      <a:pos x="connsiteX148" y="connsiteY148"/>
                    </a:cxn>
                    <a:cxn ang="0">
                      <a:pos x="connsiteX149" y="connsiteY149"/>
                    </a:cxn>
                    <a:cxn ang="0">
                      <a:pos x="connsiteX150" y="connsiteY150"/>
                    </a:cxn>
                  </a:cxnLst>
                  <a:rect l="l" t="t" r="r" b="b"/>
                  <a:pathLst>
                    <a:path w="3302819" h="775354">
                      <a:moveTo>
                        <a:pt x="1402185" y="284740"/>
                      </a:moveTo>
                      <a:lnTo>
                        <a:pt x="1250213" y="771239"/>
                      </a:lnTo>
                      <a:lnTo>
                        <a:pt x="1094661" y="771239"/>
                      </a:lnTo>
                      <a:lnTo>
                        <a:pt x="942689" y="284740"/>
                      </a:lnTo>
                      <a:lnTo>
                        <a:pt x="1071734" y="284740"/>
                      </a:lnTo>
                      <a:lnTo>
                        <a:pt x="1129160" y="481146"/>
                      </a:lnTo>
                      <a:lnTo>
                        <a:pt x="1172461" y="657225"/>
                      </a:lnTo>
                      <a:lnTo>
                        <a:pt x="1179519" y="657225"/>
                      </a:lnTo>
                      <a:lnTo>
                        <a:pt x="1222820" y="481194"/>
                      </a:lnTo>
                      <a:lnTo>
                        <a:pt x="1278503" y="284740"/>
                      </a:lnTo>
                      <a:close/>
                      <a:moveTo>
                        <a:pt x="1638710" y="771192"/>
                      </a:moveTo>
                      <a:cubicBezTo>
                        <a:pt x="1677521" y="771852"/>
                        <a:pt x="1716088" y="764932"/>
                        <a:pt x="1752248" y="750818"/>
                      </a:cubicBezTo>
                      <a:cubicBezTo>
                        <a:pt x="1783402" y="738743"/>
                        <a:pt x="1811157" y="719281"/>
                        <a:pt x="1833124" y="694106"/>
                      </a:cubicBezTo>
                      <a:lnTo>
                        <a:pt x="1767745" y="612581"/>
                      </a:lnTo>
                      <a:cubicBezTo>
                        <a:pt x="1753435" y="627440"/>
                        <a:pt x="1737413" y="640549"/>
                        <a:pt x="1720015" y="651634"/>
                      </a:cubicBezTo>
                      <a:cubicBezTo>
                        <a:pt x="1699912" y="663214"/>
                        <a:pt x="1676928" y="668830"/>
                        <a:pt x="1653750" y="667826"/>
                      </a:cubicBezTo>
                      <a:cubicBezTo>
                        <a:pt x="1618386" y="667826"/>
                        <a:pt x="1592459" y="658920"/>
                        <a:pt x="1575968" y="641109"/>
                      </a:cubicBezTo>
                      <a:cubicBezTo>
                        <a:pt x="1558678" y="621118"/>
                        <a:pt x="1549803" y="595208"/>
                        <a:pt x="1551203" y="568814"/>
                      </a:cubicBezTo>
                      <a:lnTo>
                        <a:pt x="1551203" y="561727"/>
                      </a:lnTo>
                      <a:lnTo>
                        <a:pt x="1849088" y="561727"/>
                      </a:lnTo>
                      <a:lnTo>
                        <a:pt x="1849088" y="522846"/>
                      </a:lnTo>
                      <a:cubicBezTo>
                        <a:pt x="1849203" y="492541"/>
                        <a:pt x="1845191" y="462362"/>
                        <a:pt x="1837163" y="433140"/>
                      </a:cubicBezTo>
                      <a:cubicBezTo>
                        <a:pt x="1829747" y="405642"/>
                        <a:pt x="1816821" y="379938"/>
                        <a:pt x="1799168" y="357588"/>
                      </a:cubicBezTo>
                      <a:cubicBezTo>
                        <a:pt x="1781100" y="335260"/>
                        <a:pt x="1758114" y="317412"/>
                        <a:pt x="1732007" y="305438"/>
                      </a:cubicBezTo>
                      <a:cubicBezTo>
                        <a:pt x="1700994" y="291764"/>
                        <a:pt x="1667334" y="285137"/>
                        <a:pt x="1633452" y="286036"/>
                      </a:cubicBezTo>
                      <a:cubicBezTo>
                        <a:pt x="1601677" y="285469"/>
                        <a:pt x="1570117" y="291337"/>
                        <a:pt x="1540669" y="303286"/>
                      </a:cubicBezTo>
                      <a:cubicBezTo>
                        <a:pt x="1514382" y="314166"/>
                        <a:pt x="1490947" y="330943"/>
                        <a:pt x="1472175" y="352320"/>
                      </a:cubicBezTo>
                      <a:cubicBezTo>
                        <a:pt x="1452993" y="374598"/>
                        <a:pt x="1438676" y="400637"/>
                        <a:pt x="1430141" y="428768"/>
                      </a:cubicBezTo>
                      <a:cubicBezTo>
                        <a:pt x="1420351" y="460976"/>
                        <a:pt x="1415584" y="494501"/>
                        <a:pt x="1416006" y="528161"/>
                      </a:cubicBezTo>
                      <a:cubicBezTo>
                        <a:pt x="1415576" y="562286"/>
                        <a:pt x="1420493" y="596267"/>
                        <a:pt x="1430579" y="628869"/>
                      </a:cubicBezTo>
                      <a:cubicBezTo>
                        <a:pt x="1439314" y="657188"/>
                        <a:pt x="1454094" y="683271"/>
                        <a:pt x="1473899" y="705317"/>
                      </a:cubicBezTo>
                      <a:cubicBezTo>
                        <a:pt x="1493426" y="726524"/>
                        <a:pt x="1517415" y="743134"/>
                        <a:pt x="1544136" y="753951"/>
                      </a:cubicBezTo>
                      <a:cubicBezTo>
                        <a:pt x="1574210" y="765885"/>
                        <a:pt x="1606350" y="771745"/>
                        <a:pt x="1638700" y="771192"/>
                      </a:cubicBezTo>
                      <a:moveTo>
                        <a:pt x="1636062" y="382353"/>
                      </a:moveTo>
                      <a:cubicBezTo>
                        <a:pt x="1658785" y="380629"/>
                        <a:pt x="1680858" y="390420"/>
                        <a:pt x="1694831" y="408422"/>
                      </a:cubicBezTo>
                      <a:cubicBezTo>
                        <a:pt x="1708353" y="428624"/>
                        <a:pt x="1715031" y="452634"/>
                        <a:pt x="1713881" y="476917"/>
                      </a:cubicBezTo>
                      <a:lnTo>
                        <a:pt x="1713881" y="484870"/>
                      </a:lnTo>
                      <a:lnTo>
                        <a:pt x="1551213" y="484870"/>
                      </a:lnTo>
                      <a:lnTo>
                        <a:pt x="1551213" y="477812"/>
                      </a:lnTo>
                      <a:cubicBezTo>
                        <a:pt x="1549950" y="452703"/>
                        <a:pt x="1557972" y="428007"/>
                        <a:pt x="1573749" y="408432"/>
                      </a:cubicBezTo>
                      <a:cubicBezTo>
                        <a:pt x="1589479" y="390736"/>
                        <a:pt x="1612397" y="381145"/>
                        <a:pt x="1636042" y="382362"/>
                      </a:cubicBezTo>
                      <a:moveTo>
                        <a:pt x="2115655" y="771173"/>
                      </a:moveTo>
                      <a:cubicBezTo>
                        <a:pt x="2156865" y="772451"/>
                        <a:pt x="2197555" y="761701"/>
                        <a:pt x="2232755" y="740235"/>
                      </a:cubicBezTo>
                      <a:cubicBezTo>
                        <a:pt x="2266879" y="716937"/>
                        <a:pt x="2291985" y="682647"/>
                        <a:pt x="2303888" y="643080"/>
                      </a:cubicBezTo>
                      <a:lnTo>
                        <a:pt x="2202266" y="598894"/>
                      </a:lnTo>
                      <a:cubicBezTo>
                        <a:pt x="2196733" y="617954"/>
                        <a:pt x="2186211" y="635192"/>
                        <a:pt x="2171786" y="648824"/>
                      </a:cubicBezTo>
                      <a:cubicBezTo>
                        <a:pt x="2156196" y="662106"/>
                        <a:pt x="2136107" y="668903"/>
                        <a:pt x="2115655" y="667817"/>
                      </a:cubicBezTo>
                      <a:cubicBezTo>
                        <a:pt x="2092678" y="669369"/>
                        <a:pt x="2070344" y="659843"/>
                        <a:pt x="2055562" y="642185"/>
                      </a:cubicBezTo>
                      <a:cubicBezTo>
                        <a:pt x="2041036" y="621913"/>
                        <a:pt x="2033871" y="597287"/>
                        <a:pt x="2035254" y="572386"/>
                      </a:cubicBezTo>
                      <a:lnTo>
                        <a:pt x="2035254" y="485737"/>
                      </a:lnTo>
                      <a:cubicBezTo>
                        <a:pt x="2033928" y="460701"/>
                        <a:pt x="2041082" y="435948"/>
                        <a:pt x="2055562" y="415481"/>
                      </a:cubicBezTo>
                      <a:cubicBezTo>
                        <a:pt x="2070206" y="397595"/>
                        <a:pt x="2092589" y="387885"/>
                        <a:pt x="2115655" y="389411"/>
                      </a:cubicBezTo>
                      <a:cubicBezTo>
                        <a:pt x="2135360" y="388260"/>
                        <a:pt x="2154723" y="394931"/>
                        <a:pt x="2169538" y="407975"/>
                      </a:cubicBezTo>
                      <a:cubicBezTo>
                        <a:pt x="2182354" y="420127"/>
                        <a:pt x="2191275" y="435811"/>
                        <a:pt x="2195170" y="453038"/>
                      </a:cubicBezTo>
                      <a:lnTo>
                        <a:pt x="2301240" y="407079"/>
                      </a:lnTo>
                      <a:cubicBezTo>
                        <a:pt x="2289134" y="370700"/>
                        <a:pt x="2265363" y="339332"/>
                        <a:pt x="2233613" y="317840"/>
                      </a:cubicBezTo>
                      <a:cubicBezTo>
                        <a:pt x="2198392" y="295588"/>
                        <a:pt x="2157269" y="284499"/>
                        <a:pt x="2115636" y="286026"/>
                      </a:cubicBezTo>
                      <a:cubicBezTo>
                        <a:pt x="2083902" y="285461"/>
                        <a:pt x="2052369" y="291165"/>
                        <a:pt x="2022843" y="302809"/>
                      </a:cubicBezTo>
                      <a:cubicBezTo>
                        <a:pt x="1996630" y="313367"/>
                        <a:pt x="1973310" y="330019"/>
                        <a:pt x="1954816" y="351387"/>
                      </a:cubicBezTo>
                      <a:cubicBezTo>
                        <a:pt x="1935900" y="373769"/>
                        <a:pt x="1921764" y="399785"/>
                        <a:pt x="1913277" y="427834"/>
                      </a:cubicBezTo>
                      <a:cubicBezTo>
                        <a:pt x="1903439" y="460343"/>
                        <a:pt x="1898665" y="494172"/>
                        <a:pt x="1899123" y="528133"/>
                      </a:cubicBezTo>
                      <a:cubicBezTo>
                        <a:pt x="1898685" y="562239"/>
                        <a:pt x="1903458" y="596213"/>
                        <a:pt x="1913277" y="628879"/>
                      </a:cubicBezTo>
                      <a:cubicBezTo>
                        <a:pt x="1921625" y="656986"/>
                        <a:pt x="1935776" y="683029"/>
                        <a:pt x="1954816" y="705326"/>
                      </a:cubicBezTo>
                      <a:cubicBezTo>
                        <a:pt x="1973468" y="726520"/>
                        <a:pt x="1996743" y="743141"/>
                        <a:pt x="2022843" y="753904"/>
                      </a:cubicBezTo>
                      <a:cubicBezTo>
                        <a:pt x="2052298" y="765841"/>
                        <a:pt x="2083860" y="771705"/>
                        <a:pt x="2115636" y="771144"/>
                      </a:cubicBezTo>
                      <a:moveTo>
                        <a:pt x="2621842" y="771258"/>
                      </a:moveTo>
                      <a:lnTo>
                        <a:pt x="2621842" y="667836"/>
                      </a:lnTo>
                      <a:lnTo>
                        <a:pt x="2529954" y="667836"/>
                      </a:lnTo>
                      <a:lnTo>
                        <a:pt x="2529954" y="391611"/>
                      </a:lnTo>
                      <a:lnTo>
                        <a:pt x="2621842" y="391611"/>
                      </a:lnTo>
                      <a:lnTo>
                        <a:pt x="2621842" y="288141"/>
                      </a:lnTo>
                      <a:lnTo>
                        <a:pt x="2529954" y="288141"/>
                      </a:lnTo>
                      <a:lnTo>
                        <a:pt x="2529954" y="171145"/>
                      </a:lnTo>
                      <a:lnTo>
                        <a:pt x="2412416" y="171145"/>
                      </a:lnTo>
                      <a:lnTo>
                        <a:pt x="2412416" y="237820"/>
                      </a:lnTo>
                      <a:cubicBezTo>
                        <a:pt x="2413253" y="250976"/>
                        <a:pt x="2409855" y="264054"/>
                        <a:pt x="2402719" y="275139"/>
                      </a:cubicBezTo>
                      <a:cubicBezTo>
                        <a:pt x="2396223" y="283832"/>
                        <a:pt x="2384158" y="288182"/>
                        <a:pt x="2366524" y="288188"/>
                      </a:cubicBezTo>
                      <a:lnTo>
                        <a:pt x="2333720" y="288188"/>
                      </a:lnTo>
                      <a:lnTo>
                        <a:pt x="2333720" y="391611"/>
                      </a:lnTo>
                      <a:lnTo>
                        <a:pt x="2399119" y="391611"/>
                      </a:lnTo>
                      <a:lnTo>
                        <a:pt x="2399119" y="633613"/>
                      </a:lnTo>
                      <a:cubicBezTo>
                        <a:pt x="2399119" y="678602"/>
                        <a:pt x="2410755" y="712800"/>
                        <a:pt x="2434028" y="736206"/>
                      </a:cubicBezTo>
                      <a:cubicBezTo>
                        <a:pt x="2457301" y="759612"/>
                        <a:pt x="2491620" y="771315"/>
                        <a:pt x="2536984" y="771315"/>
                      </a:cubicBezTo>
                      <a:close/>
                      <a:moveTo>
                        <a:pt x="2775490" y="249469"/>
                      </a:moveTo>
                      <a:cubicBezTo>
                        <a:pt x="2801995" y="249469"/>
                        <a:pt x="2821292" y="243332"/>
                        <a:pt x="2833383" y="231057"/>
                      </a:cubicBezTo>
                      <a:cubicBezTo>
                        <a:pt x="2845576" y="218483"/>
                        <a:pt x="2852112" y="201479"/>
                        <a:pt x="2851480" y="183975"/>
                      </a:cubicBezTo>
                      <a:lnTo>
                        <a:pt x="2851480" y="164259"/>
                      </a:lnTo>
                      <a:cubicBezTo>
                        <a:pt x="2852096" y="146757"/>
                        <a:pt x="2845562" y="129759"/>
                        <a:pt x="2833383" y="117177"/>
                      </a:cubicBezTo>
                      <a:cubicBezTo>
                        <a:pt x="2821318" y="104889"/>
                        <a:pt x="2802020" y="98752"/>
                        <a:pt x="2775490" y="98765"/>
                      </a:cubicBezTo>
                      <a:cubicBezTo>
                        <a:pt x="2748960" y="98777"/>
                        <a:pt x="2729665" y="104915"/>
                        <a:pt x="2717606" y="117177"/>
                      </a:cubicBezTo>
                      <a:cubicBezTo>
                        <a:pt x="2705422" y="129756"/>
                        <a:pt x="2698887" y="146757"/>
                        <a:pt x="2699509" y="164259"/>
                      </a:cubicBezTo>
                      <a:lnTo>
                        <a:pt x="2699509" y="183975"/>
                      </a:lnTo>
                      <a:cubicBezTo>
                        <a:pt x="2698878" y="201479"/>
                        <a:pt x="2705414" y="218483"/>
                        <a:pt x="2717606" y="231057"/>
                      </a:cubicBezTo>
                      <a:cubicBezTo>
                        <a:pt x="2729671" y="243332"/>
                        <a:pt x="2748966" y="249469"/>
                        <a:pt x="2775490" y="249469"/>
                      </a:cubicBezTo>
                      <a:moveTo>
                        <a:pt x="2710129" y="771192"/>
                      </a:moveTo>
                      <a:lnTo>
                        <a:pt x="2840898" y="771192"/>
                      </a:lnTo>
                      <a:lnTo>
                        <a:pt x="2840898" y="285998"/>
                      </a:lnTo>
                      <a:lnTo>
                        <a:pt x="2710101" y="285998"/>
                      </a:lnTo>
                      <a:close/>
                      <a:moveTo>
                        <a:pt x="3103969" y="771135"/>
                      </a:moveTo>
                      <a:cubicBezTo>
                        <a:pt x="3131642" y="771475"/>
                        <a:pt x="3159206" y="767602"/>
                        <a:pt x="3185713" y="759647"/>
                      </a:cubicBezTo>
                      <a:cubicBezTo>
                        <a:pt x="3208446" y="752883"/>
                        <a:pt x="3229719" y="741943"/>
                        <a:pt x="3248444" y="727386"/>
                      </a:cubicBezTo>
                      <a:cubicBezTo>
                        <a:pt x="3265301" y="714207"/>
                        <a:pt x="3279034" y="697462"/>
                        <a:pt x="3288659" y="678351"/>
                      </a:cubicBezTo>
                      <a:cubicBezTo>
                        <a:pt x="3298173" y="659132"/>
                        <a:pt x="3303022" y="637940"/>
                        <a:pt x="3302813" y="616496"/>
                      </a:cubicBezTo>
                      <a:cubicBezTo>
                        <a:pt x="3302813" y="536981"/>
                        <a:pt x="3251851" y="490439"/>
                        <a:pt x="3149927" y="476869"/>
                      </a:cubicBezTo>
                      <a:lnTo>
                        <a:pt x="3097768" y="469802"/>
                      </a:lnTo>
                      <a:cubicBezTo>
                        <a:pt x="3083794" y="468856"/>
                        <a:pt x="3070415" y="463784"/>
                        <a:pt x="3059325" y="455228"/>
                      </a:cubicBezTo>
                      <a:cubicBezTo>
                        <a:pt x="3052173" y="447433"/>
                        <a:pt x="3048507" y="437059"/>
                        <a:pt x="3049172" y="426501"/>
                      </a:cubicBezTo>
                      <a:cubicBezTo>
                        <a:pt x="3048878" y="415308"/>
                        <a:pt x="3054178" y="404704"/>
                        <a:pt x="3063307" y="398221"/>
                      </a:cubicBezTo>
                      <a:cubicBezTo>
                        <a:pt x="3077754" y="389879"/>
                        <a:pt x="3094414" y="386171"/>
                        <a:pt x="3111036" y="387601"/>
                      </a:cubicBezTo>
                      <a:cubicBezTo>
                        <a:pt x="3130739" y="387697"/>
                        <a:pt x="3150183" y="392088"/>
                        <a:pt x="3168015" y="400469"/>
                      </a:cubicBezTo>
                      <a:cubicBezTo>
                        <a:pt x="3186600" y="409045"/>
                        <a:pt x="3203506" y="420870"/>
                        <a:pt x="3217935" y="435388"/>
                      </a:cubicBezTo>
                      <a:lnTo>
                        <a:pt x="3293059" y="358492"/>
                      </a:lnTo>
                      <a:cubicBezTo>
                        <a:pt x="3281696" y="347687"/>
                        <a:pt x="3269750" y="337512"/>
                        <a:pt x="3257274" y="328012"/>
                      </a:cubicBezTo>
                      <a:cubicBezTo>
                        <a:pt x="3244996" y="318773"/>
                        <a:pt x="3231639" y="311061"/>
                        <a:pt x="3217498" y="305048"/>
                      </a:cubicBezTo>
                      <a:cubicBezTo>
                        <a:pt x="3201574" y="298429"/>
                        <a:pt x="3184937" y="293676"/>
                        <a:pt x="3167920" y="290884"/>
                      </a:cubicBezTo>
                      <a:cubicBezTo>
                        <a:pt x="3146739" y="287447"/>
                        <a:pt x="3125303" y="285825"/>
                        <a:pt x="3103846" y="286036"/>
                      </a:cubicBezTo>
                      <a:cubicBezTo>
                        <a:pt x="3078522" y="285680"/>
                        <a:pt x="3053306" y="289411"/>
                        <a:pt x="3029170" y="297085"/>
                      </a:cubicBezTo>
                      <a:cubicBezTo>
                        <a:pt x="3008503" y="303656"/>
                        <a:pt x="2989298" y="314154"/>
                        <a:pt x="2972610" y="328003"/>
                      </a:cubicBezTo>
                      <a:cubicBezTo>
                        <a:pt x="2957173" y="341049"/>
                        <a:pt x="2944812" y="357348"/>
                        <a:pt x="2936415" y="375733"/>
                      </a:cubicBezTo>
                      <a:cubicBezTo>
                        <a:pt x="2927712" y="395028"/>
                        <a:pt x="2923336" y="415994"/>
                        <a:pt x="2923595" y="437159"/>
                      </a:cubicBezTo>
                      <a:cubicBezTo>
                        <a:pt x="2923594" y="519665"/>
                        <a:pt x="2975734" y="567385"/>
                        <a:pt x="3080014" y="580320"/>
                      </a:cubicBezTo>
                      <a:lnTo>
                        <a:pt x="3130382" y="586511"/>
                      </a:lnTo>
                      <a:cubicBezTo>
                        <a:pt x="3161611" y="590658"/>
                        <a:pt x="3177226" y="603618"/>
                        <a:pt x="3177226" y="625392"/>
                      </a:cubicBezTo>
                      <a:cubicBezTo>
                        <a:pt x="3177689" y="637934"/>
                        <a:pt x="3172096" y="649933"/>
                        <a:pt x="3162195" y="657644"/>
                      </a:cubicBezTo>
                      <a:cubicBezTo>
                        <a:pt x="3152194" y="665594"/>
                        <a:pt x="3134233" y="669569"/>
                        <a:pt x="3108312" y="669569"/>
                      </a:cubicBezTo>
                      <a:cubicBezTo>
                        <a:pt x="3084665" y="669968"/>
                        <a:pt x="3061286" y="664503"/>
                        <a:pt x="3040266" y="653663"/>
                      </a:cubicBezTo>
                      <a:cubicBezTo>
                        <a:pt x="3019601" y="642560"/>
                        <a:pt x="3001055" y="627902"/>
                        <a:pt x="2985478" y="610362"/>
                      </a:cubicBezTo>
                      <a:lnTo>
                        <a:pt x="2908583" y="688124"/>
                      </a:lnTo>
                      <a:cubicBezTo>
                        <a:pt x="2931653" y="713831"/>
                        <a:pt x="2959588" y="734712"/>
                        <a:pt x="2990774" y="749560"/>
                      </a:cubicBezTo>
                      <a:cubicBezTo>
                        <a:pt x="3026445" y="765011"/>
                        <a:pt x="3065086" y="772400"/>
                        <a:pt x="3103941" y="771201"/>
                      </a:cubicBezTo>
                      <a:moveTo>
                        <a:pt x="854593" y="284407"/>
                      </a:moveTo>
                      <a:lnTo>
                        <a:pt x="452371" y="284407"/>
                      </a:lnTo>
                      <a:lnTo>
                        <a:pt x="452371" y="284407"/>
                      </a:lnTo>
                      <a:lnTo>
                        <a:pt x="360931" y="284407"/>
                      </a:lnTo>
                      <a:lnTo>
                        <a:pt x="360931" y="192967"/>
                      </a:lnTo>
                      <a:lnTo>
                        <a:pt x="167964" y="0"/>
                      </a:lnTo>
                      <a:lnTo>
                        <a:pt x="79229" y="88725"/>
                      </a:lnTo>
                      <a:lnTo>
                        <a:pt x="274920" y="284407"/>
                      </a:lnTo>
                      <a:lnTo>
                        <a:pt x="0" y="284407"/>
                      </a:lnTo>
                      <a:lnTo>
                        <a:pt x="0" y="409899"/>
                      </a:lnTo>
                      <a:lnTo>
                        <a:pt x="274920" y="409899"/>
                      </a:lnTo>
                      <a:lnTo>
                        <a:pt x="79229" y="605571"/>
                      </a:lnTo>
                      <a:lnTo>
                        <a:pt x="167964" y="694287"/>
                      </a:lnTo>
                      <a:lnTo>
                        <a:pt x="363636" y="498615"/>
                      </a:lnTo>
                      <a:lnTo>
                        <a:pt x="363636" y="775354"/>
                      </a:lnTo>
                      <a:lnTo>
                        <a:pt x="489128" y="775354"/>
                      </a:lnTo>
                      <a:lnTo>
                        <a:pt x="489128" y="498615"/>
                      </a:lnTo>
                      <a:lnTo>
                        <a:pt x="684848" y="694287"/>
                      </a:lnTo>
                      <a:lnTo>
                        <a:pt x="773573" y="605571"/>
                      </a:lnTo>
                      <a:lnTo>
                        <a:pt x="577863" y="409899"/>
                      </a:lnTo>
                      <a:lnTo>
                        <a:pt x="854593" y="409899"/>
                      </a:lnTo>
                      <a:close/>
                    </a:path>
                  </a:pathLst>
                </a:custGeom>
                <a:solidFill>
                  <a:sysClr val="window" lastClr="FFFF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554467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 typeface="Arial"/>
                    <a:buNone/>
                    <a:tabLst/>
                    <a:defRPr/>
                  </a:pPr>
                  <a:endParaRPr kumimoji="0" lang="pt-BR" sz="1092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Versos Light"/>
                    <a:ea typeface="+mn-ea"/>
                    <a:cs typeface="Arial"/>
                    <a:sym typeface="Arial"/>
                  </a:endParaRPr>
                </a:p>
              </p:txBody>
            </p:sp>
            <p:sp>
              <p:nvSpPr>
                <p:cNvPr id="25" name="Freeform: Shape 23">
                  <a:extLst>
                    <a:ext uri="{FF2B5EF4-FFF2-40B4-BE49-F238E27FC236}">
                      <a16:creationId xmlns:a16="http://schemas.microsoft.com/office/drawing/2014/main" id="{60C88768-31F9-031C-4CC7-21BF43A7B185}"/>
                    </a:ext>
                  </a:extLst>
                </p:cNvPr>
                <p:cNvSpPr/>
                <p:nvPr/>
              </p:nvSpPr>
              <p:spPr>
                <a:xfrm>
                  <a:off x="977249" y="4313143"/>
                  <a:ext cx="67928" cy="59469"/>
                </a:xfrm>
                <a:custGeom>
                  <a:avLst/>
                  <a:gdLst>
                    <a:gd name="connsiteX0" fmla="*/ 412594 w 416404"/>
                    <a:gd name="connsiteY0" fmla="*/ 168678 h 364550"/>
                    <a:gd name="connsiteX1" fmla="*/ 327708 w 416404"/>
                    <a:gd name="connsiteY1" fmla="*/ 83734 h 364550"/>
                    <a:gd name="connsiteX2" fmla="*/ 323898 w 416404"/>
                    <a:gd name="connsiteY2" fmla="*/ 79924 h 364550"/>
                    <a:gd name="connsiteX3" fmla="*/ 320088 w 416404"/>
                    <a:gd name="connsiteY3" fmla="*/ 83734 h 364550"/>
                    <a:gd name="connsiteX4" fmla="*/ 130873 w 416404"/>
                    <a:gd name="connsiteY4" fmla="*/ 272929 h 364550"/>
                    <a:gd name="connsiteX5" fmla="*/ 130873 w 416404"/>
                    <a:gd name="connsiteY5" fmla="*/ 0 h 364550"/>
                    <a:gd name="connsiteX6" fmla="*/ 0 w 416404"/>
                    <a:gd name="connsiteY6" fmla="*/ 0 h 364550"/>
                    <a:gd name="connsiteX7" fmla="*/ 0 w 416404"/>
                    <a:gd name="connsiteY7" fmla="*/ 364550 h 364550"/>
                    <a:gd name="connsiteX8" fmla="*/ 224342 w 416404"/>
                    <a:gd name="connsiteY8" fmla="*/ 364550 h 364550"/>
                    <a:gd name="connsiteX9" fmla="*/ 412594 w 416404"/>
                    <a:gd name="connsiteY9" fmla="*/ 176298 h 364550"/>
                    <a:gd name="connsiteX10" fmla="*/ 416404 w 416404"/>
                    <a:gd name="connsiteY10" fmla="*/ 172488 h 3645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16404" h="364550">
                      <a:moveTo>
                        <a:pt x="412594" y="168678"/>
                      </a:moveTo>
                      <a:lnTo>
                        <a:pt x="327708" y="83734"/>
                      </a:lnTo>
                      <a:lnTo>
                        <a:pt x="323898" y="79924"/>
                      </a:lnTo>
                      <a:lnTo>
                        <a:pt x="320088" y="83734"/>
                      </a:lnTo>
                      <a:lnTo>
                        <a:pt x="130873" y="272929"/>
                      </a:lnTo>
                      <a:lnTo>
                        <a:pt x="130873" y="0"/>
                      </a:lnTo>
                      <a:lnTo>
                        <a:pt x="0" y="0"/>
                      </a:lnTo>
                      <a:lnTo>
                        <a:pt x="0" y="364550"/>
                      </a:lnTo>
                      <a:lnTo>
                        <a:pt x="224342" y="364550"/>
                      </a:lnTo>
                      <a:lnTo>
                        <a:pt x="412594" y="176298"/>
                      </a:lnTo>
                      <a:lnTo>
                        <a:pt x="416404" y="172488"/>
                      </a:lnTo>
                      <a:close/>
                    </a:path>
                  </a:pathLst>
                </a:custGeom>
                <a:solidFill>
                  <a:sysClr val="window" lastClr="FFFF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554467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 typeface="Arial"/>
                    <a:buNone/>
                    <a:tabLst/>
                    <a:defRPr/>
                  </a:pPr>
                  <a:endParaRPr kumimoji="0" lang="pt-BR" sz="1092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Versos Light"/>
                    <a:ea typeface="+mn-ea"/>
                    <a:cs typeface="Arial"/>
                    <a:sym typeface="Arial"/>
                  </a:endParaRPr>
                </a:p>
              </p:txBody>
            </p:sp>
          </p:grpSp>
          <p:pic>
            <p:nvPicPr>
              <p:cNvPr id="18" name="logo-itaú">
                <a:extLst>
                  <a:ext uri="{FF2B5EF4-FFF2-40B4-BE49-F238E27FC236}">
                    <a16:creationId xmlns:a16="http://schemas.microsoft.com/office/drawing/2014/main" id="{E6ED488E-EF7F-21B9-D7EA-1F638FD21DC2}"/>
                  </a:ext>
                </a:extLst>
              </p:cNvPr>
              <p:cNvPicPr/>
              <p:nvPr/>
            </p:nvPicPr>
            <p:blipFill>
              <a:blip r:embed="rId45">
                <a:extLst>
                  <a:ext uri="{BEBA8EAE-BF5A-486C-A8C5-ECC9F3942E4B}">
                    <a14:imgProps xmlns:a14="http://schemas.microsoft.com/office/drawing/2010/main">
                      <a14:imgLayer r:embed="rId46">
                        <a14:imgEffect>
                          <a14:brightnessContrast bright="10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470410" y="4263883"/>
                <a:ext cx="205727" cy="205727"/>
              </a:xfrm>
              <a:prstGeom prst="rect">
                <a:avLst/>
              </a:prstGeom>
            </p:spPr>
          </p:pic>
        </p:grpSp>
      </p:grpSp>
      <p:grpSp>
        <p:nvGrpSpPr>
          <p:cNvPr id="462" name="Group 461">
            <a:extLst>
              <a:ext uri="{FF2B5EF4-FFF2-40B4-BE49-F238E27FC236}">
                <a16:creationId xmlns:a16="http://schemas.microsoft.com/office/drawing/2014/main" id="{6108C1F5-2E2B-C41F-F6DC-97E2149B5DDC}"/>
              </a:ext>
            </a:extLst>
          </p:cNvPr>
          <p:cNvGrpSpPr/>
          <p:nvPr/>
        </p:nvGrpSpPr>
        <p:grpSpPr>
          <a:xfrm>
            <a:off x="4238794" y="4781617"/>
            <a:ext cx="3701568" cy="1667085"/>
            <a:chOff x="8155470" y="4781617"/>
            <a:chExt cx="3701568" cy="1667085"/>
          </a:xfrm>
        </p:grpSpPr>
        <p:sp>
          <p:nvSpPr>
            <p:cNvPr id="463" name="chris-egan-bio">
              <a:extLst>
                <a:ext uri="{FF2B5EF4-FFF2-40B4-BE49-F238E27FC236}">
                  <a16:creationId xmlns:a16="http://schemas.microsoft.com/office/drawing/2014/main" id="{8A394BB0-A5E7-7B3C-CE05-16F691260699}"/>
                </a:ext>
              </a:extLst>
            </p:cNvPr>
            <p:cNvSpPr txBox="1"/>
            <p:nvPr/>
          </p:nvSpPr>
          <p:spPr>
            <a:xfrm>
              <a:off x="10024804" y="4995706"/>
              <a:ext cx="1699231" cy="1036181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0" marR="0" lvl="0" indent="0" algn="l" defTabSz="554440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200"/>
                </a:spcAft>
                <a:buClrTx/>
                <a:buSzTx/>
                <a:buFont typeface="Arial"/>
                <a:buNone/>
                <a:tabLst/>
                <a:defRPr/>
              </a:pPr>
              <a: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Light"/>
                  <a:ea typeface="+mn-ea"/>
                  <a:cs typeface="Arial"/>
                  <a:sym typeface="Arial"/>
                </a:rPr>
                <a:t>+18 anos de experiência na </a:t>
              </a:r>
              <a:b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Light"/>
                  <a:ea typeface="+mn-ea"/>
                  <a:cs typeface="Arial"/>
                  <a:sym typeface="Arial"/>
                </a:rPr>
              </a:br>
              <a: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Light"/>
                  <a:ea typeface="+mn-ea"/>
                  <a:cs typeface="Arial"/>
                  <a:sym typeface="Arial"/>
                </a:rPr>
                <a:t>área de Riscos e Compliance, </a:t>
              </a:r>
              <a:b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Light"/>
                  <a:ea typeface="+mn-ea"/>
                  <a:cs typeface="Arial"/>
                  <a:sym typeface="Arial"/>
                </a:rPr>
              </a:br>
              <a: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Light"/>
                  <a:ea typeface="+mn-ea"/>
                  <a:cs typeface="Arial"/>
                  <a:sym typeface="Arial"/>
                </a:rPr>
                <a:t>tendo atuado como Gerente de Riscos e Controles Internos na Canvas Capital.  </a:t>
              </a:r>
            </a:p>
            <a:p>
              <a:pPr marL="0" marR="0" lvl="0" indent="0" algn="l" defTabSz="554440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200"/>
                </a:spcAft>
                <a:buClrTx/>
                <a:buSzTx/>
                <a:buFont typeface="Arial"/>
                <a:buNone/>
                <a:tabLst/>
                <a:defRPr/>
              </a:pPr>
              <a: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Light"/>
                  <a:ea typeface="+mn-ea"/>
                  <a:cs typeface="Arial"/>
                  <a:sym typeface="Arial"/>
                </a:rPr>
                <a:t>Anteriormente, trabalhou como especialista em riscos no Itaú Unibanco e na  FRAM Capital.</a:t>
              </a:r>
            </a:p>
          </p:txBody>
        </p:sp>
        <p:sp>
          <p:nvSpPr>
            <p:cNvPr id="464" name="object 17">
              <a:extLst>
                <a:ext uri="{FF2B5EF4-FFF2-40B4-BE49-F238E27FC236}">
                  <a16:creationId xmlns:a16="http://schemas.microsoft.com/office/drawing/2014/main" id="{52BD3275-F8DC-AAD6-6342-D19FA0AA5D9F}"/>
                </a:ext>
              </a:extLst>
            </p:cNvPr>
            <p:cNvSpPr txBox="1"/>
            <p:nvPr/>
          </p:nvSpPr>
          <p:spPr>
            <a:xfrm>
              <a:off x="8155470" y="4781617"/>
              <a:ext cx="3701568" cy="1667085"/>
            </a:xfrm>
            <a:prstGeom prst="rect">
              <a:avLst/>
            </a:prstGeom>
            <a:ln w="10470">
              <a:solidFill>
                <a:schemeClr val="tx1">
                  <a:lumMod val="85000"/>
                  <a:lumOff val="15000"/>
                </a:schemeClr>
              </a:solidFill>
            </a:ln>
          </p:spPr>
          <p:txBody>
            <a:bodyPr vert="horz" wrap="square" lIns="0" tIns="82404" rIns="0" bIns="0" rtlCol="0">
              <a:noAutofit/>
            </a:bodyPr>
            <a:lstStyle/>
            <a:p>
              <a:pPr marL="102042" marR="0" lvl="0" indent="0" algn="l" defTabSz="554492" rtl="0" eaLnBrk="1" fontAlgn="auto" latinLnBrk="0" hangingPunct="1">
                <a:lnSpc>
                  <a:spcPct val="100000"/>
                </a:lnSpc>
                <a:spcBef>
                  <a:spcPts val="649"/>
                </a:spcBef>
                <a:spcAft>
                  <a:spcPts val="0"/>
                </a:spcAft>
                <a:buClrTx/>
                <a:buSzTx/>
                <a:buFont typeface="Arial"/>
                <a:buNone/>
                <a:tabLst/>
                <a:defRPr/>
              </a:pPr>
              <a:endParaRPr kumimoji="0" sz="1334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/>
                <a:ea typeface="+mn-ea"/>
                <a:cs typeface="Versos Light"/>
                <a:sym typeface="Arial"/>
              </a:endParaRPr>
            </a:p>
          </p:txBody>
        </p:sp>
        <p:sp>
          <p:nvSpPr>
            <p:cNvPr id="465" name="object 13">
              <a:extLst>
                <a:ext uri="{FF2B5EF4-FFF2-40B4-BE49-F238E27FC236}">
                  <a16:creationId xmlns:a16="http://schemas.microsoft.com/office/drawing/2014/main" id="{2A93C8DF-AB75-6A2D-D6D3-2AC013231726}"/>
                </a:ext>
              </a:extLst>
            </p:cNvPr>
            <p:cNvSpPr txBox="1"/>
            <p:nvPr/>
          </p:nvSpPr>
          <p:spPr>
            <a:xfrm>
              <a:off x="9001058" y="4996278"/>
              <a:ext cx="1107252" cy="353943"/>
            </a:xfrm>
            <a:prstGeom prst="rect">
              <a:avLst/>
            </a:prstGeom>
          </p:spPr>
          <p:txBody>
            <a:bodyPr vert="horz" wrap="square" lIns="0" tIns="0" rIns="0" bIns="0" rtlCol="0" anchor="ctr" anchorCtr="0">
              <a:spAutoFit/>
            </a:bodyPr>
            <a:lstStyle/>
            <a:p>
              <a:pPr marL="0" marR="0" lvl="0" indent="0" algn="l" defTabSz="55444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/>
                <a:buNone/>
                <a:tabLst/>
                <a:defRPr/>
              </a:pPr>
              <a:r>
                <a:rPr kumimoji="0" lang="en-US" sz="115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" panose="020B0503020204030204" pitchFamily="34" charset="0"/>
                  <a:ea typeface="+mn-ea"/>
                  <a:cs typeface="Versos"/>
                  <a:sym typeface="Arial"/>
                </a:rPr>
                <a:t>Alice </a:t>
              </a:r>
              <a:br>
                <a:rPr kumimoji="0" lang="en-US" sz="115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" panose="020B0503020204030204" pitchFamily="34" charset="0"/>
                  <a:ea typeface="+mn-ea"/>
                  <a:cs typeface="Versos"/>
                  <a:sym typeface="Arial"/>
                </a:rPr>
              </a:br>
              <a:r>
                <a:rPr kumimoji="0" lang="en-US" sz="115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" panose="020B0503020204030204" pitchFamily="34" charset="0"/>
                  <a:ea typeface="+mn-ea"/>
                  <a:cs typeface="Versos"/>
                  <a:sym typeface="Arial"/>
                </a:rPr>
                <a:t>Singer</a:t>
              </a:r>
            </a:p>
          </p:txBody>
        </p:sp>
        <p:sp>
          <p:nvSpPr>
            <p:cNvPr id="466" name="object 31">
              <a:extLst>
                <a:ext uri="{FF2B5EF4-FFF2-40B4-BE49-F238E27FC236}">
                  <a16:creationId xmlns:a16="http://schemas.microsoft.com/office/drawing/2014/main" id="{F8F681C1-DCB9-7F80-1269-B8BEC15E094C}"/>
                </a:ext>
              </a:extLst>
            </p:cNvPr>
            <p:cNvSpPr/>
            <p:nvPr/>
          </p:nvSpPr>
          <p:spPr>
            <a:xfrm flipV="1">
              <a:off x="9001058" y="5336765"/>
              <a:ext cx="909759" cy="215789"/>
            </a:xfrm>
            <a:custGeom>
              <a:avLst/>
              <a:gdLst/>
              <a:ahLst/>
              <a:cxnLst/>
              <a:rect l="l" t="t" r="r" b="b"/>
              <a:pathLst>
                <a:path w="3848735">
                  <a:moveTo>
                    <a:pt x="0" y="0"/>
                  </a:moveTo>
                  <a:lnTo>
                    <a:pt x="3848699" y="0"/>
                  </a:lnTo>
                </a:path>
              </a:pathLst>
            </a:custGeom>
            <a:ln w="10470">
              <a:solidFill>
                <a:schemeClr val="bg1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55449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/>
                <a:buNone/>
                <a:tabLst/>
                <a:defRPr/>
              </a:pPr>
              <a:endParaRPr kumimoji="0" sz="1092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467" name="chris-egan-titulo">
              <a:extLst>
                <a:ext uri="{FF2B5EF4-FFF2-40B4-BE49-F238E27FC236}">
                  <a16:creationId xmlns:a16="http://schemas.microsoft.com/office/drawing/2014/main" id="{E47B7EA9-E9DC-9C90-0547-7A63528249DE}"/>
                </a:ext>
              </a:extLst>
            </p:cNvPr>
            <p:cNvSpPr txBox="1"/>
            <p:nvPr/>
          </p:nvSpPr>
          <p:spPr>
            <a:xfrm>
              <a:off x="9001058" y="5607219"/>
              <a:ext cx="912399" cy="276999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0" marR="0" lvl="0" indent="0" algn="l" defTabSz="55444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/>
                <a:buNone/>
                <a:tabLst/>
                <a:defRPr/>
              </a:pPr>
              <a:r>
                <a:rPr kumimoji="0" lang="pt-BR" sz="600" b="0" i="0" u="none" strike="noStrike" kern="0" cap="none" spc="33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"/>
                  <a:ea typeface="+mn-ea"/>
                  <a:cs typeface="Arial"/>
                  <a:sym typeface="Arial"/>
                </a:rPr>
                <a:t>RISCOS, </a:t>
              </a:r>
              <a:br>
                <a:rPr kumimoji="0" lang="pt-BR" sz="600" b="0" i="0" u="none" strike="noStrike" kern="0" cap="none" spc="33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"/>
                  <a:ea typeface="+mn-ea"/>
                  <a:cs typeface="Arial"/>
                  <a:sym typeface="Arial"/>
                </a:rPr>
              </a:br>
              <a:r>
                <a:rPr kumimoji="0" lang="pt-BR" sz="600" b="0" i="0" u="none" strike="noStrike" kern="0" cap="none" spc="33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"/>
                  <a:ea typeface="+mn-ea"/>
                  <a:cs typeface="Arial"/>
                  <a:sym typeface="Arial"/>
                </a:rPr>
                <a:t>COMPLIANCE, </a:t>
              </a:r>
              <a:br>
                <a:rPr kumimoji="0" lang="pt-BR" sz="600" b="0" i="0" u="none" strike="noStrike" kern="0" cap="none" spc="33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"/>
                  <a:ea typeface="+mn-ea"/>
                  <a:cs typeface="Arial"/>
                  <a:sym typeface="Arial"/>
                </a:rPr>
              </a:br>
              <a:r>
                <a:rPr kumimoji="0" lang="pt-BR" sz="600" b="0" i="0" u="none" strike="noStrike" kern="0" cap="none" spc="33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"/>
                  <a:ea typeface="+mn-ea"/>
                  <a:cs typeface="Arial"/>
                  <a:sym typeface="Arial"/>
                </a:rPr>
                <a:t>PLD &amp; OPERAÇÕES </a:t>
              </a:r>
              <a:endParaRPr kumimoji="0" lang="en-US" sz="600" b="0" i="0" u="none" strike="noStrike" kern="0" cap="none" spc="33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"/>
                <a:ea typeface="+mn-ea"/>
                <a:cs typeface="Arial"/>
                <a:sym typeface="Arial"/>
              </a:endParaRPr>
            </a:p>
          </p:txBody>
        </p:sp>
        <p:sp>
          <p:nvSpPr>
            <p:cNvPr id="468" name="rodrigo-freire-experiencia">
              <a:extLst>
                <a:ext uri="{FF2B5EF4-FFF2-40B4-BE49-F238E27FC236}">
                  <a16:creationId xmlns:a16="http://schemas.microsoft.com/office/drawing/2014/main" id="{4A559D1F-6A5F-0157-0C1E-FB04B62E28C0}"/>
                </a:ext>
              </a:extLst>
            </p:cNvPr>
            <p:cNvSpPr txBox="1"/>
            <p:nvPr/>
          </p:nvSpPr>
          <p:spPr>
            <a:xfrm>
              <a:off x="8155470" y="5934518"/>
              <a:ext cx="1757987" cy="514184"/>
            </a:xfrm>
            <a:prstGeom prst="round1Rect">
              <a:avLst>
                <a:gd name="adj" fmla="val 0"/>
              </a:avLst>
            </a:prstGeom>
            <a:solidFill>
              <a:schemeClr val="tx1">
                <a:lumMod val="85000"/>
                <a:lumOff val="15000"/>
              </a:schemeClr>
            </a:solidFill>
          </p:spPr>
          <p:txBody>
            <a:bodyPr vert="horz" wrap="square" lIns="144000" tIns="0" rIns="72000" bIns="0" rtlCol="0" anchor="ctr" anchorCtr="0">
              <a:noAutofit/>
            </a:bodyPr>
            <a:lstStyle/>
            <a:p>
              <a:pPr marL="0" marR="2540" lvl="0" indent="0" algn="l" defTabSz="55444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/>
                <a:ea typeface="+mn-ea"/>
                <a:cs typeface="Arial"/>
                <a:sym typeface="Arial"/>
              </a:endParaRPr>
            </a:p>
          </p:txBody>
        </p:sp>
        <p:grpSp>
          <p:nvGrpSpPr>
            <p:cNvPr id="469" name="Group 468">
              <a:extLst>
                <a:ext uri="{FF2B5EF4-FFF2-40B4-BE49-F238E27FC236}">
                  <a16:creationId xmlns:a16="http://schemas.microsoft.com/office/drawing/2014/main" id="{182B4DD0-0A02-F651-B8E9-15E9F6A393D6}"/>
                </a:ext>
              </a:extLst>
            </p:cNvPr>
            <p:cNvGrpSpPr/>
            <p:nvPr/>
          </p:nvGrpSpPr>
          <p:grpSpPr>
            <a:xfrm>
              <a:off x="8225266" y="6051212"/>
              <a:ext cx="1630001" cy="287485"/>
              <a:chOff x="8430213" y="4221333"/>
              <a:chExt cx="1425053" cy="251338"/>
            </a:xfrm>
          </p:grpSpPr>
          <p:grpSp>
            <p:nvGrpSpPr>
              <p:cNvPr id="471" name="Group 470">
                <a:extLst>
                  <a:ext uri="{FF2B5EF4-FFF2-40B4-BE49-F238E27FC236}">
                    <a16:creationId xmlns:a16="http://schemas.microsoft.com/office/drawing/2014/main" id="{A0839326-287C-6B10-666A-8A14B0BC9254}"/>
                  </a:ext>
                </a:extLst>
              </p:cNvPr>
              <p:cNvGrpSpPr/>
              <p:nvPr/>
            </p:nvGrpSpPr>
            <p:grpSpPr>
              <a:xfrm>
                <a:off x="8698070" y="4221333"/>
                <a:ext cx="1157196" cy="251338"/>
                <a:chOff x="8678773" y="4221333"/>
                <a:chExt cx="1498223" cy="325408"/>
              </a:xfrm>
            </p:grpSpPr>
            <p:pic>
              <p:nvPicPr>
                <p:cNvPr id="473" name="logo-quadra" descr="Homepage - Spectra Investments">
                  <a:extLst>
                    <a:ext uri="{FF2B5EF4-FFF2-40B4-BE49-F238E27FC236}">
                      <a16:creationId xmlns:a16="http://schemas.microsoft.com/office/drawing/2014/main" id="{B55C980E-110D-40B9-5FFA-1146E106A903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47" cstate="hqprint">
                  <a:extLst>
                    <a:ext uri="{BEBA8EAE-BF5A-486C-A8C5-ECC9F3942E4B}">
                      <a14:imgProps xmlns:a14="http://schemas.microsoft.com/office/drawing/2010/main">
                        <a14:imgLayer r:embed="rId48">
                          <a14:imgEffect>
                            <a14:brightnessContrast bright="100000"/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9699826" y="4228627"/>
                  <a:ext cx="477170" cy="318114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pic>
              <p:nvPicPr>
                <p:cNvPr id="474" name="logo-fram">
                  <a:extLst>
                    <a:ext uri="{FF2B5EF4-FFF2-40B4-BE49-F238E27FC236}">
                      <a16:creationId xmlns:a16="http://schemas.microsoft.com/office/drawing/2014/main" id="{CB4C4244-0025-A161-F648-FD43A4637A49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49"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tretch/>
              </p:blipFill>
              <p:spPr bwMode="auto">
                <a:xfrm>
                  <a:off x="9181496" y="4285129"/>
                  <a:ext cx="437891" cy="170776"/>
                </a:xfrm>
                <a:prstGeom prst="rect">
                  <a:avLst/>
                </a:prstGeom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pic>
              <p:nvPicPr>
                <p:cNvPr id="475" name="logo-canvas">
                  <a:extLst>
                    <a:ext uri="{FF2B5EF4-FFF2-40B4-BE49-F238E27FC236}">
                      <a16:creationId xmlns:a16="http://schemas.microsoft.com/office/drawing/2014/main" id="{A48EB7C5-933B-7B3B-C818-02EA15BE4FF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0" cstate="hqprint">
                  <a:extLst>
                    <a:ext uri="{BEBA8EAE-BF5A-486C-A8C5-ECC9F3942E4B}">
                      <a14:imgProps xmlns:a14="http://schemas.microsoft.com/office/drawing/2010/main">
                        <a14:imgLayer r:embed="rId51">
                          <a14:imgEffect>
                            <a14:brightnessContrast bright="100000"/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rcRect/>
                <a:stretch/>
              </p:blipFill>
              <p:spPr>
                <a:xfrm>
                  <a:off x="8678773" y="4221333"/>
                  <a:ext cx="422284" cy="298369"/>
                </a:xfrm>
                <a:prstGeom prst="rect">
                  <a:avLst/>
                </a:prstGeom>
              </p:spPr>
            </p:pic>
          </p:grpSp>
          <p:pic>
            <p:nvPicPr>
              <p:cNvPr id="472" name="logo-itaú">
                <a:extLst>
                  <a:ext uri="{FF2B5EF4-FFF2-40B4-BE49-F238E27FC236}">
                    <a16:creationId xmlns:a16="http://schemas.microsoft.com/office/drawing/2014/main" id="{D14683C5-623D-7682-034C-276B5158BB0A}"/>
                  </a:ext>
                </a:extLst>
              </p:cNvPr>
              <p:cNvPicPr/>
              <p:nvPr/>
            </p:nvPicPr>
            <p:blipFill>
              <a:blip r:embed="rId45">
                <a:extLst>
                  <a:ext uri="{BEBA8EAE-BF5A-486C-A8C5-ECC9F3942E4B}">
                    <a14:imgProps xmlns:a14="http://schemas.microsoft.com/office/drawing/2010/main">
                      <a14:imgLayer r:embed="rId46">
                        <a14:imgEffect>
                          <a14:brightnessContrast bright="10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8430213" y="4226967"/>
                <a:ext cx="205727" cy="205727"/>
              </a:xfrm>
              <a:prstGeom prst="rect">
                <a:avLst/>
              </a:prstGeom>
            </p:spPr>
          </p:pic>
        </p:grpSp>
        <p:pic>
          <p:nvPicPr>
            <p:cNvPr id="470" name="alice-singer-foto">
              <a:extLst>
                <a:ext uri="{FF2B5EF4-FFF2-40B4-BE49-F238E27FC236}">
                  <a16:creationId xmlns:a16="http://schemas.microsoft.com/office/drawing/2014/main" id="{F83CC7E8-A7BA-6A2C-DCF5-069B17AAA207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52"/>
            <a:srcRect l="15144" r="15144"/>
            <a:stretch/>
          </p:blipFill>
          <p:spPr>
            <a:xfrm>
              <a:off x="8159674" y="4784347"/>
              <a:ext cx="775554" cy="77555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183758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41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1EF4E87-704D-A741-55B1-86207BD198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object 14">
            <a:extLst>
              <a:ext uri="{FF2B5EF4-FFF2-40B4-BE49-F238E27FC236}">
                <a16:creationId xmlns:a16="http://schemas.microsoft.com/office/drawing/2014/main" id="{DE0C705B-62F6-CC94-C5B9-E47606F4CA53}"/>
              </a:ext>
            </a:extLst>
          </p:cNvPr>
          <p:cNvSpPr/>
          <p:nvPr/>
        </p:nvSpPr>
        <p:spPr>
          <a:xfrm>
            <a:off x="7681208" y="1007534"/>
            <a:ext cx="1975766" cy="2519863"/>
          </a:xfrm>
          <a:prstGeom prst="roundRect">
            <a:avLst>
              <a:gd name="adj" fmla="val 6437"/>
            </a:avLst>
          </a:prstGeom>
          <a:gradFill>
            <a:gsLst>
              <a:gs pos="100000">
                <a:schemeClr val="bg1">
                  <a:alpha val="18000"/>
                </a:schemeClr>
              </a:gs>
              <a:gs pos="0">
                <a:schemeClr val="bg2">
                  <a:lumMod val="75000"/>
                  <a:alpha val="10000"/>
                </a:schemeClr>
              </a:gs>
            </a:gsLst>
            <a:lin ang="8400000" scaled="0"/>
          </a:gradFill>
          <a:ln w="12700">
            <a:solidFill>
              <a:schemeClr val="bg2">
                <a:lumMod val="50000"/>
              </a:schemeClr>
            </a:solidFill>
          </a:ln>
        </p:spPr>
        <p:txBody>
          <a:bodyPr wrap="square" lIns="108000" tIns="180000" rIns="0" bIns="0" rtlCol="0"/>
          <a:lstStyle/>
          <a:p>
            <a:pPr marL="12707" marR="3081" lvl="0" indent="-5391" algn="l" defTabSz="914400" rtl="0" eaLnBrk="1" fontAlgn="auto" latinLnBrk="0" hangingPunct="1">
              <a:lnSpc>
                <a:spcPts val="1783"/>
              </a:lnSpc>
              <a:spcBef>
                <a:spcPts val="24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pt-BR" sz="1607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"/>
                <a:cs typeface="Arial"/>
                <a:sym typeface="Arial"/>
              </a:rPr>
              <a:t>Ativos</a:t>
            </a:r>
          </a:p>
          <a:p>
            <a:pPr marL="12707" marR="3081" lvl="0" indent="-5391" algn="l" defTabSz="914400" rtl="0" eaLnBrk="1" fontAlgn="auto" latinLnBrk="0" hangingPunct="1">
              <a:lnSpc>
                <a:spcPts val="1783"/>
              </a:lnSpc>
              <a:spcBef>
                <a:spcPts val="24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pt-BR" sz="1607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"/>
                <a:cs typeface="Arial"/>
                <a:sym typeface="Arial"/>
              </a:rPr>
              <a:t>sob gestão</a:t>
            </a:r>
          </a:p>
        </p:txBody>
      </p:sp>
      <p:sp>
        <p:nvSpPr>
          <p:cNvPr id="45" name="object 14">
            <a:extLst>
              <a:ext uri="{FF2B5EF4-FFF2-40B4-BE49-F238E27FC236}">
                <a16:creationId xmlns:a16="http://schemas.microsoft.com/office/drawing/2014/main" id="{431E1DBA-8B41-CACE-B4F9-AE64B6916304}"/>
              </a:ext>
            </a:extLst>
          </p:cNvPr>
          <p:cNvSpPr/>
          <p:nvPr/>
        </p:nvSpPr>
        <p:spPr>
          <a:xfrm>
            <a:off x="9881271" y="1007534"/>
            <a:ext cx="1975766" cy="2519863"/>
          </a:xfrm>
          <a:prstGeom prst="roundRect">
            <a:avLst>
              <a:gd name="adj" fmla="val 5949"/>
            </a:avLst>
          </a:prstGeom>
          <a:gradFill>
            <a:gsLst>
              <a:gs pos="100000">
                <a:schemeClr val="bg1">
                  <a:alpha val="18000"/>
                </a:schemeClr>
              </a:gs>
              <a:gs pos="0">
                <a:schemeClr val="bg2">
                  <a:lumMod val="75000"/>
                  <a:alpha val="10000"/>
                </a:schemeClr>
              </a:gs>
            </a:gsLst>
            <a:lin ang="8400000" scaled="0"/>
          </a:gradFill>
          <a:ln w="12700">
            <a:solidFill>
              <a:schemeClr val="bg2">
                <a:lumMod val="50000"/>
              </a:schemeClr>
            </a:solidFill>
          </a:ln>
        </p:spPr>
        <p:txBody>
          <a:bodyPr wrap="square" lIns="108000" tIns="108000" rIns="0" bIns="0" rtlCol="0" anchor="t"/>
          <a:lstStyle/>
          <a:p>
            <a:pPr marL="12700" marR="2540" lvl="0" indent="-5080" algn="l" defTabSz="914400" rtl="0" eaLnBrk="1" fontAlgn="auto" latinLnBrk="0" hangingPunct="1">
              <a:lnSpc>
                <a:spcPts val="1782"/>
              </a:lnSpc>
              <a:spcBef>
                <a:spcPts val="24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pt-BR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"/>
                <a:cs typeface="Arial"/>
                <a:sym typeface="Arial"/>
              </a:rPr>
              <a:t>Emissores </a:t>
            </a:r>
            <a:br>
              <a:rPr kumimoji="0" lang="pt-BR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"/>
                <a:cs typeface="Arial"/>
                <a:sym typeface="Arial"/>
              </a:rPr>
            </a:br>
            <a:r>
              <a:rPr kumimoji="0" lang="pt-BR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"/>
                <a:cs typeface="Arial"/>
                <a:sym typeface="Arial"/>
              </a:rPr>
              <a:t>em carteira</a:t>
            </a:r>
            <a:endParaRPr kumimoji="0" lang="pt-BR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48" name="object 14">
            <a:extLst>
              <a:ext uri="{FF2B5EF4-FFF2-40B4-BE49-F238E27FC236}">
                <a16:creationId xmlns:a16="http://schemas.microsoft.com/office/drawing/2014/main" id="{8E4A544B-223B-D056-6272-C4ADE192088D}"/>
              </a:ext>
            </a:extLst>
          </p:cNvPr>
          <p:cNvSpPr/>
          <p:nvPr/>
        </p:nvSpPr>
        <p:spPr>
          <a:xfrm>
            <a:off x="7681208" y="3788862"/>
            <a:ext cx="1975766" cy="2519863"/>
          </a:xfrm>
          <a:prstGeom prst="roundRect">
            <a:avLst>
              <a:gd name="adj" fmla="val 5462"/>
            </a:avLst>
          </a:prstGeom>
          <a:gradFill>
            <a:gsLst>
              <a:gs pos="100000">
                <a:schemeClr val="bg1">
                  <a:alpha val="18000"/>
                </a:schemeClr>
              </a:gs>
              <a:gs pos="0">
                <a:schemeClr val="bg2">
                  <a:lumMod val="75000"/>
                  <a:alpha val="10000"/>
                </a:schemeClr>
              </a:gs>
            </a:gsLst>
            <a:lin ang="8400000" scaled="0"/>
          </a:gradFill>
          <a:ln w="12700">
            <a:solidFill>
              <a:schemeClr val="bg2">
                <a:lumMod val="50000"/>
              </a:schemeClr>
            </a:solidFill>
          </a:ln>
        </p:spPr>
        <p:txBody>
          <a:bodyPr wrap="square" lIns="108000" tIns="108000" rIns="0" bIns="0" rtlCol="0"/>
          <a:lstStyle/>
          <a:p>
            <a:pPr marL="12707" marR="3081" lvl="0" indent="-5391" algn="l" defTabSz="914400" rtl="0" eaLnBrk="1" fontAlgn="auto" latinLnBrk="0" hangingPunct="1">
              <a:lnSpc>
                <a:spcPts val="1783"/>
              </a:lnSpc>
              <a:spcBef>
                <a:spcPts val="24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pt-BR" sz="1607" b="0" i="0" u="none" strike="noStrike" kern="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"/>
                <a:cs typeface="Arial"/>
                <a:sym typeface="Arial"/>
              </a:rPr>
              <a:t>AuM</a:t>
            </a:r>
            <a:r>
              <a:rPr kumimoji="0" lang="pt-BR" sz="1607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"/>
                <a:cs typeface="Arial"/>
                <a:sym typeface="Arial"/>
              </a:rPr>
              <a:t> captado </a:t>
            </a:r>
            <a:br>
              <a:rPr kumimoji="0" lang="pt-BR" sz="1607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"/>
                <a:cs typeface="Arial"/>
                <a:sym typeface="Arial"/>
              </a:rPr>
            </a:br>
            <a:r>
              <a:rPr kumimoji="0" lang="pt-BR" sz="1607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"/>
                <a:cs typeface="Arial"/>
                <a:sym typeface="Arial"/>
              </a:rPr>
              <a:t>nos últimos </a:t>
            </a:r>
            <a:br>
              <a:rPr kumimoji="0" lang="pt-BR" sz="1607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"/>
                <a:cs typeface="Arial"/>
                <a:sym typeface="Arial"/>
              </a:rPr>
            </a:br>
            <a:r>
              <a:rPr kumimoji="0" lang="pt-BR" sz="1607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"/>
                <a:cs typeface="Arial"/>
                <a:sym typeface="Arial"/>
              </a:rPr>
              <a:t>12 meses</a:t>
            </a:r>
          </a:p>
        </p:txBody>
      </p:sp>
      <p:sp>
        <p:nvSpPr>
          <p:cNvPr id="57" name="object 14">
            <a:extLst>
              <a:ext uri="{FF2B5EF4-FFF2-40B4-BE49-F238E27FC236}">
                <a16:creationId xmlns:a16="http://schemas.microsoft.com/office/drawing/2014/main" id="{DA13EBEC-7DB4-908D-73CC-DF338397B7E2}"/>
              </a:ext>
            </a:extLst>
          </p:cNvPr>
          <p:cNvSpPr/>
          <p:nvPr/>
        </p:nvSpPr>
        <p:spPr>
          <a:xfrm>
            <a:off x="9881271" y="3788862"/>
            <a:ext cx="1975766" cy="2519863"/>
          </a:xfrm>
          <a:prstGeom prst="roundRect">
            <a:avLst>
              <a:gd name="adj" fmla="val 4975"/>
            </a:avLst>
          </a:prstGeom>
          <a:gradFill>
            <a:gsLst>
              <a:gs pos="100000">
                <a:schemeClr val="bg1">
                  <a:alpha val="18000"/>
                </a:schemeClr>
              </a:gs>
              <a:gs pos="0">
                <a:schemeClr val="bg2">
                  <a:lumMod val="75000"/>
                  <a:alpha val="10000"/>
                </a:schemeClr>
              </a:gs>
            </a:gsLst>
            <a:lin ang="8400000" scaled="0"/>
          </a:gradFill>
          <a:ln w="12700">
            <a:solidFill>
              <a:schemeClr val="bg2">
                <a:lumMod val="50000"/>
              </a:schemeClr>
            </a:solidFill>
          </a:ln>
        </p:spPr>
        <p:txBody>
          <a:bodyPr wrap="square" lIns="108000" tIns="108000" rIns="0" bIns="0" rtlCol="0"/>
          <a:lstStyle/>
          <a:p>
            <a:pPr marL="12707" marR="3081" lvl="0" indent="-5391" algn="l" defTabSz="914400" rtl="0" eaLnBrk="1" fontAlgn="auto" latinLnBrk="0" hangingPunct="1">
              <a:lnSpc>
                <a:spcPts val="1783"/>
              </a:lnSpc>
              <a:spcBef>
                <a:spcPts val="24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pt-BR" sz="1607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"/>
                <a:cs typeface="Arial"/>
                <a:sym typeface="Arial"/>
              </a:rPr>
              <a:t>Profissionais dedicados </a:t>
            </a:r>
            <a:br>
              <a:rPr kumimoji="0" lang="pt-BR" sz="1607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"/>
                <a:cs typeface="Arial"/>
                <a:sym typeface="Arial"/>
              </a:rPr>
            </a:br>
            <a:r>
              <a:rPr kumimoji="0" lang="pt-BR" sz="1607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"/>
                <a:cs typeface="Arial"/>
                <a:sym typeface="Arial"/>
              </a:rPr>
              <a:t>ao Crédito</a:t>
            </a:r>
          </a:p>
        </p:txBody>
      </p:sp>
      <p:sp>
        <p:nvSpPr>
          <p:cNvPr id="2" name="degrade-destaque">
            <a:extLst>
              <a:ext uri="{FF2B5EF4-FFF2-40B4-BE49-F238E27FC236}">
                <a16:creationId xmlns:a16="http://schemas.microsoft.com/office/drawing/2014/main" id="{3E08C499-07C8-0BFA-D896-FE59D844E272}"/>
              </a:ext>
            </a:extLst>
          </p:cNvPr>
          <p:cNvSpPr/>
          <p:nvPr/>
        </p:nvSpPr>
        <p:spPr>
          <a:xfrm>
            <a:off x="1484406" y="1700379"/>
            <a:ext cx="5360443" cy="500843"/>
          </a:xfrm>
          <a:prstGeom prst="rect">
            <a:avLst/>
          </a:prstGeom>
          <a:gradFill>
            <a:gsLst>
              <a:gs pos="100000">
                <a:schemeClr val="accent4"/>
              </a:gs>
              <a:gs pos="0">
                <a:schemeClr val="bg2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pt-BR" sz="849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  <a:sym typeface="Arial"/>
            </a:endParaRPr>
          </a:p>
        </p:txBody>
      </p:sp>
      <p:sp>
        <p:nvSpPr>
          <p:cNvPr id="29" name="texto">
            <a:extLst>
              <a:ext uri="{FF2B5EF4-FFF2-40B4-BE49-F238E27FC236}">
                <a16:creationId xmlns:a16="http://schemas.microsoft.com/office/drawing/2014/main" id="{81AD745A-D4A9-9787-422A-D788AEC00436}"/>
              </a:ext>
            </a:extLst>
          </p:cNvPr>
          <p:cNvSpPr txBox="1"/>
          <p:nvPr/>
        </p:nvSpPr>
        <p:spPr>
          <a:xfrm>
            <a:off x="1523596" y="3529813"/>
            <a:ext cx="4943074" cy="1385713"/>
          </a:xfrm>
          <a:prstGeom prst="rect">
            <a:avLst/>
          </a:prstGeom>
        </p:spPr>
        <p:txBody>
          <a:bodyPr vert="horz" wrap="square" lIns="0" tIns="7316" rIns="0" bIns="0" rtlCol="0">
            <a:spAutoFit/>
          </a:bodyPr>
          <a:lstStyle/>
          <a:p>
            <a:pPr marL="7701" marR="3081" lvl="0" indent="0" algn="l" defTabSz="914400" rtl="0" eaLnBrk="1" fontAlgn="auto" latinLnBrk="0" hangingPunct="1">
              <a:lnSpc>
                <a:spcPct val="100600"/>
              </a:lnSpc>
              <a:spcBef>
                <a:spcPts val="58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pt-BR" sz="1789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"/>
                <a:cs typeface="Versos"/>
                <a:sym typeface="Arial"/>
              </a:rPr>
              <a:t>Atuamos nas estratégias de soluções de investimentos, alocação para fundações, previdências, fundos exclusivos para clientes alta renda e crédito privado voltado para o investidor pessoa física.</a:t>
            </a:r>
            <a:endParaRPr kumimoji="0" sz="1789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ersos"/>
              <a:cs typeface="Versos"/>
              <a:sym typeface="Arial"/>
            </a:endParaRPr>
          </a:p>
        </p:txBody>
      </p:sp>
      <p:sp>
        <p:nvSpPr>
          <p:cNvPr id="4" name="título">
            <a:extLst>
              <a:ext uri="{FF2B5EF4-FFF2-40B4-BE49-F238E27FC236}">
                <a16:creationId xmlns:a16="http://schemas.microsoft.com/office/drawing/2014/main" id="{F7CECF02-8C44-FD2C-E629-16E29847EAD4}"/>
              </a:ext>
            </a:extLst>
          </p:cNvPr>
          <p:cNvSpPr txBox="1"/>
          <p:nvPr/>
        </p:nvSpPr>
        <p:spPr>
          <a:xfrm>
            <a:off x="1523596" y="1713442"/>
            <a:ext cx="6261780" cy="1393344"/>
          </a:xfrm>
          <a:prstGeom prst="rect">
            <a:avLst/>
          </a:prstGeom>
        </p:spPr>
        <p:txBody>
          <a:bodyPr vert="horz" wrap="square" lIns="0" tIns="7316" rIns="0" bIns="0" rtlCol="0">
            <a:spAutoFit/>
          </a:bodyPr>
          <a:lstStyle/>
          <a:p>
            <a:pPr marL="7701" marR="624189" lvl="0" indent="0" algn="l" defTabSz="914400" rtl="0" eaLnBrk="1" fontAlgn="auto" latinLnBrk="0" hangingPunct="1">
              <a:lnSpc>
                <a:spcPct val="100000"/>
              </a:lnSpc>
              <a:spcBef>
                <a:spcPts val="58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pt-BR" sz="3002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sos"/>
                <a:cs typeface="Versos"/>
                <a:sym typeface="Arial"/>
              </a:rPr>
              <a:t>Credibilidade e performance </a:t>
            </a:r>
            <a:r>
              <a:rPr kumimoji="0" lang="pt-BR" sz="3002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"/>
                <a:cs typeface="Versos"/>
                <a:sym typeface="Arial"/>
              </a:rPr>
              <a:t>da </a:t>
            </a:r>
            <a:r>
              <a:rPr kumimoji="0" lang="pt-BR" sz="3002" b="0" i="0" u="none" strike="noStrike" kern="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"/>
                <a:cs typeface="Versos"/>
                <a:sym typeface="Arial"/>
              </a:rPr>
              <a:t>Tivio</a:t>
            </a:r>
            <a:r>
              <a:rPr kumimoji="0" lang="pt-BR" sz="3002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"/>
                <a:cs typeface="Versos"/>
                <a:sym typeface="Arial"/>
              </a:rPr>
              <a:t> Capital no mercado </a:t>
            </a:r>
            <a:br>
              <a:rPr kumimoji="0" lang="pt-BR" sz="3002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"/>
                <a:cs typeface="Versos"/>
                <a:sym typeface="Arial"/>
              </a:rPr>
            </a:br>
            <a:r>
              <a:rPr kumimoji="0" lang="pt-BR" sz="3002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"/>
                <a:cs typeface="Versos"/>
                <a:sym typeface="Arial"/>
              </a:rPr>
              <a:t>de crédito privado</a:t>
            </a:r>
            <a:endParaRPr kumimoji="0" lang="pt-BR" sz="3002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ersos"/>
              <a:cs typeface="Versos"/>
              <a:sym typeface="Arial"/>
            </a:endParaRPr>
          </a:p>
        </p:txBody>
      </p:sp>
      <p:sp>
        <p:nvSpPr>
          <p:cNvPr id="63" name="logo-tivio-capital">
            <a:extLst>
              <a:ext uri="{FF2B5EF4-FFF2-40B4-BE49-F238E27FC236}">
                <a16:creationId xmlns:a16="http://schemas.microsoft.com/office/drawing/2014/main" id="{4AD61B30-3D46-8AE1-B122-DFB2D232C8E6}"/>
              </a:ext>
            </a:extLst>
          </p:cNvPr>
          <p:cNvSpPr/>
          <p:nvPr/>
        </p:nvSpPr>
        <p:spPr>
          <a:xfrm>
            <a:off x="1523595" y="5338554"/>
            <a:ext cx="990941" cy="336527"/>
          </a:xfrm>
          <a:custGeom>
            <a:avLst/>
            <a:gdLst>
              <a:gd name="connsiteX0" fmla="*/ 739575 w 765852"/>
              <a:gd name="connsiteY0" fmla="*/ 143884 h 260086"/>
              <a:gd name="connsiteX1" fmla="*/ 765852 w 765852"/>
              <a:gd name="connsiteY1" fmla="*/ 83403 h 260086"/>
              <a:gd name="connsiteX2" fmla="*/ 739575 w 765852"/>
              <a:gd name="connsiteY2" fmla="*/ 22921 h 260086"/>
              <a:gd name="connsiteX3" fmla="*/ 672177 w 765852"/>
              <a:gd name="connsiteY3" fmla="*/ 0 h 260086"/>
              <a:gd name="connsiteX4" fmla="*/ 604779 w 765852"/>
              <a:gd name="connsiteY4" fmla="*/ 22921 h 260086"/>
              <a:gd name="connsiteX5" fmla="*/ 578501 w 765852"/>
              <a:gd name="connsiteY5" fmla="*/ 83403 h 260086"/>
              <a:gd name="connsiteX6" fmla="*/ 604779 w 765852"/>
              <a:gd name="connsiteY6" fmla="*/ 143884 h 260086"/>
              <a:gd name="connsiteX7" fmla="*/ 672177 w 765852"/>
              <a:gd name="connsiteY7" fmla="*/ 166805 h 260086"/>
              <a:gd name="connsiteX8" fmla="*/ 739575 w 765852"/>
              <a:gd name="connsiteY8" fmla="*/ 143884 h 260086"/>
              <a:gd name="connsiteX9" fmla="*/ 604595 w 765852"/>
              <a:gd name="connsiteY9" fmla="*/ 83403 h 260086"/>
              <a:gd name="connsiteX10" fmla="*/ 622611 w 765852"/>
              <a:gd name="connsiteY10" fmla="*/ 41871 h 260086"/>
              <a:gd name="connsiteX11" fmla="*/ 672177 w 765852"/>
              <a:gd name="connsiteY11" fmla="*/ 25719 h 260086"/>
              <a:gd name="connsiteX12" fmla="*/ 721742 w 765852"/>
              <a:gd name="connsiteY12" fmla="*/ 41871 h 260086"/>
              <a:gd name="connsiteX13" fmla="*/ 739759 w 765852"/>
              <a:gd name="connsiteY13" fmla="*/ 83403 h 260086"/>
              <a:gd name="connsiteX14" fmla="*/ 721742 w 765852"/>
              <a:gd name="connsiteY14" fmla="*/ 124934 h 260086"/>
              <a:gd name="connsiteX15" fmla="*/ 672177 w 765852"/>
              <a:gd name="connsiteY15" fmla="*/ 141077 h 260086"/>
              <a:gd name="connsiteX16" fmla="*/ 622611 w 765852"/>
              <a:gd name="connsiteY16" fmla="*/ 124934 h 260086"/>
              <a:gd name="connsiteX17" fmla="*/ 604595 w 765852"/>
              <a:gd name="connsiteY17" fmla="*/ 83403 h 260086"/>
              <a:gd name="connsiteX18" fmla="*/ 238310 w 765852"/>
              <a:gd name="connsiteY18" fmla="*/ 207181 h 260086"/>
              <a:gd name="connsiteX19" fmla="*/ 249560 w 765852"/>
              <a:gd name="connsiteY19" fmla="*/ 204081 h 260086"/>
              <a:gd name="connsiteX20" fmla="*/ 261562 w 765852"/>
              <a:gd name="connsiteY20" fmla="*/ 207713 h 260086"/>
              <a:gd name="connsiteX21" fmla="*/ 268163 w 765852"/>
              <a:gd name="connsiteY21" fmla="*/ 217812 h 260086"/>
              <a:gd name="connsiteX22" fmla="*/ 275874 w 765852"/>
              <a:gd name="connsiteY22" fmla="*/ 217812 h 260086"/>
              <a:gd name="connsiteX23" fmla="*/ 267145 w 765852"/>
              <a:gd name="connsiteY23" fmla="*/ 202568 h 260086"/>
              <a:gd name="connsiteX24" fmla="*/ 249917 w 765852"/>
              <a:gd name="connsiteY24" fmla="*/ 196982 h 260086"/>
              <a:gd name="connsiteX25" fmla="*/ 234322 w 765852"/>
              <a:gd name="connsiteY25" fmla="*/ 200926 h 260086"/>
              <a:gd name="connsiteX26" fmla="*/ 223961 w 765852"/>
              <a:gd name="connsiteY26" fmla="*/ 212052 h 260086"/>
              <a:gd name="connsiteX27" fmla="*/ 220330 w 765852"/>
              <a:gd name="connsiteY27" fmla="*/ 228534 h 260086"/>
              <a:gd name="connsiteX28" fmla="*/ 223961 w 765852"/>
              <a:gd name="connsiteY28" fmla="*/ 245062 h 260086"/>
              <a:gd name="connsiteX29" fmla="*/ 234322 w 765852"/>
              <a:gd name="connsiteY29" fmla="*/ 256142 h 260086"/>
              <a:gd name="connsiteX30" fmla="*/ 249917 w 765852"/>
              <a:gd name="connsiteY30" fmla="*/ 260086 h 260086"/>
              <a:gd name="connsiteX31" fmla="*/ 267145 w 765852"/>
              <a:gd name="connsiteY31" fmla="*/ 254501 h 260086"/>
              <a:gd name="connsiteX32" fmla="*/ 275782 w 765852"/>
              <a:gd name="connsiteY32" fmla="*/ 239256 h 260086"/>
              <a:gd name="connsiteX33" fmla="*/ 268071 w 765852"/>
              <a:gd name="connsiteY33" fmla="*/ 239256 h 260086"/>
              <a:gd name="connsiteX34" fmla="*/ 261516 w 765852"/>
              <a:gd name="connsiteY34" fmla="*/ 249401 h 260086"/>
              <a:gd name="connsiteX35" fmla="*/ 249560 w 765852"/>
              <a:gd name="connsiteY35" fmla="*/ 252987 h 260086"/>
              <a:gd name="connsiteX36" fmla="*/ 238310 w 765852"/>
              <a:gd name="connsiteY36" fmla="*/ 249887 h 260086"/>
              <a:gd name="connsiteX37" fmla="*/ 230828 w 765852"/>
              <a:gd name="connsiteY37" fmla="*/ 241201 h 260086"/>
              <a:gd name="connsiteX38" fmla="*/ 228215 w 765852"/>
              <a:gd name="connsiteY38" fmla="*/ 228525 h 260086"/>
              <a:gd name="connsiteX39" fmla="*/ 230828 w 765852"/>
              <a:gd name="connsiteY39" fmla="*/ 215812 h 260086"/>
              <a:gd name="connsiteX40" fmla="*/ 238310 w 765852"/>
              <a:gd name="connsiteY40" fmla="*/ 207172 h 260086"/>
              <a:gd name="connsiteX41" fmla="*/ 335580 w 765852"/>
              <a:gd name="connsiteY41" fmla="*/ 197523 h 260086"/>
              <a:gd name="connsiteX42" fmla="*/ 311925 w 765852"/>
              <a:gd name="connsiteY42" fmla="*/ 259554 h 260086"/>
              <a:gd name="connsiteX43" fmla="*/ 319892 w 765852"/>
              <a:gd name="connsiteY43" fmla="*/ 259554 h 260086"/>
              <a:gd name="connsiteX44" fmla="*/ 326448 w 765852"/>
              <a:gd name="connsiteY44" fmla="*/ 242806 h 260086"/>
              <a:gd name="connsiteX45" fmla="*/ 353467 w 765852"/>
              <a:gd name="connsiteY45" fmla="*/ 242806 h 260086"/>
              <a:gd name="connsiteX46" fmla="*/ 360023 w 765852"/>
              <a:gd name="connsiteY46" fmla="*/ 259554 h 260086"/>
              <a:gd name="connsiteX47" fmla="*/ 368256 w 765852"/>
              <a:gd name="connsiteY47" fmla="*/ 259554 h 260086"/>
              <a:gd name="connsiteX48" fmla="*/ 344693 w 765852"/>
              <a:gd name="connsiteY48" fmla="*/ 197523 h 260086"/>
              <a:gd name="connsiteX49" fmla="*/ 335570 w 765852"/>
              <a:gd name="connsiteY49" fmla="*/ 197523 h 260086"/>
              <a:gd name="connsiteX50" fmla="*/ 328758 w 765852"/>
              <a:gd name="connsiteY50" fmla="*/ 235808 h 260086"/>
              <a:gd name="connsiteX51" fmla="*/ 339916 w 765852"/>
              <a:gd name="connsiteY51" fmla="*/ 205943 h 260086"/>
              <a:gd name="connsiteX52" fmla="*/ 351166 w 765852"/>
              <a:gd name="connsiteY52" fmla="*/ 235808 h 260086"/>
              <a:gd name="connsiteX53" fmla="*/ 328749 w 765852"/>
              <a:gd name="connsiteY53" fmla="*/ 235808 h 260086"/>
              <a:gd name="connsiteX54" fmla="*/ 725437 w 765852"/>
              <a:gd name="connsiteY54" fmla="*/ 197523 h 260086"/>
              <a:gd name="connsiteX55" fmla="*/ 717736 w 765852"/>
              <a:gd name="connsiteY55" fmla="*/ 197523 h 260086"/>
              <a:gd name="connsiteX56" fmla="*/ 717736 w 765852"/>
              <a:gd name="connsiteY56" fmla="*/ 259554 h 260086"/>
              <a:gd name="connsiteX57" fmla="*/ 753704 w 765852"/>
              <a:gd name="connsiteY57" fmla="*/ 259554 h 260086"/>
              <a:gd name="connsiteX58" fmla="*/ 753704 w 765852"/>
              <a:gd name="connsiteY58" fmla="*/ 252464 h 260086"/>
              <a:gd name="connsiteX59" fmla="*/ 725446 w 765852"/>
              <a:gd name="connsiteY59" fmla="*/ 252464 h 260086"/>
              <a:gd name="connsiteX60" fmla="*/ 725446 w 765852"/>
              <a:gd name="connsiteY60" fmla="*/ 197523 h 260086"/>
              <a:gd name="connsiteX61" fmla="*/ 250953 w 765852"/>
              <a:gd name="connsiteY61" fmla="*/ 2119 h 260086"/>
              <a:gd name="connsiteX62" fmla="*/ 225566 w 765852"/>
              <a:gd name="connsiteY62" fmla="*/ 2119 h 260086"/>
              <a:gd name="connsiteX63" fmla="*/ 225566 w 765852"/>
              <a:gd name="connsiteY63" fmla="*/ 164677 h 260086"/>
              <a:gd name="connsiteX64" fmla="*/ 250953 w 765852"/>
              <a:gd name="connsiteY64" fmla="*/ 164677 h 260086"/>
              <a:gd name="connsiteX65" fmla="*/ 250953 w 765852"/>
              <a:gd name="connsiteY65" fmla="*/ 2119 h 260086"/>
              <a:gd name="connsiteX66" fmla="*/ 80592 w 765852"/>
              <a:gd name="connsiteY66" fmla="*/ 62692 h 260086"/>
              <a:gd name="connsiteX67" fmla="*/ 80592 w 765852"/>
              <a:gd name="connsiteY67" fmla="*/ 164687 h 260086"/>
              <a:gd name="connsiteX68" fmla="*/ 106732 w 765852"/>
              <a:gd name="connsiteY68" fmla="*/ 164687 h 260086"/>
              <a:gd name="connsiteX69" fmla="*/ 106713 w 765852"/>
              <a:gd name="connsiteY69" fmla="*/ 62692 h 260086"/>
              <a:gd name="connsiteX70" fmla="*/ 95124 w 765852"/>
              <a:gd name="connsiteY70" fmla="*/ 28700 h 260086"/>
              <a:gd name="connsiteX71" fmla="*/ 93648 w 765852"/>
              <a:gd name="connsiteY71" fmla="*/ 26792 h 260086"/>
              <a:gd name="connsiteX72" fmla="*/ 92172 w 765852"/>
              <a:gd name="connsiteY72" fmla="*/ 28700 h 260086"/>
              <a:gd name="connsiteX73" fmla="*/ 80583 w 765852"/>
              <a:gd name="connsiteY73" fmla="*/ 62692 h 260086"/>
              <a:gd name="connsiteX74" fmla="*/ 47273 w 765852"/>
              <a:gd name="connsiteY74" fmla="*/ 2119 h 260086"/>
              <a:gd name="connsiteX75" fmla="*/ 0 w 765852"/>
              <a:gd name="connsiteY75" fmla="*/ 2119 h 260086"/>
              <a:gd name="connsiteX76" fmla="*/ 0 w 765852"/>
              <a:gd name="connsiteY76" fmla="*/ 26792 h 260086"/>
              <a:gd name="connsiteX77" fmla="*/ 93648 w 765852"/>
              <a:gd name="connsiteY77" fmla="*/ 26792 h 260086"/>
              <a:gd name="connsiteX78" fmla="*/ 91328 w 765852"/>
              <a:gd name="connsiteY78" fmla="*/ 23793 h 260086"/>
              <a:gd name="connsiteX79" fmla="*/ 47273 w 765852"/>
              <a:gd name="connsiteY79" fmla="*/ 2119 h 260086"/>
              <a:gd name="connsiteX80" fmla="*/ 95968 w 765852"/>
              <a:gd name="connsiteY80" fmla="*/ 23793 h 260086"/>
              <a:gd name="connsiteX81" fmla="*/ 93648 w 765852"/>
              <a:gd name="connsiteY81" fmla="*/ 26792 h 260086"/>
              <a:gd name="connsiteX82" fmla="*/ 187296 w 765852"/>
              <a:gd name="connsiteY82" fmla="*/ 26792 h 260086"/>
              <a:gd name="connsiteX83" fmla="*/ 187296 w 765852"/>
              <a:gd name="connsiteY83" fmla="*/ 2119 h 260086"/>
              <a:gd name="connsiteX84" fmla="*/ 140023 w 765852"/>
              <a:gd name="connsiteY84" fmla="*/ 2119 h 260086"/>
              <a:gd name="connsiteX85" fmla="*/ 95958 w 765852"/>
              <a:gd name="connsiteY85" fmla="*/ 23793 h 260086"/>
              <a:gd name="connsiteX86" fmla="*/ 514844 w 765852"/>
              <a:gd name="connsiteY86" fmla="*/ 164677 h 260086"/>
              <a:gd name="connsiteX87" fmla="*/ 540232 w 765852"/>
              <a:gd name="connsiteY87" fmla="*/ 164677 h 260086"/>
              <a:gd name="connsiteX88" fmla="*/ 540232 w 765852"/>
              <a:gd name="connsiteY88" fmla="*/ 2119 h 260086"/>
              <a:gd name="connsiteX89" fmla="*/ 514844 w 765852"/>
              <a:gd name="connsiteY89" fmla="*/ 2119 h 260086"/>
              <a:gd name="connsiteX90" fmla="*/ 514844 w 765852"/>
              <a:gd name="connsiteY90" fmla="*/ 164677 h 260086"/>
              <a:gd name="connsiteX91" fmla="*/ 495205 w 765852"/>
              <a:gd name="connsiteY91" fmla="*/ 259554 h 260086"/>
              <a:gd name="connsiteX92" fmla="*/ 502915 w 765852"/>
              <a:gd name="connsiteY92" fmla="*/ 259554 h 260086"/>
              <a:gd name="connsiteX93" fmla="*/ 502915 w 765852"/>
              <a:gd name="connsiteY93" fmla="*/ 197523 h 260086"/>
              <a:gd name="connsiteX94" fmla="*/ 495205 w 765852"/>
              <a:gd name="connsiteY94" fmla="*/ 197523 h 260086"/>
              <a:gd name="connsiteX95" fmla="*/ 495205 w 765852"/>
              <a:gd name="connsiteY95" fmla="*/ 259554 h 260086"/>
              <a:gd name="connsiteX96" fmla="*/ 544816 w 765852"/>
              <a:gd name="connsiteY96" fmla="*/ 204613 h 260086"/>
              <a:gd name="connsiteX97" fmla="*/ 564923 w 765852"/>
              <a:gd name="connsiteY97" fmla="*/ 204613 h 260086"/>
              <a:gd name="connsiteX98" fmla="*/ 564923 w 765852"/>
              <a:gd name="connsiteY98" fmla="*/ 259554 h 260086"/>
              <a:gd name="connsiteX99" fmla="*/ 572633 w 765852"/>
              <a:gd name="connsiteY99" fmla="*/ 259554 h 260086"/>
              <a:gd name="connsiteX100" fmla="*/ 572633 w 765852"/>
              <a:gd name="connsiteY100" fmla="*/ 204613 h 260086"/>
              <a:gd name="connsiteX101" fmla="*/ 592740 w 765852"/>
              <a:gd name="connsiteY101" fmla="*/ 204613 h 260086"/>
              <a:gd name="connsiteX102" fmla="*/ 592740 w 765852"/>
              <a:gd name="connsiteY102" fmla="*/ 197523 h 260086"/>
              <a:gd name="connsiteX103" fmla="*/ 544816 w 765852"/>
              <a:gd name="connsiteY103" fmla="*/ 197523 h 260086"/>
              <a:gd name="connsiteX104" fmla="*/ 544816 w 765852"/>
              <a:gd name="connsiteY104" fmla="*/ 204613 h 260086"/>
              <a:gd name="connsiteX105" fmla="*/ 287389 w 765852"/>
              <a:gd name="connsiteY105" fmla="*/ 2119 h 260086"/>
              <a:gd name="connsiteX106" fmla="*/ 345234 w 765852"/>
              <a:gd name="connsiteY106" fmla="*/ 140105 h 260086"/>
              <a:gd name="connsiteX107" fmla="*/ 381413 w 765852"/>
              <a:gd name="connsiteY107" fmla="*/ 166796 h 260086"/>
              <a:gd name="connsiteX108" fmla="*/ 382899 w 765852"/>
              <a:gd name="connsiteY108" fmla="*/ 166796 h 260086"/>
              <a:gd name="connsiteX109" fmla="*/ 316692 w 765852"/>
              <a:gd name="connsiteY109" fmla="*/ 2119 h 260086"/>
              <a:gd name="connsiteX110" fmla="*/ 287389 w 765852"/>
              <a:gd name="connsiteY110" fmla="*/ 2119 h 260086"/>
              <a:gd name="connsiteX111" fmla="*/ 443549 w 765852"/>
              <a:gd name="connsiteY111" fmla="*/ 199871 h 260086"/>
              <a:gd name="connsiteX112" fmla="*/ 432739 w 765852"/>
              <a:gd name="connsiteY112" fmla="*/ 197523 h 260086"/>
              <a:gd name="connsiteX113" fmla="*/ 408910 w 765852"/>
              <a:gd name="connsiteY113" fmla="*/ 197523 h 260086"/>
              <a:gd name="connsiteX114" fmla="*/ 408910 w 765852"/>
              <a:gd name="connsiteY114" fmla="*/ 259554 h 260086"/>
              <a:gd name="connsiteX115" fmla="*/ 416621 w 765852"/>
              <a:gd name="connsiteY115" fmla="*/ 259554 h 260086"/>
              <a:gd name="connsiteX116" fmla="*/ 416621 w 765852"/>
              <a:gd name="connsiteY116" fmla="*/ 235716 h 260086"/>
              <a:gd name="connsiteX117" fmla="*/ 432748 w 765852"/>
              <a:gd name="connsiteY117" fmla="*/ 235716 h 260086"/>
              <a:gd name="connsiteX118" fmla="*/ 443512 w 765852"/>
              <a:gd name="connsiteY118" fmla="*/ 233368 h 260086"/>
              <a:gd name="connsiteX119" fmla="*/ 450728 w 765852"/>
              <a:gd name="connsiteY119" fmla="*/ 226681 h 260086"/>
              <a:gd name="connsiteX120" fmla="*/ 453295 w 765852"/>
              <a:gd name="connsiteY120" fmla="*/ 216583 h 260086"/>
              <a:gd name="connsiteX121" fmla="*/ 450774 w 765852"/>
              <a:gd name="connsiteY121" fmla="*/ 206521 h 260086"/>
              <a:gd name="connsiteX122" fmla="*/ 443558 w 765852"/>
              <a:gd name="connsiteY122" fmla="*/ 199871 h 260086"/>
              <a:gd name="connsiteX123" fmla="*/ 441779 w 765852"/>
              <a:gd name="connsiteY123" fmla="*/ 225351 h 260086"/>
              <a:gd name="connsiteX124" fmla="*/ 432033 w 765852"/>
              <a:gd name="connsiteY124" fmla="*/ 228635 h 260086"/>
              <a:gd name="connsiteX125" fmla="*/ 416621 w 765852"/>
              <a:gd name="connsiteY125" fmla="*/ 228635 h 260086"/>
              <a:gd name="connsiteX126" fmla="*/ 416621 w 765852"/>
              <a:gd name="connsiteY126" fmla="*/ 204622 h 260086"/>
              <a:gd name="connsiteX127" fmla="*/ 432125 w 765852"/>
              <a:gd name="connsiteY127" fmla="*/ 204622 h 260086"/>
              <a:gd name="connsiteX128" fmla="*/ 441825 w 765852"/>
              <a:gd name="connsiteY128" fmla="*/ 207860 h 260086"/>
              <a:gd name="connsiteX129" fmla="*/ 445410 w 765852"/>
              <a:gd name="connsiteY129" fmla="*/ 216592 h 260086"/>
              <a:gd name="connsiteX130" fmla="*/ 441779 w 765852"/>
              <a:gd name="connsiteY130" fmla="*/ 225361 h 260086"/>
              <a:gd name="connsiteX131" fmla="*/ 382889 w 765852"/>
              <a:gd name="connsiteY131" fmla="*/ 166805 h 260086"/>
              <a:gd name="connsiteX132" fmla="*/ 384375 w 765852"/>
              <a:gd name="connsiteY132" fmla="*/ 166805 h 260086"/>
              <a:gd name="connsiteX133" fmla="*/ 420554 w 765852"/>
              <a:gd name="connsiteY133" fmla="*/ 140114 h 260086"/>
              <a:gd name="connsiteX134" fmla="*/ 478399 w 765852"/>
              <a:gd name="connsiteY134" fmla="*/ 2128 h 260086"/>
              <a:gd name="connsiteX135" fmla="*/ 449096 w 765852"/>
              <a:gd name="connsiteY135" fmla="*/ 2128 h 260086"/>
              <a:gd name="connsiteX136" fmla="*/ 382889 w 765852"/>
              <a:gd name="connsiteY136" fmla="*/ 166814 h 260086"/>
              <a:gd name="connsiteX137" fmla="*/ 644368 w 765852"/>
              <a:gd name="connsiteY137" fmla="*/ 197523 h 260086"/>
              <a:gd name="connsiteX138" fmla="*/ 620714 w 765852"/>
              <a:gd name="connsiteY138" fmla="*/ 259554 h 260086"/>
              <a:gd name="connsiteX139" fmla="*/ 628690 w 765852"/>
              <a:gd name="connsiteY139" fmla="*/ 259554 h 260086"/>
              <a:gd name="connsiteX140" fmla="*/ 635246 w 765852"/>
              <a:gd name="connsiteY140" fmla="*/ 242806 h 260086"/>
              <a:gd name="connsiteX141" fmla="*/ 662266 w 765852"/>
              <a:gd name="connsiteY141" fmla="*/ 242806 h 260086"/>
              <a:gd name="connsiteX142" fmla="*/ 668821 w 765852"/>
              <a:gd name="connsiteY142" fmla="*/ 259554 h 260086"/>
              <a:gd name="connsiteX143" fmla="*/ 677055 w 765852"/>
              <a:gd name="connsiteY143" fmla="*/ 259554 h 260086"/>
              <a:gd name="connsiteX144" fmla="*/ 653491 w 765852"/>
              <a:gd name="connsiteY144" fmla="*/ 197523 h 260086"/>
              <a:gd name="connsiteX145" fmla="*/ 644368 w 765852"/>
              <a:gd name="connsiteY145" fmla="*/ 197523 h 260086"/>
              <a:gd name="connsiteX146" fmla="*/ 637547 w 765852"/>
              <a:gd name="connsiteY146" fmla="*/ 235808 h 260086"/>
              <a:gd name="connsiteX147" fmla="*/ 648705 w 765852"/>
              <a:gd name="connsiteY147" fmla="*/ 205943 h 260086"/>
              <a:gd name="connsiteX148" fmla="*/ 659955 w 765852"/>
              <a:gd name="connsiteY148" fmla="*/ 235808 h 260086"/>
              <a:gd name="connsiteX149" fmla="*/ 637538 w 765852"/>
              <a:gd name="connsiteY149" fmla="*/ 235808 h 260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</a:cxnLst>
            <a:rect l="l" t="t" r="r" b="b"/>
            <a:pathLst>
              <a:path w="765852" h="260086">
                <a:moveTo>
                  <a:pt x="739575" y="143884"/>
                </a:moveTo>
                <a:cubicBezTo>
                  <a:pt x="756519" y="128906"/>
                  <a:pt x="765852" y="107425"/>
                  <a:pt x="765852" y="83403"/>
                </a:cubicBezTo>
                <a:cubicBezTo>
                  <a:pt x="765852" y="59381"/>
                  <a:pt x="756519" y="37899"/>
                  <a:pt x="739575" y="22921"/>
                </a:cubicBezTo>
                <a:cubicBezTo>
                  <a:pt x="722613" y="7925"/>
                  <a:pt x="699307" y="0"/>
                  <a:pt x="672177" y="0"/>
                </a:cubicBezTo>
                <a:cubicBezTo>
                  <a:pt x="645047" y="0"/>
                  <a:pt x="621740" y="7925"/>
                  <a:pt x="604779" y="22921"/>
                </a:cubicBezTo>
                <a:cubicBezTo>
                  <a:pt x="587835" y="37899"/>
                  <a:pt x="578501" y="59381"/>
                  <a:pt x="578501" y="83403"/>
                </a:cubicBezTo>
                <a:cubicBezTo>
                  <a:pt x="578501" y="107425"/>
                  <a:pt x="587835" y="128906"/>
                  <a:pt x="604779" y="143884"/>
                </a:cubicBezTo>
                <a:cubicBezTo>
                  <a:pt x="621740" y="158881"/>
                  <a:pt x="645047" y="166805"/>
                  <a:pt x="672177" y="166805"/>
                </a:cubicBezTo>
                <a:cubicBezTo>
                  <a:pt x="699307" y="166805"/>
                  <a:pt x="722613" y="158881"/>
                  <a:pt x="739575" y="143884"/>
                </a:cubicBezTo>
                <a:close/>
                <a:moveTo>
                  <a:pt x="604595" y="83403"/>
                </a:moveTo>
                <a:cubicBezTo>
                  <a:pt x="604595" y="66489"/>
                  <a:pt x="610821" y="52135"/>
                  <a:pt x="622611" y="41871"/>
                </a:cubicBezTo>
                <a:cubicBezTo>
                  <a:pt x="634751" y="31305"/>
                  <a:pt x="651887" y="25719"/>
                  <a:pt x="672177" y="25719"/>
                </a:cubicBezTo>
                <a:cubicBezTo>
                  <a:pt x="692467" y="25719"/>
                  <a:pt x="709603" y="31305"/>
                  <a:pt x="721742" y="41871"/>
                </a:cubicBezTo>
                <a:cubicBezTo>
                  <a:pt x="733524" y="52126"/>
                  <a:pt x="739759" y="66489"/>
                  <a:pt x="739759" y="83403"/>
                </a:cubicBezTo>
                <a:cubicBezTo>
                  <a:pt x="739759" y="100316"/>
                  <a:pt x="733533" y="114671"/>
                  <a:pt x="721742" y="124934"/>
                </a:cubicBezTo>
                <a:cubicBezTo>
                  <a:pt x="709603" y="135501"/>
                  <a:pt x="692467" y="141077"/>
                  <a:pt x="672177" y="141077"/>
                </a:cubicBezTo>
                <a:cubicBezTo>
                  <a:pt x="651887" y="141077"/>
                  <a:pt x="634741" y="135491"/>
                  <a:pt x="622611" y="124934"/>
                </a:cubicBezTo>
                <a:cubicBezTo>
                  <a:pt x="610830" y="114671"/>
                  <a:pt x="604595" y="100316"/>
                  <a:pt x="604595" y="83403"/>
                </a:cubicBezTo>
                <a:close/>
                <a:moveTo>
                  <a:pt x="238310" y="207181"/>
                </a:moveTo>
                <a:cubicBezTo>
                  <a:pt x="241556" y="205118"/>
                  <a:pt x="245306" y="204081"/>
                  <a:pt x="249560" y="204081"/>
                </a:cubicBezTo>
                <a:cubicBezTo>
                  <a:pt x="254282" y="204081"/>
                  <a:pt x="258288" y="205292"/>
                  <a:pt x="261562" y="207713"/>
                </a:cubicBezTo>
                <a:cubicBezTo>
                  <a:pt x="264835" y="210135"/>
                  <a:pt x="267035" y="213501"/>
                  <a:pt x="268163" y="217812"/>
                </a:cubicBezTo>
                <a:lnTo>
                  <a:pt x="275874" y="217812"/>
                </a:lnTo>
                <a:cubicBezTo>
                  <a:pt x="274691" y="211373"/>
                  <a:pt x="271784" y="206292"/>
                  <a:pt x="267145" y="202568"/>
                </a:cubicBezTo>
                <a:cubicBezTo>
                  <a:pt x="262506" y="198844"/>
                  <a:pt x="256766" y="196982"/>
                  <a:pt x="249917" y="196982"/>
                </a:cubicBezTo>
                <a:cubicBezTo>
                  <a:pt x="244013" y="196982"/>
                  <a:pt x="238814" y="198293"/>
                  <a:pt x="234322" y="200926"/>
                </a:cubicBezTo>
                <a:cubicBezTo>
                  <a:pt x="229838" y="203558"/>
                  <a:pt x="226382" y="207264"/>
                  <a:pt x="223961" y="212052"/>
                </a:cubicBezTo>
                <a:cubicBezTo>
                  <a:pt x="221541" y="216840"/>
                  <a:pt x="220330" y="222334"/>
                  <a:pt x="220330" y="228534"/>
                </a:cubicBezTo>
                <a:cubicBezTo>
                  <a:pt x="220330" y="234734"/>
                  <a:pt x="221541" y="240302"/>
                  <a:pt x="223961" y="245062"/>
                </a:cubicBezTo>
                <a:cubicBezTo>
                  <a:pt x="226382" y="249823"/>
                  <a:pt x="229838" y="253510"/>
                  <a:pt x="234322" y="256142"/>
                </a:cubicBezTo>
                <a:cubicBezTo>
                  <a:pt x="238805" y="258775"/>
                  <a:pt x="244004" y="260086"/>
                  <a:pt x="249917" y="260086"/>
                </a:cubicBezTo>
                <a:cubicBezTo>
                  <a:pt x="256831" y="260086"/>
                  <a:pt x="262570" y="258224"/>
                  <a:pt x="267145" y="254501"/>
                </a:cubicBezTo>
                <a:cubicBezTo>
                  <a:pt x="271720" y="250777"/>
                  <a:pt x="274599" y="245695"/>
                  <a:pt x="275782" y="239256"/>
                </a:cubicBezTo>
                <a:lnTo>
                  <a:pt x="268071" y="239256"/>
                </a:lnTo>
                <a:cubicBezTo>
                  <a:pt x="266888" y="243631"/>
                  <a:pt x="264706" y="247007"/>
                  <a:pt x="261516" y="249401"/>
                </a:cubicBezTo>
                <a:cubicBezTo>
                  <a:pt x="258325" y="251795"/>
                  <a:pt x="254337" y="252987"/>
                  <a:pt x="249560" y="252987"/>
                </a:cubicBezTo>
                <a:cubicBezTo>
                  <a:pt x="245306" y="252987"/>
                  <a:pt x="241556" y="251951"/>
                  <a:pt x="238310" y="249887"/>
                </a:cubicBezTo>
                <a:cubicBezTo>
                  <a:pt x="235064" y="247823"/>
                  <a:pt x="232561" y="244925"/>
                  <a:pt x="230828" y="241201"/>
                </a:cubicBezTo>
                <a:cubicBezTo>
                  <a:pt x="229086" y="237477"/>
                  <a:pt x="228215" y="233258"/>
                  <a:pt x="228215" y="228525"/>
                </a:cubicBezTo>
                <a:cubicBezTo>
                  <a:pt x="228215" y="223792"/>
                  <a:pt x="229086" y="219499"/>
                  <a:pt x="230828" y="215812"/>
                </a:cubicBezTo>
                <a:cubicBezTo>
                  <a:pt x="232570" y="212125"/>
                  <a:pt x="235064" y="209245"/>
                  <a:pt x="238310" y="207172"/>
                </a:cubicBezTo>
                <a:close/>
                <a:moveTo>
                  <a:pt x="335580" y="197523"/>
                </a:moveTo>
                <a:lnTo>
                  <a:pt x="311925" y="259554"/>
                </a:lnTo>
                <a:lnTo>
                  <a:pt x="319892" y="259554"/>
                </a:lnTo>
                <a:lnTo>
                  <a:pt x="326448" y="242806"/>
                </a:lnTo>
                <a:lnTo>
                  <a:pt x="353467" y="242806"/>
                </a:lnTo>
                <a:lnTo>
                  <a:pt x="360023" y="259554"/>
                </a:lnTo>
                <a:lnTo>
                  <a:pt x="368256" y="259554"/>
                </a:lnTo>
                <a:lnTo>
                  <a:pt x="344693" y="197523"/>
                </a:lnTo>
                <a:lnTo>
                  <a:pt x="335570" y="197523"/>
                </a:lnTo>
                <a:close/>
                <a:moveTo>
                  <a:pt x="328758" y="235808"/>
                </a:moveTo>
                <a:lnTo>
                  <a:pt x="339916" y="205943"/>
                </a:lnTo>
                <a:lnTo>
                  <a:pt x="351166" y="235808"/>
                </a:lnTo>
                <a:lnTo>
                  <a:pt x="328749" y="235808"/>
                </a:lnTo>
                <a:close/>
                <a:moveTo>
                  <a:pt x="725437" y="197523"/>
                </a:moveTo>
                <a:lnTo>
                  <a:pt x="717736" y="197523"/>
                </a:lnTo>
                <a:lnTo>
                  <a:pt x="717736" y="259554"/>
                </a:lnTo>
                <a:lnTo>
                  <a:pt x="753704" y="259554"/>
                </a:lnTo>
                <a:lnTo>
                  <a:pt x="753704" y="252464"/>
                </a:lnTo>
                <a:lnTo>
                  <a:pt x="725446" y="252464"/>
                </a:lnTo>
                <a:lnTo>
                  <a:pt x="725446" y="197523"/>
                </a:lnTo>
                <a:close/>
                <a:moveTo>
                  <a:pt x="250953" y="2119"/>
                </a:moveTo>
                <a:lnTo>
                  <a:pt x="225566" y="2119"/>
                </a:lnTo>
                <a:lnTo>
                  <a:pt x="225566" y="164677"/>
                </a:lnTo>
                <a:lnTo>
                  <a:pt x="250953" y="164677"/>
                </a:lnTo>
                <a:lnTo>
                  <a:pt x="250953" y="2119"/>
                </a:lnTo>
                <a:close/>
                <a:moveTo>
                  <a:pt x="80592" y="62692"/>
                </a:moveTo>
                <a:lnTo>
                  <a:pt x="80592" y="164687"/>
                </a:lnTo>
                <a:cubicBezTo>
                  <a:pt x="80592" y="164687"/>
                  <a:pt x="106732" y="164687"/>
                  <a:pt x="106732" y="164687"/>
                </a:cubicBezTo>
                <a:lnTo>
                  <a:pt x="106713" y="62692"/>
                </a:lnTo>
                <a:cubicBezTo>
                  <a:pt x="106713" y="50282"/>
                  <a:pt x="102707" y="38523"/>
                  <a:pt x="95124" y="28700"/>
                </a:cubicBezTo>
                <a:lnTo>
                  <a:pt x="93648" y="26792"/>
                </a:lnTo>
                <a:lnTo>
                  <a:pt x="92172" y="28700"/>
                </a:lnTo>
                <a:cubicBezTo>
                  <a:pt x="84589" y="38523"/>
                  <a:pt x="80583" y="50273"/>
                  <a:pt x="80583" y="62692"/>
                </a:cubicBezTo>
                <a:close/>
                <a:moveTo>
                  <a:pt x="47273" y="2119"/>
                </a:moveTo>
                <a:lnTo>
                  <a:pt x="0" y="2119"/>
                </a:lnTo>
                <a:lnTo>
                  <a:pt x="0" y="26792"/>
                </a:lnTo>
                <a:lnTo>
                  <a:pt x="93648" y="26792"/>
                </a:lnTo>
                <a:lnTo>
                  <a:pt x="91328" y="23793"/>
                </a:lnTo>
                <a:cubicBezTo>
                  <a:pt x="80693" y="10025"/>
                  <a:pt x="64629" y="2119"/>
                  <a:pt x="47273" y="2119"/>
                </a:cubicBezTo>
                <a:close/>
                <a:moveTo>
                  <a:pt x="95968" y="23793"/>
                </a:moveTo>
                <a:lnTo>
                  <a:pt x="93648" y="26792"/>
                </a:lnTo>
                <a:lnTo>
                  <a:pt x="187296" y="26792"/>
                </a:lnTo>
                <a:lnTo>
                  <a:pt x="187296" y="2119"/>
                </a:lnTo>
                <a:lnTo>
                  <a:pt x="140023" y="2119"/>
                </a:lnTo>
                <a:cubicBezTo>
                  <a:pt x="122657" y="2119"/>
                  <a:pt x="106603" y="10016"/>
                  <a:pt x="95958" y="23793"/>
                </a:cubicBezTo>
                <a:close/>
                <a:moveTo>
                  <a:pt x="514844" y="164677"/>
                </a:moveTo>
                <a:lnTo>
                  <a:pt x="540232" y="164677"/>
                </a:lnTo>
                <a:lnTo>
                  <a:pt x="540232" y="2119"/>
                </a:lnTo>
                <a:lnTo>
                  <a:pt x="514844" y="2119"/>
                </a:lnTo>
                <a:lnTo>
                  <a:pt x="514844" y="164677"/>
                </a:lnTo>
                <a:close/>
                <a:moveTo>
                  <a:pt x="495205" y="259554"/>
                </a:moveTo>
                <a:lnTo>
                  <a:pt x="502915" y="259554"/>
                </a:lnTo>
                <a:lnTo>
                  <a:pt x="502915" y="197523"/>
                </a:lnTo>
                <a:lnTo>
                  <a:pt x="495205" y="197523"/>
                </a:lnTo>
                <a:lnTo>
                  <a:pt x="495205" y="259554"/>
                </a:lnTo>
                <a:close/>
                <a:moveTo>
                  <a:pt x="544816" y="204613"/>
                </a:moveTo>
                <a:lnTo>
                  <a:pt x="564923" y="204613"/>
                </a:lnTo>
                <a:lnTo>
                  <a:pt x="564923" y="259554"/>
                </a:lnTo>
                <a:lnTo>
                  <a:pt x="572633" y="259554"/>
                </a:lnTo>
                <a:lnTo>
                  <a:pt x="572633" y="204613"/>
                </a:lnTo>
                <a:lnTo>
                  <a:pt x="592740" y="204613"/>
                </a:lnTo>
                <a:lnTo>
                  <a:pt x="592740" y="197523"/>
                </a:lnTo>
                <a:lnTo>
                  <a:pt x="544816" y="197523"/>
                </a:lnTo>
                <a:lnTo>
                  <a:pt x="544816" y="204613"/>
                </a:lnTo>
                <a:close/>
                <a:moveTo>
                  <a:pt x="287389" y="2119"/>
                </a:moveTo>
                <a:cubicBezTo>
                  <a:pt x="287389" y="2119"/>
                  <a:pt x="335680" y="117220"/>
                  <a:pt x="345234" y="140105"/>
                </a:cubicBezTo>
                <a:cubicBezTo>
                  <a:pt x="356374" y="166796"/>
                  <a:pt x="374464" y="166796"/>
                  <a:pt x="381413" y="166796"/>
                </a:cubicBezTo>
                <a:lnTo>
                  <a:pt x="382899" y="166796"/>
                </a:lnTo>
                <a:lnTo>
                  <a:pt x="316692" y="2119"/>
                </a:lnTo>
                <a:lnTo>
                  <a:pt x="287389" y="2119"/>
                </a:lnTo>
                <a:close/>
                <a:moveTo>
                  <a:pt x="443549" y="199871"/>
                </a:moveTo>
                <a:cubicBezTo>
                  <a:pt x="440413" y="198303"/>
                  <a:pt x="436819" y="197523"/>
                  <a:pt x="432739" y="197523"/>
                </a:cubicBezTo>
                <a:lnTo>
                  <a:pt x="408910" y="197523"/>
                </a:lnTo>
                <a:lnTo>
                  <a:pt x="408910" y="259554"/>
                </a:lnTo>
                <a:lnTo>
                  <a:pt x="416621" y="259554"/>
                </a:lnTo>
                <a:lnTo>
                  <a:pt x="416621" y="235716"/>
                </a:lnTo>
                <a:lnTo>
                  <a:pt x="432748" y="235716"/>
                </a:lnTo>
                <a:cubicBezTo>
                  <a:pt x="436819" y="235716"/>
                  <a:pt x="440413" y="234936"/>
                  <a:pt x="443512" y="233368"/>
                </a:cubicBezTo>
                <a:cubicBezTo>
                  <a:pt x="446611" y="231799"/>
                  <a:pt x="449013" y="229571"/>
                  <a:pt x="450728" y="226681"/>
                </a:cubicBezTo>
                <a:cubicBezTo>
                  <a:pt x="452442" y="223783"/>
                  <a:pt x="453295" y="220417"/>
                  <a:pt x="453295" y="216583"/>
                </a:cubicBezTo>
                <a:cubicBezTo>
                  <a:pt x="453295" y="212749"/>
                  <a:pt x="452452" y="209392"/>
                  <a:pt x="450774" y="206521"/>
                </a:cubicBezTo>
                <a:cubicBezTo>
                  <a:pt x="449087" y="203659"/>
                  <a:pt x="446685" y="201439"/>
                  <a:pt x="443558" y="199871"/>
                </a:cubicBezTo>
                <a:close/>
                <a:moveTo>
                  <a:pt x="441779" y="225351"/>
                </a:moveTo>
                <a:cubicBezTo>
                  <a:pt x="439359" y="227534"/>
                  <a:pt x="436113" y="228635"/>
                  <a:pt x="432033" y="228635"/>
                </a:cubicBezTo>
                <a:lnTo>
                  <a:pt x="416621" y="228635"/>
                </a:lnTo>
                <a:lnTo>
                  <a:pt x="416621" y="204622"/>
                </a:lnTo>
                <a:lnTo>
                  <a:pt x="432125" y="204622"/>
                </a:lnTo>
                <a:cubicBezTo>
                  <a:pt x="436196" y="204622"/>
                  <a:pt x="439432" y="205705"/>
                  <a:pt x="441825" y="207860"/>
                </a:cubicBezTo>
                <a:cubicBezTo>
                  <a:pt x="444218" y="210015"/>
                  <a:pt x="445410" y="212923"/>
                  <a:pt x="445410" y="216592"/>
                </a:cubicBezTo>
                <a:cubicBezTo>
                  <a:pt x="445410" y="220261"/>
                  <a:pt x="444200" y="223178"/>
                  <a:pt x="441779" y="225361"/>
                </a:cubicBezTo>
                <a:close/>
                <a:moveTo>
                  <a:pt x="382889" y="166805"/>
                </a:moveTo>
                <a:lnTo>
                  <a:pt x="384375" y="166805"/>
                </a:lnTo>
                <a:cubicBezTo>
                  <a:pt x="391334" y="166805"/>
                  <a:pt x="409423" y="166805"/>
                  <a:pt x="420554" y="140114"/>
                </a:cubicBezTo>
                <a:cubicBezTo>
                  <a:pt x="430099" y="117230"/>
                  <a:pt x="478399" y="2128"/>
                  <a:pt x="478399" y="2128"/>
                </a:cubicBezTo>
                <a:lnTo>
                  <a:pt x="449096" y="2128"/>
                </a:lnTo>
                <a:lnTo>
                  <a:pt x="382889" y="166814"/>
                </a:lnTo>
                <a:close/>
                <a:moveTo>
                  <a:pt x="644368" y="197523"/>
                </a:moveTo>
                <a:lnTo>
                  <a:pt x="620714" y="259554"/>
                </a:lnTo>
                <a:lnTo>
                  <a:pt x="628690" y="259554"/>
                </a:lnTo>
                <a:lnTo>
                  <a:pt x="635246" y="242806"/>
                </a:lnTo>
                <a:lnTo>
                  <a:pt x="662266" y="242806"/>
                </a:lnTo>
                <a:lnTo>
                  <a:pt x="668821" y="259554"/>
                </a:lnTo>
                <a:lnTo>
                  <a:pt x="677055" y="259554"/>
                </a:lnTo>
                <a:lnTo>
                  <a:pt x="653491" y="197523"/>
                </a:lnTo>
                <a:lnTo>
                  <a:pt x="644368" y="197523"/>
                </a:lnTo>
                <a:close/>
                <a:moveTo>
                  <a:pt x="637547" y="235808"/>
                </a:moveTo>
                <a:lnTo>
                  <a:pt x="648705" y="205943"/>
                </a:lnTo>
                <a:lnTo>
                  <a:pt x="659955" y="235808"/>
                </a:lnTo>
                <a:lnTo>
                  <a:pt x="637538" y="235808"/>
                </a:lnTo>
                <a:close/>
              </a:path>
            </a:pathLst>
          </a:custGeom>
          <a:solidFill>
            <a:schemeClr val="bg1"/>
          </a:solidFill>
          <a:ln w="1061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pt-BR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26A81056-1605-4167-4F27-3CB64EE18EBC}"/>
              </a:ext>
            </a:extLst>
          </p:cNvPr>
          <p:cNvSpPr/>
          <p:nvPr/>
        </p:nvSpPr>
        <p:spPr>
          <a:xfrm>
            <a:off x="1" y="0"/>
            <a:ext cx="1031966" cy="3429000"/>
          </a:xfrm>
          <a:prstGeom prst="rect">
            <a:avLst/>
          </a:prstGeom>
          <a:gradFill>
            <a:gsLst>
              <a:gs pos="100000">
                <a:schemeClr val="tx1">
                  <a:lumMod val="95000"/>
                  <a:lumOff val="5000"/>
                </a:schemeClr>
              </a:gs>
              <a:gs pos="16000">
                <a:schemeClr val="accent3">
                  <a:lumMod val="75000"/>
                </a:schemeClr>
              </a:gs>
              <a:gs pos="0">
                <a:schemeClr val="accent3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pt-BR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  <a:sym typeface="Arial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406B749-92BB-4007-5A7F-AAC57D8F9598}"/>
              </a:ext>
            </a:extLst>
          </p:cNvPr>
          <p:cNvSpPr txBox="1"/>
          <p:nvPr/>
        </p:nvSpPr>
        <p:spPr>
          <a:xfrm>
            <a:off x="10331038" y="2444817"/>
            <a:ext cx="1379143" cy="150206"/>
          </a:xfrm>
          <a:prstGeom prst="rect">
            <a:avLst/>
          </a:prstGeom>
          <a:noFill/>
        </p:spPr>
        <p:txBody>
          <a:bodyPr wrap="square" lIns="0" tIns="0" rIns="0" bIns="0" anchor="ctr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pt-BR" sz="12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"/>
                <a:cs typeface="Arial"/>
                <a:sym typeface="Arial"/>
              </a:rPr>
              <a:t>Bancários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C648EEF-E583-AEDB-CE14-F8CB6EA02E2C}"/>
              </a:ext>
            </a:extLst>
          </p:cNvPr>
          <p:cNvSpPr txBox="1"/>
          <p:nvPr/>
        </p:nvSpPr>
        <p:spPr>
          <a:xfrm>
            <a:off x="10325527" y="3208551"/>
            <a:ext cx="1379143" cy="150206"/>
          </a:xfrm>
          <a:prstGeom prst="rect">
            <a:avLst/>
          </a:prstGeom>
          <a:noFill/>
        </p:spPr>
        <p:txBody>
          <a:bodyPr wrap="square" lIns="0" tIns="0" rIns="0" bIns="0" anchor="ctr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pt-BR" sz="12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"/>
                <a:cs typeface="Arial"/>
                <a:sym typeface="Arial"/>
              </a:rPr>
              <a:t>Corporativos</a:t>
            </a:r>
          </a:p>
        </p:txBody>
      </p:sp>
      <p:sp>
        <p:nvSpPr>
          <p:cNvPr id="60" name="profissionais_credito">
            <a:extLst>
              <a:ext uri="{FF2B5EF4-FFF2-40B4-BE49-F238E27FC236}">
                <a16:creationId xmlns:a16="http://schemas.microsoft.com/office/drawing/2014/main" id="{C58B7459-9528-9CB5-2829-7476EF5FB566}"/>
              </a:ext>
            </a:extLst>
          </p:cNvPr>
          <p:cNvSpPr txBox="1"/>
          <p:nvPr/>
        </p:nvSpPr>
        <p:spPr>
          <a:xfrm>
            <a:off x="9881271" y="5675081"/>
            <a:ext cx="1975766" cy="633644"/>
          </a:xfrm>
          <a:prstGeom prst="rect">
            <a:avLst/>
          </a:prstGeom>
          <a:noFill/>
        </p:spPr>
        <p:txBody>
          <a:bodyPr wrap="square" lIns="0" tIns="0" rIns="72000" bIns="72000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pt-BR" sz="3760" b="1" i="0" u="none" strike="noStrike" kern="0" cap="none" spc="-55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"/>
                <a:cs typeface="Arial"/>
                <a:sym typeface="Arial"/>
              </a:rPr>
              <a:t>11</a:t>
            </a:r>
          </a:p>
        </p:txBody>
      </p:sp>
      <p:sp>
        <p:nvSpPr>
          <p:cNvPr id="10" name="emissores_corporativos">
            <a:extLst>
              <a:ext uri="{FF2B5EF4-FFF2-40B4-BE49-F238E27FC236}">
                <a16:creationId xmlns:a16="http://schemas.microsoft.com/office/drawing/2014/main" id="{E6D00CFD-5240-E0BF-24F6-1788672F1A41}"/>
              </a:ext>
            </a:extLst>
          </p:cNvPr>
          <p:cNvSpPr txBox="1"/>
          <p:nvPr/>
        </p:nvSpPr>
        <p:spPr>
          <a:xfrm>
            <a:off x="10033638" y="2674027"/>
            <a:ext cx="1671032" cy="534524"/>
          </a:xfrm>
          <a:prstGeom prst="rect">
            <a:avLst/>
          </a:prstGeom>
          <a:noFill/>
        </p:spPr>
        <p:txBody>
          <a:bodyPr wrap="square" lIns="0" tIns="0" rIns="0" bIns="0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pt-BR" sz="376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"/>
                <a:cs typeface="Arial"/>
                <a:sym typeface="Arial"/>
              </a:rPr>
              <a:t>+100</a:t>
            </a:r>
            <a:endParaRPr kumimoji="0" lang="pt-BR" sz="1200" b="1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sos"/>
              <a:cs typeface="Arial"/>
              <a:sym typeface="Arial"/>
            </a:endParaRPr>
          </a:p>
        </p:txBody>
      </p:sp>
      <p:sp>
        <p:nvSpPr>
          <p:cNvPr id="6" name="emissores_bancarios">
            <a:extLst>
              <a:ext uri="{FF2B5EF4-FFF2-40B4-BE49-F238E27FC236}">
                <a16:creationId xmlns:a16="http://schemas.microsoft.com/office/drawing/2014/main" id="{2724FB50-3A71-E999-41F1-A9708703B878}"/>
              </a:ext>
            </a:extLst>
          </p:cNvPr>
          <p:cNvSpPr txBox="1"/>
          <p:nvPr/>
        </p:nvSpPr>
        <p:spPr>
          <a:xfrm>
            <a:off x="10039149" y="1910293"/>
            <a:ext cx="1671032" cy="534524"/>
          </a:xfrm>
          <a:prstGeom prst="rect">
            <a:avLst/>
          </a:prstGeom>
          <a:noFill/>
        </p:spPr>
        <p:txBody>
          <a:bodyPr wrap="square" lIns="0" tIns="0" rIns="0" bIns="0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pt-BR" sz="376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"/>
                <a:cs typeface="Arial"/>
                <a:sym typeface="Arial"/>
              </a:rPr>
              <a:t>+30</a:t>
            </a:r>
            <a:endParaRPr kumimoji="0" lang="pt-BR" sz="1200" b="1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sos"/>
              <a:cs typeface="Arial"/>
              <a:sym typeface="Arial"/>
            </a:endParaRPr>
          </a:p>
        </p:txBody>
      </p:sp>
      <p:sp>
        <p:nvSpPr>
          <p:cNvPr id="55" name="ativos_sob_gestao_credito_12M">
            <a:extLst>
              <a:ext uri="{FF2B5EF4-FFF2-40B4-BE49-F238E27FC236}">
                <a16:creationId xmlns:a16="http://schemas.microsoft.com/office/drawing/2014/main" id="{53C50901-1A34-4E72-23E3-81DBEC9B270E}"/>
              </a:ext>
            </a:extLst>
          </p:cNvPr>
          <p:cNvSpPr txBox="1"/>
          <p:nvPr/>
        </p:nvSpPr>
        <p:spPr>
          <a:xfrm>
            <a:off x="7681208" y="5675081"/>
            <a:ext cx="1975766" cy="633644"/>
          </a:xfrm>
          <a:prstGeom prst="rect">
            <a:avLst/>
          </a:prstGeom>
          <a:noFill/>
        </p:spPr>
        <p:txBody>
          <a:bodyPr wrap="square" lIns="0" tIns="0" rIns="72000" bIns="72000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pt-BR" sz="2400" b="1" i="0" u="none" strike="noStrike" kern="0" cap="none" spc="-55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"/>
                <a:cs typeface="Arial"/>
                <a:sym typeface="Arial"/>
              </a:rPr>
              <a:t>+R$ </a:t>
            </a:r>
            <a:r>
              <a:rPr kumimoji="0" lang="pt-BR" sz="3760" b="1" i="0" u="none" strike="noStrike" kern="0" cap="none" spc="-55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"/>
                <a:cs typeface="Arial"/>
                <a:sym typeface="Arial"/>
              </a:rPr>
              <a:t>3,5 bi</a:t>
            </a:r>
          </a:p>
        </p:txBody>
      </p:sp>
      <p:sp>
        <p:nvSpPr>
          <p:cNvPr id="33" name="ativos_sob_gestao_credito">
            <a:extLst>
              <a:ext uri="{FF2B5EF4-FFF2-40B4-BE49-F238E27FC236}">
                <a16:creationId xmlns:a16="http://schemas.microsoft.com/office/drawing/2014/main" id="{E97E3F42-DF08-12F0-9233-3D336B9FAE2D}"/>
              </a:ext>
            </a:extLst>
          </p:cNvPr>
          <p:cNvSpPr txBox="1"/>
          <p:nvPr/>
        </p:nvSpPr>
        <p:spPr>
          <a:xfrm>
            <a:off x="7681208" y="2819400"/>
            <a:ext cx="1975766" cy="694239"/>
          </a:xfrm>
          <a:prstGeom prst="rect">
            <a:avLst/>
          </a:prstGeom>
          <a:noFill/>
        </p:spPr>
        <p:txBody>
          <a:bodyPr wrap="square" lIns="0" tIns="0" rIns="72000" bIns="72000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pt-BR" sz="2400" b="1" i="0" u="none" strike="noStrike" kern="0" cap="none" spc="-55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"/>
                <a:cs typeface="Arial"/>
                <a:sym typeface="Arial"/>
              </a:rPr>
              <a:t>+R$ </a:t>
            </a:r>
            <a:r>
              <a:rPr kumimoji="0" lang="pt-BR" sz="3760" b="1" i="0" u="none" strike="noStrike" kern="0" cap="none" spc="-55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"/>
                <a:cs typeface="Arial"/>
                <a:sym typeface="Arial"/>
              </a:rPr>
              <a:t>11 bi</a:t>
            </a:r>
          </a:p>
        </p:txBody>
      </p:sp>
    </p:spTree>
    <p:extLst>
      <p:ext uri="{BB962C8B-B14F-4D97-AF65-F5344CB8AC3E}">
        <p14:creationId xmlns:p14="http://schemas.microsoft.com/office/powerpoint/2010/main" val="8255260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41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F956C6D-DB4F-6D85-263F-BAADE85B8F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raphic 14">
            <a:extLst>
              <a:ext uri="{FF2B5EF4-FFF2-40B4-BE49-F238E27FC236}">
                <a16:creationId xmlns:a16="http://schemas.microsoft.com/office/drawing/2014/main" id="{521471FB-B6DF-FFDC-5D22-A5621ACDC5B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388258" y="1728788"/>
            <a:ext cx="12968516" cy="3746460"/>
          </a:xfrm>
          <a:prstGeom prst="rect">
            <a:avLst/>
          </a:prstGeom>
        </p:spPr>
      </p:pic>
      <p:pic>
        <p:nvPicPr>
          <p:cNvPr id="25" name="Picture 8">
            <a:extLst>
              <a:ext uri="{FF2B5EF4-FFF2-40B4-BE49-F238E27FC236}">
                <a16:creationId xmlns:a16="http://schemas.microsoft.com/office/drawing/2014/main" id="{3878A30B-2C5F-9462-AD77-8A8AC70158B8}"/>
              </a:ext>
            </a:extLst>
          </p:cNvPr>
          <p:cNvPicPr>
            <a:picLocks noChangeAspect="1"/>
          </p:cNvPicPr>
          <p:nvPr/>
        </p:nvPicPr>
        <p:blipFill rotWithShape="1"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-8117" t="-23966" r="-8117" b="-23966"/>
          <a:stretch/>
        </p:blipFill>
        <p:spPr>
          <a:xfrm>
            <a:off x="10848670" y="396067"/>
            <a:ext cx="889019" cy="384983"/>
          </a:xfrm>
          <a:prstGeom prst="rect">
            <a:avLst/>
          </a:prstGeom>
        </p:spPr>
      </p:pic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33F537D7-8B3B-BC40-5C80-A6152C7C790E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pPr marL="20023">
              <a:spcBef>
                <a:spcPts val="45"/>
              </a:spcBef>
            </a:pPr>
            <a:fld id="{81D60167-4931-47E6-BA6A-407CBD079E47}" type="slidenum">
              <a:rPr lang="pt-BR" spc="-15" smtClean="0"/>
              <a:pPr marL="20023">
                <a:spcBef>
                  <a:spcPts val="45"/>
                </a:spcBef>
              </a:pPr>
              <a:t>6</a:t>
            </a:fld>
            <a:endParaRPr lang="pt-BR" spc="-15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BE21EB92-1017-E624-2842-7A10531DBA5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073211" y="3007842"/>
            <a:ext cx="8045580" cy="842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36699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4FFBAF-3B59-8180-BAEB-6E60854168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2A075A21-5306-DD86-6242-9BAA438B3A5A}"/>
              </a:ext>
            </a:extLst>
          </p:cNvPr>
          <p:cNvSpPr/>
          <p:nvPr/>
        </p:nvSpPr>
        <p:spPr>
          <a:xfrm>
            <a:off x="315194" y="3514728"/>
            <a:ext cx="8325885" cy="2457084"/>
          </a:xfrm>
          <a:prstGeom prst="rect">
            <a:avLst/>
          </a:prstGeom>
          <a:solidFill>
            <a:schemeClr val="bg2">
              <a:lumMod val="10000"/>
            </a:schemeClr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pt-BR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sos" panose="020B0503020204030204" pitchFamily="34" charset="0"/>
              <a:ea typeface="+mn-ea"/>
              <a:cs typeface="+mn-cs"/>
              <a:sym typeface="Arial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126F7C0-FB29-3336-C478-ACA4A352A502}"/>
              </a:ext>
            </a:extLst>
          </p:cNvPr>
          <p:cNvSpPr/>
          <p:nvPr/>
        </p:nvSpPr>
        <p:spPr>
          <a:xfrm>
            <a:off x="8845826" y="0"/>
            <a:ext cx="3362590" cy="6858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08DFF0ED-3F68-7257-52B3-B2AC5187DC5F}"/>
              </a:ext>
            </a:extLst>
          </p:cNvPr>
          <p:cNvSpPr txBox="1"/>
          <p:nvPr/>
        </p:nvSpPr>
        <p:spPr>
          <a:xfrm>
            <a:off x="8832851" y="0"/>
            <a:ext cx="3359150" cy="6858000"/>
          </a:xfrm>
          <a:prstGeom prst="rect">
            <a:avLst/>
          </a:prstGeom>
          <a:blipFill dpi="0" rotWithShape="1">
            <a:blip r:embed="rId3" cstate="screen">
              <a:alphaModFix amt="2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 l="-239622" t="-4240" r="143738" b="4240"/>
            </a:stretch>
          </a:blipFill>
          <a:ln>
            <a:noFill/>
          </a:ln>
          <a:effectLst/>
        </p:spPr>
        <p:txBody>
          <a:bodyPr vert="horz" wrap="square" lIns="0" tIns="5715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Versos"/>
              <a:ea typeface="+mn-ea"/>
              <a:cs typeface="Versos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Versos"/>
              <a:ea typeface="+mn-ea"/>
              <a:cs typeface="Versos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Versos"/>
              <a:ea typeface="+mn-ea"/>
              <a:cs typeface="Versos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Versos"/>
              <a:ea typeface="+mn-ea"/>
              <a:cs typeface="Versos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Versos"/>
              <a:ea typeface="+mn-ea"/>
              <a:cs typeface="Versos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Versos"/>
              <a:ea typeface="+mn-ea"/>
              <a:cs typeface="Versos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Versos"/>
              <a:ea typeface="+mn-ea"/>
              <a:cs typeface="Versos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Versos"/>
              <a:ea typeface="+mn-ea"/>
              <a:cs typeface="Versos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Versos"/>
              <a:ea typeface="+mn-ea"/>
              <a:cs typeface="Versos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Versos"/>
              <a:ea typeface="+mn-ea"/>
              <a:cs typeface="Versos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Versos"/>
              <a:ea typeface="+mn-ea"/>
              <a:cs typeface="Versos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Versos"/>
              <a:ea typeface="+mn-ea"/>
              <a:cs typeface="Versos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Versos"/>
              <a:ea typeface="+mn-ea"/>
              <a:cs typeface="Versos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31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Versos"/>
              <a:ea typeface="+mn-ea"/>
              <a:cs typeface="Versos"/>
              <a:sym typeface="Arial"/>
            </a:endParaRPr>
          </a:p>
        </p:txBody>
      </p:sp>
      <p:sp>
        <p:nvSpPr>
          <p:cNvPr id="138" name="object 44">
            <a:extLst>
              <a:ext uri="{FF2B5EF4-FFF2-40B4-BE49-F238E27FC236}">
                <a16:creationId xmlns:a16="http://schemas.microsoft.com/office/drawing/2014/main" id="{C8E72E48-1878-ADC3-84C7-CB9B2C3A4C0C}"/>
              </a:ext>
            </a:extLst>
          </p:cNvPr>
          <p:cNvSpPr txBox="1">
            <a:spLocks noGrp="1"/>
          </p:cNvSpPr>
          <p:nvPr>
            <p:ph type="sldNum" sz="quarter" idx="12"/>
          </p:nvPr>
        </p:nvSpPr>
        <p:spPr/>
        <p:txBody>
          <a:bodyPr vert="horz" wrap="square" lIns="0" tIns="5775" rIns="0" bIns="0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81D60167-4931-47E6-BA6A-407CBD079E47}" type="slidenum">
              <a:rPr kumimoji="0" lang="pt-BR" sz="11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" panose="020B0503020204030204" pitchFamily="34" charset="0"/>
                <a:ea typeface="+mn-ea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7</a:t>
            </a:fld>
            <a:endParaRPr kumimoji="0" lang="pt-BR" sz="11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sos" panose="020B0503020204030204" pitchFamily="34" charset="0"/>
              <a:ea typeface="+mn-ea"/>
              <a:sym typeface="Arial"/>
            </a:endParaRPr>
          </a:p>
        </p:txBody>
      </p:sp>
      <p:sp>
        <p:nvSpPr>
          <p:cNvPr id="33" name="object 38">
            <a:extLst>
              <a:ext uri="{FF2B5EF4-FFF2-40B4-BE49-F238E27FC236}">
                <a16:creationId xmlns:a16="http://schemas.microsoft.com/office/drawing/2014/main" id="{7C9FAE39-7AE7-71F3-339F-73CA9FC6DB1D}"/>
              </a:ext>
            </a:extLst>
          </p:cNvPr>
          <p:cNvSpPr txBox="1">
            <a:spLocks/>
          </p:cNvSpPr>
          <p:nvPr/>
        </p:nvSpPr>
        <p:spPr>
          <a:xfrm>
            <a:off x="8997379" y="3514728"/>
            <a:ext cx="2858447" cy="225553"/>
          </a:xfrm>
          <a:prstGeom prst="rect">
            <a:avLst/>
          </a:prstGeom>
        </p:spPr>
        <p:txBody>
          <a:bodyPr vert="horz" wrap="square" lIns="0" tIns="10012" rIns="0" bIns="0" rtlCol="0" anchor="t">
            <a:spAutoFit/>
          </a:bodyPr>
          <a:lstStyle>
            <a:lvl1pPr eaLnBrk="1" hangingPunct="1">
              <a:defRPr>
                <a:latin typeface="+mj-lt"/>
                <a:ea typeface="+mj-ea"/>
                <a:cs typeface="+mj-cs"/>
              </a:defRPr>
            </a:lvl1pPr>
          </a:lstStyle>
          <a:p>
            <a:pPr marL="7620" marR="0" lvl="0" indent="0" algn="l" defTabSz="914400" rtl="0" eaLnBrk="1" fontAlgn="auto" latinLnBrk="0" hangingPunct="1">
              <a:lnSpc>
                <a:spcPct val="100000"/>
              </a:lnSpc>
              <a:spcBef>
                <a:spcPts val="79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pt-BR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 panose="020B0403020204030204" pitchFamily="34" charset="0"/>
                <a:ea typeface="+mj-ea"/>
                <a:cs typeface="+mj-cs"/>
                <a:sym typeface="Arial"/>
              </a:rPr>
              <a:t>CARACTERÍSTICAS GERAIS</a:t>
            </a:r>
          </a:p>
        </p:txBody>
      </p:sp>
      <p:sp>
        <p:nvSpPr>
          <p:cNvPr id="35" name="object 38">
            <a:extLst>
              <a:ext uri="{FF2B5EF4-FFF2-40B4-BE49-F238E27FC236}">
                <a16:creationId xmlns:a16="http://schemas.microsoft.com/office/drawing/2014/main" id="{4192B543-BEC3-B1E7-830B-B7035FAD2A16}"/>
              </a:ext>
            </a:extLst>
          </p:cNvPr>
          <p:cNvSpPr txBox="1">
            <a:spLocks/>
          </p:cNvSpPr>
          <p:nvPr/>
        </p:nvSpPr>
        <p:spPr>
          <a:xfrm>
            <a:off x="8997379" y="946423"/>
            <a:ext cx="2858447" cy="564108"/>
          </a:xfrm>
          <a:prstGeom prst="rect">
            <a:avLst/>
          </a:prstGeom>
        </p:spPr>
        <p:txBody>
          <a:bodyPr vert="horz" wrap="square" lIns="0" tIns="10012" rIns="0" bIns="0" rtlCol="0" anchor="t">
            <a:spAutoFit/>
          </a:bodyPr>
          <a:lstStyle>
            <a:lvl1pPr eaLnBrk="1" hangingPunct="1">
              <a:defRPr>
                <a:latin typeface="+mj-lt"/>
                <a:ea typeface="+mj-ea"/>
                <a:cs typeface="+mj-cs"/>
              </a:defRPr>
            </a:lvl1pPr>
          </a:lstStyle>
          <a:p>
            <a:pPr marL="7620" marR="0" lvl="0" indent="0" algn="l" defTabSz="914400" rtl="0" eaLnBrk="1" fontAlgn="auto" latinLnBrk="0" hangingPunct="1">
              <a:lnSpc>
                <a:spcPct val="100000"/>
              </a:lnSpc>
              <a:spcBef>
                <a:spcPts val="79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/>
                <a:ea typeface="+mj-ea"/>
                <a:cs typeface="+mj-cs"/>
                <a:sym typeface="Arial"/>
              </a:rPr>
              <a:t>Por que o TIVIO</a:t>
            </a:r>
            <a:br>
              <a: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/>
                <a:ea typeface="+mj-ea"/>
                <a:cs typeface="+mj-cs"/>
                <a:sym typeface="Arial"/>
              </a:rPr>
            </a:br>
            <a:r>
              <a:rPr kumimoji="0" lang="pt-BR" sz="1800" b="1" i="0" u="none" strike="noStrike" kern="1200" cap="none" spc="0" normalizeH="0" baseline="0" noProof="0">
                <a:ln>
                  <a:noFill/>
                </a:ln>
                <a:solidFill>
                  <a:srgbClr val="9BB7C7"/>
                </a:solidFill>
                <a:effectLst/>
                <a:uLnTx/>
                <a:uFillTx/>
                <a:latin typeface="Versos"/>
                <a:ea typeface="+mj-ea"/>
                <a:cs typeface="+mj-cs"/>
                <a:sym typeface="Arial"/>
              </a:rPr>
              <a:t>INSTITUCIONAL </a:t>
            </a:r>
            <a:r>
              <a:rPr kumimoji="0" lang="pt-BR" sz="1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"/>
                <a:ea typeface="+mj-ea"/>
                <a:cs typeface="+mj-cs"/>
                <a:sym typeface="Arial"/>
              </a:rPr>
              <a:t>30</a:t>
            </a:r>
            <a:r>
              <a: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/>
                <a:ea typeface="+mj-ea"/>
                <a:cs typeface="+mj-cs"/>
                <a:sym typeface="Arial"/>
              </a:rPr>
              <a:t>?</a:t>
            </a:r>
            <a:endParaRPr kumimoji="0" lang="pt-BR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sos Light" panose="020B0403020204030204" pitchFamily="34" charset="0"/>
              <a:ea typeface="+mj-ea"/>
              <a:cs typeface="+mj-cs"/>
              <a:sym typeface="Arial"/>
            </a:endParaRPr>
          </a:p>
        </p:txBody>
      </p:sp>
      <p:sp>
        <p:nvSpPr>
          <p:cNvPr id="36" name="object 38">
            <a:extLst>
              <a:ext uri="{FF2B5EF4-FFF2-40B4-BE49-F238E27FC236}">
                <a16:creationId xmlns:a16="http://schemas.microsoft.com/office/drawing/2014/main" id="{8164BDDD-14B9-F5D0-8E4E-DC6A768DFE14}"/>
              </a:ext>
            </a:extLst>
          </p:cNvPr>
          <p:cNvSpPr txBox="1">
            <a:spLocks/>
          </p:cNvSpPr>
          <p:nvPr/>
        </p:nvSpPr>
        <p:spPr>
          <a:xfrm>
            <a:off x="8997378" y="1661994"/>
            <a:ext cx="2858447" cy="1774695"/>
          </a:xfrm>
          <a:prstGeom prst="rect">
            <a:avLst/>
          </a:prstGeom>
        </p:spPr>
        <p:txBody>
          <a:bodyPr vert="horz" wrap="square" lIns="0" tIns="10012" rIns="0" bIns="0" rtlCol="0" anchor="t">
            <a:spAutoFit/>
          </a:bodyPr>
          <a:lstStyle>
            <a:lvl1pPr eaLnBrk="1" hangingPunct="1">
              <a:defRPr>
                <a:latin typeface="+mj-lt"/>
                <a:ea typeface="+mj-ea"/>
                <a:cs typeface="+mj-cs"/>
              </a:defRPr>
            </a:lvl1pPr>
          </a:lstStyle>
          <a:p>
            <a:pPr marL="143510" marR="0" lvl="0" indent="-143510" algn="l" defTabSz="9144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Tx/>
              <a:buFont typeface="Wingdings,Sans-Serif" panose="05000000000000000000" pitchFamily="2" charset="2"/>
              <a:buChar char="§"/>
              <a:tabLst/>
              <a:defRPr/>
            </a:pPr>
            <a:r>
              <a:rPr kumimoji="0" lang="pt-BR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/>
                <a:ea typeface="+mj-ea"/>
                <a:cs typeface="+mj-cs"/>
                <a:sym typeface="Arial"/>
              </a:rPr>
              <a:t>Carteira focada em ativos de </a:t>
            </a:r>
            <a:br>
              <a:rPr kumimoji="0" lang="pt-BR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/>
                <a:ea typeface="+mj-ea"/>
                <a:cs typeface="+mj-cs"/>
                <a:sym typeface="Arial"/>
              </a:rPr>
            </a:br>
            <a:r>
              <a:rPr kumimoji="0" lang="pt-BR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/>
                <a:ea typeface="+mj-ea"/>
                <a:cs typeface="+mj-cs"/>
                <a:sym typeface="Arial"/>
              </a:rPr>
              <a:t>crédito de alta qualidade, com seleção criteriosa de emissores.</a:t>
            </a:r>
          </a:p>
          <a:p>
            <a:pPr marL="143510" marR="0" lvl="0" indent="-143510" algn="l" defTabSz="9144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Tx/>
              <a:buFont typeface="Wingdings,Sans-Serif" panose="05000000000000000000" pitchFamily="2" charset="2"/>
              <a:buChar char="§"/>
              <a:tabLst/>
              <a:defRPr/>
            </a:pPr>
            <a:r>
              <a:rPr kumimoji="0" lang="pt-BR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/>
                <a:ea typeface="+mj-ea"/>
                <a:cs typeface="+mj-cs"/>
                <a:sym typeface="Arial"/>
              </a:rPr>
              <a:t>Estratégia voltada à busca de retornos consistentes acima </a:t>
            </a:r>
            <a:br>
              <a:rPr kumimoji="0" lang="pt-BR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/>
                <a:ea typeface="+mj-ea"/>
                <a:cs typeface="+mj-cs"/>
                <a:sym typeface="Arial"/>
              </a:rPr>
            </a:br>
            <a:r>
              <a:rPr kumimoji="0" lang="pt-BR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/>
                <a:ea typeface="+mj-ea"/>
                <a:cs typeface="+mj-cs"/>
                <a:sym typeface="Arial"/>
              </a:rPr>
              <a:t>do CDI no longo prazo.</a:t>
            </a:r>
          </a:p>
          <a:p>
            <a:pPr marL="143510" marR="0" lvl="0" indent="-143510" algn="l" defTabSz="9144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Tx/>
              <a:buFont typeface="Wingdings,Sans-Serif" panose="05000000000000000000" pitchFamily="2" charset="2"/>
              <a:buChar char="§"/>
              <a:tabLst/>
              <a:defRPr/>
            </a:pPr>
            <a:r>
              <a:rPr kumimoji="0" lang="pt-BR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/>
                <a:ea typeface="+mj-ea"/>
                <a:cs typeface="+mj-cs"/>
                <a:sym typeface="Arial"/>
              </a:rPr>
              <a:t>Gestão ativa e disciplinada, com monitoramento contínuo do mercado e das oportunidades de crédito.</a:t>
            </a:r>
            <a:endParaRPr kumimoji="0" lang="en-US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ersos Light"/>
              <a:ea typeface="+mj-ea"/>
              <a:cs typeface="+mj-cs"/>
              <a:sym typeface="Arial"/>
            </a:endParaRPr>
          </a:p>
        </p:txBody>
      </p:sp>
      <p:sp>
        <p:nvSpPr>
          <p:cNvPr id="37" name="object 38">
            <a:extLst>
              <a:ext uri="{FF2B5EF4-FFF2-40B4-BE49-F238E27FC236}">
                <a16:creationId xmlns:a16="http://schemas.microsoft.com/office/drawing/2014/main" id="{B2DFCB4A-FD53-3792-7965-440CC1C4A7D4}"/>
              </a:ext>
            </a:extLst>
          </p:cNvPr>
          <p:cNvSpPr txBox="1">
            <a:spLocks/>
          </p:cNvSpPr>
          <p:nvPr/>
        </p:nvSpPr>
        <p:spPr>
          <a:xfrm>
            <a:off x="8997377" y="3855541"/>
            <a:ext cx="3022973" cy="1610548"/>
          </a:xfrm>
          <a:prstGeom prst="rect">
            <a:avLst/>
          </a:prstGeom>
        </p:spPr>
        <p:txBody>
          <a:bodyPr vert="horz" wrap="square" lIns="0" tIns="10012" rIns="0" bIns="0" rtlCol="0" anchor="t">
            <a:spAutoFit/>
          </a:bodyPr>
          <a:lstStyle>
            <a:lvl1pPr eaLnBrk="1" hangingPunct="1">
              <a:defRPr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pt-BR" sz="105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 panose="020B0403020204030204" pitchFamily="34" charset="0"/>
                <a:ea typeface="+mj-ea"/>
                <a:cs typeface="+mj-cs"/>
                <a:sym typeface="Arial"/>
              </a:rPr>
              <a:t>Aplicação Mínima Inicial: </a:t>
            </a:r>
            <a:r>
              <a:rPr kumimoji="0" lang="pt-BR" sz="105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" panose="020B0503020204030204" pitchFamily="34" charset="0"/>
                <a:ea typeface="+mj-ea"/>
                <a:cs typeface="+mj-cs"/>
                <a:sym typeface="Arial"/>
              </a:rPr>
              <a:t>R$ 1.000,00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pt-BR" sz="105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 panose="020B0403020204030204" pitchFamily="34" charset="0"/>
                <a:ea typeface="+mj-ea"/>
                <a:cs typeface="+mj-cs"/>
                <a:sym typeface="Arial"/>
              </a:rPr>
              <a:t>Movimentação Mínima: </a:t>
            </a:r>
            <a:r>
              <a:rPr kumimoji="0" lang="pt-BR" sz="105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" panose="020B0503020204030204" pitchFamily="34" charset="0"/>
                <a:ea typeface="+mj-ea"/>
                <a:cs typeface="+mj-cs"/>
                <a:sym typeface="Arial"/>
              </a:rPr>
              <a:t>R$ 1.000,00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pt-BR" sz="105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 panose="020B0403020204030204" pitchFamily="34" charset="0"/>
                <a:ea typeface="+mj-ea"/>
                <a:cs typeface="+mj-cs"/>
                <a:sym typeface="Arial"/>
              </a:rPr>
              <a:t>Aplicação: </a:t>
            </a:r>
            <a:r>
              <a:rPr kumimoji="0" lang="pt-BR" sz="105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" panose="020B0503020204030204" pitchFamily="34" charset="0"/>
                <a:ea typeface="+mj-ea"/>
                <a:cs typeface="+mj-cs"/>
                <a:sym typeface="Arial"/>
              </a:rPr>
              <a:t>D+0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pt-BR" sz="105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 panose="020B0403020204030204" pitchFamily="34" charset="0"/>
                <a:ea typeface="+mj-ea"/>
                <a:cs typeface="+mj-cs"/>
                <a:sym typeface="Arial"/>
              </a:rPr>
              <a:t>Cotização do resgate: </a:t>
            </a:r>
            <a:r>
              <a:rPr kumimoji="0" lang="pt-BR" sz="105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" panose="020B0503020204030204" pitchFamily="34" charset="0"/>
                <a:ea typeface="+mj-ea"/>
                <a:cs typeface="+mj-cs"/>
                <a:sym typeface="Arial"/>
              </a:rPr>
              <a:t>D+30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pt-BR" sz="105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 panose="020B0403020204030204" pitchFamily="34" charset="0"/>
                <a:ea typeface="+mj-ea"/>
                <a:cs typeface="+mj-cs"/>
                <a:sym typeface="Arial"/>
              </a:rPr>
              <a:t>Pagamento do resgate após solicitação: </a:t>
            </a:r>
            <a:r>
              <a:rPr kumimoji="0" lang="pt-BR" sz="105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" panose="020B0503020204030204" pitchFamily="34" charset="0"/>
                <a:ea typeface="+mj-ea"/>
                <a:cs typeface="+mj-cs"/>
                <a:sym typeface="Arial"/>
              </a:rPr>
              <a:t>D+30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pt-BR" sz="105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 panose="020B0403020204030204" pitchFamily="34" charset="0"/>
                <a:ea typeface="+mj-ea"/>
                <a:cs typeface="+mj-cs"/>
                <a:sym typeface="Arial"/>
              </a:rPr>
              <a:t>Taxa de administração: </a:t>
            </a:r>
            <a:r>
              <a:rPr kumimoji="0" lang="pt-BR" sz="105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" panose="020B0503020204030204" pitchFamily="34" charset="0"/>
                <a:ea typeface="+mj-ea"/>
                <a:cs typeface="+mj-cs"/>
                <a:sym typeface="Arial"/>
              </a:rPr>
              <a:t>0,63% a.a.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pt-BR" sz="105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 panose="020B0403020204030204" pitchFamily="34" charset="0"/>
                <a:ea typeface="+mj-ea"/>
                <a:cs typeface="+mj-cs"/>
                <a:sym typeface="Arial"/>
              </a:rPr>
              <a:t>Taxa de performance:</a:t>
            </a:r>
            <a:br>
              <a:rPr kumimoji="0" lang="pt-BR" sz="105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 panose="020B0403020204030204" pitchFamily="34" charset="0"/>
                <a:ea typeface="+mj-ea"/>
                <a:cs typeface="+mj-cs"/>
                <a:sym typeface="Arial"/>
              </a:rPr>
            </a:br>
            <a:r>
              <a:rPr kumimoji="0" lang="pt-BR" sz="105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 panose="020B0403020204030204" pitchFamily="34" charset="0"/>
                <a:ea typeface="+mj-ea"/>
                <a:cs typeface="+mj-cs"/>
                <a:sym typeface="Arial"/>
              </a:rPr>
              <a:t> </a:t>
            </a:r>
            <a:r>
              <a:rPr kumimoji="0" lang="pt-BR" sz="105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" panose="020B0503020204030204" pitchFamily="34" charset="0"/>
                <a:ea typeface="+mj-ea"/>
                <a:cs typeface="+mj-cs"/>
                <a:sym typeface="Arial"/>
              </a:rPr>
              <a:t>20% do que exceder o CDI.</a:t>
            </a:r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E4799CF5-DF5A-BA82-068E-7C0DB8AB6BDA}"/>
              </a:ext>
            </a:extLst>
          </p:cNvPr>
          <p:cNvGrpSpPr/>
          <p:nvPr/>
        </p:nvGrpSpPr>
        <p:grpSpPr>
          <a:xfrm>
            <a:off x="8997377" y="5692483"/>
            <a:ext cx="3022973" cy="505117"/>
            <a:chOff x="8997377" y="5916938"/>
            <a:chExt cx="3022973" cy="505117"/>
          </a:xfrm>
        </p:grpSpPr>
        <p:sp>
          <p:nvSpPr>
            <p:cNvPr id="39" name="object 38">
              <a:extLst>
                <a:ext uri="{FF2B5EF4-FFF2-40B4-BE49-F238E27FC236}">
                  <a16:creationId xmlns:a16="http://schemas.microsoft.com/office/drawing/2014/main" id="{1661534B-BC4E-09B7-AB5A-B601C7183B78}"/>
                </a:ext>
              </a:extLst>
            </p:cNvPr>
            <p:cNvSpPr txBox="1">
              <a:spLocks/>
            </p:cNvSpPr>
            <p:nvPr/>
          </p:nvSpPr>
          <p:spPr>
            <a:xfrm>
              <a:off x="8997377" y="5916938"/>
              <a:ext cx="2858448" cy="505117"/>
            </a:xfrm>
            <a:prstGeom prst="rect">
              <a:avLst/>
            </a:prstGeom>
          </p:spPr>
          <p:txBody>
            <a:bodyPr vert="horz" wrap="square" lIns="0" tIns="10012" rIns="0" bIns="0" rtlCol="0" anchor="t">
              <a:spAutoFit/>
            </a:bodyPr>
            <a:lstStyle>
              <a:lvl1pPr eaLnBrk="1" hangingPunct="1">
                <a:defRPr>
                  <a:latin typeface="+mj-lt"/>
                  <a:ea typeface="+mj-ea"/>
                  <a:cs typeface="+mj-cs"/>
                </a:defRPr>
              </a:lvl1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20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85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Light" panose="020B0403020204030204" pitchFamily="34" charset="0"/>
                  <a:ea typeface="+mj-ea"/>
                  <a:cs typeface="+mj-cs"/>
                  <a:sym typeface="Arial"/>
                </a:rPr>
                <a:t>Público-alvo: Investidores em geral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20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85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Light" panose="020B0403020204030204" pitchFamily="34" charset="0"/>
                  <a:ea typeface="+mj-ea"/>
                  <a:cs typeface="+mj-cs"/>
                  <a:sym typeface="Arial"/>
                </a:rPr>
                <a:t>PL: R$ 126 milhões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20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85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Light" panose="020B0403020204030204" pitchFamily="34" charset="0"/>
                  <a:ea typeface="+mj-ea"/>
                  <a:cs typeface="+mj-cs"/>
                  <a:sym typeface="Arial"/>
                </a:rPr>
                <a:t>Gestor: Tivio Capital</a:t>
              </a:r>
            </a:p>
          </p:txBody>
        </p:sp>
        <p:sp>
          <p:nvSpPr>
            <p:cNvPr id="40" name="object 38">
              <a:extLst>
                <a:ext uri="{FF2B5EF4-FFF2-40B4-BE49-F238E27FC236}">
                  <a16:creationId xmlns:a16="http://schemas.microsoft.com/office/drawing/2014/main" id="{E81162D7-048F-1C2F-BDD1-F40F0419891E}"/>
                </a:ext>
              </a:extLst>
            </p:cNvPr>
            <p:cNvSpPr txBox="1">
              <a:spLocks/>
            </p:cNvSpPr>
            <p:nvPr/>
          </p:nvSpPr>
          <p:spPr>
            <a:xfrm>
              <a:off x="10115109" y="6099039"/>
              <a:ext cx="1905241" cy="323016"/>
            </a:xfrm>
            <a:prstGeom prst="rect">
              <a:avLst/>
            </a:prstGeom>
          </p:spPr>
          <p:txBody>
            <a:bodyPr vert="horz" wrap="square" lIns="0" tIns="10012" rIns="0" bIns="0" rtlCol="0" anchor="t">
              <a:spAutoFit/>
            </a:bodyPr>
            <a:lstStyle>
              <a:lvl1pPr eaLnBrk="1" hangingPunct="1">
                <a:defRPr>
                  <a:latin typeface="+mj-lt"/>
                  <a:ea typeface="+mj-ea"/>
                  <a:cs typeface="+mj-cs"/>
                </a:defRPr>
              </a:lvl1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20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85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Light" panose="020B0403020204030204" pitchFamily="34" charset="0"/>
                  <a:ea typeface="+mj-ea"/>
                  <a:cs typeface="+mj-cs"/>
                  <a:sym typeface="Arial"/>
                </a:rPr>
                <a:t>PL médio (12 meses): 158 milhões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20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85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Light" panose="020B0403020204030204" pitchFamily="34" charset="0"/>
                  <a:ea typeface="+mj-ea"/>
                  <a:cs typeface="+mj-cs"/>
                  <a:sym typeface="Arial"/>
                </a:rPr>
                <a:t>Data de início: 11/12/2024</a:t>
              </a:r>
            </a:p>
          </p:txBody>
        </p:sp>
      </p:grpSp>
      <p:sp>
        <p:nvSpPr>
          <p:cNvPr id="193" name="CaixaDeTexto 4">
            <a:extLst>
              <a:ext uri="{FF2B5EF4-FFF2-40B4-BE49-F238E27FC236}">
                <a16:creationId xmlns:a16="http://schemas.microsoft.com/office/drawing/2014/main" id="{6A4D245F-F214-90DD-BB2A-A23290B3947C}"/>
              </a:ext>
            </a:extLst>
          </p:cNvPr>
          <p:cNvSpPr txBox="1"/>
          <p:nvPr/>
        </p:nvSpPr>
        <p:spPr>
          <a:xfrm>
            <a:off x="6810997" y="374109"/>
            <a:ext cx="1830082" cy="34686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pt-BR" sz="12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 panose="020B0403020204030204" pitchFamily="34" charset="0"/>
                <a:ea typeface="+mn-ea"/>
                <a:cs typeface="Arial"/>
                <a:sym typeface="Arial"/>
              </a:rPr>
              <a:t>58.290.160/0001-00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6757DB48-FA0C-8B3B-08CD-8A950E113F4B}"/>
              </a:ext>
            </a:extLst>
          </p:cNvPr>
          <p:cNvGrpSpPr/>
          <p:nvPr/>
        </p:nvGrpSpPr>
        <p:grpSpPr>
          <a:xfrm>
            <a:off x="334960" y="1593191"/>
            <a:ext cx="8306119" cy="1771259"/>
            <a:chOff x="334962" y="1234440"/>
            <a:chExt cx="6801507" cy="2075688"/>
          </a:xfrm>
        </p:grpSpPr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5130E2B5-AA05-1F11-BF82-C5E85B4ED0E5}"/>
                </a:ext>
              </a:extLst>
            </p:cNvPr>
            <p:cNvSpPr/>
            <p:nvPr/>
          </p:nvSpPr>
          <p:spPr>
            <a:xfrm>
              <a:off x="334962" y="1234440"/>
              <a:ext cx="3342566" cy="2075688"/>
            </a:xfrm>
            <a:prstGeom prst="rect">
              <a:avLst/>
            </a:prstGeom>
            <a:noFill/>
            <a:ln w="12700"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30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" panose="020B0503020204030204" pitchFamily="34" charset="0"/>
                  <a:ea typeface="+mn-ea"/>
                  <a:cs typeface="+mn-cs"/>
                  <a:sym typeface="Arial"/>
                </a:rPr>
                <a:t>12M</a:t>
              </a:r>
              <a:br>
                <a:rPr kumimoji="0" lang="pt-BR" sz="30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" panose="020B0503020204030204" pitchFamily="34" charset="0"/>
                  <a:ea typeface="+mn-ea"/>
                  <a:cs typeface="+mn-cs"/>
                  <a:sym typeface="Arial"/>
                </a:rPr>
              </a:br>
              <a:r>
                <a:rPr kumimoji="0" lang="pt-BR" sz="4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" panose="020B0503020204030204" pitchFamily="34" charset="0"/>
                  <a:ea typeface="+mn-ea"/>
                  <a:cs typeface="+mn-cs"/>
                  <a:sym typeface="Arial"/>
                </a:rPr>
                <a:t>101</a:t>
              </a:r>
              <a:r>
                <a:rPr kumimoji="0" lang="pt-BR" sz="2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" panose="020B0503020204030204" pitchFamily="34" charset="0"/>
                  <a:ea typeface="+mn-ea"/>
                  <a:cs typeface="+mn-cs"/>
                  <a:sym typeface="Arial"/>
                </a:rPr>
                <a:t>%</a:t>
              </a:r>
              <a:r>
                <a:rPr kumimoji="0" lang="pt-BR" sz="4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" panose="020B0503020204030204" pitchFamily="34" charset="0"/>
                  <a:ea typeface="+mn-ea"/>
                  <a:cs typeface="+mn-cs"/>
                  <a:sym typeface="Arial"/>
                </a:rPr>
                <a:t> </a:t>
              </a:r>
              <a:r>
                <a:rPr kumimoji="0" lang="pt-BR" sz="3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" panose="020B0503020204030204" pitchFamily="34" charset="0"/>
                  <a:ea typeface="+mn-ea"/>
                  <a:cs typeface="+mn-cs"/>
                  <a:sym typeface="Arial"/>
                </a:rPr>
                <a:t>do CDI</a:t>
              </a:r>
            </a:p>
          </p:txBody>
        </p:sp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FAD71F27-65BD-3D7E-6EC3-2CE699A50772}"/>
                </a:ext>
              </a:extLst>
            </p:cNvPr>
            <p:cNvGrpSpPr/>
            <p:nvPr/>
          </p:nvGrpSpPr>
          <p:grpSpPr>
            <a:xfrm>
              <a:off x="3793903" y="1234440"/>
              <a:ext cx="3342566" cy="2075688"/>
              <a:chOff x="3793903" y="1234440"/>
              <a:chExt cx="3342566" cy="1746881"/>
            </a:xfrm>
          </p:grpSpPr>
          <p:sp>
            <p:nvSpPr>
              <p:cNvPr id="42" name="Rectangle 41">
                <a:extLst>
                  <a:ext uri="{FF2B5EF4-FFF2-40B4-BE49-F238E27FC236}">
                    <a16:creationId xmlns:a16="http://schemas.microsoft.com/office/drawing/2014/main" id="{39CE0A2A-E018-2738-F171-82E870BFC6B0}"/>
                  </a:ext>
                </a:extLst>
              </p:cNvPr>
              <p:cNvSpPr/>
              <p:nvPr/>
            </p:nvSpPr>
            <p:spPr>
              <a:xfrm>
                <a:off x="3793903" y="1234440"/>
                <a:ext cx="3342566" cy="795528"/>
              </a:xfrm>
              <a:prstGeom prst="rect">
                <a:avLst/>
              </a:prstGeom>
              <a:noFill/>
              <a:ln w="12700">
                <a:solidFill>
                  <a:schemeClr val="bg2">
                    <a:lumMod val="9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r>
                  <a:rPr kumimoji="0" lang="pt-BR" sz="14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Versos" panose="020B0503020204030204" pitchFamily="34" charset="0"/>
                    <a:ea typeface="+mn-ea"/>
                    <a:cs typeface="+mn-cs"/>
                    <a:sym typeface="Arial"/>
                  </a:rPr>
                  <a:t>ANO</a:t>
                </a:r>
                <a:br>
                  <a:rPr kumimoji="0" lang="pt-BR" sz="14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Versos" panose="020B0503020204030204" pitchFamily="34" charset="0"/>
                    <a:ea typeface="+mn-ea"/>
                    <a:cs typeface="+mn-cs"/>
                    <a:sym typeface="Arial"/>
                  </a:rPr>
                </a:br>
                <a:r>
                  <a:rPr kumimoji="0" lang="pt-BR" sz="2400" b="1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Versos" panose="020B0503020204030204" pitchFamily="34" charset="0"/>
                    <a:ea typeface="+mn-ea"/>
                    <a:cs typeface="+mn-cs"/>
                    <a:sym typeface="Arial"/>
                  </a:rPr>
                  <a:t>101</a:t>
                </a:r>
                <a:r>
                  <a:rPr kumimoji="0" lang="pt-BR" sz="2000" b="1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Versos" panose="020B0503020204030204" pitchFamily="34" charset="0"/>
                    <a:ea typeface="+mn-ea"/>
                    <a:cs typeface="+mn-cs"/>
                    <a:sym typeface="Arial"/>
                  </a:rPr>
                  <a:t>%</a:t>
                </a:r>
                <a:r>
                  <a:rPr kumimoji="0" lang="pt-BR" sz="2400" b="1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Versos" panose="020B0503020204030204" pitchFamily="34" charset="0"/>
                    <a:ea typeface="+mn-ea"/>
                    <a:cs typeface="+mn-cs"/>
                    <a:sym typeface="Arial"/>
                  </a:rPr>
                  <a:t> </a:t>
                </a:r>
                <a:r>
                  <a:rPr kumimoji="0" lang="pt-BR" sz="1400" b="1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Versos" panose="020B0503020204030204" pitchFamily="34" charset="0"/>
                    <a:ea typeface="+mn-ea"/>
                    <a:cs typeface="+mn-cs"/>
                    <a:sym typeface="Arial"/>
                  </a:rPr>
                  <a:t>do CDI</a:t>
                </a:r>
              </a:p>
            </p:txBody>
          </p:sp>
          <p:sp>
            <p:nvSpPr>
              <p:cNvPr id="43" name="Rectangle 42">
                <a:extLst>
                  <a:ext uri="{FF2B5EF4-FFF2-40B4-BE49-F238E27FC236}">
                    <a16:creationId xmlns:a16="http://schemas.microsoft.com/office/drawing/2014/main" id="{9E4114D0-E611-E1A0-E095-178F2933CF6D}"/>
                  </a:ext>
                </a:extLst>
              </p:cNvPr>
              <p:cNvSpPr/>
              <p:nvPr/>
            </p:nvSpPr>
            <p:spPr>
              <a:xfrm>
                <a:off x="3793903" y="2185793"/>
                <a:ext cx="3342566" cy="795528"/>
              </a:xfrm>
              <a:prstGeom prst="rect">
                <a:avLst/>
              </a:prstGeom>
              <a:noFill/>
              <a:ln w="12700">
                <a:solidFill>
                  <a:schemeClr val="bg2">
                    <a:lumMod val="9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r>
                  <a:rPr kumimoji="0" lang="pt-BR" sz="14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Versos" panose="020B0503020204030204" pitchFamily="34" charset="0"/>
                    <a:ea typeface="+mn-ea"/>
                    <a:cs typeface="+mn-cs"/>
                    <a:sym typeface="Arial"/>
                  </a:rPr>
                  <a:t>MÊS</a:t>
                </a:r>
                <a:br>
                  <a:rPr kumimoji="0" lang="pt-BR" sz="14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Versos" panose="020B0503020204030204" pitchFamily="34" charset="0"/>
                    <a:ea typeface="+mn-ea"/>
                    <a:cs typeface="+mn-cs"/>
                    <a:sym typeface="Arial"/>
                  </a:rPr>
                </a:br>
                <a:r>
                  <a:rPr kumimoji="0" lang="pt-BR" sz="2400" b="1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Versos" panose="020B0503020204030204" pitchFamily="34" charset="0"/>
                    <a:ea typeface="+mn-ea"/>
                    <a:cs typeface="+mn-cs"/>
                    <a:sym typeface="Arial"/>
                  </a:rPr>
                  <a:t>102</a:t>
                </a:r>
                <a:r>
                  <a:rPr kumimoji="0" lang="pt-BR" sz="2000" b="1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Versos" panose="020B0503020204030204" pitchFamily="34" charset="0"/>
                    <a:ea typeface="+mn-ea"/>
                    <a:cs typeface="+mn-cs"/>
                    <a:sym typeface="Arial"/>
                  </a:rPr>
                  <a:t>%</a:t>
                </a:r>
                <a:r>
                  <a:rPr kumimoji="0" lang="pt-BR" sz="2400" b="1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Versos" panose="020B0503020204030204" pitchFamily="34" charset="0"/>
                    <a:ea typeface="+mn-ea"/>
                    <a:cs typeface="+mn-cs"/>
                    <a:sym typeface="Arial"/>
                  </a:rPr>
                  <a:t> </a:t>
                </a:r>
                <a:r>
                  <a:rPr kumimoji="0" lang="pt-BR" sz="1400" b="1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Versos" panose="020B0503020204030204" pitchFamily="34" charset="0"/>
                    <a:ea typeface="+mn-ea"/>
                    <a:cs typeface="+mn-cs"/>
                    <a:sym typeface="Arial"/>
                  </a:rPr>
                  <a:t>do CDI</a:t>
                </a:r>
              </a:p>
            </p:txBody>
          </p:sp>
        </p:grp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7749E186-E22F-6741-22FE-5B40C442EE66}"/>
              </a:ext>
            </a:extLst>
          </p:cNvPr>
          <p:cNvGrpSpPr/>
          <p:nvPr/>
        </p:nvGrpSpPr>
        <p:grpSpPr>
          <a:xfrm>
            <a:off x="501907" y="3711761"/>
            <a:ext cx="8004784" cy="2063018"/>
            <a:chOff x="501907" y="4124515"/>
            <a:chExt cx="7376712" cy="1869508"/>
          </a:xfrm>
        </p:grpSpPr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0357FEDC-7718-20BD-CDAB-B962B8DDB8FF}"/>
                </a:ext>
              </a:extLst>
            </p:cNvPr>
            <p:cNvSpPr/>
            <p:nvPr/>
          </p:nvSpPr>
          <p:spPr>
            <a:xfrm>
              <a:off x="501907" y="4131491"/>
              <a:ext cx="3386602" cy="1862532"/>
            </a:xfrm>
            <a:prstGeom prst="rect">
              <a:avLst/>
            </a:prstGeom>
            <a:noFill/>
            <a:ln w="12700"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0" bIns="0" rtlCol="0" anchor="t" anchorCtr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Light" panose="020B0403020204030204" pitchFamily="34" charset="0"/>
                  <a:ea typeface="+mn-ea"/>
                  <a:cs typeface="+mn-cs"/>
                  <a:sym typeface="Arial"/>
                </a:rPr>
                <a:t>Alocação de crédito</a:t>
              </a:r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103C7488-EDD1-E06F-8AFA-4A095F4130C1}"/>
                </a:ext>
              </a:extLst>
            </p:cNvPr>
            <p:cNvSpPr/>
            <p:nvPr/>
          </p:nvSpPr>
          <p:spPr>
            <a:xfrm>
              <a:off x="4055453" y="4124515"/>
              <a:ext cx="1828111" cy="1862532"/>
            </a:xfrm>
            <a:prstGeom prst="rect">
              <a:avLst/>
            </a:prstGeom>
            <a:noFill/>
            <a:ln w="12700"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0" bIns="0" rtlCol="0" anchor="t" anchorCtr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Light"/>
                  <a:ea typeface="+mn-ea"/>
                  <a:cs typeface="+mn-cs"/>
                  <a:sym typeface="Arial"/>
                </a:rPr>
                <a:t>Carrego bruto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pt-BR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 panose="020B0403020204030204" pitchFamily="34" charset="0"/>
                <a:ea typeface="+mn-ea"/>
                <a:cs typeface="+mn-cs"/>
                <a:sym typeface="Arial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br>
                <a:rPr kumimoji="0" lang="pt-BR" sz="14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" panose="020B0503020204030204" pitchFamily="34" charset="0"/>
                  <a:ea typeface="+mn-ea"/>
                  <a:cs typeface="+mn-cs"/>
                  <a:sym typeface="Arial"/>
                </a:rPr>
              </a:br>
              <a:r>
                <a:rPr kumimoji="0" lang="pt-BR" sz="12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"/>
                  <a:ea typeface="+mn-ea"/>
                  <a:cs typeface="+mn-cs"/>
                  <a:sym typeface="Arial"/>
                </a:rPr>
                <a:t>CDI+ </a:t>
              </a:r>
              <a:br>
                <a:rPr kumimoji="0" lang="pt-BR" sz="12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"/>
                  <a:ea typeface="+mn-ea"/>
                  <a:cs typeface="+mn-cs"/>
                  <a:sym typeface="Arial"/>
                </a:rPr>
              </a:br>
              <a:r>
                <a:rPr kumimoji="0" lang="pt-BR" sz="40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"/>
                  <a:ea typeface="+mn-ea"/>
                  <a:cs typeface="+mn-cs"/>
                  <a:sym typeface="Arial"/>
                </a:rPr>
                <a:t>1,04</a:t>
              </a:r>
              <a:r>
                <a:rPr kumimoji="0" lang="pt-BR" sz="2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"/>
                  <a:ea typeface="+mn-ea"/>
                  <a:cs typeface="+mn-cs"/>
                  <a:sym typeface="Arial"/>
                </a:rPr>
                <a:t>%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"/>
                  <a:ea typeface="+mn-ea"/>
                  <a:cs typeface="+mn-cs"/>
                  <a:sym typeface="Arial"/>
                </a:rPr>
                <a:t>a.a.</a:t>
              </a:r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B76CD790-5FB6-7431-2EB9-08CAB73BECE8}"/>
                </a:ext>
              </a:extLst>
            </p:cNvPr>
            <p:cNvSpPr/>
            <p:nvPr/>
          </p:nvSpPr>
          <p:spPr>
            <a:xfrm>
              <a:off x="6050508" y="4124515"/>
              <a:ext cx="1828111" cy="1862532"/>
            </a:xfrm>
            <a:prstGeom prst="rect">
              <a:avLst/>
            </a:prstGeom>
            <a:noFill/>
            <a:ln w="12700"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0" bIns="0" rtlCol="0" anchor="t" anchorCtr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Light" panose="020B0403020204030204" pitchFamily="34" charset="0"/>
                  <a:ea typeface="+mn-ea"/>
                  <a:cs typeface="+mn-cs"/>
                  <a:sym typeface="Arial"/>
                </a:rPr>
                <a:t>Duration</a:t>
              </a:r>
              <a:endParaRPr kumimoji="0" lang="pt-BR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 panose="020B0403020204030204" pitchFamily="34" charset="0"/>
                <a:ea typeface="+mn-ea"/>
                <a:cs typeface="+mn-cs"/>
                <a:sym typeface="Arial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pt-BR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 panose="020B0403020204030204" pitchFamily="34" charset="0"/>
                <a:ea typeface="+mn-ea"/>
                <a:cs typeface="+mn-cs"/>
                <a:sym typeface="Arial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pt-BR" sz="14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" panose="020B0503020204030204" pitchFamily="34" charset="0"/>
                <a:ea typeface="+mn-ea"/>
                <a:cs typeface="+mn-cs"/>
                <a:sym typeface="Arial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br>
                <a:rPr kumimoji="0" lang="pt-BR" sz="14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" panose="020B0503020204030204" pitchFamily="34" charset="0"/>
                  <a:ea typeface="+mn-ea"/>
                  <a:cs typeface="+mn-cs"/>
                  <a:sym typeface="Arial"/>
                </a:rPr>
              </a:br>
              <a:r>
                <a:rPr kumimoji="0" lang="pt-BR" sz="4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" panose="020B0503020204030204" pitchFamily="34" charset="0"/>
                  <a:ea typeface="+mn-ea"/>
                  <a:cs typeface="+mn-cs"/>
                  <a:sym typeface="Arial"/>
                </a:rPr>
                <a:t>1,86</a:t>
              </a:r>
              <a:endParaRPr kumimoji="0" lang="pt-BR" sz="20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" panose="020B0503020204030204" pitchFamily="34" charset="0"/>
                <a:ea typeface="+mn-ea"/>
                <a:cs typeface="+mn-cs"/>
                <a:sym typeface="Arial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" panose="020B0503020204030204" pitchFamily="34" charset="0"/>
                  <a:ea typeface="+mn-ea"/>
                  <a:cs typeface="+mn-cs"/>
                  <a:sym typeface="Arial"/>
                </a:rPr>
                <a:t>anos</a:t>
              </a:r>
            </a:p>
          </p:txBody>
        </p:sp>
      </p:grpSp>
      <p:sp>
        <p:nvSpPr>
          <p:cNvPr id="48" name="object 38">
            <a:extLst>
              <a:ext uri="{FF2B5EF4-FFF2-40B4-BE49-F238E27FC236}">
                <a16:creationId xmlns:a16="http://schemas.microsoft.com/office/drawing/2014/main" id="{BF59DAAF-8DF2-316F-6B1F-274CEBF676E7}"/>
              </a:ext>
            </a:extLst>
          </p:cNvPr>
          <p:cNvSpPr txBox="1">
            <a:spLocks/>
          </p:cNvSpPr>
          <p:nvPr/>
        </p:nvSpPr>
        <p:spPr>
          <a:xfrm>
            <a:off x="656287" y="4612357"/>
            <a:ext cx="1588149" cy="748774"/>
          </a:xfrm>
          <a:prstGeom prst="rect">
            <a:avLst/>
          </a:prstGeom>
        </p:spPr>
        <p:txBody>
          <a:bodyPr vert="horz" wrap="square" lIns="0" tIns="10012" rIns="0" bIns="0" rtlCol="0" anchor="t">
            <a:spAutoFit/>
          </a:bodyPr>
          <a:lstStyle>
            <a:lvl1pPr eaLnBrk="1" hangingPunct="1">
              <a:defRPr>
                <a:latin typeface="+mj-lt"/>
                <a:ea typeface="+mj-ea"/>
                <a:cs typeface="+mj-cs"/>
              </a:defRPr>
            </a:lvl1pPr>
          </a:lstStyle>
          <a:p>
            <a:pPr marL="7620" marR="0" lvl="0" indent="0" algn="ctr" defTabSz="914400" rtl="0" eaLnBrk="1" fontAlgn="auto" latinLnBrk="0" hangingPunct="1">
              <a:lnSpc>
                <a:spcPct val="100000"/>
              </a:lnSpc>
              <a:spcBef>
                <a:spcPts val="79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pt-BR" sz="48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" panose="020B0503020204030204" pitchFamily="34" charset="0"/>
                <a:ea typeface="+mj-ea"/>
                <a:cs typeface="+mj-cs"/>
                <a:sym typeface="Arial"/>
              </a:rPr>
              <a:t>84</a:t>
            </a:r>
            <a:r>
              <a:rPr kumimoji="0" lang="pt-BR" sz="20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" panose="020B0503020204030204" pitchFamily="34" charset="0"/>
                <a:ea typeface="+mj-ea"/>
                <a:cs typeface="+mj-cs"/>
                <a:sym typeface="Arial"/>
              </a:rPr>
              <a:t>%</a:t>
            </a:r>
          </a:p>
        </p:txBody>
      </p: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CA1B66AC-0377-4519-9721-074127FC23A8}"/>
              </a:ext>
            </a:extLst>
          </p:cNvPr>
          <p:cNvCxnSpPr/>
          <p:nvPr/>
        </p:nvCxnSpPr>
        <p:spPr>
          <a:xfrm>
            <a:off x="2244436" y="4453414"/>
            <a:ext cx="0" cy="1114594"/>
          </a:xfrm>
          <a:prstGeom prst="line">
            <a:avLst/>
          </a:prstGeom>
          <a:ln>
            <a:gradFill>
              <a:gsLst>
                <a:gs pos="50000">
                  <a:schemeClr val="bg2">
                    <a:lumMod val="90000"/>
                  </a:schemeClr>
                </a:gs>
                <a:gs pos="0">
                  <a:schemeClr val="bg1">
                    <a:alpha val="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database">
            <a:extLst>
              <a:ext uri="{FF2B5EF4-FFF2-40B4-BE49-F238E27FC236}">
                <a16:creationId xmlns:a16="http://schemas.microsoft.com/office/drawing/2014/main" id="{4B4FA138-07B7-0BE6-24C5-BA0A04DAB300}"/>
              </a:ext>
            </a:extLst>
          </p:cNvPr>
          <p:cNvSpPr txBox="1"/>
          <p:nvPr/>
        </p:nvSpPr>
        <p:spPr>
          <a:xfrm>
            <a:off x="593653" y="6173912"/>
            <a:ext cx="8036114" cy="130805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r" defTabSz="877458" rtl="0" eaLnBrk="1" fontAlgn="auto" latinLnBrk="0" hangingPunct="1">
              <a:lnSpc>
                <a:spcPct val="100000"/>
              </a:lnSpc>
              <a:spcBef>
                <a:spcPts val="288"/>
              </a:spcBef>
              <a:spcAft>
                <a:spcPts val="288"/>
              </a:spcAft>
              <a:buClr>
                <a:srgbClr val="000000"/>
              </a:buClr>
              <a:buSzTx/>
              <a:buFontTx/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kumimoji="0" lang="pt-BR" sz="85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" panose="020B0503020204030204" pitchFamily="34" charset="0"/>
                <a:ea typeface="+mn-ea"/>
                <a:cs typeface="helvetica"/>
                <a:sym typeface="Arial"/>
              </a:rPr>
              <a:t>Data base: 31/08/2026</a:t>
            </a:r>
          </a:p>
        </p:txBody>
      </p:sp>
      <p:sp>
        <p:nvSpPr>
          <p:cNvPr id="51" name="numero-top3">
            <a:extLst>
              <a:ext uri="{FF2B5EF4-FFF2-40B4-BE49-F238E27FC236}">
                <a16:creationId xmlns:a16="http://schemas.microsoft.com/office/drawing/2014/main" id="{3E63CA84-0711-E9A4-FFF0-2AD43B5FBECC}"/>
              </a:ext>
            </a:extLst>
          </p:cNvPr>
          <p:cNvSpPr txBox="1"/>
          <p:nvPr/>
        </p:nvSpPr>
        <p:spPr>
          <a:xfrm>
            <a:off x="2334261" y="5327044"/>
            <a:ext cx="198072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pt-BR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" panose="020B0503020204030204" pitchFamily="34" charset="0"/>
                <a:ea typeface="+mn-ea"/>
                <a:cs typeface="Arial"/>
                <a:sym typeface="Arial"/>
              </a:rPr>
              <a:t>7,8%</a:t>
            </a:r>
          </a:p>
        </p:txBody>
      </p:sp>
      <p:sp>
        <p:nvSpPr>
          <p:cNvPr id="52" name="numero-top2">
            <a:extLst>
              <a:ext uri="{FF2B5EF4-FFF2-40B4-BE49-F238E27FC236}">
                <a16:creationId xmlns:a16="http://schemas.microsoft.com/office/drawing/2014/main" id="{6DD654DA-EA66-B6F6-6872-AD4CDAC22F20}"/>
              </a:ext>
            </a:extLst>
          </p:cNvPr>
          <p:cNvSpPr txBox="1"/>
          <p:nvPr/>
        </p:nvSpPr>
        <p:spPr>
          <a:xfrm>
            <a:off x="2334261" y="4868586"/>
            <a:ext cx="198072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" panose="020B0503020204030204" pitchFamily="34" charset="0"/>
                <a:ea typeface="+mn-ea"/>
                <a:cs typeface="Arial"/>
                <a:sym typeface="Arial"/>
              </a:rPr>
              <a:t>14,3%</a:t>
            </a:r>
          </a:p>
        </p:txBody>
      </p:sp>
      <p:sp>
        <p:nvSpPr>
          <p:cNvPr id="53" name="numero-top1">
            <a:extLst>
              <a:ext uri="{FF2B5EF4-FFF2-40B4-BE49-F238E27FC236}">
                <a16:creationId xmlns:a16="http://schemas.microsoft.com/office/drawing/2014/main" id="{3F83973F-507A-4BBC-E5F1-1D31510DD81A}"/>
              </a:ext>
            </a:extLst>
          </p:cNvPr>
          <p:cNvSpPr txBox="1"/>
          <p:nvPr/>
        </p:nvSpPr>
        <p:spPr>
          <a:xfrm>
            <a:off x="2334262" y="4412202"/>
            <a:ext cx="198072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" panose="020B0503020204030204" pitchFamily="34" charset="0"/>
                <a:ea typeface="+mn-ea"/>
                <a:cs typeface="Arial"/>
                <a:sym typeface="Arial"/>
              </a:rPr>
              <a:t>30,8%</a:t>
            </a:r>
          </a:p>
        </p:txBody>
      </p:sp>
      <p:sp>
        <p:nvSpPr>
          <p:cNvPr id="54" name="nome-top3">
            <a:extLst>
              <a:ext uri="{FF2B5EF4-FFF2-40B4-BE49-F238E27FC236}">
                <a16:creationId xmlns:a16="http://schemas.microsoft.com/office/drawing/2014/main" id="{A03B2569-7124-34B1-212D-74B869AFC14C}"/>
              </a:ext>
            </a:extLst>
          </p:cNvPr>
          <p:cNvSpPr txBox="1"/>
          <p:nvPr/>
        </p:nvSpPr>
        <p:spPr>
          <a:xfrm>
            <a:off x="3009161" y="5220487"/>
            <a:ext cx="1064456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05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" panose="020B0503020204030204" pitchFamily="34" charset="0"/>
                <a:ea typeface="+mn-ea"/>
                <a:cs typeface="Arial"/>
                <a:sym typeface="Arial"/>
              </a:rPr>
              <a:t>energia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05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" panose="020B0503020204030204" pitchFamily="34" charset="0"/>
                <a:ea typeface="+mn-ea"/>
                <a:cs typeface="Arial"/>
                <a:sym typeface="Arial"/>
              </a:rPr>
              <a:t>elétrica</a:t>
            </a:r>
          </a:p>
        </p:txBody>
      </p:sp>
      <p:sp>
        <p:nvSpPr>
          <p:cNvPr id="55" name="nome-top2">
            <a:extLst>
              <a:ext uri="{FF2B5EF4-FFF2-40B4-BE49-F238E27FC236}">
                <a16:creationId xmlns:a16="http://schemas.microsoft.com/office/drawing/2014/main" id="{BD5FA1BC-D59B-2001-F4FD-29549CD20EE9}"/>
              </a:ext>
            </a:extLst>
          </p:cNvPr>
          <p:cNvSpPr txBox="1"/>
          <p:nvPr/>
        </p:nvSpPr>
        <p:spPr>
          <a:xfrm>
            <a:off x="3009160" y="4852429"/>
            <a:ext cx="1064455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pt-BR" sz="105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" panose="020B0503020204030204" pitchFamily="34" charset="0"/>
                <a:ea typeface="+mn-ea"/>
                <a:cs typeface="Arial"/>
                <a:sym typeface="Arial"/>
              </a:rPr>
              <a:t>FIDC</a:t>
            </a:r>
          </a:p>
        </p:txBody>
      </p:sp>
      <p:sp>
        <p:nvSpPr>
          <p:cNvPr id="56" name="nome-top1">
            <a:extLst>
              <a:ext uri="{FF2B5EF4-FFF2-40B4-BE49-F238E27FC236}">
                <a16:creationId xmlns:a16="http://schemas.microsoft.com/office/drawing/2014/main" id="{6ED17BD3-0B8A-E781-4E1A-234DC38CB335}"/>
              </a:ext>
            </a:extLst>
          </p:cNvPr>
          <p:cNvSpPr txBox="1"/>
          <p:nvPr/>
        </p:nvSpPr>
        <p:spPr>
          <a:xfrm>
            <a:off x="3009161" y="4401480"/>
            <a:ext cx="1684555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05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" panose="020B0503020204030204" pitchFamily="34" charset="0"/>
                <a:ea typeface="+mn-ea"/>
                <a:cs typeface="Arial"/>
                <a:sym typeface="Arial"/>
              </a:rPr>
              <a:t>financeiro</a:t>
            </a:r>
          </a:p>
        </p:txBody>
      </p:sp>
      <p:sp>
        <p:nvSpPr>
          <p:cNvPr id="57" name="nome-top1">
            <a:extLst>
              <a:ext uri="{FF2B5EF4-FFF2-40B4-BE49-F238E27FC236}">
                <a16:creationId xmlns:a16="http://schemas.microsoft.com/office/drawing/2014/main" id="{3445D456-1053-5478-D660-1D1DD9C51E8B}"/>
              </a:ext>
            </a:extLst>
          </p:cNvPr>
          <p:cNvSpPr txBox="1"/>
          <p:nvPr/>
        </p:nvSpPr>
        <p:spPr>
          <a:xfrm>
            <a:off x="2868126" y="4008008"/>
            <a:ext cx="761863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05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" panose="020B0503020204030204" pitchFamily="34" charset="0"/>
                <a:ea typeface="+mn-ea"/>
                <a:cs typeface="Arial"/>
                <a:sym typeface="Arial"/>
              </a:rPr>
              <a:t>Top 3</a:t>
            </a:r>
          </a:p>
        </p:txBody>
      </p:sp>
      <p:pic>
        <p:nvPicPr>
          <p:cNvPr id="59" name="Graphic 58">
            <a:extLst>
              <a:ext uri="{FF2B5EF4-FFF2-40B4-BE49-F238E27FC236}">
                <a16:creationId xmlns:a16="http://schemas.microsoft.com/office/drawing/2014/main" id="{1ABC48A1-ECC0-F069-0B5B-0F17E703B26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54078" y="381600"/>
            <a:ext cx="3241561" cy="339369"/>
          </a:xfrm>
          <a:prstGeom prst="rect">
            <a:avLst/>
          </a:prstGeom>
        </p:spPr>
      </p:pic>
      <p:sp>
        <p:nvSpPr>
          <p:cNvPr id="7" name="object 38">
            <a:extLst>
              <a:ext uri="{FF2B5EF4-FFF2-40B4-BE49-F238E27FC236}">
                <a16:creationId xmlns:a16="http://schemas.microsoft.com/office/drawing/2014/main" id="{F7546FC4-301C-782C-EFF3-A9727F57412F}"/>
              </a:ext>
            </a:extLst>
          </p:cNvPr>
          <p:cNvSpPr txBox="1">
            <a:spLocks/>
          </p:cNvSpPr>
          <p:nvPr/>
        </p:nvSpPr>
        <p:spPr>
          <a:xfrm>
            <a:off x="315195" y="1229564"/>
            <a:ext cx="7850404" cy="225553"/>
          </a:xfrm>
          <a:prstGeom prst="rect">
            <a:avLst/>
          </a:prstGeom>
        </p:spPr>
        <p:txBody>
          <a:bodyPr vert="horz" wrap="square" lIns="0" tIns="10012" rIns="0" bIns="0" rtlCol="0" anchor="t">
            <a:spAutoFit/>
          </a:bodyPr>
          <a:lstStyle>
            <a:lvl1pPr eaLnBrk="1" hangingPunct="1">
              <a:defRPr>
                <a:latin typeface="+mj-lt"/>
                <a:ea typeface="+mj-ea"/>
                <a:cs typeface="+mj-cs"/>
              </a:defRPr>
            </a:lvl1pPr>
          </a:lstStyle>
          <a:p>
            <a:pPr marL="7620" marR="0" lvl="0" indent="0" algn="l" defTabSz="914400" rtl="0" eaLnBrk="1" fontAlgn="auto" latinLnBrk="0" hangingPunct="1">
              <a:lnSpc>
                <a:spcPct val="100000"/>
              </a:lnSpc>
              <a:spcBef>
                <a:spcPts val="79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pt-BR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 panose="020B0403020204030204" pitchFamily="34" charset="0"/>
                <a:ea typeface="+mj-ea"/>
                <a:cs typeface="+mj-cs"/>
                <a:sym typeface="Arial"/>
              </a:rPr>
              <a:t>RENTABILIDADE</a:t>
            </a:r>
          </a:p>
        </p:txBody>
      </p:sp>
    </p:spTree>
    <p:extLst>
      <p:ext uri="{BB962C8B-B14F-4D97-AF65-F5344CB8AC3E}">
        <p14:creationId xmlns:p14="http://schemas.microsoft.com/office/powerpoint/2010/main" val="14431472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C47489E-452A-1490-BA30-9652D6DAE2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D86EA905-AF15-8173-4A95-09B8AAE712BF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duotone>
              <a:prstClr val="black"/>
              <a:srgbClr val="D9C3A5">
                <a:tint val="50000"/>
                <a:satMod val="180000"/>
              </a:srgbClr>
            </a:duotone>
            <a:alphaModFix amt="35000"/>
          </a:blip>
          <a:srcRect b="15626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1" name="object 6">
            <a:extLst>
              <a:ext uri="{FF2B5EF4-FFF2-40B4-BE49-F238E27FC236}">
                <a16:creationId xmlns:a16="http://schemas.microsoft.com/office/drawing/2014/main" id="{8DAA143C-46C3-3E50-DA9F-CAF64718ADAD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3063729" y="2976408"/>
            <a:ext cx="6064542" cy="90518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sz="5882">
                <a:solidFill>
                  <a:schemeClr val="bg1"/>
                </a:solidFill>
                <a:latin typeface="Versos" panose="020B0503020204030204" pitchFamily="34" charset="77"/>
              </a:rPr>
              <a:t>INVESTIMENTO</a:t>
            </a:r>
          </a:p>
        </p:txBody>
      </p:sp>
      <p:pic>
        <p:nvPicPr>
          <p:cNvPr id="11" name="Picture 8">
            <a:extLst>
              <a:ext uri="{FF2B5EF4-FFF2-40B4-BE49-F238E27FC236}">
                <a16:creationId xmlns:a16="http://schemas.microsoft.com/office/drawing/2014/main" id="{1EA23D6F-E8CA-81B0-8E30-74F02362BE4E}"/>
              </a:ext>
            </a:extLst>
          </p:cNvPr>
          <p:cNvPicPr>
            <a:picLocks noChangeAspect="1"/>
          </p:cNvPicPr>
          <p:nvPr/>
        </p:nvPicPr>
        <p:blipFill rotWithShape="1"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-8117" t="-23966" r="-8117" b="-23966"/>
          <a:stretch/>
        </p:blipFill>
        <p:spPr>
          <a:xfrm>
            <a:off x="5549185" y="489021"/>
            <a:ext cx="1093631" cy="473589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44594DA9-CC65-537E-DE55-831F4246CDA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158568" y="5922032"/>
            <a:ext cx="3874865" cy="405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29877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0A141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59A9997-FAC3-80CA-D8DE-27D91AA7F2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Retângulo 85">
            <a:extLst>
              <a:ext uri="{FF2B5EF4-FFF2-40B4-BE49-F238E27FC236}">
                <a16:creationId xmlns:a16="http://schemas.microsoft.com/office/drawing/2014/main" id="{5F92A1DD-2E30-9CA2-FAAD-F23D1D27F522}"/>
              </a:ext>
            </a:extLst>
          </p:cNvPr>
          <p:cNvSpPr/>
          <p:nvPr/>
        </p:nvSpPr>
        <p:spPr>
          <a:xfrm>
            <a:off x="0" y="3822700"/>
            <a:ext cx="12192000" cy="3035300"/>
          </a:xfrm>
          <a:prstGeom prst="rect">
            <a:avLst/>
          </a:prstGeom>
          <a:solidFill>
            <a:srgbClr val="2A3F4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7" name="Retângulo: Cantos Arredondados 66">
            <a:extLst>
              <a:ext uri="{FF2B5EF4-FFF2-40B4-BE49-F238E27FC236}">
                <a16:creationId xmlns:a16="http://schemas.microsoft.com/office/drawing/2014/main" id="{8FCD7906-0836-3B20-4959-5F01BE0892D3}"/>
              </a:ext>
            </a:extLst>
          </p:cNvPr>
          <p:cNvSpPr/>
          <p:nvPr/>
        </p:nvSpPr>
        <p:spPr>
          <a:xfrm>
            <a:off x="566515" y="4873732"/>
            <a:ext cx="1675258" cy="1220358"/>
          </a:xfrm>
          <a:prstGeom prst="roundRect">
            <a:avLst>
              <a:gd name="adj" fmla="val 11412"/>
            </a:avLst>
          </a:prstGeom>
          <a:noFill/>
          <a:ln>
            <a:solidFill>
              <a:srgbClr val="54828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/>
          </a:p>
        </p:txBody>
      </p:sp>
      <p:sp>
        <p:nvSpPr>
          <p:cNvPr id="68" name="Retângulo: Cantos Arredondados 67">
            <a:extLst>
              <a:ext uri="{FF2B5EF4-FFF2-40B4-BE49-F238E27FC236}">
                <a16:creationId xmlns:a16="http://schemas.microsoft.com/office/drawing/2014/main" id="{BC8332E2-C5C4-1C85-8B83-DD4C069EF365}"/>
              </a:ext>
            </a:extLst>
          </p:cNvPr>
          <p:cNvSpPr/>
          <p:nvPr/>
        </p:nvSpPr>
        <p:spPr>
          <a:xfrm>
            <a:off x="2336258" y="4873732"/>
            <a:ext cx="1628547" cy="1220358"/>
          </a:xfrm>
          <a:prstGeom prst="roundRect">
            <a:avLst>
              <a:gd name="adj" fmla="val 11412"/>
            </a:avLst>
          </a:prstGeom>
          <a:noFill/>
          <a:ln>
            <a:solidFill>
              <a:srgbClr val="54828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/>
          </a:p>
        </p:txBody>
      </p:sp>
      <p:sp>
        <p:nvSpPr>
          <p:cNvPr id="69" name="Retângulo: Cantos Arredondados 68">
            <a:extLst>
              <a:ext uri="{FF2B5EF4-FFF2-40B4-BE49-F238E27FC236}">
                <a16:creationId xmlns:a16="http://schemas.microsoft.com/office/drawing/2014/main" id="{ECA8322B-F8AC-4E6C-EAAC-80CECA4075D9}"/>
              </a:ext>
            </a:extLst>
          </p:cNvPr>
          <p:cNvSpPr/>
          <p:nvPr/>
        </p:nvSpPr>
        <p:spPr>
          <a:xfrm>
            <a:off x="4055060" y="4873732"/>
            <a:ext cx="1853696" cy="1220358"/>
          </a:xfrm>
          <a:prstGeom prst="roundRect">
            <a:avLst>
              <a:gd name="adj" fmla="val 11412"/>
            </a:avLst>
          </a:prstGeom>
          <a:noFill/>
          <a:ln>
            <a:solidFill>
              <a:srgbClr val="54828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/>
          </a:p>
        </p:txBody>
      </p:sp>
      <p:sp>
        <p:nvSpPr>
          <p:cNvPr id="70" name="Retângulo: Cantos Arredondados 69">
            <a:extLst>
              <a:ext uri="{FF2B5EF4-FFF2-40B4-BE49-F238E27FC236}">
                <a16:creationId xmlns:a16="http://schemas.microsoft.com/office/drawing/2014/main" id="{A2C60A81-B437-AA94-9A3A-651889A8721A}"/>
              </a:ext>
            </a:extLst>
          </p:cNvPr>
          <p:cNvSpPr/>
          <p:nvPr/>
        </p:nvSpPr>
        <p:spPr>
          <a:xfrm>
            <a:off x="6019654" y="4873732"/>
            <a:ext cx="1953625" cy="1208346"/>
          </a:xfrm>
          <a:prstGeom prst="roundRect">
            <a:avLst>
              <a:gd name="adj" fmla="val 11412"/>
            </a:avLst>
          </a:prstGeom>
          <a:noFill/>
          <a:ln>
            <a:solidFill>
              <a:srgbClr val="54828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/>
          </a:p>
        </p:txBody>
      </p:sp>
      <p:sp>
        <p:nvSpPr>
          <p:cNvPr id="71" name="Retângulo: Cantos Arredondados 70">
            <a:extLst>
              <a:ext uri="{FF2B5EF4-FFF2-40B4-BE49-F238E27FC236}">
                <a16:creationId xmlns:a16="http://schemas.microsoft.com/office/drawing/2014/main" id="{FD891A19-DE4B-F3A4-A057-8F412AE8AC97}"/>
              </a:ext>
            </a:extLst>
          </p:cNvPr>
          <p:cNvSpPr/>
          <p:nvPr/>
        </p:nvSpPr>
        <p:spPr>
          <a:xfrm>
            <a:off x="8074235" y="4873732"/>
            <a:ext cx="1953625" cy="1208346"/>
          </a:xfrm>
          <a:prstGeom prst="roundRect">
            <a:avLst>
              <a:gd name="adj" fmla="val 11412"/>
            </a:avLst>
          </a:prstGeom>
          <a:noFill/>
          <a:ln>
            <a:solidFill>
              <a:srgbClr val="54828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/>
          </a:p>
        </p:txBody>
      </p:sp>
      <p:sp>
        <p:nvSpPr>
          <p:cNvPr id="72" name="Retângulo: Cantos Arredondados 71">
            <a:extLst>
              <a:ext uri="{FF2B5EF4-FFF2-40B4-BE49-F238E27FC236}">
                <a16:creationId xmlns:a16="http://schemas.microsoft.com/office/drawing/2014/main" id="{AFF7D06B-18F4-934D-DCC9-B4F134EE170C}"/>
              </a:ext>
            </a:extLst>
          </p:cNvPr>
          <p:cNvSpPr/>
          <p:nvPr/>
        </p:nvSpPr>
        <p:spPr>
          <a:xfrm>
            <a:off x="10156738" y="4873732"/>
            <a:ext cx="1700301" cy="1208346"/>
          </a:xfrm>
          <a:prstGeom prst="roundRect">
            <a:avLst>
              <a:gd name="adj" fmla="val 11412"/>
            </a:avLst>
          </a:prstGeom>
          <a:noFill/>
          <a:ln>
            <a:solidFill>
              <a:srgbClr val="54828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/>
          </a:p>
        </p:txBody>
      </p:sp>
      <p:sp>
        <p:nvSpPr>
          <p:cNvPr id="47" name="object 12">
            <a:extLst>
              <a:ext uri="{FF2B5EF4-FFF2-40B4-BE49-F238E27FC236}">
                <a16:creationId xmlns:a16="http://schemas.microsoft.com/office/drawing/2014/main" id="{C647E720-DC6F-AC80-FA29-1879B8B6BD17}"/>
              </a:ext>
            </a:extLst>
          </p:cNvPr>
          <p:cNvSpPr txBox="1"/>
          <p:nvPr/>
        </p:nvSpPr>
        <p:spPr>
          <a:xfrm>
            <a:off x="4142939" y="1077731"/>
            <a:ext cx="2111028" cy="838384"/>
          </a:xfrm>
          <a:prstGeom prst="rect">
            <a:avLst/>
          </a:prstGeom>
        </p:spPr>
        <p:txBody>
          <a:bodyPr vert="horz" wrap="square" lIns="0" tIns="7316" rIns="0" bIns="0" rtlCol="0">
            <a:spAutoFit/>
          </a:bodyPr>
          <a:lstStyle/>
          <a:p>
            <a:pPr defTabSz="554492">
              <a:buClrTx/>
              <a:defRPr/>
            </a:pPr>
            <a:r>
              <a:rPr lang="pt-BR" sz="1800" b="1">
                <a:solidFill>
                  <a:schemeClr val="accent4"/>
                </a:solidFill>
                <a:latin typeface="Versos" panose="020B0503020204030204" pitchFamily="34" charset="0"/>
              </a:rPr>
              <a:t>Expertise de Crédito com Gestão Ativa</a:t>
            </a:r>
          </a:p>
        </p:txBody>
      </p:sp>
      <p:sp>
        <p:nvSpPr>
          <p:cNvPr id="48" name="object 12">
            <a:extLst>
              <a:ext uri="{FF2B5EF4-FFF2-40B4-BE49-F238E27FC236}">
                <a16:creationId xmlns:a16="http://schemas.microsoft.com/office/drawing/2014/main" id="{1EC49683-0E90-9ED9-55CD-70884E386918}"/>
              </a:ext>
            </a:extLst>
          </p:cNvPr>
          <p:cNvSpPr txBox="1"/>
          <p:nvPr/>
        </p:nvSpPr>
        <p:spPr>
          <a:xfrm>
            <a:off x="4135981" y="2020765"/>
            <a:ext cx="2205128" cy="1516006"/>
          </a:xfrm>
          <a:prstGeom prst="rect">
            <a:avLst/>
          </a:prstGeom>
        </p:spPr>
        <p:txBody>
          <a:bodyPr vert="horz" wrap="square" lIns="0" tIns="7316" rIns="0" bIns="0" rtlCol="0" anchor="t">
            <a:spAutoFit/>
          </a:bodyPr>
          <a:lstStyle/>
          <a:p>
            <a:pPr marR="110898" defTabSz="554492">
              <a:lnSpc>
                <a:spcPct val="101800"/>
              </a:lnSpc>
              <a:spcBef>
                <a:spcPts val="1173"/>
              </a:spcBef>
              <a:buClrTx/>
              <a:defRPr/>
            </a:pPr>
            <a:r>
              <a:rPr lang="pt-BR" sz="1100">
                <a:solidFill>
                  <a:srgbClr val="FFFFFF"/>
                </a:solidFill>
                <a:latin typeface="Versos Light" panose="020B0403020204030204" pitchFamily="34" charset="0"/>
              </a:rPr>
              <a:t>Ampla experiência para aproveitar oportunidades no mercado primário e secundário</a:t>
            </a:r>
          </a:p>
          <a:p>
            <a:pPr marR="110898" defTabSz="554492">
              <a:lnSpc>
                <a:spcPct val="101800"/>
              </a:lnSpc>
              <a:spcBef>
                <a:spcPts val="1173"/>
              </a:spcBef>
              <a:buClrTx/>
              <a:defRPr/>
            </a:pPr>
            <a:r>
              <a:rPr lang="pt-BR" sz="1100" err="1">
                <a:solidFill>
                  <a:srgbClr val="FFFFFF"/>
                </a:solidFill>
                <a:latin typeface="Versos Light" panose="020B0403020204030204" pitchFamily="34" charset="0"/>
              </a:rPr>
              <a:t>Asset</a:t>
            </a:r>
            <a:r>
              <a:rPr lang="pt-BR" sz="1100">
                <a:solidFill>
                  <a:srgbClr val="FFFFFF"/>
                </a:solidFill>
                <a:latin typeface="Versos Light" panose="020B0403020204030204" pitchFamily="34" charset="0"/>
              </a:rPr>
              <a:t> Independente com Acionistas Robustos </a:t>
            </a:r>
          </a:p>
          <a:p>
            <a:pPr marR="110898" defTabSz="554492">
              <a:lnSpc>
                <a:spcPct val="101800"/>
              </a:lnSpc>
              <a:spcBef>
                <a:spcPts val="1173"/>
              </a:spcBef>
              <a:buClrTx/>
              <a:defRPr/>
            </a:pPr>
            <a:r>
              <a:rPr lang="pt-BR" sz="1100">
                <a:solidFill>
                  <a:srgbClr val="FFFFFF"/>
                </a:solidFill>
                <a:latin typeface="Versos Light" panose="020B0403020204030204" pitchFamily="34" charset="0"/>
              </a:rPr>
              <a:t>Diversificação  de emissores e setores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4F9562DA-3C73-42CA-7100-94B8E7F97C02}"/>
              </a:ext>
            </a:extLst>
          </p:cNvPr>
          <p:cNvGrpSpPr/>
          <p:nvPr/>
        </p:nvGrpSpPr>
        <p:grpSpPr>
          <a:xfrm>
            <a:off x="4122933" y="828838"/>
            <a:ext cx="460009" cy="114333"/>
            <a:chOff x="4237810" y="1599600"/>
            <a:chExt cx="481655" cy="119713"/>
          </a:xfrm>
          <a:solidFill>
            <a:schemeClr val="bg2">
              <a:lumMod val="75000"/>
            </a:schemeClr>
          </a:solidFill>
        </p:grpSpPr>
        <p:sp>
          <p:nvSpPr>
            <p:cNvPr id="2" name="Elipse 1">
              <a:extLst>
                <a:ext uri="{FF2B5EF4-FFF2-40B4-BE49-F238E27FC236}">
                  <a16:creationId xmlns:a16="http://schemas.microsoft.com/office/drawing/2014/main" id="{41E51177-2E72-0435-B41D-C60A31E543DA}"/>
                </a:ext>
              </a:extLst>
            </p:cNvPr>
            <p:cNvSpPr/>
            <p:nvPr/>
          </p:nvSpPr>
          <p:spPr>
            <a:xfrm rot="10800000">
              <a:off x="4599752" y="1599600"/>
              <a:ext cx="119713" cy="119713"/>
            </a:xfrm>
            <a:prstGeom prst="ellipse">
              <a:avLst/>
            </a:prstGeom>
            <a:noFill/>
            <a:ln w="19050"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849"/>
            </a:p>
          </p:txBody>
        </p:sp>
        <p:sp>
          <p:nvSpPr>
            <p:cNvPr id="4" name="Elipse 3">
              <a:extLst>
                <a:ext uri="{FF2B5EF4-FFF2-40B4-BE49-F238E27FC236}">
                  <a16:creationId xmlns:a16="http://schemas.microsoft.com/office/drawing/2014/main" id="{BD777395-C88E-D270-87BD-DC65F298331B}"/>
                </a:ext>
              </a:extLst>
            </p:cNvPr>
            <p:cNvSpPr/>
            <p:nvPr/>
          </p:nvSpPr>
          <p:spPr>
            <a:xfrm rot="10800000">
              <a:off x="4417312" y="1599600"/>
              <a:ext cx="119713" cy="119713"/>
            </a:xfrm>
            <a:prstGeom prst="ellipse">
              <a:avLst/>
            </a:prstGeom>
            <a:noFill/>
            <a:ln w="19050"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849"/>
            </a:p>
          </p:txBody>
        </p:sp>
        <p:sp>
          <p:nvSpPr>
            <p:cNvPr id="9" name="Elipse 8">
              <a:extLst>
                <a:ext uri="{FF2B5EF4-FFF2-40B4-BE49-F238E27FC236}">
                  <a16:creationId xmlns:a16="http://schemas.microsoft.com/office/drawing/2014/main" id="{A26B4B1D-9DBB-3EE0-F9F7-D17A57889462}"/>
                </a:ext>
              </a:extLst>
            </p:cNvPr>
            <p:cNvSpPr/>
            <p:nvPr/>
          </p:nvSpPr>
          <p:spPr>
            <a:xfrm rot="10800000">
              <a:off x="4237810" y="1599600"/>
              <a:ext cx="119713" cy="119713"/>
            </a:xfrm>
            <a:prstGeom prst="ellipse">
              <a:avLst/>
            </a:prstGeom>
            <a:grpFill/>
            <a:ln w="19050"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849"/>
            </a:p>
          </p:txBody>
        </p:sp>
      </p:grpSp>
      <p:sp>
        <p:nvSpPr>
          <p:cNvPr id="50" name="object 12">
            <a:extLst>
              <a:ext uri="{FF2B5EF4-FFF2-40B4-BE49-F238E27FC236}">
                <a16:creationId xmlns:a16="http://schemas.microsoft.com/office/drawing/2014/main" id="{A709300F-AB62-4C3B-C4A7-EAA33609D18D}"/>
              </a:ext>
            </a:extLst>
          </p:cNvPr>
          <p:cNvSpPr txBox="1"/>
          <p:nvPr/>
        </p:nvSpPr>
        <p:spPr>
          <a:xfrm>
            <a:off x="6901203" y="1070042"/>
            <a:ext cx="2085398" cy="838384"/>
          </a:xfrm>
          <a:prstGeom prst="rect">
            <a:avLst/>
          </a:prstGeom>
        </p:spPr>
        <p:txBody>
          <a:bodyPr vert="horz" wrap="square" lIns="0" tIns="7316" rIns="0" bIns="0" rtlCol="0">
            <a:spAutoFit/>
          </a:bodyPr>
          <a:lstStyle/>
          <a:p>
            <a:pPr defTabSz="554492">
              <a:buClrTx/>
              <a:defRPr/>
            </a:pPr>
            <a:r>
              <a:rPr lang="pt-BR" sz="1800" b="1">
                <a:solidFill>
                  <a:schemeClr val="accent4"/>
                </a:solidFill>
                <a:latin typeface="Versos" panose="020B0503020204030204" pitchFamily="34" charset="0"/>
              </a:rPr>
              <a:t>Análise </a:t>
            </a:r>
            <a:br>
              <a:rPr lang="pt-BR" sz="1800" b="1">
                <a:solidFill>
                  <a:schemeClr val="accent4"/>
                </a:solidFill>
                <a:latin typeface="Versos" panose="020B0503020204030204" pitchFamily="34" charset="0"/>
              </a:rPr>
            </a:br>
            <a:r>
              <a:rPr lang="pt-BR" sz="1800" b="1">
                <a:solidFill>
                  <a:schemeClr val="accent4"/>
                </a:solidFill>
                <a:latin typeface="Versos" panose="020B0503020204030204" pitchFamily="34" charset="0"/>
              </a:rPr>
              <a:t>de Crédito Criteriosa </a:t>
            </a:r>
          </a:p>
        </p:txBody>
      </p:sp>
      <p:sp>
        <p:nvSpPr>
          <p:cNvPr id="51" name="object 12">
            <a:extLst>
              <a:ext uri="{FF2B5EF4-FFF2-40B4-BE49-F238E27FC236}">
                <a16:creationId xmlns:a16="http://schemas.microsoft.com/office/drawing/2014/main" id="{A5321AFA-97C8-49C2-3ABD-58D7C2D095E4}"/>
              </a:ext>
            </a:extLst>
          </p:cNvPr>
          <p:cNvSpPr txBox="1"/>
          <p:nvPr/>
        </p:nvSpPr>
        <p:spPr>
          <a:xfrm>
            <a:off x="6894245" y="2020766"/>
            <a:ext cx="1687429" cy="862878"/>
          </a:xfrm>
          <a:prstGeom prst="rect">
            <a:avLst/>
          </a:prstGeom>
        </p:spPr>
        <p:txBody>
          <a:bodyPr vert="horz" wrap="square" lIns="0" tIns="7316" rIns="0" bIns="0" rtlCol="0">
            <a:spAutoFit/>
          </a:bodyPr>
          <a:lstStyle/>
          <a:p>
            <a:pPr marR="110898" defTabSz="554492">
              <a:lnSpc>
                <a:spcPct val="101800"/>
              </a:lnSpc>
              <a:spcBef>
                <a:spcPts val="1173"/>
              </a:spcBef>
              <a:buClrTx/>
              <a:defRPr/>
            </a:pPr>
            <a:r>
              <a:rPr lang="pt-BR" sz="1100">
                <a:solidFill>
                  <a:srgbClr val="FFFFFF"/>
                </a:solidFill>
                <a:latin typeface="Versos Light" panose="020B0403020204030204" pitchFamily="34" charset="0"/>
              </a:rPr>
              <a:t>Análise independente e acompanhamento da carteira com ferramenta proprietária </a:t>
            </a:r>
            <a:br>
              <a:rPr lang="pt-BR" sz="1100">
                <a:solidFill>
                  <a:srgbClr val="FFFFFF"/>
                </a:solidFill>
                <a:latin typeface="Versos Light" panose="020B0403020204030204" pitchFamily="34" charset="0"/>
              </a:rPr>
            </a:br>
            <a:r>
              <a:rPr lang="pt-BR" sz="1100">
                <a:solidFill>
                  <a:srgbClr val="FFFFFF"/>
                </a:solidFill>
                <a:latin typeface="Versos Light" panose="020B0403020204030204" pitchFamily="34" charset="0"/>
              </a:rPr>
              <a:t>de rating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2FA09133-178F-7D56-33DF-FB5BD6838429}"/>
              </a:ext>
            </a:extLst>
          </p:cNvPr>
          <p:cNvGrpSpPr/>
          <p:nvPr/>
        </p:nvGrpSpPr>
        <p:grpSpPr>
          <a:xfrm>
            <a:off x="6946831" y="828838"/>
            <a:ext cx="460009" cy="114333"/>
            <a:chOff x="4237810" y="1599600"/>
            <a:chExt cx="481655" cy="119713"/>
          </a:xfrm>
          <a:solidFill>
            <a:schemeClr val="bg2">
              <a:lumMod val="75000"/>
            </a:schemeClr>
          </a:solidFill>
        </p:grpSpPr>
        <p:sp>
          <p:nvSpPr>
            <p:cNvPr id="22" name="Elipse 1">
              <a:extLst>
                <a:ext uri="{FF2B5EF4-FFF2-40B4-BE49-F238E27FC236}">
                  <a16:creationId xmlns:a16="http://schemas.microsoft.com/office/drawing/2014/main" id="{F2B4AF6A-C26F-B6EC-3BF5-3F57ADB7A3DE}"/>
                </a:ext>
              </a:extLst>
            </p:cNvPr>
            <p:cNvSpPr/>
            <p:nvPr/>
          </p:nvSpPr>
          <p:spPr>
            <a:xfrm rot="10800000">
              <a:off x="4599752" y="1599600"/>
              <a:ext cx="119713" cy="119713"/>
            </a:xfrm>
            <a:prstGeom prst="ellipse">
              <a:avLst/>
            </a:prstGeom>
            <a:noFill/>
            <a:ln w="19050"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849"/>
            </a:p>
          </p:txBody>
        </p:sp>
        <p:sp>
          <p:nvSpPr>
            <p:cNvPr id="24" name="Elipse 3">
              <a:extLst>
                <a:ext uri="{FF2B5EF4-FFF2-40B4-BE49-F238E27FC236}">
                  <a16:creationId xmlns:a16="http://schemas.microsoft.com/office/drawing/2014/main" id="{52317CBD-4E59-5077-DAB3-354900E7F9F7}"/>
                </a:ext>
              </a:extLst>
            </p:cNvPr>
            <p:cNvSpPr/>
            <p:nvPr/>
          </p:nvSpPr>
          <p:spPr>
            <a:xfrm rot="10800000">
              <a:off x="4417312" y="1599600"/>
              <a:ext cx="119713" cy="119713"/>
            </a:xfrm>
            <a:prstGeom prst="ellipse">
              <a:avLst/>
            </a:prstGeom>
            <a:solidFill>
              <a:srgbClr val="9BB7C7"/>
            </a:solidFill>
            <a:ln w="19050"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849"/>
            </a:p>
          </p:txBody>
        </p:sp>
        <p:sp>
          <p:nvSpPr>
            <p:cNvPr id="26" name="Elipse 8">
              <a:extLst>
                <a:ext uri="{FF2B5EF4-FFF2-40B4-BE49-F238E27FC236}">
                  <a16:creationId xmlns:a16="http://schemas.microsoft.com/office/drawing/2014/main" id="{036F222C-FB9B-7B71-D0AA-3144D610A266}"/>
                </a:ext>
              </a:extLst>
            </p:cNvPr>
            <p:cNvSpPr/>
            <p:nvPr/>
          </p:nvSpPr>
          <p:spPr>
            <a:xfrm rot="10800000">
              <a:off x="4237810" y="1599600"/>
              <a:ext cx="119713" cy="119713"/>
            </a:xfrm>
            <a:prstGeom prst="ellipse">
              <a:avLst/>
            </a:prstGeom>
            <a:noFill/>
            <a:ln w="19050"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849"/>
            </a:p>
          </p:txBody>
        </p:sp>
      </p:grpSp>
      <p:sp>
        <p:nvSpPr>
          <p:cNvPr id="53" name="object 12">
            <a:extLst>
              <a:ext uri="{FF2B5EF4-FFF2-40B4-BE49-F238E27FC236}">
                <a16:creationId xmlns:a16="http://schemas.microsoft.com/office/drawing/2014/main" id="{8EC0D7ED-1639-6021-F1C4-14612D5DA3F0}"/>
              </a:ext>
            </a:extLst>
          </p:cNvPr>
          <p:cNvSpPr txBox="1"/>
          <p:nvPr/>
        </p:nvSpPr>
        <p:spPr>
          <a:xfrm>
            <a:off x="9129215" y="1060347"/>
            <a:ext cx="1974321" cy="561385"/>
          </a:xfrm>
          <a:prstGeom prst="rect">
            <a:avLst/>
          </a:prstGeom>
        </p:spPr>
        <p:txBody>
          <a:bodyPr vert="horz" wrap="square" lIns="0" tIns="7316" rIns="0" bIns="0" rtlCol="0">
            <a:spAutoFit/>
          </a:bodyPr>
          <a:lstStyle/>
          <a:p>
            <a:pPr defTabSz="554492">
              <a:buClrTx/>
              <a:defRPr/>
            </a:pPr>
            <a:r>
              <a:rPr lang="pt-BR" sz="1800" b="1">
                <a:solidFill>
                  <a:schemeClr val="accent4"/>
                </a:solidFill>
                <a:latin typeface="Versos" panose="020B0503020204030204" pitchFamily="34" charset="0"/>
              </a:rPr>
              <a:t>Ativos Diferenciados</a:t>
            </a:r>
            <a:endParaRPr lang="pt-BR" sz="1800">
              <a:solidFill>
                <a:schemeClr val="accent4"/>
              </a:solidFill>
              <a:latin typeface="Versos" panose="020B0503020204030204" pitchFamily="34" charset="0"/>
            </a:endParaRPr>
          </a:p>
        </p:txBody>
      </p:sp>
      <p:sp>
        <p:nvSpPr>
          <p:cNvPr id="54" name="object 12">
            <a:extLst>
              <a:ext uri="{FF2B5EF4-FFF2-40B4-BE49-F238E27FC236}">
                <a16:creationId xmlns:a16="http://schemas.microsoft.com/office/drawing/2014/main" id="{E77E40FA-DEEF-C7B0-EEF8-99D74F17512D}"/>
              </a:ext>
            </a:extLst>
          </p:cNvPr>
          <p:cNvSpPr txBox="1"/>
          <p:nvPr/>
        </p:nvSpPr>
        <p:spPr>
          <a:xfrm>
            <a:off x="9129215" y="1755733"/>
            <a:ext cx="1740097" cy="690203"/>
          </a:xfrm>
          <a:prstGeom prst="rect">
            <a:avLst/>
          </a:prstGeom>
        </p:spPr>
        <p:txBody>
          <a:bodyPr vert="horz" wrap="square" lIns="0" tIns="7316" rIns="0" bIns="0" rtlCol="0">
            <a:spAutoFit/>
          </a:bodyPr>
          <a:lstStyle/>
          <a:p>
            <a:pPr marR="110898" defTabSz="554492">
              <a:lnSpc>
                <a:spcPct val="101800"/>
              </a:lnSpc>
              <a:spcBef>
                <a:spcPts val="1173"/>
              </a:spcBef>
              <a:buClrTx/>
              <a:defRPr/>
            </a:pPr>
            <a:r>
              <a:rPr lang="pt-BR" sz="1100">
                <a:solidFill>
                  <a:srgbClr val="FFFFFF"/>
                </a:solidFill>
                <a:latin typeface="Versos Light" panose="020B0403020204030204" pitchFamily="34" charset="0"/>
              </a:rPr>
              <a:t>Expertise na seleção de ativos </a:t>
            </a:r>
            <a:r>
              <a:rPr lang="pt-BR" sz="1100" i="1">
                <a:solidFill>
                  <a:srgbClr val="FFFFFF"/>
                </a:solidFill>
                <a:latin typeface="Versos Light" panose="020B0403020204030204" pitchFamily="34" charset="0"/>
              </a:rPr>
              <a:t>high grade </a:t>
            </a:r>
            <a:r>
              <a:rPr lang="pt-BR" sz="1100">
                <a:solidFill>
                  <a:srgbClr val="FFFFFF"/>
                </a:solidFill>
                <a:latin typeface="Versos Light" panose="020B0403020204030204" pitchFamily="34" charset="0"/>
              </a:rPr>
              <a:t>e créditos estruturados para a carteira do fundo.</a:t>
            </a: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E5D3CF68-210D-E956-8F3C-4C903F446632}"/>
              </a:ext>
            </a:extLst>
          </p:cNvPr>
          <p:cNvGrpSpPr/>
          <p:nvPr/>
        </p:nvGrpSpPr>
        <p:grpSpPr>
          <a:xfrm>
            <a:off x="9156270" y="828837"/>
            <a:ext cx="460009" cy="114333"/>
            <a:chOff x="4237810" y="1599600"/>
            <a:chExt cx="481655" cy="119713"/>
          </a:xfrm>
          <a:solidFill>
            <a:srgbClr val="9BB7C7"/>
          </a:solidFill>
        </p:grpSpPr>
        <p:sp>
          <p:nvSpPr>
            <p:cNvPr id="28" name="Elipse 1">
              <a:extLst>
                <a:ext uri="{FF2B5EF4-FFF2-40B4-BE49-F238E27FC236}">
                  <a16:creationId xmlns:a16="http://schemas.microsoft.com/office/drawing/2014/main" id="{109C80D6-433D-19BE-F719-7A8AB3C070A2}"/>
                </a:ext>
              </a:extLst>
            </p:cNvPr>
            <p:cNvSpPr/>
            <p:nvPr/>
          </p:nvSpPr>
          <p:spPr>
            <a:xfrm rot="10800000">
              <a:off x="4599752" y="1599600"/>
              <a:ext cx="119713" cy="119713"/>
            </a:xfrm>
            <a:prstGeom prst="ellipse">
              <a:avLst/>
            </a:prstGeom>
            <a:grpFill/>
            <a:ln w="19050"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849"/>
            </a:p>
          </p:txBody>
        </p:sp>
        <p:sp>
          <p:nvSpPr>
            <p:cNvPr id="30" name="Elipse 3">
              <a:extLst>
                <a:ext uri="{FF2B5EF4-FFF2-40B4-BE49-F238E27FC236}">
                  <a16:creationId xmlns:a16="http://schemas.microsoft.com/office/drawing/2014/main" id="{09A5FD27-E678-F69B-7D59-AE060AFB4014}"/>
                </a:ext>
              </a:extLst>
            </p:cNvPr>
            <p:cNvSpPr/>
            <p:nvPr/>
          </p:nvSpPr>
          <p:spPr>
            <a:xfrm rot="10800000">
              <a:off x="4417312" y="1599600"/>
              <a:ext cx="119713" cy="119713"/>
            </a:xfrm>
            <a:prstGeom prst="ellipse">
              <a:avLst/>
            </a:prstGeom>
            <a:noFill/>
            <a:ln w="19050"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849"/>
            </a:p>
          </p:txBody>
        </p:sp>
        <p:sp>
          <p:nvSpPr>
            <p:cNvPr id="32" name="Elipse 8">
              <a:extLst>
                <a:ext uri="{FF2B5EF4-FFF2-40B4-BE49-F238E27FC236}">
                  <a16:creationId xmlns:a16="http://schemas.microsoft.com/office/drawing/2014/main" id="{EF55AB4E-1FC5-4D2A-1696-D51364BE2CE0}"/>
                </a:ext>
              </a:extLst>
            </p:cNvPr>
            <p:cNvSpPr/>
            <p:nvPr/>
          </p:nvSpPr>
          <p:spPr>
            <a:xfrm rot="10800000">
              <a:off x="4237810" y="1599600"/>
              <a:ext cx="119713" cy="119713"/>
            </a:xfrm>
            <a:prstGeom prst="ellipse">
              <a:avLst/>
            </a:prstGeom>
            <a:noFill/>
            <a:ln w="19050"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849"/>
            </a:p>
          </p:txBody>
        </p:sp>
      </p:grpSp>
      <p:sp>
        <p:nvSpPr>
          <p:cNvPr id="39" name="Slide Number Placeholder 38">
            <a:extLst>
              <a:ext uri="{FF2B5EF4-FFF2-40B4-BE49-F238E27FC236}">
                <a16:creationId xmlns:a16="http://schemas.microsoft.com/office/drawing/2014/main" id="{BE2AE2AD-C996-F655-DB81-18E5A2A75E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667D73-C69A-4DAA-9003-24A825D36FE9}" type="slidenum">
              <a:rPr lang="pt-BR" smtClean="0"/>
              <a:pPr/>
              <a:t>9</a:t>
            </a:fld>
            <a:endParaRPr lang="pt-BR"/>
          </a:p>
        </p:txBody>
      </p:sp>
      <p:sp>
        <p:nvSpPr>
          <p:cNvPr id="5" name="object 19">
            <a:extLst>
              <a:ext uri="{FF2B5EF4-FFF2-40B4-BE49-F238E27FC236}">
                <a16:creationId xmlns:a16="http://schemas.microsoft.com/office/drawing/2014/main" id="{09FC1FF4-C387-F6A7-D6B4-6429FBDAB54E}"/>
              </a:ext>
            </a:extLst>
          </p:cNvPr>
          <p:cNvSpPr txBox="1"/>
          <p:nvPr/>
        </p:nvSpPr>
        <p:spPr>
          <a:xfrm>
            <a:off x="587376" y="3020864"/>
            <a:ext cx="2117970" cy="408136"/>
          </a:xfrm>
          <a:prstGeom prst="rect">
            <a:avLst/>
          </a:prstGeom>
          <a:noFill/>
          <a:ln>
            <a:solidFill>
              <a:schemeClr val="tx1">
                <a:lumMod val="75000"/>
                <a:lumOff val="25000"/>
              </a:schemeClr>
            </a:solidFill>
          </a:ln>
        </p:spPr>
        <p:txBody>
          <a:bodyPr vert="horz" wrap="square" lIns="36000" tIns="36000" rIns="36000" bIns="36000" rtlCol="0" anchor="ctr" anchorCtr="0">
            <a:noAutofit/>
          </a:bodyPr>
          <a:lstStyle/>
          <a:p>
            <a:pPr marL="7620" marR="2540" algn="ctr" defTabSz="554466">
              <a:spcBef>
                <a:spcPts val="346"/>
              </a:spcBef>
              <a:defRPr/>
            </a:pPr>
            <a:r>
              <a:rPr lang="pt-BR" sz="1100">
                <a:solidFill>
                  <a:schemeClr val="bg1"/>
                </a:solidFill>
                <a:latin typeface="Versos"/>
                <a:cs typeface="Versos"/>
              </a:rPr>
              <a:t>CNPJ: 58.290.160/0001-00</a:t>
            </a:r>
            <a:endParaRPr lang="pt-BR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C82451D3-4011-F0DE-5E36-1D8B109135CA}"/>
              </a:ext>
            </a:extLst>
          </p:cNvPr>
          <p:cNvGrpSpPr/>
          <p:nvPr/>
        </p:nvGrpSpPr>
        <p:grpSpPr>
          <a:xfrm>
            <a:off x="566514" y="783897"/>
            <a:ext cx="3089502" cy="2073584"/>
            <a:chOff x="566514" y="2329779"/>
            <a:chExt cx="3089502" cy="2073584"/>
          </a:xfrm>
        </p:grpSpPr>
        <p:sp>
          <p:nvSpPr>
            <p:cNvPr id="46" name="object 19">
              <a:extLst>
                <a:ext uri="{FF2B5EF4-FFF2-40B4-BE49-F238E27FC236}">
                  <a16:creationId xmlns:a16="http://schemas.microsoft.com/office/drawing/2014/main" id="{9DE5A851-278B-5422-25B4-18A517E24D81}"/>
                </a:ext>
              </a:extLst>
            </p:cNvPr>
            <p:cNvSpPr txBox="1"/>
            <p:nvPr/>
          </p:nvSpPr>
          <p:spPr>
            <a:xfrm>
              <a:off x="566514" y="2329779"/>
              <a:ext cx="3089502" cy="413655"/>
            </a:xfrm>
            <a:prstGeom prst="rect">
              <a:avLst/>
            </a:prstGeom>
          </p:spPr>
          <p:txBody>
            <a:bodyPr vert="horz" wrap="square" lIns="0" tIns="43894" rIns="0" bIns="0" rtlCol="0">
              <a:spAutoFit/>
            </a:bodyPr>
            <a:lstStyle/>
            <a:p>
              <a:pPr marL="7701" marR="3081" defTabSz="554466">
                <a:spcBef>
                  <a:spcPts val="346"/>
                </a:spcBef>
                <a:buClrTx/>
                <a:defRPr/>
              </a:pPr>
              <a:r>
                <a:rPr lang="pt-BR" sz="2400" b="1">
                  <a:solidFill>
                    <a:schemeClr val="bg1"/>
                  </a:solidFill>
                  <a:latin typeface="Versos"/>
                  <a:cs typeface="Versos"/>
                </a:rPr>
                <a:t>Por que</a:t>
              </a:r>
            </a:p>
          </p:txBody>
        </p:sp>
        <p:sp>
          <p:nvSpPr>
            <p:cNvPr id="11" name="object 19">
              <a:extLst>
                <a:ext uri="{FF2B5EF4-FFF2-40B4-BE49-F238E27FC236}">
                  <a16:creationId xmlns:a16="http://schemas.microsoft.com/office/drawing/2014/main" id="{29E95147-6A15-60E7-5D48-83883004F901}"/>
                </a:ext>
              </a:extLst>
            </p:cNvPr>
            <p:cNvSpPr txBox="1"/>
            <p:nvPr/>
          </p:nvSpPr>
          <p:spPr>
            <a:xfrm>
              <a:off x="3067452" y="3435711"/>
              <a:ext cx="479739" cy="967652"/>
            </a:xfrm>
            <a:prstGeom prst="rect">
              <a:avLst/>
            </a:prstGeom>
          </p:spPr>
          <p:txBody>
            <a:bodyPr vert="horz" wrap="square" lIns="0" tIns="43894" rIns="0" bIns="0" rtlCol="0">
              <a:spAutoFit/>
            </a:bodyPr>
            <a:lstStyle/>
            <a:p>
              <a:pPr marL="7701" marR="3081" algn="ctr" defTabSz="554466">
                <a:spcBef>
                  <a:spcPts val="346"/>
                </a:spcBef>
                <a:buClrTx/>
                <a:defRPr/>
              </a:pPr>
              <a:r>
                <a:rPr lang="pt-BR" sz="6000" b="1">
                  <a:solidFill>
                    <a:schemeClr val="bg1"/>
                  </a:solidFill>
                  <a:latin typeface="Versos"/>
                  <a:cs typeface="Versos"/>
                </a:rPr>
                <a:t>?</a:t>
              </a:r>
            </a:p>
          </p:txBody>
        </p:sp>
      </p:grpSp>
      <p:pic>
        <p:nvPicPr>
          <p:cNvPr id="10" name="Graphic 9">
            <a:extLst>
              <a:ext uri="{FF2B5EF4-FFF2-40B4-BE49-F238E27FC236}">
                <a16:creationId xmlns:a16="http://schemas.microsoft.com/office/drawing/2014/main" id="{0C3F6344-BDBE-969A-6ACB-25A85579E88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8259" y="1399291"/>
            <a:ext cx="2343022" cy="1403089"/>
          </a:xfrm>
          <a:prstGeom prst="rect">
            <a:avLst/>
          </a:prstGeom>
        </p:spPr>
      </p:pic>
      <p:sp>
        <p:nvSpPr>
          <p:cNvPr id="58" name="TextBox 12">
            <a:extLst>
              <a:ext uri="{FF2B5EF4-FFF2-40B4-BE49-F238E27FC236}">
                <a16:creationId xmlns:a16="http://schemas.microsoft.com/office/drawing/2014/main" id="{03F2C2AF-FF57-A714-C83E-7562CC19EEC2}"/>
              </a:ext>
            </a:extLst>
          </p:cNvPr>
          <p:cNvSpPr txBox="1"/>
          <p:nvPr/>
        </p:nvSpPr>
        <p:spPr>
          <a:xfrm>
            <a:off x="6200689" y="5196048"/>
            <a:ext cx="1772590" cy="6771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defTabSz="457200" rtl="0">
              <a:defRPr/>
            </a:pPr>
            <a:r>
              <a:rPr sz="1100" kern="1200" err="1">
                <a:solidFill>
                  <a:srgbClr val="FFFFFF"/>
                </a:solidFill>
                <a:latin typeface="Versos Light" panose="020B0403020204030204" pitchFamily="34" charset="0"/>
                <a:ea typeface="+mn-ea"/>
                <a:cs typeface="Arial"/>
                <a:sym typeface="Arial"/>
              </a:rPr>
              <a:t>Confia</a:t>
            </a:r>
            <a:r>
              <a:rPr sz="1100" kern="1200">
                <a:solidFill>
                  <a:srgbClr val="FFFFFF"/>
                </a:solidFill>
                <a:latin typeface="Versos Light" panose="020B0403020204030204" pitchFamily="34" charset="0"/>
                <a:ea typeface="+mn-ea"/>
                <a:cs typeface="Arial"/>
                <a:sym typeface="Arial"/>
              </a:rPr>
              <a:t> </a:t>
            </a:r>
            <a:r>
              <a:rPr sz="1100" kern="1200" err="1">
                <a:solidFill>
                  <a:srgbClr val="FFFFFF"/>
                </a:solidFill>
                <a:latin typeface="Versos Light" panose="020B0403020204030204" pitchFamily="34" charset="0"/>
                <a:ea typeface="+mn-ea"/>
                <a:cs typeface="Arial"/>
                <a:sym typeface="Arial"/>
              </a:rPr>
              <a:t>em</a:t>
            </a:r>
            <a:r>
              <a:rPr sz="1100" kern="1200">
                <a:solidFill>
                  <a:srgbClr val="FFFFFF"/>
                </a:solidFill>
                <a:latin typeface="Versos Light" panose="020B0403020204030204" pitchFamily="34" charset="0"/>
                <a:ea typeface="+mn-ea"/>
                <a:cs typeface="Arial"/>
                <a:sym typeface="Arial"/>
              </a:rPr>
              <a:t> </a:t>
            </a:r>
            <a:r>
              <a:rPr sz="1100" kern="1200" err="1">
                <a:solidFill>
                  <a:srgbClr val="FFFFFF"/>
                </a:solidFill>
                <a:latin typeface="Versos Light" panose="020B0403020204030204" pitchFamily="34" charset="0"/>
                <a:ea typeface="+mn-ea"/>
                <a:cs typeface="Arial"/>
                <a:sym typeface="Arial"/>
              </a:rPr>
              <a:t>gestores</a:t>
            </a:r>
            <a:r>
              <a:rPr sz="1100" kern="1200">
                <a:solidFill>
                  <a:srgbClr val="FFFFFF"/>
                </a:solidFill>
                <a:latin typeface="Versos Light" panose="020B0403020204030204" pitchFamily="34" charset="0"/>
                <a:ea typeface="+mn-ea"/>
                <a:cs typeface="Arial"/>
                <a:sym typeface="Arial"/>
              </a:rPr>
              <a:t> com track record</a:t>
            </a:r>
            <a:r>
              <a:rPr lang="pt-BR" sz="1100" kern="1200">
                <a:solidFill>
                  <a:srgbClr val="FFFFFF"/>
                </a:solidFill>
                <a:latin typeface="Versos Light" panose="020B0403020204030204" pitchFamily="34" charset="0"/>
                <a:ea typeface="+mn-ea"/>
                <a:cs typeface="Arial"/>
                <a:sym typeface="Arial"/>
              </a:rPr>
              <a:t> </a:t>
            </a:r>
            <a:r>
              <a:rPr sz="1100" kern="1200" err="1">
                <a:solidFill>
                  <a:srgbClr val="FFFFFF"/>
                </a:solidFill>
                <a:latin typeface="Versos Light" panose="020B0403020204030204" pitchFamily="34" charset="0"/>
                <a:ea typeface="+mn-ea"/>
                <a:cs typeface="Arial"/>
                <a:sym typeface="Arial"/>
              </a:rPr>
              <a:t>consolidado</a:t>
            </a:r>
            <a:r>
              <a:rPr sz="1100" kern="1200">
                <a:solidFill>
                  <a:srgbClr val="FFFFFF"/>
                </a:solidFill>
                <a:latin typeface="Versos Light" panose="020B0403020204030204" pitchFamily="34" charset="0"/>
                <a:ea typeface="+mn-ea"/>
                <a:cs typeface="Arial"/>
                <a:sym typeface="Arial"/>
              </a:rPr>
              <a:t> </a:t>
            </a:r>
            <a:r>
              <a:rPr sz="1100" kern="1200" err="1">
                <a:solidFill>
                  <a:srgbClr val="FFFFFF"/>
                </a:solidFill>
                <a:latin typeface="Versos Light" panose="020B0403020204030204" pitchFamily="34" charset="0"/>
                <a:ea typeface="+mn-ea"/>
                <a:cs typeface="Arial"/>
                <a:sym typeface="Arial"/>
              </a:rPr>
              <a:t>nas</a:t>
            </a:r>
            <a:r>
              <a:rPr sz="1100" kern="1200">
                <a:solidFill>
                  <a:srgbClr val="FFFFFF"/>
                </a:solidFill>
                <a:latin typeface="Versos Light" panose="020B0403020204030204" pitchFamily="34" charset="0"/>
                <a:ea typeface="+mn-ea"/>
                <a:cs typeface="Arial"/>
                <a:sym typeface="Arial"/>
              </a:rPr>
              <a:t> </a:t>
            </a:r>
            <a:r>
              <a:rPr sz="1100" kern="1200" err="1">
                <a:solidFill>
                  <a:srgbClr val="FFFFFF"/>
                </a:solidFill>
                <a:latin typeface="Versos Light" panose="020B0403020204030204" pitchFamily="34" charset="0"/>
                <a:ea typeface="+mn-ea"/>
                <a:cs typeface="Arial"/>
                <a:sym typeface="Arial"/>
              </a:rPr>
              <a:t>famílias</a:t>
            </a:r>
            <a:r>
              <a:rPr sz="1100" kern="1200">
                <a:solidFill>
                  <a:srgbClr val="FFFFFF"/>
                </a:solidFill>
                <a:latin typeface="Versos Light" panose="020B0403020204030204" pitchFamily="34" charset="0"/>
                <a:ea typeface="+mn-ea"/>
                <a:cs typeface="Arial"/>
                <a:sym typeface="Arial"/>
              </a:rPr>
              <a:t> </a:t>
            </a:r>
            <a:r>
              <a:rPr sz="1100" kern="1200" err="1">
                <a:solidFill>
                  <a:srgbClr val="FFFFFF"/>
                </a:solidFill>
                <a:latin typeface="Versos Light" panose="020B0403020204030204" pitchFamily="34" charset="0"/>
                <a:ea typeface="+mn-ea"/>
                <a:cs typeface="Arial"/>
                <a:sym typeface="Arial"/>
              </a:rPr>
              <a:t>Institucional</a:t>
            </a:r>
            <a:r>
              <a:rPr sz="1100" kern="1200">
                <a:solidFill>
                  <a:srgbClr val="FFFFFF"/>
                </a:solidFill>
                <a:latin typeface="Versos Light" panose="020B0403020204030204" pitchFamily="34" charset="0"/>
                <a:ea typeface="+mn-ea"/>
                <a:cs typeface="Arial"/>
                <a:sym typeface="Arial"/>
              </a:rPr>
              <a:t> </a:t>
            </a:r>
            <a:endParaRPr lang="pt-BR" sz="1100" kern="1200">
              <a:solidFill>
                <a:srgbClr val="FFFFFF"/>
              </a:solidFill>
              <a:latin typeface="Versos Light" panose="020B0403020204030204" pitchFamily="34" charset="0"/>
              <a:ea typeface="+mn-ea"/>
              <a:cs typeface="Arial"/>
              <a:sym typeface="Arial"/>
            </a:endParaRPr>
          </a:p>
          <a:p>
            <a:pPr algn="l" defTabSz="457200" rtl="0">
              <a:defRPr/>
            </a:pPr>
            <a:r>
              <a:rPr sz="1100" kern="1200">
                <a:solidFill>
                  <a:srgbClr val="FFFFFF"/>
                </a:solidFill>
                <a:latin typeface="Versos Light" panose="020B0403020204030204" pitchFamily="34" charset="0"/>
                <a:ea typeface="+mn-ea"/>
                <a:cs typeface="Arial"/>
                <a:sym typeface="Arial"/>
              </a:rPr>
              <a:t>e Banks</a:t>
            </a:r>
          </a:p>
        </p:txBody>
      </p:sp>
      <p:sp>
        <p:nvSpPr>
          <p:cNvPr id="59" name="TextBox 12">
            <a:extLst>
              <a:ext uri="{FF2B5EF4-FFF2-40B4-BE49-F238E27FC236}">
                <a16:creationId xmlns:a16="http://schemas.microsoft.com/office/drawing/2014/main" id="{6F879401-D336-503D-1A1F-410120C19E16}"/>
              </a:ext>
            </a:extLst>
          </p:cNvPr>
          <p:cNvSpPr txBox="1"/>
          <p:nvPr/>
        </p:nvSpPr>
        <p:spPr>
          <a:xfrm>
            <a:off x="8229355" y="5111409"/>
            <a:ext cx="1774002" cy="84638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defTabSz="457200" rtl="0">
              <a:defRPr/>
            </a:pPr>
            <a:r>
              <a:rPr lang="pt-BR" sz="1100" kern="1200">
                <a:solidFill>
                  <a:srgbClr val="FFFFFF"/>
                </a:solidFill>
                <a:latin typeface="Versos Light" panose="020B0403020204030204" pitchFamily="34" charset="0"/>
                <a:ea typeface="+mn-ea"/>
                <a:cs typeface="Arial"/>
                <a:sym typeface="Arial"/>
              </a:rPr>
              <a:t>Investir em um casa com mais de 20 anos de track </a:t>
            </a:r>
            <a:r>
              <a:rPr lang="pt-BR" sz="1100" kern="1200" err="1">
                <a:solidFill>
                  <a:srgbClr val="FFFFFF"/>
                </a:solidFill>
                <a:latin typeface="Versos Light" panose="020B0403020204030204" pitchFamily="34" charset="0"/>
                <a:ea typeface="+mn-ea"/>
                <a:cs typeface="Arial"/>
                <a:sym typeface="Arial"/>
              </a:rPr>
              <a:t>record</a:t>
            </a:r>
            <a:r>
              <a:rPr lang="pt-BR" sz="1100" kern="1200">
                <a:solidFill>
                  <a:srgbClr val="FFFFFF"/>
                </a:solidFill>
                <a:latin typeface="Versos Light" panose="020B0403020204030204" pitchFamily="34" charset="0"/>
                <a:ea typeface="+mn-ea"/>
                <a:cs typeface="Arial"/>
                <a:sym typeface="Arial"/>
              </a:rPr>
              <a:t> e com a solidez do Banco Bradesco como acionista controlador</a:t>
            </a:r>
            <a:endParaRPr sz="1100" kern="1200">
              <a:solidFill>
                <a:srgbClr val="FFFFFF"/>
              </a:solidFill>
              <a:latin typeface="Versos Light" panose="020B040302020403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60" name="TextBox 12">
            <a:extLst>
              <a:ext uri="{FF2B5EF4-FFF2-40B4-BE49-F238E27FC236}">
                <a16:creationId xmlns:a16="http://schemas.microsoft.com/office/drawing/2014/main" id="{0507783A-705B-6D41-292C-FD8AB4B696CF}"/>
              </a:ext>
            </a:extLst>
          </p:cNvPr>
          <p:cNvSpPr txBox="1"/>
          <p:nvPr/>
        </p:nvSpPr>
        <p:spPr>
          <a:xfrm>
            <a:off x="10321609" y="5351250"/>
            <a:ext cx="1136152" cy="3324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defTabSz="457200" rtl="0">
              <a:defRPr/>
            </a:pPr>
            <a:r>
              <a:rPr lang="pt-BR" sz="1100" kern="1200">
                <a:solidFill>
                  <a:srgbClr val="FFFFFF"/>
                </a:solidFill>
                <a:latin typeface="Versos Light" panose="020B0403020204030204" pitchFamily="34" charset="0"/>
                <a:ea typeface="+mn-ea"/>
                <a:cs typeface="Arial"/>
                <a:sym typeface="Arial"/>
              </a:rPr>
              <a:t>Fundo disponível exclusivamente na Ágora</a:t>
            </a:r>
            <a:endParaRPr sz="1100" kern="1200">
              <a:solidFill>
                <a:srgbClr val="FFFFFF"/>
              </a:solidFill>
              <a:latin typeface="Versos Light" panose="020B040302020403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55" name="TextBox 6">
            <a:extLst>
              <a:ext uri="{FF2B5EF4-FFF2-40B4-BE49-F238E27FC236}">
                <a16:creationId xmlns:a16="http://schemas.microsoft.com/office/drawing/2014/main" id="{36ADC195-614F-3756-D100-A6E357C2A0BC}"/>
              </a:ext>
            </a:extLst>
          </p:cNvPr>
          <p:cNvSpPr txBox="1"/>
          <p:nvPr/>
        </p:nvSpPr>
        <p:spPr>
          <a:xfrm>
            <a:off x="763883" y="5344720"/>
            <a:ext cx="1396255" cy="362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defTabSz="457200" rtl="0">
              <a:defRPr/>
            </a:pPr>
            <a:r>
              <a:rPr sz="1100" kern="1200" err="1">
                <a:solidFill>
                  <a:srgbClr val="FFFFFF"/>
                </a:solidFill>
                <a:latin typeface="Versos Light" panose="020B0403020204030204" pitchFamily="34" charset="0"/>
                <a:ea typeface="+mn-ea"/>
                <a:cs typeface="Arial"/>
                <a:sym typeface="Arial"/>
              </a:rPr>
              <a:t>Busca</a:t>
            </a:r>
            <a:r>
              <a:rPr sz="1100" kern="1200">
                <a:solidFill>
                  <a:srgbClr val="FFFFFF"/>
                </a:solidFill>
                <a:latin typeface="Versos Light" panose="020B0403020204030204" pitchFamily="34" charset="0"/>
                <a:ea typeface="+mn-ea"/>
                <a:cs typeface="Arial"/>
                <a:sym typeface="Arial"/>
              </a:rPr>
              <a:t> </a:t>
            </a:r>
            <a:r>
              <a:rPr sz="1100" kern="1200" err="1">
                <a:solidFill>
                  <a:srgbClr val="FFFFFF"/>
                </a:solidFill>
                <a:latin typeface="Versos Light" panose="020B0403020204030204" pitchFamily="34" charset="0"/>
                <a:ea typeface="+mn-ea"/>
                <a:cs typeface="Arial"/>
                <a:sym typeface="Arial"/>
              </a:rPr>
              <a:t>rentabilidade</a:t>
            </a:r>
            <a:r>
              <a:rPr sz="1100" kern="1200">
                <a:solidFill>
                  <a:srgbClr val="FFFFFF"/>
                </a:solidFill>
                <a:latin typeface="Versos Light" panose="020B0403020204030204" pitchFamily="34" charset="0"/>
                <a:ea typeface="+mn-ea"/>
                <a:cs typeface="Arial"/>
                <a:sym typeface="Arial"/>
              </a:rPr>
              <a:t> </a:t>
            </a:r>
            <a:r>
              <a:rPr sz="1100" kern="1200" err="1">
                <a:solidFill>
                  <a:srgbClr val="FFFFFF"/>
                </a:solidFill>
                <a:latin typeface="Versos Light" panose="020B0403020204030204" pitchFamily="34" charset="0"/>
                <a:ea typeface="+mn-ea"/>
                <a:cs typeface="Arial"/>
                <a:sym typeface="Arial"/>
              </a:rPr>
              <a:t>acima</a:t>
            </a:r>
            <a:r>
              <a:rPr sz="1100" kern="1200">
                <a:solidFill>
                  <a:srgbClr val="FFFFFF"/>
                </a:solidFill>
                <a:latin typeface="Versos Light" panose="020B0403020204030204" pitchFamily="34" charset="0"/>
                <a:ea typeface="+mn-ea"/>
                <a:cs typeface="Arial"/>
                <a:sym typeface="Arial"/>
              </a:rPr>
              <a:t> dos pares de </a:t>
            </a:r>
            <a:r>
              <a:rPr sz="1100" kern="1200" err="1">
                <a:solidFill>
                  <a:srgbClr val="FFFFFF"/>
                </a:solidFill>
                <a:latin typeface="Versos Light" panose="020B0403020204030204" pitchFamily="34" charset="0"/>
                <a:ea typeface="+mn-ea"/>
                <a:cs typeface="Arial"/>
                <a:sym typeface="Arial"/>
              </a:rPr>
              <a:t>liquidez</a:t>
            </a:r>
            <a:r>
              <a:rPr sz="1100" kern="1200">
                <a:solidFill>
                  <a:srgbClr val="FFFFFF"/>
                </a:solidFill>
                <a:latin typeface="Versos Light" panose="020B0403020204030204" pitchFamily="34" charset="0"/>
                <a:ea typeface="+mn-ea"/>
                <a:cs typeface="Arial"/>
                <a:sym typeface="Arial"/>
              </a:rPr>
              <a:t> </a:t>
            </a:r>
            <a:r>
              <a:rPr sz="1100" kern="1200" err="1">
                <a:solidFill>
                  <a:srgbClr val="FFFFFF"/>
                </a:solidFill>
                <a:latin typeface="Versos Light" panose="020B0403020204030204" pitchFamily="34" charset="0"/>
                <a:ea typeface="+mn-ea"/>
                <a:cs typeface="Arial"/>
                <a:sym typeface="Arial"/>
              </a:rPr>
              <a:t>diária</a:t>
            </a:r>
            <a:endParaRPr sz="1100" kern="1200">
              <a:solidFill>
                <a:srgbClr val="FFFFFF"/>
              </a:solidFill>
              <a:latin typeface="Versos Light" panose="020B040302020403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56" name="TextBox 8">
            <a:extLst>
              <a:ext uri="{FF2B5EF4-FFF2-40B4-BE49-F238E27FC236}">
                <a16:creationId xmlns:a16="http://schemas.microsoft.com/office/drawing/2014/main" id="{800146BB-D524-5926-03F8-885881B5B0D6}"/>
              </a:ext>
            </a:extLst>
          </p:cNvPr>
          <p:cNvSpPr txBox="1"/>
          <p:nvPr/>
        </p:nvSpPr>
        <p:spPr>
          <a:xfrm>
            <a:off x="2536671" y="5344720"/>
            <a:ext cx="1358084" cy="362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defTabSz="457200" rtl="0">
              <a:defRPr/>
            </a:pPr>
            <a:r>
              <a:rPr sz="1100" kern="1200">
                <a:solidFill>
                  <a:srgbClr val="FFFFFF"/>
                </a:solidFill>
                <a:latin typeface="Versos Light" panose="020B0403020204030204" pitchFamily="34" charset="0"/>
                <a:ea typeface="+mn-ea"/>
                <a:cs typeface="Arial"/>
                <a:sym typeface="Arial"/>
              </a:rPr>
              <a:t>Tem </a:t>
            </a:r>
            <a:r>
              <a:rPr sz="1100" kern="1200" err="1">
                <a:solidFill>
                  <a:srgbClr val="FFFFFF"/>
                </a:solidFill>
                <a:latin typeface="Versos Light" panose="020B0403020204030204" pitchFamily="34" charset="0"/>
                <a:ea typeface="+mn-ea"/>
                <a:cs typeface="Arial"/>
                <a:sym typeface="Arial"/>
              </a:rPr>
              <a:t>horizonte</a:t>
            </a:r>
            <a:r>
              <a:rPr sz="1100" kern="1200">
                <a:solidFill>
                  <a:srgbClr val="FFFFFF"/>
                </a:solidFill>
                <a:latin typeface="Versos Light" panose="020B0403020204030204" pitchFamily="34" charset="0"/>
                <a:ea typeface="+mn-ea"/>
                <a:cs typeface="Arial"/>
                <a:sym typeface="Arial"/>
              </a:rPr>
              <a:t> </a:t>
            </a:r>
            <a:r>
              <a:rPr sz="1100" kern="1200" err="1">
                <a:solidFill>
                  <a:srgbClr val="FFFFFF"/>
                </a:solidFill>
                <a:latin typeface="Versos Light" panose="020B0403020204030204" pitchFamily="34" charset="0"/>
                <a:ea typeface="+mn-ea"/>
                <a:cs typeface="Arial"/>
                <a:sym typeface="Arial"/>
              </a:rPr>
              <a:t>compatível</a:t>
            </a:r>
            <a:r>
              <a:rPr sz="1100" kern="1200">
                <a:solidFill>
                  <a:srgbClr val="FFFFFF"/>
                </a:solidFill>
                <a:latin typeface="Versos Light" panose="020B0403020204030204" pitchFamily="34" charset="0"/>
                <a:ea typeface="+mn-ea"/>
                <a:cs typeface="Arial"/>
                <a:sym typeface="Arial"/>
              </a:rPr>
              <a:t> com </a:t>
            </a:r>
            <a:r>
              <a:rPr sz="1100" kern="1200" err="1">
                <a:solidFill>
                  <a:srgbClr val="FFFFFF"/>
                </a:solidFill>
                <a:latin typeface="Versos Light" panose="020B0403020204030204" pitchFamily="34" charset="0"/>
                <a:ea typeface="+mn-ea"/>
                <a:cs typeface="Arial"/>
                <a:sym typeface="Arial"/>
              </a:rPr>
              <a:t>resgate</a:t>
            </a:r>
            <a:r>
              <a:rPr sz="1100" kern="1200">
                <a:solidFill>
                  <a:srgbClr val="FFFFFF"/>
                </a:solidFill>
                <a:latin typeface="Versos Light" panose="020B0403020204030204" pitchFamily="34" charset="0"/>
                <a:ea typeface="+mn-ea"/>
                <a:cs typeface="Arial"/>
                <a:sym typeface="Arial"/>
              </a:rPr>
              <a:t> </a:t>
            </a:r>
            <a:r>
              <a:rPr sz="1100" kern="1200" err="1">
                <a:solidFill>
                  <a:srgbClr val="FFFFFF"/>
                </a:solidFill>
                <a:latin typeface="Versos Light" panose="020B0403020204030204" pitchFamily="34" charset="0"/>
                <a:ea typeface="+mn-ea"/>
                <a:cs typeface="Arial"/>
                <a:sym typeface="Arial"/>
              </a:rPr>
              <a:t>em</a:t>
            </a:r>
            <a:r>
              <a:rPr sz="1100" kern="1200">
                <a:solidFill>
                  <a:srgbClr val="FFFFFF"/>
                </a:solidFill>
                <a:latin typeface="Versos Light" panose="020B0403020204030204" pitchFamily="34" charset="0"/>
                <a:ea typeface="+mn-ea"/>
                <a:cs typeface="Arial"/>
                <a:sym typeface="Arial"/>
              </a:rPr>
              <a:t> 30 </a:t>
            </a:r>
            <a:r>
              <a:rPr sz="1100" kern="1200" err="1">
                <a:solidFill>
                  <a:srgbClr val="FFFFFF"/>
                </a:solidFill>
                <a:latin typeface="Versos Light" panose="020B0403020204030204" pitchFamily="34" charset="0"/>
                <a:ea typeface="+mn-ea"/>
                <a:cs typeface="Arial"/>
                <a:sym typeface="Arial"/>
              </a:rPr>
              <a:t>dias</a:t>
            </a:r>
            <a:endParaRPr sz="1100" kern="1200">
              <a:solidFill>
                <a:srgbClr val="FFFFFF"/>
              </a:solidFill>
              <a:latin typeface="Versos Light" panose="020B040302020403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57" name="TextBox 10">
            <a:extLst>
              <a:ext uri="{FF2B5EF4-FFF2-40B4-BE49-F238E27FC236}">
                <a16:creationId xmlns:a16="http://schemas.microsoft.com/office/drawing/2014/main" id="{FB1BCD72-9DD2-15ED-F8FA-8CE4A023F183}"/>
              </a:ext>
            </a:extLst>
          </p:cNvPr>
          <p:cNvSpPr txBox="1"/>
          <p:nvPr/>
        </p:nvSpPr>
        <p:spPr>
          <a:xfrm>
            <a:off x="4258616" y="5215982"/>
            <a:ext cx="1509273" cy="6771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defTabSz="457200" rtl="0">
              <a:defRPr/>
            </a:pPr>
            <a:r>
              <a:rPr sz="1100" kern="1200" err="1">
                <a:solidFill>
                  <a:srgbClr val="FFFFFF"/>
                </a:solidFill>
                <a:latin typeface="Versos Light" panose="020B0403020204030204" pitchFamily="34" charset="0"/>
                <a:ea typeface="+mn-ea"/>
                <a:cs typeface="Arial"/>
                <a:sym typeface="Arial"/>
              </a:rPr>
              <a:t>Quer</a:t>
            </a:r>
            <a:r>
              <a:rPr sz="1100" kern="1200">
                <a:solidFill>
                  <a:srgbClr val="FFFFFF"/>
                </a:solidFill>
                <a:latin typeface="Versos Light" panose="020B0403020204030204" pitchFamily="34" charset="0"/>
                <a:ea typeface="+mn-ea"/>
                <a:cs typeface="Arial"/>
                <a:sym typeface="Arial"/>
              </a:rPr>
              <a:t> </a:t>
            </a:r>
            <a:r>
              <a:rPr sz="1100" kern="1200" err="1">
                <a:solidFill>
                  <a:srgbClr val="FFFFFF"/>
                </a:solidFill>
                <a:latin typeface="Versos Light" panose="020B0403020204030204" pitchFamily="34" charset="0"/>
                <a:ea typeface="+mn-ea"/>
                <a:cs typeface="Arial"/>
                <a:sym typeface="Arial"/>
              </a:rPr>
              <a:t>exposição</a:t>
            </a:r>
            <a:r>
              <a:rPr sz="1100" kern="1200">
                <a:solidFill>
                  <a:srgbClr val="FFFFFF"/>
                </a:solidFill>
                <a:latin typeface="Versos Light" panose="020B0403020204030204" pitchFamily="34" charset="0"/>
                <a:ea typeface="+mn-ea"/>
                <a:cs typeface="Arial"/>
                <a:sym typeface="Arial"/>
              </a:rPr>
              <a:t> a </a:t>
            </a:r>
            <a:r>
              <a:rPr sz="1100" kern="1200" err="1">
                <a:solidFill>
                  <a:srgbClr val="FFFFFF"/>
                </a:solidFill>
                <a:latin typeface="Versos Light" panose="020B0403020204030204" pitchFamily="34" charset="0"/>
                <a:ea typeface="+mn-ea"/>
                <a:cs typeface="Arial"/>
                <a:sym typeface="Arial"/>
              </a:rPr>
              <a:t>uma</a:t>
            </a:r>
            <a:r>
              <a:rPr sz="1100" kern="1200">
                <a:solidFill>
                  <a:srgbClr val="FFFFFF"/>
                </a:solidFill>
                <a:latin typeface="Versos Light" panose="020B0403020204030204" pitchFamily="34" charset="0"/>
                <a:ea typeface="+mn-ea"/>
                <a:cs typeface="Arial"/>
                <a:sym typeface="Arial"/>
              </a:rPr>
              <a:t> </a:t>
            </a:r>
            <a:r>
              <a:rPr sz="1100" kern="1200" err="1">
                <a:solidFill>
                  <a:srgbClr val="FFFFFF"/>
                </a:solidFill>
                <a:latin typeface="Versos Light" panose="020B0403020204030204" pitchFamily="34" charset="0"/>
                <a:ea typeface="+mn-ea"/>
                <a:cs typeface="Arial"/>
                <a:sym typeface="Arial"/>
              </a:rPr>
              <a:t>carteira</a:t>
            </a:r>
            <a:r>
              <a:rPr sz="1100" kern="1200">
                <a:solidFill>
                  <a:srgbClr val="FFFFFF"/>
                </a:solidFill>
                <a:latin typeface="Versos Light" panose="020B0403020204030204" pitchFamily="34" charset="0"/>
                <a:ea typeface="+mn-ea"/>
                <a:cs typeface="Arial"/>
                <a:sym typeface="Arial"/>
              </a:rPr>
              <a:t> </a:t>
            </a:r>
            <a:r>
              <a:rPr sz="1100" kern="1200" err="1">
                <a:solidFill>
                  <a:srgbClr val="FFFFFF"/>
                </a:solidFill>
                <a:latin typeface="Versos Light" panose="020B0403020204030204" pitchFamily="34" charset="0"/>
                <a:ea typeface="+mn-ea"/>
                <a:cs typeface="Arial"/>
                <a:sym typeface="Arial"/>
              </a:rPr>
              <a:t>diversificada</a:t>
            </a:r>
            <a:r>
              <a:rPr sz="1100" kern="1200">
                <a:solidFill>
                  <a:srgbClr val="FFFFFF"/>
                </a:solidFill>
                <a:latin typeface="Versos Light" panose="020B0403020204030204" pitchFamily="34" charset="0"/>
                <a:ea typeface="+mn-ea"/>
                <a:cs typeface="Arial"/>
                <a:sym typeface="Arial"/>
              </a:rPr>
              <a:t> de </a:t>
            </a:r>
            <a:r>
              <a:rPr sz="1100" kern="1200" err="1">
                <a:solidFill>
                  <a:srgbClr val="FFFFFF"/>
                </a:solidFill>
                <a:latin typeface="Versos Light" panose="020B0403020204030204" pitchFamily="34" charset="0"/>
                <a:ea typeface="+mn-ea"/>
                <a:cs typeface="Arial"/>
                <a:sym typeface="Arial"/>
              </a:rPr>
              <a:t>crédito</a:t>
            </a:r>
            <a:r>
              <a:rPr sz="1100" kern="1200">
                <a:solidFill>
                  <a:srgbClr val="FFFFFF"/>
                </a:solidFill>
                <a:latin typeface="Versos Light" panose="020B0403020204030204" pitchFamily="34" charset="0"/>
                <a:ea typeface="+mn-ea"/>
                <a:cs typeface="Arial"/>
                <a:sym typeface="Arial"/>
              </a:rPr>
              <a:t> high grade</a:t>
            </a:r>
            <a:r>
              <a:rPr lang="pt-BR" sz="1100" kern="1200">
                <a:solidFill>
                  <a:srgbClr val="FFFFFF"/>
                </a:solidFill>
                <a:latin typeface="Versos Light" panose="020B0403020204030204" pitchFamily="34" charset="0"/>
                <a:ea typeface="+mn-ea"/>
                <a:cs typeface="Arial"/>
                <a:sym typeface="Arial"/>
              </a:rPr>
              <a:t> </a:t>
            </a:r>
            <a:r>
              <a:rPr sz="1100" kern="1200">
                <a:solidFill>
                  <a:srgbClr val="FFFFFF"/>
                </a:solidFill>
                <a:latin typeface="Versos Light" panose="020B0403020204030204" pitchFamily="34" charset="0"/>
                <a:ea typeface="+mn-ea"/>
                <a:cs typeface="Arial"/>
                <a:sym typeface="Arial"/>
              </a:rPr>
              <a:t>e </a:t>
            </a:r>
            <a:r>
              <a:rPr sz="1100" kern="1200" err="1">
                <a:solidFill>
                  <a:srgbClr val="FFFFFF"/>
                </a:solidFill>
                <a:latin typeface="Versos Light" panose="020B0403020204030204" pitchFamily="34" charset="0"/>
                <a:ea typeface="+mn-ea"/>
                <a:cs typeface="Arial"/>
                <a:sym typeface="Arial"/>
              </a:rPr>
              <a:t>estruturado</a:t>
            </a:r>
            <a:endParaRPr sz="1100" kern="1200">
              <a:solidFill>
                <a:srgbClr val="FFFFFF"/>
              </a:solidFill>
              <a:latin typeface="Versos Light" panose="020B0403020204030204" pitchFamily="34" charset="0"/>
              <a:ea typeface="+mn-ea"/>
              <a:cs typeface="Arial"/>
              <a:sym typeface="Arial"/>
            </a:endParaRPr>
          </a:p>
        </p:txBody>
      </p:sp>
      <p:grpSp>
        <p:nvGrpSpPr>
          <p:cNvPr id="83" name="Agrupar 82">
            <a:extLst>
              <a:ext uri="{FF2B5EF4-FFF2-40B4-BE49-F238E27FC236}">
                <a16:creationId xmlns:a16="http://schemas.microsoft.com/office/drawing/2014/main" id="{3270DD96-092D-BAD0-8F10-1783F58FCE74}"/>
              </a:ext>
            </a:extLst>
          </p:cNvPr>
          <p:cNvGrpSpPr/>
          <p:nvPr/>
        </p:nvGrpSpPr>
        <p:grpSpPr>
          <a:xfrm>
            <a:off x="511368" y="4816602"/>
            <a:ext cx="10038751" cy="328746"/>
            <a:chOff x="511368" y="4816602"/>
            <a:chExt cx="10038751" cy="328746"/>
          </a:xfrm>
        </p:grpSpPr>
        <p:sp>
          <p:nvSpPr>
            <p:cNvPr id="77" name="Retângulo 76">
              <a:extLst>
                <a:ext uri="{FF2B5EF4-FFF2-40B4-BE49-F238E27FC236}">
                  <a16:creationId xmlns:a16="http://schemas.microsoft.com/office/drawing/2014/main" id="{96A225EB-166B-B6C3-A141-93CF5174B503}"/>
                </a:ext>
              </a:extLst>
            </p:cNvPr>
            <p:cNvSpPr/>
            <p:nvPr/>
          </p:nvSpPr>
          <p:spPr>
            <a:xfrm>
              <a:off x="511368" y="4850541"/>
              <a:ext cx="351320" cy="294807"/>
            </a:xfrm>
            <a:prstGeom prst="rect">
              <a:avLst/>
            </a:prstGeom>
            <a:solidFill>
              <a:srgbClr val="2A3F4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78" name="Retângulo 77">
              <a:extLst>
                <a:ext uri="{FF2B5EF4-FFF2-40B4-BE49-F238E27FC236}">
                  <a16:creationId xmlns:a16="http://schemas.microsoft.com/office/drawing/2014/main" id="{264A532E-9C92-6A9B-3C0A-B1B4296AE578}"/>
                </a:ext>
              </a:extLst>
            </p:cNvPr>
            <p:cNvSpPr/>
            <p:nvPr/>
          </p:nvSpPr>
          <p:spPr>
            <a:xfrm>
              <a:off x="2292846" y="4850541"/>
              <a:ext cx="351320" cy="294807"/>
            </a:xfrm>
            <a:prstGeom prst="rect">
              <a:avLst/>
            </a:prstGeom>
            <a:solidFill>
              <a:srgbClr val="2A3F4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79" name="Retângulo 78">
              <a:extLst>
                <a:ext uri="{FF2B5EF4-FFF2-40B4-BE49-F238E27FC236}">
                  <a16:creationId xmlns:a16="http://schemas.microsoft.com/office/drawing/2014/main" id="{F215B0E3-50A3-22F7-7708-20515BE002B2}"/>
                </a:ext>
              </a:extLst>
            </p:cNvPr>
            <p:cNvSpPr/>
            <p:nvPr/>
          </p:nvSpPr>
          <p:spPr>
            <a:xfrm>
              <a:off x="4006333" y="4850541"/>
              <a:ext cx="351320" cy="294807"/>
            </a:xfrm>
            <a:prstGeom prst="rect">
              <a:avLst/>
            </a:prstGeom>
            <a:solidFill>
              <a:srgbClr val="2A3F4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80" name="Retângulo 79">
              <a:extLst>
                <a:ext uri="{FF2B5EF4-FFF2-40B4-BE49-F238E27FC236}">
                  <a16:creationId xmlns:a16="http://schemas.microsoft.com/office/drawing/2014/main" id="{E343C95D-2EE6-2C76-330E-582F96137280}"/>
                </a:ext>
              </a:extLst>
            </p:cNvPr>
            <p:cNvSpPr/>
            <p:nvPr/>
          </p:nvSpPr>
          <p:spPr>
            <a:xfrm>
              <a:off x="5989788" y="4850541"/>
              <a:ext cx="351320" cy="294807"/>
            </a:xfrm>
            <a:prstGeom prst="rect">
              <a:avLst/>
            </a:prstGeom>
            <a:solidFill>
              <a:srgbClr val="2A3F4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81" name="Retângulo 80">
              <a:extLst>
                <a:ext uri="{FF2B5EF4-FFF2-40B4-BE49-F238E27FC236}">
                  <a16:creationId xmlns:a16="http://schemas.microsoft.com/office/drawing/2014/main" id="{41A04962-A494-D1C4-921C-2856859FFEAD}"/>
                </a:ext>
              </a:extLst>
            </p:cNvPr>
            <p:cNvSpPr/>
            <p:nvPr/>
          </p:nvSpPr>
          <p:spPr>
            <a:xfrm>
              <a:off x="8053695" y="4850541"/>
              <a:ext cx="351320" cy="294807"/>
            </a:xfrm>
            <a:prstGeom prst="rect">
              <a:avLst/>
            </a:prstGeom>
            <a:solidFill>
              <a:srgbClr val="2A3F4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82" name="Retângulo 81">
              <a:extLst>
                <a:ext uri="{FF2B5EF4-FFF2-40B4-BE49-F238E27FC236}">
                  <a16:creationId xmlns:a16="http://schemas.microsoft.com/office/drawing/2014/main" id="{65B4E6A0-BFD0-5795-3970-A37A332B31EA}"/>
                </a:ext>
              </a:extLst>
            </p:cNvPr>
            <p:cNvSpPr/>
            <p:nvPr/>
          </p:nvSpPr>
          <p:spPr>
            <a:xfrm>
              <a:off x="10116305" y="4850541"/>
              <a:ext cx="351320" cy="294807"/>
            </a:xfrm>
            <a:prstGeom prst="rect">
              <a:avLst/>
            </a:prstGeom>
            <a:solidFill>
              <a:srgbClr val="2A3F4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63" name="TextBox 5">
              <a:extLst>
                <a:ext uri="{FF2B5EF4-FFF2-40B4-BE49-F238E27FC236}">
                  <a16:creationId xmlns:a16="http://schemas.microsoft.com/office/drawing/2014/main" id="{31A9745B-4F08-3FD8-7E8F-0613C54F1F1C}"/>
                </a:ext>
              </a:extLst>
            </p:cNvPr>
            <p:cNvSpPr txBox="1"/>
            <p:nvPr/>
          </p:nvSpPr>
          <p:spPr>
            <a:xfrm>
              <a:off x="6049813" y="4816602"/>
              <a:ext cx="367031" cy="181343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 defTabSz="457200" rtl="0">
                <a:defRPr/>
              </a:pPr>
              <a:r>
                <a:rPr sz="1800" b="1" kern="1200">
                  <a:solidFill>
                    <a:srgbClr val="C1F4D4"/>
                  </a:solidFill>
                  <a:latin typeface="Versos Light" panose="020B0403020204030204" pitchFamily="34" charset="0"/>
                  <a:ea typeface="+mn-ea"/>
                  <a:cs typeface="Arial"/>
                  <a:sym typeface="Arial"/>
                </a:rPr>
                <a:t>✓</a:t>
              </a:r>
            </a:p>
          </p:txBody>
        </p:sp>
        <p:sp>
          <p:nvSpPr>
            <p:cNvPr id="64" name="TextBox 5">
              <a:extLst>
                <a:ext uri="{FF2B5EF4-FFF2-40B4-BE49-F238E27FC236}">
                  <a16:creationId xmlns:a16="http://schemas.microsoft.com/office/drawing/2014/main" id="{7AF1FE82-B5A2-B9EC-36DD-37569FE9C0B1}"/>
                </a:ext>
              </a:extLst>
            </p:cNvPr>
            <p:cNvSpPr txBox="1"/>
            <p:nvPr/>
          </p:nvSpPr>
          <p:spPr>
            <a:xfrm>
              <a:off x="8092409" y="4816602"/>
              <a:ext cx="457642" cy="276999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 defTabSz="457200" rtl="0">
                <a:defRPr/>
              </a:pPr>
              <a:r>
                <a:rPr sz="1800" b="1" kern="1200">
                  <a:solidFill>
                    <a:srgbClr val="C1F4D4"/>
                  </a:solidFill>
                  <a:latin typeface="Versos Light" panose="020B0403020204030204" pitchFamily="34" charset="0"/>
                  <a:ea typeface="+mn-ea"/>
                  <a:cs typeface="Arial"/>
                  <a:sym typeface="Arial"/>
                </a:rPr>
                <a:t>✓</a:t>
              </a:r>
            </a:p>
          </p:txBody>
        </p:sp>
        <p:sp>
          <p:nvSpPr>
            <p:cNvPr id="65" name="TextBox 5">
              <a:extLst>
                <a:ext uri="{FF2B5EF4-FFF2-40B4-BE49-F238E27FC236}">
                  <a16:creationId xmlns:a16="http://schemas.microsoft.com/office/drawing/2014/main" id="{3CD245FA-653B-C062-6318-EE9E058CDD12}"/>
                </a:ext>
              </a:extLst>
            </p:cNvPr>
            <p:cNvSpPr txBox="1"/>
            <p:nvPr/>
          </p:nvSpPr>
          <p:spPr>
            <a:xfrm>
              <a:off x="10183088" y="4822673"/>
              <a:ext cx="367031" cy="181343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 defTabSz="457200" rtl="0">
                <a:defRPr/>
              </a:pPr>
              <a:r>
                <a:rPr sz="1800" b="1" kern="1200">
                  <a:solidFill>
                    <a:srgbClr val="C1F4D4"/>
                  </a:solidFill>
                  <a:latin typeface="Versos Light" panose="020B0403020204030204" pitchFamily="34" charset="0"/>
                  <a:ea typeface="+mn-ea"/>
                  <a:cs typeface="Arial"/>
                  <a:sym typeface="Arial"/>
                </a:rPr>
                <a:t>✓</a:t>
              </a:r>
            </a:p>
          </p:txBody>
        </p:sp>
        <p:sp>
          <p:nvSpPr>
            <p:cNvPr id="52" name="TextBox 5">
              <a:extLst>
                <a:ext uri="{FF2B5EF4-FFF2-40B4-BE49-F238E27FC236}">
                  <a16:creationId xmlns:a16="http://schemas.microsoft.com/office/drawing/2014/main" id="{6B9D3F3A-4B88-FFFD-314B-9382BA1FB561}"/>
                </a:ext>
              </a:extLst>
            </p:cNvPr>
            <p:cNvSpPr txBox="1"/>
            <p:nvPr/>
          </p:nvSpPr>
          <p:spPr>
            <a:xfrm>
              <a:off x="573766" y="4817279"/>
              <a:ext cx="400143" cy="197703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 defTabSz="457200" rtl="0">
                <a:defRPr/>
              </a:pPr>
              <a:r>
                <a:rPr sz="1800" b="1" kern="1200">
                  <a:solidFill>
                    <a:srgbClr val="C1F4D4"/>
                  </a:solidFill>
                  <a:latin typeface="Versos Light" panose="020B0403020204030204" pitchFamily="34" charset="0"/>
                  <a:ea typeface="+mn-ea"/>
                  <a:cs typeface="Arial"/>
                  <a:sym typeface="Arial"/>
                </a:rPr>
                <a:t>✓</a:t>
              </a:r>
            </a:p>
          </p:txBody>
        </p:sp>
        <p:sp>
          <p:nvSpPr>
            <p:cNvPr id="61" name="TextBox 5">
              <a:extLst>
                <a:ext uri="{FF2B5EF4-FFF2-40B4-BE49-F238E27FC236}">
                  <a16:creationId xmlns:a16="http://schemas.microsoft.com/office/drawing/2014/main" id="{97C3ACA0-F206-DA74-1E69-B9C202B794BE}"/>
                </a:ext>
              </a:extLst>
            </p:cNvPr>
            <p:cNvSpPr txBox="1"/>
            <p:nvPr/>
          </p:nvSpPr>
          <p:spPr>
            <a:xfrm>
              <a:off x="2355244" y="4817279"/>
              <a:ext cx="400143" cy="197703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 defTabSz="457200" rtl="0">
                <a:defRPr/>
              </a:pPr>
              <a:r>
                <a:rPr sz="1800" b="1" kern="1200">
                  <a:solidFill>
                    <a:srgbClr val="C1F4D4"/>
                  </a:solidFill>
                  <a:latin typeface="Versos Light" panose="020B0403020204030204" pitchFamily="34" charset="0"/>
                  <a:ea typeface="+mn-ea"/>
                  <a:cs typeface="Arial"/>
                  <a:sym typeface="Arial"/>
                </a:rPr>
                <a:t>✓</a:t>
              </a:r>
            </a:p>
          </p:txBody>
        </p:sp>
        <p:sp>
          <p:nvSpPr>
            <p:cNvPr id="62" name="TextBox 5">
              <a:extLst>
                <a:ext uri="{FF2B5EF4-FFF2-40B4-BE49-F238E27FC236}">
                  <a16:creationId xmlns:a16="http://schemas.microsoft.com/office/drawing/2014/main" id="{BC7F87DB-7896-EC0A-3C94-2FFD5D0C1D78}"/>
                </a:ext>
              </a:extLst>
            </p:cNvPr>
            <p:cNvSpPr txBox="1"/>
            <p:nvPr/>
          </p:nvSpPr>
          <p:spPr>
            <a:xfrm>
              <a:off x="4076229" y="4817279"/>
              <a:ext cx="400143" cy="197703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 defTabSz="457200" rtl="0">
                <a:defRPr/>
              </a:pPr>
              <a:r>
                <a:rPr sz="1800" b="1" kern="1200">
                  <a:solidFill>
                    <a:srgbClr val="C1F4D4"/>
                  </a:solidFill>
                  <a:latin typeface="Versos Light" panose="020B0403020204030204" pitchFamily="34" charset="0"/>
                  <a:ea typeface="+mn-ea"/>
                  <a:cs typeface="Arial"/>
                  <a:sym typeface="Arial"/>
                </a:rPr>
                <a:t>✓</a:t>
              </a:r>
            </a:p>
          </p:txBody>
        </p:sp>
      </p:grpSp>
      <p:sp>
        <p:nvSpPr>
          <p:cNvPr id="75" name="TextBox 4">
            <a:extLst>
              <a:ext uri="{FF2B5EF4-FFF2-40B4-BE49-F238E27FC236}">
                <a16:creationId xmlns:a16="http://schemas.microsoft.com/office/drawing/2014/main" id="{4FE10986-4FBF-0CCD-4CF7-DA281D0162B5}"/>
              </a:ext>
            </a:extLst>
          </p:cNvPr>
          <p:cNvSpPr txBox="1"/>
          <p:nvPr/>
        </p:nvSpPr>
        <p:spPr>
          <a:xfrm>
            <a:off x="2671137" y="3954934"/>
            <a:ext cx="4793163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 panose="020B0403020204030204" pitchFamily="34" charset="0"/>
                <a:ea typeface="+mn-ea"/>
                <a:cs typeface="+mn-cs"/>
              </a:rPr>
              <a:t>Para o </a:t>
            </a:r>
            <a:r>
              <a:rPr kumimoji="0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 panose="020B0403020204030204" pitchFamily="34" charset="0"/>
                <a:ea typeface="+mn-ea"/>
                <a:cs typeface="+mn-cs"/>
              </a:rPr>
              <a:t>investidor</a:t>
            </a:r>
            <a:r>
              <a:rPr kumimoji="0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 panose="020B0403020204030204" pitchFamily="34" charset="0"/>
                <a:ea typeface="+mn-ea"/>
                <a:cs typeface="+mn-cs"/>
              </a:rPr>
              <a:t> </a:t>
            </a:r>
            <a:r>
              <a:rPr kumimoji="0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 panose="020B0403020204030204" pitchFamily="34" charset="0"/>
                <a:ea typeface="+mn-ea"/>
                <a:cs typeface="+mn-cs"/>
              </a:rPr>
              <a:t>que</a:t>
            </a:r>
            <a:r>
              <a:rPr kumimoji="0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 panose="020B0403020204030204" pitchFamily="34" charset="0"/>
                <a:ea typeface="+mn-ea"/>
                <a:cs typeface="+mn-cs"/>
              </a:rPr>
              <a:t> </a:t>
            </a:r>
            <a:r>
              <a:rPr kumimoji="0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 panose="020B0403020204030204" pitchFamily="34" charset="0"/>
                <a:ea typeface="+mn-ea"/>
                <a:cs typeface="+mn-cs"/>
              </a:rPr>
              <a:t>aceita</a:t>
            </a:r>
            <a:r>
              <a:rPr kumimoji="0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 panose="020B0403020204030204" pitchFamily="34" charset="0"/>
                <a:ea typeface="+mn-ea"/>
                <a:cs typeface="+mn-cs"/>
              </a:rPr>
              <a:t> </a:t>
            </a:r>
            <a:r>
              <a:rPr kumimoji="0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 panose="020B0403020204030204" pitchFamily="34" charset="0"/>
                <a:ea typeface="+mn-ea"/>
                <a:cs typeface="+mn-cs"/>
              </a:rPr>
              <a:t>abrir</a:t>
            </a:r>
            <a:r>
              <a:rPr kumimoji="0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 panose="020B0403020204030204" pitchFamily="34" charset="0"/>
                <a:ea typeface="+mn-ea"/>
                <a:cs typeface="+mn-cs"/>
              </a:rPr>
              <a:t> </a:t>
            </a:r>
            <a:r>
              <a:rPr kumimoji="0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 panose="020B0403020204030204" pitchFamily="34" charset="0"/>
                <a:ea typeface="+mn-ea"/>
                <a:cs typeface="+mn-cs"/>
              </a:rPr>
              <a:t>mão</a:t>
            </a:r>
            <a:r>
              <a:rPr kumimoji="0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 panose="020B0403020204030204" pitchFamily="34" charset="0"/>
                <a:ea typeface="+mn-ea"/>
                <a:cs typeface="+mn-cs"/>
              </a:rPr>
              <a:t> de </a:t>
            </a:r>
            <a:r>
              <a:rPr kumimoji="0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 panose="020B0403020204030204" pitchFamily="34" charset="0"/>
                <a:ea typeface="+mn-ea"/>
                <a:cs typeface="+mn-cs"/>
              </a:rPr>
              <a:t>liquidez</a:t>
            </a:r>
            <a:r>
              <a:rPr kumimoji="0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 panose="020B0403020204030204" pitchFamily="34" charset="0"/>
                <a:ea typeface="+mn-ea"/>
                <a:cs typeface="+mn-cs"/>
              </a:rPr>
              <a:t> </a:t>
            </a:r>
            <a:r>
              <a:rPr kumimoji="0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 panose="020B0403020204030204" pitchFamily="34" charset="0"/>
                <a:ea typeface="+mn-ea"/>
                <a:cs typeface="+mn-cs"/>
              </a:rPr>
              <a:t>imediata</a:t>
            </a:r>
            <a:r>
              <a:rPr kumimoji="0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 panose="020B0403020204030204" pitchFamily="34" charset="0"/>
                <a:ea typeface="+mn-ea"/>
                <a:cs typeface="+mn-cs"/>
              </a:rPr>
              <a:t> </a:t>
            </a:r>
            <a:r>
              <a:rPr kumimoji="0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 panose="020B0403020204030204" pitchFamily="34" charset="0"/>
                <a:ea typeface="+mn-ea"/>
                <a:cs typeface="+mn-cs"/>
              </a:rPr>
              <a:t>em</a:t>
            </a:r>
            <a:r>
              <a:rPr kumimoji="0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 panose="020B0403020204030204" pitchFamily="34" charset="0"/>
                <a:ea typeface="+mn-ea"/>
                <a:cs typeface="+mn-cs"/>
              </a:rPr>
              <a:t> </a:t>
            </a:r>
            <a:r>
              <a:rPr kumimoji="0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 panose="020B0403020204030204" pitchFamily="34" charset="0"/>
                <a:ea typeface="+mn-ea"/>
                <a:cs typeface="+mn-cs"/>
              </a:rPr>
              <a:t>troca</a:t>
            </a:r>
            <a:r>
              <a:rPr kumimoji="0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 panose="020B0403020204030204" pitchFamily="34" charset="0"/>
                <a:ea typeface="+mn-ea"/>
                <a:cs typeface="+mn-cs"/>
              </a:rPr>
              <a:t> de </a:t>
            </a:r>
            <a:r>
              <a:rPr kumimoji="0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 panose="020B0403020204030204" pitchFamily="34" charset="0"/>
                <a:ea typeface="+mn-ea"/>
                <a:cs typeface="+mn-cs"/>
              </a:rPr>
              <a:t>mais</a:t>
            </a:r>
            <a:r>
              <a:rPr kumimoji="0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 panose="020B0403020204030204" pitchFamily="34" charset="0"/>
                <a:ea typeface="+mn-ea"/>
                <a:cs typeface="+mn-cs"/>
              </a:rPr>
              <a:t> </a:t>
            </a:r>
            <a:r>
              <a:rPr kumimoji="0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 panose="020B0403020204030204" pitchFamily="34" charset="0"/>
                <a:ea typeface="+mn-ea"/>
                <a:cs typeface="+mn-cs"/>
              </a:rPr>
              <a:t>carrego</a:t>
            </a:r>
            <a:r>
              <a:rPr kumimoji="0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 panose="020B0403020204030204" pitchFamily="34" charset="0"/>
                <a:ea typeface="+mn-ea"/>
                <a:cs typeface="+mn-cs"/>
              </a:rPr>
              <a:t> e </a:t>
            </a:r>
            <a:r>
              <a:rPr kumimoji="0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 panose="020B0403020204030204" pitchFamily="34" charset="0"/>
                <a:ea typeface="+mn-ea"/>
                <a:cs typeface="+mn-cs"/>
              </a:rPr>
              <a:t>potencial</a:t>
            </a:r>
            <a:r>
              <a:rPr kumimoji="0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 panose="020B0403020204030204" pitchFamily="34" charset="0"/>
                <a:ea typeface="+mn-ea"/>
                <a:cs typeface="+mn-cs"/>
              </a:rPr>
              <a:t> de </a:t>
            </a:r>
            <a:r>
              <a:rPr kumimoji="0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 panose="020B0403020204030204" pitchFamily="34" charset="0"/>
                <a:ea typeface="+mn-ea"/>
                <a:cs typeface="+mn-cs"/>
              </a:rPr>
              <a:t>retorno</a:t>
            </a:r>
            <a:r>
              <a:rPr kumimoji="0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 panose="020B0403020204030204" pitchFamily="34" charset="0"/>
                <a:ea typeface="+mn-ea"/>
                <a:cs typeface="+mn-cs"/>
              </a:rPr>
              <a:t>.</a:t>
            </a:r>
          </a:p>
        </p:txBody>
      </p:sp>
      <p:sp>
        <p:nvSpPr>
          <p:cNvPr id="76" name="object 19">
            <a:extLst>
              <a:ext uri="{FF2B5EF4-FFF2-40B4-BE49-F238E27FC236}">
                <a16:creationId xmlns:a16="http://schemas.microsoft.com/office/drawing/2014/main" id="{13534AE3-CFE6-6595-D87B-D54CB18BA54F}"/>
              </a:ext>
            </a:extLst>
          </p:cNvPr>
          <p:cNvSpPr txBox="1"/>
          <p:nvPr/>
        </p:nvSpPr>
        <p:spPr>
          <a:xfrm>
            <a:off x="573766" y="3955499"/>
            <a:ext cx="3089502" cy="475210"/>
          </a:xfrm>
          <a:prstGeom prst="rect">
            <a:avLst/>
          </a:prstGeom>
        </p:spPr>
        <p:txBody>
          <a:bodyPr vert="horz" wrap="square" lIns="0" tIns="43894" rIns="0" bIns="0" rtlCol="0">
            <a:spAutoFit/>
          </a:bodyPr>
          <a:lstStyle/>
          <a:p>
            <a:pPr marL="7701" marR="3081" defTabSz="554466">
              <a:spcBef>
                <a:spcPts val="346"/>
              </a:spcBef>
              <a:buClrTx/>
              <a:defRPr/>
            </a:pPr>
            <a:r>
              <a:rPr lang="pt-BR" sz="2800" b="1">
                <a:solidFill>
                  <a:schemeClr val="bg1"/>
                </a:solidFill>
                <a:latin typeface="Versos"/>
                <a:cs typeface="Versos"/>
              </a:rPr>
              <a:t>Pra quem?</a:t>
            </a:r>
          </a:p>
        </p:txBody>
      </p:sp>
      <p:cxnSp>
        <p:nvCxnSpPr>
          <p:cNvPr id="85" name="Conector reto 84">
            <a:extLst>
              <a:ext uri="{FF2B5EF4-FFF2-40B4-BE49-F238E27FC236}">
                <a16:creationId xmlns:a16="http://schemas.microsoft.com/office/drawing/2014/main" id="{EFF3EAAA-F23F-C003-A767-FD9579CAAF12}"/>
              </a:ext>
            </a:extLst>
          </p:cNvPr>
          <p:cNvCxnSpPr/>
          <p:nvPr/>
        </p:nvCxnSpPr>
        <p:spPr>
          <a:xfrm>
            <a:off x="587376" y="4557292"/>
            <a:ext cx="10182224" cy="0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301197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41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82E49EF-8026-BD5C-B7A1-7E6072C25A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4">
            <a:extLst>
              <a:ext uri="{FF2B5EF4-FFF2-40B4-BE49-F238E27FC236}">
                <a16:creationId xmlns:a16="http://schemas.microsoft.com/office/drawing/2014/main" id="{B9D07D89-8A1A-4FC8-5B43-6284A55471BC}"/>
              </a:ext>
            </a:extLst>
          </p:cNvPr>
          <p:cNvSpPr txBox="1">
            <a:spLocks/>
          </p:cNvSpPr>
          <p:nvPr/>
        </p:nvSpPr>
        <p:spPr>
          <a:xfrm>
            <a:off x="334963" y="723659"/>
            <a:ext cx="3776528" cy="570669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>
            <a:lvl1pPr>
              <a:defRPr sz="4050" b="0" i="0">
                <a:solidFill>
                  <a:schemeClr val="bg1"/>
                </a:solidFill>
                <a:latin typeface="Arial"/>
                <a:ea typeface="+mj-ea"/>
                <a:cs typeface="Arial"/>
              </a:defRPr>
            </a:lvl1pPr>
          </a:lstStyle>
          <a:p>
            <a:r>
              <a:rPr lang="pt-BR" sz="1800">
                <a:latin typeface="Versos" panose="020B0503020204030204" pitchFamily="34" charset="0"/>
              </a:rPr>
              <a:t>Processo de</a:t>
            </a:r>
          </a:p>
          <a:p>
            <a:r>
              <a:rPr lang="pt-BR" sz="1800" b="1">
                <a:latin typeface="Versos" panose="020B0503020204030204" pitchFamily="34" charset="0"/>
              </a:rPr>
              <a:t>Investimento</a:t>
            </a:r>
          </a:p>
        </p:txBody>
      </p:sp>
      <p:sp>
        <p:nvSpPr>
          <p:cNvPr id="7" name="object 5">
            <a:extLst>
              <a:ext uri="{FF2B5EF4-FFF2-40B4-BE49-F238E27FC236}">
                <a16:creationId xmlns:a16="http://schemas.microsoft.com/office/drawing/2014/main" id="{C2EF856B-0F57-BEF3-F22C-A87160386869}"/>
              </a:ext>
            </a:extLst>
          </p:cNvPr>
          <p:cNvSpPr txBox="1"/>
          <p:nvPr/>
        </p:nvSpPr>
        <p:spPr>
          <a:xfrm>
            <a:off x="2396599" y="725262"/>
            <a:ext cx="6494968" cy="567463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lang="pt-BR" sz="1800">
                <a:solidFill>
                  <a:srgbClr val="FFFFFF"/>
                </a:solidFill>
                <a:latin typeface="Versos" panose="020B0503020204030204" pitchFamily="34" charset="0"/>
                <a:cs typeface="Arial"/>
              </a:rPr>
              <a:t>Prezamos pela análise diligente e </a:t>
            </a:r>
            <a:br>
              <a:rPr lang="pt-BR" sz="1800">
                <a:solidFill>
                  <a:srgbClr val="FFFFFF"/>
                </a:solidFill>
                <a:latin typeface="Versos" panose="020B0503020204030204" pitchFamily="34" charset="0"/>
                <a:cs typeface="Arial"/>
              </a:rPr>
            </a:br>
            <a:r>
              <a:rPr lang="pt-BR" sz="1800">
                <a:solidFill>
                  <a:srgbClr val="FFFFFF"/>
                </a:solidFill>
                <a:latin typeface="Versos" panose="020B0503020204030204" pitchFamily="34" charset="0"/>
                <a:cs typeface="Arial"/>
              </a:rPr>
              <a:t>criteriosa de todas operações e contrapartes.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3254593D-E5E3-3234-699D-42491B79EE06}"/>
              </a:ext>
            </a:extLst>
          </p:cNvPr>
          <p:cNvCxnSpPr>
            <a:cxnSpLocks/>
          </p:cNvCxnSpPr>
          <p:nvPr/>
        </p:nvCxnSpPr>
        <p:spPr>
          <a:xfrm>
            <a:off x="2123090" y="557048"/>
            <a:ext cx="0" cy="90389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Slide Number Placeholder 69">
            <a:extLst>
              <a:ext uri="{FF2B5EF4-FFF2-40B4-BE49-F238E27FC236}">
                <a16:creationId xmlns:a16="http://schemas.microsoft.com/office/drawing/2014/main" id="{42DB5966-CB20-EA9D-C38C-39E580F793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667D73-C69A-4DAA-9003-24A825D36FE9}" type="slidenum">
              <a:rPr lang="pt-BR" smtClean="0"/>
              <a:pPr/>
              <a:t>10</a:t>
            </a:fld>
            <a:endParaRPr lang="pt-BR"/>
          </a:p>
        </p:txBody>
      </p:sp>
      <p:pic>
        <p:nvPicPr>
          <p:cNvPr id="181" name="Graphic 180">
            <a:extLst>
              <a:ext uri="{FF2B5EF4-FFF2-40B4-BE49-F238E27FC236}">
                <a16:creationId xmlns:a16="http://schemas.microsoft.com/office/drawing/2014/main" id="{05EF24A1-6E5E-6695-174E-2AF41C04205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661416"/>
            <a:ext cx="12192000" cy="5535168"/>
          </a:xfrm>
          <a:prstGeom prst="rect">
            <a:avLst/>
          </a:prstGeom>
        </p:spPr>
      </p:pic>
      <p:grpSp>
        <p:nvGrpSpPr>
          <p:cNvPr id="184" name="Group 183">
            <a:extLst>
              <a:ext uri="{FF2B5EF4-FFF2-40B4-BE49-F238E27FC236}">
                <a16:creationId xmlns:a16="http://schemas.microsoft.com/office/drawing/2014/main" id="{FC60F287-0EF5-B99B-CFF0-39427DFE4953}"/>
              </a:ext>
            </a:extLst>
          </p:cNvPr>
          <p:cNvGrpSpPr/>
          <p:nvPr/>
        </p:nvGrpSpPr>
        <p:grpSpPr>
          <a:xfrm>
            <a:off x="2392175" y="2542537"/>
            <a:ext cx="2261955" cy="1721197"/>
            <a:chOff x="2357671" y="2309567"/>
            <a:chExt cx="2261955" cy="1721197"/>
          </a:xfrm>
        </p:grpSpPr>
        <p:sp>
          <p:nvSpPr>
            <p:cNvPr id="19" name="CaixaDeTexto 24">
              <a:extLst>
                <a:ext uri="{FF2B5EF4-FFF2-40B4-BE49-F238E27FC236}">
                  <a16:creationId xmlns:a16="http://schemas.microsoft.com/office/drawing/2014/main" id="{30540251-89A8-E366-5BF9-91243D6B2771}"/>
                </a:ext>
              </a:extLst>
            </p:cNvPr>
            <p:cNvSpPr txBox="1"/>
            <p:nvPr/>
          </p:nvSpPr>
          <p:spPr>
            <a:xfrm>
              <a:off x="2397640" y="3661432"/>
              <a:ext cx="2221986" cy="369332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>
                <a:defRPr/>
              </a:pPr>
              <a:r>
                <a:rPr kumimoji="0" lang="pt-BR" sz="1200" b="1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Versos"/>
                </a:rPr>
                <a:t>Avaliação da Oportunidade</a:t>
              </a:r>
            </a:p>
            <a:p>
              <a:pPr>
                <a:defRPr/>
              </a:pPr>
              <a:r>
                <a:rPr lang="pt-BR" sz="1200" b="1">
                  <a:solidFill>
                    <a:schemeClr val="bg1"/>
                  </a:solidFill>
                  <a:latin typeface="Versos"/>
                </a:rPr>
                <a:t> (Primário e Secundário)</a:t>
              </a:r>
              <a:endParaRPr kumimoji="0" lang="pt-BR" sz="1200" b="1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Versos" panose="020B0503020204030204" pitchFamily="34" charset="77"/>
              </a:endParaRPr>
            </a:p>
          </p:txBody>
        </p:sp>
        <p:sp>
          <p:nvSpPr>
            <p:cNvPr id="43" name="object 133">
              <a:extLst>
                <a:ext uri="{FF2B5EF4-FFF2-40B4-BE49-F238E27FC236}">
                  <a16:creationId xmlns:a16="http://schemas.microsoft.com/office/drawing/2014/main" id="{5849CD23-C4A9-B4EC-A266-CF579D4624E0}"/>
                </a:ext>
              </a:extLst>
            </p:cNvPr>
            <p:cNvSpPr txBox="1"/>
            <p:nvPr/>
          </p:nvSpPr>
          <p:spPr>
            <a:xfrm>
              <a:off x="2397639" y="3062231"/>
              <a:ext cx="644898" cy="476411"/>
            </a:xfrm>
            <a:prstGeom prst="rect">
              <a:avLst/>
            </a:prstGeom>
          </p:spPr>
          <p:txBody>
            <a:bodyPr vert="horz" wrap="square" lIns="0" tIns="14604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14"/>
                </a:spcBef>
              </a:pPr>
              <a:r>
                <a:rPr lang="pt-BR" sz="3000" b="1" spc="45">
                  <a:solidFill>
                    <a:schemeClr val="bg2">
                      <a:lumMod val="90000"/>
                    </a:schemeClr>
                  </a:solidFill>
                  <a:latin typeface="Versos" panose="020B0503020204030204" pitchFamily="34" charset="0"/>
                  <a:cs typeface="Arial"/>
                </a:rPr>
                <a:t>02</a:t>
              </a:r>
              <a:endParaRPr sz="3000">
                <a:solidFill>
                  <a:schemeClr val="bg2">
                    <a:lumMod val="90000"/>
                  </a:schemeClr>
                </a:solidFill>
                <a:latin typeface="Versos" panose="020B0503020204030204" pitchFamily="34" charset="0"/>
                <a:cs typeface="Arial"/>
              </a:endParaRPr>
            </a:p>
          </p:txBody>
        </p:sp>
        <p:grpSp>
          <p:nvGrpSpPr>
            <p:cNvPr id="53" name="Group 52">
              <a:extLst>
                <a:ext uri="{FF2B5EF4-FFF2-40B4-BE49-F238E27FC236}">
                  <a16:creationId xmlns:a16="http://schemas.microsoft.com/office/drawing/2014/main" id="{DDAB1F0F-8206-E8CA-DA72-EF21E7512693}"/>
                </a:ext>
              </a:extLst>
            </p:cNvPr>
            <p:cNvGrpSpPr/>
            <p:nvPr/>
          </p:nvGrpSpPr>
          <p:grpSpPr>
            <a:xfrm>
              <a:off x="2357671" y="2309567"/>
              <a:ext cx="1560724" cy="1188715"/>
              <a:chOff x="334786" y="1884279"/>
              <a:chExt cx="1560724" cy="1188715"/>
            </a:xfrm>
          </p:grpSpPr>
          <p:grpSp>
            <p:nvGrpSpPr>
              <p:cNvPr id="54" name="Graphic 7">
                <a:extLst>
                  <a:ext uri="{FF2B5EF4-FFF2-40B4-BE49-F238E27FC236}">
                    <a16:creationId xmlns:a16="http://schemas.microsoft.com/office/drawing/2014/main" id="{800602A1-E1C6-086A-569E-AF6FA82F3C09}"/>
                  </a:ext>
                </a:extLst>
              </p:cNvPr>
              <p:cNvGrpSpPr/>
              <p:nvPr/>
            </p:nvGrpSpPr>
            <p:grpSpPr>
              <a:xfrm rot="5400000">
                <a:off x="915191" y="1660433"/>
                <a:ext cx="399914" cy="1560724"/>
                <a:chOff x="877428" y="1698372"/>
                <a:chExt cx="399914" cy="1560724"/>
              </a:xfrm>
            </p:grpSpPr>
            <p:sp>
              <p:nvSpPr>
                <p:cNvPr id="83" name="Freeform: Shape 82">
                  <a:extLst>
                    <a:ext uri="{FF2B5EF4-FFF2-40B4-BE49-F238E27FC236}">
                      <a16:creationId xmlns:a16="http://schemas.microsoft.com/office/drawing/2014/main" id="{95D5F558-DB41-482E-D08A-C2F1AC0B0CA7}"/>
                    </a:ext>
                  </a:extLst>
                </p:cNvPr>
                <p:cNvSpPr/>
                <p:nvPr/>
              </p:nvSpPr>
              <p:spPr>
                <a:xfrm>
                  <a:off x="877428" y="1698372"/>
                  <a:ext cx="399914" cy="1560724"/>
                </a:xfrm>
                <a:custGeom>
                  <a:avLst/>
                  <a:gdLst>
                    <a:gd name="connsiteX0" fmla="*/ 199957 w 399914"/>
                    <a:gd name="connsiteY0" fmla="*/ 0 h 1560724"/>
                    <a:gd name="connsiteX1" fmla="*/ 0 w 399914"/>
                    <a:gd name="connsiteY1" fmla="*/ 780362 h 1560724"/>
                    <a:gd name="connsiteX2" fmla="*/ 199957 w 399914"/>
                    <a:gd name="connsiteY2" fmla="*/ 1560725 h 1560724"/>
                    <a:gd name="connsiteX3" fmla="*/ 399914 w 399914"/>
                    <a:gd name="connsiteY3" fmla="*/ 780362 h 1560724"/>
                    <a:gd name="connsiteX4" fmla="*/ 199957 w 399914"/>
                    <a:gd name="connsiteY4" fmla="*/ 0 h 156072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99914" h="1560724">
                      <a:moveTo>
                        <a:pt x="199957" y="0"/>
                      </a:moveTo>
                      <a:cubicBezTo>
                        <a:pt x="149351" y="0"/>
                        <a:pt x="0" y="390197"/>
                        <a:pt x="0" y="780362"/>
                      </a:cubicBezTo>
                      <a:cubicBezTo>
                        <a:pt x="0" y="1170528"/>
                        <a:pt x="132241" y="1560725"/>
                        <a:pt x="199957" y="1560725"/>
                      </a:cubicBezTo>
                      <a:cubicBezTo>
                        <a:pt x="267673" y="1560725"/>
                        <a:pt x="399914" y="1171165"/>
                        <a:pt x="399914" y="780362"/>
                      </a:cubicBezTo>
                      <a:cubicBezTo>
                        <a:pt x="399914" y="389560"/>
                        <a:pt x="250563" y="0"/>
                        <a:pt x="199957" y="0"/>
                      </a:cubicBezTo>
                      <a:close/>
                    </a:path>
                  </a:pathLst>
                </a:custGeom>
                <a:solidFill>
                  <a:srgbClr val="759DB4"/>
                </a:solidFill>
                <a:ln w="35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84" name="Freeform: Shape 83">
                  <a:extLst>
                    <a:ext uri="{FF2B5EF4-FFF2-40B4-BE49-F238E27FC236}">
                      <a16:creationId xmlns:a16="http://schemas.microsoft.com/office/drawing/2014/main" id="{CF89F20D-F8D3-D1F9-1ED6-1546FC5FDF58}"/>
                    </a:ext>
                  </a:extLst>
                </p:cNvPr>
                <p:cNvSpPr/>
                <p:nvPr/>
              </p:nvSpPr>
              <p:spPr>
                <a:xfrm>
                  <a:off x="960946" y="2160508"/>
                  <a:ext cx="232872" cy="636451"/>
                </a:xfrm>
                <a:custGeom>
                  <a:avLst/>
                  <a:gdLst>
                    <a:gd name="connsiteX0" fmla="*/ 232872 w 232872"/>
                    <a:gd name="connsiteY0" fmla="*/ 318226 h 636451"/>
                    <a:gd name="connsiteX1" fmla="*/ 116436 w 232872"/>
                    <a:gd name="connsiteY1" fmla="*/ 636451 h 636451"/>
                    <a:gd name="connsiteX2" fmla="*/ 0 w 232872"/>
                    <a:gd name="connsiteY2" fmla="*/ 318226 h 636451"/>
                    <a:gd name="connsiteX3" fmla="*/ 116436 w 232872"/>
                    <a:gd name="connsiteY3" fmla="*/ 0 h 636451"/>
                    <a:gd name="connsiteX4" fmla="*/ 232872 w 232872"/>
                    <a:gd name="connsiteY4" fmla="*/ 318226 h 63645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32872" h="636451">
                      <a:moveTo>
                        <a:pt x="232872" y="318226"/>
                      </a:moveTo>
                      <a:cubicBezTo>
                        <a:pt x="232872" y="480382"/>
                        <a:pt x="186558" y="636451"/>
                        <a:pt x="116436" y="636451"/>
                      </a:cubicBezTo>
                      <a:cubicBezTo>
                        <a:pt x="46315" y="636451"/>
                        <a:pt x="0" y="479187"/>
                        <a:pt x="0" y="318226"/>
                      </a:cubicBezTo>
                      <a:cubicBezTo>
                        <a:pt x="0" y="157264"/>
                        <a:pt x="40238" y="0"/>
                        <a:pt x="116436" y="0"/>
                      </a:cubicBezTo>
                      <a:cubicBezTo>
                        <a:pt x="192635" y="0"/>
                        <a:pt x="232872" y="156073"/>
                        <a:pt x="232872" y="318226"/>
                      </a:cubicBezTo>
                      <a:close/>
                    </a:path>
                  </a:pathLst>
                </a:custGeom>
                <a:solidFill>
                  <a:schemeClr val="bg2">
                    <a:lumMod val="75000"/>
                  </a:schemeClr>
                </a:solidFill>
                <a:ln w="35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</p:grpSp>
          <p:grpSp>
            <p:nvGrpSpPr>
              <p:cNvPr id="55" name="Graphic 7">
                <a:extLst>
                  <a:ext uri="{FF2B5EF4-FFF2-40B4-BE49-F238E27FC236}">
                    <a16:creationId xmlns:a16="http://schemas.microsoft.com/office/drawing/2014/main" id="{867214A6-0C23-EC16-4BCC-FEDE61F94917}"/>
                  </a:ext>
                </a:extLst>
              </p:cNvPr>
              <p:cNvGrpSpPr/>
              <p:nvPr/>
            </p:nvGrpSpPr>
            <p:grpSpPr>
              <a:xfrm rot="5400000">
                <a:off x="545994" y="2289518"/>
                <a:ext cx="1188715" cy="378237"/>
                <a:chOff x="520869" y="2264412"/>
                <a:chExt cx="1188715" cy="378237"/>
              </a:xfrm>
            </p:grpSpPr>
            <p:grpSp>
              <p:nvGrpSpPr>
                <p:cNvPr id="56" name="Graphic 7">
                  <a:extLst>
                    <a:ext uri="{FF2B5EF4-FFF2-40B4-BE49-F238E27FC236}">
                      <a16:creationId xmlns:a16="http://schemas.microsoft.com/office/drawing/2014/main" id="{65A301D2-6FA4-5181-9E53-DD21C93EB9CE}"/>
                    </a:ext>
                  </a:extLst>
                </p:cNvPr>
                <p:cNvGrpSpPr/>
                <p:nvPr/>
              </p:nvGrpSpPr>
              <p:grpSpPr>
                <a:xfrm>
                  <a:off x="818111" y="2500400"/>
                  <a:ext cx="201304" cy="114419"/>
                  <a:chOff x="818111" y="2500400"/>
                  <a:chExt cx="201304" cy="114419"/>
                </a:xfrm>
              </p:grpSpPr>
              <p:sp>
                <p:nvSpPr>
                  <p:cNvPr id="81" name="Freeform: Shape 80">
                    <a:extLst>
                      <a:ext uri="{FF2B5EF4-FFF2-40B4-BE49-F238E27FC236}">
                        <a16:creationId xmlns:a16="http://schemas.microsoft.com/office/drawing/2014/main" id="{F10874B1-FEB3-9CCB-BBA8-520DF9469CAC}"/>
                      </a:ext>
                    </a:extLst>
                  </p:cNvPr>
                  <p:cNvSpPr/>
                  <p:nvPr/>
                </p:nvSpPr>
                <p:spPr>
                  <a:xfrm>
                    <a:off x="818111" y="2500400"/>
                    <a:ext cx="201304" cy="111509"/>
                  </a:xfrm>
                  <a:custGeom>
                    <a:avLst/>
                    <a:gdLst>
                      <a:gd name="connsiteX0" fmla="*/ 158351 w 201304"/>
                      <a:gd name="connsiteY0" fmla="*/ 108024 h 111509"/>
                      <a:gd name="connsiteX1" fmla="*/ 15888 w 201304"/>
                      <a:gd name="connsiteY1" fmla="*/ 49979 h 111509"/>
                      <a:gd name="connsiteX2" fmla="*/ 1627 w 201304"/>
                      <a:gd name="connsiteY2" fmla="*/ 16523 h 111509"/>
                      <a:gd name="connsiteX3" fmla="*/ 36119 w 201304"/>
                      <a:gd name="connsiteY3" fmla="*/ 1575 h 111509"/>
                      <a:gd name="connsiteX4" fmla="*/ 181194 w 201304"/>
                      <a:gd name="connsiteY4" fmla="*/ 59443 h 111509"/>
                      <a:gd name="connsiteX5" fmla="*/ 198663 w 201304"/>
                      <a:gd name="connsiteY5" fmla="*/ 96333 h 111509"/>
                      <a:gd name="connsiteX6" fmla="*/ 158351 w 201304"/>
                      <a:gd name="connsiteY6" fmla="*/ 108028 h 11150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201304" h="111509">
                        <a:moveTo>
                          <a:pt x="158351" y="108024"/>
                        </a:moveTo>
                        <a:lnTo>
                          <a:pt x="15888" y="49979"/>
                        </a:lnTo>
                        <a:cubicBezTo>
                          <a:pt x="2923" y="44467"/>
                          <a:pt x="-3162" y="29129"/>
                          <a:pt x="1627" y="16523"/>
                        </a:cubicBezTo>
                        <a:cubicBezTo>
                          <a:pt x="6417" y="3913"/>
                          <a:pt x="19115" y="-3402"/>
                          <a:pt x="36119" y="1575"/>
                        </a:cubicBezTo>
                        <a:cubicBezTo>
                          <a:pt x="53123" y="6553"/>
                          <a:pt x="181194" y="59443"/>
                          <a:pt x="181194" y="59443"/>
                        </a:cubicBezTo>
                        <a:cubicBezTo>
                          <a:pt x="195902" y="65114"/>
                          <a:pt x="206463" y="81247"/>
                          <a:pt x="198663" y="96333"/>
                        </a:cubicBezTo>
                        <a:cubicBezTo>
                          <a:pt x="190864" y="111419"/>
                          <a:pt x="178493" y="115137"/>
                          <a:pt x="158351" y="108028"/>
                        </a:cubicBezTo>
                        <a:close/>
                      </a:path>
                    </a:pathLst>
                  </a:custGeom>
                  <a:solidFill>
                    <a:schemeClr val="bg2">
                      <a:lumMod val="50000"/>
                    </a:schemeClr>
                  </a:solidFill>
                  <a:ln w="354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pt-BR"/>
                  </a:p>
                </p:txBody>
              </p:sp>
              <p:sp>
                <p:nvSpPr>
                  <p:cNvPr id="82" name="Freeform: Shape 81">
                    <a:extLst>
                      <a:ext uri="{FF2B5EF4-FFF2-40B4-BE49-F238E27FC236}">
                        <a16:creationId xmlns:a16="http://schemas.microsoft.com/office/drawing/2014/main" id="{7AADE3DE-E005-5BFE-8AE6-053EFD3CA7DF}"/>
                      </a:ext>
                    </a:extLst>
                  </p:cNvPr>
                  <p:cNvSpPr/>
                  <p:nvPr/>
                </p:nvSpPr>
                <p:spPr>
                  <a:xfrm>
                    <a:off x="893094" y="2518840"/>
                    <a:ext cx="125872" cy="95978"/>
                  </a:xfrm>
                  <a:custGeom>
                    <a:avLst/>
                    <a:gdLst>
                      <a:gd name="connsiteX0" fmla="*/ 21490 w 125872"/>
                      <a:gd name="connsiteY0" fmla="*/ 0 h 95978"/>
                      <a:gd name="connsiteX1" fmla="*/ 103606 w 125872"/>
                      <a:gd name="connsiteY1" fmla="*/ 38327 h 95978"/>
                      <a:gd name="connsiteX2" fmla="*/ 123463 w 125872"/>
                      <a:gd name="connsiteY2" fmla="*/ 80162 h 95978"/>
                      <a:gd name="connsiteX3" fmla="*/ 68026 w 125872"/>
                      <a:gd name="connsiteY3" fmla="*/ 91338 h 95978"/>
                      <a:gd name="connsiteX4" fmla="*/ 0 w 125872"/>
                      <a:gd name="connsiteY4" fmla="*/ 71449 h 95978"/>
                      <a:gd name="connsiteX5" fmla="*/ 21490 w 125872"/>
                      <a:gd name="connsiteY5" fmla="*/ 0 h 9597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</a:cxnLst>
                    <a:rect l="l" t="t" r="r" b="b"/>
                    <a:pathLst>
                      <a:path w="125872" h="95978">
                        <a:moveTo>
                          <a:pt x="21490" y="0"/>
                        </a:moveTo>
                        <a:cubicBezTo>
                          <a:pt x="21490" y="0"/>
                          <a:pt x="77038" y="20569"/>
                          <a:pt x="103606" y="38327"/>
                        </a:cubicBezTo>
                        <a:cubicBezTo>
                          <a:pt x="120521" y="49634"/>
                          <a:pt x="130818" y="63383"/>
                          <a:pt x="123463" y="80162"/>
                        </a:cubicBezTo>
                        <a:cubicBezTo>
                          <a:pt x="114209" y="102791"/>
                          <a:pt x="84133" y="95817"/>
                          <a:pt x="68026" y="91338"/>
                        </a:cubicBezTo>
                        <a:cubicBezTo>
                          <a:pt x="51919" y="86858"/>
                          <a:pt x="0" y="71449"/>
                          <a:pt x="0" y="71449"/>
                        </a:cubicBezTo>
                        <a:lnTo>
                          <a:pt x="21490" y="0"/>
                        </a:lnTo>
                        <a:close/>
                      </a:path>
                    </a:pathLst>
                  </a:custGeom>
                  <a:solidFill>
                    <a:srgbClr val="E6EDF1"/>
                  </a:solidFill>
                  <a:ln w="354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pt-BR"/>
                  </a:p>
                </p:txBody>
              </p:sp>
            </p:grpSp>
            <p:grpSp>
              <p:nvGrpSpPr>
                <p:cNvPr id="57" name="Graphic 7">
                  <a:extLst>
                    <a:ext uri="{FF2B5EF4-FFF2-40B4-BE49-F238E27FC236}">
                      <a16:creationId xmlns:a16="http://schemas.microsoft.com/office/drawing/2014/main" id="{F39E6006-53A7-683C-1AA1-0A8B9F9708B6}"/>
                    </a:ext>
                  </a:extLst>
                </p:cNvPr>
                <p:cNvGrpSpPr/>
                <p:nvPr/>
              </p:nvGrpSpPr>
              <p:grpSpPr>
                <a:xfrm>
                  <a:off x="1127086" y="2551364"/>
                  <a:ext cx="209276" cy="91048"/>
                  <a:chOff x="1127086" y="2551364"/>
                  <a:chExt cx="209276" cy="91048"/>
                </a:xfrm>
              </p:grpSpPr>
              <p:sp>
                <p:nvSpPr>
                  <p:cNvPr id="79" name="Freeform: Shape 78">
                    <a:extLst>
                      <a:ext uri="{FF2B5EF4-FFF2-40B4-BE49-F238E27FC236}">
                        <a16:creationId xmlns:a16="http://schemas.microsoft.com/office/drawing/2014/main" id="{FF129195-8541-8B96-39FC-3E026B1AB21A}"/>
                      </a:ext>
                    </a:extLst>
                  </p:cNvPr>
                  <p:cNvSpPr/>
                  <p:nvPr/>
                </p:nvSpPr>
                <p:spPr>
                  <a:xfrm>
                    <a:off x="1128542" y="2551364"/>
                    <a:ext cx="207820" cy="91048"/>
                  </a:xfrm>
                  <a:custGeom>
                    <a:avLst/>
                    <a:gdLst>
                      <a:gd name="connsiteX0" fmla="*/ 26248 w 207820"/>
                      <a:gd name="connsiteY0" fmla="*/ 53872 h 91048"/>
                      <a:gd name="connsiteX1" fmla="*/ 175681 w 207820"/>
                      <a:gd name="connsiteY1" fmla="*/ 90413 h 91048"/>
                      <a:gd name="connsiteX2" fmla="*/ 206853 w 207820"/>
                      <a:gd name="connsiteY2" fmla="*/ 71676 h 91048"/>
                      <a:gd name="connsiteX3" fmla="*/ 187686 w 207820"/>
                      <a:gd name="connsiteY3" fmla="*/ 39341 h 91048"/>
                      <a:gd name="connsiteX4" fmla="*/ 36246 w 207820"/>
                      <a:gd name="connsiteY4" fmla="*/ 1124 h 91048"/>
                      <a:gd name="connsiteX5" fmla="*/ 459 w 207820"/>
                      <a:gd name="connsiteY5" fmla="*/ 20757 h 91048"/>
                      <a:gd name="connsiteX6" fmla="*/ 26251 w 207820"/>
                      <a:gd name="connsiteY6" fmla="*/ 53872 h 9104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207820" h="91048">
                        <a:moveTo>
                          <a:pt x="26248" y="53872"/>
                        </a:moveTo>
                        <a:lnTo>
                          <a:pt x="175681" y="90413"/>
                        </a:lnTo>
                        <a:cubicBezTo>
                          <a:pt x="189418" y="93554"/>
                          <a:pt x="203337" y="84699"/>
                          <a:pt x="206853" y="71676"/>
                        </a:cubicBezTo>
                        <a:cubicBezTo>
                          <a:pt x="210368" y="58654"/>
                          <a:pt x="204376" y="45279"/>
                          <a:pt x="187686" y="39341"/>
                        </a:cubicBezTo>
                        <a:cubicBezTo>
                          <a:pt x="170995" y="33399"/>
                          <a:pt x="36246" y="1124"/>
                          <a:pt x="36246" y="1124"/>
                        </a:cubicBezTo>
                        <a:cubicBezTo>
                          <a:pt x="21007" y="-2907"/>
                          <a:pt x="2992" y="3964"/>
                          <a:pt x="459" y="20757"/>
                        </a:cubicBezTo>
                        <a:cubicBezTo>
                          <a:pt x="-2071" y="37551"/>
                          <a:pt x="5764" y="47816"/>
                          <a:pt x="26251" y="53872"/>
                        </a:cubicBezTo>
                        <a:close/>
                      </a:path>
                    </a:pathLst>
                  </a:custGeom>
                  <a:solidFill>
                    <a:schemeClr val="bg2">
                      <a:lumMod val="50000"/>
                    </a:schemeClr>
                  </a:solidFill>
                  <a:ln w="354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pt-BR"/>
                  </a:p>
                </p:txBody>
              </p:sp>
              <p:sp>
                <p:nvSpPr>
                  <p:cNvPr id="80" name="Freeform: Shape 79">
                    <a:extLst>
                      <a:ext uri="{FF2B5EF4-FFF2-40B4-BE49-F238E27FC236}">
                        <a16:creationId xmlns:a16="http://schemas.microsoft.com/office/drawing/2014/main" id="{07E8ADDB-83A4-C5A6-3DFF-CC6CE98C6B18}"/>
                      </a:ext>
                    </a:extLst>
                  </p:cNvPr>
                  <p:cNvSpPr/>
                  <p:nvPr/>
                </p:nvSpPr>
                <p:spPr>
                  <a:xfrm>
                    <a:off x="1127086" y="2551665"/>
                    <a:ext cx="130167" cy="86468"/>
                  </a:xfrm>
                  <a:custGeom>
                    <a:avLst/>
                    <a:gdLst>
                      <a:gd name="connsiteX0" fmla="*/ 130168 w 130167"/>
                      <a:gd name="connsiteY0" fmla="*/ 15650 h 86468"/>
                      <a:gd name="connsiteX1" fmla="*/ 40908 w 130167"/>
                      <a:gd name="connsiteY1" fmla="*/ 23 h 86468"/>
                      <a:gd name="connsiteX2" fmla="*/ 663 w 130167"/>
                      <a:gd name="connsiteY2" fmla="*/ 22936 h 86468"/>
                      <a:gd name="connsiteX3" fmla="*/ 39698 w 130167"/>
                      <a:gd name="connsiteY3" fmla="*/ 63854 h 86468"/>
                      <a:gd name="connsiteX4" fmla="*/ 109987 w 130167"/>
                      <a:gd name="connsiteY4" fmla="*/ 86468 h 86468"/>
                      <a:gd name="connsiteX5" fmla="*/ 130168 w 130167"/>
                      <a:gd name="connsiteY5" fmla="*/ 15650 h 8646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</a:cxnLst>
                    <a:rect l="l" t="t" r="r" b="b"/>
                    <a:pathLst>
                      <a:path w="130167" h="86468">
                        <a:moveTo>
                          <a:pt x="130168" y="15650"/>
                        </a:moveTo>
                        <a:cubicBezTo>
                          <a:pt x="130168" y="15650"/>
                          <a:pt x="72855" y="685"/>
                          <a:pt x="40908" y="23"/>
                        </a:cubicBezTo>
                        <a:cubicBezTo>
                          <a:pt x="20563" y="-401"/>
                          <a:pt x="4250" y="4972"/>
                          <a:pt x="663" y="22936"/>
                        </a:cubicBezTo>
                        <a:cubicBezTo>
                          <a:pt x="-4716" y="46782"/>
                          <a:pt x="23929" y="58300"/>
                          <a:pt x="39698" y="63854"/>
                        </a:cubicBezTo>
                        <a:cubicBezTo>
                          <a:pt x="55467" y="69408"/>
                          <a:pt x="109987" y="86468"/>
                          <a:pt x="109987" y="86468"/>
                        </a:cubicBezTo>
                        <a:lnTo>
                          <a:pt x="130168" y="15650"/>
                        </a:lnTo>
                        <a:close/>
                      </a:path>
                    </a:pathLst>
                  </a:custGeom>
                  <a:solidFill>
                    <a:srgbClr val="E6EDF1"/>
                  </a:solidFill>
                  <a:ln w="354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pt-BR"/>
                  </a:p>
                </p:txBody>
              </p:sp>
            </p:grpSp>
            <p:sp>
              <p:nvSpPr>
                <p:cNvPr id="58" name="Freeform: Shape 57">
                  <a:extLst>
                    <a:ext uri="{FF2B5EF4-FFF2-40B4-BE49-F238E27FC236}">
                      <a16:creationId xmlns:a16="http://schemas.microsoft.com/office/drawing/2014/main" id="{148A9BF8-D675-1868-E477-0C5958135BBF}"/>
                    </a:ext>
                  </a:extLst>
                </p:cNvPr>
                <p:cNvSpPr/>
                <p:nvPr/>
              </p:nvSpPr>
              <p:spPr>
                <a:xfrm>
                  <a:off x="1285211" y="2460365"/>
                  <a:ext cx="67830" cy="182283"/>
                </a:xfrm>
                <a:custGeom>
                  <a:avLst/>
                  <a:gdLst>
                    <a:gd name="connsiteX0" fmla="*/ 53280 w 67830"/>
                    <a:gd name="connsiteY0" fmla="*/ 153684 h 182283"/>
                    <a:gd name="connsiteX1" fmla="*/ 67733 w 67830"/>
                    <a:gd name="connsiteY1" fmla="*/ 40553 h 182283"/>
                    <a:gd name="connsiteX2" fmla="*/ 45378 w 67830"/>
                    <a:gd name="connsiteY2" fmla="*/ 607 h 182283"/>
                    <a:gd name="connsiteX3" fmla="*/ 10079 w 67830"/>
                    <a:gd name="connsiteY3" fmla="*/ 35885 h 182283"/>
                    <a:gd name="connsiteX4" fmla="*/ 13 w 67830"/>
                    <a:gd name="connsiteY4" fmla="*/ 148297 h 182283"/>
                    <a:gd name="connsiteX5" fmla="*/ 23428 w 67830"/>
                    <a:gd name="connsiteY5" fmla="*/ 182013 h 182283"/>
                    <a:gd name="connsiteX6" fmla="*/ 53276 w 67830"/>
                    <a:gd name="connsiteY6" fmla="*/ 153684 h 18228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67830" h="182283">
                      <a:moveTo>
                        <a:pt x="53280" y="153684"/>
                      </a:moveTo>
                      <a:cubicBezTo>
                        <a:pt x="53280" y="153684"/>
                        <a:pt x="66872" y="61823"/>
                        <a:pt x="67733" y="40553"/>
                      </a:cubicBezTo>
                      <a:cubicBezTo>
                        <a:pt x="68594" y="19279"/>
                        <a:pt x="64011" y="4151"/>
                        <a:pt x="45378" y="607"/>
                      </a:cubicBezTo>
                      <a:cubicBezTo>
                        <a:pt x="26744" y="-2937"/>
                        <a:pt x="13800" y="9064"/>
                        <a:pt x="10079" y="35885"/>
                      </a:cubicBezTo>
                      <a:cubicBezTo>
                        <a:pt x="6360" y="62705"/>
                        <a:pt x="283" y="134438"/>
                        <a:pt x="13" y="148297"/>
                      </a:cubicBezTo>
                      <a:cubicBezTo>
                        <a:pt x="-258" y="162159"/>
                        <a:pt x="3614" y="179597"/>
                        <a:pt x="23428" y="182013"/>
                      </a:cubicBezTo>
                      <a:cubicBezTo>
                        <a:pt x="43243" y="184428"/>
                        <a:pt x="51789" y="170328"/>
                        <a:pt x="53276" y="153684"/>
                      </a:cubicBezTo>
                      <a:close/>
                    </a:path>
                  </a:pathLst>
                </a:custGeom>
                <a:solidFill>
                  <a:schemeClr val="bg2">
                    <a:lumMod val="50000"/>
                  </a:schemeClr>
                </a:solidFill>
                <a:ln w="35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grpSp>
              <p:nvGrpSpPr>
                <p:cNvPr id="59" name="Graphic 7">
                  <a:extLst>
                    <a:ext uri="{FF2B5EF4-FFF2-40B4-BE49-F238E27FC236}">
                      <a16:creationId xmlns:a16="http://schemas.microsoft.com/office/drawing/2014/main" id="{2F12B621-B2CA-271C-6127-B8A6B1DAB230}"/>
                    </a:ext>
                  </a:extLst>
                </p:cNvPr>
                <p:cNvGrpSpPr/>
                <p:nvPr/>
              </p:nvGrpSpPr>
              <p:grpSpPr>
                <a:xfrm>
                  <a:off x="1088156" y="2264412"/>
                  <a:ext cx="72372" cy="207051"/>
                  <a:chOff x="1088156" y="2264412"/>
                  <a:chExt cx="72372" cy="207051"/>
                </a:xfrm>
                <a:solidFill>
                  <a:srgbClr val="ABDAEF"/>
                </a:solidFill>
              </p:grpSpPr>
              <p:sp>
                <p:nvSpPr>
                  <p:cNvPr id="77" name="Freeform: Shape 76">
                    <a:extLst>
                      <a:ext uri="{FF2B5EF4-FFF2-40B4-BE49-F238E27FC236}">
                        <a16:creationId xmlns:a16="http://schemas.microsoft.com/office/drawing/2014/main" id="{A6030B2F-B5C4-B406-074A-38266C4CBE05}"/>
                      </a:ext>
                    </a:extLst>
                  </p:cNvPr>
                  <p:cNvSpPr/>
                  <p:nvPr/>
                </p:nvSpPr>
                <p:spPr>
                  <a:xfrm>
                    <a:off x="1107920" y="2321961"/>
                    <a:ext cx="52608" cy="149501"/>
                  </a:xfrm>
                  <a:custGeom>
                    <a:avLst/>
                    <a:gdLst>
                      <a:gd name="connsiteX0" fmla="*/ 20537 w 52608"/>
                      <a:gd name="connsiteY0" fmla="*/ 13 h 149501"/>
                      <a:gd name="connsiteX1" fmla="*/ 35363 w 52608"/>
                      <a:gd name="connsiteY1" fmla="*/ 13673 h 149501"/>
                      <a:gd name="connsiteX2" fmla="*/ 52445 w 52608"/>
                      <a:gd name="connsiteY2" fmla="*/ 120296 h 149501"/>
                      <a:gd name="connsiteX3" fmla="*/ 27305 w 52608"/>
                      <a:gd name="connsiteY3" fmla="*/ 149482 h 149501"/>
                      <a:gd name="connsiteX4" fmla="*/ 25 w 52608"/>
                      <a:gd name="connsiteY4" fmla="*/ 122061 h 149501"/>
                      <a:gd name="connsiteX5" fmla="*/ 5519 w 52608"/>
                      <a:gd name="connsiteY5" fmla="*/ 14961 h 149501"/>
                      <a:gd name="connsiteX6" fmla="*/ 20537 w 52608"/>
                      <a:gd name="connsiteY6" fmla="*/ 17 h 14950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52608" h="149501">
                        <a:moveTo>
                          <a:pt x="20537" y="13"/>
                        </a:moveTo>
                        <a:cubicBezTo>
                          <a:pt x="29027" y="-310"/>
                          <a:pt x="34182" y="5258"/>
                          <a:pt x="35363" y="13673"/>
                        </a:cubicBezTo>
                        <a:lnTo>
                          <a:pt x="52445" y="120296"/>
                        </a:lnTo>
                        <a:cubicBezTo>
                          <a:pt x="54128" y="135478"/>
                          <a:pt x="42568" y="148899"/>
                          <a:pt x="27305" y="149482"/>
                        </a:cubicBezTo>
                        <a:cubicBezTo>
                          <a:pt x="11945" y="150066"/>
                          <a:pt x="-640" y="137413"/>
                          <a:pt x="25" y="122061"/>
                        </a:cubicBezTo>
                        <a:lnTo>
                          <a:pt x="5519" y="14961"/>
                        </a:lnTo>
                        <a:cubicBezTo>
                          <a:pt x="5892" y="6347"/>
                          <a:pt x="11920" y="348"/>
                          <a:pt x="20537" y="17"/>
                        </a:cubicBezTo>
                        <a:close/>
                      </a:path>
                    </a:pathLst>
                  </a:custGeom>
                  <a:solidFill>
                    <a:schemeClr val="bg2">
                      <a:lumMod val="50000"/>
                    </a:schemeClr>
                  </a:solidFill>
                  <a:ln w="354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pt-BR"/>
                  </a:p>
                </p:txBody>
              </p:sp>
              <p:sp>
                <p:nvSpPr>
                  <p:cNvPr id="78" name="Freeform: Shape 77">
                    <a:extLst>
                      <a:ext uri="{FF2B5EF4-FFF2-40B4-BE49-F238E27FC236}">
                        <a16:creationId xmlns:a16="http://schemas.microsoft.com/office/drawing/2014/main" id="{6C23353D-426B-33F2-B037-D76E10D3C3AA}"/>
                      </a:ext>
                    </a:extLst>
                  </p:cNvPr>
                  <p:cNvSpPr/>
                  <p:nvPr/>
                </p:nvSpPr>
                <p:spPr>
                  <a:xfrm>
                    <a:off x="1088156" y="2264412"/>
                    <a:ext cx="71744" cy="87008"/>
                  </a:xfrm>
                  <a:custGeom>
                    <a:avLst/>
                    <a:gdLst>
                      <a:gd name="connsiteX0" fmla="*/ 5397 w 71744"/>
                      <a:gd name="connsiteY0" fmla="*/ 61943 h 87008"/>
                      <a:gd name="connsiteX1" fmla="*/ 41550 w 71744"/>
                      <a:gd name="connsiteY1" fmla="*/ 85881 h 87008"/>
                      <a:gd name="connsiteX2" fmla="*/ 51801 w 71744"/>
                      <a:gd name="connsiteY2" fmla="*/ 82000 h 87008"/>
                      <a:gd name="connsiteX3" fmla="*/ 71498 w 71744"/>
                      <a:gd name="connsiteY3" fmla="*/ 8530 h 87008"/>
                      <a:gd name="connsiteX4" fmla="*/ 60998 w 71744"/>
                      <a:gd name="connsiteY4" fmla="*/ 1322 h 87008"/>
                      <a:gd name="connsiteX5" fmla="*/ 4952 w 71744"/>
                      <a:gd name="connsiteY5" fmla="*/ 42160 h 87008"/>
                      <a:gd name="connsiteX6" fmla="*/ 5397 w 71744"/>
                      <a:gd name="connsiteY6" fmla="*/ 61939 h 8700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71744" h="87008">
                        <a:moveTo>
                          <a:pt x="5397" y="61943"/>
                        </a:moveTo>
                        <a:lnTo>
                          <a:pt x="41550" y="85881"/>
                        </a:lnTo>
                        <a:cubicBezTo>
                          <a:pt x="45396" y="88429"/>
                          <a:pt x="50609" y="86454"/>
                          <a:pt x="51801" y="82000"/>
                        </a:cubicBezTo>
                        <a:lnTo>
                          <a:pt x="71498" y="8530"/>
                        </a:lnTo>
                        <a:cubicBezTo>
                          <a:pt x="73149" y="2378"/>
                          <a:pt x="66147" y="-2429"/>
                          <a:pt x="60998" y="1322"/>
                        </a:cubicBezTo>
                        <a:lnTo>
                          <a:pt x="4952" y="42160"/>
                        </a:lnTo>
                        <a:cubicBezTo>
                          <a:pt x="-1836" y="47106"/>
                          <a:pt x="-1605" y="57303"/>
                          <a:pt x="5397" y="61939"/>
                        </a:cubicBezTo>
                        <a:close/>
                      </a:path>
                    </a:pathLst>
                  </a:custGeom>
                  <a:solidFill>
                    <a:schemeClr val="bg2">
                      <a:lumMod val="50000"/>
                    </a:schemeClr>
                  </a:solidFill>
                  <a:ln w="354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pt-BR"/>
                  </a:p>
                </p:txBody>
              </p:sp>
            </p:grpSp>
            <p:grpSp>
              <p:nvGrpSpPr>
                <p:cNvPr id="60" name="Graphic 7">
                  <a:extLst>
                    <a:ext uri="{FF2B5EF4-FFF2-40B4-BE49-F238E27FC236}">
                      <a16:creationId xmlns:a16="http://schemas.microsoft.com/office/drawing/2014/main" id="{D18D671B-F460-8262-277E-620F95070FA6}"/>
                    </a:ext>
                  </a:extLst>
                </p:cNvPr>
                <p:cNvGrpSpPr/>
                <p:nvPr/>
              </p:nvGrpSpPr>
              <p:grpSpPr>
                <a:xfrm>
                  <a:off x="991941" y="2267319"/>
                  <a:ext cx="76641" cy="204647"/>
                  <a:chOff x="991941" y="2267319"/>
                  <a:chExt cx="76641" cy="204647"/>
                </a:xfrm>
                <a:solidFill>
                  <a:srgbClr val="ABDAEF"/>
                </a:solidFill>
              </p:grpSpPr>
              <p:sp>
                <p:nvSpPr>
                  <p:cNvPr id="75" name="Freeform: Shape 74">
                    <a:extLst>
                      <a:ext uri="{FF2B5EF4-FFF2-40B4-BE49-F238E27FC236}">
                        <a16:creationId xmlns:a16="http://schemas.microsoft.com/office/drawing/2014/main" id="{D4A44793-0E00-BA3E-B9F2-14017205A85A}"/>
                      </a:ext>
                    </a:extLst>
                  </p:cNvPr>
                  <p:cNvSpPr/>
                  <p:nvPr/>
                </p:nvSpPr>
                <p:spPr>
                  <a:xfrm>
                    <a:off x="991941" y="2322943"/>
                    <a:ext cx="53534" cy="149023"/>
                  </a:xfrm>
                  <a:custGeom>
                    <a:avLst/>
                    <a:gdLst>
                      <a:gd name="connsiteX0" fmla="*/ 39432 w 53534"/>
                      <a:gd name="connsiteY0" fmla="*/ 103 h 149023"/>
                      <a:gd name="connsiteX1" fmla="*/ 24047 w 53534"/>
                      <a:gd name="connsiteY1" fmla="*/ 11816 h 149023"/>
                      <a:gd name="connsiteX2" fmla="*/ 386 w 53534"/>
                      <a:gd name="connsiteY2" fmla="*/ 118261 h 149023"/>
                      <a:gd name="connsiteX3" fmla="*/ 23741 w 53534"/>
                      <a:gd name="connsiteY3" fmla="*/ 148896 h 149023"/>
                      <a:gd name="connsiteX4" fmla="*/ 52611 w 53534"/>
                      <a:gd name="connsiteY4" fmla="*/ 123153 h 149023"/>
                      <a:gd name="connsiteX5" fmla="*/ 53532 w 53534"/>
                      <a:gd name="connsiteY5" fmla="*/ 14587 h 149023"/>
                      <a:gd name="connsiteX6" fmla="*/ 39428 w 53534"/>
                      <a:gd name="connsiteY6" fmla="*/ 103 h 14902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53534" h="149023">
                        <a:moveTo>
                          <a:pt x="39432" y="103"/>
                        </a:moveTo>
                        <a:cubicBezTo>
                          <a:pt x="30974" y="-726"/>
                          <a:pt x="25730" y="3486"/>
                          <a:pt x="24047" y="11816"/>
                        </a:cubicBezTo>
                        <a:lnTo>
                          <a:pt x="386" y="118261"/>
                        </a:lnTo>
                        <a:cubicBezTo>
                          <a:pt x="-2204" y="133319"/>
                          <a:pt x="8534" y="147405"/>
                          <a:pt x="23741" y="148896"/>
                        </a:cubicBezTo>
                        <a:cubicBezTo>
                          <a:pt x="39037" y="150397"/>
                          <a:pt x="52358" y="138520"/>
                          <a:pt x="52611" y="123153"/>
                        </a:cubicBezTo>
                        <a:lnTo>
                          <a:pt x="53532" y="14587"/>
                        </a:lnTo>
                        <a:cubicBezTo>
                          <a:pt x="53675" y="5966"/>
                          <a:pt x="48010" y="946"/>
                          <a:pt x="39428" y="103"/>
                        </a:cubicBezTo>
                        <a:close/>
                      </a:path>
                    </a:pathLst>
                  </a:custGeom>
                  <a:solidFill>
                    <a:schemeClr val="bg2">
                      <a:lumMod val="50000"/>
                    </a:schemeClr>
                  </a:solidFill>
                  <a:ln w="354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pt-BR"/>
                  </a:p>
                </p:txBody>
              </p:sp>
              <p:sp>
                <p:nvSpPr>
                  <p:cNvPr id="76" name="Freeform: Shape 75">
                    <a:extLst>
                      <a:ext uri="{FF2B5EF4-FFF2-40B4-BE49-F238E27FC236}">
                        <a16:creationId xmlns:a16="http://schemas.microsoft.com/office/drawing/2014/main" id="{309FCF84-F01A-03B7-9F09-0B94FABEB7FD}"/>
                      </a:ext>
                    </a:extLst>
                  </p:cNvPr>
                  <p:cNvSpPr/>
                  <p:nvPr/>
                </p:nvSpPr>
                <p:spPr>
                  <a:xfrm>
                    <a:off x="991944" y="2267319"/>
                    <a:ext cx="76638" cy="84222"/>
                  </a:xfrm>
                  <a:custGeom>
                    <a:avLst/>
                    <a:gdLst>
                      <a:gd name="connsiteX0" fmla="*/ 72366 w 76638"/>
                      <a:gd name="connsiteY0" fmla="*/ 54645 h 84222"/>
                      <a:gd name="connsiteX1" fmla="*/ 39240 w 76638"/>
                      <a:gd name="connsiteY1" fmla="*/ 82625 h 84222"/>
                      <a:gd name="connsiteX2" fmla="*/ 28605 w 76638"/>
                      <a:gd name="connsiteY2" fmla="*/ 79960 h 84222"/>
                      <a:gd name="connsiteX3" fmla="*/ 501 w 76638"/>
                      <a:gd name="connsiteY3" fmla="*/ 9277 h 84222"/>
                      <a:gd name="connsiteX4" fmla="*/ 10093 w 76638"/>
                      <a:gd name="connsiteY4" fmla="*/ 898 h 84222"/>
                      <a:gd name="connsiteX5" fmla="*/ 70505 w 76638"/>
                      <a:gd name="connsiteY5" fmla="*/ 34944 h 84222"/>
                      <a:gd name="connsiteX6" fmla="*/ 72366 w 76638"/>
                      <a:gd name="connsiteY6" fmla="*/ 54641 h 8422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76638" h="84222">
                        <a:moveTo>
                          <a:pt x="72366" y="54645"/>
                        </a:moveTo>
                        <a:lnTo>
                          <a:pt x="39240" y="82625"/>
                        </a:lnTo>
                        <a:cubicBezTo>
                          <a:pt x="35718" y="85603"/>
                          <a:pt x="30310" y="84248"/>
                          <a:pt x="28605" y="79960"/>
                        </a:cubicBezTo>
                        <a:lnTo>
                          <a:pt x="501" y="9277"/>
                        </a:lnTo>
                        <a:cubicBezTo>
                          <a:pt x="-1851" y="3360"/>
                          <a:pt x="4543" y="-2230"/>
                          <a:pt x="10093" y="898"/>
                        </a:cubicBezTo>
                        <a:lnTo>
                          <a:pt x="70505" y="34944"/>
                        </a:lnTo>
                        <a:cubicBezTo>
                          <a:pt x="77820" y="39068"/>
                          <a:pt x="78781" y="49223"/>
                          <a:pt x="72366" y="54641"/>
                        </a:cubicBezTo>
                        <a:close/>
                      </a:path>
                    </a:pathLst>
                  </a:custGeom>
                  <a:solidFill>
                    <a:schemeClr val="bg2">
                      <a:lumMod val="50000"/>
                    </a:schemeClr>
                  </a:solidFill>
                  <a:ln w="354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pt-BR"/>
                  </a:p>
                </p:txBody>
              </p:sp>
            </p:grpSp>
            <p:grpSp>
              <p:nvGrpSpPr>
                <p:cNvPr id="61" name="Graphic 7">
                  <a:extLst>
                    <a:ext uri="{FF2B5EF4-FFF2-40B4-BE49-F238E27FC236}">
                      <a16:creationId xmlns:a16="http://schemas.microsoft.com/office/drawing/2014/main" id="{996CE654-9C9E-9B63-12FC-217590627508}"/>
                    </a:ext>
                  </a:extLst>
                </p:cNvPr>
                <p:cNvGrpSpPr/>
                <p:nvPr/>
              </p:nvGrpSpPr>
              <p:grpSpPr>
                <a:xfrm>
                  <a:off x="1086024" y="2424017"/>
                  <a:ext cx="82733" cy="141150"/>
                  <a:chOff x="1086024" y="2424017"/>
                  <a:chExt cx="82733" cy="141150"/>
                </a:xfrm>
                <a:solidFill>
                  <a:srgbClr val="E6EDF1"/>
                </a:solidFill>
              </p:grpSpPr>
              <p:sp>
                <p:nvSpPr>
                  <p:cNvPr id="73" name="Freeform: Shape 72">
                    <a:extLst>
                      <a:ext uri="{FF2B5EF4-FFF2-40B4-BE49-F238E27FC236}">
                        <a16:creationId xmlns:a16="http://schemas.microsoft.com/office/drawing/2014/main" id="{D99E371E-0C0A-2648-FB37-09C861C0E3BF}"/>
                      </a:ext>
                    </a:extLst>
                  </p:cNvPr>
                  <p:cNvSpPr/>
                  <p:nvPr/>
                </p:nvSpPr>
                <p:spPr>
                  <a:xfrm>
                    <a:off x="1101407" y="2424017"/>
                    <a:ext cx="59995" cy="115294"/>
                  </a:xfrm>
                  <a:custGeom>
                    <a:avLst/>
                    <a:gdLst>
                      <a:gd name="connsiteX0" fmla="*/ 23748 w 59995"/>
                      <a:gd name="connsiteY0" fmla="*/ 115136 h 115294"/>
                      <a:gd name="connsiteX1" fmla="*/ 53091 w 59995"/>
                      <a:gd name="connsiteY1" fmla="*/ 91546 h 115294"/>
                      <a:gd name="connsiteX2" fmla="*/ 59837 w 59995"/>
                      <a:gd name="connsiteY2" fmla="*/ 29501 h 115294"/>
                      <a:gd name="connsiteX3" fmla="*/ 36247 w 59995"/>
                      <a:gd name="connsiteY3" fmla="*/ 158 h 115294"/>
                      <a:gd name="connsiteX4" fmla="*/ 6904 w 59995"/>
                      <a:gd name="connsiteY4" fmla="*/ 23748 h 115294"/>
                      <a:gd name="connsiteX5" fmla="*/ 158 w 59995"/>
                      <a:gd name="connsiteY5" fmla="*/ 85793 h 115294"/>
                      <a:gd name="connsiteX6" fmla="*/ 23748 w 59995"/>
                      <a:gd name="connsiteY6" fmla="*/ 115136 h 11529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59995" h="115294">
                        <a:moveTo>
                          <a:pt x="23748" y="115136"/>
                        </a:moveTo>
                        <a:cubicBezTo>
                          <a:pt x="38364" y="116726"/>
                          <a:pt x="51501" y="106163"/>
                          <a:pt x="53091" y="91546"/>
                        </a:cubicBezTo>
                        <a:lnTo>
                          <a:pt x="59837" y="29501"/>
                        </a:lnTo>
                        <a:cubicBezTo>
                          <a:pt x="61428" y="14885"/>
                          <a:pt x="50864" y="1749"/>
                          <a:pt x="36247" y="158"/>
                        </a:cubicBezTo>
                        <a:cubicBezTo>
                          <a:pt x="21631" y="-1432"/>
                          <a:pt x="8495" y="9132"/>
                          <a:pt x="6904" y="23748"/>
                        </a:cubicBezTo>
                        <a:lnTo>
                          <a:pt x="158" y="85793"/>
                        </a:lnTo>
                        <a:cubicBezTo>
                          <a:pt x="-1432" y="100409"/>
                          <a:pt x="9132" y="113545"/>
                          <a:pt x="23748" y="115136"/>
                        </a:cubicBezTo>
                        <a:close/>
                      </a:path>
                    </a:pathLst>
                  </a:custGeom>
                  <a:solidFill>
                    <a:srgbClr val="E6EDF1"/>
                  </a:solidFill>
                  <a:ln w="354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pt-BR"/>
                  </a:p>
                </p:txBody>
              </p:sp>
              <p:sp>
                <p:nvSpPr>
                  <p:cNvPr id="74" name="Freeform: Shape 73">
                    <a:extLst>
                      <a:ext uri="{FF2B5EF4-FFF2-40B4-BE49-F238E27FC236}">
                        <a16:creationId xmlns:a16="http://schemas.microsoft.com/office/drawing/2014/main" id="{1A6F1021-9233-C886-1122-1031AD1FFC3C}"/>
                      </a:ext>
                    </a:extLst>
                  </p:cNvPr>
                  <p:cNvSpPr/>
                  <p:nvPr/>
                </p:nvSpPr>
                <p:spPr>
                  <a:xfrm rot="-10428001">
                    <a:off x="1091117" y="2463300"/>
                    <a:ext cx="72547" cy="98236"/>
                  </a:xfrm>
                  <a:custGeom>
                    <a:avLst/>
                    <a:gdLst>
                      <a:gd name="connsiteX0" fmla="*/ 0 w 72547"/>
                      <a:gd name="connsiteY0" fmla="*/ 0 h 98236"/>
                      <a:gd name="connsiteX1" fmla="*/ 72548 w 72547"/>
                      <a:gd name="connsiteY1" fmla="*/ 0 h 98236"/>
                      <a:gd name="connsiteX2" fmla="*/ 72548 w 72547"/>
                      <a:gd name="connsiteY2" fmla="*/ 98237 h 98236"/>
                      <a:gd name="connsiteX3" fmla="*/ 0 w 72547"/>
                      <a:gd name="connsiteY3" fmla="*/ 98237 h 9823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72547" h="98236">
                        <a:moveTo>
                          <a:pt x="0" y="0"/>
                        </a:moveTo>
                        <a:lnTo>
                          <a:pt x="72548" y="0"/>
                        </a:lnTo>
                        <a:lnTo>
                          <a:pt x="72548" y="98237"/>
                        </a:lnTo>
                        <a:lnTo>
                          <a:pt x="0" y="98237"/>
                        </a:lnTo>
                        <a:close/>
                      </a:path>
                    </a:pathLst>
                  </a:custGeom>
                  <a:solidFill>
                    <a:srgbClr val="E6EDF1"/>
                  </a:solidFill>
                  <a:ln w="354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pt-BR"/>
                  </a:p>
                </p:txBody>
              </p:sp>
            </p:grpSp>
            <p:grpSp>
              <p:nvGrpSpPr>
                <p:cNvPr id="62" name="Graphic 7">
                  <a:extLst>
                    <a:ext uri="{FF2B5EF4-FFF2-40B4-BE49-F238E27FC236}">
                      <a16:creationId xmlns:a16="http://schemas.microsoft.com/office/drawing/2014/main" id="{5BA74504-2A01-BAE8-B711-E1049A60E2EA}"/>
                    </a:ext>
                  </a:extLst>
                </p:cNvPr>
                <p:cNvGrpSpPr/>
                <p:nvPr/>
              </p:nvGrpSpPr>
              <p:grpSpPr>
                <a:xfrm>
                  <a:off x="982215" y="2424506"/>
                  <a:ext cx="75698" cy="139008"/>
                  <a:chOff x="982215" y="2424506"/>
                  <a:chExt cx="75698" cy="139008"/>
                </a:xfrm>
                <a:solidFill>
                  <a:srgbClr val="E6EDF1"/>
                </a:solidFill>
              </p:grpSpPr>
              <p:sp>
                <p:nvSpPr>
                  <p:cNvPr id="71" name="Freeform: Shape 70">
                    <a:extLst>
                      <a:ext uri="{FF2B5EF4-FFF2-40B4-BE49-F238E27FC236}">
                        <a16:creationId xmlns:a16="http://schemas.microsoft.com/office/drawing/2014/main" id="{3F282A86-F8F9-987A-7498-57EAA0150A41}"/>
                      </a:ext>
                    </a:extLst>
                  </p:cNvPr>
                  <p:cNvSpPr/>
                  <p:nvPr/>
                </p:nvSpPr>
                <p:spPr>
                  <a:xfrm>
                    <a:off x="990826" y="2424506"/>
                    <a:ext cx="55266" cy="115617"/>
                  </a:xfrm>
                  <a:custGeom>
                    <a:avLst/>
                    <a:gdLst>
                      <a:gd name="connsiteX0" fmla="*/ 29510 w 55266"/>
                      <a:gd name="connsiteY0" fmla="*/ 115604 h 115617"/>
                      <a:gd name="connsiteX1" fmla="*/ 2039 w 55266"/>
                      <a:gd name="connsiteY1" fmla="*/ 89861 h 115617"/>
                      <a:gd name="connsiteX2" fmla="*/ 14 w 55266"/>
                      <a:gd name="connsiteY2" fmla="*/ 27486 h 115617"/>
                      <a:gd name="connsiteX3" fmla="*/ 25757 w 55266"/>
                      <a:gd name="connsiteY3" fmla="*/ 14 h 115617"/>
                      <a:gd name="connsiteX4" fmla="*/ 53228 w 55266"/>
                      <a:gd name="connsiteY4" fmla="*/ 25757 h 115617"/>
                      <a:gd name="connsiteX5" fmla="*/ 55253 w 55266"/>
                      <a:gd name="connsiteY5" fmla="*/ 88132 h 115617"/>
                      <a:gd name="connsiteX6" fmla="*/ 29510 w 55266"/>
                      <a:gd name="connsiteY6" fmla="*/ 115604 h 11561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55266" h="115617">
                        <a:moveTo>
                          <a:pt x="29510" y="115604"/>
                        </a:moveTo>
                        <a:cubicBezTo>
                          <a:pt x="14816" y="116080"/>
                          <a:pt x="2516" y="104556"/>
                          <a:pt x="2039" y="89861"/>
                        </a:cubicBezTo>
                        <a:lnTo>
                          <a:pt x="14" y="27486"/>
                        </a:lnTo>
                        <a:cubicBezTo>
                          <a:pt x="-462" y="12791"/>
                          <a:pt x="11062" y="491"/>
                          <a:pt x="25757" y="14"/>
                        </a:cubicBezTo>
                        <a:cubicBezTo>
                          <a:pt x="40451" y="-462"/>
                          <a:pt x="52751" y="11062"/>
                          <a:pt x="53228" y="25757"/>
                        </a:cubicBezTo>
                        <a:lnTo>
                          <a:pt x="55253" y="88132"/>
                        </a:lnTo>
                        <a:cubicBezTo>
                          <a:pt x="55729" y="102827"/>
                          <a:pt x="44205" y="115127"/>
                          <a:pt x="29510" y="115604"/>
                        </a:cubicBezTo>
                        <a:close/>
                      </a:path>
                    </a:pathLst>
                  </a:custGeom>
                  <a:solidFill>
                    <a:srgbClr val="E6EDF1"/>
                  </a:solidFill>
                  <a:ln w="354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pt-BR"/>
                  </a:p>
                </p:txBody>
              </p:sp>
              <p:sp>
                <p:nvSpPr>
                  <p:cNvPr id="72" name="Freeform: Shape 71">
                    <a:extLst>
                      <a:ext uri="{FF2B5EF4-FFF2-40B4-BE49-F238E27FC236}">
                        <a16:creationId xmlns:a16="http://schemas.microsoft.com/office/drawing/2014/main" id="{F0344F65-5DFD-6724-0D50-A9E2E3C8FB0E}"/>
                      </a:ext>
                    </a:extLst>
                  </p:cNvPr>
                  <p:cNvSpPr/>
                  <p:nvPr/>
                </p:nvSpPr>
                <p:spPr>
                  <a:xfrm rot="-111600">
                    <a:off x="983790" y="2464126"/>
                    <a:ext cx="72547" cy="98236"/>
                  </a:xfrm>
                  <a:custGeom>
                    <a:avLst/>
                    <a:gdLst>
                      <a:gd name="connsiteX0" fmla="*/ 0 w 72547"/>
                      <a:gd name="connsiteY0" fmla="*/ 0 h 98236"/>
                      <a:gd name="connsiteX1" fmla="*/ 72548 w 72547"/>
                      <a:gd name="connsiteY1" fmla="*/ 0 h 98236"/>
                      <a:gd name="connsiteX2" fmla="*/ 72548 w 72547"/>
                      <a:gd name="connsiteY2" fmla="*/ 98237 h 98236"/>
                      <a:gd name="connsiteX3" fmla="*/ 0 w 72547"/>
                      <a:gd name="connsiteY3" fmla="*/ 98237 h 9823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72547" h="98236">
                        <a:moveTo>
                          <a:pt x="0" y="0"/>
                        </a:moveTo>
                        <a:lnTo>
                          <a:pt x="72548" y="0"/>
                        </a:lnTo>
                        <a:lnTo>
                          <a:pt x="72548" y="98237"/>
                        </a:lnTo>
                        <a:lnTo>
                          <a:pt x="0" y="98237"/>
                        </a:lnTo>
                        <a:close/>
                      </a:path>
                    </a:pathLst>
                  </a:custGeom>
                  <a:solidFill>
                    <a:srgbClr val="E6EDF1"/>
                  </a:solidFill>
                  <a:ln w="354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pt-BR"/>
                  </a:p>
                </p:txBody>
              </p:sp>
            </p:grpSp>
            <p:sp>
              <p:nvSpPr>
                <p:cNvPr id="63" name="Freeform: Shape 62">
                  <a:extLst>
                    <a:ext uri="{FF2B5EF4-FFF2-40B4-BE49-F238E27FC236}">
                      <a16:creationId xmlns:a16="http://schemas.microsoft.com/office/drawing/2014/main" id="{700EEB82-4BF7-A47A-4C7D-B2B4C65FD07F}"/>
                    </a:ext>
                  </a:extLst>
                </p:cNvPr>
                <p:cNvSpPr/>
                <p:nvPr/>
              </p:nvSpPr>
              <p:spPr>
                <a:xfrm>
                  <a:off x="971296" y="2534200"/>
                  <a:ext cx="219476" cy="91448"/>
                </a:xfrm>
                <a:custGeom>
                  <a:avLst/>
                  <a:gdLst>
                    <a:gd name="connsiteX0" fmla="*/ 179541 w 219476"/>
                    <a:gd name="connsiteY0" fmla="*/ 91448 h 91448"/>
                    <a:gd name="connsiteX1" fmla="*/ 39932 w 219476"/>
                    <a:gd name="connsiteY1" fmla="*/ 91448 h 91448"/>
                    <a:gd name="connsiteX2" fmla="*/ 0 w 219476"/>
                    <a:gd name="connsiteY2" fmla="*/ 51517 h 91448"/>
                    <a:gd name="connsiteX3" fmla="*/ 51517 w 219476"/>
                    <a:gd name="connsiteY3" fmla="*/ 0 h 91448"/>
                    <a:gd name="connsiteX4" fmla="*/ 167960 w 219476"/>
                    <a:gd name="connsiteY4" fmla="*/ 0 h 91448"/>
                    <a:gd name="connsiteX5" fmla="*/ 219476 w 219476"/>
                    <a:gd name="connsiteY5" fmla="*/ 51517 h 91448"/>
                    <a:gd name="connsiteX6" fmla="*/ 179545 w 219476"/>
                    <a:gd name="connsiteY6" fmla="*/ 91448 h 9144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219476" h="91448">
                      <a:moveTo>
                        <a:pt x="179541" y="91448"/>
                      </a:moveTo>
                      <a:lnTo>
                        <a:pt x="39932" y="91448"/>
                      </a:lnTo>
                      <a:cubicBezTo>
                        <a:pt x="17879" y="91448"/>
                        <a:pt x="0" y="73569"/>
                        <a:pt x="0" y="51517"/>
                      </a:cubicBezTo>
                      <a:cubicBezTo>
                        <a:pt x="0" y="23067"/>
                        <a:pt x="23063" y="0"/>
                        <a:pt x="51517" y="0"/>
                      </a:cubicBezTo>
                      <a:lnTo>
                        <a:pt x="167960" y="0"/>
                      </a:lnTo>
                      <a:cubicBezTo>
                        <a:pt x="196410" y="0"/>
                        <a:pt x="219476" y="23063"/>
                        <a:pt x="219476" y="51517"/>
                      </a:cubicBezTo>
                      <a:cubicBezTo>
                        <a:pt x="219476" y="73569"/>
                        <a:pt x="201597" y="91448"/>
                        <a:pt x="179545" y="91448"/>
                      </a:cubicBezTo>
                      <a:close/>
                    </a:path>
                  </a:pathLst>
                </a:custGeom>
                <a:solidFill>
                  <a:srgbClr val="E6EDF1"/>
                </a:solidFill>
                <a:ln w="35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64" name="Freeform: Shape 63">
                  <a:extLst>
                    <a:ext uri="{FF2B5EF4-FFF2-40B4-BE49-F238E27FC236}">
                      <a16:creationId xmlns:a16="http://schemas.microsoft.com/office/drawing/2014/main" id="{09C1EC53-886F-5295-AA7E-A4D9A35AC810}"/>
                    </a:ext>
                  </a:extLst>
                </p:cNvPr>
                <p:cNvSpPr/>
                <p:nvPr/>
              </p:nvSpPr>
              <p:spPr>
                <a:xfrm rot="-2700000">
                  <a:off x="1027078" y="2497621"/>
                  <a:ext cx="107907" cy="107907"/>
                </a:xfrm>
                <a:custGeom>
                  <a:avLst/>
                  <a:gdLst>
                    <a:gd name="connsiteX0" fmla="*/ 107908 w 107907"/>
                    <a:gd name="connsiteY0" fmla="*/ 53954 h 107907"/>
                    <a:gd name="connsiteX1" fmla="*/ 53954 w 107907"/>
                    <a:gd name="connsiteY1" fmla="*/ 107908 h 107907"/>
                    <a:gd name="connsiteX2" fmla="*/ 0 w 107907"/>
                    <a:gd name="connsiteY2" fmla="*/ 53954 h 107907"/>
                    <a:gd name="connsiteX3" fmla="*/ 53954 w 107907"/>
                    <a:gd name="connsiteY3" fmla="*/ 0 h 107907"/>
                    <a:gd name="connsiteX4" fmla="*/ 107908 w 107907"/>
                    <a:gd name="connsiteY4" fmla="*/ 53954 h 10790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07907" h="107907">
                      <a:moveTo>
                        <a:pt x="107908" y="53954"/>
                      </a:moveTo>
                      <a:cubicBezTo>
                        <a:pt x="107908" y="83752"/>
                        <a:pt x="83752" y="107908"/>
                        <a:pt x="53954" y="107908"/>
                      </a:cubicBezTo>
                      <a:cubicBezTo>
                        <a:pt x="24156" y="107908"/>
                        <a:pt x="0" y="83752"/>
                        <a:pt x="0" y="53954"/>
                      </a:cubicBezTo>
                      <a:cubicBezTo>
                        <a:pt x="0" y="24156"/>
                        <a:pt x="24156" y="0"/>
                        <a:pt x="53954" y="0"/>
                      </a:cubicBezTo>
                      <a:cubicBezTo>
                        <a:pt x="83752" y="0"/>
                        <a:pt x="107908" y="24156"/>
                        <a:pt x="107908" y="53954"/>
                      </a:cubicBezTo>
                      <a:close/>
                    </a:path>
                  </a:pathLst>
                </a:custGeom>
                <a:solidFill>
                  <a:schemeClr val="bg2">
                    <a:lumMod val="50000"/>
                  </a:schemeClr>
                </a:solidFill>
                <a:ln w="35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65" name="Freeform: Shape 64">
                  <a:extLst>
                    <a:ext uri="{FF2B5EF4-FFF2-40B4-BE49-F238E27FC236}">
                      <a16:creationId xmlns:a16="http://schemas.microsoft.com/office/drawing/2014/main" id="{298FEE0A-AB22-A03E-0B13-8092C425D2EF}"/>
                    </a:ext>
                  </a:extLst>
                </p:cNvPr>
                <p:cNvSpPr/>
                <p:nvPr/>
              </p:nvSpPr>
              <p:spPr>
                <a:xfrm>
                  <a:off x="816818" y="2375436"/>
                  <a:ext cx="89256" cy="176975"/>
                </a:xfrm>
                <a:custGeom>
                  <a:avLst/>
                  <a:gdLst>
                    <a:gd name="connsiteX0" fmla="*/ 1671 w 89256"/>
                    <a:gd name="connsiteY0" fmla="*/ 138903 h 176975"/>
                    <a:gd name="connsiteX1" fmla="*/ 29403 w 89256"/>
                    <a:gd name="connsiteY1" fmla="*/ 29765 h 176975"/>
                    <a:gd name="connsiteX2" fmla="*/ 70188 w 89256"/>
                    <a:gd name="connsiteY2" fmla="*/ 1457 h 176975"/>
                    <a:gd name="connsiteX3" fmla="*/ 86146 w 89256"/>
                    <a:gd name="connsiteY3" fmla="*/ 44463 h 176975"/>
                    <a:gd name="connsiteX4" fmla="*/ 53113 w 89256"/>
                    <a:gd name="connsiteY4" fmla="*/ 153726 h 176975"/>
                    <a:gd name="connsiteX5" fmla="*/ 19088 w 89256"/>
                    <a:gd name="connsiteY5" fmla="*/ 175729 h 176975"/>
                    <a:gd name="connsiteX6" fmla="*/ 1671 w 89256"/>
                    <a:gd name="connsiteY6" fmla="*/ 138900 h 1769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89256" h="176975">
                      <a:moveTo>
                        <a:pt x="1671" y="138903"/>
                      </a:moveTo>
                      <a:cubicBezTo>
                        <a:pt x="1671" y="138903"/>
                        <a:pt x="25033" y="45139"/>
                        <a:pt x="29403" y="29765"/>
                      </a:cubicBezTo>
                      <a:cubicBezTo>
                        <a:pt x="33772" y="14390"/>
                        <a:pt x="50704" y="-5588"/>
                        <a:pt x="70188" y="1457"/>
                      </a:cubicBezTo>
                      <a:cubicBezTo>
                        <a:pt x="89672" y="8505"/>
                        <a:pt x="92661" y="22275"/>
                        <a:pt x="86146" y="44463"/>
                      </a:cubicBezTo>
                      <a:cubicBezTo>
                        <a:pt x="79635" y="66647"/>
                        <a:pt x="58023" y="140761"/>
                        <a:pt x="53113" y="153726"/>
                      </a:cubicBezTo>
                      <a:cubicBezTo>
                        <a:pt x="48207" y="166691"/>
                        <a:pt x="35800" y="181386"/>
                        <a:pt x="19088" y="175729"/>
                      </a:cubicBezTo>
                      <a:cubicBezTo>
                        <a:pt x="2376" y="170071"/>
                        <a:pt x="-3143" y="154904"/>
                        <a:pt x="1671" y="138900"/>
                      </a:cubicBezTo>
                      <a:close/>
                    </a:path>
                  </a:pathLst>
                </a:custGeom>
                <a:solidFill>
                  <a:schemeClr val="bg2">
                    <a:lumMod val="50000"/>
                  </a:schemeClr>
                </a:solidFill>
                <a:ln w="35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grpSp>
              <p:nvGrpSpPr>
                <p:cNvPr id="66" name="Graphic 7">
                  <a:extLst>
                    <a:ext uri="{FF2B5EF4-FFF2-40B4-BE49-F238E27FC236}">
                      <a16:creationId xmlns:a16="http://schemas.microsoft.com/office/drawing/2014/main" id="{7DDE8B90-1010-2EB4-2C9E-4C770E536A26}"/>
                    </a:ext>
                  </a:extLst>
                </p:cNvPr>
                <p:cNvGrpSpPr/>
                <p:nvPr/>
              </p:nvGrpSpPr>
              <p:grpSpPr>
                <a:xfrm>
                  <a:off x="520869" y="2273808"/>
                  <a:ext cx="1188715" cy="321795"/>
                  <a:chOff x="520869" y="2273808"/>
                  <a:chExt cx="1188715" cy="321795"/>
                </a:xfrm>
              </p:grpSpPr>
              <p:sp>
                <p:nvSpPr>
                  <p:cNvPr id="67" name="Freeform: Shape 66">
                    <a:extLst>
                      <a:ext uri="{FF2B5EF4-FFF2-40B4-BE49-F238E27FC236}">
                        <a16:creationId xmlns:a16="http://schemas.microsoft.com/office/drawing/2014/main" id="{93990E90-6CB7-D6DF-FDF9-1F153D1B7AF4}"/>
                      </a:ext>
                    </a:extLst>
                  </p:cNvPr>
                  <p:cNvSpPr/>
                  <p:nvPr/>
                </p:nvSpPr>
                <p:spPr>
                  <a:xfrm>
                    <a:off x="520869" y="2273808"/>
                    <a:ext cx="1188715" cy="321795"/>
                  </a:xfrm>
                  <a:custGeom>
                    <a:avLst/>
                    <a:gdLst>
                      <a:gd name="connsiteX0" fmla="*/ 939366 w 1188715"/>
                      <a:gd name="connsiteY0" fmla="*/ 246298 h 321795"/>
                      <a:gd name="connsiteX1" fmla="*/ 977732 w 1188715"/>
                      <a:gd name="connsiteY1" fmla="*/ 282590 h 321795"/>
                      <a:gd name="connsiteX2" fmla="*/ 1031775 w 1188715"/>
                      <a:gd name="connsiteY2" fmla="*/ 306340 h 321795"/>
                      <a:gd name="connsiteX3" fmla="*/ 1102316 w 1188715"/>
                      <a:gd name="connsiteY3" fmla="*/ 320494 h 321795"/>
                      <a:gd name="connsiteX4" fmla="*/ 1174775 w 1188715"/>
                      <a:gd name="connsiteY4" fmla="*/ 284992 h 321795"/>
                      <a:gd name="connsiteX5" fmla="*/ 1186378 w 1188715"/>
                      <a:gd name="connsiteY5" fmla="*/ 261669 h 321795"/>
                      <a:gd name="connsiteX6" fmla="*/ 1170872 w 1188715"/>
                      <a:gd name="connsiteY6" fmla="*/ 230024 h 321795"/>
                      <a:gd name="connsiteX7" fmla="*/ 1051878 w 1188715"/>
                      <a:gd name="connsiteY7" fmla="*/ 206150 h 321795"/>
                      <a:gd name="connsiteX8" fmla="*/ 992854 w 1188715"/>
                      <a:gd name="connsiteY8" fmla="*/ 207214 h 321795"/>
                      <a:gd name="connsiteX9" fmla="*/ 943458 w 1188715"/>
                      <a:gd name="connsiteY9" fmla="*/ 225897 h 321795"/>
                      <a:gd name="connsiteX10" fmla="*/ 237963 w 1188715"/>
                      <a:gd name="connsiteY10" fmla="*/ 84359 h 321795"/>
                      <a:gd name="connsiteX11" fmla="*/ 199597 w 1188715"/>
                      <a:gd name="connsiteY11" fmla="*/ 48067 h 321795"/>
                      <a:gd name="connsiteX12" fmla="*/ 145554 w 1188715"/>
                      <a:gd name="connsiteY12" fmla="*/ 24317 h 321795"/>
                      <a:gd name="connsiteX13" fmla="*/ 26560 w 1188715"/>
                      <a:gd name="connsiteY13" fmla="*/ 443 h 321795"/>
                      <a:gd name="connsiteX14" fmla="*/ 49 w 1188715"/>
                      <a:gd name="connsiteY14" fmla="*/ 23659 h 321795"/>
                      <a:gd name="connsiteX15" fmla="*/ 1757 w 1188715"/>
                      <a:gd name="connsiteY15" fmla="*/ 49650 h 321795"/>
                      <a:gd name="connsiteX16" fmla="*/ 54914 w 1188715"/>
                      <a:gd name="connsiteY16" fmla="*/ 110354 h 321795"/>
                      <a:gd name="connsiteX17" fmla="*/ 125455 w 1188715"/>
                      <a:gd name="connsiteY17" fmla="*/ 124507 h 321795"/>
                      <a:gd name="connsiteX18" fmla="*/ 184479 w 1188715"/>
                      <a:gd name="connsiteY18" fmla="*/ 123444 h 321795"/>
                      <a:gd name="connsiteX19" fmla="*/ 233872 w 1188715"/>
                      <a:gd name="connsiteY19" fmla="*/ 104760 h 321795"/>
                      <a:gd name="connsiteX20" fmla="*/ 939366 w 1188715"/>
                      <a:gd name="connsiteY20" fmla="*/ 246298 h 32179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</a:cxnLst>
                    <a:rect l="l" t="t" r="r" b="b"/>
                    <a:pathLst>
                      <a:path w="1188715" h="321795">
                        <a:moveTo>
                          <a:pt x="939366" y="246298"/>
                        </a:moveTo>
                        <a:lnTo>
                          <a:pt x="977732" y="282590"/>
                        </a:lnTo>
                        <a:cubicBezTo>
                          <a:pt x="993818" y="294321"/>
                          <a:pt x="1012256" y="302423"/>
                          <a:pt x="1031775" y="306340"/>
                        </a:cubicBezTo>
                        <a:lnTo>
                          <a:pt x="1102316" y="320494"/>
                        </a:lnTo>
                        <a:cubicBezTo>
                          <a:pt x="1131716" y="326393"/>
                          <a:pt x="1161419" y="311841"/>
                          <a:pt x="1174775" y="284992"/>
                        </a:cubicBezTo>
                        <a:lnTo>
                          <a:pt x="1186378" y="261669"/>
                        </a:lnTo>
                        <a:cubicBezTo>
                          <a:pt x="1192886" y="248590"/>
                          <a:pt x="1185197" y="232899"/>
                          <a:pt x="1170872" y="230024"/>
                        </a:cubicBezTo>
                        <a:lnTo>
                          <a:pt x="1051878" y="206150"/>
                        </a:lnTo>
                        <a:cubicBezTo>
                          <a:pt x="1032359" y="202232"/>
                          <a:pt x="1012220" y="202599"/>
                          <a:pt x="992854" y="207214"/>
                        </a:cubicBezTo>
                        <a:lnTo>
                          <a:pt x="943458" y="225897"/>
                        </a:lnTo>
                        <a:lnTo>
                          <a:pt x="237963" y="84359"/>
                        </a:lnTo>
                        <a:lnTo>
                          <a:pt x="199597" y="48067"/>
                        </a:lnTo>
                        <a:cubicBezTo>
                          <a:pt x="183511" y="36336"/>
                          <a:pt x="165074" y="28235"/>
                          <a:pt x="145554" y="24317"/>
                        </a:cubicBezTo>
                        <a:lnTo>
                          <a:pt x="26560" y="443"/>
                        </a:lnTo>
                        <a:cubicBezTo>
                          <a:pt x="12235" y="-2432"/>
                          <a:pt x="-908" y="9078"/>
                          <a:pt x="49" y="23659"/>
                        </a:cubicBezTo>
                        <a:lnTo>
                          <a:pt x="1757" y="49650"/>
                        </a:lnTo>
                        <a:cubicBezTo>
                          <a:pt x="3725" y="79570"/>
                          <a:pt x="25514" y="104454"/>
                          <a:pt x="54914" y="110354"/>
                        </a:cubicBezTo>
                        <a:lnTo>
                          <a:pt x="125455" y="124507"/>
                        </a:lnTo>
                        <a:cubicBezTo>
                          <a:pt x="144974" y="128425"/>
                          <a:pt x="165113" y="128062"/>
                          <a:pt x="184479" y="123444"/>
                        </a:cubicBezTo>
                        <a:lnTo>
                          <a:pt x="233872" y="104760"/>
                        </a:lnTo>
                        <a:lnTo>
                          <a:pt x="939366" y="246298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accent2">
                          <a:lumMod val="90000"/>
                        </a:schemeClr>
                      </a:gs>
                      <a:gs pos="100000">
                        <a:schemeClr val="bg2">
                          <a:lumMod val="75000"/>
                        </a:schemeClr>
                      </a:gs>
                    </a:gsLst>
                    <a:lin ang="2700000" scaled="0"/>
                  </a:gradFill>
                  <a:ln w="354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pt-BR"/>
                  </a:p>
                </p:txBody>
              </p:sp>
              <p:sp>
                <p:nvSpPr>
                  <p:cNvPr id="68" name="Freeform: Shape 67">
                    <a:extLst>
                      <a:ext uri="{FF2B5EF4-FFF2-40B4-BE49-F238E27FC236}">
                        <a16:creationId xmlns:a16="http://schemas.microsoft.com/office/drawing/2014/main" id="{F8085946-2338-7B32-A81A-81193E24CF2B}"/>
                      </a:ext>
                    </a:extLst>
                  </p:cNvPr>
                  <p:cNvSpPr/>
                  <p:nvPr/>
                </p:nvSpPr>
                <p:spPr>
                  <a:xfrm>
                    <a:off x="837619" y="2356369"/>
                    <a:ext cx="103484" cy="80460"/>
                  </a:xfrm>
                  <a:custGeom>
                    <a:avLst/>
                    <a:gdLst>
                      <a:gd name="connsiteX0" fmla="*/ 336 w 103484"/>
                      <a:gd name="connsiteY0" fmla="*/ 47056 h 80460"/>
                      <a:gd name="connsiteX1" fmla="*/ 5563 w 103484"/>
                      <a:gd name="connsiteY1" fmla="*/ 20538 h 80460"/>
                      <a:gd name="connsiteX2" fmla="*/ 35461 w 103484"/>
                      <a:gd name="connsiteY2" fmla="*/ 485 h 80460"/>
                      <a:gd name="connsiteX3" fmla="*/ 82946 w 103484"/>
                      <a:gd name="connsiteY3" fmla="*/ 9846 h 80460"/>
                      <a:gd name="connsiteX4" fmla="*/ 102999 w 103484"/>
                      <a:gd name="connsiteY4" fmla="*/ 39744 h 80460"/>
                      <a:gd name="connsiteX5" fmla="*/ 97773 w 103484"/>
                      <a:gd name="connsiteY5" fmla="*/ 66262 h 80460"/>
                      <a:gd name="connsiteX6" fmla="*/ 77101 w 103484"/>
                      <a:gd name="connsiteY6" fmla="*/ 80124 h 80460"/>
                      <a:gd name="connsiteX7" fmla="*/ 14198 w 103484"/>
                      <a:gd name="connsiteY7" fmla="*/ 67725 h 80460"/>
                      <a:gd name="connsiteX8" fmla="*/ 336 w 103484"/>
                      <a:gd name="connsiteY8" fmla="*/ 47053 h 8046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103484" h="80460">
                        <a:moveTo>
                          <a:pt x="336" y="47056"/>
                        </a:moveTo>
                        <a:lnTo>
                          <a:pt x="5563" y="20538"/>
                        </a:lnTo>
                        <a:cubicBezTo>
                          <a:pt x="8281" y="6744"/>
                          <a:pt x="21670" y="-2233"/>
                          <a:pt x="35461" y="485"/>
                        </a:cubicBezTo>
                        <a:lnTo>
                          <a:pt x="82946" y="9846"/>
                        </a:lnTo>
                        <a:cubicBezTo>
                          <a:pt x="96741" y="12565"/>
                          <a:pt x="105718" y="25954"/>
                          <a:pt x="102999" y="39744"/>
                        </a:cubicBezTo>
                        <a:lnTo>
                          <a:pt x="97773" y="66262"/>
                        </a:lnTo>
                        <a:cubicBezTo>
                          <a:pt x="95894" y="75798"/>
                          <a:pt x="86640" y="82007"/>
                          <a:pt x="77101" y="80124"/>
                        </a:cubicBezTo>
                        <a:lnTo>
                          <a:pt x="14198" y="67725"/>
                        </a:lnTo>
                        <a:cubicBezTo>
                          <a:pt x="4663" y="65846"/>
                          <a:pt x="-1546" y="56592"/>
                          <a:pt x="336" y="47053"/>
                        </a:cubicBezTo>
                        <a:close/>
                      </a:path>
                    </a:pathLst>
                  </a:custGeom>
                  <a:solidFill>
                    <a:schemeClr val="bg2">
                      <a:lumMod val="50000"/>
                    </a:schemeClr>
                  </a:solidFill>
                  <a:ln w="354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pt-BR"/>
                  </a:p>
                </p:txBody>
              </p:sp>
              <p:sp>
                <p:nvSpPr>
                  <p:cNvPr id="69" name="Freeform: Shape 68">
                    <a:extLst>
                      <a:ext uri="{FF2B5EF4-FFF2-40B4-BE49-F238E27FC236}">
                        <a16:creationId xmlns:a16="http://schemas.microsoft.com/office/drawing/2014/main" id="{1FEC8094-954D-A7BC-B8BA-FB87BC43194F}"/>
                      </a:ext>
                    </a:extLst>
                  </p:cNvPr>
                  <p:cNvSpPr/>
                  <p:nvPr/>
                </p:nvSpPr>
                <p:spPr>
                  <a:xfrm>
                    <a:off x="1277340" y="2442459"/>
                    <a:ext cx="104153" cy="82762"/>
                  </a:xfrm>
                  <a:custGeom>
                    <a:avLst/>
                    <a:gdLst>
                      <a:gd name="connsiteX0" fmla="*/ 96947 w 104153"/>
                      <a:gd name="connsiteY0" fmla="*/ 69364 h 82762"/>
                      <a:gd name="connsiteX1" fmla="*/ 103409 w 104153"/>
                      <a:gd name="connsiteY1" fmla="*/ 43121 h 82762"/>
                      <a:gd name="connsiteX2" fmla="*/ 84775 w 104153"/>
                      <a:gd name="connsiteY2" fmla="*/ 12315 h 82762"/>
                      <a:gd name="connsiteX3" fmla="*/ 37781 w 104153"/>
                      <a:gd name="connsiteY3" fmla="*/ 744 h 82762"/>
                      <a:gd name="connsiteX4" fmla="*/ 6976 w 104153"/>
                      <a:gd name="connsiteY4" fmla="*/ 19378 h 82762"/>
                      <a:gd name="connsiteX5" fmla="*/ 514 w 104153"/>
                      <a:gd name="connsiteY5" fmla="*/ 45622 h 82762"/>
                      <a:gd name="connsiteX6" fmla="*/ 13394 w 104153"/>
                      <a:gd name="connsiteY6" fmla="*/ 66920 h 82762"/>
                      <a:gd name="connsiteX7" fmla="*/ 75645 w 104153"/>
                      <a:gd name="connsiteY7" fmla="*/ 82248 h 82762"/>
                      <a:gd name="connsiteX8" fmla="*/ 96944 w 104153"/>
                      <a:gd name="connsiteY8" fmla="*/ 69368 h 8276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104153" h="82762">
                        <a:moveTo>
                          <a:pt x="96947" y="69364"/>
                        </a:moveTo>
                        <a:lnTo>
                          <a:pt x="103409" y="43121"/>
                        </a:lnTo>
                        <a:cubicBezTo>
                          <a:pt x="106771" y="29468"/>
                          <a:pt x="98427" y="15678"/>
                          <a:pt x="84775" y="12315"/>
                        </a:cubicBezTo>
                        <a:lnTo>
                          <a:pt x="37781" y="744"/>
                        </a:lnTo>
                        <a:cubicBezTo>
                          <a:pt x="24129" y="-2618"/>
                          <a:pt x="10338" y="5726"/>
                          <a:pt x="6976" y="19378"/>
                        </a:cubicBezTo>
                        <a:lnTo>
                          <a:pt x="514" y="45622"/>
                        </a:lnTo>
                        <a:cubicBezTo>
                          <a:pt x="-1809" y="55061"/>
                          <a:pt x="3958" y="64593"/>
                          <a:pt x="13394" y="66920"/>
                        </a:cubicBezTo>
                        <a:lnTo>
                          <a:pt x="75645" y="82248"/>
                        </a:lnTo>
                        <a:cubicBezTo>
                          <a:pt x="85085" y="84571"/>
                          <a:pt x="94617" y="78804"/>
                          <a:pt x="96944" y="69368"/>
                        </a:cubicBezTo>
                        <a:close/>
                      </a:path>
                    </a:pathLst>
                  </a:custGeom>
                  <a:solidFill>
                    <a:schemeClr val="bg2">
                      <a:lumMod val="50000"/>
                    </a:schemeClr>
                  </a:solidFill>
                  <a:ln w="354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pt-BR"/>
                  </a:p>
                </p:txBody>
              </p:sp>
            </p:grpSp>
          </p:grpSp>
        </p:grpSp>
      </p:grpSp>
      <p:grpSp>
        <p:nvGrpSpPr>
          <p:cNvPr id="182" name="Group 181">
            <a:extLst>
              <a:ext uri="{FF2B5EF4-FFF2-40B4-BE49-F238E27FC236}">
                <a16:creationId xmlns:a16="http://schemas.microsoft.com/office/drawing/2014/main" id="{0B591C76-2D5D-385F-674C-4B5B084BD7B7}"/>
              </a:ext>
            </a:extLst>
          </p:cNvPr>
          <p:cNvGrpSpPr/>
          <p:nvPr/>
        </p:nvGrpSpPr>
        <p:grpSpPr>
          <a:xfrm>
            <a:off x="7942601" y="4307784"/>
            <a:ext cx="1560724" cy="1658285"/>
            <a:chOff x="7122806" y="3597248"/>
            <a:chExt cx="1560724" cy="1658285"/>
          </a:xfrm>
        </p:grpSpPr>
        <p:sp>
          <p:nvSpPr>
            <p:cNvPr id="31" name="CaixaDeTexto 26">
              <a:extLst>
                <a:ext uri="{FF2B5EF4-FFF2-40B4-BE49-F238E27FC236}">
                  <a16:creationId xmlns:a16="http://schemas.microsoft.com/office/drawing/2014/main" id="{5257EC24-8108-344E-31A4-4B150C7BBD2C}"/>
                </a:ext>
              </a:extLst>
            </p:cNvPr>
            <p:cNvSpPr txBox="1"/>
            <p:nvPr/>
          </p:nvSpPr>
          <p:spPr>
            <a:xfrm>
              <a:off x="7156992" y="4886201"/>
              <a:ext cx="1526538" cy="369332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200" b="1" i="1" u="none" strike="noStrike" kern="0" cap="none" spc="0" normalizeH="0" baseline="0" noProof="0" err="1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Versos" panose="020B0503020204030204" pitchFamily="34" charset="77"/>
                </a:rPr>
                <a:t>Due</a:t>
              </a:r>
              <a:r>
                <a:rPr kumimoji="0" lang="pt-BR" sz="1200" b="1" i="1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Versos" panose="020B0503020204030204" pitchFamily="34" charset="77"/>
                </a:rPr>
                <a:t> </a:t>
              </a:r>
              <a:r>
                <a:rPr kumimoji="0" lang="pt-BR" sz="1200" b="1" i="1" u="none" strike="noStrike" kern="0" cap="none" spc="0" normalizeH="0" baseline="0" noProof="0" err="1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Versos" panose="020B0503020204030204" pitchFamily="34" charset="77"/>
                </a:rPr>
                <a:t>Dilligence</a:t>
              </a:r>
              <a:endParaRPr kumimoji="0" lang="pt-BR" sz="1200" b="1" i="1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Versos" panose="020B0503020204030204" pitchFamily="34" charset="77"/>
              </a:endParaRP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200" b="1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Versos" panose="020B0503020204030204" pitchFamily="34" charset="77"/>
                </a:rPr>
                <a:t>e Execução</a:t>
              </a:r>
              <a:r>
                <a:rPr kumimoji="0" lang="pt-BR" sz="1200" b="0" i="0" u="none" strike="noStrike" kern="0" cap="none" spc="0" normalizeH="0" baseline="0" noProof="0">
                  <a:ln>
                    <a:noFill/>
                  </a:ln>
                  <a:solidFill>
                    <a:srgbClr val="ABC6CD"/>
                  </a:solidFill>
                  <a:effectLst/>
                  <a:uLnTx/>
                  <a:uFillTx/>
                  <a:latin typeface="Versos" panose="020B0503020204030204" pitchFamily="34" charset="77"/>
                </a:rPr>
                <a:t>​</a:t>
              </a:r>
            </a:p>
          </p:txBody>
        </p:sp>
        <p:sp>
          <p:nvSpPr>
            <p:cNvPr id="46" name="object 133">
              <a:extLst>
                <a:ext uri="{FF2B5EF4-FFF2-40B4-BE49-F238E27FC236}">
                  <a16:creationId xmlns:a16="http://schemas.microsoft.com/office/drawing/2014/main" id="{9DB39EAE-2B38-A75F-EB14-AE2A993C28BF}"/>
                </a:ext>
              </a:extLst>
            </p:cNvPr>
            <p:cNvSpPr txBox="1"/>
            <p:nvPr/>
          </p:nvSpPr>
          <p:spPr>
            <a:xfrm>
              <a:off x="7156991" y="4336706"/>
              <a:ext cx="1079936" cy="476411"/>
            </a:xfrm>
            <a:prstGeom prst="rect">
              <a:avLst/>
            </a:prstGeom>
          </p:spPr>
          <p:txBody>
            <a:bodyPr vert="horz" wrap="square" lIns="0" tIns="14604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14"/>
                </a:spcBef>
              </a:pPr>
              <a:r>
                <a:rPr lang="pt-BR" sz="3000" b="1" spc="45">
                  <a:solidFill>
                    <a:schemeClr val="bg2">
                      <a:lumMod val="90000"/>
                    </a:schemeClr>
                  </a:solidFill>
                  <a:latin typeface="Versos" panose="020B0503020204030204" pitchFamily="34" charset="0"/>
                  <a:cs typeface="Arial"/>
                </a:rPr>
                <a:t>04</a:t>
              </a:r>
              <a:endParaRPr sz="3000">
                <a:solidFill>
                  <a:schemeClr val="bg2">
                    <a:lumMod val="90000"/>
                  </a:schemeClr>
                </a:solidFill>
                <a:latin typeface="Versos" panose="020B0503020204030204" pitchFamily="34" charset="0"/>
                <a:cs typeface="Arial"/>
              </a:endParaRPr>
            </a:p>
          </p:txBody>
        </p:sp>
        <p:grpSp>
          <p:nvGrpSpPr>
            <p:cNvPr id="116" name="Group 115">
              <a:extLst>
                <a:ext uri="{FF2B5EF4-FFF2-40B4-BE49-F238E27FC236}">
                  <a16:creationId xmlns:a16="http://schemas.microsoft.com/office/drawing/2014/main" id="{EA2B57E0-3259-BB63-D52F-3E93B20C1CF8}"/>
                </a:ext>
              </a:extLst>
            </p:cNvPr>
            <p:cNvGrpSpPr/>
            <p:nvPr/>
          </p:nvGrpSpPr>
          <p:grpSpPr>
            <a:xfrm>
              <a:off x="7122806" y="3597248"/>
              <a:ext cx="1560724" cy="1188715"/>
              <a:chOff x="334786" y="1884279"/>
              <a:chExt cx="1560724" cy="1188715"/>
            </a:xfrm>
          </p:grpSpPr>
          <p:grpSp>
            <p:nvGrpSpPr>
              <p:cNvPr id="117" name="Graphic 7">
                <a:extLst>
                  <a:ext uri="{FF2B5EF4-FFF2-40B4-BE49-F238E27FC236}">
                    <a16:creationId xmlns:a16="http://schemas.microsoft.com/office/drawing/2014/main" id="{69A7CE49-97D5-B7E3-EB0F-D36D9A4FF5A1}"/>
                  </a:ext>
                </a:extLst>
              </p:cNvPr>
              <p:cNvGrpSpPr/>
              <p:nvPr/>
            </p:nvGrpSpPr>
            <p:grpSpPr>
              <a:xfrm rot="5400000">
                <a:off x="915191" y="1660433"/>
                <a:ext cx="399914" cy="1560724"/>
                <a:chOff x="877428" y="1698372"/>
                <a:chExt cx="399914" cy="1560724"/>
              </a:xfrm>
            </p:grpSpPr>
            <p:sp>
              <p:nvSpPr>
                <p:cNvPr id="145" name="Freeform: Shape 144">
                  <a:extLst>
                    <a:ext uri="{FF2B5EF4-FFF2-40B4-BE49-F238E27FC236}">
                      <a16:creationId xmlns:a16="http://schemas.microsoft.com/office/drawing/2014/main" id="{25F72F4D-8868-4CDC-C7F3-461613C0D2E2}"/>
                    </a:ext>
                  </a:extLst>
                </p:cNvPr>
                <p:cNvSpPr/>
                <p:nvPr/>
              </p:nvSpPr>
              <p:spPr>
                <a:xfrm>
                  <a:off x="877428" y="1698372"/>
                  <a:ext cx="399914" cy="1560724"/>
                </a:xfrm>
                <a:custGeom>
                  <a:avLst/>
                  <a:gdLst>
                    <a:gd name="connsiteX0" fmla="*/ 199957 w 399914"/>
                    <a:gd name="connsiteY0" fmla="*/ 0 h 1560724"/>
                    <a:gd name="connsiteX1" fmla="*/ 0 w 399914"/>
                    <a:gd name="connsiteY1" fmla="*/ 780362 h 1560724"/>
                    <a:gd name="connsiteX2" fmla="*/ 199957 w 399914"/>
                    <a:gd name="connsiteY2" fmla="*/ 1560725 h 1560724"/>
                    <a:gd name="connsiteX3" fmla="*/ 399914 w 399914"/>
                    <a:gd name="connsiteY3" fmla="*/ 780362 h 1560724"/>
                    <a:gd name="connsiteX4" fmla="*/ 199957 w 399914"/>
                    <a:gd name="connsiteY4" fmla="*/ 0 h 156072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99914" h="1560724">
                      <a:moveTo>
                        <a:pt x="199957" y="0"/>
                      </a:moveTo>
                      <a:cubicBezTo>
                        <a:pt x="149351" y="0"/>
                        <a:pt x="0" y="390197"/>
                        <a:pt x="0" y="780362"/>
                      </a:cubicBezTo>
                      <a:cubicBezTo>
                        <a:pt x="0" y="1170528"/>
                        <a:pt x="132241" y="1560725"/>
                        <a:pt x="199957" y="1560725"/>
                      </a:cubicBezTo>
                      <a:cubicBezTo>
                        <a:pt x="267673" y="1560725"/>
                        <a:pt x="399914" y="1171165"/>
                        <a:pt x="399914" y="780362"/>
                      </a:cubicBezTo>
                      <a:cubicBezTo>
                        <a:pt x="399914" y="389560"/>
                        <a:pt x="250563" y="0"/>
                        <a:pt x="199957" y="0"/>
                      </a:cubicBezTo>
                      <a:close/>
                    </a:path>
                  </a:pathLst>
                </a:custGeom>
                <a:solidFill>
                  <a:srgbClr val="759DB4"/>
                </a:solidFill>
                <a:ln w="35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146" name="Freeform: Shape 145">
                  <a:extLst>
                    <a:ext uri="{FF2B5EF4-FFF2-40B4-BE49-F238E27FC236}">
                      <a16:creationId xmlns:a16="http://schemas.microsoft.com/office/drawing/2014/main" id="{C4AEDF0F-7BC6-3578-3CD5-1918E8A8CA53}"/>
                    </a:ext>
                  </a:extLst>
                </p:cNvPr>
                <p:cNvSpPr/>
                <p:nvPr/>
              </p:nvSpPr>
              <p:spPr>
                <a:xfrm>
                  <a:off x="960946" y="2160508"/>
                  <a:ext cx="232872" cy="636451"/>
                </a:xfrm>
                <a:custGeom>
                  <a:avLst/>
                  <a:gdLst>
                    <a:gd name="connsiteX0" fmla="*/ 232872 w 232872"/>
                    <a:gd name="connsiteY0" fmla="*/ 318226 h 636451"/>
                    <a:gd name="connsiteX1" fmla="*/ 116436 w 232872"/>
                    <a:gd name="connsiteY1" fmla="*/ 636451 h 636451"/>
                    <a:gd name="connsiteX2" fmla="*/ 0 w 232872"/>
                    <a:gd name="connsiteY2" fmla="*/ 318226 h 636451"/>
                    <a:gd name="connsiteX3" fmla="*/ 116436 w 232872"/>
                    <a:gd name="connsiteY3" fmla="*/ 0 h 636451"/>
                    <a:gd name="connsiteX4" fmla="*/ 232872 w 232872"/>
                    <a:gd name="connsiteY4" fmla="*/ 318226 h 63645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32872" h="636451">
                      <a:moveTo>
                        <a:pt x="232872" y="318226"/>
                      </a:moveTo>
                      <a:cubicBezTo>
                        <a:pt x="232872" y="480382"/>
                        <a:pt x="186558" y="636451"/>
                        <a:pt x="116436" y="636451"/>
                      </a:cubicBezTo>
                      <a:cubicBezTo>
                        <a:pt x="46315" y="636451"/>
                        <a:pt x="0" y="479187"/>
                        <a:pt x="0" y="318226"/>
                      </a:cubicBezTo>
                      <a:cubicBezTo>
                        <a:pt x="0" y="157264"/>
                        <a:pt x="40238" y="0"/>
                        <a:pt x="116436" y="0"/>
                      </a:cubicBezTo>
                      <a:cubicBezTo>
                        <a:pt x="192635" y="0"/>
                        <a:pt x="232872" y="156073"/>
                        <a:pt x="232872" y="318226"/>
                      </a:cubicBezTo>
                      <a:close/>
                    </a:path>
                  </a:pathLst>
                </a:custGeom>
                <a:solidFill>
                  <a:schemeClr val="bg2">
                    <a:lumMod val="75000"/>
                  </a:schemeClr>
                </a:solidFill>
                <a:ln w="35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</p:grpSp>
          <p:grpSp>
            <p:nvGrpSpPr>
              <p:cNvPr id="118" name="Graphic 7">
                <a:extLst>
                  <a:ext uri="{FF2B5EF4-FFF2-40B4-BE49-F238E27FC236}">
                    <a16:creationId xmlns:a16="http://schemas.microsoft.com/office/drawing/2014/main" id="{3B1C9FD1-2DF7-E991-A78B-E9030395F458}"/>
                  </a:ext>
                </a:extLst>
              </p:cNvPr>
              <p:cNvGrpSpPr/>
              <p:nvPr/>
            </p:nvGrpSpPr>
            <p:grpSpPr>
              <a:xfrm rot="5400000">
                <a:off x="545994" y="2289518"/>
                <a:ext cx="1188715" cy="378237"/>
                <a:chOff x="520869" y="2264412"/>
                <a:chExt cx="1188715" cy="378237"/>
              </a:xfrm>
            </p:grpSpPr>
            <p:grpSp>
              <p:nvGrpSpPr>
                <p:cNvPr id="119" name="Graphic 7">
                  <a:extLst>
                    <a:ext uri="{FF2B5EF4-FFF2-40B4-BE49-F238E27FC236}">
                      <a16:creationId xmlns:a16="http://schemas.microsoft.com/office/drawing/2014/main" id="{5FD680D6-696E-57DD-C983-04DDB4600FF5}"/>
                    </a:ext>
                  </a:extLst>
                </p:cNvPr>
                <p:cNvGrpSpPr/>
                <p:nvPr/>
              </p:nvGrpSpPr>
              <p:grpSpPr>
                <a:xfrm>
                  <a:off x="818111" y="2500400"/>
                  <a:ext cx="201304" cy="114419"/>
                  <a:chOff x="818111" y="2500400"/>
                  <a:chExt cx="201304" cy="114419"/>
                </a:xfrm>
              </p:grpSpPr>
              <p:sp>
                <p:nvSpPr>
                  <p:cNvPr id="143" name="Freeform: Shape 142">
                    <a:extLst>
                      <a:ext uri="{FF2B5EF4-FFF2-40B4-BE49-F238E27FC236}">
                        <a16:creationId xmlns:a16="http://schemas.microsoft.com/office/drawing/2014/main" id="{D18A2DD1-019D-5341-EDB9-AD1C734769FB}"/>
                      </a:ext>
                    </a:extLst>
                  </p:cNvPr>
                  <p:cNvSpPr/>
                  <p:nvPr/>
                </p:nvSpPr>
                <p:spPr>
                  <a:xfrm>
                    <a:off x="818111" y="2500400"/>
                    <a:ext cx="201304" cy="111509"/>
                  </a:xfrm>
                  <a:custGeom>
                    <a:avLst/>
                    <a:gdLst>
                      <a:gd name="connsiteX0" fmla="*/ 158351 w 201304"/>
                      <a:gd name="connsiteY0" fmla="*/ 108024 h 111509"/>
                      <a:gd name="connsiteX1" fmla="*/ 15888 w 201304"/>
                      <a:gd name="connsiteY1" fmla="*/ 49979 h 111509"/>
                      <a:gd name="connsiteX2" fmla="*/ 1627 w 201304"/>
                      <a:gd name="connsiteY2" fmla="*/ 16523 h 111509"/>
                      <a:gd name="connsiteX3" fmla="*/ 36119 w 201304"/>
                      <a:gd name="connsiteY3" fmla="*/ 1575 h 111509"/>
                      <a:gd name="connsiteX4" fmla="*/ 181194 w 201304"/>
                      <a:gd name="connsiteY4" fmla="*/ 59443 h 111509"/>
                      <a:gd name="connsiteX5" fmla="*/ 198663 w 201304"/>
                      <a:gd name="connsiteY5" fmla="*/ 96333 h 111509"/>
                      <a:gd name="connsiteX6" fmla="*/ 158351 w 201304"/>
                      <a:gd name="connsiteY6" fmla="*/ 108028 h 11150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201304" h="111509">
                        <a:moveTo>
                          <a:pt x="158351" y="108024"/>
                        </a:moveTo>
                        <a:lnTo>
                          <a:pt x="15888" y="49979"/>
                        </a:lnTo>
                        <a:cubicBezTo>
                          <a:pt x="2923" y="44467"/>
                          <a:pt x="-3162" y="29129"/>
                          <a:pt x="1627" y="16523"/>
                        </a:cubicBezTo>
                        <a:cubicBezTo>
                          <a:pt x="6417" y="3913"/>
                          <a:pt x="19115" y="-3402"/>
                          <a:pt x="36119" y="1575"/>
                        </a:cubicBezTo>
                        <a:cubicBezTo>
                          <a:pt x="53123" y="6553"/>
                          <a:pt x="181194" y="59443"/>
                          <a:pt x="181194" y="59443"/>
                        </a:cubicBezTo>
                        <a:cubicBezTo>
                          <a:pt x="195902" y="65114"/>
                          <a:pt x="206463" y="81247"/>
                          <a:pt x="198663" y="96333"/>
                        </a:cubicBezTo>
                        <a:cubicBezTo>
                          <a:pt x="190864" y="111419"/>
                          <a:pt x="178493" y="115137"/>
                          <a:pt x="158351" y="108028"/>
                        </a:cubicBezTo>
                        <a:close/>
                      </a:path>
                    </a:pathLst>
                  </a:custGeom>
                  <a:solidFill>
                    <a:schemeClr val="bg2">
                      <a:lumMod val="50000"/>
                    </a:schemeClr>
                  </a:solidFill>
                  <a:ln w="354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pt-BR"/>
                  </a:p>
                </p:txBody>
              </p:sp>
              <p:sp>
                <p:nvSpPr>
                  <p:cNvPr id="144" name="Freeform: Shape 143">
                    <a:extLst>
                      <a:ext uri="{FF2B5EF4-FFF2-40B4-BE49-F238E27FC236}">
                        <a16:creationId xmlns:a16="http://schemas.microsoft.com/office/drawing/2014/main" id="{DB958FBC-C5EE-879A-3713-D869876F1324}"/>
                      </a:ext>
                    </a:extLst>
                  </p:cNvPr>
                  <p:cNvSpPr/>
                  <p:nvPr/>
                </p:nvSpPr>
                <p:spPr>
                  <a:xfrm>
                    <a:off x="893094" y="2518840"/>
                    <a:ext cx="125872" cy="95978"/>
                  </a:xfrm>
                  <a:custGeom>
                    <a:avLst/>
                    <a:gdLst>
                      <a:gd name="connsiteX0" fmla="*/ 21490 w 125872"/>
                      <a:gd name="connsiteY0" fmla="*/ 0 h 95978"/>
                      <a:gd name="connsiteX1" fmla="*/ 103606 w 125872"/>
                      <a:gd name="connsiteY1" fmla="*/ 38327 h 95978"/>
                      <a:gd name="connsiteX2" fmla="*/ 123463 w 125872"/>
                      <a:gd name="connsiteY2" fmla="*/ 80162 h 95978"/>
                      <a:gd name="connsiteX3" fmla="*/ 68026 w 125872"/>
                      <a:gd name="connsiteY3" fmla="*/ 91338 h 95978"/>
                      <a:gd name="connsiteX4" fmla="*/ 0 w 125872"/>
                      <a:gd name="connsiteY4" fmla="*/ 71449 h 95978"/>
                      <a:gd name="connsiteX5" fmla="*/ 21490 w 125872"/>
                      <a:gd name="connsiteY5" fmla="*/ 0 h 9597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</a:cxnLst>
                    <a:rect l="l" t="t" r="r" b="b"/>
                    <a:pathLst>
                      <a:path w="125872" h="95978">
                        <a:moveTo>
                          <a:pt x="21490" y="0"/>
                        </a:moveTo>
                        <a:cubicBezTo>
                          <a:pt x="21490" y="0"/>
                          <a:pt x="77038" y="20569"/>
                          <a:pt x="103606" y="38327"/>
                        </a:cubicBezTo>
                        <a:cubicBezTo>
                          <a:pt x="120521" y="49634"/>
                          <a:pt x="130818" y="63383"/>
                          <a:pt x="123463" y="80162"/>
                        </a:cubicBezTo>
                        <a:cubicBezTo>
                          <a:pt x="114209" y="102791"/>
                          <a:pt x="84133" y="95817"/>
                          <a:pt x="68026" y="91338"/>
                        </a:cubicBezTo>
                        <a:cubicBezTo>
                          <a:pt x="51919" y="86858"/>
                          <a:pt x="0" y="71449"/>
                          <a:pt x="0" y="71449"/>
                        </a:cubicBezTo>
                        <a:lnTo>
                          <a:pt x="21490" y="0"/>
                        </a:lnTo>
                        <a:close/>
                      </a:path>
                    </a:pathLst>
                  </a:custGeom>
                  <a:solidFill>
                    <a:srgbClr val="E6EDF1"/>
                  </a:solidFill>
                  <a:ln w="354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pt-BR"/>
                  </a:p>
                </p:txBody>
              </p:sp>
            </p:grpSp>
            <p:grpSp>
              <p:nvGrpSpPr>
                <p:cNvPr id="120" name="Graphic 7">
                  <a:extLst>
                    <a:ext uri="{FF2B5EF4-FFF2-40B4-BE49-F238E27FC236}">
                      <a16:creationId xmlns:a16="http://schemas.microsoft.com/office/drawing/2014/main" id="{44978196-9C61-FE4D-0E66-8CEF26642AFA}"/>
                    </a:ext>
                  </a:extLst>
                </p:cNvPr>
                <p:cNvGrpSpPr/>
                <p:nvPr/>
              </p:nvGrpSpPr>
              <p:grpSpPr>
                <a:xfrm>
                  <a:off x="1127086" y="2551364"/>
                  <a:ext cx="209276" cy="91048"/>
                  <a:chOff x="1127086" y="2551364"/>
                  <a:chExt cx="209276" cy="91048"/>
                </a:xfrm>
              </p:grpSpPr>
              <p:sp>
                <p:nvSpPr>
                  <p:cNvPr id="141" name="Freeform: Shape 140">
                    <a:extLst>
                      <a:ext uri="{FF2B5EF4-FFF2-40B4-BE49-F238E27FC236}">
                        <a16:creationId xmlns:a16="http://schemas.microsoft.com/office/drawing/2014/main" id="{C1D260F7-0B47-08E0-1161-B9D5BBD12D98}"/>
                      </a:ext>
                    </a:extLst>
                  </p:cNvPr>
                  <p:cNvSpPr/>
                  <p:nvPr/>
                </p:nvSpPr>
                <p:spPr>
                  <a:xfrm>
                    <a:off x="1128542" y="2551364"/>
                    <a:ext cx="207820" cy="91048"/>
                  </a:xfrm>
                  <a:custGeom>
                    <a:avLst/>
                    <a:gdLst>
                      <a:gd name="connsiteX0" fmla="*/ 26248 w 207820"/>
                      <a:gd name="connsiteY0" fmla="*/ 53872 h 91048"/>
                      <a:gd name="connsiteX1" fmla="*/ 175681 w 207820"/>
                      <a:gd name="connsiteY1" fmla="*/ 90413 h 91048"/>
                      <a:gd name="connsiteX2" fmla="*/ 206853 w 207820"/>
                      <a:gd name="connsiteY2" fmla="*/ 71676 h 91048"/>
                      <a:gd name="connsiteX3" fmla="*/ 187686 w 207820"/>
                      <a:gd name="connsiteY3" fmla="*/ 39341 h 91048"/>
                      <a:gd name="connsiteX4" fmla="*/ 36246 w 207820"/>
                      <a:gd name="connsiteY4" fmla="*/ 1124 h 91048"/>
                      <a:gd name="connsiteX5" fmla="*/ 459 w 207820"/>
                      <a:gd name="connsiteY5" fmla="*/ 20757 h 91048"/>
                      <a:gd name="connsiteX6" fmla="*/ 26251 w 207820"/>
                      <a:gd name="connsiteY6" fmla="*/ 53872 h 9104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207820" h="91048">
                        <a:moveTo>
                          <a:pt x="26248" y="53872"/>
                        </a:moveTo>
                        <a:lnTo>
                          <a:pt x="175681" y="90413"/>
                        </a:lnTo>
                        <a:cubicBezTo>
                          <a:pt x="189418" y="93554"/>
                          <a:pt x="203337" y="84699"/>
                          <a:pt x="206853" y="71676"/>
                        </a:cubicBezTo>
                        <a:cubicBezTo>
                          <a:pt x="210368" y="58654"/>
                          <a:pt x="204376" y="45279"/>
                          <a:pt x="187686" y="39341"/>
                        </a:cubicBezTo>
                        <a:cubicBezTo>
                          <a:pt x="170995" y="33399"/>
                          <a:pt x="36246" y="1124"/>
                          <a:pt x="36246" y="1124"/>
                        </a:cubicBezTo>
                        <a:cubicBezTo>
                          <a:pt x="21007" y="-2907"/>
                          <a:pt x="2992" y="3964"/>
                          <a:pt x="459" y="20757"/>
                        </a:cubicBezTo>
                        <a:cubicBezTo>
                          <a:pt x="-2071" y="37551"/>
                          <a:pt x="5764" y="47816"/>
                          <a:pt x="26251" y="53872"/>
                        </a:cubicBezTo>
                        <a:close/>
                      </a:path>
                    </a:pathLst>
                  </a:custGeom>
                  <a:solidFill>
                    <a:schemeClr val="bg2">
                      <a:lumMod val="50000"/>
                    </a:schemeClr>
                  </a:solidFill>
                  <a:ln w="354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pt-BR"/>
                  </a:p>
                </p:txBody>
              </p:sp>
              <p:sp>
                <p:nvSpPr>
                  <p:cNvPr id="142" name="Freeform: Shape 141">
                    <a:extLst>
                      <a:ext uri="{FF2B5EF4-FFF2-40B4-BE49-F238E27FC236}">
                        <a16:creationId xmlns:a16="http://schemas.microsoft.com/office/drawing/2014/main" id="{4E19BDE5-26BE-ED69-FE04-8154EC79D333}"/>
                      </a:ext>
                    </a:extLst>
                  </p:cNvPr>
                  <p:cNvSpPr/>
                  <p:nvPr/>
                </p:nvSpPr>
                <p:spPr>
                  <a:xfrm>
                    <a:off x="1127086" y="2551665"/>
                    <a:ext cx="130167" cy="86468"/>
                  </a:xfrm>
                  <a:custGeom>
                    <a:avLst/>
                    <a:gdLst>
                      <a:gd name="connsiteX0" fmla="*/ 130168 w 130167"/>
                      <a:gd name="connsiteY0" fmla="*/ 15650 h 86468"/>
                      <a:gd name="connsiteX1" fmla="*/ 40908 w 130167"/>
                      <a:gd name="connsiteY1" fmla="*/ 23 h 86468"/>
                      <a:gd name="connsiteX2" fmla="*/ 663 w 130167"/>
                      <a:gd name="connsiteY2" fmla="*/ 22936 h 86468"/>
                      <a:gd name="connsiteX3" fmla="*/ 39698 w 130167"/>
                      <a:gd name="connsiteY3" fmla="*/ 63854 h 86468"/>
                      <a:gd name="connsiteX4" fmla="*/ 109987 w 130167"/>
                      <a:gd name="connsiteY4" fmla="*/ 86468 h 86468"/>
                      <a:gd name="connsiteX5" fmla="*/ 130168 w 130167"/>
                      <a:gd name="connsiteY5" fmla="*/ 15650 h 8646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</a:cxnLst>
                    <a:rect l="l" t="t" r="r" b="b"/>
                    <a:pathLst>
                      <a:path w="130167" h="86468">
                        <a:moveTo>
                          <a:pt x="130168" y="15650"/>
                        </a:moveTo>
                        <a:cubicBezTo>
                          <a:pt x="130168" y="15650"/>
                          <a:pt x="72855" y="685"/>
                          <a:pt x="40908" y="23"/>
                        </a:cubicBezTo>
                        <a:cubicBezTo>
                          <a:pt x="20563" y="-401"/>
                          <a:pt x="4250" y="4972"/>
                          <a:pt x="663" y="22936"/>
                        </a:cubicBezTo>
                        <a:cubicBezTo>
                          <a:pt x="-4716" y="46782"/>
                          <a:pt x="23929" y="58300"/>
                          <a:pt x="39698" y="63854"/>
                        </a:cubicBezTo>
                        <a:cubicBezTo>
                          <a:pt x="55467" y="69408"/>
                          <a:pt x="109987" y="86468"/>
                          <a:pt x="109987" y="86468"/>
                        </a:cubicBezTo>
                        <a:lnTo>
                          <a:pt x="130168" y="15650"/>
                        </a:lnTo>
                        <a:close/>
                      </a:path>
                    </a:pathLst>
                  </a:custGeom>
                  <a:solidFill>
                    <a:srgbClr val="E6EDF1"/>
                  </a:solidFill>
                  <a:ln w="354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pt-BR"/>
                  </a:p>
                </p:txBody>
              </p:sp>
            </p:grpSp>
            <p:sp>
              <p:nvSpPr>
                <p:cNvPr id="121" name="Freeform: Shape 120">
                  <a:extLst>
                    <a:ext uri="{FF2B5EF4-FFF2-40B4-BE49-F238E27FC236}">
                      <a16:creationId xmlns:a16="http://schemas.microsoft.com/office/drawing/2014/main" id="{95B1EA49-8733-5B2E-CC01-0BFDC11DCE69}"/>
                    </a:ext>
                  </a:extLst>
                </p:cNvPr>
                <p:cNvSpPr/>
                <p:nvPr/>
              </p:nvSpPr>
              <p:spPr>
                <a:xfrm>
                  <a:off x="1285211" y="2460365"/>
                  <a:ext cx="67830" cy="182283"/>
                </a:xfrm>
                <a:custGeom>
                  <a:avLst/>
                  <a:gdLst>
                    <a:gd name="connsiteX0" fmla="*/ 53280 w 67830"/>
                    <a:gd name="connsiteY0" fmla="*/ 153684 h 182283"/>
                    <a:gd name="connsiteX1" fmla="*/ 67733 w 67830"/>
                    <a:gd name="connsiteY1" fmla="*/ 40553 h 182283"/>
                    <a:gd name="connsiteX2" fmla="*/ 45378 w 67830"/>
                    <a:gd name="connsiteY2" fmla="*/ 607 h 182283"/>
                    <a:gd name="connsiteX3" fmla="*/ 10079 w 67830"/>
                    <a:gd name="connsiteY3" fmla="*/ 35885 h 182283"/>
                    <a:gd name="connsiteX4" fmla="*/ 13 w 67830"/>
                    <a:gd name="connsiteY4" fmla="*/ 148297 h 182283"/>
                    <a:gd name="connsiteX5" fmla="*/ 23428 w 67830"/>
                    <a:gd name="connsiteY5" fmla="*/ 182013 h 182283"/>
                    <a:gd name="connsiteX6" fmla="*/ 53276 w 67830"/>
                    <a:gd name="connsiteY6" fmla="*/ 153684 h 18228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67830" h="182283">
                      <a:moveTo>
                        <a:pt x="53280" y="153684"/>
                      </a:moveTo>
                      <a:cubicBezTo>
                        <a:pt x="53280" y="153684"/>
                        <a:pt x="66872" y="61823"/>
                        <a:pt x="67733" y="40553"/>
                      </a:cubicBezTo>
                      <a:cubicBezTo>
                        <a:pt x="68594" y="19279"/>
                        <a:pt x="64011" y="4151"/>
                        <a:pt x="45378" y="607"/>
                      </a:cubicBezTo>
                      <a:cubicBezTo>
                        <a:pt x="26744" y="-2937"/>
                        <a:pt x="13800" y="9064"/>
                        <a:pt x="10079" y="35885"/>
                      </a:cubicBezTo>
                      <a:cubicBezTo>
                        <a:pt x="6360" y="62705"/>
                        <a:pt x="283" y="134438"/>
                        <a:pt x="13" y="148297"/>
                      </a:cubicBezTo>
                      <a:cubicBezTo>
                        <a:pt x="-258" y="162159"/>
                        <a:pt x="3614" y="179597"/>
                        <a:pt x="23428" y="182013"/>
                      </a:cubicBezTo>
                      <a:cubicBezTo>
                        <a:pt x="43243" y="184428"/>
                        <a:pt x="51789" y="170328"/>
                        <a:pt x="53276" y="153684"/>
                      </a:cubicBezTo>
                      <a:close/>
                    </a:path>
                  </a:pathLst>
                </a:custGeom>
                <a:solidFill>
                  <a:schemeClr val="bg2">
                    <a:lumMod val="50000"/>
                  </a:schemeClr>
                </a:solidFill>
                <a:ln w="35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grpSp>
              <p:nvGrpSpPr>
                <p:cNvPr id="122" name="Graphic 7">
                  <a:extLst>
                    <a:ext uri="{FF2B5EF4-FFF2-40B4-BE49-F238E27FC236}">
                      <a16:creationId xmlns:a16="http://schemas.microsoft.com/office/drawing/2014/main" id="{B1C0D5A4-B15E-CDDF-6AFD-E6EE875681D4}"/>
                    </a:ext>
                  </a:extLst>
                </p:cNvPr>
                <p:cNvGrpSpPr/>
                <p:nvPr/>
              </p:nvGrpSpPr>
              <p:grpSpPr>
                <a:xfrm>
                  <a:off x="1088156" y="2264412"/>
                  <a:ext cx="72372" cy="207051"/>
                  <a:chOff x="1088156" y="2264412"/>
                  <a:chExt cx="72372" cy="207051"/>
                </a:xfrm>
                <a:solidFill>
                  <a:srgbClr val="ABDAEF"/>
                </a:solidFill>
              </p:grpSpPr>
              <p:sp>
                <p:nvSpPr>
                  <p:cNvPr id="139" name="Freeform: Shape 138">
                    <a:extLst>
                      <a:ext uri="{FF2B5EF4-FFF2-40B4-BE49-F238E27FC236}">
                        <a16:creationId xmlns:a16="http://schemas.microsoft.com/office/drawing/2014/main" id="{7C10DD13-3FCE-6951-E79C-C54002CB7B97}"/>
                      </a:ext>
                    </a:extLst>
                  </p:cNvPr>
                  <p:cNvSpPr/>
                  <p:nvPr/>
                </p:nvSpPr>
                <p:spPr>
                  <a:xfrm>
                    <a:off x="1107920" y="2321961"/>
                    <a:ext cx="52608" cy="149501"/>
                  </a:xfrm>
                  <a:custGeom>
                    <a:avLst/>
                    <a:gdLst>
                      <a:gd name="connsiteX0" fmla="*/ 20537 w 52608"/>
                      <a:gd name="connsiteY0" fmla="*/ 13 h 149501"/>
                      <a:gd name="connsiteX1" fmla="*/ 35363 w 52608"/>
                      <a:gd name="connsiteY1" fmla="*/ 13673 h 149501"/>
                      <a:gd name="connsiteX2" fmla="*/ 52445 w 52608"/>
                      <a:gd name="connsiteY2" fmla="*/ 120296 h 149501"/>
                      <a:gd name="connsiteX3" fmla="*/ 27305 w 52608"/>
                      <a:gd name="connsiteY3" fmla="*/ 149482 h 149501"/>
                      <a:gd name="connsiteX4" fmla="*/ 25 w 52608"/>
                      <a:gd name="connsiteY4" fmla="*/ 122061 h 149501"/>
                      <a:gd name="connsiteX5" fmla="*/ 5519 w 52608"/>
                      <a:gd name="connsiteY5" fmla="*/ 14961 h 149501"/>
                      <a:gd name="connsiteX6" fmla="*/ 20537 w 52608"/>
                      <a:gd name="connsiteY6" fmla="*/ 17 h 14950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52608" h="149501">
                        <a:moveTo>
                          <a:pt x="20537" y="13"/>
                        </a:moveTo>
                        <a:cubicBezTo>
                          <a:pt x="29027" y="-310"/>
                          <a:pt x="34182" y="5258"/>
                          <a:pt x="35363" y="13673"/>
                        </a:cubicBezTo>
                        <a:lnTo>
                          <a:pt x="52445" y="120296"/>
                        </a:lnTo>
                        <a:cubicBezTo>
                          <a:pt x="54128" y="135478"/>
                          <a:pt x="42568" y="148899"/>
                          <a:pt x="27305" y="149482"/>
                        </a:cubicBezTo>
                        <a:cubicBezTo>
                          <a:pt x="11945" y="150066"/>
                          <a:pt x="-640" y="137413"/>
                          <a:pt x="25" y="122061"/>
                        </a:cubicBezTo>
                        <a:lnTo>
                          <a:pt x="5519" y="14961"/>
                        </a:lnTo>
                        <a:cubicBezTo>
                          <a:pt x="5892" y="6347"/>
                          <a:pt x="11920" y="348"/>
                          <a:pt x="20537" y="17"/>
                        </a:cubicBezTo>
                        <a:close/>
                      </a:path>
                    </a:pathLst>
                  </a:custGeom>
                  <a:solidFill>
                    <a:schemeClr val="bg2">
                      <a:lumMod val="50000"/>
                    </a:schemeClr>
                  </a:solidFill>
                  <a:ln w="354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pt-BR"/>
                  </a:p>
                </p:txBody>
              </p:sp>
              <p:sp>
                <p:nvSpPr>
                  <p:cNvPr id="140" name="Freeform: Shape 139">
                    <a:extLst>
                      <a:ext uri="{FF2B5EF4-FFF2-40B4-BE49-F238E27FC236}">
                        <a16:creationId xmlns:a16="http://schemas.microsoft.com/office/drawing/2014/main" id="{2AF2542E-52AB-0502-5A8B-C0A66767D25B}"/>
                      </a:ext>
                    </a:extLst>
                  </p:cNvPr>
                  <p:cNvSpPr/>
                  <p:nvPr/>
                </p:nvSpPr>
                <p:spPr>
                  <a:xfrm>
                    <a:off x="1088156" y="2264412"/>
                    <a:ext cx="71744" cy="87008"/>
                  </a:xfrm>
                  <a:custGeom>
                    <a:avLst/>
                    <a:gdLst>
                      <a:gd name="connsiteX0" fmla="*/ 5397 w 71744"/>
                      <a:gd name="connsiteY0" fmla="*/ 61943 h 87008"/>
                      <a:gd name="connsiteX1" fmla="*/ 41550 w 71744"/>
                      <a:gd name="connsiteY1" fmla="*/ 85881 h 87008"/>
                      <a:gd name="connsiteX2" fmla="*/ 51801 w 71744"/>
                      <a:gd name="connsiteY2" fmla="*/ 82000 h 87008"/>
                      <a:gd name="connsiteX3" fmla="*/ 71498 w 71744"/>
                      <a:gd name="connsiteY3" fmla="*/ 8530 h 87008"/>
                      <a:gd name="connsiteX4" fmla="*/ 60998 w 71744"/>
                      <a:gd name="connsiteY4" fmla="*/ 1322 h 87008"/>
                      <a:gd name="connsiteX5" fmla="*/ 4952 w 71744"/>
                      <a:gd name="connsiteY5" fmla="*/ 42160 h 87008"/>
                      <a:gd name="connsiteX6" fmla="*/ 5397 w 71744"/>
                      <a:gd name="connsiteY6" fmla="*/ 61939 h 8700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71744" h="87008">
                        <a:moveTo>
                          <a:pt x="5397" y="61943"/>
                        </a:moveTo>
                        <a:lnTo>
                          <a:pt x="41550" y="85881"/>
                        </a:lnTo>
                        <a:cubicBezTo>
                          <a:pt x="45396" y="88429"/>
                          <a:pt x="50609" y="86454"/>
                          <a:pt x="51801" y="82000"/>
                        </a:cubicBezTo>
                        <a:lnTo>
                          <a:pt x="71498" y="8530"/>
                        </a:lnTo>
                        <a:cubicBezTo>
                          <a:pt x="73149" y="2378"/>
                          <a:pt x="66147" y="-2429"/>
                          <a:pt x="60998" y="1322"/>
                        </a:cubicBezTo>
                        <a:lnTo>
                          <a:pt x="4952" y="42160"/>
                        </a:lnTo>
                        <a:cubicBezTo>
                          <a:pt x="-1836" y="47106"/>
                          <a:pt x="-1605" y="57303"/>
                          <a:pt x="5397" y="61939"/>
                        </a:cubicBezTo>
                        <a:close/>
                      </a:path>
                    </a:pathLst>
                  </a:custGeom>
                  <a:solidFill>
                    <a:schemeClr val="bg2">
                      <a:lumMod val="50000"/>
                    </a:schemeClr>
                  </a:solidFill>
                  <a:ln w="354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pt-BR"/>
                  </a:p>
                </p:txBody>
              </p:sp>
            </p:grpSp>
            <p:grpSp>
              <p:nvGrpSpPr>
                <p:cNvPr id="123" name="Graphic 7">
                  <a:extLst>
                    <a:ext uri="{FF2B5EF4-FFF2-40B4-BE49-F238E27FC236}">
                      <a16:creationId xmlns:a16="http://schemas.microsoft.com/office/drawing/2014/main" id="{98E1D8EA-200A-1449-C2BD-2639EA63D233}"/>
                    </a:ext>
                  </a:extLst>
                </p:cNvPr>
                <p:cNvGrpSpPr/>
                <p:nvPr/>
              </p:nvGrpSpPr>
              <p:grpSpPr>
                <a:xfrm>
                  <a:off x="991941" y="2267319"/>
                  <a:ext cx="76641" cy="204647"/>
                  <a:chOff x="991941" y="2267319"/>
                  <a:chExt cx="76641" cy="204647"/>
                </a:xfrm>
                <a:solidFill>
                  <a:srgbClr val="ABDAEF"/>
                </a:solidFill>
              </p:grpSpPr>
              <p:sp>
                <p:nvSpPr>
                  <p:cNvPr id="137" name="Freeform: Shape 136">
                    <a:extLst>
                      <a:ext uri="{FF2B5EF4-FFF2-40B4-BE49-F238E27FC236}">
                        <a16:creationId xmlns:a16="http://schemas.microsoft.com/office/drawing/2014/main" id="{F93739EE-7898-C95B-06D6-A510FF40E27C}"/>
                      </a:ext>
                    </a:extLst>
                  </p:cNvPr>
                  <p:cNvSpPr/>
                  <p:nvPr/>
                </p:nvSpPr>
                <p:spPr>
                  <a:xfrm>
                    <a:off x="991941" y="2322943"/>
                    <a:ext cx="53534" cy="149023"/>
                  </a:xfrm>
                  <a:custGeom>
                    <a:avLst/>
                    <a:gdLst>
                      <a:gd name="connsiteX0" fmla="*/ 39432 w 53534"/>
                      <a:gd name="connsiteY0" fmla="*/ 103 h 149023"/>
                      <a:gd name="connsiteX1" fmla="*/ 24047 w 53534"/>
                      <a:gd name="connsiteY1" fmla="*/ 11816 h 149023"/>
                      <a:gd name="connsiteX2" fmla="*/ 386 w 53534"/>
                      <a:gd name="connsiteY2" fmla="*/ 118261 h 149023"/>
                      <a:gd name="connsiteX3" fmla="*/ 23741 w 53534"/>
                      <a:gd name="connsiteY3" fmla="*/ 148896 h 149023"/>
                      <a:gd name="connsiteX4" fmla="*/ 52611 w 53534"/>
                      <a:gd name="connsiteY4" fmla="*/ 123153 h 149023"/>
                      <a:gd name="connsiteX5" fmla="*/ 53532 w 53534"/>
                      <a:gd name="connsiteY5" fmla="*/ 14587 h 149023"/>
                      <a:gd name="connsiteX6" fmla="*/ 39428 w 53534"/>
                      <a:gd name="connsiteY6" fmla="*/ 103 h 14902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53534" h="149023">
                        <a:moveTo>
                          <a:pt x="39432" y="103"/>
                        </a:moveTo>
                        <a:cubicBezTo>
                          <a:pt x="30974" y="-726"/>
                          <a:pt x="25730" y="3486"/>
                          <a:pt x="24047" y="11816"/>
                        </a:cubicBezTo>
                        <a:lnTo>
                          <a:pt x="386" y="118261"/>
                        </a:lnTo>
                        <a:cubicBezTo>
                          <a:pt x="-2204" y="133319"/>
                          <a:pt x="8534" y="147405"/>
                          <a:pt x="23741" y="148896"/>
                        </a:cubicBezTo>
                        <a:cubicBezTo>
                          <a:pt x="39037" y="150397"/>
                          <a:pt x="52358" y="138520"/>
                          <a:pt x="52611" y="123153"/>
                        </a:cubicBezTo>
                        <a:lnTo>
                          <a:pt x="53532" y="14587"/>
                        </a:lnTo>
                        <a:cubicBezTo>
                          <a:pt x="53675" y="5966"/>
                          <a:pt x="48010" y="946"/>
                          <a:pt x="39428" y="103"/>
                        </a:cubicBezTo>
                        <a:close/>
                      </a:path>
                    </a:pathLst>
                  </a:custGeom>
                  <a:solidFill>
                    <a:schemeClr val="bg2">
                      <a:lumMod val="50000"/>
                    </a:schemeClr>
                  </a:solidFill>
                  <a:ln w="354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pt-BR"/>
                  </a:p>
                </p:txBody>
              </p:sp>
              <p:sp>
                <p:nvSpPr>
                  <p:cNvPr id="138" name="Freeform: Shape 137">
                    <a:extLst>
                      <a:ext uri="{FF2B5EF4-FFF2-40B4-BE49-F238E27FC236}">
                        <a16:creationId xmlns:a16="http://schemas.microsoft.com/office/drawing/2014/main" id="{F3219FDE-F284-4768-61A9-FA27A045955E}"/>
                      </a:ext>
                    </a:extLst>
                  </p:cNvPr>
                  <p:cNvSpPr/>
                  <p:nvPr/>
                </p:nvSpPr>
                <p:spPr>
                  <a:xfrm>
                    <a:off x="991944" y="2267319"/>
                    <a:ext cx="76638" cy="84222"/>
                  </a:xfrm>
                  <a:custGeom>
                    <a:avLst/>
                    <a:gdLst>
                      <a:gd name="connsiteX0" fmla="*/ 72366 w 76638"/>
                      <a:gd name="connsiteY0" fmla="*/ 54645 h 84222"/>
                      <a:gd name="connsiteX1" fmla="*/ 39240 w 76638"/>
                      <a:gd name="connsiteY1" fmla="*/ 82625 h 84222"/>
                      <a:gd name="connsiteX2" fmla="*/ 28605 w 76638"/>
                      <a:gd name="connsiteY2" fmla="*/ 79960 h 84222"/>
                      <a:gd name="connsiteX3" fmla="*/ 501 w 76638"/>
                      <a:gd name="connsiteY3" fmla="*/ 9277 h 84222"/>
                      <a:gd name="connsiteX4" fmla="*/ 10093 w 76638"/>
                      <a:gd name="connsiteY4" fmla="*/ 898 h 84222"/>
                      <a:gd name="connsiteX5" fmla="*/ 70505 w 76638"/>
                      <a:gd name="connsiteY5" fmla="*/ 34944 h 84222"/>
                      <a:gd name="connsiteX6" fmla="*/ 72366 w 76638"/>
                      <a:gd name="connsiteY6" fmla="*/ 54641 h 8422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76638" h="84222">
                        <a:moveTo>
                          <a:pt x="72366" y="54645"/>
                        </a:moveTo>
                        <a:lnTo>
                          <a:pt x="39240" y="82625"/>
                        </a:lnTo>
                        <a:cubicBezTo>
                          <a:pt x="35718" y="85603"/>
                          <a:pt x="30310" y="84248"/>
                          <a:pt x="28605" y="79960"/>
                        </a:cubicBezTo>
                        <a:lnTo>
                          <a:pt x="501" y="9277"/>
                        </a:lnTo>
                        <a:cubicBezTo>
                          <a:pt x="-1851" y="3360"/>
                          <a:pt x="4543" y="-2230"/>
                          <a:pt x="10093" y="898"/>
                        </a:cubicBezTo>
                        <a:lnTo>
                          <a:pt x="70505" y="34944"/>
                        </a:lnTo>
                        <a:cubicBezTo>
                          <a:pt x="77820" y="39068"/>
                          <a:pt x="78781" y="49223"/>
                          <a:pt x="72366" y="54641"/>
                        </a:cubicBezTo>
                        <a:close/>
                      </a:path>
                    </a:pathLst>
                  </a:custGeom>
                  <a:solidFill>
                    <a:schemeClr val="bg2">
                      <a:lumMod val="50000"/>
                    </a:schemeClr>
                  </a:solidFill>
                  <a:ln w="354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pt-BR"/>
                  </a:p>
                </p:txBody>
              </p:sp>
            </p:grpSp>
            <p:grpSp>
              <p:nvGrpSpPr>
                <p:cNvPr id="124" name="Graphic 7">
                  <a:extLst>
                    <a:ext uri="{FF2B5EF4-FFF2-40B4-BE49-F238E27FC236}">
                      <a16:creationId xmlns:a16="http://schemas.microsoft.com/office/drawing/2014/main" id="{7896A37D-0C98-D903-63B7-1908E6155C19}"/>
                    </a:ext>
                  </a:extLst>
                </p:cNvPr>
                <p:cNvGrpSpPr/>
                <p:nvPr/>
              </p:nvGrpSpPr>
              <p:grpSpPr>
                <a:xfrm>
                  <a:off x="1086024" y="2424017"/>
                  <a:ext cx="82733" cy="141150"/>
                  <a:chOff x="1086024" y="2424017"/>
                  <a:chExt cx="82733" cy="141150"/>
                </a:xfrm>
                <a:solidFill>
                  <a:srgbClr val="E6EDF1"/>
                </a:solidFill>
              </p:grpSpPr>
              <p:sp>
                <p:nvSpPr>
                  <p:cNvPr id="135" name="Freeform: Shape 134">
                    <a:extLst>
                      <a:ext uri="{FF2B5EF4-FFF2-40B4-BE49-F238E27FC236}">
                        <a16:creationId xmlns:a16="http://schemas.microsoft.com/office/drawing/2014/main" id="{E33A3995-70F6-B8F2-82F7-770AB5C0A27E}"/>
                      </a:ext>
                    </a:extLst>
                  </p:cNvPr>
                  <p:cNvSpPr/>
                  <p:nvPr/>
                </p:nvSpPr>
                <p:spPr>
                  <a:xfrm>
                    <a:off x="1101407" y="2424017"/>
                    <a:ext cx="59995" cy="115294"/>
                  </a:xfrm>
                  <a:custGeom>
                    <a:avLst/>
                    <a:gdLst>
                      <a:gd name="connsiteX0" fmla="*/ 23748 w 59995"/>
                      <a:gd name="connsiteY0" fmla="*/ 115136 h 115294"/>
                      <a:gd name="connsiteX1" fmla="*/ 53091 w 59995"/>
                      <a:gd name="connsiteY1" fmla="*/ 91546 h 115294"/>
                      <a:gd name="connsiteX2" fmla="*/ 59837 w 59995"/>
                      <a:gd name="connsiteY2" fmla="*/ 29501 h 115294"/>
                      <a:gd name="connsiteX3" fmla="*/ 36247 w 59995"/>
                      <a:gd name="connsiteY3" fmla="*/ 158 h 115294"/>
                      <a:gd name="connsiteX4" fmla="*/ 6904 w 59995"/>
                      <a:gd name="connsiteY4" fmla="*/ 23748 h 115294"/>
                      <a:gd name="connsiteX5" fmla="*/ 158 w 59995"/>
                      <a:gd name="connsiteY5" fmla="*/ 85793 h 115294"/>
                      <a:gd name="connsiteX6" fmla="*/ 23748 w 59995"/>
                      <a:gd name="connsiteY6" fmla="*/ 115136 h 11529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59995" h="115294">
                        <a:moveTo>
                          <a:pt x="23748" y="115136"/>
                        </a:moveTo>
                        <a:cubicBezTo>
                          <a:pt x="38364" y="116726"/>
                          <a:pt x="51501" y="106163"/>
                          <a:pt x="53091" y="91546"/>
                        </a:cubicBezTo>
                        <a:lnTo>
                          <a:pt x="59837" y="29501"/>
                        </a:lnTo>
                        <a:cubicBezTo>
                          <a:pt x="61428" y="14885"/>
                          <a:pt x="50864" y="1749"/>
                          <a:pt x="36247" y="158"/>
                        </a:cubicBezTo>
                        <a:cubicBezTo>
                          <a:pt x="21631" y="-1432"/>
                          <a:pt x="8495" y="9132"/>
                          <a:pt x="6904" y="23748"/>
                        </a:cubicBezTo>
                        <a:lnTo>
                          <a:pt x="158" y="85793"/>
                        </a:lnTo>
                        <a:cubicBezTo>
                          <a:pt x="-1432" y="100409"/>
                          <a:pt x="9132" y="113545"/>
                          <a:pt x="23748" y="115136"/>
                        </a:cubicBezTo>
                        <a:close/>
                      </a:path>
                    </a:pathLst>
                  </a:custGeom>
                  <a:solidFill>
                    <a:srgbClr val="E6EDF1"/>
                  </a:solidFill>
                  <a:ln w="354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pt-BR"/>
                  </a:p>
                </p:txBody>
              </p:sp>
              <p:sp>
                <p:nvSpPr>
                  <p:cNvPr id="136" name="Freeform: Shape 135">
                    <a:extLst>
                      <a:ext uri="{FF2B5EF4-FFF2-40B4-BE49-F238E27FC236}">
                        <a16:creationId xmlns:a16="http://schemas.microsoft.com/office/drawing/2014/main" id="{E87D812A-A0E5-F62D-E985-6BAE0CC85E22}"/>
                      </a:ext>
                    </a:extLst>
                  </p:cNvPr>
                  <p:cNvSpPr/>
                  <p:nvPr/>
                </p:nvSpPr>
                <p:spPr>
                  <a:xfrm rot="-10428001">
                    <a:off x="1091117" y="2463300"/>
                    <a:ext cx="72547" cy="98236"/>
                  </a:xfrm>
                  <a:custGeom>
                    <a:avLst/>
                    <a:gdLst>
                      <a:gd name="connsiteX0" fmla="*/ 0 w 72547"/>
                      <a:gd name="connsiteY0" fmla="*/ 0 h 98236"/>
                      <a:gd name="connsiteX1" fmla="*/ 72548 w 72547"/>
                      <a:gd name="connsiteY1" fmla="*/ 0 h 98236"/>
                      <a:gd name="connsiteX2" fmla="*/ 72548 w 72547"/>
                      <a:gd name="connsiteY2" fmla="*/ 98237 h 98236"/>
                      <a:gd name="connsiteX3" fmla="*/ 0 w 72547"/>
                      <a:gd name="connsiteY3" fmla="*/ 98237 h 9823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72547" h="98236">
                        <a:moveTo>
                          <a:pt x="0" y="0"/>
                        </a:moveTo>
                        <a:lnTo>
                          <a:pt x="72548" y="0"/>
                        </a:lnTo>
                        <a:lnTo>
                          <a:pt x="72548" y="98237"/>
                        </a:lnTo>
                        <a:lnTo>
                          <a:pt x="0" y="98237"/>
                        </a:lnTo>
                        <a:close/>
                      </a:path>
                    </a:pathLst>
                  </a:custGeom>
                  <a:solidFill>
                    <a:srgbClr val="E6EDF1"/>
                  </a:solidFill>
                  <a:ln w="354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pt-BR"/>
                  </a:p>
                </p:txBody>
              </p:sp>
            </p:grpSp>
            <p:grpSp>
              <p:nvGrpSpPr>
                <p:cNvPr id="125" name="Graphic 7">
                  <a:extLst>
                    <a:ext uri="{FF2B5EF4-FFF2-40B4-BE49-F238E27FC236}">
                      <a16:creationId xmlns:a16="http://schemas.microsoft.com/office/drawing/2014/main" id="{867799D5-B64F-6186-3FDC-524F5C733AD5}"/>
                    </a:ext>
                  </a:extLst>
                </p:cNvPr>
                <p:cNvGrpSpPr/>
                <p:nvPr/>
              </p:nvGrpSpPr>
              <p:grpSpPr>
                <a:xfrm>
                  <a:off x="982215" y="2424506"/>
                  <a:ext cx="75698" cy="139008"/>
                  <a:chOff x="982215" y="2424506"/>
                  <a:chExt cx="75698" cy="139008"/>
                </a:xfrm>
                <a:solidFill>
                  <a:srgbClr val="E6EDF1"/>
                </a:solidFill>
              </p:grpSpPr>
              <p:sp>
                <p:nvSpPr>
                  <p:cNvPr id="133" name="Freeform: Shape 132">
                    <a:extLst>
                      <a:ext uri="{FF2B5EF4-FFF2-40B4-BE49-F238E27FC236}">
                        <a16:creationId xmlns:a16="http://schemas.microsoft.com/office/drawing/2014/main" id="{D26AC3A5-3202-8CAA-3820-7B33691122FC}"/>
                      </a:ext>
                    </a:extLst>
                  </p:cNvPr>
                  <p:cNvSpPr/>
                  <p:nvPr/>
                </p:nvSpPr>
                <p:spPr>
                  <a:xfrm>
                    <a:off x="990826" y="2424506"/>
                    <a:ext cx="55266" cy="115617"/>
                  </a:xfrm>
                  <a:custGeom>
                    <a:avLst/>
                    <a:gdLst>
                      <a:gd name="connsiteX0" fmla="*/ 29510 w 55266"/>
                      <a:gd name="connsiteY0" fmla="*/ 115604 h 115617"/>
                      <a:gd name="connsiteX1" fmla="*/ 2039 w 55266"/>
                      <a:gd name="connsiteY1" fmla="*/ 89861 h 115617"/>
                      <a:gd name="connsiteX2" fmla="*/ 14 w 55266"/>
                      <a:gd name="connsiteY2" fmla="*/ 27486 h 115617"/>
                      <a:gd name="connsiteX3" fmla="*/ 25757 w 55266"/>
                      <a:gd name="connsiteY3" fmla="*/ 14 h 115617"/>
                      <a:gd name="connsiteX4" fmla="*/ 53228 w 55266"/>
                      <a:gd name="connsiteY4" fmla="*/ 25757 h 115617"/>
                      <a:gd name="connsiteX5" fmla="*/ 55253 w 55266"/>
                      <a:gd name="connsiteY5" fmla="*/ 88132 h 115617"/>
                      <a:gd name="connsiteX6" fmla="*/ 29510 w 55266"/>
                      <a:gd name="connsiteY6" fmla="*/ 115604 h 11561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55266" h="115617">
                        <a:moveTo>
                          <a:pt x="29510" y="115604"/>
                        </a:moveTo>
                        <a:cubicBezTo>
                          <a:pt x="14816" y="116080"/>
                          <a:pt x="2516" y="104556"/>
                          <a:pt x="2039" y="89861"/>
                        </a:cubicBezTo>
                        <a:lnTo>
                          <a:pt x="14" y="27486"/>
                        </a:lnTo>
                        <a:cubicBezTo>
                          <a:pt x="-462" y="12791"/>
                          <a:pt x="11062" y="491"/>
                          <a:pt x="25757" y="14"/>
                        </a:cubicBezTo>
                        <a:cubicBezTo>
                          <a:pt x="40451" y="-462"/>
                          <a:pt x="52751" y="11062"/>
                          <a:pt x="53228" y="25757"/>
                        </a:cubicBezTo>
                        <a:lnTo>
                          <a:pt x="55253" y="88132"/>
                        </a:lnTo>
                        <a:cubicBezTo>
                          <a:pt x="55729" y="102827"/>
                          <a:pt x="44205" y="115127"/>
                          <a:pt x="29510" y="115604"/>
                        </a:cubicBezTo>
                        <a:close/>
                      </a:path>
                    </a:pathLst>
                  </a:custGeom>
                  <a:solidFill>
                    <a:srgbClr val="E6EDF1"/>
                  </a:solidFill>
                  <a:ln w="354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pt-BR"/>
                  </a:p>
                </p:txBody>
              </p:sp>
              <p:sp>
                <p:nvSpPr>
                  <p:cNvPr id="134" name="Freeform: Shape 133">
                    <a:extLst>
                      <a:ext uri="{FF2B5EF4-FFF2-40B4-BE49-F238E27FC236}">
                        <a16:creationId xmlns:a16="http://schemas.microsoft.com/office/drawing/2014/main" id="{0B826E05-6461-F168-1942-E5326018C526}"/>
                      </a:ext>
                    </a:extLst>
                  </p:cNvPr>
                  <p:cNvSpPr/>
                  <p:nvPr/>
                </p:nvSpPr>
                <p:spPr>
                  <a:xfrm rot="-111600">
                    <a:off x="983790" y="2464126"/>
                    <a:ext cx="72547" cy="98236"/>
                  </a:xfrm>
                  <a:custGeom>
                    <a:avLst/>
                    <a:gdLst>
                      <a:gd name="connsiteX0" fmla="*/ 0 w 72547"/>
                      <a:gd name="connsiteY0" fmla="*/ 0 h 98236"/>
                      <a:gd name="connsiteX1" fmla="*/ 72548 w 72547"/>
                      <a:gd name="connsiteY1" fmla="*/ 0 h 98236"/>
                      <a:gd name="connsiteX2" fmla="*/ 72548 w 72547"/>
                      <a:gd name="connsiteY2" fmla="*/ 98237 h 98236"/>
                      <a:gd name="connsiteX3" fmla="*/ 0 w 72547"/>
                      <a:gd name="connsiteY3" fmla="*/ 98237 h 9823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72547" h="98236">
                        <a:moveTo>
                          <a:pt x="0" y="0"/>
                        </a:moveTo>
                        <a:lnTo>
                          <a:pt x="72548" y="0"/>
                        </a:lnTo>
                        <a:lnTo>
                          <a:pt x="72548" y="98237"/>
                        </a:lnTo>
                        <a:lnTo>
                          <a:pt x="0" y="98237"/>
                        </a:lnTo>
                        <a:close/>
                      </a:path>
                    </a:pathLst>
                  </a:custGeom>
                  <a:solidFill>
                    <a:srgbClr val="E6EDF1"/>
                  </a:solidFill>
                  <a:ln w="354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pt-BR"/>
                  </a:p>
                </p:txBody>
              </p:sp>
            </p:grpSp>
            <p:sp>
              <p:nvSpPr>
                <p:cNvPr id="126" name="Freeform: Shape 125">
                  <a:extLst>
                    <a:ext uri="{FF2B5EF4-FFF2-40B4-BE49-F238E27FC236}">
                      <a16:creationId xmlns:a16="http://schemas.microsoft.com/office/drawing/2014/main" id="{CAE60035-BF15-C74D-FD84-26EA631A8E32}"/>
                    </a:ext>
                  </a:extLst>
                </p:cNvPr>
                <p:cNvSpPr/>
                <p:nvPr/>
              </p:nvSpPr>
              <p:spPr>
                <a:xfrm>
                  <a:off x="971296" y="2534200"/>
                  <a:ext cx="219476" cy="91448"/>
                </a:xfrm>
                <a:custGeom>
                  <a:avLst/>
                  <a:gdLst>
                    <a:gd name="connsiteX0" fmla="*/ 179541 w 219476"/>
                    <a:gd name="connsiteY0" fmla="*/ 91448 h 91448"/>
                    <a:gd name="connsiteX1" fmla="*/ 39932 w 219476"/>
                    <a:gd name="connsiteY1" fmla="*/ 91448 h 91448"/>
                    <a:gd name="connsiteX2" fmla="*/ 0 w 219476"/>
                    <a:gd name="connsiteY2" fmla="*/ 51517 h 91448"/>
                    <a:gd name="connsiteX3" fmla="*/ 51517 w 219476"/>
                    <a:gd name="connsiteY3" fmla="*/ 0 h 91448"/>
                    <a:gd name="connsiteX4" fmla="*/ 167960 w 219476"/>
                    <a:gd name="connsiteY4" fmla="*/ 0 h 91448"/>
                    <a:gd name="connsiteX5" fmla="*/ 219476 w 219476"/>
                    <a:gd name="connsiteY5" fmla="*/ 51517 h 91448"/>
                    <a:gd name="connsiteX6" fmla="*/ 179545 w 219476"/>
                    <a:gd name="connsiteY6" fmla="*/ 91448 h 9144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219476" h="91448">
                      <a:moveTo>
                        <a:pt x="179541" y="91448"/>
                      </a:moveTo>
                      <a:lnTo>
                        <a:pt x="39932" y="91448"/>
                      </a:lnTo>
                      <a:cubicBezTo>
                        <a:pt x="17879" y="91448"/>
                        <a:pt x="0" y="73569"/>
                        <a:pt x="0" y="51517"/>
                      </a:cubicBezTo>
                      <a:cubicBezTo>
                        <a:pt x="0" y="23067"/>
                        <a:pt x="23063" y="0"/>
                        <a:pt x="51517" y="0"/>
                      </a:cubicBezTo>
                      <a:lnTo>
                        <a:pt x="167960" y="0"/>
                      </a:lnTo>
                      <a:cubicBezTo>
                        <a:pt x="196410" y="0"/>
                        <a:pt x="219476" y="23063"/>
                        <a:pt x="219476" y="51517"/>
                      </a:cubicBezTo>
                      <a:cubicBezTo>
                        <a:pt x="219476" y="73569"/>
                        <a:pt x="201597" y="91448"/>
                        <a:pt x="179545" y="91448"/>
                      </a:cubicBezTo>
                      <a:close/>
                    </a:path>
                  </a:pathLst>
                </a:custGeom>
                <a:solidFill>
                  <a:srgbClr val="E6EDF1"/>
                </a:solidFill>
                <a:ln w="35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127" name="Freeform: Shape 126">
                  <a:extLst>
                    <a:ext uri="{FF2B5EF4-FFF2-40B4-BE49-F238E27FC236}">
                      <a16:creationId xmlns:a16="http://schemas.microsoft.com/office/drawing/2014/main" id="{889EE3A9-4F29-B81E-A4DD-030EF2A75C5C}"/>
                    </a:ext>
                  </a:extLst>
                </p:cNvPr>
                <p:cNvSpPr/>
                <p:nvPr/>
              </p:nvSpPr>
              <p:spPr>
                <a:xfrm rot="-2700000">
                  <a:off x="1027078" y="2497621"/>
                  <a:ext cx="107907" cy="107907"/>
                </a:xfrm>
                <a:custGeom>
                  <a:avLst/>
                  <a:gdLst>
                    <a:gd name="connsiteX0" fmla="*/ 107908 w 107907"/>
                    <a:gd name="connsiteY0" fmla="*/ 53954 h 107907"/>
                    <a:gd name="connsiteX1" fmla="*/ 53954 w 107907"/>
                    <a:gd name="connsiteY1" fmla="*/ 107908 h 107907"/>
                    <a:gd name="connsiteX2" fmla="*/ 0 w 107907"/>
                    <a:gd name="connsiteY2" fmla="*/ 53954 h 107907"/>
                    <a:gd name="connsiteX3" fmla="*/ 53954 w 107907"/>
                    <a:gd name="connsiteY3" fmla="*/ 0 h 107907"/>
                    <a:gd name="connsiteX4" fmla="*/ 107908 w 107907"/>
                    <a:gd name="connsiteY4" fmla="*/ 53954 h 10790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07907" h="107907">
                      <a:moveTo>
                        <a:pt x="107908" y="53954"/>
                      </a:moveTo>
                      <a:cubicBezTo>
                        <a:pt x="107908" y="83752"/>
                        <a:pt x="83752" y="107908"/>
                        <a:pt x="53954" y="107908"/>
                      </a:cubicBezTo>
                      <a:cubicBezTo>
                        <a:pt x="24156" y="107908"/>
                        <a:pt x="0" y="83752"/>
                        <a:pt x="0" y="53954"/>
                      </a:cubicBezTo>
                      <a:cubicBezTo>
                        <a:pt x="0" y="24156"/>
                        <a:pt x="24156" y="0"/>
                        <a:pt x="53954" y="0"/>
                      </a:cubicBezTo>
                      <a:cubicBezTo>
                        <a:pt x="83752" y="0"/>
                        <a:pt x="107908" y="24156"/>
                        <a:pt x="107908" y="53954"/>
                      </a:cubicBezTo>
                      <a:close/>
                    </a:path>
                  </a:pathLst>
                </a:custGeom>
                <a:solidFill>
                  <a:schemeClr val="bg2">
                    <a:lumMod val="50000"/>
                  </a:schemeClr>
                </a:solidFill>
                <a:ln w="35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128" name="Freeform: Shape 127">
                  <a:extLst>
                    <a:ext uri="{FF2B5EF4-FFF2-40B4-BE49-F238E27FC236}">
                      <a16:creationId xmlns:a16="http://schemas.microsoft.com/office/drawing/2014/main" id="{B984CFB0-5A16-2365-28E3-212CCE495C55}"/>
                    </a:ext>
                  </a:extLst>
                </p:cNvPr>
                <p:cNvSpPr/>
                <p:nvPr/>
              </p:nvSpPr>
              <p:spPr>
                <a:xfrm>
                  <a:off x="816818" y="2375436"/>
                  <a:ext cx="89256" cy="176975"/>
                </a:xfrm>
                <a:custGeom>
                  <a:avLst/>
                  <a:gdLst>
                    <a:gd name="connsiteX0" fmla="*/ 1671 w 89256"/>
                    <a:gd name="connsiteY0" fmla="*/ 138903 h 176975"/>
                    <a:gd name="connsiteX1" fmla="*/ 29403 w 89256"/>
                    <a:gd name="connsiteY1" fmla="*/ 29765 h 176975"/>
                    <a:gd name="connsiteX2" fmla="*/ 70188 w 89256"/>
                    <a:gd name="connsiteY2" fmla="*/ 1457 h 176975"/>
                    <a:gd name="connsiteX3" fmla="*/ 86146 w 89256"/>
                    <a:gd name="connsiteY3" fmla="*/ 44463 h 176975"/>
                    <a:gd name="connsiteX4" fmla="*/ 53113 w 89256"/>
                    <a:gd name="connsiteY4" fmla="*/ 153726 h 176975"/>
                    <a:gd name="connsiteX5" fmla="*/ 19088 w 89256"/>
                    <a:gd name="connsiteY5" fmla="*/ 175729 h 176975"/>
                    <a:gd name="connsiteX6" fmla="*/ 1671 w 89256"/>
                    <a:gd name="connsiteY6" fmla="*/ 138900 h 1769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89256" h="176975">
                      <a:moveTo>
                        <a:pt x="1671" y="138903"/>
                      </a:moveTo>
                      <a:cubicBezTo>
                        <a:pt x="1671" y="138903"/>
                        <a:pt x="25033" y="45139"/>
                        <a:pt x="29403" y="29765"/>
                      </a:cubicBezTo>
                      <a:cubicBezTo>
                        <a:pt x="33772" y="14390"/>
                        <a:pt x="50704" y="-5588"/>
                        <a:pt x="70188" y="1457"/>
                      </a:cubicBezTo>
                      <a:cubicBezTo>
                        <a:pt x="89672" y="8505"/>
                        <a:pt x="92661" y="22275"/>
                        <a:pt x="86146" y="44463"/>
                      </a:cubicBezTo>
                      <a:cubicBezTo>
                        <a:pt x="79635" y="66647"/>
                        <a:pt x="58023" y="140761"/>
                        <a:pt x="53113" y="153726"/>
                      </a:cubicBezTo>
                      <a:cubicBezTo>
                        <a:pt x="48207" y="166691"/>
                        <a:pt x="35800" y="181386"/>
                        <a:pt x="19088" y="175729"/>
                      </a:cubicBezTo>
                      <a:cubicBezTo>
                        <a:pt x="2376" y="170071"/>
                        <a:pt x="-3143" y="154904"/>
                        <a:pt x="1671" y="138900"/>
                      </a:cubicBezTo>
                      <a:close/>
                    </a:path>
                  </a:pathLst>
                </a:custGeom>
                <a:solidFill>
                  <a:schemeClr val="bg2">
                    <a:lumMod val="50000"/>
                  </a:schemeClr>
                </a:solidFill>
                <a:ln w="35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grpSp>
              <p:nvGrpSpPr>
                <p:cNvPr id="129" name="Graphic 7">
                  <a:extLst>
                    <a:ext uri="{FF2B5EF4-FFF2-40B4-BE49-F238E27FC236}">
                      <a16:creationId xmlns:a16="http://schemas.microsoft.com/office/drawing/2014/main" id="{8C00AED5-71DA-106B-890B-65ACD63967CA}"/>
                    </a:ext>
                  </a:extLst>
                </p:cNvPr>
                <p:cNvGrpSpPr/>
                <p:nvPr/>
              </p:nvGrpSpPr>
              <p:grpSpPr>
                <a:xfrm>
                  <a:off x="520869" y="2273808"/>
                  <a:ext cx="1188715" cy="321795"/>
                  <a:chOff x="520869" y="2273808"/>
                  <a:chExt cx="1188715" cy="321795"/>
                </a:xfrm>
              </p:grpSpPr>
              <p:sp>
                <p:nvSpPr>
                  <p:cNvPr id="130" name="Freeform: Shape 129">
                    <a:extLst>
                      <a:ext uri="{FF2B5EF4-FFF2-40B4-BE49-F238E27FC236}">
                        <a16:creationId xmlns:a16="http://schemas.microsoft.com/office/drawing/2014/main" id="{90E13D6B-F513-0663-3AB0-89F5D1E04CBF}"/>
                      </a:ext>
                    </a:extLst>
                  </p:cNvPr>
                  <p:cNvSpPr/>
                  <p:nvPr/>
                </p:nvSpPr>
                <p:spPr>
                  <a:xfrm>
                    <a:off x="520869" y="2273808"/>
                    <a:ext cx="1188715" cy="321795"/>
                  </a:xfrm>
                  <a:custGeom>
                    <a:avLst/>
                    <a:gdLst>
                      <a:gd name="connsiteX0" fmla="*/ 939366 w 1188715"/>
                      <a:gd name="connsiteY0" fmla="*/ 246298 h 321795"/>
                      <a:gd name="connsiteX1" fmla="*/ 977732 w 1188715"/>
                      <a:gd name="connsiteY1" fmla="*/ 282590 h 321795"/>
                      <a:gd name="connsiteX2" fmla="*/ 1031775 w 1188715"/>
                      <a:gd name="connsiteY2" fmla="*/ 306340 h 321795"/>
                      <a:gd name="connsiteX3" fmla="*/ 1102316 w 1188715"/>
                      <a:gd name="connsiteY3" fmla="*/ 320494 h 321795"/>
                      <a:gd name="connsiteX4" fmla="*/ 1174775 w 1188715"/>
                      <a:gd name="connsiteY4" fmla="*/ 284992 h 321795"/>
                      <a:gd name="connsiteX5" fmla="*/ 1186378 w 1188715"/>
                      <a:gd name="connsiteY5" fmla="*/ 261669 h 321795"/>
                      <a:gd name="connsiteX6" fmla="*/ 1170872 w 1188715"/>
                      <a:gd name="connsiteY6" fmla="*/ 230024 h 321795"/>
                      <a:gd name="connsiteX7" fmla="*/ 1051878 w 1188715"/>
                      <a:gd name="connsiteY7" fmla="*/ 206150 h 321795"/>
                      <a:gd name="connsiteX8" fmla="*/ 992854 w 1188715"/>
                      <a:gd name="connsiteY8" fmla="*/ 207214 h 321795"/>
                      <a:gd name="connsiteX9" fmla="*/ 943458 w 1188715"/>
                      <a:gd name="connsiteY9" fmla="*/ 225897 h 321795"/>
                      <a:gd name="connsiteX10" fmla="*/ 237963 w 1188715"/>
                      <a:gd name="connsiteY10" fmla="*/ 84359 h 321795"/>
                      <a:gd name="connsiteX11" fmla="*/ 199597 w 1188715"/>
                      <a:gd name="connsiteY11" fmla="*/ 48067 h 321795"/>
                      <a:gd name="connsiteX12" fmla="*/ 145554 w 1188715"/>
                      <a:gd name="connsiteY12" fmla="*/ 24317 h 321795"/>
                      <a:gd name="connsiteX13" fmla="*/ 26560 w 1188715"/>
                      <a:gd name="connsiteY13" fmla="*/ 443 h 321795"/>
                      <a:gd name="connsiteX14" fmla="*/ 49 w 1188715"/>
                      <a:gd name="connsiteY14" fmla="*/ 23659 h 321795"/>
                      <a:gd name="connsiteX15" fmla="*/ 1757 w 1188715"/>
                      <a:gd name="connsiteY15" fmla="*/ 49650 h 321795"/>
                      <a:gd name="connsiteX16" fmla="*/ 54914 w 1188715"/>
                      <a:gd name="connsiteY16" fmla="*/ 110354 h 321795"/>
                      <a:gd name="connsiteX17" fmla="*/ 125455 w 1188715"/>
                      <a:gd name="connsiteY17" fmla="*/ 124507 h 321795"/>
                      <a:gd name="connsiteX18" fmla="*/ 184479 w 1188715"/>
                      <a:gd name="connsiteY18" fmla="*/ 123444 h 321795"/>
                      <a:gd name="connsiteX19" fmla="*/ 233872 w 1188715"/>
                      <a:gd name="connsiteY19" fmla="*/ 104760 h 321795"/>
                      <a:gd name="connsiteX20" fmla="*/ 939366 w 1188715"/>
                      <a:gd name="connsiteY20" fmla="*/ 246298 h 32179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</a:cxnLst>
                    <a:rect l="l" t="t" r="r" b="b"/>
                    <a:pathLst>
                      <a:path w="1188715" h="321795">
                        <a:moveTo>
                          <a:pt x="939366" y="246298"/>
                        </a:moveTo>
                        <a:lnTo>
                          <a:pt x="977732" y="282590"/>
                        </a:lnTo>
                        <a:cubicBezTo>
                          <a:pt x="993818" y="294321"/>
                          <a:pt x="1012256" y="302423"/>
                          <a:pt x="1031775" y="306340"/>
                        </a:cubicBezTo>
                        <a:lnTo>
                          <a:pt x="1102316" y="320494"/>
                        </a:lnTo>
                        <a:cubicBezTo>
                          <a:pt x="1131716" y="326393"/>
                          <a:pt x="1161419" y="311841"/>
                          <a:pt x="1174775" y="284992"/>
                        </a:cubicBezTo>
                        <a:lnTo>
                          <a:pt x="1186378" y="261669"/>
                        </a:lnTo>
                        <a:cubicBezTo>
                          <a:pt x="1192886" y="248590"/>
                          <a:pt x="1185197" y="232899"/>
                          <a:pt x="1170872" y="230024"/>
                        </a:cubicBezTo>
                        <a:lnTo>
                          <a:pt x="1051878" y="206150"/>
                        </a:lnTo>
                        <a:cubicBezTo>
                          <a:pt x="1032359" y="202232"/>
                          <a:pt x="1012220" y="202599"/>
                          <a:pt x="992854" y="207214"/>
                        </a:cubicBezTo>
                        <a:lnTo>
                          <a:pt x="943458" y="225897"/>
                        </a:lnTo>
                        <a:lnTo>
                          <a:pt x="237963" y="84359"/>
                        </a:lnTo>
                        <a:lnTo>
                          <a:pt x="199597" y="48067"/>
                        </a:lnTo>
                        <a:cubicBezTo>
                          <a:pt x="183511" y="36336"/>
                          <a:pt x="165074" y="28235"/>
                          <a:pt x="145554" y="24317"/>
                        </a:cubicBezTo>
                        <a:lnTo>
                          <a:pt x="26560" y="443"/>
                        </a:lnTo>
                        <a:cubicBezTo>
                          <a:pt x="12235" y="-2432"/>
                          <a:pt x="-908" y="9078"/>
                          <a:pt x="49" y="23659"/>
                        </a:cubicBezTo>
                        <a:lnTo>
                          <a:pt x="1757" y="49650"/>
                        </a:lnTo>
                        <a:cubicBezTo>
                          <a:pt x="3725" y="79570"/>
                          <a:pt x="25514" y="104454"/>
                          <a:pt x="54914" y="110354"/>
                        </a:cubicBezTo>
                        <a:lnTo>
                          <a:pt x="125455" y="124507"/>
                        </a:lnTo>
                        <a:cubicBezTo>
                          <a:pt x="144974" y="128425"/>
                          <a:pt x="165113" y="128062"/>
                          <a:pt x="184479" y="123444"/>
                        </a:cubicBezTo>
                        <a:lnTo>
                          <a:pt x="233872" y="104760"/>
                        </a:lnTo>
                        <a:lnTo>
                          <a:pt x="939366" y="246298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accent2">
                          <a:lumMod val="90000"/>
                        </a:schemeClr>
                      </a:gs>
                      <a:gs pos="100000">
                        <a:schemeClr val="bg2">
                          <a:lumMod val="75000"/>
                        </a:schemeClr>
                      </a:gs>
                    </a:gsLst>
                    <a:lin ang="2700000" scaled="0"/>
                  </a:gradFill>
                  <a:ln w="354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pt-BR"/>
                  </a:p>
                </p:txBody>
              </p:sp>
              <p:sp>
                <p:nvSpPr>
                  <p:cNvPr id="131" name="Freeform: Shape 130">
                    <a:extLst>
                      <a:ext uri="{FF2B5EF4-FFF2-40B4-BE49-F238E27FC236}">
                        <a16:creationId xmlns:a16="http://schemas.microsoft.com/office/drawing/2014/main" id="{C78A9539-7AE3-C8C1-FABF-FC99CB76D840}"/>
                      </a:ext>
                    </a:extLst>
                  </p:cNvPr>
                  <p:cNvSpPr/>
                  <p:nvPr/>
                </p:nvSpPr>
                <p:spPr>
                  <a:xfrm>
                    <a:off x="837619" y="2356369"/>
                    <a:ext cx="103484" cy="80460"/>
                  </a:xfrm>
                  <a:custGeom>
                    <a:avLst/>
                    <a:gdLst>
                      <a:gd name="connsiteX0" fmla="*/ 336 w 103484"/>
                      <a:gd name="connsiteY0" fmla="*/ 47056 h 80460"/>
                      <a:gd name="connsiteX1" fmla="*/ 5563 w 103484"/>
                      <a:gd name="connsiteY1" fmla="*/ 20538 h 80460"/>
                      <a:gd name="connsiteX2" fmla="*/ 35461 w 103484"/>
                      <a:gd name="connsiteY2" fmla="*/ 485 h 80460"/>
                      <a:gd name="connsiteX3" fmla="*/ 82946 w 103484"/>
                      <a:gd name="connsiteY3" fmla="*/ 9846 h 80460"/>
                      <a:gd name="connsiteX4" fmla="*/ 102999 w 103484"/>
                      <a:gd name="connsiteY4" fmla="*/ 39744 h 80460"/>
                      <a:gd name="connsiteX5" fmla="*/ 97773 w 103484"/>
                      <a:gd name="connsiteY5" fmla="*/ 66262 h 80460"/>
                      <a:gd name="connsiteX6" fmla="*/ 77101 w 103484"/>
                      <a:gd name="connsiteY6" fmla="*/ 80124 h 80460"/>
                      <a:gd name="connsiteX7" fmla="*/ 14198 w 103484"/>
                      <a:gd name="connsiteY7" fmla="*/ 67725 h 80460"/>
                      <a:gd name="connsiteX8" fmla="*/ 336 w 103484"/>
                      <a:gd name="connsiteY8" fmla="*/ 47053 h 8046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103484" h="80460">
                        <a:moveTo>
                          <a:pt x="336" y="47056"/>
                        </a:moveTo>
                        <a:lnTo>
                          <a:pt x="5563" y="20538"/>
                        </a:lnTo>
                        <a:cubicBezTo>
                          <a:pt x="8281" y="6744"/>
                          <a:pt x="21670" y="-2233"/>
                          <a:pt x="35461" y="485"/>
                        </a:cubicBezTo>
                        <a:lnTo>
                          <a:pt x="82946" y="9846"/>
                        </a:lnTo>
                        <a:cubicBezTo>
                          <a:pt x="96741" y="12565"/>
                          <a:pt x="105718" y="25954"/>
                          <a:pt x="102999" y="39744"/>
                        </a:cubicBezTo>
                        <a:lnTo>
                          <a:pt x="97773" y="66262"/>
                        </a:lnTo>
                        <a:cubicBezTo>
                          <a:pt x="95894" y="75798"/>
                          <a:pt x="86640" y="82007"/>
                          <a:pt x="77101" y="80124"/>
                        </a:cubicBezTo>
                        <a:lnTo>
                          <a:pt x="14198" y="67725"/>
                        </a:lnTo>
                        <a:cubicBezTo>
                          <a:pt x="4663" y="65846"/>
                          <a:pt x="-1546" y="56592"/>
                          <a:pt x="336" y="47053"/>
                        </a:cubicBezTo>
                        <a:close/>
                      </a:path>
                    </a:pathLst>
                  </a:custGeom>
                  <a:solidFill>
                    <a:schemeClr val="bg2">
                      <a:lumMod val="50000"/>
                    </a:schemeClr>
                  </a:solidFill>
                  <a:ln w="354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pt-BR"/>
                  </a:p>
                </p:txBody>
              </p:sp>
              <p:sp>
                <p:nvSpPr>
                  <p:cNvPr id="132" name="Freeform: Shape 131">
                    <a:extLst>
                      <a:ext uri="{FF2B5EF4-FFF2-40B4-BE49-F238E27FC236}">
                        <a16:creationId xmlns:a16="http://schemas.microsoft.com/office/drawing/2014/main" id="{EBA75D06-1B76-25C2-C4B9-58E63DCC435B}"/>
                      </a:ext>
                    </a:extLst>
                  </p:cNvPr>
                  <p:cNvSpPr/>
                  <p:nvPr/>
                </p:nvSpPr>
                <p:spPr>
                  <a:xfrm>
                    <a:off x="1277340" y="2442459"/>
                    <a:ext cx="104153" cy="82762"/>
                  </a:xfrm>
                  <a:custGeom>
                    <a:avLst/>
                    <a:gdLst>
                      <a:gd name="connsiteX0" fmla="*/ 96947 w 104153"/>
                      <a:gd name="connsiteY0" fmla="*/ 69364 h 82762"/>
                      <a:gd name="connsiteX1" fmla="*/ 103409 w 104153"/>
                      <a:gd name="connsiteY1" fmla="*/ 43121 h 82762"/>
                      <a:gd name="connsiteX2" fmla="*/ 84775 w 104153"/>
                      <a:gd name="connsiteY2" fmla="*/ 12315 h 82762"/>
                      <a:gd name="connsiteX3" fmla="*/ 37781 w 104153"/>
                      <a:gd name="connsiteY3" fmla="*/ 744 h 82762"/>
                      <a:gd name="connsiteX4" fmla="*/ 6976 w 104153"/>
                      <a:gd name="connsiteY4" fmla="*/ 19378 h 82762"/>
                      <a:gd name="connsiteX5" fmla="*/ 514 w 104153"/>
                      <a:gd name="connsiteY5" fmla="*/ 45622 h 82762"/>
                      <a:gd name="connsiteX6" fmla="*/ 13394 w 104153"/>
                      <a:gd name="connsiteY6" fmla="*/ 66920 h 82762"/>
                      <a:gd name="connsiteX7" fmla="*/ 75645 w 104153"/>
                      <a:gd name="connsiteY7" fmla="*/ 82248 h 82762"/>
                      <a:gd name="connsiteX8" fmla="*/ 96944 w 104153"/>
                      <a:gd name="connsiteY8" fmla="*/ 69368 h 8276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104153" h="82762">
                        <a:moveTo>
                          <a:pt x="96947" y="69364"/>
                        </a:moveTo>
                        <a:lnTo>
                          <a:pt x="103409" y="43121"/>
                        </a:lnTo>
                        <a:cubicBezTo>
                          <a:pt x="106771" y="29468"/>
                          <a:pt x="98427" y="15678"/>
                          <a:pt x="84775" y="12315"/>
                        </a:cubicBezTo>
                        <a:lnTo>
                          <a:pt x="37781" y="744"/>
                        </a:lnTo>
                        <a:cubicBezTo>
                          <a:pt x="24129" y="-2618"/>
                          <a:pt x="10338" y="5726"/>
                          <a:pt x="6976" y="19378"/>
                        </a:cubicBezTo>
                        <a:lnTo>
                          <a:pt x="514" y="45622"/>
                        </a:lnTo>
                        <a:cubicBezTo>
                          <a:pt x="-1809" y="55061"/>
                          <a:pt x="3958" y="64593"/>
                          <a:pt x="13394" y="66920"/>
                        </a:cubicBezTo>
                        <a:lnTo>
                          <a:pt x="75645" y="82248"/>
                        </a:lnTo>
                        <a:cubicBezTo>
                          <a:pt x="85085" y="84571"/>
                          <a:pt x="94617" y="78804"/>
                          <a:pt x="96944" y="69368"/>
                        </a:cubicBezTo>
                        <a:close/>
                      </a:path>
                    </a:pathLst>
                  </a:custGeom>
                  <a:solidFill>
                    <a:schemeClr val="bg2">
                      <a:lumMod val="50000"/>
                    </a:schemeClr>
                  </a:solidFill>
                  <a:ln w="354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pt-BR"/>
                  </a:p>
                </p:txBody>
              </p:sp>
            </p:grpSp>
          </p:grpSp>
        </p:grpSp>
      </p:grpSp>
      <p:grpSp>
        <p:nvGrpSpPr>
          <p:cNvPr id="186" name="Group 185">
            <a:extLst>
              <a:ext uri="{FF2B5EF4-FFF2-40B4-BE49-F238E27FC236}">
                <a16:creationId xmlns:a16="http://schemas.microsoft.com/office/drawing/2014/main" id="{3DB70FC6-F8DA-9ED7-709E-A123E96EA083}"/>
              </a:ext>
            </a:extLst>
          </p:cNvPr>
          <p:cNvGrpSpPr/>
          <p:nvPr/>
        </p:nvGrpSpPr>
        <p:grpSpPr>
          <a:xfrm>
            <a:off x="9992948" y="1424104"/>
            <a:ext cx="1560724" cy="2374012"/>
            <a:chOff x="9992948" y="1424104"/>
            <a:chExt cx="1560724" cy="2374012"/>
          </a:xfrm>
        </p:grpSpPr>
        <p:sp>
          <p:nvSpPr>
            <p:cNvPr id="2" name="object 133">
              <a:extLst>
                <a:ext uri="{FF2B5EF4-FFF2-40B4-BE49-F238E27FC236}">
                  <a16:creationId xmlns:a16="http://schemas.microsoft.com/office/drawing/2014/main" id="{AC99FCE8-26AC-CF52-B1A9-47DBB6EA4241}"/>
                </a:ext>
              </a:extLst>
            </p:cNvPr>
            <p:cNvSpPr txBox="1"/>
            <p:nvPr/>
          </p:nvSpPr>
          <p:spPr>
            <a:xfrm>
              <a:off x="9992948" y="2245737"/>
              <a:ext cx="1079936" cy="476411"/>
            </a:xfrm>
            <a:prstGeom prst="rect">
              <a:avLst/>
            </a:prstGeom>
          </p:spPr>
          <p:txBody>
            <a:bodyPr vert="horz" wrap="square" lIns="0" tIns="14604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14"/>
                </a:spcBef>
              </a:pPr>
              <a:r>
                <a:rPr lang="pt-BR" sz="3000" b="1" spc="45">
                  <a:solidFill>
                    <a:schemeClr val="bg2">
                      <a:lumMod val="90000"/>
                    </a:schemeClr>
                  </a:solidFill>
                  <a:latin typeface="Versos" panose="020B0503020204030204" pitchFamily="34" charset="0"/>
                  <a:cs typeface="Arial"/>
                </a:rPr>
                <a:t>05</a:t>
              </a:r>
              <a:endParaRPr sz="3000">
                <a:solidFill>
                  <a:schemeClr val="bg2">
                    <a:lumMod val="90000"/>
                  </a:schemeClr>
                </a:solidFill>
                <a:latin typeface="Versos" panose="020B0503020204030204" pitchFamily="34" charset="0"/>
                <a:cs typeface="Arial"/>
              </a:endParaRPr>
            </a:p>
          </p:txBody>
        </p:sp>
        <p:sp>
          <p:nvSpPr>
            <p:cNvPr id="4" name="CaixaDeTexto 26">
              <a:extLst>
                <a:ext uri="{FF2B5EF4-FFF2-40B4-BE49-F238E27FC236}">
                  <a16:creationId xmlns:a16="http://schemas.microsoft.com/office/drawing/2014/main" id="{27E74336-5474-5BB5-528B-FDBF9847E607}"/>
                </a:ext>
              </a:extLst>
            </p:cNvPr>
            <p:cNvSpPr txBox="1"/>
            <p:nvPr/>
          </p:nvSpPr>
          <p:spPr>
            <a:xfrm>
              <a:off x="9992948" y="2736906"/>
              <a:ext cx="1560723" cy="184666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200" b="1" i="1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Versos" panose="020B0503020204030204" pitchFamily="34" charset="77"/>
                </a:rPr>
                <a:t>Monitoramento</a:t>
              </a:r>
            </a:p>
          </p:txBody>
        </p:sp>
        <p:grpSp>
          <p:nvGrpSpPr>
            <p:cNvPr id="147" name="Group 146">
              <a:extLst>
                <a:ext uri="{FF2B5EF4-FFF2-40B4-BE49-F238E27FC236}">
                  <a16:creationId xmlns:a16="http://schemas.microsoft.com/office/drawing/2014/main" id="{E018CEFE-3EFA-A1E3-C07E-8A67DB2D9DD4}"/>
                </a:ext>
              </a:extLst>
            </p:cNvPr>
            <p:cNvGrpSpPr/>
            <p:nvPr/>
          </p:nvGrpSpPr>
          <p:grpSpPr>
            <a:xfrm>
              <a:off x="9992948" y="1424104"/>
              <a:ext cx="1560724" cy="1188715"/>
              <a:chOff x="334786" y="1884279"/>
              <a:chExt cx="1560724" cy="1188715"/>
            </a:xfrm>
          </p:grpSpPr>
          <p:grpSp>
            <p:nvGrpSpPr>
              <p:cNvPr id="148" name="Graphic 7">
                <a:extLst>
                  <a:ext uri="{FF2B5EF4-FFF2-40B4-BE49-F238E27FC236}">
                    <a16:creationId xmlns:a16="http://schemas.microsoft.com/office/drawing/2014/main" id="{AA00762B-D8A0-2836-5E77-C0A969AC42FB}"/>
                  </a:ext>
                </a:extLst>
              </p:cNvPr>
              <p:cNvGrpSpPr/>
              <p:nvPr/>
            </p:nvGrpSpPr>
            <p:grpSpPr>
              <a:xfrm rot="5400000">
                <a:off x="915191" y="1660433"/>
                <a:ext cx="399914" cy="1560724"/>
                <a:chOff x="877428" y="1698372"/>
                <a:chExt cx="399914" cy="1560724"/>
              </a:xfrm>
            </p:grpSpPr>
            <p:sp>
              <p:nvSpPr>
                <p:cNvPr id="176" name="Freeform: Shape 175">
                  <a:extLst>
                    <a:ext uri="{FF2B5EF4-FFF2-40B4-BE49-F238E27FC236}">
                      <a16:creationId xmlns:a16="http://schemas.microsoft.com/office/drawing/2014/main" id="{775DBE24-E2DD-3EEC-29B9-B666B7896231}"/>
                    </a:ext>
                  </a:extLst>
                </p:cNvPr>
                <p:cNvSpPr/>
                <p:nvPr/>
              </p:nvSpPr>
              <p:spPr>
                <a:xfrm>
                  <a:off x="877428" y="1698372"/>
                  <a:ext cx="399914" cy="1560724"/>
                </a:xfrm>
                <a:custGeom>
                  <a:avLst/>
                  <a:gdLst>
                    <a:gd name="connsiteX0" fmla="*/ 199957 w 399914"/>
                    <a:gd name="connsiteY0" fmla="*/ 0 h 1560724"/>
                    <a:gd name="connsiteX1" fmla="*/ 0 w 399914"/>
                    <a:gd name="connsiteY1" fmla="*/ 780362 h 1560724"/>
                    <a:gd name="connsiteX2" fmla="*/ 199957 w 399914"/>
                    <a:gd name="connsiteY2" fmla="*/ 1560725 h 1560724"/>
                    <a:gd name="connsiteX3" fmla="*/ 399914 w 399914"/>
                    <a:gd name="connsiteY3" fmla="*/ 780362 h 1560724"/>
                    <a:gd name="connsiteX4" fmla="*/ 199957 w 399914"/>
                    <a:gd name="connsiteY4" fmla="*/ 0 h 156072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99914" h="1560724">
                      <a:moveTo>
                        <a:pt x="199957" y="0"/>
                      </a:moveTo>
                      <a:cubicBezTo>
                        <a:pt x="149351" y="0"/>
                        <a:pt x="0" y="390197"/>
                        <a:pt x="0" y="780362"/>
                      </a:cubicBezTo>
                      <a:cubicBezTo>
                        <a:pt x="0" y="1170528"/>
                        <a:pt x="132241" y="1560725"/>
                        <a:pt x="199957" y="1560725"/>
                      </a:cubicBezTo>
                      <a:cubicBezTo>
                        <a:pt x="267673" y="1560725"/>
                        <a:pt x="399914" y="1171165"/>
                        <a:pt x="399914" y="780362"/>
                      </a:cubicBezTo>
                      <a:cubicBezTo>
                        <a:pt x="399914" y="389560"/>
                        <a:pt x="250563" y="0"/>
                        <a:pt x="199957" y="0"/>
                      </a:cubicBezTo>
                      <a:close/>
                    </a:path>
                  </a:pathLst>
                </a:custGeom>
                <a:solidFill>
                  <a:srgbClr val="759DB4"/>
                </a:solidFill>
                <a:ln w="35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177" name="Freeform: Shape 176">
                  <a:extLst>
                    <a:ext uri="{FF2B5EF4-FFF2-40B4-BE49-F238E27FC236}">
                      <a16:creationId xmlns:a16="http://schemas.microsoft.com/office/drawing/2014/main" id="{027B2408-DF29-D869-D431-1DE72CE361FB}"/>
                    </a:ext>
                  </a:extLst>
                </p:cNvPr>
                <p:cNvSpPr/>
                <p:nvPr/>
              </p:nvSpPr>
              <p:spPr>
                <a:xfrm>
                  <a:off x="960946" y="2160508"/>
                  <a:ext cx="232872" cy="636451"/>
                </a:xfrm>
                <a:custGeom>
                  <a:avLst/>
                  <a:gdLst>
                    <a:gd name="connsiteX0" fmla="*/ 232872 w 232872"/>
                    <a:gd name="connsiteY0" fmla="*/ 318226 h 636451"/>
                    <a:gd name="connsiteX1" fmla="*/ 116436 w 232872"/>
                    <a:gd name="connsiteY1" fmla="*/ 636451 h 636451"/>
                    <a:gd name="connsiteX2" fmla="*/ 0 w 232872"/>
                    <a:gd name="connsiteY2" fmla="*/ 318226 h 636451"/>
                    <a:gd name="connsiteX3" fmla="*/ 116436 w 232872"/>
                    <a:gd name="connsiteY3" fmla="*/ 0 h 636451"/>
                    <a:gd name="connsiteX4" fmla="*/ 232872 w 232872"/>
                    <a:gd name="connsiteY4" fmla="*/ 318226 h 63645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32872" h="636451">
                      <a:moveTo>
                        <a:pt x="232872" y="318226"/>
                      </a:moveTo>
                      <a:cubicBezTo>
                        <a:pt x="232872" y="480382"/>
                        <a:pt x="186558" y="636451"/>
                        <a:pt x="116436" y="636451"/>
                      </a:cubicBezTo>
                      <a:cubicBezTo>
                        <a:pt x="46315" y="636451"/>
                        <a:pt x="0" y="479187"/>
                        <a:pt x="0" y="318226"/>
                      </a:cubicBezTo>
                      <a:cubicBezTo>
                        <a:pt x="0" y="157264"/>
                        <a:pt x="40238" y="0"/>
                        <a:pt x="116436" y="0"/>
                      </a:cubicBezTo>
                      <a:cubicBezTo>
                        <a:pt x="192635" y="0"/>
                        <a:pt x="232872" y="156073"/>
                        <a:pt x="232872" y="318226"/>
                      </a:cubicBezTo>
                      <a:close/>
                    </a:path>
                  </a:pathLst>
                </a:custGeom>
                <a:solidFill>
                  <a:schemeClr val="bg2">
                    <a:lumMod val="75000"/>
                  </a:schemeClr>
                </a:solidFill>
                <a:ln w="35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</p:grpSp>
          <p:grpSp>
            <p:nvGrpSpPr>
              <p:cNvPr id="149" name="Graphic 7">
                <a:extLst>
                  <a:ext uri="{FF2B5EF4-FFF2-40B4-BE49-F238E27FC236}">
                    <a16:creationId xmlns:a16="http://schemas.microsoft.com/office/drawing/2014/main" id="{CD6DC089-DF9F-40D2-7C63-136F21F90042}"/>
                  </a:ext>
                </a:extLst>
              </p:cNvPr>
              <p:cNvGrpSpPr/>
              <p:nvPr/>
            </p:nvGrpSpPr>
            <p:grpSpPr>
              <a:xfrm rot="5400000">
                <a:off x="545994" y="2289518"/>
                <a:ext cx="1188715" cy="378237"/>
                <a:chOff x="520869" y="2264412"/>
                <a:chExt cx="1188715" cy="378237"/>
              </a:xfrm>
            </p:grpSpPr>
            <p:grpSp>
              <p:nvGrpSpPr>
                <p:cNvPr id="150" name="Graphic 7">
                  <a:extLst>
                    <a:ext uri="{FF2B5EF4-FFF2-40B4-BE49-F238E27FC236}">
                      <a16:creationId xmlns:a16="http://schemas.microsoft.com/office/drawing/2014/main" id="{34FBFFDA-C62C-2093-2401-69609B9CD3B2}"/>
                    </a:ext>
                  </a:extLst>
                </p:cNvPr>
                <p:cNvGrpSpPr/>
                <p:nvPr/>
              </p:nvGrpSpPr>
              <p:grpSpPr>
                <a:xfrm>
                  <a:off x="818111" y="2500400"/>
                  <a:ext cx="201304" cy="114419"/>
                  <a:chOff x="818111" y="2500400"/>
                  <a:chExt cx="201304" cy="114419"/>
                </a:xfrm>
              </p:grpSpPr>
              <p:sp>
                <p:nvSpPr>
                  <p:cNvPr id="174" name="Freeform: Shape 173">
                    <a:extLst>
                      <a:ext uri="{FF2B5EF4-FFF2-40B4-BE49-F238E27FC236}">
                        <a16:creationId xmlns:a16="http://schemas.microsoft.com/office/drawing/2014/main" id="{D26983DD-A797-23FC-5234-A9176EEADC5A}"/>
                      </a:ext>
                    </a:extLst>
                  </p:cNvPr>
                  <p:cNvSpPr/>
                  <p:nvPr/>
                </p:nvSpPr>
                <p:spPr>
                  <a:xfrm>
                    <a:off x="818111" y="2500400"/>
                    <a:ext cx="201304" cy="111509"/>
                  </a:xfrm>
                  <a:custGeom>
                    <a:avLst/>
                    <a:gdLst>
                      <a:gd name="connsiteX0" fmla="*/ 158351 w 201304"/>
                      <a:gd name="connsiteY0" fmla="*/ 108024 h 111509"/>
                      <a:gd name="connsiteX1" fmla="*/ 15888 w 201304"/>
                      <a:gd name="connsiteY1" fmla="*/ 49979 h 111509"/>
                      <a:gd name="connsiteX2" fmla="*/ 1627 w 201304"/>
                      <a:gd name="connsiteY2" fmla="*/ 16523 h 111509"/>
                      <a:gd name="connsiteX3" fmla="*/ 36119 w 201304"/>
                      <a:gd name="connsiteY3" fmla="*/ 1575 h 111509"/>
                      <a:gd name="connsiteX4" fmla="*/ 181194 w 201304"/>
                      <a:gd name="connsiteY4" fmla="*/ 59443 h 111509"/>
                      <a:gd name="connsiteX5" fmla="*/ 198663 w 201304"/>
                      <a:gd name="connsiteY5" fmla="*/ 96333 h 111509"/>
                      <a:gd name="connsiteX6" fmla="*/ 158351 w 201304"/>
                      <a:gd name="connsiteY6" fmla="*/ 108028 h 11150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201304" h="111509">
                        <a:moveTo>
                          <a:pt x="158351" y="108024"/>
                        </a:moveTo>
                        <a:lnTo>
                          <a:pt x="15888" y="49979"/>
                        </a:lnTo>
                        <a:cubicBezTo>
                          <a:pt x="2923" y="44467"/>
                          <a:pt x="-3162" y="29129"/>
                          <a:pt x="1627" y="16523"/>
                        </a:cubicBezTo>
                        <a:cubicBezTo>
                          <a:pt x="6417" y="3913"/>
                          <a:pt x="19115" y="-3402"/>
                          <a:pt x="36119" y="1575"/>
                        </a:cubicBezTo>
                        <a:cubicBezTo>
                          <a:pt x="53123" y="6553"/>
                          <a:pt x="181194" y="59443"/>
                          <a:pt x="181194" y="59443"/>
                        </a:cubicBezTo>
                        <a:cubicBezTo>
                          <a:pt x="195902" y="65114"/>
                          <a:pt x="206463" y="81247"/>
                          <a:pt x="198663" y="96333"/>
                        </a:cubicBezTo>
                        <a:cubicBezTo>
                          <a:pt x="190864" y="111419"/>
                          <a:pt x="178493" y="115137"/>
                          <a:pt x="158351" y="108028"/>
                        </a:cubicBezTo>
                        <a:close/>
                      </a:path>
                    </a:pathLst>
                  </a:custGeom>
                  <a:solidFill>
                    <a:schemeClr val="bg2">
                      <a:lumMod val="50000"/>
                    </a:schemeClr>
                  </a:solidFill>
                  <a:ln w="354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pt-BR"/>
                  </a:p>
                </p:txBody>
              </p:sp>
              <p:sp>
                <p:nvSpPr>
                  <p:cNvPr id="175" name="Freeform: Shape 174">
                    <a:extLst>
                      <a:ext uri="{FF2B5EF4-FFF2-40B4-BE49-F238E27FC236}">
                        <a16:creationId xmlns:a16="http://schemas.microsoft.com/office/drawing/2014/main" id="{D7CF12A3-348D-1B89-1980-B695F00D1D32}"/>
                      </a:ext>
                    </a:extLst>
                  </p:cNvPr>
                  <p:cNvSpPr/>
                  <p:nvPr/>
                </p:nvSpPr>
                <p:spPr>
                  <a:xfrm>
                    <a:off x="893094" y="2518840"/>
                    <a:ext cx="125872" cy="95978"/>
                  </a:xfrm>
                  <a:custGeom>
                    <a:avLst/>
                    <a:gdLst>
                      <a:gd name="connsiteX0" fmla="*/ 21490 w 125872"/>
                      <a:gd name="connsiteY0" fmla="*/ 0 h 95978"/>
                      <a:gd name="connsiteX1" fmla="*/ 103606 w 125872"/>
                      <a:gd name="connsiteY1" fmla="*/ 38327 h 95978"/>
                      <a:gd name="connsiteX2" fmla="*/ 123463 w 125872"/>
                      <a:gd name="connsiteY2" fmla="*/ 80162 h 95978"/>
                      <a:gd name="connsiteX3" fmla="*/ 68026 w 125872"/>
                      <a:gd name="connsiteY3" fmla="*/ 91338 h 95978"/>
                      <a:gd name="connsiteX4" fmla="*/ 0 w 125872"/>
                      <a:gd name="connsiteY4" fmla="*/ 71449 h 95978"/>
                      <a:gd name="connsiteX5" fmla="*/ 21490 w 125872"/>
                      <a:gd name="connsiteY5" fmla="*/ 0 h 9597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</a:cxnLst>
                    <a:rect l="l" t="t" r="r" b="b"/>
                    <a:pathLst>
                      <a:path w="125872" h="95978">
                        <a:moveTo>
                          <a:pt x="21490" y="0"/>
                        </a:moveTo>
                        <a:cubicBezTo>
                          <a:pt x="21490" y="0"/>
                          <a:pt x="77038" y="20569"/>
                          <a:pt x="103606" y="38327"/>
                        </a:cubicBezTo>
                        <a:cubicBezTo>
                          <a:pt x="120521" y="49634"/>
                          <a:pt x="130818" y="63383"/>
                          <a:pt x="123463" y="80162"/>
                        </a:cubicBezTo>
                        <a:cubicBezTo>
                          <a:pt x="114209" y="102791"/>
                          <a:pt x="84133" y="95817"/>
                          <a:pt x="68026" y="91338"/>
                        </a:cubicBezTo>
                        <a:cubicBezTo>
                          <a:pt x="51919" y="86858"/>
                          <a:pt x="0" y="71449"/>
                          <a:pt x="0" y="71449"/>
                        </a:cubicBezTo>
                        <a:lnTo>
                          <a:pt x="21490" y="0"/>
                        </a:lnTo>
                        <a:close/>
                      </a:path>
                    </a:pathLst>
                  </a:custGeom>
                  <a:solidFill>
                    <a:srgbClr val="E6EDF1"/>
                  </a:solidFill>
                  <a:ln w="354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pt-BR"/>
                  </a:p>
                </p:txBody>
              </p:sp>
            </p:grpSp>
            <p:grpSp>
              <p:nvGrpSpPr>
                <p:cNvPr id="151" name="Graphic 7">
                  <a:extLst>
                    <a:ext uri="{FF2B5EF4-FFF2-40B4-BE49-F238E27FC236}">
                      <a16:creationId xmlns:a16="http://schemas.microsoft.com/office/drawing/2014/main" id="{07A986E4-B234-055E-9C4A-7DF19BA55BF4}"/>
                    </a:ext>
                  </a:extLst>
                </p:cNvPr>
                <p:cNvGrpSpPr/>
                <p:nvPr/>
              </p:nvGrpSpPr>
              <p:grpSpPr>
                <a:xfrm>
                  <a:off x="1127086" y="2551364"/>
                  <a:ext cx="209276" cy="91048"/>
                  <a:chOff x="1127086" y="2551364"/>
                  <a:chExt cx="209276" cy="91048"/>
                </a:xfrm>
              </p:grpSpPr>
              <p:sp>
                <p:nvSpPr>
                  <p:cNvPr id="172" name="Freeform: Shape 171">
                    <a:extLst>
                      <a:ext uri="{FF2B5EF4-FFF2-40B4-BE49-F238E27FC236}">
                        <a16:creationId xmlns:a16="http://schemas.microsoft.com/office/drawing/2014/main" id="{7C7639D7-05C3-0634-DC41-3F9C1DDA8BDF}"/>
                      </a:ext>
                    </a:extLst>
                  </p:cNvPr>
                  <p:cNvSpPr/>
                  <p:nvPr/>
                </p:nvSpPr>
                <p:spPr>
                  <a:xfrm>
                    <a:off x="1128542" y="2551364"/>
                    <a:ext cx="207820" cy="91048"/>
                  </a:xfrm>
                  <a:custGeom>
                    <a:avLst/>
                    <a:gdLst>
                      <a:gd name="connsiteX0" fmla="*/ 26248 w 207820"/>
                      <a:gd name="connsiteY0" fmla="*/ 53872 h 91048"/>
                      <a:gd name="connsiteX1" fmla="*/ 175681 w 207820"/>
                      <a:gd name="connsiteY1" fmla="*/ 90413 h 91048"/>
                      <a:gd name="connsiteX2" fmla="*/ 206853 w 207820"/>
                      <a:gd name="connsiteY2" fmla="*/ 71676 h 91048"/>
                      <a:gd name="connsiteX3" fmla="*/ 187686 w 207820"/>
                      <a:gd name="connsiteY3" fmla="*/ 39341 h 91048"/>
                      <a:gd name="connsiteX4" fmla="*/ 36246 w 207820"/>
                      <a:gd name="connsiteY4" fmla="*/ 1124 h 91048"/>
                      <a:gd name="connsiteX5" fmla="*/ 459 w 207820"/>
                      <a:gd name="connsiteY5" fmla="*/ 20757 h 91048"/>
                      <a:gd name="connsiteX6" fmla="*/ 26251 w 207820"/>
                      <a:gd name="connsiteY6" fmla="*/ 53872 h 9104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207820" h="91048">
                        <a:moveTo>
                          <a:pt x="26248" y="53872"/>
                        </a:moveTo>
                        <a:lnTo>
                          <a:pt x="175681" y="90413"/>
                        </a:lnTo>
                        <a:cubicBezTo>
                          <a:pt x="189418" y="93554"/>
                          <a:pt x="203337" y="84699"/>
                          <a:pt x="206853" y="71676"/>
                        </a:cubicBezTo>
                        <a:cubicBezTo>
                          <a:pt x="210368" y="58654"/>
                          <a:pt x="204376" y="45279"/>
                          <a:pt x="187686" y="39341"/>
                        </a:cubicBezTo>
                        <a:cubicBezTo>
                          <a:pt x="170995" y="33399"/>
                          <a:pt x="36246" y="1124"/>
                          <a:pt x="36246" y="1124"/>
                        </a:cubicBezTo>
                        <a:cubicBezTo>
                          <a:pt x="21007" y="-2907"/>
                          <a:pt x="2992" y="3964"/>
                          <a:pt x="459" y="20757"/>
                        </a:cubicBezTo>
                        <a:cubicBezTo>
                          <a:pt x="-2071" y="37551"/>
                          <a:pt x="5764" y="47816"/>
                          <a:pt x="26251" y="53872"/>
                        </a:cubicBezTo>
                        <a:close/>
                      </a:path>
                    </a:pathLst>
                  </a:custGeom>
                  <a:solidFill>
                    <a:schemeClr val="bg2">
                      <a:lumMod val="50000"/>
                    </a:schemeClr>
                  </a:solidFill>
                  <a:ln w="354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pt-BR"/>
                  </a:p>
                </p:txBody>
              </p:sp>
              <p:sp>
                <p:nvSpPr>
                  <p:cNvPr id="173" name="Freeform: Shape 172">
                    <a:extLst>
                      <a:ext uri="{FF2B5EF4-FFF2-40B4-BE49-F238E27FC236}">
                        <a16:creationId xmlns:a16="http://schemas.microsoft.com/office/drawing/2014/main" id="{AB6E949B-DBA0-782D-A129-5CBBE6E45D3E}"/>
                      </a:ext>
                    </a:extLst>
                  </p:cNvPr>
                  <p:cNvSpPr/>
                  <p:nvPr/>
                </p:nvSpPr>
                <p:spPr>
                  <a:xfrm>
                    <a:off x="1127086" y="2551665"/>
                    <a:ext cx="130167" cy="86468"/>
                  </a:xfrm>
                  <a:custGeom>
                    <a:avLst/>
                    <a:gdLst>
                      <a:gd name="connsiteX0" fmla="*/ 130168 w 130167"/>
                      <a:gd name="connsiteY0" fmla="*/ 15650 h 86468"/>
                      <a:gd name="connsiteX1" fmla="*/ 40908 w 130167"/>
                      <a:gd name="connsiteY1" fmla="*/ 23 h 86468"/>
                      <a:gd name="connsiteX2" fmla="*/ 663 w 130167"/>
                      <a:gd name="connsiteY2" fmla="*/ 22936 h 86468"/>
                      <a:gd name="connsiteX3" fmla="*/ 39698 w 130167"/>
                      <a:gd name="connsiteY3" fmla="*/ 63854 h 86468"/>
                      <a:gd name="connsiteX4" fmla="*/ 109987 w 130167"/>
                      <a:gd name="connsiteY4" fmla="*/ 86468 h 86468"/>
                      <a:gd name="connsiteX5" fmla="*/ 130168 w 130167"/>
                      <a:gd name="connsiteY5" fmla="*/ 15650 h 8646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</a:cxnLst>
                    <a:rect l="l" t="t" r="r" b="b"/>
                    <a:pathLst>
                      <a:path w="130167" h="86468">
                        <a:moveTo>
                          <a:pt x="130168" y="15650"/>
                        </a:moveTo>
                        <a:cubicBezTo>
                          <a:pt x="130168" y="15650"/>
                          <a:pt x="72855" y="685"/>
                          <a:pt x="40908" y="23"/>
                        </a:cubicBezTo>
                        <a:cubicBezTo>
                          <a:pt x="20563" y="-401"/>
                          <a:pt x="4250" y="4972"/>
                          <a:pt x="663" y="22936"/>
                        </a:cubicBezTo>
                        <a:cubicBezTo>
                          <a:pt x="-4716" y="46782"/>
                          <a:pt x="23929" y="58300"/>
                          <a:pt x="39698" y="63854"/>
                        </a:cubicBezTo>
                        <a:cubicBezTo>
                          <a:pt x="55467" y="69408"/>
                          <a:pt x="109987" y="86468"/>
                          <a:pt x="109987" y="86468"/>
                        </a:cubicBezTo>
                        <a:lnTo>
                          <a:pt x="130168" y="15650"/>
                        </a:lnTo>
                        <a:close/>
                      </a:path>
                    </a:pathLst>
                  </a:custGeom>
                  <a:solidFill>
                    <a:srgbClr val="E6EDF1"/>
                  </a:solidFill>
                  <a:ln w="354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pt-BR"/>
                  </a:p>
                </p:txBody>
              </p:sp>
            </p:grpSp>
            <p:sp>
              <p:nvSpPr>
                <p:cNvPr id="152" name="Freeform: Shape 151">
                  <a:extLst>
                    <a:ext uri="{FF2B5EF4-FFF2-40B4-BE49-F238E27FC236}">
                      <a16:creationId xmlns:a16="http://schemas.microsoft.com/office/drawing/2014/main" id="{F708DB4F-904B-8084-861B-5C7C9B409529}"/>
                    </a:ext>
                  </a:extLst>
                </p:cNvPr>
                <p:cNvSpPr/>
                <p:nvPr/>
              </p:nvSpPr>
              <p:spPr>
                <a:xfrm>
                  <a:off x="1285211" y="2460365"/>
                  <a:ext cx="67830" cy="182283"/>
                </a:xfrm>
                <a:custGeom>
                  <a:avLst/>
                  <a:gdLst>
                    <a:gd name="connsiteX0" fmla="*/ 53280 w 67830"/>
                    <a:gd name="connsiteY0" fmla="*/ 153684 h 182283"/>
                    <a:gd name="connsiteX1" fmla="*/ 67733 w 67830"/>
                    <a:gd name="connsiteY1" fmla="*/ 40553 h 182283"/>
                    <a:gd name="connsiteX2" fmla="*/ 45378 w 67830"/>
                    <a:gd name="connsiteY2" fmla="*/ 607 h 182283"/>
                    <a:gd name="connsiteX3" fmla="*/ 10079 w 67830"/>
                    <a:gd name="connsiteY3" fmla="*/ 35885 h 182283"/>
                    <a:gd name="connsiteX4" fmla="*/ 13 w 67830"/>
                    <a:gd name="connsiteY4" fmla="*/ 148297 h 182283"/>
                    <a:gd name="connsiteX5" fmla="*/ 23428 w 67830"/>
                    <a:gd name="connsiteY5" fmla="*/ 182013 h 182283"/>
                    <a:gd name="connsiteX6" fmla="*/ 53276 w 67830"/>
                    <a:gd name="connsiteY6" fmla="*/ 153684 h 18228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67830" h="182283">
                      <a:moveTo>
                        <a:pt x="53280" y="153684"/>
                      </a:moveTo>
                      <a:cubicBezTo>
                        <a:pt x="53280" y="153684"/>
                        <a:pt x="66872" y="61823"/>
                        <a:pt x="67733" y="40553"/>
                      </a:cubicBezTo>
                      <a:cubicBezTo>
                        <a:pt x="68594" y="19279"/>
                        <a:pt x="64011" y="4151"/>
                        <a:pt x="45378" y="607"/>
                      </a:cubicBezTo>
                      <a:cubicBezTo>
                        <a:pt x="26744" y="-2937"/>
                        <a:pt x="13800" y="9064"/>
                        <a:pt x="10079" y="35885"/>
                      </a:cubicBezTo>
                      <a:cubicBezTo>
                        <a:pt x="6360" y="62705"/>
                        <a:pt x="283" y="134438"/>
                        <a:pt x="13" y="148297"/>
                      </a:cubicBezTo>
                      <a:cubicBezTo>
                        <a:pt x="-258" y="162159"/>
                        <a:pt x="3614" y="179597"/>
                        <a:pt x="23428" y="182013"/>
                      </a:cubicBezTo>
                      <a:cubicBezTo>
                        <a:pt x="43243" y="184428"/>
                        <a:pt x="51789" y="170328"/>
                        <a:pt x="53276" y="153684"/>
                      </a:cubicBezTo>
                      <a:close/>
                    </a:path>
                  </a:pathLst>
                </a:custGeom>
                <a:solidFill>
                  <a:schemeClr val="bg2">
                    <a:lumMod val="50000"/>
                  </a:schemeClr>
                </a:solidFill>
                <a:ln w="35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grpSp>
              <p:nvGrpSpPr>
                <p:cNvPr id="153" name="Graphic 7">
                  <a:extLst>
                    <a:ext uri="{FF2B5EF4-FFF2-40B4-BE49-F238E27FC236}">
                      <a16:creationId xmlns:a16="http://schemas.microsoft.com/office/drawing/2014/main" id="{DC418D1B-AE0B-5990-3892-BD5986E1FFD4}"/>
                    </a:ext>
                  </a:extLst>
                </p:cNvPr>
                <p:cNvGrpSpPr/>
                <p:nvPr/>
              </p:nvGrpSpPr>
              <p:grpSpPr>
                <a:xfrm>
                  <a:off x="1088156" y="2264412"/>
                  <a:ext cx="72372" cy="207051"/>
                  <a:chOff x="1088156" y="2264412"/>
                  <a:chExt cx="72372" cy="207051"/>
                </a:xfrm>
                <a:solidFill>
                  <a:srgbClr val="ABDAEF"/>
                </a:solidFill>
              </p:grpSpPr>
              <p:sp>
                <p:nvSpPr>
                  <p:cNvPr id="170" name="Freeform: Shape 169">
                    <a:extLst>
                      <a:ext uri="{FF2B5EF4-FFF2-40B4-BE49-F238E27FC236}">
                        <a16:creationId xmlns:a16="http://schemas.microsoft.com/office/drawing/2014/main" id="{EA83117E-670B-AAF3-6EA1-3867DEECC14C}"/>
                      </a:ext>
                    </a:extLst>
                  </p:cNvPr>
                  <p:cNvSpPr/>
                  <p:nvPr/>
                </p:nvSpPr>
                <p:spPr>
                  <a:xfrm>
                    <a:off x="1107920" y="2321961"/>
                    <a:ext cx="52608" cy="149501"/>
                  </a:xfrm>
                  <a:custGeom>
                    <a:avLst/>
                    <a:gdLst>
                      <a:gd name="connsiteX0" fmla="*/ 20537 w 52608"/>
                      <a:gd name="connsiteY0" fmla="*/ 13 h 149501"/>
                      <a:gd name="connsiteX1" fmla="*/ 35363 w 52608"/>
                      <a:gd name="connsiteY1" fmla="*/ 13673 h 149501"/>
                      <a:gd name="connsiteX2" fmla="*/ 52445 w 52608"/>
                      <a:gd name="connsiteY2" fmla="*/ 120296 h 149501"/>
                      <a:gd name="connsiteX3" fmla="*/ 27305 w 52608"/>
                      <a:gd name="connsiteY3" fmla="*/ 149482 h 149501"/>
                      <a:gd name="connsiteX4" fmla="*/ 25 w 52608"/>
                      <a:gd name="connsiteY4" fmla="*/ 122061 h 149501"/>
                      <a:gd name="connsiteX5" fmla="*/ 5519 w 52608"/>
                      <a:gd name="connsiteY5" fmla="*/ 14961 h 149501"/>
                      <a:gd name="connsiteX6" fmla="*/ 20537 w 52608"/>
                      <a:gd name="connsiteY6" fmla="*/ 17 h 14950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52608" h="149501">
                        <a:moveTo>
                          <a:pt x="20537" y="13"/>
                        </a:moveTo>
                        <a:cubicBezTo>
                          <a:pt x="29027" y="-310"/>
                          <a:pt x="34182" y="5258"/>
                          <a:pt x="35363" y="13673"/>
                        </a:cubicBezTo>
                        <a:lnTo>
                          <a:pt x="52445" y="120296"/>
                        </a:lnTo>
                        <a:cubicBezTo>
                          <a:pt x="54128" y="135478"/>
                          <a:pt x="42568" y="148899"/>
                          <a:pt x="27305" y="149482"/>
                        </a:cubicBezTo>
                        <a:cubicBezTo>
                          <a:pt x="11945" y="150066"/>
                          <a:pt x="-640" y="137413"/>
                          <a:pt x="25" y="122061"/>
                        </a:cubicBezTo>
                        <a:lnTo>
                          <a:pt x="5519" y="14961"/>
                        </a:lnTo>
                        <a:cubicBezTo>
                          <a:pt x="5892" y="6347"/>
                          <a:pt x="11920" y="348"/>
                          <a:pt x="20537" y="17"/>
                        </a:cubicBezTo>
                        <a:close/>
                      </a:path>
                    </a:pathLst>
                  </a:custGeom>
                  <a:solidFill>
                    <a:schemeClr val="bg2">
                      <a:lumMod val="50000"/>
                    </a:schemeClr>
                  </a:solidFill>
                  <a:ln w="354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pt-BR"/>
                  </a:p>
                </p:txBody>
              </p:sp>
              <p:sp>
                <p:nvSpPr>
                  <p:cNvPr id="171" name="Freeform: Shape 170">
                    <a:extLst>
                      <a:ext uri="{FF2B5EF4-FFF2-40B4-BE49-F238E27FC236}">
                        <a16:creationId xmlns:a16="http://schemas.microsoft.com/office/drawing/2014/main" id="{DE596F22-61FF-8049-881D-FAAF46737FED}"/>
                      </a:ext>
                    </a:extLst>
                  </p:cNvPr>
                  <p:cNvSpPr/>
                  <p:nvPr/>
                </p:nvSpPr>
                <p:spPr>
                  <a:xfrm>
                    <a:off x="1088156" y="2264412"/>
                    <a:ext cx="71744" cy="87008"/>
                  </a:xfrm>
                  <a:custGeom>
                    <a:avLst/>
                    <a:gdLst>
                      <a:gd name="connsiteX0" fmla="*/ 5397 w 71744"/>
                      <a:gd name="connsiteY0" fmla="*/ 61943 h 87008"/>
                      <a:gd name="connsiteX1" fmla="*/ 41550 w 71744"/>
                      <a:gd name="connsiteY1" fmla="*/ 85881 h 87008"/>
                      <a:gd name="connsiteX2" fmla="*/ 51801 w 71744"/>
                      <a:gd name="connsiteY2" fmla="*/ 82000 h 87008"/>
                      <a:gd name="connsiteX3" fmla="*/ 71498 w 71744"/>
                      <a:gd name="connsiteY3" fmla="*/ 8530 h 87008"/>
                      <a:gd name="connsiteX4" fmla="*/ 60998 w 71744"/>
                      <a:gd name="connsiteY4" fmla="*/ 1322 h 87008"/>
                      <a:gd name="connsiteX5" fmla="*/ 4952 w 71744"/>
                      <a:gd name="connsiteY5" fmla="*/ 42160 h 87008"/>
                      <a:gd name="connsiteX6" fmla="*/ 5397 w 71744"/>
                      <a:gd name="connsiteY6" fmla="*/ 61939 h 8700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71744" h="87008">
                        <a:moveTo>
                          <a:pt x="5397" y="61943"/>
                        </a:moveTo>
                        <a:lnTo>
                          <a:pt x="41550" y="85881"/>
                        </a:lnTo>
                        <a:cubicBezTo>
                          <a:pt x="45396" y="88429"/>
                          <a:pt x="50609" y="86454"/>
                          <a:pt x="51801" y="82000"/>
                        </a:cubicBezTo>
                        <a:lnTo>
                          <a:pt x="71498" y="8530"/>
                        </a:lnTo>
                        <a:cubicBezTo>
                          <a:pt x="73149" y="2378"/>
                          <a:pt x="66147" y="-2429"/>
                          <a:pt x="60998" y="1322"/>
                        </a:cubicBezTo>
                        <a:lnTo>
                          <a:pt x="4952" y="42160"/>
                        </a:lnTo>
                        <a:cubicBezTo>
                          <a:pt x="-1836" y="47106"/>
                          <a:pt x="-1605" y="57303"/>
                          <a:pt x="5397" y="61939"/>
                        </a:cubicBezTo>
                        <a:close/>
                      </a:path>
                    </a:pathLst>
                  </a:custGeom>
                  <a:solidFill>
                    <a:schemeClr val="bg2">
                      <a:lumMod val="50000"/>
                    </a:schemeClr>
                  </a:solidFill>
                  <a:ln w="354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pt-BR"/>
                  </a:p>
                </p:txBody>
              </p:sp>
            </p:grpSp>
            <p:grpSp>
              <p:nvGrpSpPr>
                <p:cNvPr id="154" name="Graphic 7">
                  <a:extLst>
                    <a:ext uri="{FF2B5EF4-FFF2-40B4-BE49-F238E27FC236}">
                      <a16:creationId xmlns:a16="http://schemas.microsoft.com/office/drawing/2014/main" id="{FBA37C03-99C6-4A74-37F1-B0035F9C4472}"/>
                    </a:ext>
                  </a:extLst>
                </p:cNvPr>
                <p:cNvGrpSpPr/>
                <p:nvPr/>
              </p:nvGrpSpPr>
              <p:grpSpPr>
                <a:xfrm>
                  <a:off x="991941" y="2267319"/>
                  <a:ext cx="76641" cy="204647"/>
                  <a:chOff x="991941" y="2267319"/>
                  <a:chExt cx="76641" cy="204647"/>
                </a:xfrm>
                <a:solidFill>
                  <a:srgbClr val="ABDAEF"/>
                </a:solidFill>
              </p:grpSpPr>
              <p:sp>
                <p:nvSpPr>
                  <p:cNvPr id="168" name="Freeform: Shape 167">
                    <a:extLst>
                      <a:ext uri="{FF2B5EF4-FFF2-40B4-BE49-F238E27FC236}">
                        <a16:creationId xmlns:a16="http://schemas.microsoft.com/office/drawing/2014/main" id="{1DBFAC34-72F6-5BDB-FD29-C306175C848F}"/>
                      </a:ext>
                    </a:extLst>
                  </p:cNvPr>
                  <p:cNvSpPr/>
                  <p:nvPr/>
                </p:nvSpPr>
                <p:spPr>
                  <a:xfrm>
                    <a:off x="991941" y="2322943"/>
                    <a:ext cx="53534" cy="149023"/>
                  </a:xfrm>
                  <a:custGeom>
                    <a:avLst/>
                    <a:gdLst>
                      <a:gd name="connsiteX0" fmla="*/ 39432 w 53534"/>
                      <a:gd name="connsiteY0" fmla="*/ 103 h 149023"/>
                      <a:gd name="connsiteX1" fmla="*/ 24047 w 53534"/>
                      <a:gd name="connsiteY1" fmla="*/ 11816 h 149023"/>
                      <a:gd name="connsiteX2" fmla="*/ 386 w 53534"/>
                      <a:gd name="connsiteY2" fmla="*/ 118261 h 149023"/>
                      <a:gd name="connsiteX3" fmla="*/ 23741 w 53534"/>
                      <a:gd name="connsiteY3" fmla="*/ 148896 h 149023"/>
                      <a:gd name="connsiteX4" fmla="*/ 52611 w 53534"/>
                      <a:gd name="connsiteY4" fmla="*/ 123153 h 149023"/>
                      <a:gd name="connsiteX5" fmla="*/ 53532 w 53534"/>
                      <a:gd name="connsiteY5" fmla="*/ 14587 h 149023"/>
                      <a:gd name="connsiteX6" fmla="*/ 39428 w 53534"/>
                      <a:gd name="connsiteY6" fmla="*/ 103 h 14902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53534" h="149023">
                        <a:moveTo>
                          <a:pt x="39432" y="103"/>
                        </a:moveTo>
                        <a:cubicBezTo>
                          <a:pt x="30974" y="-726"/>
                          <a:pt x="25730" y="3486"/>
                          <a:pt x="24047" y="11816"/>
                        </a:cubicBezTo>
                        <a:lnTo>
                          <a:pt x="386" y="118261"/>
                        </a:lnTo>
                        <a:cubicBezTo>
                          <a:pt x="-2204" y="133319"/>
                          <a:pt x="8534" y="147405"/>
                          <a:pt x="23741" y="148896"/>
                        </a:cubicBezTo>
                        <a:cubicBezTo>
                          <a:pt x="39037" y="150397"/>
                          <a:pt x="52358" y="138520"/>
                          <a:pt x="52611" y="123153"/>
                        </a:cubicBezTo>
                        <a:lnTo>
                          <a:pt x="53532" y="14587"/>
                        </a:lnTo>
                        <a:cubicBezTo>
                          <a:pt x="53675" y="5966"/>
                          <a:pt x="48010" y="946"/>
                          <a:pt x="39428" y="103"/>
                        </a:cubicBezTo>
                        <a:close/>
                      </a:path>
                    </a:pathLst>
                  </a:custGeom>
                  <a:solidFill>
                    <a:schemeClr val="bg2">
                      <a:lumMod val="50000"/>
                    </a:schemeClr>
                  </a:solidFill>
                  <a:ln w="354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pt-BR"/>
                  </a:p>
                </p:txBody>
              </p:sp>
              <p:sp>
                <p:nvSpPr>
                  <p:cNvPr id="169" name="Freeform: Shape 168">
                    <a:extLst>
                      <a:ext uri="{FF2B5EF4-FFF2-40B4-BE49-F238E27FC236}">
                        <a16:creationId xmlns:a16="http://schemas.microsoft.com/office/drawing/2014/main" id="{E53F01E1-1875-1026-A4F2-1E5B898AA1AA}"/>
                      </a:ext>
                    </a:extLst>
                  </p:cNvPr>
                  <p:cNvSpPr/>
                  <p:nvPr/>
                </p:nvSpPr>
                <p:spPr>
                  <a:xfrm>
                    <a:off x="991944" y="2267319"/>
                    <a:ext cx="76638" cy="84222"/>
                  </a:xfrm>
                  <a:custGeom>
                    <a:avLst/>
                    <a:gdLst>
                      <a:gd name="connsiteX0" fmla="*/ 72366 w 76638"/>
                      <a:gd name="connsiteY0" fmla="*/ 54645 h 84222"/>
                      <a:gd name="connsiteX1" fmla="*/ 39240 w 76638"/>
                      <a:gd name="connsiteY1" fmla="*/ 82625 h 84222"/>
                      <a:gd name="connsiteX2" fmla="*/ 28605 w 76638"/>
                      <a:gd name="connsiteY2" fmla="*/ 79960 h 84222"/>
                      <a:gd name="connsiteX3" fmla="*/ 501 w 76638"/>
                      <a:gd name="connsiteY3" fmla="*/ 9277 h 84222"/>
                      <a:gd name="connsiteX4" fmla="*/ 10093 w 76638"/>
                      <a:gd name="connsiteY4" fmla="*/ 898 h 84222"/>
                      <a:gd name="connsiteX5" fmla="*/ 70505 w 76638"/>
                      <a:gd name="connsiteY5" fmla="*/ 34944 h 84222"/>
                      <a:gd name="connsiteX6" fmla="*/ 72366 w 76638"/>
                      <a:gd name="connsiteY6" fmla="*/ 54641 h 8422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76638" h="84222">
                        <a:moveTo>
                          <a:pt x="72366" y="54645"/>
                        </a:moveTo>
                        <a:lnTo>
                          <a:pt x="39240" y="82625"/>
                        </a:lnTo>
                        <a:cubicBezTo>
                          <a:pt x="35718" y="85603"/>
                          <a:pt x="30310" y="84248"/>
                          <a:pt x="28605" y="79960"/>
                        </a:cubicBezTo>
                        <a:lnTo>
                          <a:pt x="501" y="9277"/>
                        </a:lnTo>
                        <a:cubicBezTo>
                          <a:pt x="-1851" y="3360"/>
                          <a:pt x="4543" y="-2230"/>
                          <a:pt x="10093" y="898"/>
                        </a:cubicBezTo>
                        <a:lnTo>
                          <a:pt x="70505" y="34944"/>
                        </a:lnTo>
                        <a:cubicBezTo>
                          <a:pt x="77820" y="39068"/>
                          <a:pt x="78781" y="49223"/>
                          <a:pt x="72366" y="54641"/>
                        </a:cubicBezTo>
                        <a:close/>
                      </a:path>
                    </a:pathLst>
                  </a:custGeom>
                  <a:solidFill>
                    <a:schemeClr val="bg2">
                      <a:lumMod val="50000"/>
                    </a:schemeClr>
                  </a:solidFill>
                  <a:ln w="354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pt-BR"/>
                  </a:p>
                </p:txBody>
              </p:sp>
            </p:grpSp>
            <p:grpSp>
              <p:nvGrpSpPr>
                <p:cNvPr id="155" name="Graphic 7">
                  <a:extLst>
                    <a:ext uri="{FF2B5EF4-FFF2-40B4-BE49-F238E27FC236}">
                      <a16:creationId xmlns:a16="http://schemas.microsoft.com/office/drawing/2014/main" id="{9D2AD9C4-7D17-B5A0-4B5A-291B97D3C4FE}"/>
                    </a:ext>
                  </a:extLst>
                </p:cNvPr>
                <p:cNvGrpSpPr/>
                <p:nvPr/>
              </p:nvGrpSpPr>
              <p:grpSpPr>
                <a:xfrm>
                  <a:off x="1086024" y="2424017"/>
                  <a:ext cx="82733" cy="141150"/>
                  <a:chOff x="1086024" y="2424017"/>
                  <a:chExt cx="82733" cy="141150"/>
                </a:xfrm>
                <a:solidFill>
                  <a:srgbClr val="E6EDF1"/>
                </a:solidFill>
              </p:grpSpPr>
              <p:sp>
                <p:nvSpPr>
                  <p:cNvPr id="166" name="Freeform: Shape 165">
                    <a:extLst>
                      <a:ext uri="{FF2B5EF4-FFF2-40B4-BE49-F238E27FC236}">
                        <a16:creationId xmlns:a16="http://schemas.microsoft.com/office/drawing/2014/main" id="{C5ED52BB-7B82-6FC6-A148-B04B29A542A9}"/>
                      </a:ext>
                    </a:extLst>
                  </p:cNvPr>
                  <p:cNvSpPr/>
                  <p:nvPr/>
                </p:nvSpPr>
                <p:spPr>
                  <a:xfrm>
                    <a:off x="1101407" y="2424017"/>
                    <a:ext cx="59995" cy="115294"/>
                  </a:xfrm>
                  <a:custGeom>
                    <a:avLst/>
                    <a:gdLst>
                      <a:gd name="connsiteX0" fmla="*/ 23748 w 59995"/>
                      <a:gd name="connsiteY0" fmla="*/ 115136 h 115294"/>
                      <a:gd name="connsiteX1" fmla="*/ 53091 w 59995"/>
                      <a:gd name="connsiteY1" fmla="*/ 91546 h 115294"/>
                      <a:gd name="connsiteX2" fmla="*/ 59837 w 59995"/>
                      <a:gd name="connsiteY2" fmla="*/ 29501 h 115294"/>
                      <a:gd name="connsiteX3" fmla="*/ 36247 w 59995"/>
                      <a:gd name="connsiteY3" fmla="*/ 158 h 115294"/>
                      <a:gd name="connsiteX4" fmla="*/ 6904 w 59995"/>
                      <a:gd name="connsiteY4" fmla="*/ 23748 h 115294"/>
                      <a:gd name="connsiteX5" fmla="*/ 158 w 59995"/>
                      <a:gd name="connsiteY5" fmla="*/ 85793 h 115294"/>
                      <a:gd name="connsiteX6" fmla="*/ 23748 w 59995"/>
                      <a:gd name="connsiteY6" fmla="*/ 115136 h 11529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59995" h="115294">
                        <a:moveTo>
                          <a:pt x="23748" y="115136"/>
                        </a:moveTo>
                        <a:cubicBezTo>
                          <a:pt x="38364" y="116726"/>
                          <a:pt x="51501" y="106163"/>
                          <a:pt x="53091" y="91546"/>
                        </a:cubicBezTo>
                        <a:lnTo>
                          <a:pt x="59837" y="29501"/>
                        </a:lnTo>
                        <a:cubicBezTo>
                          <a:pt x="61428" y="14885"/>
                          <a:pt x="50864" y="1749"/>
                          <a:pt x="36247" y="158"/>
                        </a:cubicBezTo>
                        <a:cubicBezTo>
                          <a:pt x="21631" y="-1432"/>
                          <a:pt x="8495" y="9132"/>
                          <a:pt x="6904" y="23748"/>
                        </a:cubicBezTo>
                        <a:lnTo>
                          <a:pt x="158" y="85793"/>
                        </a:lnTo>
                        <a:cubicBezTo>
                          <a:pt x="-1432" y="100409"/>
                          <a:pt x="9132" y="113545"/>
                          <a:pt x="23748" y="115136"/>
                        </a:cubicBezTo>
                        <a:close/>
                      </a:path>
                    </a:pathLst>
                  </a:custGeom>
                  <a:solidFill>
                    <a:srgbClr val="E6EDF1"/>
                  </a:solidFill>
                  <a:ln w="354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pt-BR"/>
                  </a:p>
                </p:txBody>
              </p:sp>
              <p:sp>
                <p:nvSpPr>
                  <p:cNvPr id="167" name="Freeform: Shape 166">
                    <a:extLst>
                      <a:ext uri="{FF2B5EF4-FFF2-40B4-BE49-F238E27FC236}">
                        <a16:creationId xmlns:a16="http://schemas.microsoft.com/office/drawing/2014/main" id="{AB469A57-FD78-8136-AD3D-16077063EB61}"/>
                      </a:ext>
                    </a:extLst>
                  </p:cNvPr>
                  <p:cNvSpPr/>
                  <p:nvPr/>
                </p:nvSpPr>
                <p:spPr>
                  <a:xfrm rot="-10428001">
                    <a:off x="1091117" y="2463300"/>
                    <a:ext cx="72547" cy="98236"/>
                  </a:xfrm>
                  <a:custGeom>
                    <a:avLst/>
                    <a:gdLst>
                      <a:gd name="connsiteX0" fmla="*/ 0 w 72547"/>
                      <a:gd name="connsiteY0" fmla="*/ 0 h 98236"/>
                      <a:gd name="connsiteX1" fmla="*/ 72548 w 72547"/>
                      <a:gd name="connsiteY1" fmla="*/ 0 h 98236"/>
                      <a:gd name="connsiteX2" fmla="*/ 72548 w 72547"/>
                      <a:gd name="connsiteY2" fmla="*/ 98237 h 98236"/>
                      <a:gd name="connsiteX3" fmla="*/ 0 w 72547"/>
                      <a:gd name="connsiteY3" fmla="*/ 98237 h 9823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72547" h="98236">
                        <a:moveTo>
                          <a:pt x="0" y="0"/>
                        </a:moveTo>
                        <a:lnTo>
                          <a:pt x="72548" y="0"/>
                        </a:lnTo>
                        <a:lnTo>
                          <a:pt x="72548" y="98237"/>
                        </a:lnTo>
                        <a:lnTo>
                          <a:pt x="0" y="98237"/>
                        </a:lnTo>
                        <a:close/>
                      </a:path>
                    </a:pathLst>
                  </a:custGeom>
                  <a:solidFill>
                    <a:srgbClr val="E6EDF1"/>
                  </a:solidFill>
                  <a:ln w="354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pt-BR"/>
                  </a:p>
                </p:txBody>
              </p:sp>
            </p:grpSp>
            <p:grpSp>
              <p:nvGrpSpPr>
                <p:cNvPr id="156" name="Graphic 7">
                  <a:extLst>
                    <a:ext uri="{FF2B5EF4-FFF2-40B4-BE49-F238E27FC236}">
                      <a16:creationId xmlns:a16="http://schemas.microsoft.com/office/drawing/2014/main" id="{40B2C59E-BB8D-42AA-AC3F-89F375EBE200}"/>
                    </a:ext>
                  </a:extLst>
                </p:cNvPr>
                <p:cNvGrpSpPr/>
                <p:nvPr/>
              </p:nvGrpSpPr>
              <p:grpSpPr>
                <a:xfrm>
                  <a:off x="982215" y="2424506"/>
                  <a:ext cx="75698" cy="139008"/>
                  <a:chOff x="982215" y="2424506"/>
                  <a:chExt cx="75698" cy="139008"/>
                </a:xfrm>
                <a:solidFill>
                  <a:srgbClr val="E6EDF1"/>
                </a:solidFill>
              </p:grpSpPr>
              <p:sp>
                <p:nvSpPr>
                  <p:cNvPr id="164" name="Freeform: Shape 163">
                    <a:extLst>
                      <a:ext uri="{FF2B5EF4-FFF2-40B4-BE49-F238E27FC236}">
                        <a16:creationId xmlns:a16="http://schemas.microsoft.com/office/drawing/2014/main" id="{D98991A2-6E14-CF8F-9A5D-4434C313250C}"/>
                      </a:ext>
                    </a:extLst>
                  </p:cNvPr>
                  <p:cNvSpPr/>
                  <p:nvPr/>
                </p:nvSpPr>
                <p:spPr>
                  <a:xfrm>
                    <a:off x="990826" y="2424506"/>
                    <a:ext cx="55266" cy="115617"/>
                  </a:xfrm>
                  <a:custGeom>
                    <a:avLst/>
                    <a:gdLst>
                      <a:gd name="connsiteX0" fmla="*/ 29510 w 55266"/>
                      <a:gd name="connsiteY0" fmla="*/ 115604 h 115617"/>
                      <a:gd name="connsiteX1" fmla="*/ 2039 w 55266"/>
                      <a:gd name="connsiteY1" fmla="*/ 89861 h 115617"/>
                      <a:gd name="connsiteX2" fmla="*/ 14 w 55266"/>
                      <a:gd name="connsiteY2" fmla="*/ 27486 h 115617"/>
                      <a:gd name="connsiteX3" fmla="*/ 25757 w 55266"/>
                      <a:gd name="connsiteY3" fmla="*/ 14 h 115617"/>
                      <a:gd name="connsiteX4" fmla="*/ 53228 w 55266"/>
                      <a:gd name="connsiteY4" fmla="*/ 25757 h 115617"/>
                      <a:gd name="connsiteX5" fmla="*/ 55253 w 55266"/>
                      <a:gd name="connsiteY5" fmla="*/ 88132 h 115617"/>
                      <a:gd name="connsiteX6" fmla="*/ 29510 w 55266"/>
                      <a:gd name="connsiteY6" fmla="*/ 115604 h 11561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55266" h="115617">
                        <a:moveTo>
                          <a:pt x="29510" y="115604"/>
                        </a:moveTo>
                        <a:cubicBezTo>
                          <a:pt x="14816" y="116080"/>
                          <a:pt x="2516" y="104556"/>
                          <a:pt x="2039" y="89861"/>
                        </a:cubicBezTo>
                        <a:lnTo>
                          <a:pt x="14" y="27486"/>
                        </a:lnTo>
                        <a:cubicBezTo>
                          <a:pt x="-462" y="12791"/>
                          <a:pt x="11062" y="491"/>
                          <a:pt x="25757" y="14"/>
                        </a:cubicBezTo>
                        <a:cubicBezTo>
                          <a:pt x="40451" y="-462"/>
                          <a:pt x="52751" y="11062"/>
                          <a:pt x="53228" y="25757"/>
                        </a:cubicBezTo>
                        <a:lnTo>
                          <a:pt x="55253" y="88132"/>
                        </a:lnTo>
                        <a:cubicBezTo>
                          <a:pt x="55729" y="102827"/>
                          <a:pt x="44205" y="115127"/>
                          <a:pt x="29510" y="115604"/>
                        </a:cubicBezTo>
                        <a:close/>
                      </a:path>
                    </a:pathLst>
                  </a:custGeom>
                  <a:solidFill>
                    <a:srgbClr val="E6EDF1"/>
                  </a:solidFill>
                  <a:ln w="354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pt-BR"/>
                  </a:p>
                </p:txBody>
              </p:sp>
              <p:sp>
                <p:nvSpPr>
                  <p:cNvPr id="165" name="Freeform: Shape 164">
                    <a:extLst>
                      <a:ext uri="{FF2B5EF4-FFF2-40B4-BE49-F238E27FC236}">
                        <a16:creationId xmlns:a16="http://schemas.microsoft.com/office/drawing/2014/main" id="{7CE79AF0-6DF1-231A-FD0B-D80D18C753BC}"/>
                      </a:ext>
                    </a:extLst>
                  </p:cNvPr>
                  <p:cNvSpPr/>
                  <p:nvPr/>
                </p:nvSpPr>
                <p:spPr>
                  <a:xfrm rot="-111600">
                    <a:off x="983790" y="2464126"/>
                    <a:ext cx="72547" cy="98236"/>
                  </a:xfrm>
                  <a:custGeom>
                    <a:avLst/>
                    <a:gdLst>
                      <a:gd name="connsiteX0" fmla="*/ 0 w 72547"/>
                      <a:gd name="connsiteY0" fmla="*/ 0 h 98236"/>
                      <a:gd name="connsiteX1" fmla="*/ 72548 w 72547"/>
                      <a:gd name="connsiteY1" fmla="*/ 0 h 98236"/>
                      <a:gd name="connsiteX2" fmla="*/ 72548 w 72547"/>
                      <a:gd name="connsiteY2" fmla="*/ 98237 h 98236"/>
                      <a:gd name="connsiteX3" fmla="*/ 0 w 72547"/>
                      <a:gd name="connsiteY3" fmla="*/ 98237 h 9823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72547" h="98236">
                        <a:moveTo>
                          <a:pt x="0" y="0"/>
                        </a:moveTo>
                        <a:lnTo>
                          <a:pt x="72548" y="0"/>
                        </a:lnTo>
                        <a:lnTo>
                          <a:pt x="72548" y="98237"/>
                        </a:lnTo>
                        <a:lnTo>
                          <a:pt x="0" y="98237"/>
                        </a:lnTo>
                        <a:close/>
                      </a:path>
                    </a:pathLst>
                  </a:custGeom>
                  <a:solidFill>
                    <a:srgbClr val="E6EDF1"/>
                  </a:solidFill>
                  <a:ln w="354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pt-BR"/>
                  </a:p>
                </p:txBody>
              </p:sp>
            </p:grpSp>
            <p:sp>
              <p:nvSpPr>
                <p:cNvPr id="157" name="Freeform: Shape 156">
                  <a:extLst>
                    <a:ext uri="{FF2B5EF4-FFF2-40B4-BE49-F238E27FC236}">
                      <a16:creationId xmlns:a16="http://schemas.microsoft.com/office/drawing/2014/main" id="{D065C7A1-95F2-A921-D067-A463110E1B1D}"/>
                    </a:ext>
                  </a:extLst>
                </p:cNvPr>
                <p:cNvSpPr/>
                <p:nvPr/>
              </p:nvSpPr>
              <p:spPr>
                <a:xfrm>
                  <a:off x="971296" y="2534200"/>
                  <a:ext cx="219476" cy="91448"/>
                </a:xfrm>
                <a:custGeom>
                  <a:avLst/>
                  <a:gdLst>
                    <a:gd name="connsiteX0" fmla="*/ 179541 w 219476"/>
                    <a:gd name="connsiteY0" fmla="*/ 91448 h 91448"/>
                    <a:gd name="connsiteX1" fmla="*/ 39932 w 219476"/>
                    <a:gd name="connsiteY1" fmla="*/ 91448 h 91448"/>
                    <a:gd name="connsiteX2" fmla="*/ 0 w 219476"/>
                    <a:gd name="connsiteY2" fmla="*/ 51517 h 91448"/>
                    <a:gd name="connsiteX3" fmla="*/ 51517 w 219476"/>
                    <a:gd name="connsiteY3" fmla="*/ 0 h 91448"/>
                    <a:gd name="connsiteX4" fmla="*/ 167960 w 219476"/>
                    <a:gd name="connsiteY4" fmla="*/ 0 h 91448"/>
                    <a:gd name="connsiteX5" fmla="*/ 219476 w 219476"/>
                    <a:gd name="connsiteY5" fmla="*/ 51517 h 91448"/>
                    <a:gd name="connsiteX6" fmla="*/ 179545 w 219476"/>
                    <a:gd name="connsiteY6" fmla="*/ 91448 h 9144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219476" h="91448">
                      <a:moveTo>
                        <a:pt x="179541" y="91448"/>
                      </a:moveTo>
                      <a:lnTo>
                        <a:pt x="39932" y="91448"/>
                      </a:lnTo>
                      <a:cubicBezTo>
                        <a:pt x="17879" y="91448"/>
                        <a:pt x="0" y="73569"/>
                        <a:pt x="0" y="51517"/>
                      </a:cubicBezTo>
                      <a:cubicBezTo>
                        <a:pt x="0" y="23067"/>
                        <a:pt x="23063" y="0"/>
                        <a:pt x="51517" y="0"/>
                      </a:cubicBezTo>
                      <a:lnTo>
                        <a:pt x="167960" y="0"/>
                      </a:lnTo>
                      <a:cubicBezTo>
                        <a:pt x="196410" y="0"/>
                        <a:pt x="219476" y="23063"/>
                        <a:pt x="219476" y="51517"/>
                      </a:cubicBezTo>
                      <a:cubicBezTo>
                        <a:pt x="219476" y="73569"/>
                        <a:pt x="201597" y="91448"/>
                        <a:pt x="179545" y="91448"/>
                      </a:cubicBezTo>
                      <a:close/>
                    </a:path>
                  </a:pathLst>
                </a:custGeom>
                <a:solidFill>
                  <a:srgbClr val="E6EDF1"/>
                </a:solidFill>
                <a:ln w="35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158" name="Freeform: Shape 157">
                  <a:extLst>
                    <a:ext uri="{FF2B5EF4-FFF2-40B4-BE49-F238E27FC236}">
                      <a16:creationId xmlns:a16="http://schemas.microsoft.com/office/drawing/2014/main" id="{7ED7E668-CBEF-94BC-9245-15086463336D}"/>
                    </a:ext>
                  </a:extLst>
                </p:cNvPr>
                <p:cNvSpPr/>
                <p:nvPr/>
              </p:nvSpPr>
              <p:spPr>
                <a:xfrm rot="-2700000">
                  <a:off x="1027078" y="2497621"/>
                  <a:ext cx="107907" cy="107907"/>
                </a:xfrm>
                <a:custGeom>
                  <a:avLst/>
                  <a:gdLst>
                    <a:gd name="connsiteX0" fmla="*/ 107908 w 107907"/>
                    <a:gd name="connsiteY0" fmla="*/ 53954 h 107907"/>
                    <a:gd name="connsiteX1" fmla="*/ 53954 w 107907"/>
                    <a:gd name="connsiteY1" fmla="*/ 107908 h 107907"/>
                    <a:gd name="connsiteX2" fmla="*/ 0 w 107907"/>
                    <a:gd name="connsiteY2" fmla="*/ 53954 h 107907"/>
                    <a:gd name="connsiteX3" fmla="*/ 53954 w 107907"/>
                    <a:gd name="connsiteY3" fmla="*/ 0 h 107907"/>
                    <a:gd name="connsiteX4" fmla="*/ 107908 w 107907"/>
                    <a:gd name="connsiteY4" fmla="*/ 53954 h 10790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07907" h="107907">
                      <a:moveTo>
                        <a:pt x="107908" y="53954"/>
                      </a:moveTo>
                      <a:cubicBezTo>
                        <a:pt x="107908" y="83752"/>
                        <a:pt x="83752" y="107908"/>
                        <a:pt x="53954" y="107908"/>
                      </a:cubicBezTo>
                      <a:cubicBezTo>
                        <a:pt x="24156" y="107908"/>
                        <a:pt x="0" y="83752"/>
                        <a:pt x="0" y="53954"/>
                      </a:cubicBezTo>
                      <a:cubicBezTo>
                        <a:pt x="0" y="24156"/>
                        <a:pt x="24156" y="0"/>
                        <a:pt x="53954" y="0"/>
                      </a:cubicBezTo>
                      <a:cubicBezTo>
                        <a:pt x="83752" y="0"/>
                        <a:pt x="107908" y="24156"/>
                        <a:pt x="107908" y="53954"/>
                      </a:cubicBezTo>
                      <a:close/>
                    </a:path>
                  </a:pathLst>
                </a:custGeom>
                <a:solidFill>
                  <a:schemeClr val="bg2">
                    <a:lumMod val="50000"/>
                  </a:schemeClr>
                </a:solidFill>
                <a:ln w="35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159" name="Freeform: Shape 158">
                  <a:extLst>
                    <a:ext uri="{FF2B5EF4-FFF2-40B4-BE49-F238E27FC236}">
                      <a16:creationId xmlns:a16="http://schemas.microsoft.com/office/drawing/2014/main" id="{D43D91FE-4B13-1B2C-5D6B-5D82BAD8F99E}"/>
                    </a:ext>
                  </a:extLst>
                </p:cNvPr>
                <p:cNvSpPr/>
                <p:nvPr/>
              </p:nvSpPr>
              <p:spPr>
                <a:xfrm>
                  <a:off x="816818" y="2375436"/>
                  <a:ext cx="89256" cy="176975"/>
                </a:xfrm>
                <a:custGeom>
                  <a:avLst/>
                  <a:gdLst>
                    <a:gd name="connsiteX0" fmla="*/ 1671 w 89256"/>
                    <a:gd name="connsiteY0" fmla="*/ 138903 h 176975"/>
                    <a:gd name="connsiteX1" fmla="*/ 29403 w 89256"/>
                    <a:gd name="connsiteY1" fmla="*/ 29765 h 176975"/>
                    <a:gd name="connsiteX2" fmla="*/ 70188 w 89256"/>
                    <a:gd name="connsiteY2" fmla="*/ 1457 h 176975"/>
                    <a:gd name="connsiteX3" fmla="*/ 86146 w 89256"/>
                    <a:gd name="connsiteY3" fmla="*/ 44463 h 176975"/>
                    <a:gd name="connsiteX4" fmla="*/ 53113 w 89256"/>
                    <a:gd name="connsiteY4" fmla="*/ 153726 h 176975"/>
                    <a:gd name="connsiteX5" fmla="*/ 19088 w 89256"/>
                    <a:gd name="connsiteY5" fmla="*/ 175729 h 176975"/>
                    <a:gd name="connsiteX6" fmla="*/ 1671 w 89256"/>
                    <a:gd name="connsiteY6" fmla="*/ 138900 h 1769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89256" h="176975">
                      <a:moveTo>
                        <a:pt x="1671" y="138903"/>
                      </a:moveTo>
                      <a:cubicBezTo>
                        <a:pt x="1671" y="138903"/>
                        <a:pt x="25033" y="45139"/>
                        <a:pt x="29403" y="29765"/>
                      </a:cubicBezTo>
                      <a:cubicBezTo>
                        <a:pt x="33772" y="14390"/>
                        <a:pt x="50704" y="-5588"/>
                        <a:pt x="70188" y="1457"/>
                      </a:cubicBezTo>
                      <a:cubicBezTo>
                        <a:pt x="89672" y="8505"/>
                        <a:pt x="92661" y="22275"/>
                        <a:pt x="86146" y="44463"/>
                      </a:cubicBezTo>
                      <a:cubicBezTo>
                        <a:pt x="79635" y="66647"/>
                        <a:pt x="58023" y="140761"/>
                        <a:pt x="53113" y="153726"/>
                      </a:cubicBezTo>
                      <a:cubicBezTo>
                        <a:pt x="48207" y="166691"/>
                        <a:pt x="35800" y="181386"/>
                        <a:pt x="19088" y="175729"/>
                      </a:cubicBezTo>
                      <a:cubicBezTo>
                        <a:pt x="2376" y="170071"/>
                        <a:pt x="-3143" y="154904"/>
                        <a:pt x="1671" y="138900"/>
                      </a:cubicBezTo>
                      <a:close/>
                    </a:path>
                  </a:pathLst>
                </a:custGeom>
                <a:solidFill>
                  <a:schemeClr val="bg2">
                    <a:lumMod val="50000"/>
                  </a:schemeClr>
                </a:solidFill>
                <a:ln w="35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grpSp>
              <p:nvGrpSpPr>
                <p:cNvPr id="160" name="Graphic 7">
                  <a:extLst>
                    <a:ext uri="{FF2B5EF4-FFF2-40B4-BE49-F238E27FC236}">
                      <a16:creationId xmlns:a16="http://schemas.microsoft.com/office/drawing/2014/main" id="{075A7380-E567-AAB4-0449-2BFB952F5343}"/>
                    </a:ext>
                  </a:extLst>
                </p:cNvPr>
                <p:cNvGrpSpPr/>
                <p:nvPr/>
              </p:nvGrpSpPr>
              <p:grpSpPr>
                <a:xfrm>
                  <a:off x="520869" y="2273808"/>
                  <a:ext cx="1188715" cy="321795"/>
                  <a:chOff x="520869" y="2273808"/>
                  <a:chExt cx="1188715" cy="321795"/>
                </a:xfrm>
              </p:grpSpPr>
              <p:sp>
                <p:nvSpPr>
                  <p:cNvPr id="161" name="Freeform: Shape 160">
                    <a:extLst>
                      <a:ext uri="{FF2B5EF4-FFF2-40B4-BE49-F238E27FC236}">
                        <a16:creationId xmlns:a16="http://schemas.microsoft.com/office/drawing/2014/main" id="{05C93E44-4952-52F3-DF37-15E90DD5FAF7}"/>
                      </a:ext>
                    </a:extLst>
                  </p:cNvPr>
                  <p:cNvSpPr/>
                  <p:nvPr/>
                </p:nvSpPr>
                <p:spPr>
                  <a:xfrm>
                    <a:off x="520869" y="2273808"/>
                    <a:ext cx="1188715" cy="321795"/>
                  </a:xfrm>
                  <a:custGeom>
                    <a:avLst/>
                    <a:gdLst>
                      <a:gd name="connsiteX0" fmla="*/ 939366 w 1188715"/>
                      <a:gd name="connsiteY0" fmla="*/ 246298 h 321795"/>
                      <a:gd name="connsiteX1" fmla="*/ 977732 w 1188715"/>
                      <a:gd name="connsiteY1" fmla="*/ 282590 h 321795"/>
                      <a:gd name="connsiteX2" fmla="*/ 1031775 w 1188715"/>
                      <a:gd name="connsiteY2" fmla="*/ 306340 h 321795"/>
                      <a:gd name="connsiteX3" fmla="*/ 1102316 w 1188715"/>
                      <a:gd name="connsiteY3" fmla="*/ 320494 h 321795"/>
                      <a:gd name="connsiteX4" fmla="*/ 1174775 w 1188715"/>
                      <a:gd name="connsiteY4" fmla="*/ 284992 h 321795"/>
                      <a:gd name="connsiteX5" fmla="*/ 1186378 w 1188715"/>
                      <a:gd name="connsiteY5" fmla="*/ 261669 h 321795"/>
                      <a:gd name="connsiteX6" fmla="*/ 1170872 w 1188715"/>
                      <a:gd name="connsiteY6" fmla="*/ 230024 h 321795"/>
                      <a:gd name="connsiteX7" fmla="*/ 1051878 w 1188715"/>
                      <a:gd name="connsiteY7" fmla="*/ 206150 h 321795"/>
                      <a:gd name="connsiteX8" fmla="*/ 992854 w 1188715"/>
                      <a:gd name="connsiteY8" fmla="*/ 207214 h 321795"/>
                      <a:gd name="connsiteX9" fmla="*/ 943458 w 1188715"/>
                      <a:gd name="connsiteY9" fmla="*/ 225897 h 321795"/>
                      <a:gd name="connsiteX10" fmla="*/ 237963 w 1188715"/>
                      <a:gd name="connsiteY10" fmla="*/ 84359 h 321795"/>
                      <a:gd name="connsiteX11" fmla="*/ 199597 w 1188715"/>
                      <a:gd name="connsiteY11" fmla="*/ 48067 h 321795"/>
                      <a:gd name="connsiteX12" fmla="*/ 145554 w 1188715"/>
                      <a:gd name="connsiteY12" fmla="*/ 24317 h 321795"/>
                      <a:gd name="connsiteX13" fmla="*/ 26560 w 1188715"/>
                      <a:gd name="connsiteY13" fmla="*/ 443 h 321795"/>
                      <a:gd name="connsiteX14" fmla="*/ 49 w 1188715"/>
                      <a:gd name="connsiteY14" fmla="*/ 23659 h 321795"/>
                      <a:gd name="connsiteX15" fmla="*/ 1757 w 1188715"/>
                      <a:gd name="connsiteY15" fmla="*/ 49650 h 321795"/>
                      <a:gd name="connsiteX16" fmla="*/ 54914 w 1188715"/>
                      <a:gd name="connsiteY16" fmla="*/ 110354 h 321795"/>
                      <a:gd name="connsiteX17" fmla="*/ 125455 w 1188715"/>
                      <a:gd name="connsiteY17" fmla="*/ 124507 h 321795"/>
                      <a:gd name="connsiteX18" fmla="*/ 184479 w 1188715"/>
                      <a:gd name="connsiteY18" fmla="*/ 123444 h 321795"/>
                      <a:gd name="connsiteX19" fmla="*/ 233872 w 1188715"/>
                      <a:gd name="connsiteY19" fmla="*/ 104760 h 321795"/>
                      <a:gd name="connsiteX20" fmla="*/ 939366 w 1188715"/>
                      <a:gd name="connsiteY20" fmla="*/ 246298 h 32179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</a:cxnLst>
                    <a:rect l="l" t="t" r="r" b="b"/>
                    <a:pathLst>
                      <a:path w="1188715" h="321795">
                        <a:moveTo>
                          <a:pt x="939366" y="246298"/>
                        </a:moveTo>
                        <a:lnTo>
                          <a:pt x="977732" y="282590"/>
                        </a:lnTo>
                        <a:cubicBezTo>
                          <a:pt x="993818" y="294321"/>
                          <a:pt x="1012256" y="302423"/>
                          <a:pt x="1031775" y="306340"/>
                        </a:cubicBezTo>
                        <a:lnTo>
                          <a:pt x="1102316" y="320494"/>
                        </a:lnTo>
                        <a:cubicBezTo>
                          <a:pt x="1131716" y="326393"/>
                          <a:pt x="1161419" y="311841"/>
                          <a:pt x="1174775" y="284992"/>
                        </a:cubicBezTo>
                        <a:lnTo>
                          <a:pt x="1186378" y="261669"/>
                        </a:lnTo>
                        <a:cubicBezTo>
                          <a:pt x="1192886" y="248590"/>
                          <a:pt x="1185197" y="232899"/>
                          <a:pt x="1170872" y="230024"/>
                        </a:cubicBezTo>
                        <a:lnTo>
                          <a:pt x="1051878" y="206150"/>
                        </a:lnTo>
                        <a:cubicBezTo>
                          <a:pt x="1032359" y="202232"/>
                          <a:pt x="1012220" y="202599"/>
                          <a:pt x="992854" y="207214"/>
                        </a:cubicBezTo>
                        <a:lnTo>
                          <a:pt x="943458" y="225897"/>
                        </a:lnTo>
                        <a:lnTo>
                          <a:pt x="237963" y="84359"/>
                        </a:lnTo>
                        <a:lnTo>
                          <a:pt x="199597" y="48067"/>
                        </a:lnTo>
                        <a:cubicBezTo>
                          <a:pt x="183511" y="36336"/>
                          <a:pt x="165074" y="28235"/>
                          <a:pt x="145554" y="24317"/>
                        </a:cubicBezTo>
                        <a:lnTo>
                          <a:pt x="26560" y="443"/>
                        </a:lnTo>
                        <a:cubicBezTo>
                          <a:pt x="12235" y="-2432"/>
                          <a:pt x="-908" y="9078"/>
                          <a:pt x="49" y="23659"/>
                        </a:cubicBezTo>
                        <a:lnTo>
                          <a:pt x="1757" y="49650"/>
                        </a:lnTo>
                        <a:cubicBezTo>
                          <a:pt x="3725" y="79570"/>
                          <a:pt x="25514" y="104454"/>
                          <a:pt x="54914" y="110354"/>
                        </a:cubicBezTo>
                        <a:lnTo>
                          <a:pt x="125455" y="124507"/>
                        </a:lnTo>
                        <a:cubicBezTo>
                          <a:pt x="144974" y="128425"/>
                          <a:pt x="165113" y="128062"/>
                          <a:pt x="184479" y="123444"/>
                        </a:cubicBezTo>
                        <a:lnTo>
                          <a:pt x="233872" y="104760"/>
                        </a:lnTo>
                        <a:lnTo>
                          <a:pt x="939366" y="246298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accent2">
                          <a:lumMod val="90000"/>
                        </a:schemeClr>
                      </a:gs>
                      <a:gs pos="100000">
                        <a:schemeClr val="bg2">
                          <a:lumMod val="75000"/>
                        </a:schemeClr>
                      </a:gs>
                    </a:gsLst>
                    <a:lin ang="2700000" scaled="0"/>
                  </a:gradFill>
                  <a:ln w="354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pt-BR"/>
                  </a:p>
                </p:txBody>
              </p:sp>
              <p:sp>
                <p:nvSpPr>
                  <p:cNvPr id="162" name="Freeform: Shape 161">
                    <a:extLst>
                      <a:ext uri="{FF2B5EF4-FFF2-40B4-BE49-F238E27FC236}">
                        <a16:creationId xmlns:a16="http://schemas.microsoft.com/office/drawing/2014/main" id="{6A8DB8D1-FD31-7699-712C-296B03F47660}"/>
                      </a:ext>
                    </a:extLst>
                  </p:cNvPr>
                  <p:cNvSpPr/>
                  <p:nvPr/>
                </p:nvSpPr>
                <p:spPr>
                  <a:xfrm>
                    <a:off x="837619" y="2356369"/>
                    <a:ext cx="103484" cy="80460"/>
                  </a:xfrm>
                  <a:custGeom>
                    <a:avLst/>
                    <a:gdLst>
                      <a:gd name="connsiteX0" fmla="*/ 336 w 103484"/>
                      <a:gd name="connsiteY0" fmla="*/ 47056 h 80460"/>
                      <a:gd name="connsiteX1" fmla="*/ 5563 w 103484"/>
                      <a:gd name="connsiteY1" fmla="*/ 20538 h 80460"/>
                      <a:gd name="connsiteX2" fmla="*/ 35461 w 103484"/>
                      <a:gd name="connsiteY2" fmla="*/ 485 h 80460"/>
                      <a:gd name="connsiteX3" fmla="*/ 82946 w 103484"/>
                      <a:gd name="connsiteY3" fmla="*/ 9846 h 80460"/>
                      <a:gd name="connsiteX4" fmla="*/ 102999 w 103484"/>
                      <a:gd name="connsiteY4" fmla="*/ 39744 h 80460"/>
                      <a:gd name="connsiteX5" fmla="*/ 97773 w 103484"/>
                      <a:gd name="connsiteY5" fmla="*/ 66262 h 80460"/>
                      <a:gd name="connsiteX6" fmla="*/ 77101 w 103484"/>
                      <a:gd name="connsiteY6" fmla="*/ 80124 h 80460"/>
                      <a:gd name="connsiteX7" fmla="*/ 14198 w 103484"/>
                      <a:gd name="connsiteY7" fmla="*/ 67725 h 80460"/>
                      <a:gd name="connsiteX8" fmla="*/ 336 w 103484"/>
                      <a:gd name="connsiteY8" fmla="*/ 47053 h 8046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103484" h="80460">
                        <a:moveTo>
                          <a:pt x="336" y="47056"/>
                        </a:moveTo>
                        <a:lnTo>
                          <a:pt x="5563" y="20538"/>
                        </a:lnTo>
                        <a:cubicBezTo>
                          <a:pt x="8281" y="6744"/>
                          <a:pt x="21670" y="-2233"/>
                          <a:pt x="35461" y="485"/>
                        </a:cubicBezTo>
                        <a:lnTo>
                          <a:pt x="82946" y="9846"/>
                        </a:lnTo>
                        <a:cubicBezTo>
                          <a:pt x="96741" y="12565"/>
                          <a:pt x="105718" y="25954"/>
                          <a:pt x="102999" y="39744"/>
                        </a:cubicBezTo>
                        <a:lnTo>
                          <a:pt x="97773" y="66262"/>
                        </a:lnTo>
                        <a:cubicBezTo>
                          <a:pt x="95894" y="75798"/>
                          <a:pt x="86640" y="82007"/>
                          <a:pt x="77101" y="80124"/>
                        </a:cubicBezTo>
                        <a:lnTo>
                          <a:pt x="14198" y="67725"/>
                        </a:lnTo>
                        <a:cubicBezTo>
                          <a:pt x="4663" y="65846"/>
                          <a:pt x="-1546" y="56592"/>
                          <a:pt x="336" y="47053"/>
                        </a:cubicBezTo>
                        <a:close/>
                      </a:path>
                    </a:pathLst>
                  </a:custGeom>
                  <a:solidFill>
                    <a:schemeClr val="bg2">
                      <a:lumMod val="50000"/>
                    </a:schemeClr>
                  </a:solidFill>
                  <a:ln w="354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pt-BR"/>
                  </a:p>
                </p:txBody>
              </p:sp>
              <p:sp>
                <p:nvSpPr>
                  <p:cNvPr id="163" name="Freeform: Shape 162">
                    <a:extLst>
                      <a:ext uri="{FF2B5EF4-FFF2-40B4-BE49-F238E27FC236}">
                        <a16:creationId xmlns:a16="http://schemas.microsoft.com/office/drawing/2014/main" id="{21F7E6B9-4313-3EE1-FC2A-467FC60E72BF}"/>
                      </a:ext>
                    </a:extLst>
                  </p:cNvPr>
                  <p:cNvSpPr/>
                  <p:nvPr/>
                </p:nvSpPr>
                <p:spPr>
                  <a:xfrm>
                    <a:off x="1277340" y="2442459"/>
                    <a:ext cx="104153" cy="82762"/>
                  </a:xfrm>
                  <a:custGeom>
                    <a:avLst/>
                    <a:gdLst>
                      <a:gd name="connsiteX0" fmla="*/ 96947 w 104153"/>
                      <a:gd name="connsiteY0" fmla="*/ 69364 h 82762"/>
                      <a:gd name="connsiteX1" fmla="*/ 103409 w 104153"/>
                      <a:gd name="connsiteY1" fmla="*/ 43121 h 82762"/>
                      <a:gd name="connsiteX2" fmla="*/ 84775 w 104153"/>
                      <a:gd name="connsiteY2" fmla="*/ 12315 h 82762"/>
                      <a:gd name="connsiteX3" fmla="*/ 37781 w 104153"/>
                      <a:gd name="connsiteY3" fmla="*/ 744 h 82762"/>
                      <a:gd name="connsiteX4" fmla="*/ 6976 w 104153"/>
                      <a:gd name="connsiteY4" fmla="*/ 19378 h 82762"/>
                      <a:gd name="connsiteX5" fmla="*/ 514 w 104153"/>
                      <a:gd name="connsiteY5" fmla="*/ 45622 h 82762"/>
                      <a:gd name="connsiteX6" fmla="*/ 13394 w 104153"/>
                      <a:gd name="connsiteY6" fmla="*/ 66920 h 82762"/>
                      <a:gd name="connsiteX7" fmla="*/ 75645 w 104153"/>
                      <a:gd name="connsiteY7" fmla="*/ 82248 h 82762"/>
                      <a:gd name="connsiteX8" fmla="*/ 96944 w 104153"/>
                      <a:gd name="connsiteY8" fmla="*/ 69368 h 8276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104153" h="82762">
                        <a:moveTo>
                          <a:pt x="96947" y="69364"/>
                        </a:moveTo>
                        <a:lnTo>
                          <a:pt x="103409" y="43121"/>
                        </a:lnTo>
                        <a:cubicBezTo>
                          <a:pt x="106771" y="29468"/>
                          <a:pt x="98427" y="15678"/>
                          <a:pt x="84775" y="12315"/>
                        </a:cubicBezTo>
                        <a:lnTo>
                          <a:pt x="37781" y="744"/>
                        </a:lnTo>
                        <a:cubicBezTo>
                          <a:pt x="24129" y="-2618"/>
                          <a:pt x="10338" y="5726"/>
                          <a:pt x="6976" y="19378"/>
                        </a:cubicBezTo>
                        <a:lnTo>
                          <a:pt x="514" y="45622"/>
                        </a:lnTo>
                        <a:cubicBezTo>
                          <a:pt x="-1809" y="55061"/>
                          <a:pt x="3958" y="64593"/>
                          <a:pt x="13394" y="66920"/>
                        </a:cubicBezTo>
                        <a:lnTo>
                          <a:pt x="75645" y="82248"/>
                        </a:lnTo>
                        <a:cubicBezTo>
                          <a:pt x="85085" y="84571"/>
                          <a:pt x="94617" y="78804"/>
                          <a:pt x="96944" y="69368"/>
                        </a:cubicBezTo>
                        <a:close/>
                      </a:path>
                    </a:pathLst>
                  </a:custGeom>
                  <a:solidFill>
                    <a:schemeClr val="bg2">
                      <a:lumMod val="50000"/>
                    </a:schemeClr>
                  </a:solidFill>
                  <a:ln w="354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pt-BR"/>
                  </a:p>
                </p:txBody>
              </p:sp>
            </p:grpSp>
          </p:grpSp>
        </p:grpSp>
        <p:sp>
          <p:nvSpPr>
            <p:cNvPr id="178" name="CaixaDeTexto 26">
              <a:extLst>
                <a:ext uri="{FF2B5EF4-FFF2-40B4-BE49-F238E27FC236}">
                  <a16:creationId xmlns:a16="http://schemas.microsoft.com/office/drawing/2014/main" id="{10C1DDE0-26EC-4B60-0F82-CB958349384E}"/>
                </a:ext>
              </a:extLst>
            </p:cNvPr>
            <p:cNvSpPr txBox="1"/>
            <p:nvPr/>
          </p:nvSpPr>
          <p:spPr>
            <a:xfrm>
              <a:off x="9992949" y="3008156"/>
              <a:ext cx="1560723" cy="789960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marL="108000" marR="0" lvl="0" indent="-108000" defTabSz="91440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200"/>
                </a:spcAft>
                <a:buClrTx/>
                <a:buSzTx/>
                <a:buFont typeface="Wingdings" panose="05000000000000000000" pitchFamily="2" charset="2"/>
                <a:buChar char="§"/>
                <a:tabLst/>
                <a:defRPr/>
              </a:pPr>
              <a:r>
                <a:rPr kumimoji="0" lang="pt-BR" sz="1200" b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Versos" panose="020B0503020204030204" pitchFamily="34" charset="77"/>
                </a:rPr>
                <a:t>Acompanhamento Emissores</a:t>
              </a:r>
              <a:endParaRPr lang="pt-BR" sz="1200">
                <a:solidFill>
                  <a:schemeClr val="bg1"/>
                </a:solidFill>
                <a:latin typeface="Versos" panose="020B0503020204030204" pitchFamily="34" charset="77"/>
              </a:endParaRPr>
            </a:p>
            <a:p>
              <a:pPr marL="108000" marR="0" lvl="0" indent="-108000" defTabSz="91440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200"/>
                </a:spcAft>
                <a:buClrTx/>
                <a:buSzTx/>
                <a:buFont typeface="Wingdings" panose="05000000000000000000" pitchFamily="2" charset="2"/>
                <a:buChar char="§"/>
                <a:tabLst/>
                <a:defRPr/>
              </a:pPr>
              <a:r>
                <a:rPr kumimoji="0" lang="pt-BR" sz="1200" b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Versos" panose="020B0503020204030204" pitchFamily="34" charset="77"/>
                </a:rPr>
                <a:t>Acompanhamento </a:t>
              </a:r>
              <a:br>
                <a:rPr kumimoji="0" lang="pt-BR" sz="1200" b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Versos" panose="020B0503020204030204" pitchFamily="34" charset="77"/>
                </a:rPr>
              </a:br>
              <a:r>
                <a:rPr kumimoji="0" lang="pt-BR" sz="1200" b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Versos" panose="020B0503020204030204" pitchFamily="34" charset="77"/>
                </a:rPr>
                <a:t>do Mercado</a:t>
              </a:r>
            </a:p>
          </p:txBody>
        </p:sp>
      </p:grpSp>
      <p:grpSp>
        <p:nvGrpSpPr>
          <p:cNvPr id="183" name="Group 182">
            <a:extLst>
              <a:ext uri="{FF2B5EF4-FFF2-40B4-BE49-F238E27FC236}">
                <a16:creationId xmlns:a16="http://schemas.microsoft.com/office/drawing/2014/main" id="{FF1DF46A-7C0D-E04A-FE3F-3B9E3C81A8F6}"/>
              </a:ext>
            </a:extLst>
          </p:cNvPr>
          <p:cNvGrpSpPr/>
          <p:nvPr/>
        </p:nvGrpSpPr>
        <p:grpSpPr>
          <a:xfrm>
            <a:off x="5771014" y="2060569"/>
            <a:ext cx="2149923" cy="2363725"/>
            <a:chOff x="4972883" y="1481395"/>
            <a:chExt cx="2149923" cy="2363725"/>
          </a:xfrm>
        </p:grpSpPr>
        <p:sp>
          <p:nvSpPr>
            <p:cNvPr id="23" name="CaixaDeTexto 25">
              <a:extLst>
                <a:ext uri="{FF2B5EF4-FFF2-40B4-BE49-F238E27FC236}">
                  <a16:creationId xmlns:a16="http://schemas.microsoft.com/office/drawing/2014/main" id="{831901FC-9E17-2EAD-7EE3-C5A25B07B967}"/>
                </a:ext>
              </a:extLst>
            </p:cNvPr>
            <p:cNvSpPr txBox="1"/>
            <p:nvPr/>
          </p:nvSpPr>
          <p:spPr>
            <a:xfrm>
              <a:off x="4999469" y="2825171"/>
              <a:ext cx="2123337" cy="184666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200" b="1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Versos" panose="020B0503020204030204" pitchFamily="34" charset="77"/>
                </a:rPr>
                <a:t>Comitê de Investimento</a:t>
              </a:r>
            </a:p>
          </p:txBody>
        </p:sp>
        <p:sp>
          <p:nvSpPr>
            <p:cNvPr id="45" name="object 133">
              <a:extLst>
                <a:ext uri="{FF2B5EF4-FFF2-40B4-BE49-F238E27FC236}">
                  <a16:creationId xmlns:a16="http://schemas.microsoft.com/office/drawing/2014/main" id="{15CAE2A1-A375-2448-C0C5-22CDBC528786}"/>
                </a:ext>
              </a:extLst>
            </p:cNvPr>
            <p:cNvSpPr txBox="1"/>
            <p:nvPr/>
          </p:nvSpPr>
          <p:spPr>
            <a:xfrm>
              <a:off x="4999469" y="2303437"/>
              <a:ext cx="663907" cy="476411"/>
            </a:xfrm>
            <a:prstGeom prst="rect">
              <a:avLst/>
            </a:prstGeom>
          </p:spPr>
          <p:txBody>
            <a:bodyPr vert="horz" wrap="square" lIns="0" tIns="14604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14"/>
                </a:spcBef>
              </a:pPr>
              <a:r>
                <a:rPr lang="pt-BR" sz="3000" b="1" spc="45">
                  <a:solidFill>
                    <a:schemeClr val="bg2">
                      <a:lumMod val="90000"/>
                    </a:schemeClr>
                  </a:solidFill>
                  <a:latin typeface="Versos" panose="020B0503020204030204" pitchFamily="34" charset="0"/>
                  <a:cs typeface="Arial"/>
                </a:rPr>
                <a:t>03</a:t>
              </a:r>
              <a:endParaRPr sz="3000">
                <a:solidFill>
                  <a:schemeClr val="bg2">
                    <a:lumMod val="90000"/>
                  </a:schemeClr>
                </a:solidFill>
                <a:latin typeface="Versos" panose="020B0503020204030204" pitchFamily="34" charset="0"/>
                <a:cs typeface="Arial"/>
              </a:endParaRPr>
            </a:p>
          </p:txBody>
        </p:sp>
        <p:grpSp>
          <p:nvGrpSpPr>
            <p:cNvPr id="85" name="Group 84">
              <a:extLst>
                <a:ext uri="{FF2B5EF4-FFF2-40B4-BE49-F238E27FC236}">
                  <a16:creationId xmlns:a16="http://schemas.microsoft.com/office/drawing/2014/main" id="{9698E21C-8686-ED47-FE6C-015C6D4C9C61}"/>
                </a:ext>
              </a:extLst>
            </p:cNvPr>
            <p:cNvGrpSpPr/>
            <p:nvPr/>
          </p:nvGrpSpPr>
          <p:grpSpPr>
            <a:xfrm>
              <a:off x="4972883" y="1481395"/>
              <a:ext cx="1560724" cy="1188715"/>
              <a:chOff x="334786" y="1884279"/>
              <a:chExt cx="1560724" cy="1188715"/>
            </a:xfrm>
          </p:grpSpPr>
          <p:grpSp>
            <p:nvGrpSpPr>
              <p:cNvPr id="86" name="Graphic 7">
                <a:extLst>
                  <a:ext uri="{FF2B5EF4-FFF2-40B4-BE49-F238E27FC236}">
                    <a16:creationId xmlns:a16="http://schemas.microsoft.com/office/drawing/2014/main" id="{66C8F27B-CB9D-70A0-23E3-ED8813D498EA}"/>
                  </a:ext>
                </a:extLst>
              </p:cNvPr>
              <p:cNvGrpSpPr/>
              <p:nvPr/>
            </p:nvGrpSpPr>
            <p:grpSpPr>
              <a:xfrm rot="5400000">
                <a:off x="915191" y="1660433"/>
                <a:ext cx="399914" cy="1560724"/>
                <a:chOff x="877428" y="1698372"/>
                <a:chExt cx="399914" cy="1560724"/>
              </a:xfrm>
            </p:grpSpPr>
            <p:sp>
              <p:nvSpPr>
                <p:cNvPr id="114" name="Freeform: Shape 113">
                  <a:extLst>
                    <a:ext uri="{FF2B5EF4-FFF2-40B4-BE49-F238E27FC236}">
                      <a16:creationId xmlns:a16="http://schemas.microsoft.com/office/drawing/2014/main" id="{8AAAB226-AAF6-8C13-311E-64EE28F0F7FA}"/>
                    </a:ext>
                  </a:extLst>
                </p:cNvPr>
                <p:cNvSpPr/>
                <p:nvPr/>
              </p:nvSpPr>
              <p:spPr>
                <a:xfrm>
                  <a:off x="877428" y="1698372"/>
                  <a:ext cx="399914" cy="1560724"/>
                </a:xfrm>
                <a:custGeom>
                  <a:avLst/>
                  <a:gdLst>
                    <a:gd name="connsiteX0" fmla="*/ 199957 w 399914"/>
                    <a:gd name="connsiteY0" fmla="*/ 0 h 1560724"/>
                    <a:gd name="connsiteX1" fmla="*/ 0 w 399914"/>
                    <a:gd name="connsiteY1" fmla="*/ 780362 h 1560724"/>
                    <a:gd name="connsiteX2" fmla="*/ 199957 w 399914"/>
                    <a:gd name="connsiteY2" fmla="*/ 1560725 h 1560724"/>
                    <a:gd name="connsiteX3" fmla="*/ 399914 w 399914"/>
                    <a:gd name="connsiteY3" fmla="*/ 780362 h 1560724"/>
                    <a:gd name="connsiteX4" fmla="*/ 199957 w 399914"/>
                    <a:gd name="connsiteY4" fmla="*/ 0 h 156072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99914" h="1560724">
                      <a:moveTo>
                        <a:pt x="199957" y="0"/>
                      </a:moveTo>
                      <a:cubicBezTo>
                        <a:pt x="149351" y="0"/>
                        <a:pt x="0" y="390197"/>
                        <a:pt x="0" y="780362"/>
                      </a:cubicBezTo>
                      <a:cubicBezTo>
                        <a:pt x="0" y="1170528"/>
                        <a:pt x="132241" y="1560725"/>
                        <a:pt x="199957" y="1560725"/>
                      </a:cubicBezTo>
                      <a:cubicBezTo>
                        <a:pt x="267673" y="1560725"/>
                        <a:pt x="399914" y="1171165"/>
                        <a:pt x="399914" y="780362"/>
                      </a:cubicBezTo>
                      <a:cubicBezTo>
                        <a:pt x="399914" y="389560"/>
                        <a:pt x="250563" y="0"/>
                        <a:pt x="199957" y="0"/>
                      </a:cubicBezTo>
                      <a:close/>
                    </a:path>
                  </a:pathLst>
                </a:custGeom>
                <a:solidFill>
                  <a:srgbClr val="759DB4"/>
                </a:solidFill>
                <a:ln w="35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115" name="Freeform: Shape 114">
                  <a:extLst>
                    <a:ext uri="{FF2B5EF4-FFF2-40B4-BE49-F238E27FC236}">
                      <a16:creationId xmlns:a16="http://schemas.microsoft.com/office/drawing/2014/main" id="{AE860283-33D2-F197-C44A-115945AA6E09}"/>
                    </a:ext>
                  </a:extLst>
                </p:cNvPr>
                <p:cNvSpPr/>
                <p:nvPr/>
              </p:nvSpPr>
              <p:spPr>
                <a:xfrm>
                  <a:off x="960946" y="2160508"/>
                  <a:ext cx="232872" cy="636451"/>
                </a:xfrm>
                <a:custGeom>
                  <a:avLst/>
                  <a:gdLst>
                    <a:gd name="connsiteX0" fmla="*/ 232872 w 232872"/>
                    <a:gd name="connsiteY0" fmla="*/ 318226 h 636451"/>
                    <a:gd name="connsiteX1" fmla="*/ 116436 w 232872"/>
                    <a:gd name="connsiteY1" fmla="*/ 636451 h 636451"/>
                    <a:gd name="connsiteX2" fmla="*/ 0 w 232872"/>
                    <a:gd name="connsiteY2" fmla="*/ 318226 h 636451"/>
                    <a:gd name="connsiteX3" fmla="*/ 116436 w 232872"/>
                    <a:gd name="connsiteY3" fmla="*/ 0 h 636451"/>
                    <a:gd name="connsiteX4" fmla="*/ 232872 w 232872"/>
                    <a:gd name="connsiteY4" fmla="*/ 318226 h 63645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32872" h="636451">
                      <a:moveTo>
                        <a:pt x="232872" y="318226"/>
                      </a:moveTo>
                      <a:cubicBezTo>
                        <a:pt x="232872" y="480382"/>
                        <a:pt x="186558" y="636451"/>
                        <a:pt x="116436" y="636451"/>
                      </a:cubicBezTo>
                      <a:cubicBezTo>
                        <a:pt x="46315" y="636451"/>
                        <a:pt x="0" y="479187"/>
                        <a:pt x="0" y="318226"/>
                      </a:cubicBezTo>
                      <a:cubicBezTo>
                        <a:pt x="0" y="157264"/>
                        <a:pt x="40238" y="0"/>
                        <a:pt x="116436" y="0"/>
                      </a:cubicBezTo>
                      <a:cubicBezTo>
                        <a:pt x="192635" y="0"/>
                        <a:pt x="232872" y="156073"/>
                        <a:pt x="232872" y="318226"/>
                      </a:cubicBezTo>
                      <a:close/>
                    </a:path>
                  </a:pathLst>
                </a:custGeom>
                <a:solidFill>
                  <a:schemeClr val="bg2">
                    <a:lumMod val="75000"/>
                  </a:schemeClr>
                </a:solidFill>
                <a:ln w="35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</p:grpSp>
          <p:grpSp>
            <p:nvGrpSpPr>
              <p:cNvPr id="87" name="Graphic 7">
                <a:extLst>
                  <a:ext uri="{FF2B5EF4-FFF2-40B4-BE49-F238E27FC236}">
                    <a16:creationId xmlns:a16="http://schemas.microsoft.com/office/drawing/2014/main" id="{340F00F6-B512-FC10-1BCA-888AAECAF3C7}"/>
                  </a:ext>
                </a:extLst>
              </p:cNvPr>
              <p:cNvGrpSpPr/>
              <p:nvPr/>
            </p:nvGrpSpPr>
            <p:grpSpPr>
              <a:xfrm rot="5400000">
                <a:off x="545994" y="2289518"/>
                <a:ext cx="1188715" cy="378237"/>
                <a:chOff x="520869" y="2264412"/>
                <a:chExt cx="1188715" cy="378237"/>
              </a:xfrm>
            </p:grpSpPr>
            <p:grpSp>
              <p:nvGrpSpPr>
                <p:cNvPr id="88" name="Graphic 7">
                  <a:extLst>
                    <a:ext uri="{FF2B5EF4-FFF2-40B4-BE49-F238E27FC236}">
                      <a16:creationId xmlns:a16="http://schemas.microsoft.com/office/drawing/2014/main" id="{A3E3ADC7-BB37-12C8-D699-BAECA068A785}"/>
                    </a:ext>
                  </a:extLst>
                </p:cNvPr>
                <p:cNvGrpSpPr/>
                <p:nvPr/>
              </p:nvGrpSpPr>
              <p:grpSpPr>
                <a:xfrm>
                  <a:off x="818111" y="2500400"/>
                  <a:ext cx="201304" cy="114419"/>
                  <a:chOff x="818111" y="2500400"/>
                  <a:chExt cx="201304" cy="114419"/>
                </a:xfrm>
              </p:grpSpPr>
              <p:sp>
                <p:nvSpPr>
                  <p:cNvPr id="112" name="Freeform: Shape 111">
                    <a:extLst>
                      <a:ext uri="{FF2B5EF4-FFF2-40B4-BE49-F238E27FC236}">
                        <a16:creationId xmlns:a16="http://schemas.microsoft.com/office/drawing/2014/main" id="{1E521002-DFDA-1196-477B-E49ADA9EFBDA}"/>
                      </a:ext>
                    </a:extLst>
                  </p:cNvPr>
                  <p:cNvSpPr/>
                  <p:nvPr/>
                </p:nvSpPr>
                <p:spPr>
                  <a:xfrm>
                    <a:off x="818111" y="2500400"/>
                    <a:ext cx="201304" cy="111509"/>
                  </a:xfrm>
                  <a:custGeom>
                    <a:avLst/>
                    <a:gdLst>
                      <a:gd name="connsiteX0" fmla="*/ 158351 w 201304"/>
                      <a:gd name="connsiteY0" fmla="*/ 108024 h 111509"/>
                      <a:gd name="connsiteX1" fmla="*/ 15888 w 201304"/>
                      <a:gd name="connsiteY1" fmla="*/ 49979 h 111509"/>
                      <a:gd name="connsiteX2" fmla="*/ 1627 w 201304"/>
                      <a:gd name="connsiteY2" fmla="*/ 16523 h 111509"/>
                      <a:gd name="connsiteX3" fmla="*/ 36119 w 201304"/>
                      <a:gd name="connsiteY3" fmla="*/ 1575 h 111509"/>
                      <a:gd name="connsiteX4" fmla="*/ 181194 w 201304"/>
                      <a:gd name="connsiteY4" fmla="*/ 59443 h 111509"/>
                      <a:gd name="connsiteX5" fmla="*/ 198663 w 201304"/>
                      <a:gd name="connsiteY5" fmla="*/ 96333 h 111509"/>
                      <a:gd name="connsiteX6" fmla="*/ 158351 w 201304"/>
                      <a:gd name="connsiteY6" fmla="*/ 108028 h 11150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201304" h="111509">
                        <a:moveTo>
                          <a:pt x="158351" y="108024"/>
                        </a:moveTo>
                        <a:lnTo>
                          <a:pt x="15888" y="49979"/>
                        </a:lnTo>
                        <a:cubicBezTo>
                          <a:pt x="2923" y="44467"/>
                          <a:pt x="-3162" y="29129"/>
                          <a:pt x="1627" y="16523"/>
                        </a:cubicBezTo>
                        <a:cubicBezTo>
                          <a:pt x="6417" y="3913"/>
                          <a:pt x="19115" y="-3402"/>
                          <a:pt x="36119" y="1575"/>
                        </a:cubicBezTo>
                        <a:cubicBezTo>
                          <a:pt x="53123" y="6553"/>
                          <a:pt x="181194" y="59443"/>
                          <a:pt x="181194" y="59443"/>
                        </a:cubicBezTo>
                        <a:cubicBezTo>
                          <a:pt x="195902" y="65114"/>
                          <a:pt x="206463" y="81247"/>
                          <a:pt x="198663" y="96333"/>
                        </a:cubicBezTo>
                        <a:cubicBezTo>
                          <a:pt x="190864" y="111419"/>
                          <a:pt x="178493" y="115137"/>
                          <a:pt x="158351" y="108028"/>
                        </a:cubicBezTo>
                        <a:close/>
                      </a:path>
                    </a:pathLst>
                  </a:custGeom>
                  <a:solidFill>
                    <a:schemeClr val="bg2">
                      <a:lumMod val="50000"/>
                    </a:schemeClr>
                  </a:solidFill>
                  <a:ln w="354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pt-BR"/>
                  </a:p>
                </p:txBody>
              </p:sp>
              <p:sp>
                <p:nvSpPr>
                  <p:cNvPr id="113" name="Freeform: Shape 112">
                    <a:extLst>
                      <a:ext uri="{FF2B5EF4-FFF2-40B4-BE49-F238E27FC236}">
                        <a16:creationId xmlns:a16="http://schemas.microsoft.com/office/drawing/2014/main" id="{14A1AFC3-9916-754F-CE8B-54758F93C2CB}"/>
                      </a:ext>
                    </a:extLst>
                  </p:cNvPr>
                  <p:cNvSpPr/>
                  <p:nvPr/>
                </p:nvSpPr>
                <p:spPr>
                  <a:xfrm>
                    <a:off x="893094" y="2518840"/>
                    <a:ext cx="125872" cy="95978"/>
                  </a:xfrm>
                  <a:custGeom>
                    <a:avLst/>
                    <a:gdLst>
                      <a:gd name="connsiteX0" fmla="*/ 21490 w 125872"/>
                      <a:gd name="connsiteY0" fmla="*/ 0 h 95978"/>
                      <a:gd name="connsiteX1" fmla="*/ 103606 w 125872"/>
                      <a:gd name="connsiteY1" fmla="*/ 38327 h 95978"/>
                      <a:gd name="connsiteX2" fmla="*/ 123463 w 125872"/>
                      <a:gd name="connsiteY2" fmla="*/ 80162 h 95978"/>
                      <a:gd name="connsiteX3" fmla="*/ 68026 w 125872"/>
                      <a:gd name="connsiteY3" fmla="*/ 91338 h 95978"/>
                      <a:gd name="connsiteX4" fmla="*/ 0 w 125872"/>
                      <a:gd name="connsiteY4" fmla="*/ 71449 h 95978"/>
                      <a:gd name="connsiteX5" fmla="*/ 21490 w 125872"/>
                      <a:gd name="connsiteY5" fmla="*/ 0 h 9597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</a:cxnLst>
                    <a:rect l="l" t="t" r="r" b="b"/>
                    <a:pathLst>
                      <a:path w="125872" h="95978">
                        <a:moveTo>
                          <a:pt x="21490" y="0"/>
                        </a:moveTo>
                        <a:cubicBezTo>
                          <a:pt x="21490" y="0"/>
                          <a:pt x="77038" y="20569"/>
                          <a:pt x="103606" y="38327"/>
                        </a:cubicBezTo>
                        <a:cubicBezTo>
                          <a:pt x="120521" y="49634"/>
                          <a:pt x="130818" y="63383"/>
                          <a:pt x="123463" y="80162"/>
                        </a:cubicBezTo>
                        <a:cubicBezTo>
                          <a:pt x="114209" y="102791"/>
                          <a:pt x="84133" y="95817"/>
                          <a:pt x="68026" y="91338"/>
                        </a:cubicBezTo>
                        <a:cubicBezTo>
                          <a:pt x="51919" y="86858"/>
                          <a:pt x="0" y="71449"/>
                          <a:pt x="0" y="71449"/>
                        </a:cubicBezTo>
                        <a:lnTo>
                          <a:pt x="21490" y="0"/>
                        </a:lnTo>
                        <a:close/>
                      </a:path>
                    </a:pathLst>
                  </a:custGeom>
                  <a:solidFill>
                    <a:srgbClr val="E6EDF1"/>
                  </a:solidFill>
                  <a:ln w="354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pt-BR"/>
                  </a:p>
                </p:txBody>
              </p:sp>
            </p:grpSp>
            <p:grpSp>
              <p:nvGrpSpPr>
                <p:cNvPr id="89" name="Graphic 7">
                  <a:extLst>
                    <a:ext uri="{FF2B5EF4-FFF2-40B4-BE49-F238E27FC236}">
                      <a16:creationId xmlns:a16="http://schemas.microsoft.com/office/drawing/2014/main" id="{B9BCCE5E-DF3A-0D60-75CB-B33E9BC5055C}"/>
                    </a:ext>
                  </a:extLst>
                </p:cNvPr>
                <p:cNvGrpSpPr/>
                <p:nvPr/>
              </p:nvGrpSpPr>
              <p:grpSpPr>
                <a:xfrm>
                  <a:off x="1127086" y="2551364"/>
                  <a:ext cx="209276" cy="91048"/>
                  <a:chOff x="1127086" y="2551364"/>
                  <a:chExt cx="209276" cy="91048"/>
                </a:xfrm>
              </p:grpSpPr>
              <p:sp>
                <p:nvSpPr>
                  <p:cNvPr id="110" name="Freeform: Shape 109">
                    <a:extLst>
                      <a:ext uri="{FF2B5EF4-FFF2-40B4-BE49-F238E27FC236}">
                        <a16:creationId xmlns:a16="http://schemas.microsoft.com/office/drawing/2014/main" id="{55394A2B-0D7C-BD16-FA25-33F7DC62B5EF}"/>
                      </a:ext>
                    </a:extLst>
                  </p:cNvPr>
                  <p:cNvSpPr/>
                  <p:nvPr/>
                </p:nvSpPr>
                <p:spPr>
                  <a:xfrm>
                    <a:off x="1128542" y="2551364"/>
                    <a:ext cx="207820" cy="91048"/>
                  </a:xfrm>
                  <a:custGeom>
                    <a:avLst/>
                    <a:gdLst>
                      <a:gd name="connsiteX0" fmla="*/ 26248 w 207820"/>
                      <a:gd name="connsiteY0" fmla="*/ 53872 h 91048"/>
                      <a:gd name="connsiteX1" fmla="*/ 175681 w 207820"/>
                      <a:gd name="connsiteY1" fmla="*/ 90413 h 91048"/>
                      <a:gd name="connsiteX2" fmla="*/ 206853 w 207820"/>
                      <a:gd name="connsiteY2" fmla="*/ 71676 h 91048"/>
                      <a:gd name="connsiteX3" fmla="*/ 187686 w 207820"/>
                      <a:gd name="connsiteY3" fmla="*/ 39341 h 91048"/>
                      <a:gd name="connsiteX4" fmla="*/ 36246 w 207820"/>
                      <a:gd name="connsiteY4" fmla="*/ 1124 h 91048"/>
                      <a:gd name="connsiteX5" fmla="*/ 459 w 207820"/>
                      <a:gd name="connsiteY5" fmla="*/ 20757 h 91048"/>
                      <a:gd name="connsiteX6" fmla="*/ 26251 w 207820"/>
                      <a:gd name="connsiteY6" fmla="*/ 53872 h 9104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207820" h="91048">
                        <a:moveTo>
                          <a:pt x="26248" y="53872"/>
                        </a:moveTo>
                        <a:lnTo>
                          <a:pt x="175681" y="90413"/>
                        </a:lnTo>
                        <a:cubicBezTo>
                          <a:pt x="189418" y="93554"/>
                          <a:pt x="203337" y="84699"/>
                          <a:pt x="206853" y="71676"/>
                        </a:cubicBezTo>
                        <a:cubicBezTo>
                          <a:pt x="210368" y="58654"/>
                          <a:pt x="204376" y="45279"/>
                          <a:pt x="187686" y="39341"/>
                        </a:cubicBezTo>
                        <a:cubicBezTo>
                          <a:pt x="170995" y="33399"/>
                          <a:pt x="36246" y="1124"/>
                          <a:pt x="36246" y="1124"/>
                        </a:cubicBezTo>
                        <a:cubicBezTo>
                          <a:pt x="21007" y="-2907"/>
                          <a:pt x="2992" y="3964"/>
                          <a:pt x="459" y="20757"/>
                        </a:cubicBezTo>
                        <a:cubicBezTo>
                          <a:pt x="-2071" y="37551"/>
                          <a:pt x="5764" y="47816"/>
                          <a:pt x="26251" y="53872"/>
                        </a:cubicBezTo>
                        <a:close/>
                      </a:path>
                    </a:pathLst>
                  </a:custGeom>
                  <a:solidFill>
                    <a:schemeClr val="bg2">
                      <a:lumMod val="50000"/>
                    </a:schemeClr>
                  </a:solidFill>
                  <a:ln w="354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pt-BR"/>
                  </a:p>
                </p:txBody>
              </p:sp>
              <p:sp>
                <p:nvSpPr>
                  <p:cNvPr id="111" name="Freeform: Shape 110">
                    <a:extLst>
                      <a:ext uri="{FF2B5EF4-FFF2-40B4-BE49-F238E27FC236}">
                        <a16:creationId xmlns:a16="http://schemas.microsoft.com/office/drawing/2014/main" id="{97E4E6E4-FB38-4A12-2D1A-676DD9119778}"/>
                      </a:ext>
                    </a:extLst>
                  </p:cNvPr>
                  <p:cNvSpPr/>
                  <p:nvPr/>
                </p:nvSpPr>
                <p:spPr>
                  <a:xfrm>
                    <a:off x="1127086" y="2551665"/>
                    <a:ext cx="130167" cy="86468"/>
                  </a:xfrm>
                  <a:custGeom>
                    <a:avLst/>
                    <a:gdLst>
                      <a:gd name="connsiteX0" fmla="*/ 130168 w 130167"/>
                      <a:gd name="connsiteY0" fmla="*/ 15650 h 86468"/>
                      <a:gd name="connsiteX1" fmla="*/ 40908 w 130167"/>
                      <a:gd name="connsiteY1" fmla="*/ 23 h 86468"/>
                      <a:gd name="connsiteX2" fmla="*/ 663 w 130167"/>
                      <a:gd name="connsiteY2" fmla="*/ 22936 h 86468"/>
                      <a:gd name="connsiteX3" fmla="*/ 39698 w 130167"/>
                      <a:gd name="connsiteY3" fmla="*/ 63854 h 86468"/>
                      <a:gd name="connsiteX4" fmla="*/ 109987 w 130167"/>
                      <a:gd name="connsiteY4" fmla="*/ 86468 h 86468"/>
                      <a:gd name="connsiteX5" fmla="*/ 130168 w 130167"/>
                      <a:gd name="connsiteY5" fmla="*/ 15650 h 8646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</a:cxnLst>
                    <a:rect l="l" t="t" r="r" b="b"/>
                    <a:pathLst>
                      <a:path w="130167" h="86468">
                        <a:moveTo>
                          <a:pt x="130168" y="15650"/>
                        </a:moveTo>
                        <a:cubicBezTo>
                          <a:pt x="130168" y="15650"/>
                          <a:pt x="72855" y="685"/>
                          <a:pt x="40908" y="23"/>
                        </a:cubicBezTo>
                        <a:cubicBezTo>
                          <a:pt x="20563" y="-401"/>
                          <a:pt x="4250" y="4972"/>
                          <a:pt x="663" y="22936"/>
                        </a:cubicBezTo>
                        <a:cubicBezTo>
                          <a:pt x="-4716" y="46782"/>
                          <a:pt x="23929" y="58300"/>
                          <a:pt x="39698" y="63854"/>
                        </a:cubicBezTo>
                        <a:cubicBezTo>
                          <a:pt x="55467" y="69408"/>
                          <a:pt x="109987" y="86468"/>
                          <a:pt x="109987" y="86468"/>
                        </a:cubicBezTo>
                        <a:lnTo>
                          <a:pt x="130168" y="15650"/>
                        </a:lnTo>
                        <a:close/>
                      </a:path>
                    </a:pathLst>
                  </a:custGeom>
                  <a:solidFill>
                    <a:srgbClr val="E6EDF1"/>
                  </a:solidFill>
                  <a:ln w="354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pt-BR"/>
                  </a:p>
                </p:txBody>
              </p:sp>
            </p:grpSp>
            <p:sp>
              <p:nvSpPr>
                <p:cNvPr id="90" name="Freeform: Shape 89">
                  <a:extLst>
                    <a:ext uri="{FF2B5EF4-FFF2-40B4-BE49-F238E27FC236}">
                      <a16:creationId xmlns:a16="http://schemas.microsoft.com/office/drawing/2014/main" id="{CBF39C7C-952B-8BC9-38A0-399A79783FE1}"/>
                    </a:ext>
                  </a:extLst>
                </p:cNvPr>
                <p:cNvSpPr/>
                <p:nvPr/>
              </p:nvSpPr>
              <p:spPr>
                <a:xfrm>
                  <a:off x="1285211" y="2460365"/>
                  <a:ext cx="67830" cy="182283"/>
                </a:xfrm>
                <a:custGeom>
                  <a:avLst/>
                  <a:gdLst>
                    <a:gd name="connsiteX0" fmla="*/ 53280 w 67830"/>
                    <a:gd name="connsiteY0" fmla="*/ 153684 h 182283"/>
                    <a:gd name="connsiteX1" fmla="*/ 67733 w 67830"/>
                    <a:gd name="connsiteY1" fmla="*/ 40553 h 182283"/>
                    <a:gd name="connsiteX2" fmla="*/ 45378 w 67830"/>
                    <a:gd name="connsiteY2" fmla="*/ 607 h 182283"/>
                    <a:gd name="connsiteX3" fmla="*/ 10079 w 67830"/>
                    <a:gd name="connsiteY3" fmla="*/ 35885 h 182283"/>
                    <a:gd name="connsiteX4" fmla="*/ 13 w 67830"/>
                    <a:gd name="connsiteY4" fmla="*/ 148297 h 182283"/>
                    <a:gd name="connsiteX5" fmla="*/ 23428 w 67830"/>
                    <a:gd name="connsiteY5" fmla="*/ 182013 h 182283"/>
                    <a:gd name="connsiteX6" fmla="*/ 53276 w 67830"/>
                    <a:gd name="connsiteY6" fmla="*/ 153684 h 18228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67830" h="182283">
                      <a:moveTo>
                        <a:pt x="53280" y="153684"/>
                      </a:moveTo>
                      <a:cubicBezTo>
                        <a:pt x="53280" y="153684"/>
                        <a:pt x="66872" y="61823"/>
                        <a:pt x="67733" y="40553"/>
                      </a:cubicBezTo>
                      <a:cubicBezTo>
                        <a:pt x="68594" y="19279"/>
                        <a:pt x="64011" y="4151"/>
                        <a:pt x="45378" y="607"/>
                      </a:cubicBezTo>
                      <a:cubicBezTo>
                        <a:pt x="26744" y="-2937"/>
                        <a:pt x="13800" y="9064"/>
                        <a:pt x="10079" y="35885"/>
                      </a:cubicBezTo>
                      <a:cubicBezTo>
                        <a:pt x="6360" y="62705"/>
                        <a:pt x="283" y="134438"/>
                        <a:pt x="13" y="148297"/>
                      </a:cubicBezTo>
                      <a:cubicBezTo>
                        <a:pt x="-258" y="162159"/>
                        <a:pt x="3614" y="179597"/>
                        <a:pt x="23428" y="182013"/>
                      </a:cubicBezTo>
                      <a:cubicBezTo>
                        <a:pt x="43243" y="184428"/>
                        <a:pt x="51789" y="170328"/>
                        <a:pt x="53276" y="153684"/>
                      </a:cubicBezTo>
                      <a:close/>
                    </a:path>
                  </a:pathLst>
                </a:custGeom>
                <a:solidFill>
                  <a:schemeClr val="bg2">
                    <a:lumMod val="50000"/>
                  </a:schemeClr>
                </a:solidFill>
                <a:ln w="35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grpSp>
              <p:nvGrpSpPr>
                <p:cNvPr id="91" name="Graphic 7">
                  <a:extLst>
                    <a:ext uri="{FF2B5EF4-FFF2-40B4-BE49-F238E27FC236}">
                      <a16:creationId xmlns:a16="http://schemas.microsoft.com/office/drawing/2014/main" id="{5B1CD8A6-78DF-5D0D-725E-D527B377312E}"/>
                    </a:ext>
                  </a:extLst>
                </p:cNvPr>
                <p:cNvGrpSpPr/>
                <p:nvPr/>
              </p:nvGrpSpPr>
              <p:grpSpPr>
                <a:xfrm>
                  <a:off x="1088156" y="2264412"/>
                  <a:ext cx="72372" cy="207051"/>
                  <a:chOff x="1088156" y="2264412"/>
                  <a:chExt cx="72372" cy="207051"/>
                </a:xfrm>
                <a:solidFill>
                  <a:srgbClr val="ABDAEF"/>
                </a:solidFill>
              </p:grpSpPr>
              <p:sp>
                <p:nvSpPr>
                  <p:cNvPr id="108" name="Freeform: Shape 107">
                    <a:extLst>
                      <a:ext uri="{FF2B5EF4-FFF2-40B4-BE49-F238E27FC236}">
                        <a16:creationId xmlns:a16="http://schemas.microsoft.com/office/drawing/2014/main" id="{7424DB78-B0F0-764B-A203-403715C811F9}"/>
                      </a:ext>
                    </a:extLst>
                  </p:cNvPr>
                  <p:cNvSpPr/>
                  <p:nvPr/>
                </p:nvSpPr>
                <p:spPr>
                  <a:xfrm>
                    <a:off x="1107920" y="2321961"/>
                    <a:ext cx="52608" cy="149501"/>
                  </a:xfrm>
                  <a:custGeom>
                    <a:avLst/>
                    <a:gdLst>
                      <a:gd name="connsiteX0" fmla="*/ 20537 w 52608"/>
                      <a:gd name="connsiteY0" fmla="*/ 13 h 149501"/>
                      <a:gd name="connsiteX1" fmla="*/ 35363 w 52608"/>
                      <a:gd name="connsiteY1" fmla="*/ 13673 h 149501"/>
                      <a:gd name="connsiteX2" fmla="*/ 52445 w 52608"/>
                      <a:gd name="connsiteY2" fmla="*/ 120296 h 149501"/>
                      <a:gd name="connsiteX3" fmla="*/ 27305 w 52608"/>
                      <a:gd name="connsiteY3" fmla="*/ 149482 h 149501"/>
                      <a:gd name="connsiteX4" fmla="*/ 25 w 52608"/>
                      <a:gd name="connsiteY4" fmla="*/ 122061 h 149501"/>
                      <a:gd name="connsiteX5" fmla="*/ 5519 w 52608"/>
                      <a:gd name="connsiteY5" fmla="*/ 14961 h 149501"/>
                      <a:gd name="connsiteX6" fmla="*/ 20537 w 52608"/>
                      <a:gd name="connsiteY6" fmla="*/ 17 h 14950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52608" h="149501">
                        <a:moveTo>
                          <a:pt x="20537" y="13"/>
                        </a:moveTo>
                        <a:cubicBezTo>
                          <a:pt x="29027" y="-310"/>
                          <a:pt x="34182" y="5258"/>
                          <a:pt x="35363" y="13673"/>
                        </a:cubicBezTo>
                        <a:lnTo>
                          <a:pt x="52445" y="120296"/>
                        </a:lnTo>
                        <a:cubicBezTo>
                          <a:pt x="54128" y="135478"/>
                          <a:pt x="42568" y="148899"/>
                          <a:pt x="27305" y="149482"/>
                        </a:cubicBezTo>
                        <a:cubicBezTo>
                          <a:pt x="11945" y="150066"/>
                          <a:pt x="-640" y="137413"/>
                          <a:pt x="25" y="122061"/>
                        </a:cubicBezTo>
                        <a:lnTo>
                          <a:pt x="5519" y="14961"/>
                        </a:lnTo>
                        <a:cubicBezTo>
                          <a:pt x="5892" y="6347"/>
                          <a:pt x="11920" y="348"/>
                          <a:pt x="20537" y="17"/>
                        </a:cubicBezTo>
                        <a:close/>
                      </a:path>
                    </a:pathLst>
                  </a:custGeom>
                  <a:solidFill>
                    <a:schemeClr val="bg2">
                      <a:lumMod val="50000"/>
                    </a:schemeClr>
                  </a:solidFill>
                  <a:ln w="354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pt-BR"/>
                  </a:p>
                </p:txBody>
              </p:sp>
              <p:sp>
                <p:nvSpPr>
                  <p:cNvPr id="109" name="Freeform: Shape 108">
                    <a:extLst>
                      <a:ext uri="{FF2B5EF4-FFF2-40B4-BE49-F238E27FC236}">
                        <a16:creationId xmlns:a16="http://schemas.microsoft.com/office/drawing/2014/main" id="{2165A68F-1135-1AD1-4F5D-3F2E50D4B7AA}"/>
                      </a:ext>
                    </a:extLst>
                  </p:cNvPr>
                  <p:cNvSpPr/>
                  <p:nvPr/>
                </p:nvSpPr>
                <p:spPr>
                  <a:xfrm>
                    <a:off x="1088156" y="2264412"/>
                    <a:ext cx="71744" cy="87008"/>
                  </a:xfrm>
                  <a:custGeom>
                    <a:avLst/>
                    <a:gdLst>
                      <a:gd name="connsiteX0" fmla="*/ 5397 w 71744"/>
                      <a:gd name="connsiteY0" fmla="*/ 61943 h 87008"/>
                      <a:gd name="connsiteX1" fmla="*/ 41550 w 71744"/>
                      <a:gd name="connsiteY1" fmla="*/ 85881 h 87008"/>
                      <a:gd name="connsiteX2" fmla="*/ 51801 w 71744"/>
                      <a:gd name="connsiteY2" fmla="*/ 82000 h 87008"/>
                      <a:gd name="connsiteX3" fmla="*/ 71498 w 71744"/>
                      <a:gd name="connsiteY3" fmla="*/ 8530 h 87008"/>
                      <a:gd name="connsiteX4" fmla="*/ 60998 w 71744"/>
                      <a:gd name="connsiteY4" fmla="*/ 1322 h 87008"/>
                      <a:gd name="connsiteX5" fmla="*/ 4952 w 71744"/>
                      <a:gd name="connsiteY5" fmla="*/ 42160 h 87008"/>
                      <a:gd name="connsiteX6" fmla="*/ 5397 w 71744"/>
                      <a:gd name="connsiteY6" fmla="*/ 61939 h 8700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71744" h="87008">
                        <a:moveTo>
                          <a:pt x="5397" y="61943"/>
                        </a:moveTo>
                        <a:lnTo>
                          <a:pt x="41550" y="85881"/>
                        </a:lnTo>
                        <a:cubicBezTo>
                          <a:pt x="45396" y="88429"/>
                          <a:pt x="50609" y="86454"/>
                          <a:pt x="51801" y="82000"/>
                        </a:cubicBezTo>
                        <a:lnTo>
                          <a:pt x="71498" y="8530"/>
                        </a:lnTo>
                        <a:cubicBezTo>
                          <a:pt x="73149" y="2378"/>
                          <a:pt x="66147" y="-2429"/>
                          <a:pt x="60998" y="1322"/>
                        </a:cubicBezTo>
                        <a:lnTo>
                          <a:pt x="4952" y="42160"/>
                        </a:lnTo>
                        <a:cubicBezTo>
                          <a:pt x="-1836" y="47106"/>
                          <a:pt x="-1605" y="57303"/>
                          <a:pt x="5397" y="61939"/>
                        </a:cubicBezTo>
                        <a:close/>
                      </a:path>
                    </a:pathLst>
                  </a:custGeom>
                  <a:solidFill>
                    <a:schemeClr val="bg2">
                      <a:lumMod val="50000"/>
                    </a:schemeClr>
                  </a:solidFill>
                  <a:ln w="354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pt-BR"/>
                  </a:p>
                </p:txBody>
              </p:sp>
            </p:grpSp>
            <p:grpSp>
              <p:nvGrpSpPr>
                <p:cNvPr id="92" name="Graphic 7">
                  <a:extLst>
                    <a:ext uri="{FF2B5EF4-FFF2-40B4-BE49-F238E27FC236}">
                      <a16:creationId xmlns:a16="http://schemas.microsoft.com/office/drawing/2014/main" id="{92D1431C-CE47-47C2-D6B9-5A92B10A9E9F}"/>
                    </a:ext>
                  </a:extLst>
                </p:cNvPr>
                <p:cNvGrpSpPr/>
                <p:nvPr/>
              </p:nvGrpSpPr>
              <p:grpSpPr>
                <a:xfrm>
                  <a:off x="991941" y="2267319"/>
                  <a:ext cx="76641" cy="204647"/>
                  <a:chOff x="991941" y="2267319"/>
                  <a:chExt cx="76641" cy="204647"/>
                </a:xfrm>
                <a:solidFill>
                  <a:srgbClr val="ABDAEF"/>
                </a:solidFill>
              </p:grpSpPr>
              <p:sp>
                <p:nvSpPr>
                  <p:cNvPr id="106" name="Freeform: Shape 105">
                    <a:extLst>
                      <a:ext uri="{FF2B5EF4-FFF2-40B4-BE49-F238E27FC236}">
                        <a16:creationId xmlns:a16="http://schemas.microsoft.com/office/drawing/2014/main" id="{BA186C5F-AF9C-3664-861C-AB1F6C8D7DD6}"/>
                      </a:ext>
                    </a:extLst>
                  </p:cNvPr>
                  <p:cNvSpPr/>
                  <p:nvPr/>
                </p:nvSpPr>
                <p:spPr>
                  <a:xfrm>
                    <a:off x="991941" y="2322943"/>
                    <a:ext cx="53534" cy="149023"/>
                  </a:xfrm>
                  <a:custGeom>
                    <a:avLst/>
                    <a:gdLst>
                      <a:gd name="connsiteX0" fmla="*/ 39432 w 53534"/>
                      <a:gd name="connsiteY0" fmla="*/ 103 h 149023"/>
                      <a:gd name="connsiteX1" fmla="*/ 24047 w 53534"/>
                      <a:gd name="connsiteY1" fmla="*/ 11816 h 149023"/>
                      <a:gd name="connsiteX2" fmla="*/ 386 w 53534"/>
                      <a:gd name="connsiteY2" fmla="*/ 118261 h 149023"/>
                      <a:gd name="connsiteX3" fmla="*/ 23741 w 53534"/>
                      <a:gd name="connsiteY3" fmla="*/ 148896 h 149023"/>
                      <a:gd name="connsiteX4" fmla="*/ 52611 w 53534"/>
                      <a:gd name="connsiteY4" fmla="*/ 123153 h 149023"/>
                      <a:gd name="connsiteX5" fmla="*/ 53532 w 53534"/>
                      <a:gd name="connsiteY5" fmla="*/ 14587 h 149023"/>
                      <a:gd name="connsiteX6" fmla="*/ 39428 w 53534"/>
                      <a:gd name="connsiteY6" fmla="*/ 103 h 14902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53534" h="149023">
                        <a:moveTo>
                          <a:pt x="39432" y="103"/>
                        </a:moveTo>
                        <a:cubicBezTo>
                          <a:pt x="30974" y="-726"/>
                          <a:pt x="25730" y="3486"/>
                          <a:pt x="24047" y="11816"/>
                        </a:cubicBezTo>
                        <a:lnTo>
                          <a:pt x="386" y="118261"/>
                        </a:lnTo>
                        <a:cubicBezTo>
                          <a:pt x="-2204" y="133319"/>
                          <a:pt x="8534" y="147405"/>
                          <a:pt x="23741" y="148896"/>
                        </a:cubicBezTo>
                        <a:cubicBezTo>
                          <a:pt x="39037" y="150397"/>
                          <a:pt x="52358" y="138520"/>
                          <a:pt x="52611" y="123153"/>
                        </a:cubicBezTo>
                        <a:lnTo>
                          <a:pt x="53532" y="14587"/>
                        </a:lnTo>
                        <a:cubicBezTo>
                          <a:pt x="53675" y="5966"/>
                          <a:pt x="48010" y="946"/>
                          <a:pt x="39428" y="103"/>
                        </a:cubicBezTo>
                        <a:close/>
                      </a:path>
                    </a:pathLst>
                  </a:custGeom>
                  <a:solidFill>
                    <a:schemeClr val="bg2">
                      <a:lumMod val="50000"/>
                    </a:schemeClr>
                  </a:solidFill>
                  <a:ln w="354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pt-BR"/>
                  </a:p>
                </p:txBody>
              </p:sp>
              <p:sp>
                <p:nvSpPr>
                  <p:cNvPr id="107" name="Freeform: Shape 106">
                    <a:extLst>
                      <a:ext uri="{FF2B5EF4-FFF2-40B4-BE49-F238E27FC236}">
                        <a16:creationId xmlns:a16="http://schemas.microsoft.com/office/drawing/2014/main" id="{8787EEF6-07AC-94A2-1CBC-D5F307A848D0}"/>
                      </a:ext>
                    </a:extLst>
                  </p:cNvPr>
                  <p:cNvSpPr/>
                  <p:nvPr/>
                </p:nvSpPr>
                <p:spPr>
                  <a:xfrm>
                    <a:off x="991944" y="2267319"/>
                    <a:ext cx="76638" cy="84222"/>
                  </a:xfrm>
                  <a:custGeom>
                    <a:avLst/>
                    <a:gdLst>
                      <a:gd name="connsiteX0" fmla="*/ 72366 w 76638"/>
                      <a:gd name="connsiteY0" fmla="*/ 54645 h 84222"/>
                      <a:gd name="connsiteX1" fmla="*/ 39240 w 76638"/>
                      <a:gd name="connsiteY1" fmla="*/ 82625 h 84222"/>
                      <a:gd name="connsiteX2" fmla="*/ 28605 w 76638"/>
                      <a:gd name="connsiteY2" fmla="*/ 79960 h 84222"/>
                      <a:gd name="connsiteX3" fmla="*/ 501 w 76638"/>
                      <a:gd name="connsiteY3" fmla="*/ 9277 h 84222"/>
                      <a:gd name="connsiteX4" fmla="*/ 10093 w 76638"/>
                      <a:gd name="connsiteY4" fmla="*/ 898 h 84222"/>
                      <a:gd name="connsiteX5" fmla="*/ 70505 w 76638"/>
                      <a:gd name="connsiteY5" fmla="*/ 34944 h 84222"/>
                      <a:gd name="connsiteX6" fmla="*/ 72366 w 76638"/>
                      <a:gd name="connsiteY6" fmla="*/ 54641 h 8422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76638" h="84222">
                        <a:moveTo>
                          <a:pt x="72366" y="54645"/>
                        </a:moveTo>
                        <a:lnTo>
                          <a:pt x="39240" y="82625"/>
                        </a:lnTo>
                        <a:cubicBezTo>
                          <a:pt x="35718" y="85603"/>
                          <a:pt x="30310" y="84248"/>
                          <a:pt x="28605" y="79960"/>
                        </a:cubicBezTo>
                        <a:lnTo>
                          <a:pt x="501" y="9277"/>
                        </a:lnTo>
                        <a:cubicBezTo>
                          <a:pt x="-1851" y="3360"/>
                          <a:pt x="4543" y="-2230"/>
                          <a:pt x="10093" y="898"/>
                        </a:cubicBezTo>
                        <a:lnTo>
                          <a:pt x="70505" y="34944"/>
                        </a:lnTo>
                        <a:cubicBezTo>
                          <a:pt x="77820" y="39068"/>
                          <a:pt x="78781" y="49223"/>
                          <a:pt x="72366" y="54641"/>
                        </a:cubicBezTo>
                        <a:close/>
                      </a:path>
                    </a:pathLst>
                  </a:custGeom>
                  <a:solidFill>
                    <a:schemeClr val="bg2">
                      <a:lumMod val="50000"/>
                    </a:schemeClr>
                  </a:solidFill>
                  <a:ln w="354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pt-BR"/>
                  </a:p>
                </p:txBody>
              </p:sp>
            </p:grpSp>
            <p:grpSp>
              <p:nvGrpSpPr>
                <p:cNvPr id="93" name="Graphic 7">
                  <a:extLst>
                    <a:ext uri="{FF2B5EF4-FFF2-40B4-BE49-F238E27FC236}">
                      <a16:creationId xmlns:a16="http://schemas.microsoft.com/office/drawing/2014/main" id="{671914DB-DC57-B7CA-B514-453D662FBE46}"/>
                    </a:ext>
                  </a:extLst>
                </p:cNvPr>
                <p:cNvGrpSpPr/>
                <p:nvPr/>
              </p:nvGrpSpPr>
              <p:grpSpPr>
                <a:xfrm>
                  <a:off x="1086024" y="2424017"/>
                  <a:ext cx="82733" cy="141150"/>
                  <a:chOff x="1086024" y="2424017"/>
                  <a:chExt cx="82733" cy="141150"/>
                </a:xfrm>
                <a:solidFill>
                  <a:srgbClr val="E6EDF1"/>
                </a:solidFill>
              </p:grpSpPr>
              <p:sp>
                <p:nvSpPr>
                  <p:cNvPr id="104" name="Freeform: Shape 103">
                    <a:extLst>
                      <a:ext uri="{FF2B5EF4-FFF2-40B4-BE49-F238E27FC236}">
                        <a16:creationId xmlns:a16="http://schemas.microsoft.com/office/drawing/2014/main" id="{4A0E3FAE-2450-DA97-D577-B62F79B031B6}"/>
                      </a:ext>
                    </a:extLst>
                  </p:cNvPr>
                  <p:cNvSpPr/>
                  <p:nvPr/>
                </p:nvSpPr>
                <p:spPr>
                  <a:xfrm>
                    <a:off x="1101407" y="2424017"/>
                    <a:ext cx="59995" cy="115294"/>
                  </a:xfrm>
                  <a:custGeom>
                    <a:avLst/>
                    <a:gdLst>
                      <a:gd name="connsiteX0" fmla="*/ 23748 w 59995"/>
                      <a:gd name="connsiteY0" fmla="*/ 115136 h 115294"/>
                      <a:gd name="connsiteX1" fmla="*/ 53091 w 59995"/>
                      <a:gd name="connsiteY1" fmla="*/ 91546 h 115294"/>
                      <a:gd name="connsiteX2" fmla="*/ 59837 w 59995"/>
                      <a:gd name="connsiteY2" fmla="*/ 29501 h 115294"/>
                      <a:gd name="connsiteX3" fmla="*/ 36247 w 59995"/>
                      <a:gd name="connsiteY3" fmla="*/ 158 h 115294"/>
                      <a:gd name="connsiteX4" fmla="*/ 6904 w 59995"/>
                      <a:gd name="connsiteY4" fmla="*/ 23748 h 115294"/>
                      <a:gd name="connsiteX5" fmla="*/ 158 w 59995"/>
                      <a:gd name="connsiteY5" fmla="*/ 85793 h 115294"/>
                      <a:gd name="connsiteX6" fmla="*/ 23748 w 59995"/>
                      <a:gd name="connsiteY6" fmla="*/ 115136 h 11529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59995" h="115294">
                        <a:moveTo>
                          <a:pt x="23748" y="115136"/>
                        </a:moveTo>
                        <a:cubicBezTo>
                          <a:pt x="38364" y="116726"/>
                          <a:pt x="51501" y="106163"/>
                          <a:pt x="53091" y="91546"/>
                        </a:cubicBezTo>
                        <a:lnTo>
                          <a:pt x="59837" y="29501"/>
                        </a:lnTo>
                        <a:cubicBezTo>
                          <a:pt x="61428" y="14885"/>
                          <a:pt x="50864" y="1749"/>
                          <a:pt x="36247" y="158"/>
                        </a:cubicBezTo>
                        <a:cubicBezTo>
                          <a:pt x="21631" y="-1432"/>
                          <a:pt x="8495" y="9132"/>
                          <a:pt x="6904" y="23748"/>
                        </a:cubicBezTo>
                        <a:lnTo>
                          <a:pt x="158" y="85793"/>
                        </a:lnTo>
                        <a:cubicBezTo>
                          <a:pt x="-1432" y="100409"/>
                          <a:pt x="9132" y="113545"/>
                          <a:pt x="23748" y="115136"/>
                        </a:cubicBezTo>
                        <a:close/>
                      </a:path>
                    </a:pathLst>
                  </a:custGeom>
                  <a:solidFill>
                    <a:srgbClr val="E6EDF1"/>
                  </a:solidFill>
                  <a:ln w="354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pt-BR"/>
                  </a:p>
                </p:txBody>
              </p:sp>
              <p:sp>
                <p:nvSpPr>
                  <p:cNvPr id="105" name="Freeform: Shape 104">
                    <a:extLst>
                      <a:ext uri="{FF2B5EF4-FFF2-40B4-BE49-F238E27FC236}">
                        <a16:creationId xmlns:a16="http://schemas.microsoft.com/office/drawing/2014/main" id="{3B9FD25F-CABD-B3A5-828A-3DFBB6449755}"/>
                      </a:ext>
                    </a:extLst>
                  </p:cNvPr>
                  <p:cNvSpPr/>
                  <p:nvPr/>
                </p:nvSpPr>
                <p:spPr>
                  <a:xfrm rot="-10428001">
                    <a:off x="1091117" y="2463300"/>
                    <a:ext cx="72547" cy="98236"/>
                  </a:xfrm>
                  <a:custGeom>
                    <a:avLst/>
                    <a:gdLst>
                      <a:gd name="connsiteX0" fmla="*/ 0 w 72547"/>
                      <a:gd name="connsiteY0" fmla="*/ 0 h 98236"/>
                      <a:gd name="connsiteX1" fmla="*/ 72548 w 72547"/>
                      <a:gd name="connsiteY1" fmla="*/ 0 h 98236"/>
                      <a:gd name="connsiteX2" fmla="*/ 72548 w 72547"/>
                      <a:gd name="connsiteY2" fmla="*/ 98237 h 98236"/>
                      <a:gd name="connsiteX3" fmla="*/ 0 w 72547"/>
                      <a:gd name="connsiteY3" fmla="*/ 98237 h 9823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72547" h="98236">
                        <a:moveTo>
                          <a:pt x="0" y="0"/>
                        </a:moveTo>
                        <a:lnTo>
                          <a:pt x="72548" y="0"/>
                        </a:lnTo>
                        <a:lnTo>
                          <a:pt x="72548" y="98237"/>
                        </a:lnTo>
                        <a:lnTo>
                          <a:pt x="0" y="98237"/>
                        </a:lnTo>
                        <a:close/>
                      </a:path>
                    </a:pathLst>
                  </a:custGeom>
                  <a:solidFill>
                    <a:srgbClr val="E6EDF1"/>
                  </a:solidFill>
                  <a:ln w="354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pt-BR"/>
                  </a:p>
                </p:txBody>
              </p:sp>
            </p:grpSp>
            <p:grpSp>
              <p:nvGrpSpPr>
                <p:cNvPr id="94" name="Graphic 7">
                  <a:extLst>
                    <a:ext uri="{FF2B5EF4-FFF2-40B4-BE49-F238E27FC236}">
                      <a16:creationId xmlns:a16="http://schemas.microsoft.com/office/drawing/2014/main" id="{C62013FC-DF84-D188-6E2C-B5883693C6F2}"/>
                    </a:ext>
                  </a:extLst>
                </p:cNvPr>
                <p:cNvGrpSpPr/>
                <p:nvPr/>
              </p:nvGrpSpPr>
              <p:grpSpPr>
                <a:xfrm>
                  <a:off x="982215" y="2424506"/>
                  <a:ext cx="75698" cy="139008"/>
                  <a:chOff x="982215" y="2424506"/>
                  <a:chExt cx="75698" cy="139008"/>
                </a:xfrm>
                <a:solidFill>
                  <a:srgbClr val="E6EDF1"/>
                </a:solidFill>
              </p:grpSpPr>
              <p:sp>
                <p:nvSpPr>
                  <p:cNvPr id="102" name="Freeform: Shape 101">
                    <a:extLst>
                      <a:ext uri="{FF2B5EF4-FFF2-40B4-BE49-F238E27FC236}">
                        <a16:creationId xmlns:a16="http://schemas.microsoft.com/office/drawing/2014/main" id="{B5B9B20E-2CA8-1F1D-20C3-68C93ABC0168}"/>
                      </a:ext>
                    </a:extLst>
                  </p:cNvPr>
                  <p:cNvSpPr/>
                  <p:nvPr/>
                </p:nvSpPr>
                <p:spPr>
                  <a:xfrm>
                    <a:off x="990826" y="2424506"/>
                    <a:ext cx="55266" cy="115617"/>
                  </a:xfrm>
                  <a:custGeom>
                    <a:avLst/>
                    <a:gdLst>
                      <a:gd name="connsiteX0" fmla="*/ 29510 w 55266"/>
                      <a:gd name="connsiteY0" fmla="*/ 115604 h 115617"/>
                      <a:gd name="connsiteX1" fmla="*/ 2039 w 55266"/>
                      <a:gd name="connsiteY1" fmla="*/ 89861 h 115617"/>
                      <a:gd name="connsiteX2" fmla="*/ 14 w 55266"/>
                      <a:gd name="connsiteY2" fmla="*/ 27486 h 115617"/>
                      <a:gd name="connsiteX3" fmla="*/ 25757 w 55266"/>
                      <a:gd name="connsiteY3" fmla="*/ 14 h 115617"/>
                      <a:gd name="connsiteX4" fmla="*/ 53228 w 55266"/>
                      <a:gd name="connsiteY4" fmla="*/ 25757 h 115617"/>
                      <a:gd name="connsiteX5" fmla="*/ 55253 w 55266"/>
                      <a:gd name="connsiteY5" fmla="*/ 88132 h 115617"/>
                      <a:gd name="connsiteX6" fmla="*/ 29510 w 55266"/>
                      <a:gd name="connsiteY6" fmla="*/ 115604 h 11561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55266" h="115617">
                        <a:moveTo>
                          <a:pt x="29510" y="115604"/>
                        </a:moveTo>
                        <a:cubicBezTo>
                          <a:pt x="14816" y="116080"/>
                          <a:pt x="2516" y="104556"/>
                          <a:pt x="2039" y="89861"/>
                        </a:cubicBezTo>
                        <a:lnTo>
                          <a:pt x="14" y="27486"/>
                        </a:lnTo>
                        <a:cubicBezTo>
                          <a:pt x="-462" y="12791"/>
                          <a:pt x="11062" y="491"/>
                          <a:pt x="25757" y="14"/>
                        </a:cubicBezTo>
                        <a:cubicBezTo>
                          <a:pt x="40451" y="-462"/>
                          <a:pt x="52751" y="11062"/>
                          <a:pt x="53228" y="25757"/>
                        </a:cubicBezTo>
                        <a:lnTo>
                          <a:pt x="55253" y="88132"/>
                        </a:lnTo>
                        <a:cubicBezTo>
                          <a:pt x="55729" y="102827"/>
                          <a:pt x="44205" y="115127"/>
                          <a:pt x="29510" y="115604"/>
                        </a:cubicBezTo>
                        <a:close/>
                      </a:path>
                    </a:pathLst>
                  </a:custGeom>
                  <a:solidFill>
                    <a:srgbClr val="E6EDF1"/>
                  </a:solidFill>
                  <a:ln w="354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pt-BR"/>
                  </a:p>
                </p:txBody>
              </p:sp>
              <p:sp>
                <p:nvSpPr>
                  <p:cNvPr id="103" name="Freeform: Shape 102">
                    <a:extLst>
                      <a:ext uri="{FF2B5EF4-FFF2-40B4-BE49-F238E27FC236}">
                        <a16:creationId xmlns:a16="http://schemas.microsoft.com/office/drawing/2014/main" id="{782EBEA3-4B29-80F4-4D0C-C98D5FCA077B}"/>
                      </a:ext>
                    </a:extLst>
                  </p:cNvPr>
                  <p:cNvSpPr/>
                  <p:nvPr/>
                </p:nvSpPr>
                <p:spPr>
                  <a:xfrm rot="-111600">
                    <a:off x="983790" y="2464126"/>
                    <a:ext cx="72547" cy="98236"/>
                  </a:xfrm>
                  <a:custGeom>
                    <a:avLst/>
                    <a:gdLst>
                      <a:gd name="connsiteX0" fmla="*/ 0 w 72547"/>
                      <a:gd name="connsiteY0" fmla="*/ 0 h 98236"/>
                      <a:gd name="connsiteX1" fmla="*/ 72548 w 72547"/>
                      <a:gd name="connsiteY1" fmla="*/ 0 h 98236"/>
                      <a:gd name="connsiteX2" fmla="*/ 72548 w 72547"/>
                      <a:gd name="connsiteY2" fmla="*/ 98237 h 98236"/>
                      <a:gd name="connsiteX3" fmla="*/ 0 w 72547"/>
                      <a:gd name="connsiteY3" fmla="*/ 98237 h 9823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72547" h="98236">
                        <a:moveTo>
                          <a:pt x="0" y="0"/>
                        </a:moveTo>
                        <a:lnTo>
                          <a:pt x="72548" y="0"/>
                        </a:lnTo>
                        <a:lnTo>
                          <a:pt x="72548" y="98237"/>
                        </a:lnTo>
                        <a:lnTo>
                          <a:pt x="0" y="98237"/>
                        </a:lnTo>
                        <a:close/>
                      </a:path>
                    </a:pathLst>
                  </a:custGeom>
                  <a:solidFill>
                    <a:srgbClr val="E6EDF1"/>
                  </a:solidFill>
                  <a:ln w="354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pt-BR"/>
                  </a:p>
                </p:txBody>
              </p:sp>
            </p:grpSp>
            <p:sp>
              <p:nvSpPr>
                <p:cNvPr id="95" name="Freeform: Shape 94">
                  <a:extLst>
                    <a:ext uri="{FF2B5EF4-FFF2-40B4-BE49-F238E27FC236}">
                      <a16:creationId xmlns:a16="http://schemas.microsoft.com/office/drawing/2014/main" id="{50F18FF3-6185-5A59-6803-7DA93A5BE3E6}"/>
                    </a:ext>
                  </a:extLst>
                </p:cNvPr>
                <p:cNvSpPr/>
                <p:nvPr/>
              </p:nvSpPr>
              <p:spPr>
                <a:xfrm>
                  <a:off x="971296" y="2534200"/>
                  <a:ext cx="219476" cy="91448"/>
                </a:xfrm>
                <a:custGeom>
                  <a:avLst/>
                  <a:gdLst>
                    <a:gd name="connsiteX0" fmla="*/ 179541 w 219476"/>
                    <a:gd name="connsiteY0" fmla="*/ 91448 h 91448"/>
                    <a:gd name="connsiteX1" fmla="*/ 39932 w 219476"/>
                    <a:gd name="connsiteY1" fmla="*/ 91448 h 91448"/>
                    <a:gd name="connsiteX2" fmla="*/ 0 w 219476"/>
                    <a:gd name="connsiteY2" fmla="*/ 51517 h 91448"/>
                    <a:gd name="connsiteX3" fmla="*/ 51517 w 219476"/>
                    <a:gd name="connsiteY3" fmla="*/ 0 h 91448"/>
                    <a:gd name="connsiteX4" fmla="*/ 167960 w 219476"/>
                    <a:gd name="connsiteY4" fmla="*/ 0 h 91448"/>
                    <a:gd name="connsiteX5" fmla="*/ 219476 w 219476"/>
                    <a:gd name="connsiteY5" fmla="*/ 51517 h 91448"/>
                    <a:gd name="connsiteX6" fmla="*/ 179545 w 219476"/>
                    <a:gd name="connsiteY6" fmla="*/ 91448 h 9144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219476" h="91448">
                      <a:moveTo>
                        <a:pt x="179541" y="91448"/>
                      </a:moveTo>
                      <a:lnTo>
                        <a:pt x="39932" y="91448"/>
                      </a:lnTo>
                      <a:cubicBezTo>
                        <a:pt x="17879" y="91448"/>
                        <a:pt x="0" y="73569"/>
                        <a:pt x="0" y="51517"/>
                      </a:cubicBezTo>
                      <a:cubicBezTo>
                        <a:pt x="0" y="23067"/>
                        <a:pt x="23063" y="0"/>
                        <a:pt x="51517" y="0"/>
                      </a:cubicBezTo>
                      <a:lnTo>
                        <a:pt x="167960" y="0"/>
                      </a:lnTo>
                      <a:cubicBezTo>
                        <a:pt x="196410" y="0"/>
                        <a:pt x="219476" y="23063"/>
                        <a:pt x="219476" y="51517"/>
                      </a:cubicBezTo>
                      <a:cubicBezTo>
                        <a:pt x="219476" y="73569"/>
                        <a:pt x="201597" y="91448"/>
                        <a:pt x="179545" y="91448"/>
                      </a:cubicBezTo>
                      <a:close/>
                    </a:path>
                  </a:pathLst>
                </a:custGeom>
                <a:solidFill>
                  <a:srgbClr val="E6EDF1"/>
                </a:solidFill>
                <a:ln w="35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96" name="Freeform: Shape 95">
                  <a:extLst>
                    <a:ext uri="{FF2B5EF4-FFF2-40B4-BE49-F238E27FC236}">
                      <a16:creationId xmlns:a16="http://schemas.microsoft.com/office/drawing/2014/main" id="{405F2CE4-62C1-4600-1135-EB2D7A4E2E01}"/>
                    </a:ext>
                  </a:extLst>
                </p:cNvPr>
                <p:cNvSpPr/>
                <p:nvPr/>
              </p:nvSpPr>
              <p:spPr>
                <a:xfrm rot="-2700000">
                  <a:off x="1027078" y="2497621"/>
                  <a:ext cx="107907" cy="107907"/>
                </a:xfrm>
                <a:custGeom>
                  <a:avLst/>
                  <a:gdLst>
                    <a:gd name="connsiteX0" fmla="*/ 107908 w 107907"/>
                    <a:gd name="connsiteY0" fmla="*/ 53954 h 107907"/>
                    <a:gd name="connsiteX1" fmla="*/ 53954 w 107907"/>
                    <a:gd name="connsiteY1" fmla="*/ 107908 h 107907"/>
                    <a:gd name="connsiteX2" fmla="*/ 0 w 107907"/>
                    <a:gd name="connsiteY2" fmla="*/ 53954 h 107907"/>
                    <a:gd name="connsiteX3" fmla="*/ 53954 w 107907"/>
                    <a:gd name="connsiteY3" fmla="*/ 0 h 107907"/>
                    <a:gd name="connsiteX4" fmla="*/ 107908 w 107907"/>
                    <a:gd name="connsiteY4" fmla="*/ 53954 h 10790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07907" h="107907">
                      <a:moveTo>
                        <a:pt x="107908" y="53954"/>
                      </a:moveTo>
                      <a:cubicBezTo>
                        <a:pt x="107908" y="83752"/>
                        <a:pt x="83752" y="107908"/>
                        <a:pt x="53954" y="107908"/>
                      </a:cubicBezTo>
                      <a:cubicBezTo>
                        <a:pt x="24156" y="107908"/>
                        <a:pt x="0" y="83752"/>
                        <a:pt x="0" y="53954"/>
                      </a:cubicBezTo>
                      <a:cubicBezTo>
                        <a:pt x="0" y="24156"/>
                        <a:pt x="24156" y="0"/>
                        <a:pt x="53954" y="0"/>
                      </a:cubicBezTo>
                      <a:cubicBezTo>
                        <a:pt x="83752" y="0"/>
                        <a:pt x="107908" y="24156"/>
                        <a:pt x="107908" y="53954"/>
                      </a:cubicBezTo>
                      <a:close/>
                    </a:path>
                  </a:pathLst>
                </a:custGeom>
                <a:solidFill>
                  <a:schemeClr val="bg2">
                    <a:lumMod val="50000"/>
                  </a:schemeClr>
                </a:solidFill>
                <a:ln w="35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97" name="Freeform: Shape 96">
                  <a:extLst>
                    <a:ext uri="{FF2B5EF4-FFF2-40B4-BE49-F238E27FC236}">
                      <a16:creationId xmlns:a16="http://schemas.microsoft.com/office/drawing/2014/main" id="{13D3C7EC-07E9-8FC9-FE9C-3A3348A963B1}"/>
                    </a:ext>
                  </a:extLst>
                </p:cNvPr>
                <p:cNvSpPr/>
                <p:nvPr/>
              </p:nvSpPr>
              <p:spPr>
                <a:xfrm>
                  <a:off x="816818" y="2375436"/>
                  <a:ext cx="89256" cy="176975"/>
                </a:xfrm>
                <a:custGeom>
                  <a:avLst/>
                  <a:gdLst>
                    <a:gd name="connsiteX0" fmla="*/ 1671 w 89256"/>
                    <a:gd name="connsiteY0" fmla="*/ 138903 h 176975"/>
                    <a:gd name="connsiteX1" fmla="*/ 29403 w 89256"/>
                    <a:gd name="connsiteY1" fmla="*/ 29765 h 176975"/>
                    <a:gd name="connsiteX2" fmla="*/ 70188 w 89256"/>
                    <a:gd name="connsiteY2" fmla="*/ 1457 h 176975"/>
                    <a:gd name="connsiteX3" fmla="*/ 86146 w 89256"/>
                    <a:gd name="connsiteY3" fmla="*/ 44463 h 176975"/>
                    <a:gd name="connsiteX4" fmla="*/ 53113 w 89256"/>
                    <a:gd name="connsiteY4" fmla="*/ 153726 h 176975"/>
                    <a:gd name="connsiteX5" fmla="*/ 19088 w 89256"/>
                    <a:gd name="connsiteY5" fmla="*/ 175729 h 176975"/>
                    <a:gd name="connsiteX6" fmla="*/ 1671 w 89256"/>
                    <a:gd name="connsiteY6" fmla="*/ 138900 h 1769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89256" h="176975">
                      <a:moveTo>
                        <a:pt x="1671" y="138903"/>
                      </a:moveTo>
                      <a:cubicBezTo>
                        <a:pt x="1671" y="138903"/>
                        <a:pt x="25033" y="45139"/>
                        <a:pt x="29403" y="29765"/>
                      </a:cubicBezTo>
                      <a:cubicBezTo>
                        <a:pt x="33772" y="14390"/>
                        <a:pt x="50704" y="-5588"/>
                        <a:pt x="70188" y="1457"/>
                      </a:cubicBezTo>
                      <a:cubicBezTo>
                        <a:pt x="89672" y="8505"/>
                        <a:pt x="92661" y="22275"/>
                        <a:pt x="86146" y="44463"/>
                      </a:cubicBezTo>
                      <a:cubicBezTo>
                        <a:pt x="79635" y="66647"/>
                        <a:pt x="58023" y="140761"/>
                        <a:pt x="53113" y="153726"/>
                      </a:cubicBezTo>
                      <a:cubicBezTo>
                        <a:pt x="48207" y="166691"/>
                        <a:pt x="35800" y="181386"/>
                        <a:pt x="19088" y="175729"/>
                      </a:cubicBezTo>
                      <a:cubicBezTo>
                        <a:pt x="2376" y="170071"/>
                        <a:pt x="-3143" y="154904"/>
                        <a:pt x="1671" y="138900"/>
                      </a:cubicBezTo>
                      <a:close/>
                    </a:path>
                  </a:pathLst>
                </a:custGeom>
                <a:solidFill>
                  <a:schemeClr val="bg2">
                    <a:lumMod val="50000"/>
                  </a:schemeClr>
                </a:solidFill>
                <a:ln w="35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grpSp>
              <p:nvGrpSpPr>
                <p:cNvPr id="98" name="Graphic 7">
                  <a:extLst>
                    <a:ext uri="{FF2B5EF4-FFF2-40B4-BE49-F238E27FC236}">
                      <a16:creationId xmlns:a16="http://schemas.microsoft.com/office/drawing/2014/main" id="{9A24FA5D-FE2C-BA02-2B29-E70B493C0D26}"/>
                    </a:ext>
                  </a:extLst>
                </p:cNvPr>
                <p:cNvGrpSpPr/>
                <p:nvPr/>
              </p:nvGrpSpPr>
              <p:grpSpPr>
                <a:xfrm>
                  <a:off x="520869" y="2273808"/>
                  <a:ext cx="1188715" cy="321795"/>
                  <a:chOff x="520869" y="2273808"/>
                  <a:chExt cx="1188715" cy="321795"/>
                </a:xfrm>
              </p:grpSpPr>
              <p:sp>
                <p:nvSpPr>
                  <p:cNvPr id="99" name="Freeform: Shape 98">
                    <a:extLst>
                      <a:ext uri="{FF2B5EF4-FFF2-40B4-BE49-F238E27FC236}">
                        <a16:creationId xmlns:a16="http://schemas.microsoft.com/office/drawing/2014/main" id="{876D84C1-C40E-FE4C-D0F8-C7A52C40AD01}"/>
                      </a:ext>
                    </a:extLst>
                  </p:cNvPr>
                  <p:cNvSpPr/>
                  <p:nvPr/>
                </p:nvSpPr>
                <p:spPr>
                  <a:xfrm>
                    <a:off x="520869" y="2273808"/>
                    <a:ext cx="1188715" cy="321795"/>
                  </a:xfrm>
                  <a:custGeom>
                    <a:avLst/>
                    <a:gdLst>
                      <a:gd name="connsiteX0" fmla="*/ 939366 w 1188715"/>
                      <a:gd name="connsiteY0" fmla="*/ 246298 h 321795"/>
                      <a:gd name="connsiteX1" fmla="*/ 977732 w 1188715"/>
                      <a:gd name="connsiteY1" fmla="*/ 282590 h 321795"/>
                      <a:gd name="connsiteX2" fmla="*/ 1031775 w 1188715"/>
                      <a:gd name="connsiteY2" fmla="*/ 306340 h 321795"/>
                      <a:gd name="connsiteX3" fmla="*/ 1102316 w 1188715"/>
                      <a:gd name="connsiteY3" fmla="*/ 320494 h 321795"/>
                      <a:gd name="connsiteX4" fmla="*/ 1174775 w 1188715"/>
                      <a:gd name="connsiteY4" fmla="*/ 284992 h 321795"/>
                      <a:gd name="connsiteX5" fmla="*/ 1186378 w 1188715"/>
                      <a:gd name="connsiteY5" fmla="*/ 261669 h 321795"/>
                      <a:gd name="connsiteX6" fmla="*/ 1170872 w 1188715"/>
                      <a:gd name="connsiteY6" fmla="*/ 230024 h 321795"/>
                      <a:gd name="connsiteX7" fmla="*/ 1051878 w 1188715"/>
                      <a:gd name="connsiteY7" fmla="*/ 206150 h 321795"/>
                      <a:gd name="connsiteX8" fmla="*/ 992854 w 1188715"/>
                      <a:gd name="connsiteY8" fmla="*/ 207214 h 321795"/>
                      <a:gd name="connsiteX9" fmla="*/ 943458 w 1188715"/>
                      <a:gd name="connsiteY9" fmla="*/ 225897 h 321795"/>
                      <a:gd name="connsiteX10" fmla="*/ 237963 w 1188715"/>
                      <a:gd name="connsiteY10" fmla="*/ 84359 h 321795"/>
                      <a:gd name="connsiteX11" fmla="*/ 199597 w 1188715"/>
                      <a:gd name="connsiteY11" fmla="*/ 48067 h 321795"/>
                      <a:gd name="connsiteX12" fmla="*/ 145554 w 1188715"/>
                      <a:gd name="connsiteY12" fmla="*/ 24317 h 321795"/>
                      <a:gd name="connsiteX13" fmla="*/ 26560 w 1188715"/>
                      <a:gd name="connsiteY13" fmla="*/ 443 h 321795"/>
                      <a:gd name="connsiteX14" fmla="*/ 49 w 1188715"/>
                      <a:gd name="connsiteY14" fmla="*/ 23659 h 321795"/>
                      <a:gd name="connsiteX15" fmla="*/ 1757 w 1188715"/>
                      <a:gd name="connsiteY15" fmla="*/ 49650 h 321795"/>
                      <a:gd name="connsiteX16" fmla="*/ 54914 w 1188715"/>
                      <a:gd name="connsiteY16" fmla="*/ 110354 h 321795"/>
                      <a:gd name="connsiteX17" fmla="*/ 125455 w 1188715"/>
                      <a:gd name="connsiteY17" fmla="*/ 124507 h 321795"/>
                      <a:gd name="connsiteX18" fmla="*/ 184479 w 1188715"/>
                      <a:gd name="connsiteY18" fmla="*/ 123444 h 321795"/>
                      <a:gd name="connsiteX19" fmla="*/ 233872 w 1188715"/>
                      <a:gd name="connsiteY19" fmla="*/ 104760 h 321795"/>
                      <a:gd name="connsiteX20" fmla="*/ 939366 w 1188715"/>
                      <a:gd name="connsiteY20" fmla="*/ 246298 h 32179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</a:cxnLst>
                    <a:rect l="l" t="t" r="r" b="b"/>
                    <a:pathLst>
                      <a:path w="1188715" h="321795">
                        <a:moveTo>
                          <a:pt x="939366" y="246298"/>
                        </a:moveTo>
                        <a:lnTo>
                          <a:pt x="977732" y="282590"/>
                        </a:lnTo>
                        <a:cubicBezTo>
                          <a:pt x="993818" y="294321"/>
                          <a:pt x="1012256" y="302423"/>
                          <a:pt x="1031775" y="306340"/>
                        </a:cubicBezTo>
                        <a:lnTo>
                          <a:pt x="1102316" y="320494"/>
                        </a:lnTo>
                        <a:cubicBezTo>
                          <a:pt x="1131716" y="326393"/>
                          <a:pt x="1161419" y="311841"/>
                          <a:pt x="1174775" y="284992"/>
                        </a:cubicBezTo>
                        <a:lnTo>
                          <a:pt x="1186378" y="261669"/>
                        </a:lnTo>
                        <a:cubicBezTo>
                          <a:pt x="1192886" y="248590"/>
                          <a:pt x="1185197" y="232899"/>
                          <a:pt x="1170872" y="230024"/>
                        </a:cubicBezTo>
                        <a:lnTo>
                          <a:pt x="1051878" y="206150"/>
                        </a:lnTo>
                        <a:cubicBezTo>
                          <a:pt x="1032359" y="202232"/>
                          <a:pt x="1012220" y="202599"/>
                          <a:pt x="992854" y="207214"/>
                        </a:cubicBezTo>
                        <a:lnTo>
                          <a:pt x="943458" y="225897"/>
                        </a:lnTo>
                        <a:lnTo>
                          <a:pt x="237963" y="84359"/>
                        </a:lnTo>
                        <a:lnTo>
                          <a:pt x="199597" y="48067"/>
                        </a:lnTo>
                        <a:cubicBezTo>
                          <a:pt x="183511" y="36336"/>
                          <a:pt x="165074" y="28235"/>
                          <a:pt x="145554" y="24317"/>
                        </a:cubicBezTo>
                        <a:lnTo>
                          <a:pt x="26560" y="443"/>
                        </a:lnTo>
                        <a:cubicBezTo>
                          <a:pt x="12235" y="-2432"/>
                          <a:pt x="-908" y="9078"/>
                          <a:pt x="49" y="23659"/>
                        </a:cubicBezTo>
                        <a:lnTo>
                          <a:pt x="1757" y="49650"/>
                        </a:lnTo>
                        <a:cubicBezTo>
                          <a:pt x="3725" y="79570"/>
                          <a:pt x="25514" y="104454"/>
                          <a:pt x="54914" y="110354"/>
                        </a:cubicBezTo>
                        <a:lnTo>
                          <a:pt x="125455" y="124507"/>
                        </a:lnTo>
                        <a:cubicBezTo>
                          <a:pt x="144974" y="128425"/>
                          <a:pt x="165113" y="128062"/>
                          <a:pt x="184479" y="123444"/>
                        </a:cubicBezTo>
                        <a:lnTo>
                          <a:pt x="233872" y="104760"/>
                        </a:lnTo>
                        <a:lnTo>
                          <a:pt x="939366" y="246298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accent2">
                          <a:lumMod val="90000"/>
                        </a:schemeClr>
                      </a:gs>
                      <a:gs pos="100000">
                        <a:schemeClr val="bg2">
                          <a:lumMod val="75000"/>
                        </a:schemeClr>
                      </a:gs>
                    </a:gsLst>
                    <a:lin ang="2700000" scaled="0"/>
                  </a:gradFill>
                  <a:ln w="354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pt-BR"/>
                  </a:p>
                </p:txBody>
              </p:sp>
              <p:sp>
                <p:nvSpPr>
                  <p:cNvPr id="100" name="Freeform: Shape 99">
                    <a:extLst>
                      <a:ext uri="{FF2B5EF4-FFF2-40B4-BE49-F238E27FC236}">
                        <a16:creationId xmlns:a16="http://schemas.microsoft.com/office/drawing/2014/main" id="{5A9FF7B8-BF21-B52D-4769-3DFFBF26EA8D}"/>
                      </a:ext>
                    </a:extLst>
                  </p:cNvPr>
                  <p:cNvSpPr/>
                  <p:nvPr/>
                </p:nvSpPr>
                <p:spPr>
                  <a:xfrm>
                    <a:off x="837619" y="2356369"/>
                    <a:ext cx="103484" cy="80460"/>
                  </a:xfrm>
                  <a:custGeom>
                    <a:avLst/>
                    <a:gdLst>
                      <a:gd name="connsiteX0" fmla="*/ 336 w 103484"/>
                      <a:gd name="connsiteY0" fmla="*/ 47056 h 80460"/>
                      <a:gd name="connsiteX1" fmla="*/ 5563 w 103484"/>
                      <a:gd name="connsiteY1" fmla="*/ 20538 h 80460"/>
                      <a:gd name="connsiteX2" fmla="*/ 35461 w 103484"/>
                      <a:gd name="connsiteY2" fmla="*/ 485 h 80460"/>
                      <a:gd name="connsiteX3" fmla="*/ 82946 w 103484"/>
                      <a:gd name="connsiteY3" fmla="*/ 9846 h 80460"/>
                      <a:gd name="connsiteX4" fmla="*/ 102999 w 103484"/>
                      <a:gd name="connsiteY4" fmla="*/ 39744 h 80460"/>
                      <a:gd name="connsiteX5" fmla="*/ 97773 w 103484"/>
                      <a:gd name="connsiteY5" fmla="*/ 66262 h 80460"/>
                      <a:gd name="connsiteX6" fmla="*/ 77101 w 103484"/>
                      <a:gd name="connsiteY6" fmla="*/ 80124 h 80460"/>
                      <a:gd name="connsiteX7" fmla="*/ 14198 w 103484"/>
                      <a:gd name="connsiteY7" fmla="*/ 67725 h 80460"/>
                      <a:gd name="connsiteX8" fmla="*/ 336 w 103484"/>
                      <a:gd name="connsiteY8" fmla="*/ 47053 h 8046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103484" h="80460">
                        <a:moveTo>
                          <a:pt x="336" y="47056"/>
                        </a:moveTo>
                        <a:lnTo>
                          <a:pt x="5563" y="20538"/>
                        </a:lnTo>
                        <a:cubicBezTo>
                          <a:pt x="8281" y="6744"/>
                          <a:pt x="21670" y="-2233"/>
                          <a:pt x="35461" y="485"/>
                        </a:cubicBezTo>
                        <a:lnTo>
                          <a:pt x="82946" y="9846"/>
                        </a:lnTo>
                        <a:cubicBezTo>
                          <a:pt x="96741" y="12565"/>
                          <a:pt x="105718" y="25954"/>
                          <a:pt x="102999" y="39744"/>
                        </a:cubicBezTo>
                        <a:lnTo>
                          <a:pt x="97773" y="66262"/>
                        </a:lnTo>
                        <a:cubicBezTo>
                          <a:pt x="95894" y="75798"/>
                          <a:pt x="86640" y="82007"/>
                          <a:pt x="77101" y="80124"/>
                        </a:cubicBezTo>
                        <a:lnTo>
                          <a:pt x="14198" y="67725"/>
                        </a:lnTo>
                        <a:cubicBezTo>
                          <a:pt x="4663" y="65846"/>
                          <a:pt x="-1546" y="56592"/>
                          <a:pt x="336" y="47053"/>
                        </a:cubicBezTo>
                        <a:close/>
                      </a:path>
                    </a:pathLst>
                  </a:custGeom>
                  <a:solidFill>
                    <a:schemeClr val="bg2">
                      <a:lumMod val="50000"/>
                    </a:schemeClr>
                  </a:solidFill>
                  <a:ln w="354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pt-BR"/>
                  </a:p>
                </p:txBody>
              </p:sp>
              <p:sp>
                <p:nvSpPr>
                  <p:cNvPr id="101" name="Freeform: Shape 100">
                    <a:extLst>
                      <a:ext uri="{FF2B5EF4-FFF2-40B4-BE49-F238E27FC236}">
                        <a16:creationId xmlns:a16="http://schemas.microsoft.com/office/drawing/2014/main" id="{45E1D820-8DEB-3363-570F-4D1877C8B122}"/>
                      </a:ext>
                    </a:extLst>
                  </p:cNvPr>
                  <p:cNvSpPr/>
                  <p:nvPr/>
                </p:nvSpPr>
                <p:spPr>
                  <a:xfrm>
                    <a:off x="1277340" y="2442459"/>
                    <a:ext cx="104153" cy="82762"/>
                  </a:xfrm>
                  <a:custGeom>
                    <a:avLst/>
                    <a:gdLst>
                      <a:gd name="connsiteX0" fmla="*/ 96947 w 104153"/>
                      <a:gd name="connsiteY0" fmla="*/ 69364 h 82762"/>
                      <a:gd name="connsiteX1" fmla="*/ 103409 w 104153"/>
                      <a:gd name="connsiteY1" fmla="*/ 43121 h 82762"/>
                      <a:gd name="connsiteX2" fmla="*/ 84775 w 104153"/>
                      <a:gd name="connsiteY2" fmla="*/ 12315 h 82762"/>
                      <a:gd name="connsiteX3" fmla="*/ 37781 w 104153"/>
                      <a:gd name="connsiteY3" fmla="*/ 744 h 82762"/>
                      <a:gd name="connsiteX4" fmla="*/ 6976 w 104153"/>
                      <a:gd name="connsiteY4" fmla="*/ 19378 h 82762"/>
                      <a:gd name="connsiteX5" fmla="*/ 514 w 104153"/>
                      <a:gd name="connsiteY5" fmla="*/ 45622 h 82762"/>
                      <a:gd name="connsiteX6" fmla="*/ 13394 w 104153"/>
                      <a:gd name="connsiteY6" fmla="*/ 66920 h 82762"/>
                      <a:gd name="connsiteX7" fmla="*/ 75645 w 104153"/>
                      <a:gd name="connsiteY7" fmla="*/ 82248 h 82762"/>
                      <a:gd name="connsiteX8" fmla="*/ 96944 w 104153"/>
                      <a:gd name="connsiteY8" fmla="*/ 69368 h 8276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104153" h="82762">
                        <a:moveTo>
                          <a:pt x="96947" y="69364"/>
                        </a:moveTo>
                        <a:lnTo>
                          <a:pt x="103409" y="43121"/>
                        </a:lnTo>
                        <a:cubicBezTo>
                          <a:pt x="106771" y="29468"/>
                          <a:pt x="98427" y="15678"/>
                          <a:pt x="84775" y="12315"/>
                        </a:cubicBezTo>
                        <a:lnTo>
                          <a:pt x="37781" y="744"/>
                        </a:lnTo>
                        <a:cubicBezTo>
                          <a:pt x="24129" y="-2618"/>
                          <a:pt x="10338" y="5726"/>
                          <a:pt x="6976" y="19378"/>
                        </a:cubicBezTo>
                        <a:lnTo>
                          <a:pt x="514" y="45622"/>
                        </a:lnTo>
                        <a:cubicBezTo>
                          <a:pt x="-1809" y="55061"/>
                          <a:pt x="3958" y="64593"/>
                          <a:pt x="13394" y="66920"/>
                        </a:cubicBezTo>
                        <a:lnTo>
                          <a:pt x="75645" y="82248"/>
                        </a:lnTo>
                        <a:cubicBezTo>
                          <a:pt x="85085" y="84571"/>
                          <a:pt x="94617" y="78804"/>
                          <a:pt x="96944" y="69368"/>
                        </a:cubicBezTo>
                        <a:close/>
                      </a:path>
                    </a:pathLst>
                  </a:custGeom>
                  <a:solidFill>
                    <a:schemeClr val="bg2">
                      <a:lumMod val="50000"/>
                    </a:schemeClr>
                  </a:solidFill>
                  <a:ln w="354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pt-BR"/>
                  </a:p>
                </p:txBody>
              </p:sp>
            </p:grpSp>
          </p:grpSp>
        </p:grpSp>
        <p:sp>
          <p:nvSpPr>
            <p:cNvPr id="179" name="CaixaDeTexto 26">
              <a:extLst>
                <a:ext uri="{FF2B5EF4-FFF2-40B4-BE49-F238E27FC236}">
                  <a16:creationId xmlns:a16="http://schemas.microsoft.com/office/drawing/2014/main" id="{FC4E297F-4136-EDDF-C836-EEDA40EA028F}"/>
                </a:ext>
              </a:extLst>
            </p:cNvPr>
            <p:cNvSpPr txBox="1"/>
            <p:nvPr/>
          </p:nvSpPr>
          <p:spPr>
            <a:xfrm>
              <a:off x="4999469" y="3055160"/>
              <a:ext cx="2017797" cy="789960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marL="108000" marR="0" lvl="0" indent="-108000" defTabSz="91440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200"/>
                </a:spcAft>
                <a:buClrTx/>
                <a:buSzTx/>
                <a:buFont typeface="Wingdings" panose="05000000000000000000" pitchFamily="2" charset="2"/>
                <a:buChar char="§"/>
                <a:tabLst/>
                <a:defRPr/>
              </a:pPr>
              <a:r>
                <a:rPr kumimoji="0" lang="pt-BR" sz="1200" b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Versos" panose="020B0503020204030204" pitchFamily="34" charset="77"/>
                </a:rPr>
                <a:t>Apresentação dos cases </a:t>
              </a:r>
            </a:p>
            <a:p>
              <a:pPr marL="108000" marR="0" lvl="0" indent="-108000" defTabSz="91440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200"/>
                </a:spcAft>
                <a:buClrTx/>
                <a:buSzTx/>
                <a:buFont typeface="Wingdings" panose="05000000000000000000" pitchFamily="2" charset="2"/>
                <a:buChar char="§"/>
                <a:tabLst/>
                <a:defRPr/>
              </a:pPr>
              <a:r>
                <a:rPr kumimoji="0" lang="pt-BR" sz="1200" b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Versos" panose="020B0503020204030204" pitchFamily="34" charset="77"/>
                </a:rPr>
                <a:t>Aprovação da aquisição </a:t>
              </a:r>
              <a:br>
                <a:rPr kumimoji="0" lang="pt-BR" sz="1200" b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Versos" panose="020B0503020204030204" pitchFamily="34" charset="77"/>
                </a:rPr>
              </a:br>
              <a:r>
                <a:rPr kumimoji="0" lang="pt-BR" sz="1200" b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Versos" panose="020B0503020204030204" pitchFamily="34" charset="77"/>
                </a:rPr>
                <a:t>dos ativos e/ou </a:t>
              </a:r>
              <a:br>
                <a:rPr kumimoji="0" lang="pt-BR" sz="1200" b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Versos" panose="020B0503020204030204" pitchFamily="34" charset="77"/>
                </a:rPr>
              </a:br>
              <a:r>
                <a:rPr kumimoji="0" lang="pt-BR" sz="1200" b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Versos" panose="020B0503020204030204" pitchFamily="34" charset="77"/>
                </a:rPr>
                <a:t>desinvestimentos</a:t>
              </a:r>
            </a:p>
          </p:txBody>
        </p:sp>
      </p:grpSp>
      <p:grpSp>
        <p:nvGrpSpPr>
          <p:cNvPr id="185" name="Group 184">
            <a:extLst>
              <a:ext uri="{FF2B5EF4-FFF2-40B4-BE49-F238E27FC236}">
                <a16:creationId xmlns:a16="http://schemas.microsoft.com/office/drawing/2014/main" id="{C010307C-D95B-8905-0FEC-3DADE3D30D42}"/>
              </a:ext>
            </a:extLst>
          </p:cNvPr>
          <p:cNvGrpSpPr/>
          <p:nvPr/>
        </p:nvGrpSpPr>
        <p:grpSpPr>
          <a:xfrm>
            <a:off x="334786" y="4685661"/>
            <a:ext cx="1727065" cy="1649740"/>
            <a:chOff x="334786" y="4685661"/>
            <a:chExt cx="1727065" cy="1649740"/>
          </a:xfrm>
        </p:grpSpPr>
        <p:sp>
          <p:nvSpPr>
            <p:cNvPr id="15" name="object 133">
              <a:extLst>
                <a:ext uri="{FF2B5EF4-FFF2-40B4-BE49-F238E27FC236}">
                  <a16:creationId xmlns:a16="http://schemas.microsoft.com/office/drawing/2014/main" id="{93C64CBA-2550-B511-7FF4-6B39A0665A69}"/>
                </a:ext>
              </a:extLst>
            </p:cNvPr>
            <p:cNvSpPr txBox="1"/>
            <p:nvPr/>
          </p:nvSpPr>
          <p:spPr>
            <a:xfrm>
              <a:off x="369705" y="5403383"/>
              <a:ext cx="1079936" cy="476411"/>
            </a:xfrm>
            <a:prstGeom prst="rect">
              <a:avLst/>
            </a:prstGeom>
          </p:spPr>
          <p:txBody>
            <a:bodyPr vert="horz" wrap="square" lIns="0" tIns="14604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14"/>
                </a:spcBef>
              </a:pPr>
              <a:r>
                <a:rPr sz="3000" b="1" spc="45">
                  <a:solidFill>
                    <a:schemeClr val="bg2">
                      <a:lumMod val="90000"/>
                    </a:schemeClr>
                  </a:solidFill>
                  <a:latin typeface="Versos" panose="020B0503020204030204" pitchFamily="34" charset="0"/>
                  <a:cs typeface="Arial"/>
                </a:rPr>
                <a:t>01</a:t>
              </a:r>
              <a:endParaRPr sz="3000">
                <a:solidFill>
                  <a:schemeClr val="bg2">
                    <a:lumMod val="90000"/>
                  </a:schemeClr>
                </a:solidFill>
                <a:latin typeface="Versos" panose="020B0503020204030204" pitchFamily="34" charset="0"/>
                <a:cs typeface="Arial"/>
              </a:endParaRPr>
            </a:p>
          </p:txBody>
        </p:sp>
        <p:sp>
          <p:nvSpPr>
            <p:cNvPr id="17" name="CaixaDeTexto 23">
              <a:extLst>
                <a:ext uri="{FF2B5EF4-FFF2-40B4-BE49-F238E27FC236}">
                  <a16:creationId xmlns:a16="http://schemas.microsoft.com/office/drawing/2014/main" id="{ED4DCFF8-C29A-95A1-7809-E2E63D86A33B}"/>
                </a:ext>
              </a:extLst>
            </p:cNvPr>
            <p:cNvSpPr txBox="1"/>
            <p:nvPr/>
          </p:nvSpPr>
          <p:spPr>
            <a:xfrm>
              <a:off x="375042" y="5966069"/>
              <a:ext cx="1686809" cy="369332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200" b="1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Versos" panose="020B0503020204030204" pitchFamily="34" charset="77"/>
                </a:rPr>
                <a:t>Originação </a:t>
              </a:r>
              <a:r>
                <a:rPr lang="pt-BR" sz="1200" b="1">
                  <a:solidFill>
                    <a:schemeClr val="bg1"/>
                  </a:solidFill>
                  <a:latin typeface="Versos" panose="020B0503020204030204" pitchFamily="34" charset="77"/>
                </a:rPr>
                <a:t>das </a:t>
              </a:r>
              <a:r>
                <a:rPr kumimoji="0" lang="pt-BR" sz="1200" b="1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Versos" panose="020B0503020204030204" pitchFamily="34" charset="77"/>
                </a:rPr>
                <a:t>oportunidades </a:t>
              </a:r>
            </a:p>
          </p:txBody>
        </p:sp>
        <p:grpSp>
          <p:nvGrpSpPr>
            <p:cNvPr id="52" name="Group 51">
              <a:extLst>
                <a:ext uri="{FF2B5EF4-FFF2-40B4-BE49-F238E27FC236}">
                  <a16:creationId xmlns:a16="http://schemas.microsoft.com/office/drawing/2014/main" id="{499CCCE8-AE1A-976C-7B72-F3660DD35D4A}"/>
                </a:ext>
              </a:extLst>
            </p:cNvPr>
            <p:cNvGrpSpPr/>
            <p:nvPr/>
          </p:nvGrpSpPr>
          <p:grpSpPr>
            <a:xfrm>
              <a:off x="334786" y="4685661"/>
              <a:ext cx="1560724" cy="1188715"/>
              <a:chOff x="334786" y="1884279"/>
              <a:chExt cx="1560724" cy="1188715"/>
            </a:xfrm>
          </p:grpSpPr>
          <p:grpSp>
            <p:nvGrpSpPr>
              <p:cNvPr id="10" name="Graphic 7">
                <a:extLst>
                  <a:ext uri="{FF2B5EF4-FFF2-40B4-BE49-F238E27FC236}">
                    <a16:creationId xmlns:a16="http://schemas.microsoft.com/office/drawing/2014/main" id="{BB7AF8A5-A104-7648-E4C5-A3A0C4E433DF}"/>
                  </a:ext>
                </a:extLst>
              </p:cNvPr>
              <p:cNvGrpSpPr/>
              <p:nvPr/>
            </p:nvGrpSpPr>
            <p:grpSpPr>
              <a:xfrm rot="5400000">
                <a:off x="915191" y="1660433"/>
                <a:ext cx="399914" cy="1560724"/>
                <a:chOff x="877428" y="1698372"/>
                <a:chExt cx="399914" cy="1560724"/>
              </a:xfrm>
            </p:grpSpPr>
            <p:sp>
              <p:nvSpPr>
                <p:cNvPr id="11" name="Freeform: Shape 10">
                  <a:extLst>
                    <a:ext uri="{FF2B5EF4-FFF2-40B4-BE49-F238E27FC236}">
                      <a16:creationId xmlns:a16="http://schemas.microsoft.com/office/drawing/2014/main" id="{E37FD16C-AF29-1B33-8518-7F22343AC851}"/>
                    </a:ext>
                  </a:extLst>
                </p:cNvPr>
                <p:cNvSpPr/>
                <p:nvPr/>
              </p:nvSpPr>
              <p:spPr>
                <a:xfrm>
                  <a:off x="877428" y="1698372"/>
                  <a:ext cx="399914" cy="1560724"/>
                </a:xfrm>
                <a:custGeom>
                  <a:avLst/>
                  <a:gdLst>
                    <a:gd name="connsiteX0" fmla="*/ 199957 w 399914"/>
                    <a:gd name="connsiteY0" fmla="*/ 0 h 1560724"/>
                    <a:gd name="connsiteX1" fmla="*/ 0 w 399914"/>
                    <a:gd name="connsiteY1" fmla="*/ 780362 h 1560724"/>
                    <a:gd name="connsiteX2" fmla="*/ 199957 w 399914"/>
                    <a:gd name="connsiteY2" fmla="*/ 1560725 h 1560724"/>
                    <a:gd name="connsiteX3" fmla="*/ 399914 w 399914"/>
                    <a:gd name="connsiteY3" fmla="*/ 780362 h 1560724"/>
                    <a:gd name="connsiteX4" fmla="*/ 199957 w 399914"/>
                    <a:gd name="connsiteY4" fmla="*/ 0 h 156072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99914" h="1560724">
                      <a:moveTo>
                        <a:pt x="199957" y="0"/>
                      </a:moveTo>
                      <a:cubicBezTo>
                        <a:pt x="149351" y="0"/>
                        <a:pt x="0" y="390197"/>
                        <a:pt x="0" y="780362"/>
                      </a:cubicBezTo>
                      <a:cubicBezTo>
                        <a:pt x="0" y="1170528"/>
                        <a:pt x="132241" y="1560725"/>
                        <a:pt x="199957" y="1560725"/>
                      </a:cubicBezTo>
                      <a:cubicBezTo>
                        <a:pt x="267673" y="1560725"/>
                        <a:pt x="399914" y="1171165"/>
                        <a:pt x="399914" y="780362"/>
                      </a:cubicBezTo>
                      <a:cubicBezTo>
                        <a:pt x="399914" y="389560"/>
                        <a:pt x="250563" y="0"/>
                        <a:pt x="199957" y="0"/>
                      </a:cubicBezTo>
                      <a:close/>
                    </a:path>
                  </a:pathLst>
                </a:custGeom>
                <a:solidFill>
                  <a:srgbClr val="759DB4"/>
                </a:solidFill>
                <a:ln w="35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12" name="Freeform: Shape 11">
                  <a:extLst>
                    <a:ext uri="{FF2B5EF4-FFF2-40B4-BE49-F238E27FC236}">
                      <a16:creationId xmlns:a16="http://schemas.microsoft.com/office/drawing/2014/main" id="{C8FBAA2F-4CD0-A227-CD9C-3E8A47C75B5E}"/>
                    </a:ext>
                  </a:extLst>
                </p:cNvPr>
                <p:cNvSpPr/>
                <p:nvPr/>
              </p:nvSpPr>
              <p:spPr>
                <a:xfrm>
                  <a:off x="960946" y="2160508"/>
                  <a:ext cx="232872" cy="636451"/>
                </a:xfrm>
                <a:custGeom>
                  <a:avLst/>
                  <a:gdLst>
                    <a:gd name="connsiteX0" fmla="*/ 232872 w 232872"/>
                    <a:gd name="connsiteY0" fmla="*/ 318226 h 636451"/>
                    <a:gd name="connsiteX1" fmla="*/ 116436 w 232872"/>
                    <a:gd name="connsiteY1" fmla="*/ 636451 h 636451"/>
                    <a:gd name="connsiteX2" fmla="*/ 0 w 232872"/>
                    <a:gd name="connsiteY2" fmla="*/ 318226 h 636451"/>
                    <a:gd name="connsiteX3" fmla="*/ 116436 w 232872"/>
                    <a:gd name="connsiteY3" fmla="*/ 0 h 636451"/>
                    <a:gd name="connsiteX4" fmla="*/ 232872 w 232872"/>
                    <a:gd name="connsiteY4" fmla="*/ 318226 h 63645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32872" h="636451">
                      <a:moveTo>
                        <a:pt x="232872" y="318226"/>
                      </a:moveTo>
                      <a:cubicBezTo>
                        <a:pt x="232872" y="480382"/>
                        <a:pt x="186558" y="636451"/>
                        <a:pt x="116436" y="636451"/>
                      </a:cubicBezTo>
                      <a:cubicBezTo>
                        <a:pt x="46315" y="636451"/>
                        <a:pt x="0" y="479187"/>
                        <a:pt x="0" y="318226"/>
                      </a:cubicBezTo>
                      <a:cubicBezTo>
                        <a:pt x="0" y="157264"/>
                        <a:pt x="40238" y="0"/>
                        <a:pt x="116436" y="0"/>
                      </a:cubicBezTo>
                      <a:cubicBezTo>
                        <a:pt x="192635" y="0"/>
                        <a:pt x="232872" y="156073"/>
                        <a:pt x="232872" y="318226"/>
                      </a:cubicBezTo>
                      <a:close/>
                    </a:path>
                  </a:pathLst>
                </a:custGeom>
                <a:solidFill>
                  <a:schemeClr val="bg2">
                    <a:lumMod val="75000"/>
                  </a:schemeClr>
                </a:solidFill>
                <a:ln w="35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</p:grpSp>
          <p:grpSp>
            <p:nvGrpSpPr>
              <p:cNvPr id="14" name="Graphic 7">
                <a:extLst>
                  <a:ext uri="{FF2B5EF4-FFF2-40B4-BE49-F238E27FC236}">
                    <a16:creationId xmlns:a16="http://schemas.microsoft.com/office/drawing/2014/main" id="{8FE8BF5D-F896-94D3-5070-E78F28DD2B77}"/>
                  </a:ext>
                </a:extLst>
              </p:cNvPr>
              <p:cNvGrpSpPr/>
              <p:nvPr/>
            </p:nvGrpSpPr>
            <p:grpSpPr>
              <a:xfrm rot="5400000">
                <a:off x="545994" y="2289518"/>
                <a:ext cx="1188715" cy="378237"/>
                <a:chOff x="520869" y="2264412"/>
                <a:chExt cx="1188715" cy="378237"/>
              </a:xfrm>
            </p:grpSpPr>
            <p:grpSp>
              <p:nvGrpSpPr>
                <p:cNvPr id="16" name="Graphic 7">
                  <a:extLst>
                    <a:ext uri="{FF2B5EF4-FFF2-40B4-BE49-F238E27FC236}">
                      <a16:creationId xmlns:a16="http://schemas.microsoft.com/office/drawing/2014/main" id="{43FDA10C-B877-886B-A4DB-EC9496D5FA1D}"/>
                    </a:ext>
                  </a:extLst>
                </p:cNvPr>
                <p:cNvGrpSpPr/>
                <p:nvPr/>
              </p:nvGrpSpPr>
              <p:grpSpPr>
                <a:xfrm>
                  <a:off x="818111" y="2500400"/>
                  <a:ext cx="201304" cy="114419"/>
                  <a:chOff x="818111" y="2500400"/>
                  <a:chExt cx="201304" cy="114419"/>
                </a:xfrm>
              </p:grpSpPr>
              <p:sp>
                <p:nvSpPr>
                  <p:cNvPr id="18" name="Freeform: Shape 17">
                    <a:extLst>
                      <a:ext uri="{FF2B5EF4-FFF2-40B4-BE49-F238E27FC236}">
                        <a16:creationId xmlns:a16="http://schemas.microsoft.com/office/drawing/2014/main" id="{6771386D-C79A-F2EB-CA02-0F2F8FF0380A}"/>
                      </a:ext>
                    </a:extLst>
                  </p:cNvPr>
                  <p:cNvSpPr/>
                  <p:nvPr/>
                </p:nvSpPr>
                <p:spPr>
                  <a:xfrm>
                    <a:off x="818111" y="2500400"/>
                    <a:ext cx="201304" cy="111509"/>
                  </a:xfrm>
                  <a:custGeom>
                    <a:avLst/>
                    <a:gdLst>
                      <a:gd name="connsiteX0" fmla="*/ 158351 w 201304"/>
                      <a:gd name="connsiteY0" fmla="*/ 108024 h 111509"/>
                      <a:gd name="connsiteX1" fmla="*/ 15888 w 201304"/>
                      <a:gd name="connsiteY1" fmla="*/ 49979 h 111509"/>
                      <a:gd name="connsiteX2" fmla="*/ 1627 w 201304"/>
                      <a:gd name="connsiteY2" fmla="*/ 16523 h 111509"/>
                      <a:gd name="connsiteX3" fmla="*/ 36119 w 201304"/>
                      <a:gd name="connsiteY3" fmla="*/ 1575 h 111509"/>
                      <a:gd name="connsiteX4" fmla="*/ 181194 w 201304"/>
                      <a:gd name="connsiteY4" fmla="*/ 59443 h 111509"/>
                      <a:gd name="connsiteX5" fmla="*/ 198663 w 201304"/>
                      <a:gd name="connsiteY5" fmla="*/ 96333 h 111509"/>
                      <a:gd name="connsiteX6" fmla="*/ 158351 w 201304"/>
                      <a:gd name="connsiteY6" fmla="*/ 108028 h 11150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201304" h="111509">
                        <a:moveTo>
                          <a:pt x="158351" y="108024"/>
                        </a:moveTo>
                        <a:lnTo>
                          <a:pt x="15888" y="49979"/>
                        </a:lnTo>
                        <a:cubicBezTo>
                          <a:pt x="2923" y="44467"/>
                          <a:pt x="-3162" y="29129"/>
                          <a:pt x="1627" y="16523"/>
                        </a:cubicBezTo>
                        <a:cubicBezTo>
                          <a:pt x="6417" y="3913"/>
                          <a:pt x="19115" y="-3402"/>
                          <a:pt x="36119" y="1575"/>
                        </a:cubicBezTo>
                        <a:cubicBezTo>
                          <a:pt x="53123" y="6553"/>
                          <a:pt x="181194" y="59443"/>
                          <a:pt x="181194" y="59443"/>
                        </a:cubicBezTo>
                        <a:cubicBezTo>
                          <a:pt x="195902" y="65114"/>
                          <a:pt x="206463" y="81247"/>
                          <a:pt x="198663" y="96333"/>
                        </a:cubicBezTo>
                        <a:cubicBezTo>
                          <a:pt x="190864" y="111419"/>
                          <a:pt x="178493" y="115137"/>
                          <a:pt x="158351" y="108028"/>
                        </a:cubicBezTo>
                        <a:close/>
                      </a:path>
                    </a:pathLst>
                  </a:custGeom>
                  <a:solidFill>
                    <a:schemeClr val="bg2">
                      <a:lumMod val="50000"/>
                    </a:schemeClr>
                  </a:solidFill>
                  <a:ln w="354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pt-BR"/>
                  </a:p>
                </p:txBody>
              </p:sp>
              <p:sp>
                <p:nvSpPr>
                  <p:cNvPr id="20" name="Freeform: Shape 19">
                    <a:extLst>
                      <a:ext uri="{FF2B5EF4-FFF2-40B4-BE49-F238E27FC236}">
                        <a16:creationId xmlns:a16="http://schemas.microsoft.com/office/drawing/2014/main" id="{80F5A481-7E4D-54E2-A598-797E5DE46C8F}"/>
                      </a:ext>
                    </a:extLst>
                  </p:cNvPr>
                  <p:cNvSpPr/>
                  <p:nvPr/>
                </p:nvSpPr>
                <p:spPr>
                  <a:xfrm>
                    <a:off x="893094" y="2518840"/>
                    <a:ext cx="125872" cy="95978"/>
                  </a:xfrm>
                  <a:custGeom>
                    <a:avLst/>
                    <a:gdLst>
                      <a:gd name="connsiteX0" fmla="*/ 21490 w 125872"/>
                      <a:gd name="connsiteY0" fmla="*/ 0 h 95978"/>
                      <a:gd name="connsiteX1" fmla="*/ 103606 w 125872"/>
                      <a:gd name="connsiteY1" fmla="*/ 38327 h 95978"/>
                      <a:gd name="connsiteX2" fmla="*/ 123463 w 125872"/>
                      <a:gd name="connsiteY2" fmla="*/ 80162 h 95978"/>
                      <a:gd name="connsiteX3" fmla="*/ 68026 w 125872"/>
                      <a:gd name="connsiteY3" fmla="*/ 91338 h 95978"/>
                      <a:gd name="connsiteX4" fmla="*/ 0 w 125872"/>
                      <a:gd name="connsiteY4" fmla="*/ 71449 h 95978"/>
                      <a:gd name="connsiteX5" fmla="*/ 21490 w 125872"/>
                      <a:gd name="connsiteY5" fmla="*/ 0 h 9597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</a:cxnLst>
                    <a:rect l="l" t="t" r="r" b="b"/>
                    <a:pathLst>
                      <a:path w="125872" h="95978">
                        <a:moveTo>
                          <a:pt x="21490" y="0"/>
                        </a:moveTo>
                        <a:cubicBezTo>
                          <a:pt x="21490" y="0"/>
                          <a:pt x="77038" y="20569"/>
                          <a:pt x="103606" y="38327"/>
                        </a:cubicBezTo>
                        <a:cubicBezTo>
                          <a:pt x="120521" y="49634"/>
                          <a:pt x="130818" y="63383"/>
                          <a:pt x="123463" y="80162"/>
                        </a:cubicBezTo>
                        <a:cubicBezTo>
                          <a:pt x="114209" y="102791"/>
                          <a:pt x="84133" y="95817"/>
                          <a:pt x="68026" y="91338"/>
                        </a:cubicBezTo>
                        <a:cubicBezTo>
                          <a:pt x="51919" y="86858"/>
                          <a:pt x="0" y="71449"/>
                          <a:pt x="0" y="71449"/>
                        </a:cubicBezTo>
                        <a:lnTo>
                          <a:pt x="21490" y="0"/>
                        </a:lnTo>
                        <a:close/>
                      </a:path>
                    </a:pathLst>
                  </a:custGeom>
                  <a:solidFill>
                    <a:srgbClr val="E6EDF1"/>
                  </a:solidFill>
                  <a:ln w="354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pt-BR"/>
                  </a:p>
                </p:txBody>
              </p:sp>
            </p:grpSp>
            <p:grpSp>
              <p:nvGrpSpPr>
                <p:cNvPr id="21" name="Graphic 7">
                  <a:extLst>
                    <a:ext uri="{FF2B5EF4-FFF2-40B4-BE49-F238E27FC236}">
                      <a16:creationId xmlns:a16="http://schemas.microsoft.com/office/drawing/2014/main" id="{D19D39A1-102A-4D97-86FF-5E2857CBB95D}"/>
                    </a:ext>
                  </a:extLst>
                </p:cNvPr>
                <p:cNvGrpSpPr/>
                <p:nvPr/>
              </p:nvGrpSpPr>
              <p:grpSpPr>
                <a:xfrm>
                  <a:off x="1127086" y="2551364"/>
                  <a:ext cx="209276" cy="91048"/>
                  <a:chOff x="1127086" y="2551364"/>
                  <a:chExt cx="209276" cy="91048"/>
                </a:xfrm>
              </p:grpSpPr>
              <p:sp>
                <p:nvSpPr>
                  <p:cNvPr id="22" name="Freeform: Shape 21">
                    <a:extLst>
                      <a:ext uri="{FF2B5EF4-FFF2-40B4-BE49-F238E27FC236}">
                        <a16:creationId xmlns:a16="http://schemas.microsoft.com/office/drawing/2014/main" id="{DCCCB87A-40E6-1695-7A0B-695ED44A1A8D}"/>
                      </a:ext>
                    </a:extLst>
                  </p:cNvPr>
                  <p:cNvSpPr/>
                  <p:nvPr/>
                </p:nvSpPr>
                <p:spPr>
                  <a:xfrm>
                    <a:off x="1128542" y="2551364"/>
                    <a:ext cx="207820" cy="91048"/>
                  </a:xfrm>
                  <a:custGeom>
                    <a:avLst/>
                    <a:gdLst>
                      <a:gd name="connsiteX0" fmla="*/ 26248 w 207820"/>
                      <a:gd name="connsiteY0" fmla="*/ 53872 h 91048"/>
                      <a:gd name="connsiteX1" fmla="*/ 175681 w 207820"/>
                      <a:gd name="connsiteY1" fmla="*/ 90413 h 91048"/>
                      <a:gd name="connsiteX2" fmla="*/ 206853 w 207820"/>
                      <a:gd name="connsiteY2" fmla="*/ 71676 h 91048"/>
                      <a:gd name="connsiteX3" fmla="*/ 187686 w 207820"/>
                      <a:gd name="connsiteY3" fmla="*/ 39341 h 91048"/>
                      <a:gd name="connsiteX4" fmla="*/ 36246 w 207820"/>
                      <a:gd name="connsiteY4" fmla="*/ 1124 h 91048"/>
                      <a:gd name="connsiteX5" fmla="*/ 459 w 207820"/>
                      <a:gd name="connsiteY5" fmla="*/ 20757 h 91048"/>
                      <a:gd name="connsiteX6" fmla="*/ 26251 w 207820"/>
                      <a:gd name="connsiteY6" fmla="*/ 53872 h 9104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207820" h="91048">
                        <a:moveTo>
                          <a:pt x="26248" y="53872"/>
                        </a:moveTo>
                        <a:lnTo>
                          <a:pt x="175681" y="90413"/>
                        </a:lnTo>
                        <a:cubicBezTo>
                          <a:pt x="189418" y="93554"/>
                          <a:pt x="203337" y="84699"/>
                          <a:pt x="206853" y="71676"/>
                        </a:cubicBezTo>
                        <a:cubicBezTo>
                          <a:pt x="210368" y="58654"/>
                          <a:pt x="204376" y="45279"/>
                          <a:pt x="187686" y="39341"/>
                        </a:cubicBezTo>
                        <a:cubicBezTo>
                          <a:pt x="170995" y="33399"/>
                          <a:pt x="36246" y="1124"/>
                          <a:pt x="36246" y="1124"/>
                        </a:cubicBezTo>
                        <a:cubicBezTo>
                          <a:pt x="21007" y="-2907"/>
                          <a:pt x="2992" y="3964"/>
                          <a:pt x="459" y="20757"/>
                        </a:cubicBezTo>
                        <a:cubicBezTo>
                          <a:pt x="-2071" y="37551"/>
                          <a:pt x="5764" y="47816"/>
                          <a:pt x="26251" y="53872"/>
                        </a:cubicBezTo>
                        <a:close/>
                      </a:path>
                    </a:pathLst>
                  </a:custGeom>
                  <a:solidFill>
                    <a:schemeClr val="bg2">
                      <a:lumMod val="50000"/>
                    </a:schemeClr>
                  </a:solidFill>
                  <a:ln w="354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pt-BR"/>
                  </a:p>
                </p:txBody>
              </p:sp>
              <p:sp>
                <p:nvSpPr>
                  <p:cNvPr id="24" name="Freeform: Shape 23">
                    <a:extLst>
                      <a:ext uri="{FF2B5EF4-FFF2-40B4-BE49-F238E27FC236}">
                        <a16:creationId xmlns:a16="http://schemas.microsoft.com/office/drawing/2014/main" id="{4CA3360D-23E6-0A17-BB0E-81257D82A34A}"/>
                      </a:ext>
                    </a:extLst>
                  </p:cNvPr>
                  <p:cNvSpPr/>
                  <p:nvPr/>
                </p:nvSpPr>
                <p:spPr>
                  <a:xfrm>
                    <a:off x="1127086" y="2551665"/>
                    <a:ext cx="130167" cy="86468"/>
                  </a:xfrm>
                  <a:custGeom>
                    <a:avLst/>
                    <a:gdLst>
                      <a:gd name="connsiteX0" fmla="*/ 130168 w 130167"/>
                      <a:gd name="connsiteY0" fmla="*/ 15650 h 86468"/>
                      <a:gd name="connsiteX1" fmla="*/ 40908 w 130167"/>
                      <a:gd name="connsiteY1" fmla="*/ 23 h 86468"/>
                      <a:gd name="connsiteX2" fmla="*/ 663 w 130167"/>
                      <a:gd name="connsiteY2" fmla="*/ 22936 h 86468"/>
                      <a:gd name="connsiteX3" fmla="*/ 39698 w 130167"/>
                      <a:gd name="connsiteY3" fmla="*/ 63854 h 86468"/>
                      <a:gd name="connsiteX4" fmla="*/ 109987 w 130167"/>
                      <a:gd name="connsiteY4" fmla="*/ 86468 h 86468"/>
                      <a:gd name="connsiteX5" fmla="*/ 130168 w 130167"/>
                      <a:gd name="connsiteY5" fmla="*/ 15650 h 8646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</a:cxnLst>
                    <a:rect l="l" t="t" r="r" b="b"/>
                    <a:pathLst>
                      <a:path w="130167" h="86468">
                        <a:moveTo>
                          <a:pt x="130168" y="15650"/>
                        </a:moveTo>
                        <a:cubicBezTo>
                          <a:pt x="130168" y="15650"/>
                          <a:pt x="72855" y="685"/>
                          <a:pt x="40908" y="23"/>
                        </a:cubicBezTo>
                        <a:cubicBezTo>
                          <a:pt x="20563" y="-401"/>
                          <a:pt x="4250" y="4972"/>
                          <a:pt x="663" y="22936"/>
                        </a:cubicBezTo>
                        <a:cubicBezTo>
                          <a:pt x="-4716" y="46782"/>
                          <a:pt x="23929" y="58300"/>
                          <a:pt x="39698" y="63854"/>
                        </a:cubicBezTo>
                        <a:cubicBezTo>
                          <a:pt x="55467" y="69408"/>
                          <a:pt x="109987" y="86468"/>
                          <a:pt x="109987" y="86468"/>
                        </a:cubicBezTo>
                        <a:lnTo>
                          <a:pt x="130168" y="15650"/>
                        </a:lnTo>
                        <a:close/>
                      </a:path>
                    </a:pathLst>
                  </a:custGeom>
                  <a:solidFill>
                    <a:srgbClr val="E6EDF1"/>
                  </a:solidFill>
                  <a:ln w="354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pt-BR"/>
                  </a:p>
                </p:txBody>
              </p:sp>
            </p:grpSp>
            <p:sp>
              <p:nvSpPr>
                <p:cNvPr id="25" name="Freeform: Shape 24">
                  <a:extLst>
                    <a:ext uri="{FF2B5EF4-FFF2-40B4-BE49-F238E27FC236}">
                      <a16:creationId xmlns:a16="http://schemas.microsoft.com/office/drawing/2014/main" id="{9529A538-965D-91BC-D219-ACD24666BBA2}"/>
                    </a:ext>
                  </a:extLst>
                </p:cNvPr>
                <p:cNvSpPr/>
                <p:nvPr/>
              </p:nvSpPr>
              <p:spPr>
                <a:xfrm>
                  <a:off x="1285211" y="2460365"/>
                  <a:ext cx="67830" cy="182283"/>
                </a:xfrm>
                <a:custGeom>
                  <a:avLst/>
                  <a:gdLst>
                    <a:gd name="connsiteX0" fmla="*/ 53280 w 67830"/>
                    <a:gd name="connsiteY0" fmla="*/ 153684 h 182283"/>
                    <a:gd name="connsiteX1" fmla="*/ 67733 w 67830"/>
                    <a:gd name="connsiteY1" fmla="*/ 40553 h 182283"/>
                    <a:gd name="connsiteX2" fmla="*/ 45378 w 67830"/>
                    <a:gd name="connsiteY2" fmla="*/ 607 h 182283"/>
                    <a:gd name="connsiteX3" fmla="*/ 10079 w 67830"/>
                    <a:gd name="connsiteY3" fmla="*/ 35885 h 182283"/>
                    <a:gd name="connsiteX4" fmla="*/ 13 w 67830"/>
                    <a:gd name="connsiteY4" fmla="*/ 148297 h 182283"/>
                    <a:gd name="connsiteX5" fmla="*/ 23428 w 67830"/>
                    <a:gd name="connsiteY5" fmla="*/ 182013 h 182283"/>
                    <a:gd name="connsiteX6" fmla="*/ 53276 w 67830"/>
                    <a:gd name="connsiteY6" fmla="*/ 153684 h 18228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67830" h="182283">
                      <a:moveTo>
                        <a:pt x="53280" y="153684"/>
                      </a:moveTo>
                      <a:cubicBezTo>
                        <a:pt x="53280" y="153684"/>
                        <a:pt x="66872" y="61823"/>
                        <a:pt x="67733" y="40553"/>
                      </a:cubicBezTo>
                      <a:cubicBezTo>
                        <a:pt x="68594" y="19279"/>
                        <a:pt x="64011" y="4151"/>
                        <a:pt x="45378" y="607"/>
                      </a:cubicBezTo>
                      <a:cubicBezTo>
                        <a:pt x="26744" y="-2937"/>
                        <a:pt x="13800" y="9064"/>
                        <a:pt x="10079" y="35885"/>
                      </a:cubicBezTo>
                      <a:cubicBezTo>
                        <a:pt x="6360" y="62705"/>
                        <a:pt x="283" y="134438"/>
                        <a:pt x="13" y="148297"/>
                      </a:cubicBezTo>
                      <a:cubicBezTo>
                        <a:pt x="-258" y="162159"/>
                        <a:pt x="3614" y="179597"/>
                        <a:pt x="23428" y="182013"/>
                      </a:cubicBezTo>
                      <a:cubicBezTo>
                        <a:pt x="43243" y="184428"/>
                        <a:pt x="51789" y="170328"/>
                        <a:pt x="53276" y="153684"/>
                      </a:cubicBezTo>
                      <a:close/>
                    </a:path>
                  </a:pathLst>
                </a:custGeom>
                <a:solidFill>
                  <a:schemeClr val="bg2">
                    <a:lumMod val="50000"/>
                  </a:schemeClr>
                </a:solidFill>
                <a:ln w="35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grpSp>
              <p:nvGrpSpPr>
                <p:cNvPr id="26" name="Graphic 7">
                  <a:extLst>
                    <a:ext uri="{FF2B5EF4-FFF2-40B4-BE49-F238E27FC236}">
                      <a16:creationId xmlns:a16="http://schemas.microsoft.com/office/drawing/2014/main" id="{7156E041-7857-38AD-4760-BFEF64354F40}"/>
                    </a:ext>
                  </a:extLst>
                </p:cNvPr>
                <p:cNvGrpSpPr/>
                <p:nvPr/>
              </p:nvGrpSpPr>
              <p:grpSpPr>
                <a:xfrm>
                  <a:off x="1088156" y="2264412"/>
                  <a:ext cx="72372" cy="207051"/>
                  <a:chOff x="1088156" y="2264412"/>
                  <a:chExt cx="72372" cy="207051"/>
                </a:xfrm>
                <a:solidFill>
                  <a:srgbClr val="ABDAEF"/>
                </a:solidFill>
              </p:grpSpPr>
              <p:sp>
                <p:nvSpPr>
                  <p:cNvPr id="27" name="Freeform: Shape 26">
                    <a:extLst>
                      <a:ext uri="{FF2B5EF4-FFF2-40B4-BE49-F238E27FC236}">
                        <a16:creationId xmlns:a16="http://schemas.microsoft.com/office/drawing/2014/main" id="{A24BA036-B185-68AC-A7EA-A0CC97002899}"/>
                      </a:ext>
                    </a:extLst>
                  </p:cNvPr>
                  <p:cNvSpPr/>
                  <p:nvPr/>
                </p:nvSpPr>
                <p:spPr>
                  <a:xfrm>
                    <a:off x="1107920" y="2321961"/>
                    <a:ext cx="52608" cy="149501"/>
                  </a:xfrm>
                  <a:custGeom>
                    <a:avLst/>
                    <a:gdLst>
                      <a:gd name="connsiteX0" fmla="*/ 20537 w 52608"/>
                      <a:gd name="connsiteY0" fmla="*/ 13 h 149501"/>
                      <a:gd name="connsiteX1" fmla="*/ 35363 w 52608"/>
                      <a:gd name="connsiteY1" fmla="*/ 13673 h 149501"/>
                      <a:gd name="connsiteX2" fmla="*/ 52445 w 52608"/>
                      <a:gd name="connsiteY2" fmla="*/ 120296 h 149501"/>
                      <a:gd name="connsiteX3" fmla="*/ 27305 w 52608"/>
                      <a:gd name="connsiteY3" fmla="*/ 149482 h 149501"/>
                      <a:gd name="connsiteX4" fmla="*/ 25 w 52608"/>
                      <a:gd name="connsiteY4" fmla="*/ 122061 h 149501"/>
                      <a:gd name="connsiteX5" fmla="*/ 5519 w 52608"/>
                      <a:gd name="connsiteY5" fmla="*/ 14961 h 149501"/>
                      <a:gd name="connsiteX6" fmla="*/ 20537 w 52608"/>
                      <a:gd name="connsiteY6" fmla="*/ 17 h 14950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52608" h="149501">
                        <a:moveTo>
                          <a:pt x="20537" y="13"/>
                        </a:moveTo>
                        <a:cubicBezTo>
                          <a:pt x="29027" y="-310"/>
                          <a:pt x="34182" y="5258"/>
                          <a:pt x="35363" y="13673"/>
                        </a:cubicBezTo>
                        <a:lnTo>
                          <a:pt x="52445" y="120296"/>
                        </a:lnTo>
                        <a:cubicBezTo>
                          <a:pt x="54128" y="135478"/>
                          <a:pt x="42568" y="148899"/>
                          <a:pt x="27305" y="149482"/>
                        </a:cubicBezTo>
                        <a:cubicBezTo>
                          <a:pt x="11945" y="150066"/>
                          <a:pt x="-640" y="137413"/>
                          <a:pt x="25" y="122061"/>
                        </a:cubicBezTo>
                        <a:lnTo>
                          <a:pt x="5519" y="14961"/>
                        </a:lnTo>
                        <a:cubicBezTo>
                          <a:pt x="5892" y="6347"/>
                          <a:pt x="11920" y="348"/>
                          <a:pt x="20537" y="17"/>
                        </a:cubicBezTo>
                        <a:close/>
                      </a:path>
                    </a:pathLst>
                  </a:custGeom>
                  <a:solidFill>
                    <a:schemeClr val="bg2">
                      <a:lumMod val="50000"/>
                    </a:schemeClr>
                  </a:solidFill>
                  <a:ln w="354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pt-BR"/>
                  </a:p>
                </p:txBody>
              </p:sp>
              <p:sp>
                <p:nvSpPr>
                  <p:cNvPr id="28" name="Freeform: Shape 27">
                    <a:extLst>
                      <a:ext uri="{FF2B5EF4-FFF2-40B4-BE49-F238E27FC236}">
                        <a16:creationId xmlns:a16="http://schemas.microsoft.com/office/drawing/2014/main" id="{180E1F6F-151C-C451-6F29-99772463546C}"/>
                      </a:ext>
                    </a:extLst>
                  </p:cNvPr>
                  <p:cNvSpPr/>
                  <p:nvPr/>
                </p:nvSpPr>
                <p:spPr>
                  <a:xfrm>
                    <a:off x="1088156" y="2264412"/>
                    <a:ext cx="71744" cy="87008"/>
                  </a:xfrm>
                  <a:custGeom>
                    <a:avLst/>
                    <a:gdLst>
                      <a:gd name="connsiteX0" fmla="*/ 5397 w 71744"/>
                      <a:gd name="connsiteY0" fmla="*/ 61943 h 87008"/>
                      <a:gd name="connsiteX1" fmla="*/ 41550 w 71744"/>
                      <a:gd name="connsiteY1" fmla="*/ 85881 h 87008"/>
                      <a:gd name="connsiteX2" fmla="*/ 51801 w 71744"/>
                      <a:gd name="connsiteY2" fmla="*/ 82000 h 87008"/>
                      <a:gd name="connsiteX3" fmla="*/ 71498 w 71744"/>
                      <a:gd name="connsiteY3" fmla="*/ 8530 h 87008"/>
                      <a:gd name="connsiteX4" fmla="*/ 60998 w 71744"/>
                      <a:gd name="connsiteY4" fmla="*/ 1322 h 87008"/>
                      <a:gd name="connsiteX5" fmla="*/ 4952 w 71744"/>
                      <a:gd name="connsiteY5" fmla="*/ 42160 h 87008"/>
                      <a:gd name="connsiteX6" fmla="*/ 5397 w 71744"/>
                      <a:gd name="connsiteY6" fmla="*/ 61939 h 8700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71744" h="87008">
                        <a:moveTo>
                          <a:pt x="5397" y="61943"/>
                        </a:moveTo>
                        <a:lnTo>
                          <a:pt x="41550" y="85881"/>
                        </a:lnTo>
                        <a:cubicBezTo>
                          <a:pt x="45396" y="88429"/>
                          <a:pt x="50609" y="86454"/>
                          <a:pt x="51801" y="82000"/>
                        </a:cubicBezTo>
                        <a:lnTo>
                          <a:pt x="71498" y="8530"/>
                        </a:lnTo>
                        <a:cubicBezTo>
                          <a:pt x="73149" y="2378"/>
                          <a:pt x="66147" y="-2429"/>
                          <a:pt x="60998" y="1322"/>
                        </a:cubicBezTo>
                        <a:lnTo>
                          <a:pt x="4952" y="42160"/>
                        </a:lnTo>
                        <a:cubicBezTo>
                          <a:pt x="-1836" y="47106"/>
                          <a:pt x="-1605" y="57303"/>
                          <a:pt x="5397" y="61939"/>
                        </a:cubicBezTo>
                        <a:close/>
                      </a:path>
                    </a:pathLst>
                  </a:custGeom>
                  <a:solidFill>
                    <a:schemeClr val="bg2">
                      <a:lumMod val="50000"/>
                    </a:schemeClr>
                  </a:solidFill>
                  <a:ln w="354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pt-BR"/>
                  </a:p>
                </p:txBody>
              </p:sp>
            </p:grpSp>
            <p:grpSp>
              <p:nvGrpSpPr>
                <p:cNvPr id="29" name="Graphic 7">
                  <a:extLst>
                    <a:ext uri="{FF2B5EF4-FFF2-40B4-BE49-F238E27FC236}">
                      <a16:creationId xmlns:a16="http://schemas.microsoft.com/office/drawing/2014/main" id="{2DE963F1-96CA-9090-C865-D258CDD5C74B}"/>
                    </a:ext>
                  </a:extLst>
                </p:cNvPr>
                <p:cNvGrpSpPr/>
                <p:nvPr/>
              </p:nvGrpSpPr>
              <p:grpSpPr>
                <a:xfrm>
                  <a:off x="991941" y="2267319"/>
                  <a:ext cx="76641" cy="204647"/>
                  <a:chOff x="991941" y="2267319"/>
                  <a:chExt cx="76641" cy="204647"/>
                </a:xfrm>
                <a:solidFill>
                  <a:srgbClr val="ABDAEF"/>
                </a:solidFill>
              </p:grpSpPr>
              <p:sp>
                <p:nvSpPr>
                  <p:cNvPr id="30" name="Freeform: Shape 29">
                    <a:extLst>
                      <a:ext uri="{FF2B5EF4-FFF2-40B4-BE49-F238E27FC236}">
                        <a16:creationId xmlns:a16="http://schemas.microsoft.com/office/drawing/2014/main" id="{487D89B8-BC22-8134-26E2-B14D8E889179}"/>
                      </a:ext>
                    </a:extLst>
                  </p:cNvPr>
                  <p:cNvSpPr/>
                  <p:nvPr/>
                </p:nvSpPr>
                <p:spPr>
                  <a:xfrm>
                    <a:off x="991941" y="2322943"/>
                    <a:ext cx="53534" cy="149023"/>
                  </a:xfrm>
                  <a:custGeom>
                    <a:avLst/>
                    <a:gdLst>
                      <a:gd name="connsiteX0" fmla="*/ 39432 w 53534"/>
                      <a:gd name="connsiteY0" fmla="*/ 103 h 149023"/>
                      <a:gd name="connsiteX1" fmla="*/ 24047 w 53534"/>
                      <a:gd name="connsiteY1" fmla="*/ 11816 h 149023"/>
                      <a:gd name="connsiteX2" fmla="*/ 386 w 53534"/>
                      <a:gd name="connsiteY2" fmla="*/ 118261 h 149023"/>
                      <a:gd name="connsiteX3" fmla="*/ 23741 w 53534"/>
                      <a:gd name="connsiteY3" fmla="*/ 148896 h 149023"/>
                      <a:gd name="connsiteX4" fmla="*/ 52611 w 53534"/>
                      <a:gd name="connsiteY4" fmla="*/ 123153 h 149023"/>
                      <a:gd name="connsiteX5" fmla="*/ 53532 w 53534"/>
                      <a:gd name="connsiteY5" fmla="*/ 14587 h 149023"/>
                      <a:gd name="connsiteX6" fmla="*/ 39428 w 53534"/>
                      <a:gd name="connsiteY6" fmla="*/ 103 h 14902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53534" h="149023">
                        <a:moveTo>
                          <a:pt x="39432" y="103"/>
                        </a:moveTo>
                        <a:cubicBezTo>
                          <a:pt x="30974" y="-726"/>
                          <a:pt x="25730" y="3486"/>
                          <a:pt x="24047" y="11816"/>
                        </a:cubicBezTo>
                        <a:lnTo>
                          <a:pt x="386" y="118261"/>
                        </a:lnTo>
                        <a:cubicBezTo>
                          <a:pt x="-2204" y="133319"/>
                          <a:pt x="8534" y="147405"/>
                          <a:pt x="23741" y="148896"/>
                        </a:cubicBezTo>
                        <a:cubicBezTo>
                          <a:pt x="39037" y="150397"/>
                          <a:pt x="52358" y="138520"/>
                          <a:pt x="52611" y="123153"/>
                        </a:cubicBezTo>
                        <a:lnTo>
                          <a:pt x="53532" y="14587"/>
                        </a:lnTo>
                        <a:cubicBezTo>
                          <a:pt x="53675" y="5966"/>
                          <a:pt x="48010" y="946"/>
                          <a:pt x="39428" y="103"/>
                        </a:cubicBezTo>
                        <a:close/>
                      </a:path>
                    </a:pathLst>
                  </a:custGeom>
                  <a:solidFill>
                    <a:schemeClr val="bg2">
                      <a:lumMod val="50000"/>
                    </a:schemeClr>
                  </a:solidFill>
                  <a:ln w="354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pt-BR"/>
                  </a:p>
                </p:txBody>
              </p:sp>
              <p:sp>
                <p:nvSpPr>
                  <p:cNvPr id="32" name="Freeform: Shape 31">
                    <a:extLst>
                      <a:ext uri="{FF2B5EF4-FFF2-40B4-BE49-F238E27FC236}">
                        <a16:creationId xmlns:a16="http://schemas.microsoft.com/office/drawing/2014/main" id="{D41528AB-F0BE-6E58-B960-D7E9F3B88771}"/>
                      </a:ext>
                    </a:extLst>
                  </p:cNvPr>
                  <p:cNvSpPr/>
                  <p:nvPr/>
                </p:nvSpPr>
                <p:spPr>
                  <a:xfrm>
                    <a:off x="991944" y="2267319"/>
                    <a:ext cx="76638" cy="84222"/>
                  </a:xfrm>
                  <a:custGeom>
                    <a:avLst/>
                    <a:gdLst>
                      <a:gd name="connsiteX0" fmla="*/ 72366 w 76638"/>
                      <a:gd name="connsiteY0" fmla="*/ 54645 h 84222"/>
                      <a:gd name="connsiteX1" fmla="*/ 39240 w 76638"/>
                      <a:gd name="connsiteY1" fmla="*/ 82625 h 84222"/>
                      <a:gd name="connsiteX2" fmla="*/ 28605 w 76638"/>
                      <a:gd name="connsiteY2" fmla="*/ 79960 h 84222"/>
                      <a:gd name="connsiteX3" fmla="*/ 501 w 76638"/>
                      <a:gd name="connsiteY3" fmla="*/ 9277 h 84222"/>
                      <a:gd name="connsiteX4" fmla="*/ 10093 w 76638"/>
                      <a:gd name="connsiteY4" fmla="*/ 898 h 84222"/>
                      <a:gd name="connsiteX5" fmla="*/ 70505 w 76638"/>
                      <a:gd name="connsiteY5" fmla="*/ 34944 h 84222"/>
                      <a:gd name="connsiteX6" fmla="*/ 72366 w 76638"/>
                      <a:gd name="connsiteY6" fmla="*/ 54641 h 8422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76638" h="84222">
                        <a:moveTo>
                          <a:pt x="72366" y="54645"/>
                        </a:moveTo>
                        <a:lnTo>
                          <a:pt x="39240" y="82625"/>
                        </a:lnTo>
                        <a:cubicBezTo>
                          <a:pt x="35718" y="85603"/>
                          <a:pt x="30310" y="84248"/>
                          <a:pt x="28605" y="79960"/>
                        </a:cubicBezTo>
                        <a:lnTo>
                          <a:pt x="501" y="9277"/>
                        </a:lnTo>
                        <a:cubicBezTo>
                          <a:pt x="-1851" y="3360"/>
                          <a:pt x="4543" y="-2230"/>
                          <a:pt x="10093" y="898"/>
                        </a:cubicBezTo>
                        <a:lnTo>
                          <a:pt x="70505" y="34944"/>
                        </a:lnTo>
                        <a:cubicBezTo>
                          <a:pt x="77820" y="39068"/>
                          <a:pt x="78781" y="49223"/>
                          <a:pt x="72366" y="54641"/>
                        </a:cubicBezTo>
                        <a:close/>
                      </a:path>
                    </a:pathLst>
                  </a:custGeom>
                  <a:solidFill>
                    <a:schemeClr val="bg2">
                      <a:lumMod val="50000"/>
                    </a:schemeClr>
                  </a:solidFill>
                  <a:ln w="354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pt-BR"/>
                  </a:p>
                </p:txBody>
              </p:sp>
            </p:grpSp>
            <p:grpSp>
              <p:nvGrpSpPr>
                <p:cNvPr id="33" name="Graphic 7">
                  <a:extLst>
                    <a:ext uri="{FF2B5EF4-FFF2-40B4-BE49-F238E27FC236}">
                      <a16:creationId xmlns:a16="http://schemas.microsoft.com/office/drawing/2014/main" id="{EC3886CD-F3D1-E879-5E26-7AF734094D6D}"/>
                    </a:ext>
                  </a:extLst>
                </p:cNvPr>
                <p:cNvGrpSpPr/>
                <p:nvPr/>
              </p:nvGrpSpPr>
              <p:grpSpPr>
                <a:xfrm>
                  <a:off x="1086024" y="2424017"/>
                  <a:ext cx="82733" cy="141150"/>
                  <a:chOff x="1086024" y="2424017"/>
                  <a:chExt cx="82733" cy="141150"/>
                </a:xfrm>
                <a:solidFill>
                  <a:srgbClr val="E6EDF1"/>
                </a:solidFill>
              </p:grpSpPr>
              <p:sp>
                <p:nvSpPr>
                  <p:cNvPr id="34" name="Freeform: Shape 33">
                    <a:extLst>
                      <a:ext uri="{FF2B5EF4-FFF2-40B4-BE49-F238E27FC236}">
                        <a16:creationId xmlns:a16="http://schemas.microsoft.com/office/drawing/2014/main" id="{7D6B852F-A13C-8A1B-6034-0AA5B4C1BA0D}"/>
                      </a:ext>
                    </a:extLst>
                  </p:cNvPr>
                  <p:cNvSpPr/>
                  <p:nvPr/>
                </p:nvSpPr>
                <p:spPr>
                  <a:xfrm>
                    <a:off x="1101407" y="2424017"/>
                    <a:ext cx="59995" cy="115294"/>
                  </a:xfrm>
                  <a:custGeom>
                    <a:avLst/>
                    <a:gdLst>
                      <a:gd name="connsiteX0" fmla="*/ 23748 w 59995"/>
                      <a:gd name="connsiteY0" fmla="*/ 115136 h 115294"/>
                      <a:gd name="connsiteX1" fmla="*/ 53091 w 59995"/>
                      <a:gd name="connsiteY1" fmla="*/ 91546 h 115294"/>
                      <a:gd name="connsiteX2" fmla="*/ 59837 w 59995"/>
                      <a:gd name="connsiteY2" fmla="*/ 29501 h 115294"/>
                      <a:gd name="connsiteX3" fmla="*/ 36247 w 59995"/>
                      <a:gd name="connsiteY3" fmla="*/ 158 h 115294"/>
                      <a:gd name="connsiteX4" fmla="*/ 6904 w 59995"/>
                      <a:gd name="connsiteY4" fmla="*/ 23748 h 115294"/>
                      <a:gd name="connsiteX5" fmla="*/ 158 w 59995"/>
                      <a:gd name="connsiteY5" fmla="*/ 85793 h 115294"/>
                      <a:gd name="connsiteX6" fmla="*/ 23748 w 59995"/>
                      <a:gd name="connsiteY6" fmla="*/ 115136 h 11529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59995" h="115294">
                        <a:moveTo>
                          <a:pt x="23748" y="115136"/>
                        </a:moveTo>
                        <a:cubicBezTo>
                          <a:pt x="38364" y="116726"/>
                          <a:pt x="51501" y="106163"/>
                          <a:pt x="53091" y="91546"/>
                        </a:cubicBezTo>
                        <a:lnTo>
                          <a:pt x="59837" y="29501"/>
                        </a:lnTo>
                        <a:cubicBezTo>
                          <a:pt x="61428" y="14885"/>
                          <a:pt x="50864" y="1749"/>
                          <a:pt x="36247" y="158"/>
                        </a:cubicBezTo>
                        <a:cubicBezTo>
                          <a:pt x="21631" y="-1432"/>
                          <a:pt x="8495" y="9132"/>
                          <a:pt x="6904" y="23748"/>
                        </a:cubicBezTo>
                        <a:lnTo>
                          <a:pt x="158" y="85793"/>
                        </a:lnTo>
                        <a:cubicBezTo>
                          <a:pt x="-1432" y="100409"/>
                          <a:pt x="9132" y="113545"/>
                          <a:pt x="23748" y="115136"/>
                        </a:cubicBezTo>
                        <a:close/>
                      </a:path>
                    </a:pathLst>
                  </a:custGeom>
                  <a:solidFill>
                    <a:srgbClr val="E6EDF1"/>
                  </a:solidFill>
                  <a:ln w="354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pt-BR"/>
                  </a:p>
                </p:txBody>
              </p:sp>
              <p:sp>
                <p:nvSpPr>
                  <p:cNvPr id="35" name="Freeform: Shape 34">
                    <a:extLst>
                      <a:ext uri="{FF2B5EF4-FFF2-40B4-BE49-F238E27FC236}">
                        <a16:creationId xmlns:a16="http://schemas.microsoft.com/office/drawing/2014/main" id="{F93B9140-0D8A-BBB3-6B4D-38739E2A90C2}"/>
                      </a:ext>
                    </a:extLst>
                  </p:cNvPr>
                  <p:cNvSpPr/>
                  <p:nvPr/>
                </p:nvSpPr>
                <p:spPr>
                  <a:xfrm rot="-10428001">
                    <a:off x="1091117" y="2463300"/>
                    <a:ext cx="72547" cy="98236"/>
                  </a:xfrm>
                  <a:custGeom>
                    <a:avLst/>
                    <a:gdLst>
                      <a:gd name="connsiteX0" fmla="*/ 0 w 72547"/>
                      <a:gd name="connsiteY0" fmla="*/ 0 h 98236"/>
                      <a:gd name="connsiteX1" fmla="*/ 72548 w 72547"/>
                      <a:gd name="connsiteY1" fmla="*/ 0 h 98236"/>
                      <a:gd name="connsiteX2" fmla="*/ 72548 w 72547"/>
                      <a:gd name="connsiteY2" fmla="*/ 98237 h 98236"/>
                      <a:gd name="connsiteX3" fmla="*/ 0 w 72547"/>
                      <a:gd name="connsiteY3" fmla="*/ 98237 h 9823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72547" h="98236">
                        <a:moveTo>
                          <a:pt x="0" y="0"/>
                        </a:moveTo>
                        <a:lnTo>
                          <a:pt x="72548" y="0"/>
                        </a:lnTo>
                        <a:lnTo>
                          <a:pt x="72548" y="98237"/>
                        </a:lnTo>
                        <a:lnTo>
                          <a:pt x="0" y="98237"/>
                        </a:lnTo>
                        <a:close/>
                      </a:path>
                    </a:pathLst>
                  </a:custGeom>
                  <a:solidFill>
                    <a:srgbClr val="E6EDF1"/>
                  </a:solidFill>
                  <a:ln w="354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pt-BR"/>
                  </a:p>
                </p:txBody>
              </p:sp>
            </p:grpSp>
            <p:grpSp>
              <p:nvGrpSpPr>
                <p:cNvPr id="36" name="Graphic 7">
                  <a:extLst>
                    <a:ext uri="{FF2B5EF4-FFF2-40B4-BE49-F238E27FC236}">
                      <a16:creationId xmlns:a16="http://schemas.microsoft.com/office/drawing/2014/main" id="{FF636323-46B9-5619-1988-CF70171A4A5E}"/>
                    </a:ext>
                  </a:extLst>
                </p:cNvPr>
                <p:cNvGrpSpPr/>
                <p:nvPr/>
              </p:nvGrpSpPr>
              <p:grpSpPr>
                <a:xfrm>
                  <a:off x="982215" y="2424506"/>
                  <a:ext cx="75698" cy="139008"/>
                  <a:chOff x="982215" y="2424506"/>
                  <a:chExt cx="75698" cy="139008"/>
                </a:xfrm>
                <a:solidFill>
                  <a:srgbClr val="E6EDF1"/>
                </a:solidFill>
              </p:grpSpPr>
              <p:sp>
                <p:nvSpPr>
                  <p:cNvPr id="37" name="Freeform: Shape 36">
                    <a:extLst>
                      <a:ext uri="{FF2B5EF4-FFF2-40B4-BE49-F238E27FC236}">
                        <a16:creationId xmlns:a16="http://schemas.microsoft.com/office/drawing/2014/main" id="{E4A75B7C-8059-D7DC-98BA-2AE76A37F0CB}"/>
                      </a:ext>
                    </a:extLst>
                  </p:cNvPr>
                  <p:cNvSpPr/>
                  <p:nvPr/>
                </p:nvSpPr>
                <p:spPr>
                  <a:xfrm>
                    <a:off x="990826" y="2424506"/>
                    <a:ext cx="55266" cy="115617"/>
                  </a:xfrm>
                  <a:custGeom>
                    <a:avLst/>
                    <a:gdLst>
                      <a:gd name="connsiteX0" fmla="*/ 29510 w 55266"/>
                      <a:gd name="connsiteY0" fmla="*/ 115604 h 115617"/>
                      <a:gd name="connsiteX1" fmla="*/ 2039 w 55266"/>
                      <a:gd name="connsiteY1" fmla="*/ 89861 h 115617"/>
                      <a:gd name="connsiteX2" fmla="*/ 14 w 55266"/>
                      <a:gd name="connsiteY2" fmla="*/ 27486 h 115617"/>
                      <a:gd name="connsiteX3" fmla="*/ 25757 w 55266"/>
                      <a:gd name="connsiteY3" fmla="*/ 14 h 115617"/>
                      <a:gd name="connsiteX4" fmla="*/ 53228 w 55266"/>
                      <a:gd name="connsiteY4" fmla="*/ 25757 h 115617"/>
                      <a:gd name="connsiteX5" fmla="*/ 55253 w 55266"/>
                      <a:gd name="connsiteY5" fmla="*/ 88132 h 115617"/>
                      <a:gd name="connsiteX6" fmla="*/ 29510 w 55266"/>
                      <a:gd name="connsiteY6" fmla="*/ 115604 h 11561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55266" h="115617">
                        <a:moveTo>
                          <a:pt x="29510" y="115604"/>
                        </a:moveTo>
                        <a:cubicBezTo>
                          <a:pt x="14816" y="116080"/>
                          <a:pt x="2516" y="104556"/>
                          <a:pt x="2039" y="89861"/>
                        </a:cubicBezTo>
                        <a:lnTo>
                          <a:pt x="14" y="27486"/>
                        </a:lnTo>
                        <a:cubicBezTo>
                          <a:pt x="-462" y="12791"/>
                          <a:pt x="11062" y="491"/>
                          <a:pt x="25757" y="14"/>
                        </a:cubicBezTo>
                        <a:cubicBezTo>
                          <a:pt x="40451" y="-462"/>
                          <a:pt x="52751" y="11062"/>
                          <a:pt x="53228" y="25757"/>
                        </a:cubicBezTo>
                        <a:lnTo>
                          <a:pt x="55253" y="88132"/>
                        </a:lnTo>
                        <a:cubicBezTo>
                          <a:pt x="55729" y="102827"/>
                          <a:pt x="44205" y="115127"/>
                          <a:pt x="29510" y="115604"/>
                        </a:cubicBezTo>
                        <a:close/>
                      </a:path>
                    </a:pathLst>
                  </a:custGeom>
                  <a:solidFill>
                    <a:srgbClr val="E6EDF1"/>
                  </a:solidFill>
                  <a:ln w="354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pt-BR"/>
                  </a:p>
                </p:txBody>
              </p:sp>
              <p:sp>
                <p:nvSpPr>
                  <p:cNvPr id="38" name="Freeform: Shape 37">
                    <a:extLst>
                      <a:ext uri="{FF2B5EF4-FFF2-40B4-BE49-F238E27FC236}">
                        <a16:creationId xmlns:a16="http://schemas.microsoft.com/office/drawing/2014/main" id="{B405DEC4-B72A-EBA7-2FBF-C30E3F4B1424}"/>
                      </a:ext>
                    </a:extLst>
                  </p:cNvPr>
                  <p:cNvSpPr/>
                  <p:nvPr/>
                </p:nvSpPr>
                <p:spPr>
                  <a:xfrm rot="-111600">
                    <a:off x="983790" y="2464126"/>
                    <a:ext cx="72547" cy="98236"/>
                  </a:xfrm>
                  <a:custGeom>
                    <a:avLst/>
                    <a:gdLst>
                      <a:gd name="connsiteX0" fmla="*/ 0 w 72547"/>
                      <a:gd name="connsiteY0" fmla="*/ 0 h 98236"/>
                      <a:gd name="connsiteX1" fmla="*/ 72548 w 72547"/>
                      <a:gd name="connsiteY1" fmla="*/ 0 h 98236"/>
                      <a:gd name="connsiteX2" fmla="*/ 72548 w 72547"/>
                      <a:gd name="connsiteY2" fmla="*/ 98237 h 98236"/>
                      <a:gd name="connsiteX3" fmla="*/ 0 w 72547"/>
                      <a:gd name="connsiteY3" fmla="*/ 98237 h 9823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72547" h="98236">
                        <a:moveTo>
                          <a:pt x="0" y="0"/>
                        </a:moveTo>
                        <a:lnTo>
                          <a:pt x="72548" y="0"/>
                        </a:lnTo>
                        <a:lnTo>
                          <a:pt x="72548" y="98237"/>
                        </a:lnTo>
                        <a:lnTo>
                          <a:pt x="0" y="98237"/>
                        </a:lnTo>
                        <a:close/>
                      </a:path>
                    </a:pathLst>
                  </a:custGeom>
                  <a:solidFill>
                    <a:srgbClr val="E6EDF1"/>
                  </a:solidFill>
                  <a:ln w="354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pt-BR"/>
                  </a:p>
                </p:txBody>
              </p:sp>
            </p:grpSp>
            <p:sp>
              <p:nvSpPr>
                <p:cNvPr id="39" name="Freeform: Shape 38">
                  <a:extLst>
                    <a:ext uri="{FF2B5EF4-FFF2-40B4-BE49-F238E27FC236}">
                      <a16:creationId xmlns:a16="http://schemas.microsoft.com/office/drawing/2014/main" id="{4263051A-A39B-FF4E-2D7A-99A53A964FAC}"/>
                    </a:ext>
                  </a:extLst>
                </p:cNvPr>
                <p:cNvSpPr/>
                <p:nvPr/>
              </p:nvSpPr>
              <p:spPr>
                <a:xfrm>
                  <a:off x="971296" y="2534200"/>
                  <a:ext cx="219476" cy="91448"/>
                </a:xfrm>
                <a:custGeom>
                  <a:avLst/>
                  <a:gdLst>
                    <a:gd name="connsiteX0" fmla="*/ 179541 w 219476"/>
                    <a:gd name="connsiteY0" fmla="*/ 91448 h 91448"/>
                    <a:gd name="connsiteX1" fmla="*/ 39932 w 219476"/>
                    <a:gd name="connsiteY1" fmla="*/ 91448 h 91448"/>
                    <a:gd name="connsiteX2" fmla="*/ 0 w 219476"/>
                    <a:gd name="connsiteY2" fmla="*/ 51517 h 91448"/>
                    <a:gd name="connsiteX3" fmla="*/ 51517 w 219476"/>
                    <a:gd name="connsiteY3" fmla="*/ 0 h 91448"/>
                    <a:gd name="connsiteX4" fmla="*/ 167960 w 219476"/>
                    <a:gd name="connsiteY4" fmla="*/ 0 h 91448"/>
                    <a:gd name="connsiteX5" fmla="*/ 219476 w 219476"/>
                    <a:gd name="connsiteY5" fmla="*/ 51517 h 91448"/>
                    <a:gd name="connsiteX6" fmla="*/ 179545 w 219476"/>
                    <a:gd name="connsiteY6" fmla="*/ 91448 h 9144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219476" h="91448">
                      <a:moveTo>
                        <a:pt x="179541" y="91448"/>
                      </a:moveTo>
                      <a:lnTo>
                        <a:pt x="39932" y="91448"/>
                      </a:lnTo>
                      <a:cubicBezTo>
                        <a:pt x="17879" y="91448"/>
                        <a:pt x="0" y="73569"/>
                        <a:pt x="0" y="51517"/>
                      </a:cubicBezTo>
                      <a:cubicBezTo>
                        <a:pt x="0" y="23067"/>
                        <a:pt x="23063" y="0"/>
                        <a:pt x="51517" y="0"/>
                      </a:cubicBezTo>
                      <a:lnTo>
                        <a:pt x="167960" y="0"/>
                      </a:lnTo>
                      <a:cubicBezTo>
                        <a:pt x="196410" y="0"/>
                        <a:pt x="219476" y="23063"/>
                        <a:pt x="219476" y="51517"/>
                      </a:cubicBezTo>
                      <a:cubicBezTo>
                        <a:pt x="219476" y="73569"/>
                        <a:pt x="201597" y="91448"/>
                        <a:pt x="179545" y="91448"/>
                      </a:cubicBezTo>
                      <a:close/>
                    </a:path>
                  </a:pathLst>
                </a:custGeom>
                <a:solidFill>
                  <a:srgbClr val="E6EDF1"/>
                </a:solidFill>
                <a:ln w="35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40" name="Freeform: Shape 39">
                  <a:extLst>
                    <a:ext uri="{FF2B5EF4-FFF2-40B4-BE49-F238E27FC236}">
                      <a16:creationId xmlns:a16="http://schemas.microsoft.com/office/drawing/2014/main" id="{3F1802B5-F259-062C-6C61-9B48F850E8DE}"/>
                    </a:ext>
                  </a:extLst>
                </p:cNvPr>
                <p:cNvSpPr/>
                <p:nvPr/>
              </p:nvSpPr>
              <p:spPr>
                <a:xfrm rot="-2700000">
                  <a:off x="1027078" y="2497621"/>
                  <a:ext cx="107907" cy="107907"/>
                </a:xfrm>
                <a:custGeom>
                  <a:avLst/>
                  <a:gdLst>
                    <a:gd name="connsiteX0" fmla="*/ 107908 w 107907"/>
                    <a:gd name="connsiteY0" fmla="*/ 53954 h 107907"/>
                    <a:gd name="connsiteX1" fmla="*/ 53954 w 107907"/>
                    <a:gd name="connsiteY1" fmla="*/ 107908 h 107907"/>
                    <a:gd name="connsiteX2" fmla="*/ 0 w 107907"/>
                    <a:gd name="connsiteY2" fmla="*/ 53954 h 107907"/>
                    <a:gd name="connsiteX3" fmla="*/ 53954 w 107907"/>
                    <a:gd name="connsiteY3" fmla="*/ 0 h 107907"/>
                    <a:gd name="connsiteX4" fmla="*/ 107908 w 107907"/>
                    <a:gd name="connsiteY4" fmla="*/ 53954 h 10790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07907" h="107907">
                      <a:moveTo>
                        <a:pt x="107908" y="53954"/>
                      </a:moveTo>
                      <a:cubicBezTo>
                        <a:pt x="107908" y="83752"/>
                        <a:pt x="83752" y="107908"/>
                        <a:pt x="53954" y="107908"/>
                      </a:cubicBezTo>
                      <a:cubicBezTo>
                        <a:pt x="24156" y="107908"/>
                        <a:pt x="0" y="83752"/>
                        <a:pt x="0" y="53954"/>
                      </a:cubicBezTo>
                      <a:cubicBezTo>
                        <a:pt x="0" y="24156"/>
                        <a:pt x="24156" y="0"/>
                        <a:pt x="53954" y="0"/>
                      </a:cubicBezTo>
                      <a:cubicBezTo>
                        <a:pt x="83752" y="0"/>
                        <a:pt x="107908" y="24156"/>
                        <a:pt x="107908" y="53954"/>
                      </a:cubicBezTo>
                      <a:close/>
                    </a:path>
                  </a:pathLst>
                </a:custGeom>
                <a:solidFill>
                  <a:schemeClr val="bg2">
                    <a:lumMod val="50000"/>
                  </a:schemeClr>
                </a:solidFill>
                <a:ln w="35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41" name="Freeform: Shape 40">
                  <a:extLst>
                    <a:ext uri="{FF2B5EF4-FFF2-40B4-BE49-F238E27FC236}">
                      <a16:creationId xmlns:a16="http://schemas.microsoft.com/office/drawing/2014/main" id="{60BDE727-3D1D-8BE8-5A6F-3C787A39E2DC}"/>
                    </a:ext>
                  </a:extLst>
                </p:cNvPr>
                <p:cNvSpPr/>
                <p:nvPr/>
              </p:nvSpPr>
              <p:spPr>
                <a:xfrm>
                  <a:off x="816818" y="2375436"/>
                  <a:ext cx="89256" cy="176975"/>
                </a:xfrm>
                <a:custGeom>
                  <a:avLst/>
                  <a:gdLst>
                    <a:gd name="connsiteX0" fmla="*/ 1671 w 89256"/>
                    <a:gd name="connsiteY0" fmla="*/ 138903 h 176975"/>
                    <a:gd name="connsiteX1" fmla="*/ 29403 w 89256"/>
                    <a:gd name="connsiteY1" fmla="*/ 29765 h 176975"/>
                    <a:gd name="connsiteX2" fmla="*/ 70188 w 89256"/>
                    <a:gd name="connsiteY2" fmla="*/ 1457 h 176975"/>
                    <a:gd name="connsiteX3" fmla="*/ 86146 w 89256"/>
                    <a:gd name="connsiteY3" fmla="*/ 44463 h 176975"/>
                    <a:gd name="connsiteX4" fmla="*/ 53113 w 89256"/>
                    <a:gd name="connsiteY4" fmla="*/ 153726 h 176975"/>
                    <a:gd name="connsiteX5" fmla="*/ 19088 w 89256"/>
                    <a:gd name="connsiteY5" fmla="*/ 175729 h 176975"/>
                    <a:gd name="connsiteX6" fmla="*/ 1671 w 89256"/>
                    <a:gd name="connsiteY6" fmla="*/ 138900 h 1769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89256" h="176975">
                      <a:moveTo>
                        <a:pt x="1671" y="138903"/>
                      </a:moveTo>
                      <a:cubicBezTo>
                        <a:pt x="1671" y="138903"/>
                        <a:pt x="25033" y="45139"/>
                        <a:pt x="29403" y="29765"/>
                      </a:cubicBezTo>
                      <a:cubicBezTo>
                        <a:pt x="33772" y="14390"/>
                        <a:pt x="50704" y="-5588"/>
                        <a:pt x="70188" y="1457"/>
                      </a:cubicBezTo>
                      <a:cubicBezTo>
                        <a:pt x="89672" y="8505"/>
                        <a:pt x="92661" y="22275"/>
                        <a:pt x="86146" y="44463"/>
                      </a:cubicBezTo>
                      <a:cubicBezTo>
                        <a:pt x="79635" y="66647"/>
                        <a:pt x="58023" y="140761"/>
                        <a:pt x="53113" y="153726"/>
                      </a:cubicBezTo>
                      <a:cubicBezTo>
                        <a:pt x="48207" y="166691"/>
                        <a:pt x="35800" y="181386"/>
                        <a:pt x="19088" y="175729"/>
                      </a:cubicBezTo>
                      <a:cubicBezTo>
                        <a:pt x="2376" y="170071"/>
                        <a:pt x="-3143" y="154904"/>
                        <a:pt x="1671" y="138900"/>
                      </a:cubicBezTo>
                      <a:close/>
                    </a:path>
                  </a:pathLst>
                </a:custGeom>
                <a:solidFill>
                  <a:schemeClr val="bg2">
                    <a:lumMod val="50000"/>
                  </a:schemeClr>
                </a:solidFill>
                <a:ln w="35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grpSp>
              <p:nvGrpSpPr>
                <p:cNvPr id="42" name="Graphic 7">
                  <a:extLst>
                    <a:ext uri="{FF2B5EF4-FFF2-40B4-BE49-F238E27FC236}">
                      <a16:creationId xmlns:a16="http://schemas.microsoft.com/office/drawing/2014/main" id="{D7D09101-D1CE-6877-8AD4-26427811CE00}"/>
                    </a:ext>
                  </a:extLst>
                </p:cNvPr>
                <p:cNvGrpSpPr/>
                <p:nvPr/>
              </p:nvGrpSpPr>
              <p:grpSpPr>
                <a:xfrm>
                  <a:off x="520869" y="2273808"/>
                  <a:ext cx="1188715" cy="321795"/>
                  <a:chOff x="520869" y="2273808"/>
                  <a:chExt cx="1188715" cy="321795"/>
                </a:xfrm>
              </p:grpSpPr>
              <p:sp>
                <p:nvSpPr>
                  <p:cNvPr id="44" name="Freeform: Shape 43">
                    <a:extLst>
                      <a:ext uri="{FF2B5EF4-FFF2-40B4-BE49-F238E27FC236}">
                        <a16:creationId xmlns:a16="http://schemas.microsoft.com/office/drawing/2014/main" id="{C19DF252-2885-AB32-4C63-E38AD2F8108D}"/>
                      </a:ext>
                    </a:extLst>
                  </p:cNvPr>
                  <p:cNvSpPr/>
                  <p:nvPr/>
                </p:nvSpPr>
                <p:spPr>
                  <a:xfrm>
                    <a:off x="520869" y="2273808"/>
                    <a:ext cx="1188715" cy="321795"/>
                  </a:xfrm>
                  <a:custGeom>
                    <a:avLst/>
                    <a:gdLst>
                      <a:gd name="connsiteX0" fmla="*/ 939366 w 1188715"/>
                      <a:gd name="connsiteY0" fmla="*/ 246298 h 321795"/>
                      <a:gd name="connsiteX1" fmla="*/ 977732 w 1188715"/>
                      <a:gd name="connsiteY1" fmla="*/ 282590 h 321795"/>
                      <a:gd name="connsiteX2" fmla="*/ 1031775 w 1188715"/>
                      <a:gd name="connsiteY2" fmla="*/ 306340 h 321795"/>
                      <a:gd name="connsiteX3" fmla="*/ 1102316 w 1188715"/>
                      <a:gd name="connsiteY3" fmla="*/ 320494 h 321795"/>
                      <a:gd name="connsiteX4" fmla="*/ 1174775 w 1188715"/>
                      <a:gd name="connsiteY4" fmla="*/ 284992 h 321795"/>
                      <a:gd name="connsiteX5" fmla="*/ 1186378 w 1188715"/>
                      <a:gd name="connsiteY5" fmla="*/ 261669 h 321795"/>
                      <a:gd name="connsiteX6" fmla="*/ 1170872 w 1188715"/>
                      <a:gd name="connsiteY6" fmla="*/ 230024 h 321795"/>
                      <a:gd name="connsiteX7" fmla="*/ 1051878 w 1188715"/>
                      <a:gd name="connsiteY7" fmla="*/ 206150 h 321795"/>
                      <a:gd name="connsiteX8" fmla="*/ 992854 w 1188715"/>
                      <a:gd name="connsiteY8" fmla="*/ 207214 h 321795"/>
                      <a:gd name="connsiteX9" fmla="*/ 943458 w 1188715"/>
                      <a:gd name="connsiteY9" fmla="*/ 225897 h 321795"/>
                      <a:gd name="connsiteX10" fmla="*/ 237963 w 1188715"/>
                      <a:gd name="connsiteY10" fmla="*/ 84359 h 321795"/>
                      <a:gd name="connsiteX11" fmla="*/ 199597 w 1188715"/>
                      <a:gd name="connsiteY11" fmla="*/ 48067 h 321795"/>
                      <a:gd name="connsiteX12" fmla="*/ 145554 w 1188715"/>
                      <a:gd name="connsiteY12" fmla="*/ 24317 h 321795"/>
                      <a:gd name="connsiteX13" fmla="*/ 26560 w 1188715"/>
                      <a:gd name="connsiteY13" fmla="*/ 443 h 321795"/>
                      <a:gd name="connsiteX14" fmla="*/ 49 w 1188715"/>
                      <a:gd name="connsiteY14" fmla="*/ 23659 h 321795"/>
                      <a:gd name="connsiteX15" fmla="*/ 1757 w 1188715"/>
                      <a:gd name="connsiteY15" fmla="*/ 49650 h 321795"/>
                      <a:gd name="connsiteX16" fmla="*/ 54914 w 1188715"/>
                      <a:gd name="connsiteY16" fmla="*/ 110354 h 321795"/>
                      <a:gd name="connsiteX17" fmla="*/ 125455 w 1188715"/>
                      <a:gd name="connsiteY17" fmla="*/ 124507 h 321795"/>
                      <a:gd name="connsiteX18" fmla="*/ 184479 w 1188715"/>
                      <a:gd name="connsiteY18" fmla="*/ 123444 h 321795"/>
                      <a:gd name="connsiteX19" fmla="*/ 233872 w 1188715"/>
                      <a:gd name="connsiteY19" fmla="*/ 104760 h 321795"/>
                      <a:gd name="connsiteX20" fmla="*/ 939366 w 1188715"/>
                      <a:gd name="connsiteY20" fmla="*/ 246298 h 32179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</a:cxnLst>
                    <a:rect l="l" t="t" r="r" b="b"/>
                    <a:pathLst>
                      <a:path w="1188715" h="321795">
                        <a:moveTo>
                          <a:pt x="939366" y="246298"/>
                        </a:moveTo>
                        <a:lnTo>
                          <a:pt x="977732" y="282590"/>
                        </a:lnTo>
                        <a:cubicBezTo>
                          <a:pt x="993818" y="294321"/>
                          <a:pt x="1012256" y="302423"/>
                          <a:pt x="1031775" y="306340"/>
                        </a:cubicBezTo>
                        <a:lnTo>
                          <a:pt x="1102316" y="320494"/>
                        </a:lnTo>
                        <a:cubicBezTo>
                          <a:pt x="1131716" y="326393"/>
                          <a:pt x="1161419" y="311841"/>
                          <a:pt x="1174775" y="284992"/>
                        </a:cubicBezTo>
                        <a:lnTo>
                          <a:pt x="1186378" y="261669"/>
                        </a:lnTo>
                        <a:cubicBezTo>
                          <a:pt x="1192886" y="248590"/>
                          <a:pt x="1185197" y="232899"/>
                          <a:pt x="1170872" y="230024"/>
                        </a:cubicBezTo>
                        <a:lnTo>
                          <a:pt x="1051878" y="206150"/>
                        </a:lnTo>
                        <a:cubicBezTo>
                          <a:pt x="1032359" y="202232"/>
                          <a:pt x="1012220" y="202599"/>
                          <a:pt x="992854" y="207214"/>
                        </a:cubicBezTo>
                        <a:lnTo>
                          <a:pt x="943458" y="225897"/>
                        </a:lnTo>
                        <a:lnTo>
                          <a:pt x="237963" y="84359"/>
                        </a:lnTo>
                        <a:lnTo>
                          <a:pt x="199597" y="48067"/>
                        </a:lnTo>
                        <a:cubicBezTo>
                          <a:pt x="183511" y="36336"/>
                          <a:pt x="165074" y="28235"/>
                          <a:pt x="145554" y="24317"/>
                        </a:cubicBezTo>
                        <a:lnTo>
                          <a:pt x="26560" y="443"/>
                        </a:lnTo>
                        <a:cubicBezTo>
                          <a:pt x="12235" y="-2432"/>
                          <a:pt x="-908" y="9078"/>
                          <a:pt x="49" y="23659"/>
                        </a:cubicBezTo>
                        <a:lnTo>
                          <a:pt x="1757" y="49650"/>
                        </a:lnTo>
                        <a:cubicBezTo>
                          <a:pt x="3725" y="79570"/>
                          <a:pt x="25514" y="104454"/>
                          <a:pt x="54914" y="110354"/>
                        </a:cubicBezTo>
                        <a:lnTo>
                          <a:pt x="125455" y="124507"/>
                        </a:lnTo>
                        <a:cubicBezTo>
                          <a:pt x="144974" y="128425"/>
                          <a:pt x="165113" y="128062"/>
                          <a:pt x="184479" y="123444"/>
                        </a:cubicBezTo>
                        <a:lnTo>
                          <a:pt x="233872" y="104760"/>
                        </a:lnTo>
                        <a:lnTo>
                          <a:pt x="939366" y="246298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accent2">
                          <a:lumMod val="90000"/>
                        </a:schemeClr>
                      </a:gs>
                      <a:gs pos="100000">
                        <a:schemeClr val="bg2">
                          <a:lumMod val="75000"/>
                        </a:schemeClr>
                      </a:gs>
                    </a:gsLst>
                    <a:lin ang="2700000" scaled="0"/>
                  </a:gradFill>
                  <a:ln w="354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pt-BR"/>
                  </a:p>
                </p:txBody>
              </p:sp>
              <p:sp>
                <p:nvSpPr>
                  <p:cNvPr id="47" name="Freeform: Shape 46">
                    <a:extLst>
                      <a:ext uri="{FF2B5EF4-FFF2-40B4-BE49-F238E27FC236}">
                        <a16:creationId xmlns:a16="http://schemas.microsoft.com/office/drawing/2014/main" id="{5E88B8D4-3A68-12C1-C379-831DF4243FF5}"/>
                      </a:ext>
                    </a:extLst>
                  </p:cNvPr>
                  <p:cNvSpPr/>
                  <p:nvPr/>
                </p:nvSpPr>
                <p:spPr>
                  <a:xfrm>
                    <a:off x="837619" y="2356369"/>
                    <a:ext cx="103484" cy="80460"/>
                  </a:xfrm>
                  <a:custGeom>
                    <a:avLst/>
                    <a:gdLst>
                      <a:gd name="connsiteX0" fmla="*/ 336 w 103484"/>
                      <a:gd name="connsiteY0" fmla="*/ 47056 h 80460"/>
                      <a:gd name="connsiteX1" fmla="*/ 5563 w 103484"/>
                      <a:gd name="connsiteY1" fmla="*/ 20538 h 80460"/>
                      <a:gd name="connsiteX2" fmla="*/ 35461 w 103484"/>
                      <a:gd name="connsiteY2" fmla="*/ 485 h 80460"/>
                      <a:gd name="connsiteX3" fmla="*/ 82946 w 103484"/>
                      <a:gd name="connsiteY3" fmla="*/ 9846 h 80460"/>
                      <a:gd name="connsiteX4" fmla="*/ 102999 w 103484"/>
                      <a:gd name="connsiteY4" fmla="*/ 39744 h 80460"/>
                      <a:gd name="connsiteX5" fmla="*/ 97773 w 103484"/>
                      <a:gd name="connsiteY5" fmla="*/ 66262 h 80460"/>
                      <a:gd name="connsiteX6" fmla="*/ 77101 w 103484"/>
                      <a:gd name="connsiteY6" fmla="*/ 80124 h 80460"/>
                      <a:gd name="connsiteX7" fmla="*/ 14198 w 103484"/>
                      <a:gd name="connsiteY7" fmla="*/ 67725 h 80460"/>
                      <a:gd name="connsiteX8" fmla="*/ 336 w 103484"/>
                      <a:gd name="connsiteY8" fmla="*/ 47053 h 8046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103484" h="80460">
                        <a:moveTo>
                          <a:pt x="336" y="47056"/>
                        </a:moveTo>
                        <a:lnTo>
                          <a:pt x="5563" y="20538"/>
                        </a:lnTo>
                        <a:cubicBezTo>
                          <a:pt x="8281" y="6744"/>
                          <a:pt x="21670" y="-2233"/>
                          <a:pt x="35461" y="485"/>
                        </a:cubicBezTo>
                        <a:lnTo>
                          <a:pt x="82946" y="9846"/>
                        </a:lnTo>
                        <a:cubicBezTo>
                          <a:pt x="96741" y="12565"/>
                          <a:pt x="105718" y="25954"/>
                          <a:pt x="102999" y="39744"/>
                        </a:cubicBezTo>
                        <a:lnTo>
                          <a:pt x="97773" y="66262"/>
                        </a:lnTo>
                        <a:cubicBezTo>
                          <a:pt x="95894" y="75798"/>
                          <a:pt x="86640" y="82007"/>
                          <a:pt x="77101" y="80124"/>
                        </a:cubicBezTo>
                        <a:lnTo>
                          <a:pt x="14198" y="67725"/>
                        </a:lnTo>
                        <a:cubicBezTo>
                          <a:pt x="4663" y="65846"/>
                          <a:pt x="-1546" y="56592"/>
                          <a:pt x="336" y="47053"/>
                        </a:cubicBezTo>
                        <a:close/>
                      </a:path>
                    </a:pathLst>
                  </a:custGeom>
                  <a:solidFill>
                    <a:schemeClr val="bg2">
                      <a:lumMod val="50000"/>
                    </a:schemeClr>
                  </a:solidFill>
                  <a:ln w="354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pt-BR"/>
                  </a:p>
                </p:txBody>
              </p:sp>
              <p:sp>
                <p:nvSpPr>
                  <p:cNvPr id="48" name="Freeform: Shape 47">
                    <a:extLst>
                      <a:ext uri="{FF2B5EF4-FFF2-40B4-BE49-F238E27FC236}">
                        <a16:creationId xmlns:a16="http://schemas.microsoft.com/office/drawing/2014/main" id="{6198BA50-5CB3-021D-3A0E-C01A366D5D0F}"/>
                      </a:ext>
                    </a:extLst>
                  </p:cNvPr>
                  <p:cNvSpPr/>
                  <p:nvPr/>
                </p:nvSpPr>
                <p:spPr>
                  <a:xfrm>
                    <a:off x="1277340" y="2442459"/>
                    <a:ext cx="104153" cy="82762"/>
                  </a:xfrm>
                  <a:custGeom>
                    <a:avLst/>
                    <a:gdLst>
                      <a:gd name="connsiteX0" fmla="*/ 96947 w 104153"/>
                      <a:gd name="connsiteY0" fmla="*/ 69364 h 82762"/>
                      <a:gd name="connsiteX1" fmla="*/ 103409 w 104153"/>
                      <a:gd name="connsiteY1" fmla="*/ 43121 h 82762"/>
                      <a:gd name="connsiteX2" fmla="*/ 84775 w 104153"/>
                      <a:gd name="connsiteY2" fmla="*/ 12315 h 82762"/>
                      <a:gd name="connsiteX3" fmla="*/ 37781 w 104153"/>
                      <a:gd name="connsiteY3" fmla="*/ 744 h 82762"/>
                      <a:gd name="connsiteX4" fmla="*/ 6976 w 104153"/>
                      <a:gd name="connsiteY4" fmla="*/ 19378 h 82762"/>
                      <a:gd name="connsiteX5" fmla="*/ 514 w 104153"/>
                      <a:gd name="connsiteY5" fmla="*/ 45622 h 82762"/>
                      <a:gd name="connsiteX6" fmla="*/ 13394 w 104153"/>
                      <a:gd name="connsiteY6" fmla="*/ 66920 h 82762"/>
                      <a:gd name="connsiteX7" fmla="*/ 75645 w 104153"/>
                      <a:gd name="connsiteY7" fmla="*/ 82248 h 82762"/>
                      <a:gd name="connsiteX8" fmla="*/ 96944 w 104153"/>
                      <a:gd name="connsiteY8" fmla="*/ 69368 h 8276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104153" h="82762">
                        <a:moveTo>
                          <a:pt x="96947" y="69364"/>
                        </a:moveTo>
                        <a:lnTo>
                          <a:pt x="103409" y="43121"/>
                        </a:lnTo>
                        <a:cubicBezTo>
                          <a:pt x="106771" y="29468"/>
                          <a:pt x="98427" y="15678"/>
                          <a:pt x="84775" y="12315"/>
                        </a:cubicBezTo>
                        <a:lnTo>
                          <a:pt x="37781" y="744"/>
                        </a:lnTo>
                        <a:cubicBezTo>
                          <a:pt x="24129" y="-2618"/>
                          <a:pt x="10338" y="5726"/>
                          <a:pt x="6976" y="19378"/>
                        </a:cubicBezTo>
                        <a:lnTo>
                          <a:pt x="514" y="45622"/>
                        </a:lnTo>
                        <a:cubicBezTo>
                          <a:pt x="-1809" y="55061"/>
                          <a:pt x="3958" y="64593"/>
                          <a:pt x="13394" y="66920"/>
                        </a:cubicBezTo>
                        <a:lnTo>
                          <a:pt x="75645" y="82248"/>
                        </a:lnTo>
                        <a:cubicBezTo>
                          <a:pt x="85085" y="84571"/>
                          <a:pt x="94617" y="78804"/>
                          <a:pt x="96944" y="69368"/>
                        </a:cubicBezTo>
                        <a:close/>
                      </a:path>
                    </a:pathLst>
                  </a:custGeom>
                  <a:solidFill>
                    <a:schemeClr val="bg2">
                      <a:lumMod val="50000"/>
                    </a:schemeClr>
                  </a:solidFill>
                  <a:ln w="354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pt-BR"/>
                  </a:p>
                </p:txBody>
              </p:sp>
            </p:grpSp>
          </p:grpSp>
        </p:grpSp>
      </p:grpSp>
    </p:spTree>
    <p:extLst>
      <p:ext uri="{BB962C8B-B14F-4D97-AF65-F5344CB8AC3E}">
        <p14:creationId xmlns:p14="http://schemas.microsoft.com/office/powerpoint/2010/main" val="1687536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41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CE45C96-3BAD-5288-D590-76A332C914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Espaço Reservado para Número de Slide 5">
            <a:extLst>
              <a:ext uri="{FF2B5EF4-FFF2-40B4-BE49-F238E27FC236}">
                <a16:creationId xmlns:a16="http://schemas.microsoft.com/office/drawing/2014/main" id="{4490576C-BCCF-8CDE-EB63-BEEF77EAFBE3}"/>
              </a:ext>
            </a:extLst>
          </p:cNvPr>
          <p:cNvSpPr txBox="1">
            <a:spLocks/>
          </p:cNvSpPr>
          <p:nvPr/>
        </p:nvSpPr>
        <p:spPr>
          <a:xfrm>
            <a:off x="11561763" y="6473636"/>
            <a:ext cx="295275" cy="1692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chemeClr val="bg1"/>
                </a:solidFill>
                <a:latin typeface="Versos" panose="020B0503020204030204" pitchFamily="34" charset="0"/>
                <a:ea typeface="Arial"/>
                <a:cs typeface="Versos" panose="020B0503020204030204" pitchFamily="34" charset="0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77667D73-C69A-4DAA-9003-24A825D36FE9}" type="slidenum">
              <a:rPr kumimoji="0" lang="pt-BR" sz="1100" b="0" i="0" u="none" strike="noStrike" kern="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" panose="020B0503020204030204" pitchFamily="34" charset="0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11</a:t>
            </a:fld>
            <a:endParaRPr kumimoji="0" lang="pt-BR" sz="11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sos" panose="020B0503020204030204" pitchFamily="34" charset="0"/>
              <a:sym typeface="Arial"/>
            </a:endParaRPr>
          </a:p>
        </p:txBody>
      </p:sp>
      <p:sp>
        <p:nvSpPr>
          <p:cNvPr id="11" name="object 38">
            <a:extLst>
              <a:ext uri="{FF2B5EF4-FFF2-40B4-BE49-F238E27FC236}">
                <a16:creationId xmlns:a16="http://schemas.microsoft.com/office/drawing/2014/main" id="{62460BAE-C677-B2E1-629C-646BE0202C9B}"/>
              </a:ext>
            </a:extLst>
          </p:cNvPr>
          <p:cNvSpPr txBox="1">
            <a:spLocks/>
          </p:cNvSpPr>
          <p:nvPr/>
        </p:nvSpPr>
        <p:spPr>
          <a:xfrm>
            <a:off x="315195" y="531264"/>
            <a:ext cx="7850404" cy="287109"/>
          </a:xfrm>
          <a:prstGeom prst="rect">
            <a:avLst/>
          </a:prstGeom>
        </p:spPr>
        <p:txBody>
          <a:bodyPr vert="horz" wrap="square" lIns="0" tIns="10012" rIns="0" bIns="0" rtlCol="0">
            <a:spAutoFit/>
          </a:bodyPr>
          <a:lstStyle>
            <a:lvl1pPr eaLnBrk="1" hangingPunct="1">
              <a:defRPr>
                <a:latin typeface="+mj-lt"/>
                <a:ea typeface="+mj-ea"/>
                <a:cs typeface="+mj-cs"/>
              </a:defRPr>
            </a:lvl1pPr>
          </a:lstStyle>
          <a:p>
            <a:pPr marL="7701" marR="0" lvl="0" indent="0" algn="l" defTabSz="914400" rtl="0" eaLnBrk="1" fontAlgn="auto" latinLnBrk="0" hangingPunct="1">
              <a:lnSpc>
                <a:spcPct val="100000"/>
              </a:lnSpc>
              <a:spcBef>
                <a:spcPts val="79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8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" panose="020B0503020204030204" pitchFamily="34" charset="77"/>
                <a:ea typeface="+mj-ea"/>
                <a:cs typeface="+mj-cs"/>
                <a:sym typeface="Arial"/>
              </a:rPr>
              <a:t>Emissores, alocação de crédito e distribuição de rating</a:t>
            </a:r>
            <a:endParaRPr kumimoji="0" lang="pt-BR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sos" panose="020B0503020204030204" pitchFamily="34" charset="77"/>
              <a:ea typeface="+mj-ea"/>
              <a:cs typeface="+mj-cs"/>
              <a:sym typeface="Arial"/>
            </a:endParaRPr>
          </a:p>
        </p:txBody>
      </p:sp>
      <p:sp>
        <p:nvSpPr>
          <p:cNvPr id="12" name="object 5">
            <a:extLst>
              <a:ext uri="{FF2B5EF4-FFF2-40B4-BE49-F238E27FC236}">
                <a16:creationId xmlns:a16="http://schemas.microsoft.com/office/drawing/2014/main" id="{755E4B44-DF8D-A05A-5A37-EBAEB2C2ED07}"/>
              </a:ext>
            </a:extLst>
          </p:cNvPr>
          <p:cNvSpPr/>
          <p:nvPr/>
        </p:nvSpPr>
        <p:spPr>
          <a:xfrm flipV="1">
            <a:off x="334963" y="87564"/>
            <a:ext cx="11520864" cy="256427"/>
          </a:xfrm>
          <a:custGeom>
            <a:avLst/>
            <a:gdLst/>
            <a:ahLst/>
            <a:cxnLst/>
            <a:rect l="l" t="t" r="r" b="b"/>
            <a:pathLst>
              <a:path w="19125565">
                <a:moveTo>
                  <a:pt x="0" y="0"/>
                </a:moveTo>
                <a:lnTo>
                  <a:pt x="19125114" y="0"/>
                </a:lnTo>
              </a:path>
            </a:pathLst>
          </a:custGeom>
          <a:ln w="635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5544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kumimoji="0" sz="1092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3" name="object 5">
            <a:extLst>
              <a:ext uri="{FF2B5EF4-FFF2-40B4-BE49-F238E27FC236}">
                <a16:creationId xmlns:a16="http://schemas.microsoft.com/office/drawing/2014/main" id="{1B89647C-4ABC-B70A-C9FA-C501A90F3D72}"/>
              </a:ext>
            </a:extLst>
          </p:cNvPr>
          <p:cNvSpPr/>
          <p:nvPr/>
        </p:nvSpPr>
        <p:spPr>
          <a:xfrm flipV="1">
            <a:off x="334962" y="6294310"/>
            <a:ext cx="11097267" cy="256427"/>
          </a:xfrm>
          <a:custGeom>
            <a:avLst/>
            <a:gdLst/>
            <a:ahLst/>
            <a:cxnLst/>
            <a:rect l="l" t="t" r="r" b="b"/>
            <a:pathLst>
              <a:path w="19125565">
                <a:moveTo>
                  <a:pt x="0" y="0"/>
                </a:moveTo>
                <a:lnTo>
                  <a:pt x="19125114" y="0"/>
                </a:lnTo>
              </a:path>
            </a:pathLst>
          </a:custGeom>
          <a:ln w="635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5544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kumimoji="0" sz="1092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CBE2E032-3F54-F3A2-AD82-52A82E4921E2}"/>
              </a:ext>
            </a:extLst>
          </p:cNvPr>
          <p:cNvGrpSpPr/>
          <p:nvPr/>
        </p:nvGrpSpPr>
        <p:grpSpPr>
          <a:xfrm>
            <a:off x="315194" y="1470638"/>
            <a:ext cx="11540633" cy="302405"/>
            <a:chOff x="315194" y="1470638"/>
            <a:chExt cx="9943927" cy="302405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31051A2B-4EAC-3FAC-CBB0-9D363367BB2C}"/>
                </a:ext>
              </a:extLst>
            </p:cNvPr>
            <p:cNvGrpSpPr/>
            <p:nvPr/>
          </p:nvGrpSpPr>
          <p:grpSpPr>
            <a:xfrm>
              <a:off x="315194" y="1470638"/>
              <a:ext cx="4858971" cy="302405"/>
              <a:chOff x="315195" y="1470638"/>
              <a:chExt cx="3925202" cy="302405"/>
            </a:xfrm>
          </p:grpSpPr>
          <p:sp>
            <p:nvSpPr>
              <p:cNvPr id="3" name="object 19">
                <a:extLst>
                  <a:ext uri="{FF2B5EF4-FFF2-40B4-BE49-F238E27FC236}">
                    <a16:creationId xmlns:a16="http://schemas.microsoft.com/office/drawing/2014/main" id="{99E5494A-9545-89A2-3DE4-69BC44E05A0B}"/>
                  </a:ext>
                </a:extLst>
              </p:cNvPr>
              <p:cNvSpPr txBox="1"/>
              <p:nvPr/>
            </p:nvSpPr>
            <p:spPr>
              <a:xfrm>
                <a:off x="315195" y="1470638"/>
                <a:ext cx="3089502" cy="184666"/>
              </a:xfrm>
              <a:prstGeom prst="rect">
                <a:avLst/>
              </a:prstGeom>
            </p:spPr>
            <p:txBody>
              <a:bodyPr vert="horz" wrap="square" lIns="0" tIns="0" rIns="0" bIns="0" rtlCol="0" anchor="ctr" anchorCtr="0">
                <a:spAutoFit/>
              </a:bodyPr>
              <a:lstStyle/>
              <a:p>
                <a:pPr marL="7701" marR="3081" lvl="0" indent="0" algn="l" defTabSz="554466" rtl="0" eaLnBrk="1" fontAlgn="auto" latinLnBrk="0" hangingPunct="1">
                  <a:lnSpc>
                    <a:spcPct val="100000"/>
                  </a:lnSpc>
                  <a:spcBef>
                    <a:spcPts val="346"/>
                  </a:spcBef>
                  <a:spcAft>
                    <a:spcPts val="0"/>
                  </a:spcAft>
                  <a:buClrTx/>
                  <a:buSzTx/>
                  <a:buFont typeface="Arial"/>
                  <a:buNone/>
                  <a:tabLst/>
                  <a:defRPr/>
                </a:pPr>
                <a:r>
                  <a:rPr kumimoji="0" lang="pt-BR" sz="12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Versos"/>
                    <a:cs typeface="Versos"/>
                    <a:sym typeface="Arial"/>
                  </a:rPr>
                  <a:t>PRINCIPAIS EMISSORES</a:t>
                </a:r>
              </a:p>
            </p:txBody>
          </p:sp>
          <p:cxnSp>
            <p:nvCxnSpPr>
              <p:cNvPr id="8" name="Straight Connector 7">
                <a:extLst>
                  <a:ext uri="{FF2B5EF4-FFF2-40B4-BE49-F238E27FC236}">
                    <a16:creationId xmlns:a16="http://schemas.microsoft.com/office/drawing/2014/main" id="{C871F396-4251-EAA7-5293-A2307158FE6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15195" y="1773043"/>
                <a:ext cx="3925202" cy="0"/>
              </a:xfrm>
              <a:prstGeom prst="line">
                <a:avLst/>
              </a:prstGeom>
              <a:ln>
                <a:solidFill>
                  <a:schemeClr val="bg2">
                    <a:lumMod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BC15E5B5-19D3-38F1-2C2C-994D3B4795D2}"/>
                </a:ext>
              </a:extLst>
            </p:cNvPr>
            <p:cNvGrpSpPr/>
            <p:nvPr/>
          </p:nvGrpSpPr>
          <p:grpSpPr>
            <a:xfrm>
              <a:off x="5400150" y="1470638"/>
              <a:ext cx="4858971" cy="302405"/>
              <a:chOff x="315195" y="1470638"/>
              <a:chExt cx="3925202" cy="302405"/>
            </a:xfrm>
          </p:grpSpPr>
          <p:sp>
            <p:nvSpPr>
              <p:cNvPr id="28" name="object 19">
                <a:extLst>
                  <a:ext uri="{FF2B5EF4-FFF2-40B4-BE49-F238E27FC236}">
                    <a16:creationId xmlns:a16="http://schemas.microsoft.com/office/drawing/2014/main" id="{780434EA-7021-3D50-A36C-1ACAECF92BC9}"/>
                  </a:ext>
                </a:extLst>
              </p:cNvPr>
              <p:cNvSpPr txBox="1"/>
              <p:nvPr/>
            </p:nvSpPr>
            <p:spPr>
              <a:xfrm>
                <a:off x="315195" y="1470638"/>
                <a:ext cx="3089502" cy="184666"/>
              </a:xfrm>
              <a:prstGeom prst="rect">
                <a:avLst/>
              </a:prstGeom>
            </p:spPr>
            <p:txBody>
              <a:bodyPr vert="horz" wrap="square" lIns="0" tIns="0" rIns="0" bIns="0" rtlCol="0" anchor="ctr" anchorCtr="0">
                <a:spAutoFit/>
              </a:bodyPr>
              <a:lstStyle/>
              <a:p>
                <a:pPr marL="7701" marR="3081" lvl="0" indent="0" algn="l" defTabSz="554466" rtl="0" eaLnBrk="1" fontAlgn="auto" latinLnBrk="0" hangingPunct="1">
                  <a:lnSpc>
                    <a:spcPct val="100000"/>
                  </a:lnSpc>
                  <a:spcBef>
                    <a:spcPts val="346"/>
                  </a:spcBef>
                  <a:spcAft>
                    <a:spcPts val="0"/>
                  </a:spcAft>
                  <a:buClrTx/>
                  <a:buSzTx/>
                  <a:buFont typeface="Arial"/>
                  <a:buNone/>
                  <a:tabLst/>
                  <a:defRPr/>
                </a:pPr>
                <a:r>
                  <a:rPr kumimoji="0" lang="pt-BR" sz="12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Versos"/>
                    <a:cs typeface="Versos"/>
                    <a:sym typeface="Arial"/>
                  </a:rPr>
                  <a:t>ALOCAÇÃO DA CARTEIRA DE CRÉDITO POR SETOR</a:t>
                </a:r>
              </a:p>
            </p:txBody>
          </p:sp>
          <p:cxnSp>
            <p:nvCxnSpPr>
              <p:cNvPr id="32" name="Straight Connector 31">
                <a:extLst>
                  <a:ext uri="{FF2B5EF4-FFF2-40B4-BE49-F238E27FC236}">
                    <a16:creationId xmlns:a16="http://schemas.microsoft.com/office/drawing/2014/main" id="{5604D473-65D9-8C08-86D2-3B4F15FF265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15195" y="1773043"/>
                <a:ext cx="3925202" cy="0"/>
              </a:xfrm>
              <a:prstGeom prst="line">
                <a:avLst/>
              </a:prstGeom>
              <a:ln>
                <a:solidFill>
                  <a:schemeClr val="bg2">
                    <a:lumMod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438C8426-DA1F-93A5-06B3-12C17F4D2834}"/>
              </a:ext>
            </a:extLst>
          </p:cNvPr>
          <p:cNvGrpSpPr/>
          <p:nvPr/>
        </p:nvGrpSpPr>
        <p:grpSpPr>
          <a:xfrm>
            <a:off x="315194" y="3941344"/>
            <a:ext cx="5639181" cy="302405"/>
            <a:chOff x="315195" y="1470638"/>
            <a:chExt cx="3925202" cy="302405"/>
          </a:xfrm>
        </p:grpSpPr>
        <p:sp>
          <p:nvSpPr>
            <p:cNvPr id="45" name="object 19">
              <a:extLst>
                <a:ext uri="{FF2B5EF4-FFF2-40B4-BE49-F238E27FC236}">
                  <a16:creationId xmlns:a16="http://schemas.microsoft.com/office/drawing/2014/main" id="{A32E9329-2FE9-3F6B-E8D7-3FE08DD8E570}"/>
                </a:ext>
              </a:extLst>
            </p:cNvPr>
            <p:cNvSpPr txBox="1"/>
            <p:nvPr/>
          </p:nvSpPr>
          <p:spPr>
            <a:xfrm>
              <a:off x="315195" y="1470638"/>
              <a:ext cx="3089502" cy="184666"/>
            </a:xfrm>
            <a:prstGeom prst="rect">
              <a:avLst/>
            </a:prstGeom>
          </p:spPr>
          <p:txBody>
            <a:bodyPr vert="horz" wrap="square" lIns="0" tIns="0" rIns="0" bIns="0" rtlCol="0" anchor="ctr" anchorCtr="0">
              <a:spAutoFit/>
            </a:bodyPr>
            <a:lstStyle/>
            <a:p>
              <a:pPr marL="7701" marR="3081" lvl="0" indent="0" algn="l" defTabSz="554466" rtl="0" eaLnBrk="1" fontAlgn="auto" latinLnBrk="0" hangingPunct="1">
                <a:lnSpc>
                  <a:spcPct val="100000"/>
                </a:lnSpc>
                <a:spcBef>
                  <a:spcPts val="346"/>
                </a:spcBef>
                <a:spcAft>
                  <a:spcPts val="0"/>
                </a:spcAft>
                <a:buClrTx/>
                <a:buSzTx/>
                <a:buFont typeface="Arial"/>
                <a:buNone/>
                <a:tabLst/>
                <a:defRPr/>
              </a:pPr>
              <a:r>
                <a:rPr kumimoji="0" lang="pt-BR" sz="12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"/>
                  <a:cs typeface="Versos"/>
                  <a:sym typeface="Arial"/>
                </a:rPr>
                <a:t>DISTRIBUIÇÃO DE RATING DA CARTEIRA DE CRÉDITO</a:t>
              </a:r>
            </a:p>
          </p:txBody>
        </p: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9079B07D-5211-B5F5-C348-7A4C3B5DAB62}"/>
                </a:ext>
              </a:extLst>
            </p:cNvPr>
            <p:cNvCxnSpPr>
              <a:cxnSpLocks/>
            </p:cNvCxnSpPr>
            <p:nvPr/>
          </p:nvCxnSpPr>
          <p:spPr>
            <a:xfrm>
              <a:off x="315195" y="1773043"/>
              <a:ext cx="3925202" cy="0"/>
            </a:xfrm>
            <a:prstGeom prst="line">
              <a:avLst/>
            </a:prstGeom>
            <a:ln>
              <a:solidFill>
                <a:schemeClr val="bg2">
                  <a:lumMod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2" name="Chart 5">
            <a:extLst>
              <a:ext uri="{FF2B5EF4-FFF2-40B4-BE49-F238E27FC236}">
                <a16:creationId xmlns:a16="http://schemas.microsoft.com/office/drawing/2014/main" id="{29BFDB38-69C4-44FC-8495-3DE934415DD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4724785"/>
              </p:ext>
            </p:extLst>
          </p:nvPr>
        </p:nvGraphicFramePr>
        <p:xfrm>
          <a:off x="-1618146" y="1912008"/>
          <a:ext cx="7501741" cy="179385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4" name="Chart 6">
            <a:extLst>
              <a:ext uri="{FF2B5EF4-FFF2-40B4-BE49-F238E27FC236}">
                <a16:creationId xmlns:a16="http://schemas.microsoft.com/office/drawing/2014/main" id="{94E308F0-9F8A-4757-8175-DAF4DE86B09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44684952"/>
              </p:ext>
            </p:extLst>
          </p:nvPr>
        </p:nvGraphicFramePr>
        <p:xfrm>
          <a:off x="768937" y="4370122"/>
          <a:ext cx="5114658" cy="175279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9BDB515A-1F86-4604-93F1-EE287629D1F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15426975"/>
              </p:ext>
            </p:extLst>
          </p:nvPr>
        </p:nvGraphicFramePr>
        <p:xfrm>
          <a:off x="5608270" y="1890784"/>
          <a:ext cx="5114657" cy="415125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30889978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0A141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27D4E44-46C3-8D6D-A49E-3212E5DB24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5F093FC-61AE-8A1A-968B-62F86C3E73A3}"/>
              </a:ext>
            </a:extLst>
          </p:cNvPr>
          <p:cNvSpPr txBox="1"/>
          <p:nvPr/>
        </p:nvSpPr>
        <p:spPr>
          <a:xfrm>
            <a:off x="457200" y="881771"/>
            <a:ext cx="10972800" cy="379442"/>
          </a:xfrm>
          <a:prstGeom prst="rect">
            <a:avLst/>
          </a:prstGeom>
        </p:spPr>
        <p:txBody>
          <a:bodyPr vert="horz" wrap="square" lIns="0" tIns="10012" rIns="0" bIns="0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7701" eaLnBrk="1" hangingPunct="1">
              <a:spcBef>
                <a:spcPts val="79"/>
              </a:spcBef>
              <a:buClrTx/>
              <a:buFontTx/>
              <a:defRPr sz="1800" b="1">
                <a:solidFill>
                  <a:schemeClr val="bg1"/>
                </a:solidFill>
                <a:latin typeface="Versos" panose="020B0503020204030204" pitchFamily="34" charset="77"/>
                <a:ea typeface="+mj-ea"/>
                <a:cs typeface="+mj-cs"/>
              </a:defRPr>
            </a:lvl1pPr>
          </a:lstStyle>
          <a:p>
            <a:r>
              <a:rPr sz="2400">
                <a:latin typeface="Versos" panose="020B0503020204030204" pitchFamily="34" charset="0"/>
              </a:rPr>
              <a:t>Para quem é o Tivio </a:t>
            </a:r>
            <a:r>
              <a:rPr sz="2400" err="1">
                <a:latin typeface="Versos" panose="020B0503020204030204" pitchFamily="34" charset="0"/>
              </a:rPr>
              <a:t>Institucional</a:t>
            </a:r>
            <a:r>
              <a:rPr sz="2400">
                <a:latin typeface="Versos" panose="020B0503020204030204" pitchFamily="34" charset="0"/>
              </a:rPr>
              <a:t> 30?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68C55BA-4D40-8677-77DA-4938BF785232}"/>
              </a:ext>
            </a:extLst>
          </p:cNvPr>
          <p:cNvSpPr txBox="1"/>
          <p:nvPr/>
        </p:nvSpPr>
        <p:spPr>
          <a:xfrm>
            <a:off x="6503210" y="617518"/>
            <a:ext cx="5409390" cy="7386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 panose="020B0403020204030204" pitchFamily="34" charset="0"/>
                <a:ea typeface="+mn-ea"/>
                <a:cs typeface="+mn-cs"/>
              </a:rPr>
              <a:t>Para o </a:t>
            </a:r>
            <a:r>
              <a:rPr kumimoji="0" sz="1600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 panose="020B0403020204030204" pitchFamily="34" charset="0"/>
                <a:ea typeface="+mn-ea"/>
                <a:cs typeface="+mn-cs"/>
              </a:rPr>
              <a:t>investidor</a:t>
            </a:r>
            <a:r>
              <a:rPr kumimoji="0" sz="1600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 panose="020B0403020204030204" pitchFamily="34" charset="0"/>
                <a:ea typeface="+mn-ea"/>
                <a:cs typeface="+mn-cs"/>
              </a:rPr>
              <a:t> </a:t>
            </a:r>
            <a:r>
              <a:rPr kumimoji="0" sz="1600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 panose="020B0403020204030204" pitchFamily="34" charset="0"/>
                <a:ea typeface="+mn-ea"/>
                <a:cs typeface="+mn-cs"/>
              </a:rPr>
              <a:t>que</a:t>
            </a:r>
            <a:r>
              <a:rPr kumimoji="0" sz="1600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 panose="020B0403020204030204" pitchFamily="34" charset="0"/>
                <a:ea typeface="+mn-ea"/>
                <a:cs typeface="+mn-cs"/>
              </a:rPr>
              <a:t> </a:t>
            </a:r>
            <a:r>
              <a:rPr kumimoji="0" sz="1600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 panose="020B0403020204030204" pitchFamily="34" charset="0"/>
                <a:ea typeface="+mn-ea"/>
                <a:cs typeface="+mn-cs"/>
              </a:rPr>
              <a:t>aceita</a:t>
            </a:r>
            <a:r>
              <a:rPr kumimoji="0" sz="1600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 panose="020B0403020204030204" pitchFamily="34" charset="0"/>
                <a:ea typeface="+mn-ea"/>
                <a:cs typeface="+mn-cs"/>
              </a:rPr>
              <a:t> </a:t>
            </a:r>
            <a:r>
              <a:rPr kumimoji="0" sz="1600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 panose="020B0403020204030204" pitchFamily="34" charset="0"/>
                <a:ea typeface="+mn-ea"/>
                <a:cs typeface="+mn-cs"/>
              </a:rPr>
              <a:t>abrir</a:t>
            </a:r>
            <a:r>
              <a:rPr kumimoji="0" sz="1600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 panose="020B0403020204030204" pitchFamily="34" charset="0"/>
                <a:ea typeface="+mn-ea"/>
                <a:cs typeface="+mn-cs"/>
              </a:rPr>
              <a:t> </a:t>
            </a:r>
            <a:r>
              <a:rPr kumimoji="0" sz="1600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 panose="020B0403020204030204" pitchFamily="34" charset="0"/>
                <a:ea typeface="+mn-ea"/>
                <a:cs typeface="+mn-cs"/>
              </a:rPr>
              <a:t>mão</a:t>
            </a:r>
            <a:r>
              <a:rPr kumimoji="0" sz="1600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 panose="020B0403020204030204" pitchFamily="34" charset="0"/>
                <a:ea typeface="+mn-ea"/>
                <a:cs typeface="+mn-cs"/>
              </a:rPr>
              <a:t> de </a:t>
            </a:r>
            <a:r>
              <a:rPr kumimoji="0" sz="1600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 panose="020B0403020204030204" pitchFamily="34" charset="0"/>
                <a:ea typeface="+mn-ea"/>
                <a:cs typeface="+mn-cs"/>
              </a:rPr>
              <a:t>liquidez</a:t>
            </a:r>
            <a:r>
              <a:rPr kumimoji="0" sz="1600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 panose="020B0403020204030204" pitchFamily="34" charset="0"/>
                <a:ea typeface="+mn-ea"/>
                <a:cs typeface="+mn-cs"/>
              </a:rPr>
              <a:t> </a:t>
            </a:r>
            <a:r>
              <a:rPr kumimoji="0" sz="1600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 panose="020B0403020204030204" pitchFamily="34" charset="0"/>
                <a:ea typeface="+mn-ea"/>
                <a:cs typeface="+mn-cs"/>
              </a:rPr>
              <a:t>imediata</a:t>
            </a:r>
            <a:r>
              <a:rPr kumimoji="0" sz="1600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 panose="020B0403020204030204" pitchFamily="34" charset="0"/>
                <a:ea typeface="+mn-ea"/>
                <a:cs typeface="+mn-cs"/>
              </a:rPr>
              <a:t> </a:t>
            </a:r>
            <a:r>
              <a:rPr kumimoji="0" sz="1600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 panose="020B0403020204030204" pitchFamily="34" charset="0"/>
                <a:ea typeface="+mn-ea"/>
                <a:cs typeface="+mn-cs"/>
              </a:rPr>
              <a:t>em</a:t>
            </a:r>
            <a:r>
              <a:rPr kumimoji="0" sz="1600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 panose="020B0403020204030204" pitchFamily="34" charset="0"/>
                <a:ea typeface="+mn-ea"/>
                <a:cs typeface="+mn-cs"/>
              </a:rPr>
              <a:t> </a:t>
            </a:r>
            <a:r>
              <a:rPr kumimoji="0" sz="1600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 panose="020B0403020204030204" pitchFamily="34" charset="0"/>
                <a:ea typeface="+mn-ea"/>
                <a:cs typeface="+mn-cs"/>
              </a:rPr>
              <a:t>troca</a:t>
            </a:r>
            <a:r>
              <a:rPr kumimoji="0" sz="1600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 panose="020B0403020204030204" pitchFamily="34" charset="0"/>
                <a:ea typeface="+mn-ea"/>
                <a:cs typeface="+mn-cs"/>
              </a:rPr>
              <a:t> de </a:t>
            </a:r>
            <a:r>
              <a:rPr kumimoji="0" sz="1600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 panose="020B0403020204030204" pitchFamily="34" charset="0"/>
                <a:ea typeface="+mn-ea"/>
                <a:cs typeface="+mn-cs"/>
              </a:rPr>
              <a:t>mais</a:t>
            </a:r>
            <a:r>
              <a:rPr kumimoji="0" sz="1600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 panose="020B0403020204030204" pitchFamily="34" charset="0"/>
                <a:ea typeface="+mn-ea"/>
                <a:cs typeface="+mn-cs"/>
              </a:rPr>
              <a:t> </a:t>
            </a:r>
            <a:r>
              <a:rPr kumimoji="0" sz="1600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 panose="020B0403020204030204" pitchFamily="34" charset="0"/>
                <a:ea typeface="+mn-ea"/>
                <a:cs typeface="+mn-cs"/>
              </a:rPr>
              <a:t>carrego</a:t>
            </a:r>
            <a:r>
              <a:rPr kumimoji="0" sz="1600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 panose="020B0403020204030204" pitchFamily="34" charset="0"/>
                <a:ea typeface="+mn-ea"/>
                <a:cs typeface="+mn-cs"/>
              </a:rPr>
              <a:t> e </a:t>
            </a:r>
            <a:r>
              <a:rPr kumimoji="0" sz="1600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 panose="020B0403020204030204" pitchFamily="34" charset="0"/>
                <a:ea typeface="+mn-ea"/>
                <a:cs typeface="+mn-cs"/>
              </a:rPr>
              <a:t>potencial</a:t>
            </a:r>
            <a:r>
              <a:rPr kumimoji="0" sz="1600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 panose="020B0403020204030204" pitchFamily="34" charset="0"/>
                <a:ea typeface="+mn-ea"/>
                <a:cs typeface="+mn-cs"/>
              </a:rPr>
              <a:t> de </a:t>
            </a:r>
            <a:r>
              <a:rPr kumimoji="0" sz="1600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 panose="020B0403020204030204" pitchFamily="34" charset="0"/>
                <a:ea typeface="+mn-ea"/>
                <a:cs typeface="+mn-cs"/>
              </a:rPr>
              <a:t>retorno</a:t>
            </a:r>
            <a:r>
              <a:rPr kumimoji="0" sz="1600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 panose="020B0403020204030204" pitchFamily="34" charset="0"/>
                <a:ea typeface="+mn-ea"/>
                <a:cs typeface="+mn-cs"/>
              </a:rPr>
              <a:t>.</a:t>
            </a:r>
          </a:p>
        </p:txBody>
      </p:sp>
      <p:grpSp>
        <p:nvGrpSpPr>
          <p:cNvPr id="35" name="Agrupar 34">
            <a:extLst>
              <a:ext uri="{FF2B5EF4-FFF2-40B4-BE49-F238E27FC236}">
                <a16:creationId xmlns:a16="http://schemas.microsoft.com/office/drawing/2014/main" id="{C552C73F-0917-AFC3-5BDB-3E32F17C884E}"/>
              </a:ext>
            </a:extLst>
          </p:cNvPr>
          <p:cNvGrpSpPr/>
          <p:nvPr/>
        </p:nvGrpSpPr>
        <p:grpSpPr>
          <a:xfrm>
            <a:off x="419910" y="1857363"/>
            <a:ext cx="11352179" cy="4543437"/>
            <a:chOff x="220620" y="3271174"/>
            <a:chExt cx="11971380" cy="6451045"/>
          </a:xfrm>
        </p:grpSpPr>
        <p:sp>
          <p:nvSpPr>
            <p:cNvPr id="2" name="TextBox 5">
              <a:extLst>
                <a:ext uri="{FF2B5EF4-FFF2-40B4-BE49-F238E27FC236}">
                  <a16:creationId xmlns:a16="http://schemas.microsoft.com/office/drawing/2014/main" id="{625BF0BD-5E93-D19A-9732-35895FD063C3}"/>
                </a:ext>
              </a:extLst>
            </p:cNvPr>
            <p:cNvSpPr txBox="1"/>
            <p:nvPr/>
          </p:nvSpPr>
          <p:spPr>
            <a:xfrm>
              <a:off x="612267" y="3596695"/>
              <a:ext cx="586015" cy="611799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 defTabSz="457200" rtl="0">
                <a:defRPr/>
              </a:pPr>
              <a:r>
                <a:rPr sz="2800" b="1" kern="1200">
                  <a:solidFill>
                    <a:srgbClr val="C1F4D4"/>
                  </a:solidFill>
                  <a:latin typeface="Versos Light" panose="020B0403020204030204" pitchFamily="34" charset="0"/>
                  <a:ea typeface="+mn-ea"/>
                  <a:cs typeface="Arial"/>
                  <a:sym typeface="Arial"/>
                </a:rPr>
                <a:t>✓</a:t>
              </a:r>
            </a:p>
          </p:txBody>
        </p:sp>
        <p:sp>
          <p:nvSpPr>
            <p:cNvPr id="18" name="TextBox 6">
              <a:extLst>
                <a:ext uri="{FF2B5EF4-FFF2-40B4-BE49-F238E27FC236}">
                  <a16:creationId xmlns:a16="http://schemas.microsoft.com/office/drawing/2014/main" id="{6D840528-0E12-1FD9-B61C-811C092A99C7}"/>
                </a:ext>
              </a:extLst>
            </p:cNvPr>
            <p:cNvSpPr txBox="1"/>
            <p:nvPr/>
          </p:nvSpPr>
          <p:spPr>
            <a:xfrm>
              <a:off x="612267" y="5043989"/>
              <a:ext cx="3216058" cy="6992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 defTabSz="457200" rtl="0">
                <a:defRPr/>
              </a:pPr>
              <a:r>
                <a:rPr sz="1600" kern="1200" err="1">
                  <a:solidFill>
                    <a:srgbClr val="FFFFFF"/>
                  </a:solidFill>
                  <a:latin typeface="Versos Light" panose="020B0403020204030204" pitchFamily="34" charset="0"/>
                  <a:ea typeface="+mn-ea"/>
                  <a:cs typeface="Arial"/>
                  <a:sym typeface="Arial"/>
                </a:rPr>
                <a:t>Busca</a:t>
              </a:r>
              <a:r>
                <a:rPr sz="1600" kern="1200">
                  <a:solidFill>
                    <a:srgbClr val="FFFFFF"/>
                  </a:solidFill>
                  <a:latin typeface="Versos Light" panose="020B0403020204030204" pitchFamily="34" charset="0"/>
                  <a:ea typeface="+mn-ea"/>
                  <a:cs typeface="Arial"/>
                  <a:sym typeface="Arial"/>
                </a:rPr>
                <a:t> </a:t>
              </a:r>
              <a:r>
                <a:rPr sz="1600" kern="1200" err="1">
                  <a:solidFill>
                    <a:srgbClr val="FFFFFF"/>
                  </a:solidFill>
                  <a:latin typeface="Versos Light" panose="020B0403020204030204" pitchFamily="34" charset="0"/>
                  <a:ea typeface="+mn-ea"/>
                  <a:cs typeface="Arial"/>
                  <a:sym typeface="Arial"/>
                </a:rPr>
                <a:t>rentabilidade</a:t>
              </a:r>
              <a:r>
                <a:rPr sz="1600" kern="1200">
                  <a:solidFill>
                    <a:srgbClr val="FFFFFF"/>
                  </a:solidFill>
                  <a:latin typeface="Versos Light" panose="020B0403020204030204" pitchFamily="34" charset="0"/>
                  <a:ea typeface="+mn-ea"/>
                  <a:cs typeface="Arial"/>
                  <a:sym typeface="Arial"/>
                </a:rPr>
                <a:t> </a:t>
              </a:r>
              <a:r>
                <a:rPr sz="1600" kern="1200" err="1">
                  <a:solidFill>
                    <a:srgbClr val="FFFFFF"/>
                  </a:solidFill>
                  <a:latin typeface="Versos Light" panose="020B0403020204030204" pitchFamily="34" charset="0"/>
                  <a:ea typeface="+mn-ea"/>
                  <a:cs typeface="Arial"/>
                  <a:sym typeface="Arial"/>
                </a:rPr>
                <a:t>acima</a:t>
              </a:r>
              <a:r>
                <a:rPr sz="1600" kern="1200">
                  <a:solidFill>
                    <a:srgbClr val="FFFFFF"/>
                  </a:solidFill>
                  <a:latin typeface="Versos Light" panose="020B0403020204030204" pitchFamily="34" charset="0"/>
                  <a:ea typeface="+mn-ea"/>
                  <a:cs typeface="Arial"/>
                  <a:sym typeface="Arial"/>
                </a:rPr>
                <a:t> dos pares de </a:t>
              </a:r>
              <a:r>
                <a:rPr sz="1600" kern="1200" err="1">
                  <a:solidFill>
                    <a:srgbClr val="FFFFFF"/>
                  </a:solidFill>
                  <a:latin typeface="Versos Light" panose="020B0403020204030204" pitchFamily="34" charset="0"/>
                  <a:ea typeface="+mn-ea"/>
                  <a:cs typeface="Arial"/>
                  <a:sym typeface="Arial"/>
                </a:rPr>
                <a:t>liquidez</a:t>
              </a:r>
              <a:r>
                <a:rPr sz="1600" kern="1200">
                  <a:solidFill>
                    <a:srgbClr val="FFFFFF"/>
                  </a:solidFill>
                  <a:latin typeface="Versos Light" panose="020B0403020204030204" pitchFamily="34" charset="0"/>
                  <a:ea typeface="+mn-ea"/>
                  <a:cs typeface="Arial"/>
                  <a:sym typeface="Arial"/>
                </a:rPr>
                <a:t> </a:t>
              </a:r>
              <a:r>
                <a:rPr sz="1600" kern="1200" err="1">
                  <a:solidFill>
                    <a:srgbClr val="FFFFFF"/>
                  </a:solidFill>
                  <a:latin typeface="Versos Light" panose="020B0403020204030204" pitchFamily="34" charset="0"/>
                  <a:ea typeface="+mn-ea"/>
                  <a:cs typeface="Arial"/>
                  <a:sym typeface="Arial"/>
                </a:rPr>
                <a:t>diária</a:t>
              </a:r>
              <a:endParaRPr sz="1600" kern="1200">
                <a:solidFill>
                  <a:srgbClr val="FFFFFF"/>
                </a:solidFill>
                <a:latin typeface="Versos Light" panose="020B0403020204030204" pitchFamily="34" charset="0"/>
                <a:ea typeface="+mn-ea"/>
                <a:cs typeface="Arial"/>
                <a:sym typeface="Arial"/>
              </a:endParaRPr>
            </a:p>
          </p:txBody>
        </p:sp>
        <p:sp>
          <p:nvSpPr>
            <p:cNvPr id="19" name="TextBox 8">
              <a:extLst>
                <a:ext uri="{FF2B5EF4-FFF2-40B4-BE49-F238E27FC236}">
                  <a16:creationId xmlns:a16="http://schemas.microsoft.com/office/drawing/2014/main" id="{34BB569F-1BA8-35A9-82C1-1B673448D137}"/>
                </a:ext>
              </a:extLst>
            </p:cNvPr>
            <p:cNvSpPr txBox="1"/>
            <p:nvPr/>
          </p:nvSpPr>
          <p:spPr>
            <a:xfrm>
              <a:off x="4708943" y="5043989"/>
              <a:ext cx="3086900" cy="6992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 defTabSz="457200" rtl="0">
                <a:defRPr/>
              </a:pPr>
              <a:r>
                <a:rPr sz="1600" kern="1200">
                  <a:solidFill>
                    <a:srgbClr val="FFFFFF"/>
                  </a:solidFill>
                  <a:latin typeface="Versos Light" panose="020B0403020204030204" pitchFamily="34" charset="0"/>
                  <a:ea typeface="+mn-ea"/>
                  <a:cs typeface="Arial"/>
                  <a:sym typeface="Arial"/>
                </a:rPr>
                <a:t>Tem </a:t>
              </a:r>
              <a:r>
                <a:rPr sz="1600" kern="1200" err="1">
                  <a:solidFill>
                    <a:srgbClr val="FFFFFF"/>
                  </a:solidFill>
                  <a:latin typeface="Versos Light" panose="020B0403020204030204" pitchFamily="34" charset="0"/>
                  <a:ea typeface="+mn-ea"/>
                  <a:cs typeface="Arial"/>
                  <a:sym typeface="Arial"/>
                </a:rPr>
                <a:t>horizonte</a:t>
              </a:r>
              <a:r>
                <a:rPr sz="1600" kern="1200">
                  <a:solidFill>
                    <a:srgbClr val="FFFFFF"/>
                  </a:solidFill>
                  <a:latin typeface="Versos Light" panose="020B0403020204030204" pitchFamily="34" charset="0"/>
                  <a:ea typeface="+mn-ea"/>
                  <a:cs typeface="Arial"/>
                  <a:sym typeface="Arial"/>
                </a:rPr>
                <a:t> </a:t>
              </a:r>
              <a:r>
                <a:rPr sz="1600" kern="1200" err="1">
                  <a:solidFill>
                    <a:srgbClr val="FFFFFF"/>
                  </a:solidFill>
                  <a:latin typeface="Versos Light" panose="020B0403020204030204" pitchFamily="34" charset="0"/>
                  <a:ea typeface="+mn-ea"/>
                  <a:cs typeface="Arial"/>
                  <a:sym typeface="Arial"/>
                </a:rPr>
                <a:t>compatível</a:t>
              </a:r>
              <a:r>
                <a:rPr sz="1600" kern="1200">
                  <a:solidFill>
                    <a:srgbClr val="FFFFFF"/>
                  </a:solidFill>
                  <a:latin typeface="Versos Light" panose="020B0403020204030204" pitchFamily="34" charset="0"/>
                  <a:ea typeface="+mn-ea"/>
                  <a:cs typeface="Arial"/>
                  <a:sym typeface="Arial"/>
                </a:rPr>
                <a:t> com </a:t>
              </a:r>
              <a:r>
                <a:rPr sz="1600" kern="1200" err="1">
                  <a:solidFill>
                    <a:srgbClr val="FFFFFF"/>
                  </a:solidFill>
                  <a:latin typeface="Versos Light" panose="020B0403020204030204" pitchFamily="34" charset="0"/>
                  <a:ea typeface="+mn-ea"/>
                  <a:cs typeface="Arial"/>
                  <a:sym typeface="Arial"/>
                </a:rPr>
                <a:t>resgate</a:t>
              </a:r>
              <a:r>
                <a:rPr sz="1600" kern="1200">
                  <a:solidFill>
                    <a:srgbClr val="FFFFFF"/>
                  </a:solidFill>
                  <a:latin typeface="Versos Light" panose="020B0403020204030204" pitchFamily="34" charset="0"/>
                  <a:ea typeface="+mn-ea"/>
                  <a:cs typeface="Arial"/>
                  <a:sym typeface="Arial"/>
                </a:rPr>
                <a:t> </a:t>
              </a:r>
              <a:r>
                <a:rPr sz="1600" kern="1200" err="1">
                  <a:solidFill>
                    <a:srgbClr val="FFFFFF"/>
                  </a:solidFill>
                  <a:latin typeface="Versos Light" panose="020B0403020204030204" pitchFamily="34" charset="0"/>
                  <a:ea typeface="+mn-ea"/>
                  <a:cs typeface="Arial"/>
                  <a:sym typeface="Arial"/>
                </a:rPr>
                <a:t>em</a:t>
              </a:r>
              <a:r>
                <a:rPr sz="1600" kern="1200">
                  <a:solidFill>
                    <a:srgbClr val="FFFFFF"/>
                  </a:solidFill>
                  <a:latin typeface="Versos Light" panose="020B0403020204030204" pitchFamily="34" charset="0"/>
                  <a:ea typeface="+mn-ea"/>
                  <a:cs typeface="Arial"/>
                  <a:sym typeface="Arial"/>
                </a:rPr>
                <a:t> 30 </a:t>
              </a:r>
              <a:r>
                <a:rPr sz="1600" kern="1200" err="1">
                  <a:solidFill>
                    <a:srgbClr val="FFFFFF"/>
                  </a:solidFill>
                  <a:latin typeface="Versos Light" panose="020B0403020204030204" pitchFamily="34" charset="0"/>
                  <a:ea typeface="+mn-ea"/>
                  <a:cs typeface="Arial"/>
                  <a:sym typeface="Arial"/>
                </a:rPr>
                <a:t>dias</a:t>
              </a:r>
              <a:endParaRPr sz="1600" kern="1200">
                <a:solidFill>
                  <a:srgbClr val="FFFFFF"/>
                </a:solidFill>
                <a:latin typeface="Versos Light" panose="020B0403020204030204" pitchFamily="34" charset="0"/>
                <a:ea typeface="+mn-ea"/>
                <a:cs typeface="Arial"/>
                <a:sym typeface="Arial"/>
              </a:endParaRPr>
            </a:p>
          </p:txBody>
        </p:sp>
        <p:sp>
          <p:nvSpPr>
            <p:cNvPr id="20" name="TextBox 10">
              <a:extLst>
                <a:ext uri="{FF2B5EF4-FFF2-40B4-BE49-F238E27FC236}">
                  <a16:creationId xmlns:a16="http://schemas.microsoft.com/office/drawing/2014/main" id="{DA6697B7-1A64-068F-79FD-0F7654053510}"/>
                </a:ext>
              </a:extLst>
            </p:cNvPr>
            <p:cNvSpPr txBox="1"/>
            <p:nvPr/>
          </p:nvSpPr>
          <p:spPr>
            <a:xfrm>
              <a:off x="8776149" y="4694389"/>
              <a:ext cx="3415850" cy="10488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 defTabSz="457200" rtl="0">
                <a:defRPr/>
              </a:pPr>
              <a:r>
                <a:rPr sz="1600" kern="1200" err="1">
                  <a:solidFill>
                    <a:srgbClr val="FFFFFF"/>
                  </a:solidFill>
                  <a:latin typeface="Versos Light" panose="020B0403020204030204" pitchFamily="34" charset="0"/>
                  <a:ea typeface="+mn-ea"/>
                  <a:cs typeface="Arial"/>
                  <a:sym typeface="Arial"/>
                </a:rPr>
                <a:t>Quer</a:t>
              </a:r>
              <a:r>
                <a:rPr sz="1600" kern="1200">
                  <a:solidFill>
                    <a:srgbClr val="FFFFFF"/>
                  </a:solidFill>
                  <a:latin typeface="Versos Light" panose="020B0403020204030204" pitchFamily="34" charset="0"/>
                  <a:ea typeface="+mn-ea"/>
                  <a:cs typeface="Arial"/>
                  <a:sym typeface="Arial"/>
                </a:rPr>
                <a:t> </a:t>
              </a:r>
              <a:r>
                <a:rPr sz="1600" kern="1200" err="1">
                  <a:solidFill>
                    <a:srgbClr val="FFFFFF"/>
                  </a:solidFill>
                  <a:latin typeface="Versos Light" panose="020B0403020204030204" pitchFamily="34" charset="0"/>
                  <a:ea typeface="+mn-ea"/>
                  <a:cs typeface="Arial"/>
                  <a:sym typeface="Arial"/>
                </a:rPr>
                <a:t>exposição</a:t>
              </a:r>
              <a:r>
                <a:rPr sz="1600" kern="1200">
                  <a:solidFill>
                    <a:srgbClr val="FFFFFF"/>
                  </a:solidFill>
                  <a:latin typeface="Versos Light" panose="020B0403020204030204" pitchFamily="34" charset="0"/>
                  <a:ea typeface="+mn-ea"/>
                  <a:cs typeface="Arial"/>
                  <a:sym typeface="Arial"/>
                </a:rPr>
                <a:t> a </a:t>
              </a:r>
              <a:r>
                <a:rPr sz="1600" kern="1200" err="1">
                  <a:solidFill>
                    <a:srgbClr val="FFFFFF"/>
                  </a:solidFill>
                  <a:latin typeface="Versos Light" panose="020B0403020204030204" pitchFamily="34" charset="0"/>
                  <a:ea typeface="+mn-ea"/>
                  <a:cs typeface="Arial"/>
                  <a:sym typeface="Arial"/>
                </a:rPr>
                <a:t>uma</a:t>
              </a:r>
              <a:r>
                <a:rPr sz="1600" kern="1200">
                  <a:solidFill>
                    <a:srgbClr val="FFFFFF"/>
                  </a:solidFill>
                  <a:latin typeface="Versos Light" panose="020B0403020204030204" pitchFamily="34" charset="0"/>
                  <a:ea typeface="+mn-ea"/>
                  <a:cs typeface="Arial"/>
                  <a:sym typeface="Arial"/>
                </a:rPr>
                <a:t> </a:t>
              </a:r>
              <a:r>
                <a:rPr sz="1600" kern="1200" err="1">
                  <a:solidFill>
                    <a:srgbClr val="FFFFFF"/>
                  </a:solidFill>
                  <a:latin typeface="Versos Light" panose="020B0403020204030204" pitchFamily="34" charset="0"/>
                  <a:ea typeface="+mn-ea"/>
                  <a:cs typeface="Arial"/>
                  <a:sym typeface="Arial"/>
                </a:rPr>
                <a:t>carteira</a:t>
              </a:r>
              <a:r>
                <a:rPr sz="1600" kern="1200">
                  <a:solidFill>
                    <a:srgbClr val="FFFFFF"/>
                  </a:solidFill>
                  <a:latin typeface="Versos Light" panose="020B0403020204030204" pitchFamily="34" charset="0"/>
                  <a:ea typeface="+mn-ea"/>
                  <a:cs typeface="Arial"/>
                  <a:sym typeface="Arial"/>
                </a:rPr>
                <a:t> </a:t>
              </a:r>
              <a:r>
                <a:rPr sz="1600" kern="1200" err="1">
                  <a:solidFill>
                    <a:srgbClr val="FFFFFF"/>
                  </a:solidFill>
                  <a:latin typeface="Versos Light" panose="020B0403020204030204" pitchFamily="34" charset="0"/>
                  <a:ea typeface="+mn-ea"/>
                  <a:cs typeface="Arial"/>
                  <a:sym typeface="Arial"/>
                </a:rPr>
                <a:t>diversificada</a:t>
              </a:r>
              <a:r>
                <a:rPr sz="1600" kern="1200">
                  <a:solidFill>
                    <a:srgbClr val="FFFFFF"/>
                  </a:solidFill>
                  <a:latin typeface="Versos Light" panose="020B0403020204030204" pitchFamily="34" charset="0"/>
                  <a:ea typeface="+mn-ea"/>
                  <a:cs typeface="Arial"/>
                  <a:sym typeface="Arial"/>
                </a:rPr>
                <a:t> de </a:t>
              </a:r>
              <a:r>
                <a:rPr sz="1600" kern="1200" err="1">
                  <a:solidFill>
                    <a:srgbClr val="FFFFFF"/>
                  </a:solidFill>
                  <a:latin typeface="Versos Light" panose="020B0403020204030204" pitchFamily="34" charset="0"/>
                  <a:ea typeface="+mn-ea"/>
                  <a:cs typeface="Arial"/>
                  <a:sym typeface="Arial"/>
                </a:rPr>
                <a:t>crédito</a:t>
              </a:r>
              <a:r>
                <a:rPr sz="1600" kern="1200">
                  <a:solidFill>
                    <a:srgbClr val="FFFFFF"/>
                  </a:solidFill>
                  <a:latin typeface="Versos Light" panose="020B0403020204030204" pitchFamily="34" charset="0"/>
                  <a:ea typeface="+mn-ea"/>
                  <a:cs typeface="Arial"/>
                  <a:sym typeface="Arial"/>
                </a:rPr>
                <a:t> high grade</a:t>
              </a:r>
              <a:r>
                <a:rPr lang="pt-BR" sz="1600" kern="1200">
                  <a:solidFill>
                    <a:srgbClr val="FFFFFF"/>
                  </a:solidFill>
                  <a:latin typeface="Versos Light" panose="020B0403020204030204" pitchFamily="34" charset="0"/>
                  <a:ea typeface="+mn-ea"/>
                  <a:cs typeface="Arial"/>
                  <a:sym typeface="Arial"/>
                </a:rPr>
                <a:t> </a:t>
              </a:r>
              <a:r>
                <a:rPr sz="1600" kern="1200">
                  <a:solidFill>
                    <a:srgbClr val="FFFFFF"/>
                  </a:solidFill>
                  <a:latin typeface="Versos Light" panose="020B0403020204030204" pitchFamily="34" charset="0"/>
                  <a:ea typeface="+mn-ea"/>
                  <a:cs typeface="Arial"/>
                  <a:sym typeface="Arial"/>
                </a:rPr>
                <a:t>e </a:t>
              </a:r>
              <a:r>
                <a:rPr sz="1600" kern="1200" err="1">
                  <a:solidFill>
                    <a:srgbClr val="FFFFFF"/>
                  </a:solidFill>
                  <a:latin typeface="Versos Light" panose="020B0403020204030204" pitchFamily="34" charset="0"/>
                  <a:ea typeface="+mn-ea"/>
                  <a:cs typeface="Arial"/>
                  <a:sym typeface="Arial"/>
                </a:rPr>
                <a:t>estruturado</a:t>
              </a:r>
              <a:endParaRPr sz="1600" kern="1200">
                <a:solidFill>
                  <a:srgbClr val="FFFFFF"/>
                </a:solidFill>
                <a:latin typeface="Versos Light" panose="020B0403020204030204" pitchFamily="34" charset="0"/>
                <a:ea typeface="+mn-ea"/>
                <a:cs typeface="Arial"/>
                <a:sym typeface="Arial"/>
              </a:endParaRPr>
            </a:p>
          </p:txBody>
        </p:sp>
        <p:sp>
          <p:nvSpPr>
            <p:cNvPr id="21" name="TextBox 12">
              <a:extLst>
                <a:ext uri="{FF2B5EF4-FFF2-40B4-BE49-F238E27FC236}">
                  <a16:creationId xmlns:a16="http://schemas.microsoft.com/office/drawing/2014/main" id="{EF1415E4-D9C4-B2CF-9A01-ADA0A421FB1B}"/>
                </a:ext>
              </a:extLst>
            </p:cNvPr>
            <p:cNvSpPr txBox="1"/>
            <p:nvPr/>
          </p:nvSpPr>
          <p:spPr>
            <a:xfrm>
              <a:off x="650308" y="8337033"/>
              <a:ext cx="3178018" cy="10488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 defTabSz="457200" rtl="0">
                <a:defRPr/>
              </a:pPr>
              <a:r>
                <a:rPr sz="1600" kern="1200" err="1">
                  <a:solidFill>
                    <a:srgbClr val="FFFFFF"/>
                  </a:solidFill>
                  <a:latin typeface="Versos Light" panose="020B0403020204030204" pitchFamily="34" charset="0"/>
                  <a:ea typeface="+mn-ea"/>
                  <a:cs typeface="Arial"/>
                  <a:sym typeface="Arial"/>
                </a:rPr>
                <a:t>Confia</a:t>
              </a:r>
              <a:r>
                <a:rPr sz="1600" kern="1200">
                  <a:solidFill>
                    <a:srgbClr val="FFFFFF"/>
                  </a:solidFill>
                  <a:latin typeface="Versos Light" panose="020B0403020204030204" pitchFamily="34" charset="0"/>
                  <a:ea typeface="+mn-ea"/>
                  <a:cs typeface="Arial"/>
                  <a:sym typeface="Arial"/>
                </a:rPr>
                <a:t> </a:t>
              </a:r>
              <a:r>
                <a:rPr sz="1600" kern="1200" err="1">
                  <a:solidFill>
                    <a:srgbClr val="FFFFFF"/>
                  </a:solidFill>
                  <a:latin typeface="Versos Light" panose="020B0403020204030204" pitchFamily="34" charset="0"/>
                  <a:ea typeface="+mn-ea"/>
                  <a:cs typeface="Arial"/>
                  <a:sym typeface="Arial"/>
                </a:rPr>
                <a:t>em</a:t>
              </a:r>
              <a:r>
                <a:rPr sz="1600" kern="1200">
                  <a:solidFill>
                    <a:srgbClr val="FFFFFF"/>
                  </a:solidFill>
                  <a:latin typeface="Versos Light" panose="020B0403020204030204" pitchFamily="34" charset="0"/>
                  <a:ea typeface="+mn-ea"/>
                  <a:cs typeface="Arial"/>
                  <a:sym typeface="Arial"/>
                </a:rPr>
                <a:t> </a:t>
              </a:r>
              <a:r>
                <a:rPr sz="1600" kern="1200" err="1">
                  <a:solidFill>
                    <a:srgbClr val="FFFFFF"/>
                  </a:solidFill>
                  <a:latin typeface="Versos Light" panose="020B0403020204030204" pitchFamily="34" charset="0"/>
                  <a:ea typeface="+mn-ea"/>
                  <a:cs typeface="Arial"/>
                  <a:sym typeface="Arial"/>
                </a:rPr>
                <a:t>gestores</a:t>
              </a:r>
              <a:r>
                <a:rPr sz="1600" kern="1200">
                  <a:solidFill>
                    <a:srgbClr val="FFFFFF"/>
                  </a:solidFill>
                  <a:latin typeface="Versos Light" panose="020B0403020204030204" pitchFamily="34" charset="0"/>
                  <a:ea typeface="+mn-ea"/>
                  <a:cs typeface="Arial"/>
                  <a:sym typeface="Arial"/>
                </a:rPr>
                <a:t> com track record </a:t>
              </a:r>
              <a:r>
                <a:rPr sz="1600" kern="1200" err="1">
                  <a:solidFill>
                    <a:srgbClr val="FFFFFF"/>
                  </a:solidFill>
                  <a:latin typeface="Versos Light" panose="020B0403020204030204" pitchFamily="34" charset="0"/>
                  <a:ea typeface="+mn-ea"/>
                  <a:cs typeface="Arial"/>
                  <a:sym typeface="Arial"/>
                </a:rPr>
                <a:t>consolidado</a:t>
              </a:r>
              <a:r>
                <a:rPr sz="1600" kern="1200">
                  <a:solidFill>
                    <a:srgbClr val="FFFFFF"/>
                  </a:solidFill>
                  <a:latin typeface="Versos Light" panose="020B0403020204030204" pitchFamily="34" charset="0"/>
                  <a:ea typeface="+mn-ea"/>
                  <a:cs typeface="Arial"/>
                  <a:sym typeface="Arial"/>
                </a:rPr>
                <a:t> </a:t>
              </a:r>
              <a:r>
                <a:rPr sz="1600" kern="1200" err="1">
                  <a:solidFill>
                    <a:srgbClr val="FFFFFF"/>
                  </a:solidFill>
                  <a:latin typeface="Versos Light" panose="020B0403020204030204" pitchFamily="34" charset="0"/>
                  <a:ea typeface="+mn-ea"/>
                  <a:cs typeface="Arial"/>
                  <a:sym typeface="Arial"/>
                </a:rPr>
                <a:t>nas</a:t>
              </a:r>
              <a:r>
                <a:rPr sz="1600" kern="1200">
                  <a:solidFill>
                    <a:srgbClr val="FFFFFF"/>
                  </a:solidFill>
                  <a:latin typeface="Versos Light" panose="020B0403020204030204" pitchFamily="34" charset="0"/>
                  <a:ea typeface="+mn-ea"/>
                  <a:cs typeface="Arial"/>
                  <a:sym typeface="Arial"/>
                </a:rPr>
                <a:t> </a:t>
              </a:r>
              <a:r>
                <a:rPr sz="1600" kern="1200" err="1">
                  <a:solidFill>
                    <a:srgbClr val="FFFFFF"/>
                  </a:solidFill>
                  <a:latin typeface="Versos Light" panose="020B0403020204030204" pitchFamily="34" charset="0"/>
                  <a:ea typeface="+mn-ea"/>
                  <a:cs typeface="Arial"/>
                  <a:sym typeface="Arial"/>
                </a:rPr>
                <a:t>famílias</a:t>
              </a:r>
              <a:r>
                <a:rPr sz="1600" kern="1200">
                  <a:solidFill>
                    <a:srgbClr val="FFFFFF"/>
                  </a:solidFill>
                  <a:latin typeface="Versos Light" panose="020B0403020204030204" pitchFamily="34" charset="0"/>
                  <a:ea typeface="+mn-ea"/>
                  <a:cs typeface="Arial"/>
                  <a:sym typeface="Arial"/>
                </a:rPr>
                <a:t> </a:t>
              </a:r>
              <a:r>
                <a:rPr sz="1600" kern="1200" err="1">
                  <a:solidFill>
                    <a:srgbClr val="FFFFFF"/>
                  </a:solidFill>
                  <a:latin typeface="Versos Light" panose="020B0403020204030204" pitchFamily="34" charset="0"/>
                  <a:ea typeface="+mn-ea"/>
                  <a:cs typeface="Arial"/>
                  <a:sym typeface="Arial"/>
                </a:rPr>
                <a:t>Institucional</a:t>
              </a:r>
              <a:r>
                <a:rPr sz="1600" kern="1200">
                  <a:solidFill>
                    <a:srgbClr val="FFFFFF"/>
                  </a:solidFill>
                  <a:latin typeface="Versos Light" panose="020B0403020204030204" pitchFamily="34" charset="0"/>
                  <a:ea typeface="+mn-ea"/>
                  <a:cs typeface="Arial"/>
                  <a:sym typeface="Arial"/>
                </a:rPr>
                <a:t> e Banks</a:t>
              </a:r>
            </a:p>
          </p:txBody>
        </p:sp>
        <p:sp>
          <p:nvSpPr>
            <p:cNvPr id="22" name="TextBox 12">
              <a:extLst>
                <a:ext uri="{FF2B5EF4-FFF2-40B4-BE49-F238E27FC236}">
                  <a16:creationId xmlns:a16="http://schemas.microsoft.com/office/drawing/2014/main" id="{75D5F00A-7030-0EF6-13B8-264F5570C1EF}"/>
                </a:ext>
              </a:extLst>
            </p:cNvPr>
            <p:cNvSpPr txBox="1"/>
            <p:nvPr/>
          </p:nvSpPr>
          <p:spPr>
            <a:xfrm>
              <a:off x="4694208" y="7708480"/>
              <a:ext cx="3198785" cy="1747998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 defTabSz="457200" rtl="0">
                <a:defRPr/>
              </a:pPr>
              <a:r>
                <a:rPr lang="pt-BR" sz="1600" kern="1200">
                  <a:solidFill>
                    <a:srgbClr val="FFFFFF"/>
                  </a:solidFill>
                  <a:latin typeface="Versos Light" panose="020B0403020204030204" pitchFamily="34" charset="0"/>
                  <a:ea typeface="+mn-ea"/>
                  <a:cs typeface="Arial"/>
                  <a:sym typeface="Arial"/>
                </a:rPr>
                <a:t>Investir em um casa com mais de 20 anos de track </a:t>
              </a:r>
              <a:r>
                <a:rPr lang="pt-BR" sz="1600" kern="1200" err="1">
                  <a:solidFill>
                    <a:srgbClr val="FFFFFF"/>
                  </a:solidFill>
                  <a:latin typeface="Versos Light" panose="020B0403020204030204" pitchFamily="34" charset="0"/>
                  <a:ea typeface="+mn-ea"/>
                  <a:cs typeface="Arial"/>
                  <a:sym typeface="Arial"/>
                </a:rPr>
                <a:t>record</a:t>
              </a:r>
              <a:r>
                <a:rPr lang="pt-BR" sz="1600" kern="1200">
                  <a:solidFill>
                    <a:srgbClr val="FFFFFF"/>
                  </a:solidFill>
                  <a:latin typeface="Versos Light" panose="020B0403020204030204" pitchFamily="34" charset="0"/>
                  <a:ea typeface="+mn-ea"/>
                  <a:cs typeface="Arial"/>
                  <a:sym typeface="Arial"/>
                </a:rPr>
                <a:t> e com a solidez do Banco Bradesco como acionista controlador</a:t>
              </a:r>
              <a:endParaRPr sz="1600" kern="1200">
                <a:solidFill>
                  <a:srgbClr val="FFFFFF"/>
                </a:solidFill>
                <a:latin typeface="Versos Light" panose="020B0403020204030204" pitchFamily="34" charset="0"/>
                <a:ea typeface="+mn-ea"/>
                <a:cs typeface="Arial"/>
                <a:sym typeface="Arial"/>
              </a:endParaRPr>
            </a:p>
          </p:txBody>
        </p:sp>
        <p:sp>
          <p:nvSpPr>
            <p:cNvPr id="23" name="TextBox 12">
              <a:extLst>
                <a:ext uri="{FF2B5EF4-FFF2-40B4-BE49-F238E27FC236}">
                  <a16:creationId xmlns:a16="http://schemas.microsoft.com/office/drawing/2014/main" id="{6A2AF79A-ACE2-8EF0-505D-3E159F4A83BA}"/>
                </a:ext>
              </a:extLst>
            </p:cNvPr>
            <p:cNvSpPr txBox="1"/>
            <p:nvPr/>
          </p:nvSpPr>
          <p:spPr>
            <a:xfrm>
              <a:off x="8756263" y="8582477"/>
              <a:ext cx="2703718" cy="6992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 defTabSz="457200" rtl="0">
                <a:defRPr/>
              </a:pPr>
              <a:r>
                <a:rPr lang="pt-BR" sz="1600" kern="1200">
                  <a:solidFill>
                    <a:srgbClr val="FFFFFF"/>
                  </a:solidFill>
                  <a:latin typeface="Versos Light" panose="020B0403020204030204" pitchFamily="34" charset="0"/>
                  <a:ea typeface="+mn-ea"/>
                  <a:cs typeface="Arial"/>
                  <a:sym typeface="Arial"/>
                </a:rPr>
                <a:t>Fundo disponível exclusivamente na Ágora</a:t>
              </a:r>
              <a:endParaRPr sz="1600" kern="1200">
                <a:solidFill>
                  <a:srgbClr val="FFFFFF"/>
                </a:solidFill>
                <a:latin typeface="Versos Light" panose="020B0403020204030204" pitchFamily="34" charset="0"/>
                <a:ea typeface="+mn-ea"/>
                <a:cs typeface="Arial"/>
                <a:sym typeface="Arial"/>
              </a:endParaRPr>
            </a:p>
          </p:txBody>
        </p:sp>
        <p:sp>
          <p:nvSpPr>
            <p:cNvPr id="24" name="Retângulo: Cantos Arredondados 23">
              <a:extLst>
                <a:ext uri="{FF2B5EF4-FFF2-40B4-BE49-F238E27FC236}">
                  <a16:creationId xmlns:a16="http://schemas.microsoft.com/office/drawing/2014/main" id="{762CA18B-7172-91CB-C5BD-89D5D876D8D4}"/>
                </a:ext>
              </a:extLst>
            </p:cNvPr>
            <p:cNvSpPr/>
            <p:nvPr/>
          </p:nvSpPr>
          <p:spPr>
            <a:xfrm>
              <a:off x="220620" y="3271174"/>
              <a:ext cx="3807497" cy="2936524"/>
            </a:xfrm>
            <a:prstGeom prst="roundRect">
              <a:avLst>
                <a:gd name="adj" fmla="val 11412"/>
              </a:avLst>
            </a:prstGeom>
            <a:noFill/>
            <a:ln>
              <a:solidFill>
                <a:srgbClr val="54828C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1800"/>
            </a:p>
          </p:txBody>
        </p:sp>
        <p:sp>
          <p:nvSpPr>
            <p:cNvPr id="25" name="TextBox 5">
              <a:extLst>
                <a:ext uri="{FF2B5EF4-FFF2-40B4-BE49-F238E27FC236}">
                  <a16:creationId xmlns:a16="http://schemas.microsoft.com/office/drawing/2014/main" id="{ED167486-7158-0B24-A4DB-2C0EA6903F2C}"/>
                </a:ext>
              </a:extLst>
            </p:cNvPr>
            <p:cNvSpPr txBox="1"/>
            <p:nvPr/>
          </p:nvSpPr>
          <p:spPr>
            <a:xfrm>
              <a:off x="4694208" y="3596695"/>
              <a:ext cx="586015" cy="611799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 defTabSz="457200" rtl="0">
                <a:defRPr/>
              </a:pPr>
              <a:r>
                <a:rPr sz="2800" b="1" kern="1200">
                  <a:solidFill>
                    <a:srgbClr val="C1F4D4"/>
                  </a:solidFill>
                  <a:latin typeface="Versos Light" panose="020B0403020204030204" pitchFamily="34" charset="0"/>
                  <a:ea typeface="+mn-ea"/>
                  <a:cs typeface="Arial"/>
                  <a:sym typeface="Arial"/>
                </a:rPr>
                <a:t>✓</a:t>
              </a:r>
            </a:p>
          </p:txBody>
        </p:sp>
        <p:sp>
          <p:nvSpPr>
            <p:cNvPr id="26" name="Retângulo: Cantos Arredondados 25">
              <a:extLst>
                <a:ext uri="{FF2B5EF4-FFF2-40B4-BE49-F238E27FC236}">
                  <a16:creationId xmlns:a16="http://schemas.microsoft.com/office/drawing/2014/main" id="{9607094E-0D2F-DD2A-C024-F071184A1C47}"/>
                </a:ext>
              </a:extLst>
            </p:cNvPr>
            <p:cNvSpPr/>
            <p:nvPr/>
          </p:nvSpPr>
          <p:spPr>
            <a:xfrm>
              <a:off x="4302561" y="3271174"/>
              <a:ext cx="3807497" cy="2936524"/>
            </a:xfrm>
            <a:prstGeom prst="roundRect">
              <a:avLst>
                <a:gd name="adj" fmla="val 11412"/>
              </a:avLst>
            </a:prstGeom>
            <a:noFill/>
            <a:ln>
              <a:solidFill>
                <a:srgbClr val="54828C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1800"/>
            </a:p>
          </p:txBody>
        </p:sp>
        <p:sp>
          <p:nvSpPr>
            <p:cNvPr id="27" name="TextBox 5">
              <a:extLst>
                <a:ext uri="{FF2B5EF4-FFF2-40B4-BE49-F238E27FC236}">
                  <a16:creationId xmlns:a16="http://schemas.microsoft.com/office/drawing/2014/main" id="{BD1A7F01-0F6B-6229-9FBB-908B81D7CD92}"/>
                </a:ext>
              </a:extLst>
            </p:cNvPr>
            <p:cNvSpPr txBox="1"/>
            <p:nvPr/>
          </p:nvSpPr>
          <p:spPr>
            <a:xfrm>
              <a:off x="8776150" y="3596695"/>
              <a:ext cx="586015" cy="611799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 defTabSz="457200" rtl="0">
                <a:defRPr/>
              </a:pPr>
              <a:r>
                <a:rPr sz="2800" b="1" kern="1200">
                  <a:solidFill>
                    <a:srgbClr val="C1F4D4"/>
                  </a:solidFill>
                  <a:latin typeface="Versos Light" panose="020B0403020204030204" pitchFamily="34" charset="0"/>
                  <a:ea typeface="+mn-ea"/>
                  <a:cs typeface="Arial"/>
                  <a:sym typeface="Arial"/>
                </a:rPr>
                <a:t>✓</a:t>
              </a:r>
            </a:p>
          </p:txBody>
        </p:sp>
        <p:sp>
          <p:nvSpPr>
            <p:cNvPr id="28" name="Retângulo: Cantos Arredondados 27">
              <a:extLst>
                <a:ext uri="{FF2B5EF4-FFF2-40B4-BE49-F238E27FC236}">
                  <a16:creationId xmlns:a16="http://schemas.microsoft.com/office/drawing/2014/main" id="{20D4900E-C57F-F46C-19AC-00D63FEFC81F}"/>
                </a:ext>
              </a:extLst>
            </p:cNvPr>
            <p:cNvSpPr/>
            <p:nvPr/>
          </p:nvSpPr>
          <p:spPr>
            <a:xfrm>
              <a:off x="8384503" y="3271174"/>
              <a:ext cx="3807497" cy="2936524"/>
            </a:xfrm>
            <a:prstGeom prst="roundRect">
              <a:avLst>
                <a:gd name="adj" fmla="val 11412"/>
              </a:avLst>
            </a:prstGeom>
            <a:noFill/>
            <a:ln>
              <a:solidFill>
                <a:srgbClr val="54828C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1800"/>
            </a:p>
          </p:txBody>
        </p:sp>
        <p:sp>
          <p:nvSpPr>
            <p:cNvPr id="29" name="TextBox 5">
              <a:extLst>
                <a:ext uri="{FF2B5EF4-FFF2-40B4-BE49-F238E27FC236}">
                  <a16:creationId xmlns:a16="http://schemas.microsoft.com/office/drawing/2014/main" id="{BDF89C82-5CA0-ED70-6FCA-3DE83F46F1FD}"/>
                </a:ext>
              </a:extLst>
            </p:cNvPr>
            <p:cNvSpPr txBox="1"/>
            <p:nvPr/>
          </p:nvSpPr>
          <p:spPr>
            <a:xfrm>
              <a:off x="612267" y="6839910"/>
              <a:ext cx="586015" cy="611799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 defTabSz="457200" rtl="0">
                <a:defRPr/>
              </a:pPr>
              <a:r>
                <a:rPr sz="2800" b="1" kern="1200">
                  <a:solidFill>
                    <a:srgbClr val="C1F4D4"/>
                  </a:solidFill>
                  <a:latin typeface="Versos Light" panose="020B0403020204030204" pitchFamily="34" charset="0"/>
                  <a:ea typeface="+mn-ea"/>
                  <a:cs typeface="Arial"/>
                  <a:sym typeface="Arial"/>
                </a:rPr>
                <a:t>✓</a:t>
              </a:r>
            </a:p>
          </p:txBody>
        </p:sp>
        <p:sp>
          <p:nvSpPr>
            <p:cNvPr id="30" name="Retângulo: Cantos Arredondados 29">
              <a:extLst>
                <a:ext uri="{FF2B5EF4-FFF2-40B4-BE49-F238E27FC236}">
                  <a16:creationId xmlns:a16="http://schemas.microsoft.com/office/drawing/2014/main" id="{C0D4FDCD-52B1-E0DB-6E37-53BCAA9B17CE}"/>
                </a:ext>
              </a:extLst>
            </p:cNvPr>
            <p:cNvSpPr/>
            <p:nvPr/>
          </p:nvSpPr>
          <p:spPr>
            <a:xfrm>
              <a:off x="220620" y="6552285"/>
              <a:ext cx="3807497" cy="3169934"/>
            </a:xfrm>
            <a:prstGeom prst="roundRect">
              <a:avLst>
                <a:gd name="adj" fmla="val 11412"/>
              </a:avLst>
            </a:prstGeom>
            <a:noFill/>
            <a:ln>
              <a:solidFill>
                <a:srgbClr val="54828C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1800"/>
            </a:p>
          </p:txBody>
        </p:sp>
        <p:sp>
          <p:nvSpPr>
            <p:cNvPr id="31" name="TextBox 5">
              <a:extLst>
                <a:ext uri="{FF2B5EF4-FFF2-40B4-BE49-F238E27FC236}">
                  <a16:creationId xmlns:a16="http://schemas.microsoft.com/office/drawing/2014/main" id="{2E6FDA08-29B4-0A98-84EA-CA2C0CA89852}"/>
                </a:ext>
              </a:extLst>
            </p:cNvPr>
            <p:cNvSpPr txBox="1"/>
            <p:nvPr/>
          </p:nvSpPr>
          <p:spPr>
            <a:xfrm>
              <a:off x="4694208" y="6839910"/>
              <a:ext cx="586015" cy="611799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 defTabSz="457200" rtl="0">
                <a:defRPr/>
              </a:pPr>
              <a:r>
                <a:rPr sz="2800" b="1" kern="1200">
                  <a:solidFill>
                    <a:srgbClr val="C1F4D4"/>
                  </a:solidFill>
                  <a:latin typeface="Versos Light" panose="020B0403020204030204" pitchFamily="34" charset="0"/>
                  <a:ea typeface="+mn-ea"/>
                  <a:cs typeface="Arial"/>
                  <a:sym typeface="Arial"/>
                </a:rPr>
                <a:t>✓</a:t>
              </a:r>
            </a:p>
          </p:txBody>
        </p:sp>
        <p:sp>
          <p:nvSpPr>
            <p:cNvPr id="32" name="Retângulo: Cantos Arredondados 31">
              <a:extLst>
                <a:ext uri="{FF2B5EF4-FFF2-40B4-BE49-F238E27FC236}">
                  <a16:creationId xmlns:a16="http://schemas.microsoft.com/office/drawing/2014/main" id="{E9E55579-AA06-7C17-D34C-5F316AE7398D}"/>
                </a:ext>
              </a:extLst>
            </p:cNvPr>
            <p:cNvSpPr/>
            <p:nvPr/>
          </p:nvSpPr>
          <p:spPr>
            <a:xfrm>
              <a:off x="4302561" y="6552285"/>
              <a:ext cx="3807497" cy="3169934"/>
            </a:xfrm>
            <a:prstGeom prst="roundRect">
              <a:avLst>
                <a:gd name="adj" fmla="val 11412"/>
              </a:avLst>
            </a:prstGeom>
            <a:noFill/>
            <a:ln>
              <a:solidFill>
                <a:srgbClr val="54828C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1800"/>
            </a:p>
          </p:txBody>
        </p:sp>
        <p:sp>
          <p:nvSpPr>
            <p:cNvPr id="33" name="TextBox 5">
              <a:extLst>
                <a:ext uri="{FF2B5EF4-FFF2-40B4-BE49-F238E27FC236}">
                  <a16:creationId xmlns:a16="http://schemas.microsoft.com/office/drawing/2014/main" id="{F6D7D70B-626B-277F-9081-D6E32F1A5681}"/>
                </a:ext>
              </a:extLst>
            </p:cNvPr>
            <p:cNvSpPr txBox="1"/>
            <p:nvPr/>
          </p:nvSpPr>
          <p:spPr>
            <a:xfrm>
              <a:off x="8776150" y="6839910"/>
              <a:ext cx="586015" cy="611799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 defTabSz="457200" rtl="0">
                <a:defRPr/>
              </a:pPr>
              <a:r>
                <a:rPr sz="2800" b="1" kern="1200">
                  <a:solidFill>
                    <a:srgbClr val="C1F4D4"/>
                  </a:solidFill>
                  <a:latin typeface="Versos Light" panose="020B0403020204030204" pitchFamily="34" charset="0"/>
                  <a:ea typeface="+mn-ea"/>
                  <a:cs typeface="Arial"/>
                  <a:sym typeface="Arial"/>
                </a:rPr>
                <a:t>✓</a:t>
              </a:r>
            </a:p>
          </p:txBody>
        </p:sp>
        <p:sp>
          <p:nvSpPr>
            <p:cNvPr id="34" name="Retângulo: Cantos Arredondados 33">
              <a:extLst>
                <a:ext uri="{FF2B5EF4-FFF2-40B4-BE49-F238E27FC236}">
                  <a16:creationId xmlns:a16="http://schemas.microsoft.com/office/drawing/2014/main" id="{45005CA9-36D7-187F-4644-2FCA5D96DEBA}"/>
                </a:ext>
              </a:extLst>
            </p:cNvPr>
            <p:cNvSpPr/>
            <p:nvPr/>
          </p:nvSpPr>
          <p:spPr>
            <a:xfrm>
              <a:off x="8384503" y="6552285"/>
              <a:ext cx="3807497" cy="3169934"/>
            </a:xfrm>
            <a:prstGeom prst="roundRect">
              <a:avLst>
                <a:gd name="adj" fmla="val 11412"/>
              </a:avLst>
            </a:prstGeom>
            <a:noFill/>
            <a:ln>
              <a:solidFill>
                <a:srgbClr val="54828C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1800"/>
            </a:p>
          </p:txBody>
        </p:sp>
      </p:grpSp>
      <p:cxnSp>
        <p:nvCxnSpPr>
          <p:cNvPr id="37" name="Conector reto 36">
            <a:extLst>
              <a:ext uri="{FF2B5EF4-FFF2-40B4-BE49-F238E27FC236}">
                <a16:creationId xmlns:a16="http://schemas.microsoft.com/office/drawing/2014/main" id="{0917112E-F064-7210-819E-0BDFE6825433}"/>
              </a:ext>
            </a:extLst>
          </p:cNvPr>
          <p:cNvCxnSpPr>
            <a:cxnSpLocks/>
          </p:cNvCxnSpPr>
          <p:nvPr/>
        </p:nvCxnSpPr>
        <p:spPr>
          <a:xfrm>
            <a:off x="458010" y="1350113"/>
            <a:ext cx="5460190" cy="6069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435545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41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6DB810C-3DE7-E068-E445-B8C611BCB8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Slide Number Placeholder 69">
            <a:extLst>
              <a:ext uri="{FF2B5EF4-FFF2-40B4-BE49-F238E27FC236}">
                <a16:creationId xmlns:a16="http://schemas.microsoft.com/office/drawing/2014/main" id="{5BB60731-FC60-1613-47FA-5EB50873DD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61763" y="6473636"/>
            <a:ext cx="295275" cy="169277"/>
          </a:xfrm>
        </p:spPr>
        <p:txBody>
          <a:bodyPr/>
          <a:lstStyle/>
          <a:p>
            <a:pPr lvl="0"/>
            <a:fld id="{77667D73-C69A-4DAA-9003-24A825D36FE9}" type="slidenum">
              <a:rPr lang="pt-BR" noProof="0" smtClean="0">
                <a:sym typeface="Arial"/>
              </a:rPr>
              <a:pPr lvl="0"/>
              <a:t>13</a:t>
            </a:fld>
            <a:endParaRPr lang="pt-BR" noProof="0">
              <a:sym typeface="Arial"/>
            </a:endParaRPr>
          </a:p>
        </p:txBody>
      </p:sp>
      <p:grpSp>
        <p:nvGrpSpPr>
          <p:cNvPr id="190" name="Graphic 8">
            <a:extLst>
              <a:ext uri="{FF2B5EF4-FFF2-40B4-BE49-F238E27FC236}">
                <a16:creationId xmlns:a16="http://schemas.microsoft.com/office/drawing/2014/main" id="{7D600CEE-A0D9-FED2-F3C9-246F6A503541}"/>
              </a:ext>
            </a:extLst>
          </p:cNvPr>
          <p:cNvGrpSpPr/>
          <p:nvPr/>
        </p:nvGrpSpPr>
        <p:grpSpPr>
          <a:xfrm>
            <a:off x="9163314" y="1195151"/>
            <a:ext cx="2548949" cy="361853"/>
            <a:chOff x="4214874" y="3007842"/>
            <a:chExt cx="5907837" cy="838686"/>
          </a:xfrm>
        </p:grpSpPr>
        <p:sp>
          <p:nvSpPr>
            <p:cNvPr id="191" name="Rectangle 190">
              <a:extLst>
                <a:ext uri="{FF2B5EF4-FFF2-40B4-BE49-F238E27FC236}">
                  <a16:creationId xmlns:a16="http://schemas.microsoft.com/office/drawing/2014/main" id="{0A1659B9-4EAB-363A-2E08-22EE376C3E04}"/>
                </a:ext>
              </a:extLst>
            </p:cNvPr>
            <p:cNvSpPr/>
            <p:nvPr/>
          </p:nvSpPr>
          <p:spPr>
            <a:xfrm>
              <a:off x="4214874" y="3007842"/>
              <a:ext cx="5071619" cy="838686"/>
            </a:xfrm>
            <a:prstGeom prst="rect">
              <a:avLst/>
            </a:prstGeom>
            <a:solidFill>
              <a:srgbClr val="FFFFFF"/>
            </a:solidFill>
            <a:ln w="14511" cap="flat">
              <a:noFill/>
              <a:prstDash val="solid"/>
              <a:miter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92" name="Freeform: Shape 191">
              <a:extLst>
                <a:ext uri="{FF2B5EF4-FFF2-40B4-BE49-F238E27FC236}">
                  <a16:creationId xmlns:a16="http://schemas.microsoft.com/office/drawing/2014/main" id="{3176781F-DF7A-9838-223A-4E5FE06F65DD}"/>
                </a:ext>
              </a:extLst>
            </p:cNvPr>
            <p:cNvSpPr/>
            <p:nvPr/>
          </p:nvSpPr>
          <p:spPr>
            <a:xfrm>
              <a:off x="4354728" y="3227280"/>
              <a:ext cx="247321" cy="390660"/>
            </a:xfrm>
            <a:custGeom>
              <a:avLst/>
              <a:gdLst>
                <a:gd name="csX0" fmla="*/ 0 w 247321"/>
                <a:gd name="csY0" fmla="*/ 319790 h 390660"/>
                <a:gd name="csX1" fmla="*/ 85393 w 247321"/>
                <a:gd name="csY1" fmla="*/ 319790 h 390660"/>
                <a:gd name="csX2" fmla="*/ 85393 w 247321"/>
                <a:gd name="csY2" fmla="*/ 70871 h 390660"/>
                <a:gd name="csX3" fmla="*/ 0 w 247321"/>
                <a:gd name="csY3" fmla="*/ 70871 h 390660"/>
                <a:gd name="csX4" fmla="*/ 0 w 247321"/>
                <a:gd name="csY4" fmla="*/ 0 h 390660"/>
                <a:gd name="csX5" fmla="*/ 247322 w 247321"/>
                <a:gd name="csY5" fmla="*/ 0 h 390660"/>
                <a:gd name="csX6" fmla="*/ 247322 w 247321"/>
                <a:gd name="csY6" fmla="*/ 70871 h 390660"/>
                <a:gd name="csX7" fmla="*/ 162509 w 247321"/>
                <a:gd name="csY7" fmla="*/ 70871 h 390660"/>
                <a:gd name="csX8" fmla="*/ 162509 w 247321"/>
                <a:gd name="csY8" fmla="*/ 319790 h 390660"/>
                <a:gd name="csX9" fmla="*/ 247322 w 247321"/>
                <a:gd name="csY9" fmla="*/ 319790 h 390660"/>
                <a:gd name="csX10" fmla="*/ 247322 w 247321"/>
                <a:gd name="csY10" fmla="*/ 390661 h 390660"/>
                <a:gd name="csX11" fmla="*/ 0 w 247321"/>
                <a:gd name="csY11" fmla="*/ 390661 h 390660"/>
                <a:gd name="csX12" fmla="*/ 0 w 247321"/>
                <a:gd name="csY12" fmla="*/ 319790 h 3906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247321" h="390660">
                  <a:moveTo>
                    <a:pt x="0" y="319790"/>
                  </a:moveTo>
                  <a:lnTo>
                    <a:pt x="85393" y="319790"/>
                  </a:lnTo>
                  <a:lnTo>
                    <a:pt x="85393" y="70871"/>
                  </a:lnTo>
                  <a:lnTo>
                    <a:pt x="0" y="70871"/>
                  </a:lnTo>
                  <a:lnTo>
                    <a:pt x="0" y="0"/>
                  </a:lnTo>
                  <a:lnTo>
                    <a:pt x="247322" y="0"/>
                  </a:lnTo>
                  <a:lnTo>
                    <a:pt x="247322" y="70871"/>
                  </a:lnTo>
                  <a:lnTo>
                    <a:pt x="162509" y="70871"/>
                  </a:lnTo>
                  <a:lnTo>
                    <a:pt x="162509" y="319790"/>
                  </a:lnTo>
                  <a:lnTo>
                    <a:pt x="247322" y="319790"/>
                  </a:lnTo>
                  <a:lnTo>
                    <a:pt x="247322" y="390661"/>
                  </a:lnTo>
                  <a:lnTo>
                    <a:pt x="0" y="390661"/>
                  </a:lnTo>
                  <a:lnTo>
                    <a:pt x="0" y="319790"/>
                  </a:lnTo>
                  <a:close/>
                </a:path>
              </a:pathLst>
            </a:custGeom>
            <a:solidFill>
              <a:srgbClr val="2A3F4B"/>
            </a:solidFill>
            <a:ln w="14511" cap="flat">
              <a:noFill/>
              <a:prstDash val="solid"/>
              <a:miter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93" name="Freeform: Shape 192">
              <a:extLst>
                <a:ext uri="{FF2B5EF4-FFF2-40B4-BE49-F238E27FC236}">
                  <a16:creationId xmlns:a16="http://schemas.microsoft.com/office/drawing/2014/main" id="{FF746C58-5DB0-6A1A-AC9D-419D7EDB9583}"/>
                </a:ext>
              </a:extLst>
            </p:cNvPr>
            <p:cNvSpPr/>
            <p:nvPr/>
          </p:nvSpPr>
          <p:spPr>
            <a:xfrm>
              <a:off x="4659559" y="3227134"/>
              <a:ext cx="352175" cy="390806"/>
            </a:xfrm>
            <a:custGeom>
              <a:avLst/>
              <a:gdLst>
                <a:gd name="csX0" fmla="*/ 0 w 352175"/>
                <a:gd name="csY0" fmla="*/ 0 h 390806"/>
                <a:gd name="csX1" fmla="*/ 141742 w 352175"/>
                <a:gd name="csY1" fmla="*/ 0 h 390806"/>
                <a:gd name="csX2" fmla="*/ 260683 w 352175"/>
                <a:gd name="csY2" fmla="*/ 323275 h 390806"/>
                <a:gd name="csX3" fmla="*/ 275205 w 352175"/>
                <a:gd name="csY3" fmla="*/ 323275 h 390806"/>
                <a:gd name="csX4" fmla="*/ 275205 w 352175"/>
                <a:gd name="csY4" fmla="*/ 0 h 390806"/>
                <a:gd name="csX5" fmla="*/ 352176 w 352175"/>
                <a:gd name="csY5" fmla="*/ 0 h 390806"/>
                <a:gd name="csX6" fmla="*/ 352176 w 352175"/>
                <a:gd name="csY6" fmla="*/ 390806 h 390806"/>
                <a:gd name="csX7" fmla="*/ 210434 w 352175"/>
                <a:gd name="csY7" fmla="*/ 390806 h 390806"/>
                <a:gd name="csX8" fmla="*/ 91493 w 352175"/>
                <a:gd name="csY8" fmla="*/ 67531 h 390806"/>
                <a:gd name="csX9" fmla="*/ 76970 w 352175"/>
                <a:gd name="csY9" fmla="*/ 67531 h 390806"/>
                <a:gd name="csX10" fmla="*/ 76970 w 352175"/>
                <a:gd name="csY10" fmla="*/ 390806 h 390806"/>
                <a:gd name="csX11" fmla="*/ 0 w 352175"/>
                <a:gd name="csY11" fmla="*/ 390806 h 390806"/>
                <a:gd name="csX12" fmla="*/ 0 w 352175"/>
                <a:gd name="csY12" fmla="*/ 0 h 39080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352175" h="390806">
                  <a:moveTo>
                    <a:pt x="0" y="0"/>
                  </a:moveTo>
                  <a:lnTo>
                    <a:pt x="141742" y="0"/>
                  </a:lnTo>
                  <a:lnTo>
                    <a:pt x="260683" y="323275"/>
                  </a:lnTo>
                  <a:lnTo>
                    <a:pt x="275205" y="323275"/>
                  </a:lnTo>
                  <a:lnTo>
                    <a:pt x="275205" y="0"/>
                  </a:lnTo>
                  <a:lnTo>
                    <a:pt x="352176" y="0"/>
                  </a:lnTo>
                  <a:lnTo>
                    <a:pt x="352176" y="390806"/>
                  </a:lnTo>
                  <a:lnTo>
                    <a:pt x="210434" y="390806"/>
                  </a:lnTo>
                  <a:lnTo>
                    <a:pt x="91493" y="67531"/>
                  </a:lnTo>
                  <a:lnTo>
                    <a:pt x="76970" y="67531"/>
                  </a:lnTo>
                  <a:lnTo>
                    <a:pt x="76970" y="390806"/>
                  </a:lnTo>
                  <a:lnTo>
                    <a:pt x="0" y="39080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A3F4B"/>
            </a:solidFill>
            <a:ln w="14511" cap="flat">
              <a:noFill/>
              <a:prstDash val="solid"/>
              <a:miter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94" name="Freeform: Shape 193">
              <a:extLst>
                <a:ext uri="{FF2B5EF4-FFF2-40B4-BE49-F238E27FC236}">
                  <a16:creationId xmlns:a16="http://schemas.microsoft.com/office/drawing/2014/main" id="{DA9ADECC-A727-8423-FB91-0FE6812BC938}"/>
                </a:ext>
              </a:extLst>
            </p:cNvPr>
            <p:cNvSpPr/>
            <p:nvPr/>
          </p:nvSpPr>
          <p:spPr>
            <a:xfrm>
              <a:off x="5071569" y="3220309"/>
              <a:ext cx="317466" cy="404166"/>
            </a:xfrm>
            <a:custGeom>
              <a:avLst/>
              <a:gdLst>
                <a:gd name="csX0" fmla="*/ 42116 w 317466"/>
                <a:gd name="csY0" fmla="*/ 366844 h 404166"/>
                <a:gd name="csX1" fmla="*/ 0 w 317466"/>
                <a:gd name="csY1" fmla="*/ 258504 h 404166"/>
                <a:gd name="csX2" fmla="*/ 76970 w 317466"/>
                <a:gd name="csY2" fmla="*/ 258504 h 404166"/>
                <a:gd name="csX3" fmla="*/ 99045 w 317466"/>
                <a:gd name="csY3" fmla="*/ 316014 h 404166"/>
                <a:gd name="csX4" fmla="*/ 164106 w 317466"/>
                <a:gd name="csY4" fmla="*/ 335620 h 404166"/>
                <a:gd name="csX5" fmla="*/ 218276 w 317466"/>
                <a:gd name="csY5" fmla="*/ 322549 h 404166"/>
                <a:gd name="csX6" fmla="*/ 237882 w 317466"/>
                <a:gd name="csY6" fmla="*/ 285371 h 404166"/>
                <a:gd name="csX7" fmla="*/ 224521 w 317466"/>
                <a:gd name="csY7" fmla="*/ 258359 h 404166"/>
                <a:gd name="csX8" fmla="*/ 176451 w 317466"/>
                <a:gd name="csY8" fmla="*/ 239044 h 404166"/>
                <a:gd name="csX9" fmla="*/ 108920 w 317466"/>
                <a:gd name="csY9" fmla="*/ 221181 h 404166"/>
                <a:gd name="csX10" fmla="*/ 33257 w 317466"/>
                <a:gd name="csY10" fmla="*/ 184003 h 404166"/>
                <a:gd name="csX11" fmla="*/ 7261 w 317466"/>
                <a:gd name="csY11" fmla="*/ 115601 h 404166"/>
                <a:gd name="csX12" fmla="*/ 25415 w 317466"/>
                <a:gd name="csY12" fmla="*/ 55041 h 404166"/>
                <a:gd name="csX13" fmla="*/ 77406 w 317466"/>
                <a:gd name="csY13" fmla="*/ 14523 h 404166"/>
                <a:gd name="csX14" fmla="*/ 155829 w 317466"/>
                <a:gd name="csY14" fmla="*/ 0 h 404166"/>
                <a:gd name="csX15" fmla="*/ 272010 w 317466"/>
                <a:gd name="csY15" fmla="*/ 34274 h 404166"/>
                <a:gd name="csX16" fmla="*/ 311657 w 317466"/>
                <a:gd name="csY16" fmla="*/ 132738 h 404166"/>
                <a:gd name="csX17" fmla="*/ 234687 w 317466"/>
                <a:gd name="csY17" fmla="*/ 132738 h 404166"/>
                <a:gd name="csX18" fmla="*/ 214936 w 317466"/>
                <a:gd name="csY18" fmla="*/ 84667 h 404166"/>
                <a:gd name="csX19" fmla="*/ 155538 w 317466"/>
                <a:gd name="csY19" fmla="*/ 68547 h 404166"/>
                <a:gd name="csX20" fmla="*/ 103982 w 317466"/>
                <a:gd name="csY20" fmla="*/ 79730 h 404166"/>
                <a:gd name="csX21" fmla="*/ 85248 w 317466"/>
                <a:gd name="csY21" fmla="*/ 110953 h 404166"/>
                <a:gd name="csX22" fmla="*/ 99480 w 317466"/>
                <a:gd name="csY22" fmla="*/ 138256 h 404166"/>
                <a:gd name="csX23" fmla="*/ 142758 w 317466"/>
                <a:gd name="csY23" fmla="*/ 156119 h 404166"/>
                <a:gd name="csX24" fmla="*/ 209708 w 317466"/>
                <a:gd name="csY24" fmla="*/ 172820 h 404166"/>
                <a:gd name="csX25" fmla="*/ 290164 w 317466"/>
                <a:gd name="csY25" fmla="*/ 209708 h 404166"/>
                <a:gd name="csX26" fmla="*/ 317466 w 317466"/>
                <a:gd name="csY26" fmla="*/ 282902 h 404166"/>
                <a:gd name="csX27" fmla="*/ 298732 w 317466"/>
                <a:gd name="csY27" fmla="*/ 345495 h 404166"/>
                <a:gd name="csX28" fmla="*/ 245143 w 317466"/>
                <a:gd name="csY28" fmla="*/ 388482 h 404166"/>
                <a:gd name="csX29" fmla="*/ 163961 w 317466"/>
                <a:gd name="csY29" fmla="*/ 404167 h 404166"/>
                <a:gd name="csX30" fmla="*/ 42551 w 317466"/>
                <a:gd name="csY30" fmla="*/ 366698 h 40416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</a:cxnLst>
              <a:rect l="l" t="t" r="r" b="b"/>
              <a:pathLst>
                <a:path w="317466" h="404166">
                  <a:moveTo>
                    <a:pt x="42116" y="366844"/>
                  </a:moveTo>
                  <a:cubicBezTo>
                    <a:pt x="14087" y="341865"/>
                    <a:pt x="0" y="305848"/>
                    <a:pt x="0" y="258504"/>
                  </a:cubicBezTo>
                  <a:lnTo>
                    <a:pt x="76970" y="258504"/>
                  </a:lnTo>
                  <a:cubicBezTo>
                    <a:pt x="76970" y="283774"/>
                    <a:pt x="84377" y="302944"/>
                    <a:pt x="99045" y="316014"/>
                  </a:cubicBezTo>
                  <a:cubicBezTo>
                    <a:pt x="113713" y="329085"/>
                    <a:pt x="135352" y="335620"/>
                    <a:pt x="164106" y="335620"/>
                  </a:cubicBezTo>
                  <a:cubicBezTo>
                    <a:pt x="187198" y="335620"/>
                    <a:pt x="205206" y="331263"/>
                    <a:pt x="218276" y="322549"/>
                  </a:cubicBezTo>
                  <a:cubicBezTo>
                    <a:pt x="231347" y="313836"/>
                    <a:pt x="237882" y="301491"/>
                    <a:pt x="237882" y="285371"/>
                  </a:cubicBezTo>
                  <a:cubicBezTo>
                    <a:pt x="237882" y="273898"/>
                    <a:pt x="233380" y="264749"/>
                    <a:pt x="224521" y="258359"/>
                  </a:cubicBezTo>
                  <a:cubicBezTo>
                    <a:pt x="215517" y="251824"/>
                    <a:pt x="199542" y="245434"/>
                    <a:pt x="176451" y="239044"/>
                  </a:cubicBezTo>
                  <a:lnTo>
                    <a:pt x="108920" y="221181"/>
                  </a:lnTo>
                  <a:cubicBezTo>
                    <a:pt x="75808" y="212612"/>
                    <a:pt x="50539" y="200268"/>
                    <a:pt x="33257" y="184003"/>
                  </a:cubicBezTo>
                  <a:cubicBezTo>
                    <a:pt x="15975" y="167883"/>
                    <a:pt x="7261" y="145082"/>
                    <a:pt x="7261" y="115601"/>
                  </a:cubicBezTo>
                  <a:cubicBezTo>
                    <a:pt x="7261" y="92510"/>
                    <a:pt x="13361" y="72323"/>
                    <a:pt x="25415" y="55041"/>
                  </a:cubicBezTo>
                  <a:cubicBezTo>
                    <a:pt x="37468" y="37759"/>
                    <a:pt x="54750" y="24253"/>
                    <a:pt x="77406" y="14523"/>
                  </a:cubicBezTo>
                  <a:cubicBezTo>
                    <a:pt x="99916" y="4792"/>
                    <a:pt x="126057" y="0"/>
                    <a:pt x="155829" y="0"/>
                  </a:cubicBezTo>
                  <a:cubicBezTo>
                    <a:pt x="206803" y="0"/>
                    <a:pt x="245579" y="11473"/>
                    <a:pt x="272010" y="34274"/>
                  </a:cubicBezTo>
                  <a:cubicBezTo>
                    <a:pt x="298441" y="57219"/>
                    <a:pt x="311657" y="90041"/>
                    <a:pt x="311657" y="132738"/>
                  </a:cubicBezTo>
                  <a:lnTo>
                    <a:pt x="234687" y="132738"/>
                  </a:lnTo>
                  <a:cubicBezTo>
                    <a:pt x="234687" y="111534"/>
                    <a:pt x="228152" y="95559"/>
                    <a:pt x="214936" y="84667"/>
                  </a:cubicBezTo>
                  <a:cubicBezTo>
                    <a:pt x="201720" y="73921"/>
                    <a:pt x="181970" y="68547"/>
                    <a:pt x="155538" y="68547"/>
                  </a:cubicBezTo>
                  <a:cubicBezTo>
                    <a:pt x="133609" y="68547"/>
                    <a:pt x="116327" y="72323"/>
                    <a:pt x="103982" y="79730"/>
                  </a:cubicBezTo>
                  <a:cubicBezTo>
                    <a:pt x="91493" y="87136"/>
                    <a:pt x="85248" y="97593"/>
                    <a:pt x="85248" y="110953"/>
                  </a:cubicBezTo>
                  <a:cubicBezTo>
                    <a:pt x="85248" y="122136"/>
                    <a:pt x="90041" y="131285"/>
                    <a:pt x="99480" y="138256"/>
                  </a:cubicBezTo>
                  <a:cubicBezTo>
                    <a:pt x="108920" y="145372"/>
                    <a:pt x="123443" y="151327"/>
                    <a:pt x="142758" y="156119"/>
                  </a:cubicBezTo>
                  <a:lnTo>
                    <a:pt x="209708" y="172820"/>
                  </a:lnTo>
                  <a:cubicBezTo>
                    <a:pt x="244998" y="180953"/>
                    <a:pt x="271865" y="193297"/>
                    <a:pt x="290164" y="209708"/>
                  </a:cubicBezTo>
                  <a:cubicBezTo>
                    <a:pt x="308317" y="226119"/>
                    <a:pt x="317466" y="250517"/>
                    <a:pt x="317466" y="282902"/>
                  </a:cubicBezTo>
                  <a:cubicBezTo>
                    <a:pt x="317466" y="306284"/>
                    <a:pt x="311222" y="327197"/>
                    <a:pt x="298732" y="345495"/>
                  </a:cubicBezTo>
                  <a:cubicBezTo>
                    <a:pt x="286242" y="363794"/>
                    <a:pt x="268380" y="378026"/>
                    <a:pt x="245143" y="388482"/>
                  </a:cubicBezTo>
                  <a:cubicBezTo>
                    <a:pt x="221907" y="398939"/>
                    <a:pt x="194749" y="404167"/>
                    <a:pt x="163961" y="404167"/>
                  </a:cubicBezTo>
                  <a:cubicBezTo>
                    <a:pt x="111099" y="404167"/>
                    <a:pt x="70580" y="391677"/>
                    <a:pt x="42551" y="366698"/>
                  </a:cubicBezTo>
                  <a:close/>
                </a:path>
              </a:pathLst>
            </a:custGeom>
            <a:solidFill>
              <a:srgbClr val="2A3F4B"/>
            </a:solidFill>
            <a:ln w="14511" cap="flat">
              <a:noFill/>
              <a:prstDash val="solid"/>
              <a:miter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95" name="Freeform: Shape 194">
              <a:extLst>
                <a:ext uri="{FF2B5EF4-FFF2-40B4-BE49-F238E27FC236}">
                  <a16:creationId xmlns:a16="http://schemas.microsoft.com/office/drawing/2014/main" id="{31114202-1562-F7E4-3BD7-078C706910CE}"/>
                </a:ext>
              </a:extLst>
            </p:cNvPr>
            <p:cNvSpPr/>
            <p:nvPr/>
          </p:nvSpPr>
          <p:spPr>
            <a:xfrm>
              <a:off x="5425342" y="3227134"/>
              <a:ext cx="331553" cy="390806"/>
            </a:xfrm>
            <a:custGeom>
              <a:avLst/>
              <a:gdLst>
                <a:gd name="csX0" fmla="*/ 126783 w 331553"/>
                <a:gd name="csY0" fmla="*/ 70871 h 390806"/>
                <a:gd name="csX1" fmla="*/ 0 w 331553"/>
                <a:gd name="csY1" fmla="*/ 70871 h 390806"/>
                <a:gd name="csX2" fmla="*/ 0 w 331553"/>
                <a:gd name="csY2" fmla="*/ 0 h 390806"/>
                <a:gd name="csX3" fmla="*/ 331553 w 331553"/>
                <a:gd name="csY3" fmla="*/ 0 h 390806"/>
                <a:gd name="csX4" fmla="*/ 331553 w 331553"/>
                <a:gd name="csY4" fmla="*/ 70871 h 390806"/>
                <a:gd name="csX5" fmla="*/ 204770 w 331553"/>
                <a:gd name="csY5" fmla="*/ 70871 h 390806"/>
                <a:gd name="csX6" fmla="*/ 204770 w 331553"/>
                <a:gd name="csY6" fmla="*/ 390806 h 390806"/>
                <a:gd name="csX7" fmla="*/ 126638 w 331553"/>
                <a:gd name="csY7" fmla="*/ 390806 h 390806"/>
                <a:gd name="csX8" fmla="*/ 126638 w 331553"/>
                <a:gd name="csY8" fmla="*/ 70871 h 39080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331553" h="390806">
                  <a:moveTo>
                    <a:pt x="126783" y="70871"/>
                  </a:moveTo>
                  <a:lnTo>
                    <a:pt x="0" y="70871"/>
                  </a:lnTo>
                  <a:lnTo>
                    <a:pt x="0" y="0"/>
                  </a:lnTo>
                  <a:lnTo>
                    <a:pt x="331553" y="0"/>
                  </a:lnTo>
                  <a:lnTo>
                    <a:pt x="331553" y="70871"/>
                  </a:lnTo>
                  <a:lnTo>
                    <a:pt x="204770" y="70871"/>
                  </a:lnTo>
                  <a:lnTo>
                    <a:pt x="204770" y="390806"/>
                  </a:lnTo>
                  <a:lnTo>
                    <a:pt x="126638" y="390806"/>
                  </a:lnTo>
                  <a:lnTo>
                    <a:pt x="126638" y="70871"/>
                  </a:lnTo>
                  <a:close/>
                </a:path>
              </a:pathLst>
            </a:custGeom>
            <a:solidFill>
              <a:srgbClr val="2A3F4B"/>
            </a:solidFill>
            <a:ln w="14511" cap="flat">
              <a:noFill/>
              <a:prstDash val="solid"/>
              <a:miter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96" name="Freeform: Shape 195">
              <a:extLst>
                <a:ext uri="{FF2B5EF4-FFF2-40B4-BE49-F238E27FC236}">
                  <a16:creationId xmlns:a16="http://schemas.microsoft.com/office/drawing/2014/main" id="{00EC1669-D007-C38E-26A4-FD6E272E4308}"/>
                </a:ext>
              </a:extLst>
            </p:cNvPr>
            <p:cNvSpPr/>
            <p:nvPr/>
          </p:nvSpPr>
          <p:spPr>
            <a:xfrm>
              <a:off x="5799011" y="3227280"/>
              <a:ext cx="247321" cy="390660"/>
            </a:xfrm>
            <a:custGeom>
              <a:avLst/>
              <a:gdLst>
                <a:gd name="csX0" fmla="*/ 0 w 247321"/>
                <a:gd name="csY0" fmla="*/ 319790 h 390660"/>
                <a:gd name="csX1" fmla="*/ 85394 w 247321"/>
                <a:gd name="csY1" fmla="*/ 319790 h 390660"/>
                <a:gd name="csX2" fmla="*/ 85394 w 247321"/>
                <a:gd name="csY2" fmla="*/ 70871 h 390660"/>
                <a:gd name="csX3" fmla="*/ 0 w 247321"/>
                <a:gd name="csY3" fmla="*/ 70871 h 390660"/>
                <a:gd name="csX4" fmla="*/ 0 w 247321"/>
                <a:gd name="csY4" fmla="*/ 0 h 390660"/>
                <a:gd name="csX5" fmla="*/ 247322 w 247321"/>
                <a:gd name="csY5" fmla="*/ 0 h 390660"/>
                <a:gd name="csX6" fmla="*/ 247322 w 247321"/>
                <a:gd name="csY6" fmla="*/ 70871 h 390660"/>
                <a:gd name="csX7" fmla="*/ 162509 w 247321"/>
                <a:gd name="csY7" fmla="*/ 70871 h 390660"/>
                <a:gd name="csX8" fmla="*/ 162509 w 247321"/>
                <a:gd name="csY8" fmla="*/ 319790 h 390660"/>
                <a:gd name="csX9" fmla="*/ 247322 w 247321"/>
                <a:gd name="csY9" fmla="*/ 319790 h 390660"/>
                <a:gd name="csX10" fmla="*/ 247322 w 247321"/>
                <a:gd name="csY10" fmla="*/ 390661 h 390660"/>
                <a:gd name="csX11" fmla="*/ 0 w 247321"/>
                <a:gd name="csY11" fmla="*/ 390661 h 390660"/>
                <a:gd name="csX12" fmla="*/ 0 w 247321"/>
                <a:gd name="csY12" fmla="*/ 319790 h 3906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247321" h="390660">
                  <a:moveTo>
                    <a:pt x="0" y="319790"/>
                  </a:moveTo>
                  <a:lnTo>
                    <a:pt x="85394" y="319790"/>
                  </a:lnTo>
                  <a:lnTo>
                    <a:pt x="85394" y="70871"/>
                  </a:lnTo>
                  <a:lnTo>
                    <a:pt x="0" y="70871"/>
                  </a:lnTo>
                  <a:lnTo>
                    <a:pt x="0" y="0"/>
                  </a:lnTo>
                  <a:lnTo>
                    <a:pt x="247322" y="0"/>
                  </a:lnTo>
                  <a:lnTo>
                    <a:pt x="247322" y="70871"/>
                  </a:lnTo>
                  <a:lnTo>
                    <a:pt x="162509" y="70871"/>
                  </a:lnTo>
                  <a:lnTo>
                    <a:pt x="162509" y="319790"/>
                  </a:lnTo>
                  <a:lnTo>
                    <a:pt x="247322" y="319790"/>
                  </a:lnTo>
                  <a:lnTo>
                    <a:pt x="247322" y="390661"/>
                  </a:lnTo>
                  <a:lnTo>
                    <a:pt x="0" y="390661"/>
                  </a:lnTo>
                  <a:lnTo>
                    <a:pt x="0" y="319790"/>
                  </a:lnTo>
                  <a:close/>
                </a:path>
              </a:pathLst>
            </a:custGeom>
            <a:solidFill>
              <a:srgbClr val="2A3F4B"/>
            </a:solidFill>
            <a:ln w="14511" cap="flat">
              <a:noFill/>
              <a:prstDash val="solid"/>
              <a:miter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97" name="Freeform: Shape 196">
              <a:extLst>
                <a:ext uri="{FF2B5EF4-FFF2-40B4-BE49-F238E27FC236}">
                  <a16:creationId xmlns:a16="http://schemas.microsoft.com/office/drawing/2014/main" id="{FBEC5A63-B066-1701-3621-BA7545BA616D}"/>
                </a:ext>
              </a:extLst>
            </p:cNvPr>
            <p:cNvSpPr/>
            <p:nvPr/>
          </p:nvSpPr>
          <p:spPr>
            <a:xfrm>
              <a:off x="6088013" y="3227134"/>
              <a:ext cx="331553" cy="390806"/>
            </a:xfrm>
            <a:custGeom>
              <a:avLst/>
              <a:gdLst>
                <a:gd name="csX0" fmla="*/ 126783 w 331553"/>
                <a:gd name="csY0" fmla="*/ 70871 h 390806"/>
                <a:gd name="csX1" fmla="*/ 0 w 331553"/>
                <a:gd name="csY1" fmla="*/ 70871 h 390806"/>
                <a:gd name="csX2" fmla="*/ 0 w 331553"/>
                <a:gd name="csY2" fmla="*/ 0 h 390806"/>
                <a:gd name="csX3" fmla="*/ 331553 w 331553"/>
                <a:gd name="csY3" fmla="*/ 0 h 390806"/>
                <a:gd name="csX4" fmla="*/ 331553 w 331553"/>
                <a:gd name="csY4" fmla="*/ 70871 h 390806"/>
                <a:gd name="csX5" fmla="*/ 204770 w 331553"/>
                <a:gd name="csY5" fmla="*/ 70871 h 390806"/>
                <a:gd name="csX6" fmla="*/ 204770 w 331553"/>
                <a:gd name="csY6" fmla="*/ 390806 h 390806"/>
                <a:gd name="csX7" fmla="*/ 126638 w 331553"/>
                <a:gd name="csY7" fmla="*/ 390806 h 390806"/>
                <a:gd name="csX8" fmla="*/ 126638 w 331553"/>
                <a:gd name="csY8" fmla="*/ 70871 h 39080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331553" h="390806">
                  <a:moveTo>
                    <a:pt x="126783" y="70871"/>
                  </a:moveTo>
                  <a:lnTo>
                    <a:pt x="0" y="70871"/>
                  </a:lnTo>
                  <a:lnTo>
                    <a:pt x="0" y="0"/>
                  </a:lnTo>
                  <a:lnTo>
                    <a:pt x="331553" y="0"/>
                  </a:lnTo>
                  <a:lnTo>
                    <a:pt x="331553" y="70871"/>
                  </a:lnTo>
                  <a:lnTo>
                    <a:pt x="204770" y="70871"/>
                  </a:lnTo>
                  <a:lnTo>
                    <a:pt x="204770" y="390806"/>
                  </a:lnTo>
                  <a:lnTo>
                    <a:pt x="126638" y="390806"/>
                  </a:lnTo>
                  <a:lnTo>
                    <a:pt x="126638" y="70871"/>
                  </a:lnTo>
                  <a:close/>
                </a:path>
              </a:pathLst>
            </a:custGeom>
            <a:solidFill>
              <a:srgbClr val="2A3F4B"/>
            </a:solidFill>
            <a:ln w="14511" cap="flat">
              <a:noFill/>
              <a:prstDash val="solid"/>
              <a:miter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98" name="Freeform: Shape 197">
              <a:extLst>
                <a:ext uri="{FF2B5EF4-FFF2-40B4-BE49-F238E27FC236}">
                  <a16:creationId xmlns:a16="http://schemas.microsoft.com/office/drawing/2014/main" id="{8786FE05-3B4A-1015-360A-0F180E8766A1}"/>
                </a:ext>
              </a:extLst>
            </p:cNvPr>
            <p:cNvSpPr/>
            <p:nvPr/>
          </p:nvSpPr>
          <p:spPr>
            <a:xfrm>
              <a:off x="6474317" y="3227134"/>
              <a:ext cx="338960" cy="397341"/>
            </a:xfrm>
            <a:custGeom>
              <a:avLst/>
              <a:gdLst>
                <a:gd name="csX0" fmla="*/ 43859 w 338960"/>
                <a:gd name="csY0" fmla="*/ 357259 h 397341"/>
                <a:gd name="csX1" fmla="*/ 0 w 338960"/>
                <a:gd name="csY1" fmla="*/ 241658 h 397341"/>
                <a:gd name="csX2" fmla="*/ 0 w 338960"/>
                <a:gd name="csY2" fmla="*/ 0 h 397341"/>
                <a:gd name="csX3" fmla="*/ 78132 w 338960"/>
                <a:gd name="csY3" fmla="*/ 0 h 397341"/>
                <a:gd name="csX4" fmla="*/ 78132 w 338960"/>
                <a:gd name="csY4" fmla="*/ 241222 h 397341"/>
                <a:gd name="csX5" fmla="*/ 100788 w 338960"/>
                <a:gd name="csY5" fmla="*/ 303234 h 397341"/>
                <a:gd name="csX6" fmla="*/ 169190 w 338960"/>
                <a:gd name="csY6" fmla="*/ 325599 h 397341"/>
                <a:gd name="csX7" fmla="*/ 237882 w 338960"/>
                <a:gd name="csY7" fmla="*/ 303234 h 397341"/>
                <a:gd name="csX8" fmla="*/ 260828 w 338960"/>
                <a:gd name="csY8" fmla="*/ 241222 h 397341"/>
                <a:gd name="csX9" fmla="*/ 260828 w 338960"/>
                <a:gd name="csY9" fmla="*/ 0 h 397341"/>
                <a:gd name="csX10" fmla="*/ 338960 w 338960"/>
                <a:gd name="csY10" fmla="*/ 0 h 397341"/>
                <a:gd name="csX11" fmla="*/ 338960 w 338960"/>
                <a:gd name="csY11" fmla="*/ 241658 h 397341"/>
                <a:gd name="csX12" fmla="*/ 296264 w 338960"/>
                <a:gd name="csY12" fmla="*/ 356097 h 397341"/>
                <a:gd name="csX13" fmla="*/ 169335 w 338960"/>
                <a:gd name="csY13" fmla="*/ 397341 h 397341"/>
                <a:gd name="csX14" fmla="*/ 44004 w 338960"/>
                <a:gd name="csY14" fmla="*/ 357113 h 39734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338960" h="397341">
                  <a:moveTo>
                    <a:pt x="43859" y="357259"/>
                  </a:moveTo>
                  <a:cubicBezTo>
                    <a:pt x="14668" y="330392"/>
                    <a:pt x="0" y="291906"/>
                    <a:pt x="0" y="241658"/>
                  </a:cubicBezTo>
                  <a:lnTo>
                    <a:pt x="0" y="0"/>
                  </a:lnTo>
                  <a:lnTo>
                    <a:pt x="78132" y="0"/>
                  </a:lnTo>
                  <a:lnTo>
                    <a:pt x="78132" y="241222"/>
                  </a:lnTo>
                  <a:cubicBezTo>
                    <a:pt x="78132" y="267653"/>
                    <a:pt x="85684" y="288276"/>
                    <a:pt x="100788" y="303234"/>
                  </a:cubicBezTo>
                  <a:cubicBezTo>
                    <a:pt x="115891" y="318192"/>
                    <a:pt x="138692" y="325599"/>
                    <a:pt x="169190" y="325599"/>
                  </a:cubicBezTo>
                  <a:cubicBezTo>
                    <a:pt x="199687" y="325599"/>
                    <a:pt x="222633" y="318192"/>
                    <a:pt x="237882" y="303234"/>
                  </a:cubicBezTo>
                  <a:cubicBezTo>
                    <a:pt x="253131" y="288421"/>
                    <a:pt x="260828" y="267653"/>
                    <a:pt x="260828" y="241222"/>
                  </a:cubicBezTo>
                  <a:lnTo>
                    <a:pt x="260828" y="0"/>
                  </a:lnTo>
                  <a:lnTo>
                    <a:pt x="338960" y="0"/>
                  </a:lnTo>
                  <a:lnTo>
                    <a:pt x="338960" y="241658"/>
                  </a:lnTo>
                  <a:cubicBezTo>
                    <a:pt x="338960" y="290454"/>
                    <a:pt x="324728" y="328504"/>
                    <a:pt x="296264" y="356097"/>
                  </a:cubicBezTo>
                  <a:cubicBezTo>
                    <a:pt x="267799" y="383690"/>
                    <a:pt x="225393" y="397341"/>
                    <a:pt x="169335" y="397341"/>
                  </a:cubicBezTo>
                  <a:cubicBezTo>
                    <a:pt x="113277" y="397341"/>
                    <a:pt x="73195" y="383980"/>
                    <a:pt x="44004" y="357113"/>
                  </a:cubicBezTo>
                  <a:close/>
                </a:path>
              </a:pathLst>
            </a:custGeom>
            <a:solidFill>
              <a:srgbClr val="2A3F4B"/>
            </a:solidFill>
            <a:ln w="14511" cap="flat">
              <a:noFill/>
              <a:prstDash val="solid"/>
              <a:miter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99" name="Freeform: Shape 198">
              <a:extLst>
                <a:ext uri="{FF2B5EF4-FFF2-40B4-BE49-F238E27FC236}">
                  <a16:creationId xmlns:a16="http://schemas.microsoft.com/office/drawing/2014/main" id="{A5E954D3-E752-8454-5E36-D87D9E1A9D99}"/>
                </a:ext>
              </a:extLst>
            </p:cNvPr>
            <p:cNvSpPr/>
            <p:nvPr/>
          </p:nvSpPr>
          <p:spPr>
            <a:xfrm>
              <a:off x="6878048" y="3220309"/>
              <a:ext cx="371926" cy="404457"/>
            </a:xfrm>
            <a:custGeom>
              <a:avLst/>
              <a:gdLst>
                <a:gd name="csX0" fmla="*/ 89315 w 371926"/>
                <a:gd name="csY0" fmla="*/ 381947 h 404457"/>
                <a:gd name="csX1" fmla="*/ 23091 w 371926"/>
                <a:gd name="csY1" fmla="*/ 318047 h 404457"/>
                <a:gd name="csX2" fmla="*/ 0 w 371926"/>
                <a:gd name="csY2" fmla="*/ 220019 h 404457"/>
                <a:gd name="csX3" fmla="*/ 0 w 371926"/>
                <a:gd name="csY3" fmla="*/ 183712 h 404457"/>
                <a:gd name="csX4" fmla="*/ 23091 w 371926"/>
                <a:gd name="csY4" fmla="*/ 85974 h 404457"/>
                <a:gd name="csX5" fmla="*/ 89315 w 371926"/>
                <a:gd name="csY5" fmla="*/ 22365 h 404457"/>
                <a:gd name="csX6" fmla="*/ 190974 w 371926"/>
                <a:gd name="csY6" fmla="*/ 0 h 404457"/>
                <a:gd name="csX7" fmla="*/ 287259 w 371926"/>
                <a:gd name="csY7" fmla="*/ 19025 h 404457"/>
                <a:gd name="csX8" fmla="*/ 350142 w 371926"/>
                <a:gd name="csY8" fmla="*/ 73485 h 404457"/>
                <a:gd name="csX9" fmla="*/ 371926 w 371926"/>
                <a:gd name="csY9" fmla="*/ 157571 h 404457"/>
                <a:gd name="csX10" fmla="*/ 293794 w 371926"/>
                <a:gd name="csY10" fmla="*/ 157571 h 404457"/>
                <a:gd name="csX11" fmla="*/ 266782 w 371926"/>
                <a:gd name="csY11" fmla="*/ 94833 h 404457"/>
                <a:gd name="csX12" fmla="*/ 191119 w 371926"/>
                <a:gd name="csY12" fmla="*/ 72759 h 404457"/>
                <a:gd name="csX13" fmla="*/ 108775 w 371926"/>
                <a:gd name="csY13" fmla="*/ 100933 h 404457"/>
                <a:gd name="csX14" fmla="*/ 80020 w 371926"/>
                <a:gd name="csY14" fmla="*/ 180517 h 404457"/>
                <a:gd name="csX15" fmla="*/ 80020 w 371926"/>
                <a:gd name="csY15" fmla="*/ 221762 h 404457"/>
                <a:gd name="csX16" fmla="*/ 108775 w 371926"/>
                <a:gd name="csY16" fmla="*/ 302944 h 404457"/>
                <a:gd name="csX17" fmla="*/ 191119 w 371926"/>
                <a:gd name="csY17" fmla="*/ 331699 h 404457"/>
                <a:gd name="csX18" fmla="*/ 266782 w 371926"/>
                <a:gd name="csY18" fmla="*/ 309043 h 404457"/>
                <a:gd name="csX19" fmla="*/ 293794 w 371926"/>
                <a:gd name="csY19" fmla="*/ 246305 h 404457"/>
                <a:gd name="csX20" fmla="*/ 371926 w 371926"/>
                <a:gd name="csY20" fmla="*/ 246305 h 404457"/>
                <a:gd name="csX21" fmla="*/ 349852 w 371926"/>
                <a:gd name="csY21" fmla="*/ 329520 h 404457"/>
                <a:gd name="csX22" fmla="*/ 286823 w 371926"/>
                <a:gd name="csY22" fmla="*/ 384852 h 404457"/>
                <a:gd name="csX23" fmla="*/ 191119 w 371926"/>
                <a:gd name="csY23" fmla="*/ 404457 h 404457"/>
                <a:gd name="csX24" fmla="*/ 89460 w 371926"/>
                <a:gd name="csY24" fmla="*/ 382092 h 40445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</a:cxnLst>
              <a:rect l="l" t="t" r="r" b="b"/>
              <a:pathLst>
                <a:path w="371926" h="404457">
                  <a:moveTo>
                    <a:pt x="89315" y="381947"/>
                  </a:moveTo>
                  <a:cubicBezTo>
                    <a:pt x="60705" y="367134"/>
                    <a:pt x="38630" y="345786"/>
                    <a:pt x="23091" y="318047"/>
                  </a:cubicBezTo>
                  <a:cubicBezTo>
                    <a:pt x="7697" y="290309"/>
                    <a:pt x="0" y="257633"/>
                    <a:pt x="0" y="220019"/>
                  </a:cubicBezTo>
                  <a:lnTo>
                    <a:pt x="0" y="183712"/>
                  </a:lnTo>
                  <a:cubicBezTo>
                    <a:pt x="0" y="146098"/>
                    <a:pt x="7697" y="113568"/>
                    <a:pt x="23091" y="85974"/>
                  </a:cubicBezTo>
                  <a:cubicBezTo>
                    <a:pt x="38485" y="58381"/>
                    <a:pt x="60559" y="37178"/>
                    <a:pt x="89315" y="22365"/>
                  </a:cubicBezTo>
                  <a:cubicBezTo>
                    <a:pt x="117924" y="7552"/>
                    <a:pt x="151907" y="0"/>
                    <a:pt x="190974" y="0"/>
                  </a:cubicBezTo>
                  <a:cubicBezTo>
                    <a:pt x="227861" y="0"/>
                    <a:pt x="259956" y="6390"/>
                    <a:pt x="287259" y="19025"/>
                  </a:cubicBezTo>
                  <a:cubicBezTo>
                    <a:pt x="314562" y="31659"/>
                    <a:pt x="335620" y="49813"/>
                    <a:pt x="350142" y="73485"/>
                  </a:cubicBezTo>
                  <a:cubicBezTo>
                    <a:pt x="364665" y="97157"/>
                    <a:pt x="371926" y="125186"/>
                    <a:pt x="371926" y="157571"/>
                  </a:cubicBezTo>
                  <a:lnTo>
                    <a:pt x="293794" y="157571"/>
                  </a:lnTo>
                  <a:cubicBezTo>
                    <a:pt x="293794" y="130414"/>
                    <a:pt x="284790" y="109501"/>
                    <a:pt x="266782" y="94833"/>
                  </a:cubicBezTo>
                  <a:cubicBezTo>
                    <a:pt x="248774" y="80165"/>
                    <a:pt x="223504" y="72759"/>
                    <a:pt x="191119" y="72759"/>
                  </a:cubicBezTo>
                  <a:cubicBezTo>
                    <a:pt x="155393" y="72759"/>
                    <a:pt x="127945" y="82199"/>
                    <a:pt x="108775" y="100933"/>
                  </a:cubicBezTo>
                  <a:cubicBezTo>
                    <a:pt x="89605" y="119667"/>
                    <a:pt x="80020" y="146244"/>
                    <a:pt x="80020" y="180517"/>
                  </a:cubicBezTo>
                  <a:lnTo>
                    <a:pt x="80020" y="221762"/>
                  </a:lnTo>
                  <a:cubicBezTo>
                    <a:pt x="80020" y="256761"/>
                    <a:pt x="89605" y="283774"/>
                    <a:pt x="108775" y="302944"/>
                  </a:cubicBezTo>
                  <a:cubicBezTo>
                    <a:pt x="127945" y="322114"/>
                    <a:pt x="155393" y="331699"/>
                    <a:pt x="191119" y="331699"/>
                  </a:cubicBezTo>
                  <a:cubicBezTo>
                    <a:pt x="223504" y="331699"/>
                    <a:pt x="248629" y="324147"/>
                    <a:pt x="266782" y="309043"/>
                  </a:cubicBezTo>
                  <a:cubicBezTo>
                    <a:pt x="284790" y="293940"/>
                    <a:pt x="293794" y="273027"/>
                    <a:pt x="293794" y="246305"/>
                  </a:cubicBezTo>
                  <a:lnTo>
                    <a:pt x="371926" y="246305"/>
                  </a:lnTo>
                  <a:cubicBezTo>
                    <a:pt x="371926" y="277965"/>
                    <a:pt x="364520" y="305703"/>
                    <a:pt x="349852" y="329520"/>
                  </a:cubicBezTo>
                  <a:cubicBezTo>
                    <a:pt x="335184" y="353337"/>
                    <a:pt x="314126" y="371781"/>
                    <a:pt x="286823" y="384852"/>
                  </a:cubicBezTo>
                  <a:cubicBezTo>
                    <a:pt x="259521" y="397922"/>
                    <a:pt x="227571" y="404457"/>
                    <a:pt x="191119" y="404457"/>
                  </a:cubicBezTo>
                  <a:cubicBezTo>
                    <a:pt x="152053" y="404457"/>
                    <a:pt x="118215" y="397051"/>
                    <a:pt x="89460" y="382092"/>
                  </a:cubicBezTo>
                  <a:close/>
                </a:path>
              </a:pathLst>
            </a:custGeom>
            <a:solidFill>
              <a:srgbClr val="2A3F4B"/>
            </a:solidFill>
            <a:ln w="14511" cap="flat">
              <a:noFill/>
              <a:prstDash val="solid"/>
              <a:miter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00" name="Freeform: Shape 199">
              <a:extLst>
                <a:ext uri="{FF2B5EF4-FFF2-40B4-BE49-F238E27FC236}">
                  <a16:creationId xmlns:a16="http://schemas.microsoft.com/office/drawing/2014/main" id="{ECABC952-9C10-996C-29A8-6E0226418840}"/>
                </a:ext>
              </a:extLst>
            </p:cNvPr>
            <p:cNvSpPr/>
            <p:nvPr/>
          </p:nvSpPr>
          <p:spPr>
            <a:xfrm>
              <a:off x="7291074" y="3227280"/>
              <a:ext cx="247321" cy="390660"/>
            </a:xfrm>
            <a:custGeom>
              <a:avLst/>
              <a:gdLst>
                <a:gd name="csX0" fmla="*/ 0 w 247321"/>
                <a:gd name="csY0" fmla="*/ 319790 h 390660"/>
                <a:gd name="csX1" fmla="*/ 85394 w 247321"/>
                <a:gd name="csY1" fmla="*/ 319790 h 390660"/>
                <a:gd name="csX2" fmla="*/ 85394 w 247321"/>
                <a:gd name="csY2" fmla="*/ 70871 h 390660"/>
                <a:gd name="csX3" fmla="*/ 0 w 247321"/>
                <a:gd name="csY3" fmla="*/ 70871 h 390660"/>
                <a:gd name="csX4" fmla="*/ 0 w 247321"/>
                <a:gd name="csY4" fmla="*/ 0 h 390660"/>
                <a:gd name="csX5" fmla="*/ 247322 w 247321"/>
                <a:gd name="csY5" fmla="*/ 0 h 390660"/>
                <a:gd name="csX6" fmla="*/ 247322 w 247321"/>
                <a:gd name="csY6" fmla="*/ 70871 h 390660"/>
                <a:gd name="csX7" fmla="*/ 162509 w 247321"/>
                <a:gd name="csY7" fmla="*/ 70871 h 390660"/>
                <a:gd name="csX8" fmla="*/ 162509 w 247321"/>
                <a:gd name="csY8" fmla="*/ 319790 h 390660"/>
                <a:gd name="csX9" fmla="*/ 247322 w 247321"/>
                <a:gd name="csY9" fmla="*/ 319790 h 390660"/>
                <a:gd name="csX10" fmla="*/ 247322 w 247321"/>
                <a:gd name="csY10" fmla="*/ 390661 h 390660"/>
                <a:gd name="csX11" fmla="*/ 0 w 247321"/>
                <a:gd name="csY11" fmla="*/ 390661 h 390660"/>
                <a:gd name="csX12" fmla="*/ 0 w 247321"/>
                <a:gd name="csY12" fmla="*/ 319790 h 3906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247321" h="390660">
                  <a:moveTo>
                    <a:pt x="0" y="319790"/>
                  </a:moveTo>
                  <a:lnTo>
                    <a:pt x="85394" y="319790"/>
                  </a:lnTo>
                  <a:lnTo>
                    <a:pt x="85394" y="70871"/>
                  </a:lnTo>
                  <a:lnTo>
                    <a:pt x="0" y="70871"/>
                  </a:lnTo>
                  <a:lnTo>
                    <a:pt x="0" y="0"/>
                  </a:lnTo>
                  <a:lnTo>
                    <a:pt x="247322" y="0"/>
                  </a:lnTo>
                  <a:lnTo>
                    <a:pt x="247322" y="70871"/>
                  </a:lnTo>
                  <a:lnTo>
                    <a:pt x="162509" y="70871"/>
                  </a:lnTo>
                  <a:lnTo>
                    <a:pt x="162509" y="319790"/>
                  </a:lnTo>
                  <a:lnTo>
                    <a:pt x="247322" y="319790"/>
                  </a:lnTo>
                  <a:lnTo>
                    <a:pt x="247322" y="390661"/>
                  </a:lnTo>
                  <a:lnTo>
                    <a:pt x="0" y="390661"/>
                  </a:lnTo>
                  <a:lnTo>
                    <a:pt x="0" y="319790"/>
                  </a:lnTo>
                  <a:close/>
                </a:path>
              </a:pathLst>
            </a:custGeom>
            <a:solidFill>
              <a:srgbClr val="2A3F4B"/>
            </a:solidFill>
            <a:ln w="14511" cap="flat">
              <a:noFill/>
              <a:prstDash val="solid"/>
              <a:miter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01" name="Freeform: Shape 200">
              <a:extLst>
                <a:ext uri="{FF2B5EF4-FFF2-40B4-BE49-F238E27FC236}">
                  <a16:creationId xmlns:a16="http://schemas.microsoft.com/office/drawing/2014/main" id="{2631A1C6-057C-161D-209B-22967ADCACE8}"/>
                </a:ext>
              </a:extLst>
            </p:cNvPr>
            <p:cNvSpPr/>
            <p:nvPr/>
          </p:nvSpPr>
          <p:spPr>
            <a:xfrm>
              <a:off x="7578478" y="3220454"/>
              <a:ext cx="377590" cy="404166"/>
            </a:xfrm>
            <a:custGeom>
              <a:avLst/>
              <a:gdLst>
                <a:gd name="csX0" fmla="*/ 88298 w 377590"/>
                <a:gd name="csY0" fmla="*/ 382092 h 404166"/>
                <a:gd name="csX1" fmla="*/ 22946 w 377590"/>
                <a:gd name="csY1" fmla="*/ 319064 h 404166"/>
                <a:gd name="csX2" fmla="*/ 0 w 377590"/>
                <a:gd name="csY2" fmla="*/ 222778 h 404166"/>
                <a:gd name="csX3" fmla="*/ 0 w 377590"/>
                <a:gd name="csY3" fmla="*/ 181970 h 404166"/>
                <a:gd name="csX4" fmla="*/ 22946 w 377590"/>
                <a:gd name="csY4" fmla="*/ 85394 h 404166"/>
                <a:gd name="csX5" fmla="*/ 88298 w 377590"/>
                <a:gd name="csY5" fmla="*/ 22075 h 404166"/>
                <a:gd name="csX6" fmla="*/ 188795 w 377590"/>
                <a:gd name="csY6" fmla="*/ 0 h 404166"/>
                <a:gd name="csX7" fmla="*/ 289293 w 377590"/>
                <a:gd name="csY7" fmla="*/ 22075 h 404166"/>
                <a:gd name="csX8" fmla="*/ 354645 w 377590"/>
                <a:gd name="csY8" fmla="*/ 85103 h 404166"/>
                <a:gd name="csX9" fmla="*/ 377590 w 377590"/>
                <a:gd name="csY9" fmla="*/ 181389 h 404166"/>
                <a:gd name="csX10" fmla="*/ 377590 w 377590"/>
                <a:gd name="csY10" fmla="*/ 222197 h 404166"/>
                <a:gd name="csX11" fmla="*/ 354645 w 377590"/>
                <a:gd name="csY11" fmla="*/ 318773 h 404166"/>
                <a:gd name="csX12" fmla="*/ 289293 w 377590"/>
                <a:gd name="csY12" fmla="*/ 382092 h 404166"/>
                <a:gd name="csX13" fmla="*/ 188795 w 377590"/>
                <a:gd name="csY13" fmla="*/ 404167 h 404166"/>
                <a:gd name="csX14" fmla="*/ 88298 w 377590"/>
                <a:gd name="csY14" fmla="*/ 382092 h 404166"/>
                <a:gd name="csX15" fmla="*/ 108194 w 377590"/>
                <a:gd name="csY15" fmla="*/ 302798 h 404166"/>
                <a:gd name="csX16" fmla="*/ 188795 w 377590"/>
                <a:gd name="csY16" fmla="*/ 331553 h 404166"/>
                <a:gd name="csX17" fmla="*/ 269397 w 377590"/>
                <a:gd name="csY17" fmla="*/ 302798 h 404166"/>
                <a:gd name="csX18" fmla="*/ 297571 w 377590"/>
                <a:gd name="csY18" fmla="*/ 221036 h 404166"/>
                <a:gd name="csX19" fmla="*/ 297571 w 377590"/>
                <a:gd name="csY19" fmla="*/ 183131 h 404166"/>
                <a:gd name="csX20" fmla="*/ 269397 w 377590"/>
                <a:gd name="csY20" fmla="*/ 101659 h 404166"/>
                <a:gd name="csX21" fmla="*/ 188795 w 377590"/>
                <a:gd name="csY21" fmla="*/ 72614 h 404166"/>
                <a:gd name="csX22" fmla="*/ 107904 w 377590"/>
                <a:gd name="csY22" fmla="*/ 101078 h 404166"/>
                <a:gd name="csX23" fmla="*/ 80020 w 377590"/>
                <a:gd name="csY23" fmla="*/ 183131 h 404166"/>
                <a:gd name="csX24" fmla="*/ 80020 w 377590"/>
                <a:gd name="csY24" fmla="*/ 221617 h 404166"/>
                <a:gd name="csX25" fmla="*/ 108194 w 377590"/>
                <a:gd name="csY25" fmla="*/ 302798 h 40416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</a:cxnLst>
              <a:rect l="l" t="t" r="r" b="b"/>
              <a:pathLst>
                <a:path w="377590" h="404166">
                  <a:moveTo>
                    <a:pt x="88298" y="382092"/>
                  </a:moveTo>
                  <a:cubicBezTo>
                    <a:pt x="59979" y="367424"/>
                    <a:pt x="38195" y="346367"/>
                    <a:pt x="22946" y="319064"/>
                  </a:cubicBezTo>
                  <a:cubicBezTo>
                    <a:pt x="7697" y="291761"/>
                    <a:pt x="0" y="259666"/>
                    <a:pt x="0" y="222778"/>
                  </a:cubicBezTo>
                  <a:lnTo>
                    <a:pt x="0" y="181970"/>
                  </a:lnTo>
                  <a:cubicBezTo>
                    <a:pt x="0" y="145082"/>
                    <a:pt x="7552" y="112987"/>
                    <a:pt x="22946" y="85394"/>
                  </a:cubicBezTo>
                  <a:cubicBezTo>
                    <a:pt x="38195" y="57800"/>
                    <a:pt x="59979" y="36742"/>
                    <a:pt x="88298" y="22075"/>
                  </a:cubicBezTo>
                  <a:cubicBezTo>
                    <a:pt x="116617" y="7407"/>
                    <a:pt x="150020" y="0"/>
                    <a:pt x="188795" y="0"/>
                  </a:cubicBezTo>
                  <a:cubicBezTo>
                    <a:pt x="227571" y="0"/>
                    <a:pt x="260973" y="7407"/>
                    <a:pt x="289293" y="22075"/>
                  </a:cubicBezTo>
                  <a:cubicBezTo>
                    <a:pt x="317612" y="36742"/>
                    <a:pt x="339396" y="57800"/>
                    <a:pt x="354645" y="85103"/>
                  </a:cubicBezTo>
                  <a:cubicBezTo>
                    <a:pt x="369893" y="112406"/>
                    <a:pt x="377590" y="144501"/>
                    <a:pt x="377590" y="181389"/>
                  </a:cubicBezTo>
                  <a:lnTo>
                    <a:pt x="377590" y="222197"/>
                  </a:lnTo>
                  <a:cubicBezTo>
                    <a:pt x="377590" y="259085"/>
                    <a:pt x="369893" y="291180"/>
                    <a:pt x="354645" y="318773"/>
                  </a:cubicBezTo>
                  <a:cubicBezTo>
                    <a:pt x="339396" y="346367"/>
                    <a:pt x="317612" y="367424"/>
                    <a:pt x="289293" y="382092"/>
                  </a:cubicBezTo>
                  <a:cubicBezTo>
                    <a:pt x="260973" y="396760"/>
                    <a:pt x="227571" y="404167"/>
                    <a:pt x="188795" y="404167"/>
                  </a:cubicBezTo>
                  <a:cubicBezTo>
                    <a:pt x="150020" y="404167"/>
                    <a:pt x="116617" y="396760"/>
                    <a:pt x="88298" y="382092"/>
                  </a:cubicBezTo>
                  <a:close/>
                  <a:moveTo>
                    <a:pt x="108194" y="302798"/>
                  </a:moveTo>
                  <a:cubicBezTo>
                    <a:pt x="126929" y="321968"/>
                    <a:pt x="153941" y="331553"/>
                    <a:pt x="188795" y="331553"/>
                  </a:cubicBezTo>
                  <a:cubicBezTo>
                    <a:pt x="223650" y="331553"/>
                    <a:pt x="250662" y="321968"/>
                    <a:pt x="269397" y="302798"/>
                  </a:cubicBezTo>
                  <a:cubicBezTo>
                    <a:pt x="288131" y="283628"/>
                    <a:pt x="297571" y="256326"/>
                    <a:pt x="297571" y="221036"/>
                  </a:cubicBezTo>
                  <a:lnTo>
                    <a:pt x="297571" y="183131"/>
                  </a:lnTo>
                  <a:cubicBezTo>
                    <a:pt x="297571" y="148132"/>
                    <a:pt x="288131" y="120974"/>
                    <a:pt x="269397" y="101659"/>
                  </a:cubicBezTo>
                  <a:cubicBezTo>
                    <a:pt x="250662" y="82344"/>
                    <a:pt x="223650" y="72614"/>
                    <a:pt x="188795" y="72614"/>
                  </a:cubicBezTo>
                  <a:cubicBezTo>
                    <a:pt x="153941" y="72614"/>
                    <a:pt x="126493" y="82053"/>
                    <a:pt x="107904" y="101078"/>
                  </a:cubicBezTo>
                  <a:cubicBezTo>
                    <a:pt x="89315" y="120103"/>
                    <a:pt x="80020" y="147405"/>
                    <a:pt x="80020" y="183131"/>
                  </a:cubicBezTo>
                  <a:lnTo>
                    <a:pt x="80020" y="221617"/>
                  </a:lnTo>
                  <a:cubicBezTo>
                    <a:pt x="80020" y="256616"/>
                    <a:pt x="89460" y="283628"/>
                    <a:pt x="108194" y="302798"/>
                  </a:cubicBezTo>
                  <a:close/>
                </a:path>
              </a:pathLst>
            </a:custGeom>
            <a:solidFill>
              <a:srgbClr val="2A3F4B"/>
            </a:solidFill>
            <a:ln w="14511" cap="flat">
              <a:noFill/>
              <a:prstDash val="solid"/>
              <a:miter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02" name="Freeform: Shape 201">
              <a:extLst>
                <a:ext uri="{FF2B5EF4-FFF2-40B4-BE49-F238E27FC236}">
                  <a16:creationId xmlns:a16="http://schemas.microsoft.com/office/drawing/2014/main" id="{BB132D33-312C-DE42-60A2-CA00189C4828}"/>
                </a:ext>
              </a:extLst>
            </p:cNvPr>
            <p:cNvSpPr/>
            <p:nvPr/>
          </p:nvSpPr>
          <p:spPr>
            <a:xfrm>
              <a:off x="8022438" y="3227134"/>
              <a:ext cx="352175" cy="390806"/>
            </a:xfrm>
            <a:custGeom>
              <a:avLst/>
              <a:gdLst>
                <a:gd name="csX0" fmla="*/ 0 w 352175"/>
                <a:gd name="csY0" fmla="*/ 0 h 390806"/>
                <a:gd name="csX1" fmla="*/ 141742 w 352175"/>
                <a:gd name="csY1" fmla="*/ 0 h 390806"/>
                <a:gd name="csX2" fmla="*/ 260683 w 352175"/>
                <a:gd name="csY2" fmla="*/ 323275 h 390806"/>
                <a:gd name="csX3" fmla="*/ 275206 w 352175"/>
                <a:gd name="csY3" fmla="*/ 323275 h 390806"/>
                <a:gd name="csX4" fmla="*/ 275206 w 352175"/>
                <a:gd name="csY4" fmla="*/ 0 h 390806"/>
                <a:gd name="csX5" fmla="*/ 352176 w 352175"/>
                <a:gd name="csY5" fmla="*/ 0 h 390806"/>
                <a:gd name="csX6" fmla="*/ 352176 w 352175"/>
                <a:gd name="csY6" fmla="*/ 390806 h 390806"/>
                <a:gd name="csX7" fmla="*/ 210434 w 352175"/>
                <a:gd name="csY7" fmla="*/ 390806 h 390806"/>
                <a:gd name="csX8" fmla="*/ 91493 w 352175"/>
                <a:gd name="csY8" fmla="*/ 67531 h 390806"/>
                <a:gd name="csX9" fmla="*/ 76971 w 352175"/>
                <a:gd name="csY9" fmla="*/ 67531 h 390806"/>
                <a:gd name="csX10" fmla="*/ 76971 w 352175"/>
                <a:gd name="csY10" fmla="*/ 390806 h 390806"/>
                <a:gd name="csX11" fmla="*/ 0 w 352175"/>
                <a:gd name="csY11" fmla="*/ 390806 h 390806"/>
                <a:gd name="csX12" fmla="*/ 0 w 352175"/>
                <a:gd name="csY12" fmla="*/ 0 h 39080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352175" h="390806">
                  <a:moveTo>
                    <a:pt x="0" y="0"/>
                  </a:moveTo>
                  <a:lnTo>
                    <a:pt x="141742" y="0"/>
                  </a:lnTo>
                  <a:lnTo>
                    <a:pt x="260683" y="323275"/>
                  </a:lnTo>
                  <a:lnTo>
                    <a:pt x="275206" y="323275"/>
                  </a:lnTo>
                  <a:lnTo>
                    <a:pt x="275206" y="0"/>
                  </a:lnTo>
                  <a:lnTo>
                    <a:pt x="352176" y="0"/>
                  </a:lnTo>
                  <a:lnTo>
                    <a:pt x="352176" y="390806"/>
                  </a:lnTo>
                  <a:lnTo>
                    <a:pt x="210434" y="390806"/>
                  </a:lnTo>
                  <a:lnTo>
                    <a:pt x="91493" y="67531"/>
                  </a:lnTo>
                  <a:lnTo>
                    <a:pt x="76971" y="67531"/>
                  </a:lnTo>
                  <a:lnTo>
                    <a:pt x="76971" y="390806"/>
                  </a:lnTo>
                  <a:lnTo>
                    <a:pt x="0" y="39080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A3F4B"/>
            </a:solidFill>
            <a:ln w="14511" cap="flat">
              <a:noFill/>
              <a:prstDash val="solid"/>
              <a:miter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03" name="Freeform: Shape 202">
              <a:extLst>
                <a:ext uri="{FF2B5EF4-FFF2-40B4-BE49-F238E27FC236}">
                  <a16:creationId xmlns:a16="http://schemas.microsoft.com/office/drawing/2014/main" id="{666F62D9-6E03-C417-E486-0C59E8CCA5F1}"/>
                </a:ext>
              </a:extLst>
            </p:cNvPr>
            <p:cNvSpPr/>
            <p:nvPr/>
          </p:nvSpPr>
          <p:spPr>
            <a:xfrm>
              <a:off x="8420505" y="3227134"/>
              <a:ext cx="396905" cy="390806"/>
            </a:xfrm>
            <a:custGeom>
              <a:avLst/>
              <a:gdLst>
                <a:gd name="csX0" fmla="*/ 134480 w 396905"/>
                <a:gd name="csY0" fmla="*/ 0 h 390806"/>
                <a:gd name="csX1" fmla="*/ 262861 w 396905"/>
                <a:gd name="csY1" fmla="*/ 0 h 390806"/>
                <a:gd name="csX2" fmla="*/ 396906 w 396905"/>
                <a:gd name="csY2" fmla="*/ 390806 h 390806"/>
                <a:gd name="csX3" fmla="*/ 313691 w 396905"/>
                <a:gd name="csY3" fmla="*/ 390806 h 390806"/>
                <a:gd name="csX4" fmla="*/ 290309 w 396905"/>
                <a:gd name="csY4" fmla="*/ 319935 h 390806"/>
                <a:gd name="csX5" fmla="*/ 106016 w 396905"/>
                <a:gd name="csY5" fmla="*/ 319935 h 390806"/>
                <a:gd name="csX6" fmla="*/ 82634 w 396905"/>
                <a:gd name="csY6" fmla="*/ 390806 h 390806"/>
                <a:gd name="csX7" fmla="*/ 0 w 396905"/>
                <a:gd name="csY7" fmla="*/ 390806 h 390806"/>
                <a:gd name="csX8" fmla="*/ 134480 w 396905"/>
                <a:gd name="csY8" fmla="*/ 0 h 390806"/>
                <a:gd name="csX9" fmla="*/ 270122 w 396905"/>
                <a:gd name="csY9" fmla="*/ 255164 h 390806"/>
                <a:gd name="csX10" fmla="*/ 204770 w 396905"/>
                <a:gd name="csY10" fmla="*/ 58091 h 390806"/>
                <a:gd name="csX11" fmla="*/ 190248 w 396905"/>
                <a:gd name="csY11" fmla="*/ 58091 h 390806"/>
                <a:gd name="csX12" fmla="*/ 126057 w 396905"/>
                <a:gd name="csY12" fmla="*/ 255164 h 390806"/>
                <a:gd name="csX13" fmla="*/ 270122 w 396905"/>
                <a:gd name="csY13" fmla="*/ 255164 h 39080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396905" h="390806">
                  <a:moveTo>
                    <a:pt x="134480" y="0"/>
                  </a:moveTo>
                  <a:lnTo>
                    <a:pt x="262861" y="0"/>
                  </a:lnTo>
                  <a:lnTo>
                    <a:pt x="396906" y="390806"/>
                  </a:lnTo>
                  <a:lnTo>
                    <a:pt x="313691" y="390806"/>
                  </a:lnTo>
                  <a:lnTo>
                    <a:pt x="290309" y="319935"/>
                  </a:lnTo>
                  <a:lnTo>
                    <a:pt x="106016" y="319935"/>
                  </a:lnTo>
                  <a:lnTo>
                    <a:pt x="82634" y="390806"/>
                  </a:lnTo>
                  <a:lnTo>
                    <a:pt x="0" y="390806"/>
                  </a:lnTo>
                  <a:lnTo>
                    <a:pt x="134480" y="0"/>
                  </a:lnTo>
                  <a:close/>
                  <a:moveTo>
                    <a:pt x="270122" y="255164"/>
                  </a:moveTo>
                  <a:lnTo>
                    <a:pt x="204770" y="58091"/>
                  </a:lnTo>
                  <a:lnTo>
                    <a:pt x="190248" y="58091"/>
                  </a:lnTo>
                  <a:lnTo>
                    <a:pt x="126057" y="255164"/>
                  </a:lnTo>
                  <a:lnTo>
                    <a:pt x="270122" y="255164"/>
                  </a:lnTo>
                  <a:close/>
                </a:path>
              </a:pathLst>
            </a:custGeom>
            <a:solidFill>
              <a:srgbClr val="2A3F4B"/>
            </a:solidFill>
            <a:ln w="14511" cap="flat">
              <a:noFill/>
              <a:prstDash val="solid"/>
              <a:miter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04" name="Freeform: Shape 203">
              <a:extLst>
                <a:ext uri="{FF2B5EF4-FFF2-40B4-BE49-F238E27FC236}">
                  <a16:creationId xmlns:a16="http://schemas.microsoft.com/office/drawing/2014/main" id="{D4370936-D9C4-F47A-1097-BF9796B6E55D}"/>
                </a:ext>
              </a:extLst>
            </p:cNvPr>
            <p:cNvSpPr/>
            <p:nvPr/>
          </p:nvSpPr>
          <p:spPr>
            <a:xfrm>
              <a:off x="8863012" y="3227134"/>
              <a:ext cx="283628" cy="390806"/>
            </a:xfrm>
            <a:custGeom>
              <a:avLst/>
              <a:gdLst>
                <a:gd name="csX0" fmla="*/ 0 w 283628"/>
                <a:gd name="csY0" fmla="*/ 0 h 390806"/>
                <a:gd name="csX1" fmla="*/ 78132 w 283628"/>
                <a:gd name="csY1" fmla="*/ 0 h 390806"/>
                <a:gd name="csX2" fmla="*/ 78132 w 283628"/>
                <a:gd name="csY2" fmla="*/ 319935 h 390806"/>
                <a:gd name="csX3" fmla="*/ 283628 w 283628"/>
                <a:gd name="csY3" fmla="*/ 319935 h 390806"/>
                <a:gd name="csX4" fmla="*/ 283628 w 283628"/>
                <a:gd name="csY4" fmla="*/ 390806 h 390806"/>
                <a:gd name="csX5" fmla="*/ 0 w 283628"/>
                <a:gd name="csY5" fmla="*/ 390806 h 390806"/>
                <a:gd name="csX6" fmla="*/ 0 w 283628"/>
                <a:gd name="csY6" fmla="*/ 0 h 39080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283628" h="390806">
                  <a:moveTo>
                    <a:pt x="0" y="0"/>
                  </a:moveTo>
                  <a:lnTo>
                    <a:pt x="78132" y="0"/>
                  </a:lnTo>
                  <a:lnTo>
                    <a:pt x="78132" y="319935"/>
                  </a:lnTo>
                  <a:lnTo>
                    <a:pt x="283628" y="319935"/>
                  </a:lnTo>
                  <a:lnTo>
                    <a:pt x="283628" y="390806"/>
                  </a:lnTo>
                  <a:lnTo>
                    <a:pt x="0" y="39080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A3F4B"/>
            </a:solidFill>
            <a:ln w="14511" cap="flat">
              <a:noFill/>
              <a:prstDash val="solid"/>
              <a:miter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05" name="Rectangle 204">
              <a:extLst>
                <a:ext uri="{FF2B5EF4-FFF2-40B4-BE49-F238E27FC236}">
                  <a16:creationId xmlns:a16="http://schemas.microsoft.com/office/drawing/2014/main" id="{16D28C60-5DC3-4031-6140-B68ADB099C3A}"/>
                </a:ext>
              </a:extLst>
            </p:cNvPr>
            <p:cNvSpPr/>
            <p:nvPr/>
          </p:nvSpPr>
          <p:spPr>
            <a:xfrm>
              <a:off x="9286494" y="3007842"/>
              <a:ext cx="836217" cy="837814"/>
            </a:xfrm>
            <a:prstGeom prst="rect">
              <a:avLst/>
            </a:prstGeom>
            <a:solidFill>
              <a:srgbClr val="2A3F4B"/>
            </a:solidFill>
            <a:ln w="14511" cap="flat">
              <a:noFill/>
              <a:prstDash val="solid"/>
              <a:miter/>
            </a:ln>
          </p:spPr>
          <p:txBody>
            <a:bodyPr/>
            <a:lstStyle/>
            <a:p>
              <a:endParaRPr lang="pt-BR"/>
            </a:p>
          </p:txBody>
        </p:sp>
        <p:grpSp>
          <p:nvGrpSpPr>
            <p:cNvPr id="206" name="Graphic 8">
              <a:extLst>
                <a:ext uri="{FF2B5EF4-FFF2-40B4-BE49-F238E27FC236}">
                  <a16:creationId xmlns:a16="http://schemas.microsoft.com/office/drawing/2014/main" id="{97D34938-D253-6040-5DAA-9E6F43EFA187}"/>
                </a:ext>
              </a:extLst>
            </p:cNvPr>
            <p:cNvGrpSpPr/>
            <p:nvPr/>
          </p:nvGrpSpPr>
          <p:grpSpPr>
            <a:xfrm>
              <a:off x="9393526" y="3230620"/>
              <a:ext cx="623895" cy="377299"/>
              <a:chOff x="9393526" y="3230620"/>
              <a:chExt cx="623895" cy="377299"/>
            </a:xfrm>
            <a:solidFill>
              <a:srgbClr val="FFFFFF"/>
            </a:solidFill>
          </p:grpSpPr>
          <p:sp>
            <p:nvSpPr>
              <p:cNvPr id="207" name="Freeform: Shape 206">
                <a:extLst>
                  <a:ext uri="{FF2B5EF4-FFF2-40B4-BE49-F238E27FC236}">
                    <a16:creationId xmlns:a16="http://schemas.microsoft.com/office/drawing/2014/main" id="{AFB31F39-4026-3AEA-28E2-D567243BDE54}"/>
                  </a:ext>
                </a:extLst>
              </p:cNvPr>
              <p:cNvSpPr/>
              <p:nvPr/>
            </p:nvSpPr>
            <p:spPr>
              <a:xfrm>
                <a:off x="9393526" y="3230765"/>
                <a:ext cx="286242" cy="377154"/>
              </a:xfrm>
              <a:custGeom>
                <a:avLst/>
                <a:gdLst>
                  <a:gd name="csX0" fmla="*/ 67531 w 286242"/>
                  <a:gd name="csY0" fmla="*/ 362051 h 377154"/>
                  <a:gd name="csX1" fmla="*/ 17718 w 286242"/>
                  <a:gd name="csY1" fmla="*/ 318047 h 377154"/>
                  <a:gd name="csX2" fmla="*/ 0 w 286242"/>
                  <a:gd name="csY2" fmla="*/ 250081 h 377154"/>
                  <a:gd name="csX3" fmla="*/ 74502 w 286242"/>
                  <a:gd name="csY3" fmla="*/ 250081 h 377154"/>
                  <a:gd name="csX4" fmla="*/ 82780 w 286242"/>
                  <a:gd name="csY4" fmla="*/ 283774 h 377154"/>
                  <a:gd name="csX5" fmla="*/ 106452 w 286242"/>
                  <a:gd name="csY5" fmla="*/ 304686 h 377154"/>
                  <a:gd name="csX6" fmla="*/ 142758 w 286242"/>
                  <a:gd name="csY6" fmla="*/ 311657 h 377154"/>
                  <a:gd name="csX7" fmla="*/ 179500 w 286242"/>
                  <a:gd name="csY7" fmla="*/ 305122 h 377154"/>
                  <a:gd name="csX8" fmla="*/ 204044 w 286242"/>
                  <a:gd name="csY8" fmla="*/ 286678 h 377154"/>
                  <a:gd name="csX9" fmla="*/ 212613 w 286242"/>
                  <a:gd name="csY9" fmla="*/ 259085 h 377154"/>
                  <a:gd name="csX10" fmla="*/ 205351 w 286242"/>
                  <a:gd name="csY10" fmla="*/ 232509 h 377154"/>
                  <a:gd name="csX11" fmla="*/ 185019 w 286242"/>
                  <a:gd name="csY11" fmla="*/ 215807 h 377154"/>
                  <a:gd name="csX12" fmla="*/ 154812 w 286242"/>
                  <a:gd name="csY12" fmla="*/ 210144 h 377154"/>
                  <a:gd name="csX13" fmla="*/ 85539 w 286242"/>
                  <a:gd name="csY13" fmla="*/ 210144 h 377154"/>
                  <a:gd name="csX14" fmla="*/ 85539 w 286242"/>
                  <a:gd name="csY14" fmla="*/ 153795 h 377154"/>
                  <a:gd name="csX15" fmla="*/ 153360 w 286242"/>
                  <a:gd name="csY15" fmla="*/ 153795 h 377154"/>
                  <a:gd name="csX16" fmla="*/ 180663 w 286242"/>
                  <a:gd name="csY16" fmla="*/ 148858 h 377154"/>
                  <a:gd name="csX17" fmla="*/ 198961 w 286242"/>
                  <a:gd name="csY17" fmla="*/ 133754 h 377154"/>
                  <a:gd name="csX18" fmla="*/ 205497 w 286242"/>
                  <a:gd name="csY18" fmla="*/ 108920 h 377154"/>
                  <a:gd name="csX19" fmla="*/ 189086 w 286242"/>
                  <a:gd name="csY19" fmla="*/ 75082 h 377154"/>
                  <a:gd name="csX20" fmla="*/ 143484 w 286242"/>
                  <a:gd name="csY20" fmla="*/ 63029 h 377154"/>
                  <a:gd name="csX21" fmla="*/ 96286 w 286242"/>
                  <a:gd name="csY21" fmla="*/ 77116 h 377154"/>
                  <a:gd name="csX22" fmla="*/ 79294 w 286242"/>
                  <a:gd name="csY22" fmla="*/ 116182 h 377154"/>
                  <a:gd name="csX23" fmla="*/ 9440 w 286242"/>
                  <a:gd name="csY23" fmla="*/ 116182 h 377154"/>
                  <a:gd name="csX24" fmla="*/ 25560 w 286242"/>
                  <a:gd name="csY24" fmla="*/ 54170 h 377154"/>
                  <a:gd name="csX25" fmla="*/ 72468 w 286242"/>
                  <a:gd name="csY25" fmla="*/ 14087 h 377154"/>
                  <a:gd name="csX26" fmla="*/ 144936 w 286242"/>
                  <a:gd name="csY26" fmla="*/ 0 h 377154"/>
                  <a:gd name="csX27" fmla="*/ 214791 w 286242"/>
                  <a:gd name="csY27" fmla="*/ 12490 h 377154"/>
                  <a:gd name="csX28" fmla="*/ 260974 w 286242"/>
                  <a:gd name="csY28" fmla="*/ 47925 h 377154"/>
                  <a:gd name="csX29" fmla="*/ 276803 w 286242"/>
                  <a:gd name="csY29" fmla="*/ 101078 h 377154"/>
                  <a:gd name="csX30" fmla="*/ 261989 w 286242"/>
                  <a:gd name="csY30" fmla="*/ 151617 h 377154"/>
                  <a:gd name="csX31" fmla="*/ 221036 w 286242"/>
                  <a:gd name="csY31" fmla="*/ 177613 h 377154"/>
                  <a:gd name="csX32" fmla="*/ 221036 w 286242"/>
                  <a:gd name="csY32" fmla="*/ 179646 h 377154"/>
                  <a:gd name="csX33" fmla="*/ 269251 w 286242"/>
                  <a:gd name="csY33" fmla="*/ 208256 h 377154"/>
                  <a:gd name="csX34" fmla="*/ 286243 w 286242"/>
                  <a:gd name="csY34" fmla="*/ 262425 h 377154"/>
                  <a:gd name="csX35" fmla="*/ 268815 w 286242"/>
                  <a:gd name="csY35" fmla="*/ 321388 h 377154"/>
                  <a:gd name="csX36" fmla="*/ 218712 w 286242"/>
                  <a:gd name="csY36" fmla="*/ 362342 h 377154"/>
                  <a:gd name="csX37" fmla="*/ 142322 w 286242"/>
                  <a:gd name="csY37" fmla="*/ 377155 h 377154"/>
                  <a:gd name="csX38" fmla="*/ 67531 w 286242"/>
                  <a:gd name="csY38" fmla="*/ 362051 h 37715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  <a:cxn ang="0">
                    <a:pos x="csX26" y="csY26"/>
                  </a:cxn>
                  <a:cxn ang="0">
                    <a:pos x="csX27" y="csY27"/>
                  </a:cxn>
                  <a:cxn ang="0">
                    <a:pos x="csX28" y="csY28"/>
                  </a:cxn>
                  <a:cxn ang="0">
                    <a:pos x="csX29" y="csY29"/>
                  </a:cxn>
                  <a:cxn ang="0">
                    <a:pos x="csX30" y="csY30"/>
                  </a:cxn>
                  <a:cxn ang="0">
                    <a:pos x="csX31" y="csY31"/>
                  </a:cxn>
                  <a:cxn ang="0">
                    <a:pos x="csX32" y="csY32"/>
                  </a:cxn>
                  <a:cxn ang="0">
                    <a:pos x="csX33" y="csY33"/>
                  </a:cxn>
                  <a:cxn ang="0">
                    <a:pos x="csX34" y="csY34"/>
                  </a:cxn>
                  <a:cxn ang="0">
                    <a:pos x="csX35" y="csY35"/>
                  </a:cxn>
                  <a:cxn ang="0">
                    <a:pos x="csX36" y="csY36"/>
                  </a:cxn>
                  <a:cxn ang="0">
                    <a:pos x="csX37" y="csY37"/>
                  </a:cxn>
                  <a:cxn ang="0">
                    <a:pos x="csX38" y="csY38"/>
                  </a:cxn>
                </a:cxnLst>
                <a:rect l="l" t="t" r="r" b="b"/>
                <a:pathLst>
                  <a:path w="286242" h="377154">
                    <a:moveTo>
                      <a:pt x="67531" y="362051"/>
                    </a:moveTo>
                    <a:cubicBezTo>
                      <a:pt x="46182" y="352030"/>
                      <a:pt x="29481" y="337217"/>
                      <a:pt x="17718" y="318047"/>
                    </a:cubicBezTo>
                    <a:cubicBezTo>
                      <a:pt x="5954" y="298877"/>
                      <a:pt x="0" y="276077"/>
                      <a:pt x="0" y="250081"/>
                    </a:cubicBezTo>
                    <a:lnTo>
                      <a:pt x="74502" y="250081"/>
                    </a:lnTo>
                    <a:cubicBezTo>
                      <a:pt x="74502" y="263297"/>
                      <a:pt x="77261" y="274479"/>
                      <a:pt x="82780" y="283774"/>
                    </a:cubicBezTo>
                    <a:cubicBezTo>
                      <a:pt x="88298" y="292923"/>
                      <a:pt x="96286" y="299894"/>
                      <a:pt x="106452" y="304686"/>
                    </a:cubicBezTo>
                    <a:cubicBezTo>
                      <a:pt x="116618" y="309479"/>
                      <a:pt x="128816" y="311657"/>
                      <a:pt x="142758" y="311657"/>
                    </a:cubicBezTo>
                    <a:cubicBezTo>
                      <a:pt x="156700" y="311657"/>
                      <a:pt x="168899" y="309479"/>
                      <a:pt x="179500" y="305122"/>
                    </a:cubicBezTo>
                    <a:cubicBezTo>
                      <a:pt x="190103" y="300765"/>
                      <a:pt x="198235" y="294666"/>
                      <a:pt x="204044" y="286678"/>
                    </a:cubicBezTo>
                    <a:cubicBezTo>
                      <a:pt x="209708" y="278691"/>
                      <a:pt x="212613" y="269541"/>
                      <a:pt x="212613" y="259085"/>
                    </a:cubicBezTo>
                    <a:cubicBezTo>
                      <a:pt x="212613" y="248629"/>
                      <a:pt x="210144" y="239770"/>
                      <a:pt x="205351" y="232509"/>
                    </a:cubicBezTo>
                    <a:cubicBezTo>
                      <a:pt x="200413" y="225247"/>
                      <a:pt x="193733" y="219583"/>
                      <a:pt x="185019" y="215807"/>
                    </a:cubicBezTo>
                    <a:cubicBezTo>
                      <a:pt x="176306" y="212032"/>
                      <a:pt x="166285" y="210144"/>
                      <a:pt x="154812" y="210144"/>
                    </a:cubicBezTo>
                    <a:lnTo>
                      <a:pt x="85539" y="210144"/>
                    </a:lnTo>
                    <a:lnTo>
                      <a:pt x="85539" y="153795"/>
                    </a:lnTo>
                    <a:lnTo>
                      <a:pt x="153360" y="153795"/>
                    </a:lnTo>
                    <a:cubicBezTo>
                      <a:pt x="163817" y="153795"/>
                      <a:pt x="172965" y="152198"/>
                      <a:pt x="180663" y="148858"/>
                    </a:cubicBezTo>
                    <a:cubicBezTo>
                      <a:pt x="188504" y="145518"/>
                      <a:pt x="194605" y="140580"/>
                      <a:pt x="198961" y="133754"/>
                    </a:cubicBezTo>
                    <a:cubicBezTo>
                      <a:pt x="203318" y="126928"/>
                      <a:pt x="205497" y="118796"/>
                      <a:pt x="205497" y="108920"/>
                    </a:cubicBezTo>
                    <a:cubicBezTo>
                      <a:pt x="205497" y="94398"/>
                      <a:pt x="199978" y="83070"/>
                      <a:pt x="189086" y="75082"/>
                    </a:cubicBezTo>
                    <a:cubicBezTo>
                      <a:pt x="178194" y="67095"/>
                      <a:pt x="162945" y="63029"/>
                      <a:pt x="143484" y="63029"/>
                    </a:cubicBezTo>
                    <a:cubicBezTo>
                      <a:pt x="124024" y="63029"/>
                      <a:pt x="107613" y="67676"/>
                      <a:pt x="96286" y="77116"/>
                    </a:cubicBezTo>
                    <a:cubicBezTo>
                      <a:pt x="84958" y="86555"/>
                      <a:pt x="79294" y="99481"/>
                      <a:pt x="79294" y="116182"/>
                    </a:cubicBezTo>
                    <a:lnTo>
                      <a:pt x="9440" y="116182"/>
                    </a:lnTo>
                    <a:cubicBezTo>
                      <a:pt x="9440" y="92219"/>
                      <a:pt x="14813" y="71597"/>
                      <a:pt x="25560" y="54170"/>
                    </a:cubicBezTo>
                    <a:cubicBezTo>
                      <a:pt x="36307" y="36742"/>
                      <a:pt x="51992" y="23382"/>
                      <a:pt x="72468" y="14087"/>
                    </a:cubicBezTo>
                    <a:cubicBezTo>
                      <a:pt x="92945" y="4647"/>
                      <a:pt x="117053" y="0"/>
                      <a:pt x="144936" y="0"/>
                    </a:cubicBezTo>
                    <a:cubicBezTo>
                      <a:pt x="172821" y="0"/>
                      <a:pt x="194605" y="4212"/>
                      <a:pt x="214791" y="12490"/>
                    </a:cubicBezTo>
                    <a:cubicBezTo>
                      <a:pt x="234977" y="20767"/>
                      <a:pt x="250371" y="32676"/>
                      <a:pt x="260974" y="47925"/>
                    </a:cubicBezTo>
                    <a:cubicBezTo>
                      <a:pt x="271575" y="63174"/>
                      <a:pt x="276803" y="80891"/>
                      <a:pt x="276803" y="101078"/>
                    </a:cubicBezTo>
                    <a:cubicBezTo>
                      <a:pt x="276803" y="121265"/>
                      <a:pt x="271866" y="138401"/>
                      <a:pt x="261989" y="151617"/>
                    </a:cubicBezTo>
                    <a:cubicBezTo>
                      <a:pt x="252114" y="164833"/>
                      <a:pt x="238463" y="173546"/>
                      <a:pt x="221036" y="177613"/>
                    </a:cubicBezTo>
                    <a:lnTo>
                      <a:pt x="221036" y="179646"/>
                    </a:lnTo>
                    <a:cubicBezTo>
                      <a:pt x="241948" y="184148"/>
                      <a:pt x="257923" y="193733"/>
                      <a:pt x="269251" y="208256"/>
                    </a:cubicBezTo>
                    <a:cubicBezTo>
                      <a:pt x="280579" y="222778"/>
                      <a:pt x="286243" y="240932"/>
                      <a:pt x="286243" y="262425"/>
                    </a:cubicBezTo>
                    <a:cubicBezTo>
                      <a:pt x="286243" y="283919"/>
                      <a:pt x="280433" y="303960"/>
                      <a:pt x="268815" y="321388"/>
                    </a:cubicBezTo>
                    <a:cubicBezTo>
                      <a:pt x="257197" y="338815"/>
                      <a:pt x="240496" y="352466"/>
                      <a:pt x="218712" y="362342"/>
                    </a:cubicBezTo>
                    <a:cubicBezTo>
                      <a:pt x="196928" y="372217"/>
                      <a:pt x="171513" y="377155"/>
                      <a:pt x="142322" y="377155"/>
                    </a:cubicBezTo>
                    <a:cubicBezTo>
                      <a:pt x="113132" y="377155"/>
                      <a:pt x="88879" y="372072"/>
                      <a:pt x="67531" y="362051"/>
                    </a:cubicBezTo>
                    <a:close/>
                  </a:path>
                </a:pathLst>
              </a:custGeom>
              <a:solidFill>
                <a:srgbClr val="FFFFFF"/>
              </a:solidFill>
              <a:ln w="14511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08" name="Freeform: Shape 207">
                <a:extLst>
                  <a:ext uri="{FF2B5EF4-FFF2-40B4-BE49-F238E27FC236}">
                    <a16:creationId xmlns:a16="http://schemas.microsoft.com/office/drawing/2014/main" id="{8D9B8AC9-E188-BB00-AB1E-3F3ECD7B5AF3}"/>
                  </a:ext>
                </a:extLst>
              </p:cNvPr>
              <p:cNvSpPr/>
              <p:nvPr/>
            </p:nvSpPr>
            <p:spPr>
              <a:xfrm>
                <a:off x="9715059" y="3230620"/>
                <a:ext cx="302362" cy="377299"/>
              </a:xfrm>
              <a:custGeom>
                <a:avLst/>
                <a:gdLst>
                  <a:gd name="csX0" fmla="*/ 67530 w 302362"/>
                  <a:gd name="csY0" fmla="*/ 357694 h 377299"/>
                  <a:gd name="csX1" fmla="*/ 16991 w 302362"/>
                  <a:gd name="csY1" fmla="*/ 300911 h 377299"/>
                  <a:gd name="csX2" fmla="*/ 0 w 302362"/>
                  <a:gd name="csY2" fmla="*/ 211015 h 377299"/>
                  <a:gd name="csX3" fmla="*/ 0 w 302362"/>
                  <a:gd name="csY3" fmla="*/ 165704 h 377299"/>
                  <a:gd name="csX4" fmla="*/ 16991 w 302362"/>
                  <a:gd name="csY4" fmla="*/ 76825 h 377299"/>
                  <a:gd name="csX5" fmla="*/ 68112 w 302362"/>
                  <a:gd name="csY5" fmla="*/ 19751 h 377299"/>
                  <a:gd name="csX6" fmla="*/ 151762 w 302362"/>
                  <a:gd name="csY6" fmla="*/ 0 h 377299"/>
                  <a:gd name="csX7" fmla="*/ 235123 w 302362"/>
                  <a:gd name="csY7" fmla="*/ 19751 h 377299"/>
                  <a:gd name="csX8" fmla="*/ 285661 w 302362"/>
                  <a:gd name="csY8" fmla="*/ 76535 h 377299"/>
                  <a:gd name="csX9" fmla="*/ 302363 w 302362"/>
                  <a:gd name="csY9" fmla="*/ 165704 h 377299"/>
                  <a:gd name="csX10" fmla="*/ 302363 w 302362"/>
                  <a:gd name="csY10" fmla="*/ 211015 h 377299"/>
                  <a:gd name="csX11" fmla="*/ 285371 w 302362"/>
                  <a:gd name="csY11" fmla="*/ 300475 h 377299"/>
                  <a:gd name="csX12" fmla="*/ 234541 w 302362"/>
                  <a:gd name="csY12" fmla="*/ 357549 h 377299"/>
                  <a:gd name="csX13" fmla="*/ 151181 w 302362"/>
                  <a:gd name="csY13" fmla="*/ 377300 h 377299"/>
                  <a:gd name="csX14" fmla="*/ 67530 w 302362"/>
                  <a:gd name="csY14" fmla="*/ 357694 h 377299"/>
                  <a:gd name="csX15" fmla="*/ 210434 w 302362"/>
                  <a:gd name="csY15" fmla="*/ 285226 h 377299"/>
                  <a:gd name="csX16" fmla="*/ 229459 w 302362"/>
                  <a:gd name="csY16" fmla="*/ 211015 h 377299"/>
                  <a:gd name="csX17" fmla="*/ 229459 w 302362"/>
                  <a:gd name="csY17" fmla="*/ 165704 h 377299"/>
                  <a:gd name="csX18" fmla="*/ 210434 w 302362"/>
                  <a:gd name="csY18" fmla="*/ 92219 h 377299"/>
                  <a:gd name="csX19" fmla="*/ 151762 w 302362"/>
                  <a:gd name="csY19" fmla="*/ 66659 h 377299"/>
                  <a:gd name="csX20" fmla="*/ 92364 w 302362"/>
                  <a:gd name="csY20" fmla="*/ 92219 h 377299"/>
                  <a:gd name="csX21" fmla="*/ 73049 w 302362"/>
                  <a:gd name="csY21" fmla="*/ 165704 h 377299"/>
                  <a:gd name="csX22" fmla="*/ 73049 w 302362"/>
                  <a:gd name="csY22" fmla="*/ 211015 h 377299"/>
                  <a:gd name="csX23" fmla="*/ 92073 w 302362"/>
                  <a:gd name="csY23" fmla="*/ 285226 h 377299"/>
                  <a:gd name="csX24" fmla="*/ 151181 w 302362"/>
                  <a:gd name="csY24" fmla="*/ 310496 h 377299"/>
                  <a:gd name="csX25" fmla="*/ 210289 w 302362"/>
                  <a:gd name="csY25" fmla="*/ 285226 h 37729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</a:cxnLst>
                <a:rect l="l" t="t" r="r" b="b"/>
                <a:pathLst>
                  <a:path w="302362" h="377299">
                    <a:moveTo>
                      <a:pt x="67530" y="357694"/>
                    </a:moveTo>
                    <a:cubicBezTo>
                      <a:pt x="45165" y="344624"/>
                      <a:pt x="28319" y="325744"/>
                      <a:pt x="16991" y="300911"/>
                    </a:cubicBezTo>
                    <a:cubicBezTo>
                      <a:pt x="5664" y="276077"/>
                      <a:pt x="0" y="246160"/>
                      <a:pt x="0" y="211015"/>
                    </a:cubicBezTo>
                    <a:lnTo>
                      <a:pt x="0" y="165704"/>
                    </a:lnTo>
                    <a:cubicBezTo>
                      <a:pt x="0" y="131285"/>
                      <a:pt x="5664" y="101659"/>
                      <a:pt x="16991" y="76825"/>
                    </a:cubicBezTo>
                    <a:cubicBezTo>
                      <a:pt x="28319" y="51991"/>
                      <a:pt x="45311" y="32967"/>
                      <a:pt x="68112" y="19751"/>
                    </a:cubicBezTo>
                    <a:cubicBezTo>
                      <a:pt x="90912" y="6535"/>
                      <a:pt x="118796" y="0"/>
                      <a:pt x="151762" y="0"/>
                    </a:cubicBezTo>
                    <a:cubicBezTo>
                      <a:pt x="184728" y="0"/>
                      <a:pt x="212613" y="6535"/>
                      <a:pt x="235123" y="19751"/>
                    </a:cubicBezTo>
                    <a:cubicBezTo>
                      <a:pt x="257633" y="32967"/>
                      <a:pt x="274479" y="51846"/>
                      <a:pt x="285661" y="76535"/>
                    </a:cubicBezTo>
                    <a:cubicBezTo>
                      <a:pt x="296844" y="101223"/>
                      <a:pt x="302363" y="130995"/>
                      <a:pt x="302363" y="165704"/>
                    </a:cubicBezTo>
                    <a:lnTo>
                      <a:pt x="302363" y="211015"/>
                    </a:lnTo>
                    <a:cubicBezTo>
                      <a:pt x="302363" y="245724"/>
                      <a:pt x="296699" y="275641"/>
                      <a:pt x="285371" y="300475"/>
                    </a:cubicBezTo>
                    <a:cubicBezTo>
                      <a:pt x="274043" y="325309"/>
                      <a:pt x="257052" y="344333"/>
                      <a:pt x="234541" y="357549"/>
                    </a:cubicBezTo>
                    <a:cubicBezTo>
                      <a:pt x="211886" y="370765"/>
                      <a:pt x="184148" y="377300"/>
                      <a:pt x="151181" y="377300"/>
                    </a:cubicBezTo>
                    <a:cubicBezTo>
                      <a:pt x="118215" y="377300"/>
                      <a:pt x="89896" y="370765"/>
                      <a:pt x="67530" y="357694"/>
                    </a:cubicBezTo>
                    <a:close/>
                    <a:moveTo>
                      <a:pt x="210434" y="285226"/>
                    </a:moveTo>
                    <a:cubicBezTo>
                      <a:pt x="223069" y="268380"/>
                      <a:pt x="229459" y="243546"/>
                      <a:pt x="229459" y="211015"/>
                    </a:cubicBezTo>
                    <a:lnTo>
                      <a:pt x="229459" y="165704"/>
                    </a:lnTo>
                    <a:cubicBezTo>
                      <a:pt x="229459" y="133754"/>
                      <a:pt x="223069" y="109211"/>
                      <a:pt x="210434" y="92219"/>
                    </a:cubicBezTo>
                    <a:cubicBezTo>
                      <a:pt x="197799" y="75228"/>
                      <a:pt x="178193" y="66659"/>
                      <a:pt x="151762" y="66659"/>
                    </a:cubicBezTo>
                    <a:cubicBezTo>
                      <a:pt x="125331" y="66659"/>
                      <a:pt x="105144" y="75228"/>
                      <a:pt x="92364" y="92219"/>
                    </a:cubicBezTo>
                    <a:cubicBezTo>
                      <a:pt x="79584" y="109211"/>
                      <a:pt x="73049" y="133754"/>
                      <a:pt x="73049" y="165704"/>
                    </a:cubicBezTo>
                    <a:lnTo>
                      <a:pt x="73049" y="211015"/>
                    </a:lnTo>
                    <a:cubicBezTo>
                      <a:pt x="73049" y="243691"/>
                      <a:pt x="79439" y="268380"/>
                      <a:pt x="92073" y="285226"/>
                    </a:cubicBezTo>
                    <a:cubicBezTo>
                      <a:pt x="104708" y="302072"/>
                      <a:pt x="124460" y="310496"/>
                      <a:pt x="151181" y="310496"/>
                    </a:cubicBezTo>
                    <a:cubicBezTo>
                      <a:pt x="177903" y="310496"/>
                      <a:pt x="197654" y="302072"/>
                      <a:pt x="210289" y="285226"/>
                    </a:cubicBezTo>
                    <a:close/>
                  </a:path>
                </a:pathLst>
              </a:custGeom>
              <a:solidFill>
                <a:srgbClr val="FFFFFF"/>
              </a:solidFill>
              <a:ln w="14511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pt-BR"/>
              </a:p>
            </p:txBody>
          </p:sp>
        </p:grpSp>
      </p:grpSp>
      <p:grpSp>
        <p:nvGrpSpPr>
          <p:cNvPr id="218" name="Graphic 209">
            <a:extLst>
              <a:ext uri="{FF2B5EF4-FFF2-40B4-BE49-F238E27FC236}">
                <a16:creationId xmlns:a16="http://schemas.microsoft.com/office/drawing/2014/main" id="{7768C563-6623-F616-7A0D-906518227211}"/>
              </a:ext>
            </a:extLst>
          </p:cNvPr>
          <p:cNvGrpSpPr/>
          <p:nvPr/>
        </p:nvGrpSpPr>
        <p:grpSpPr>
          <a:xfrm>
            <a:off x="3004649" y="1197026"/>
            <a:ext cx="2188165" cy="361853"/>
            <a:chOff x="3254075" y="4010990"/>
            <a:chExt cx="3177106" cy="525393"/>
          </a:xfrm>
        </p:grpSpPr>
        <p:sp>
          <p:nvSpPr>
            <p:cNvPr id="219" name="Rectangle 218">
              <a:extLst>
                <a:ext uri="{FF2B5EF4-FFF2-40B4-BE49-F238E27FC236}">
                  <a16:creationId xmlns:a16="http://schemas.microsoft.com/office/drawing/2014/main" id="{FB897BC9-CFF6-D284-1843-096C77261B3B}"/>
                </a:ext>
              </a:extLst>
            </p:cNvPr>
            <p:cNvSpPr/>
            <p:nvPr/>
          </p:nvSpPr>
          <p:spPr>
            <a:xfrm>
              <a:off x="3254075" y="4010990"/>
              <a:ext cx="3177106" cy="525393"/>
            </a:xfrm>
            <a:prstGeom prst="rect">
              <a:avLst/>
            </a:prstGeom>
            <a:solidFill>
              <a:srgbClr val="79949B"/>
            </a:solidFill>
            <a:ln w="9088" cap="flat">
              <a:noFill/>
              <a:prstDash val="solid"/>
              <a:miter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20" name="Freeform: Shape 219">
              <a:extLst>
                <a:ext uri="{FF2B5EF4-FFF2-40B4-BE49-F238E27FC236}">
                  <a16:creationId xmlns:a16="http://schemas.microsoft.com/office/drawing/2014/main" id="{4016BEA2-2E76-B6A0-1DD4-8602CA981953}"/>
                </a:ext>
              </a:extLst>
            </p:cNvPr>
            <p:cNvSpPr/>
            <p:nvPr/>
          </p:nvSpPr>
          <p:spPr>
            <a:xfrm>
              <a:off x="3341686" y="4148365"/>
              <a:ext cx="154934" cy="244728"/>
            </a:xfrm>
            <a:custGeom>
              <a:avLst/>
              <a:gdLst>
                <a:gd name="csX0" fmla="*/ 0 w 154934"/>
                <a:gd name="csY0" fmla="*/ 200332 h 244728"/>
                <a:gd name="csX1" fmla="*/ 53495 w 154934"/>
                <a:gd name="csY1" fmla="*/ 200332 h 244728"/>
                <a:gd name="csX2" fmla="*/ 53495 w 154934"/>
                <a:gd name="csY2" fmla="*/ 44397 h 244728"/>
                <a:gd name="csX3" fmla="*/ 0 w 154934"/>
                <a:gd name="csY3" fmla="*/ 44397 h 244728"/>
                <a:gd name="csX4" fmla="*/ 0 w 154934"/>
                <a:gd name="csY4" fmla="*/ 0 h 244728"/>
                <a:gd name="csX5" fmla="*/ 154934 w 154934"/>
                <a:gd name="csY5" fmla="*/ 0 h 244728"/>
                <a:gd name="csX6" fmla="*/ 154934 w 154934"/>
                <a:gd name="csY6" fmla="*/ 44397 h 244728"/>
                <a:gd name="csX7" fmla="*/ 101804 w 154934"/>
                <a:gd name="csY7" fmla="*/ 44397 h 244728"/>
                <a:gd name="csX8" fmla="*/ 101804 w 154934"/>
                <a:gd name="csY8" fmla="*/ 200332 h 244728"/>
                <a:gd name="csX9" fmla="*/ 154934 w 154934"/>
                <a:gd name="csY9" fmla="*/ 200332 h 244728"/>
                <a:gd name="csX10" fmla="*/ 154934 w 154934"/>
                <a:gd name="csY10" fmla="*/ 244729 h 244728"/>
                <a:gd name="csX11" fmla="*/ 0 w 154934"/>
                <a:gd name="csY11" fmla="*/ 244729 h 244728"/>
                <a:gd name="csX12" fmla="*/ 0 w 154934"/>
                <a:gd name="csY12" fmla="*/ 200332 h 24472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154934" h="244728">
                  <a:moveTo>
                    <a:pt x="0" y="200332"/>
                  </a:moveTo>
                  <a:lnTo>
                    <a:pt x="53495" y="200332"/>
                  </a:lnTo>
                  <a:lnTo>
                    <a:pt x="53495" y="44397"/>
                  </a:lnTo>
                  <a:lnTo>
                    <a:pt x="0" y="44397"/>
                  </a:lnTo>
                  <a:lnTo>
                    <a:pt x="0" y="0"/>
                  </a:lnTo>
                  <a:lnTo>
                    <a:pt x="154934" y="0"/>
                  </a:lnTo>
                  <a:lnTo>
                    <a:pt x="154934" y="44397"/>
                  </a:lnTo>
                  <a:lnTo>
                    <a:pt x="101804" y="44397"/>
                  </a:lnTo>
                  <a:lnTo>
                    <a:pt x="101804" y="200332"/>
                  </a:lnTo>
                  <a:lnTo>
                    <a:pt x="154934" y="200332"/>
                  </a:lnTo>
                  <a:lnTo>
                    <a:pt x="154934" y="244729"/>
                  </a:lnTo>
                  <a:lnTo>
                    <a:pt x="0" y="244729"/>
                  </a:lnTo>
                  <a:lnTo>
                    <a:pt x="0" y="200332"/>
                  </a:lnTo>
                  <a:close/>
                </a:path>
              </a:pathLst>
            </a:custGeom>
            <a:solidFill>
              <a:srgbClr val="FFFFFF"/>
            </a:solidFill>
            <a:ln w="9088" cap="flat">
              <a:noFill/>
              <a:prstDash val="solid"/>
              <a:miter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21" name="Freeform: Shape 220">
              <a:extLst>
                <a:ext uri="{FF2B5EF4-FFF2-40B4-BE49-F238E27FC236}">
                  <a16:creationId xmlns:a16="http://schemas.microsoft.com/office/drawing/2014/main" id="{20BAC442-9ADB-F730-2150-EC74649DB5B9}"/>
                </a:ext>
              </a:extLst>
            </p:cNvPr>
            <p:cNvSpPr/>
            <p:nvPr/>
          </p:nvSpPr>
          <p:spPr>
            <a:xfrm>
              <a:off x="3532647" y="4148365"/>
              <a:ext cx="220619" cy="244819"/>
            </a:xfrm>
            <a:custGeom>
              <a:avLst/>
              <a:gdLst>
                <a:gd name="csX0" fmla="*/ 0 w 220619"/>
                <a:gd name="csY0" fmla="*/ 0 h 244819"/>
                <a:gd name="csX1" fmla="*/ 88794 w 220619"/>
                <a:gd name="csY1" fmla="*/ 0 h 244819"/>
                <a:gd name="csX2" fmla="*/ 163304 w 220619"/>
                <a:gd name="csY2" fmla="*/ 202515 h 244819"/>
                <a:gd name="csX3" fmla="*/ 172402 w 220619"/>
                <a:gd name="csY3" fmla="*/ 202515 h 244819"/>
                <a:gd name="csX4" fmla="*/ 172402 w 220619"/>
                <a:gd name="csY4" fmla="*/ 0 h 244819"/>
                <a:gd name="csX5" fmla="*/ 220620 w 220619"/>
                <a:gd name="csY5" fmla="*/ 0 h 244819"/>
                <a:gd name="csX6" fmla="*/ 220620 w 220619"/>
                <a:gd name="csY6" fmla="*/ 244820 h 244819"/>
                <a:gd name="csX7" fmla="*/ 131826 w 220619"/>
                <a:gd name="csY7" fmla="*/ 244820 h 244819"/>
                <a:gd name="csX8" fmla="*/ 57316 w 220619"/>
                <a:gd name="csY8" fmla="*/ 42304 h 244819"/>
                <a:gd name="csX9" fmla="*/ 48218 w 220619"/>
                <a:gd name="csY9" fmla="*/ 42304 h 244819"/>
                <a:gd name="csX10" fmla="*/ 48218 w 220619"/>
                <a:gd name="csY10" fmla="*/ 244820 h 244819"/>
                <a:gd name="csX11" fmla="*/ 0 w 220619"/>
                <a:gd name="csY11" fmla="*/ 244820 h 244819"/>
                <a:gd name="csX12" fmla="*/ 0 w 220619"/>
                <a:gd name="csY12" fmla="*/ 0 h 24481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220619" h="244819">
                  <a:moveTo>
                    <a:pt x="0" y="0"/>
                  </a:moveTo>
                  <a:lnTo>
                    <a:pt x="88794" y="0"/>
                  </a:lnTo>
                  <a:lnTo>
                    <a:pt x="163304" y="202515"/>
                  </a:lnTo>
                  <a:lnTo>
                    <a:pt x="172402" y="202515"/>
                  </a:lnTo>
                  <a:lnTo>
                    <a:pt x="172402" y="0"/>
                  </a:lnTo>
                  <a:lnTo>
                    <a:pt x="220620" y="0"/>
                  </a:lnTo>
                  <a:lnTo>
                    <a:pt x="220620" y="244820"/>
                  </a:lnTo>
                  <a:lnTo>
                    <a:pt x="131826" y="244820"/>
                  </a:lnTo>
                  <a:lnTo>
                    <a:pt x="57316" y="42304"/>
                  </a:lnTo>
                  <a:lnTo>
                    <a:pt x="48218" y="42304"/>
                  </a:lnTo>
                  <a:lnTo>
                    <a:pt x="48218" y="244820"/>
                  </a:lnTo>
                  <a:lnTo>
                    <a:pt x="0" y="2448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9088" cap="flat">
              <a:noFill/>
              <a:prstDash val="solid"/>
              <a:miter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22" name="Freeform: Shape 221">
              <a:extLst>
                <a:ext uri="{FF2B5EF4-FFF2-40B4-BE49-F238E27FC236}">
                  <a16:creationId xmlns:a16="http://schemas.microsoft.com/office/drawing/2014/main" id="{4E469E10-FE2F-F86F-5C6F-648352410B45}"/>
                </a:ext>
              </a:extLst>
            </p:cNvPr>
            <p:cNvSpPr/>
            <p:nvPr/>
          </p:nvSpPr>
          <p:spPr>
            <a:xfrm>
              <a:off x="3790749" y="4144089"/>
              <a:ext cx="198876" cy="253189"/>
            </a:xfrm>
            <a:custGeom>
              <a:avLst/>
              <a:gdLst>
                <a:gd name="csX0" fmla="*/ 26383 w 198876"/>
                <a:gd name="csY0" fmla="*/ 229809 h 253189"/>
                <a:gd name="csX1" fmla="*/ 0 w 198876"/>
                <a:gd name="csY1" fmla="*/ 161940 h 253189"/>
                <a:gd name="csX2" fmla="*/ 48218 w 198876"/>
                <a:gd name="csY2" fmla="*/ 161940 h 253189"/>
                <a:gd name="csX3" fmla="*/ 62046 w 198876"/>
                <a:gd name="csY3" fmla="*/ 197967 h 253189"/>
                <a:gd name="csX4" fmla="*/ 102804 w 198876"/>
                <a:gd name="csY4" fmla="*/ 210249 h 253189"/>
                <a:gd name="csX5" fmla="*/ 136739 w 198876"/>
                <a:gd name="csY5" fmla="*/ 202061 h 253189"/>
                <a:gd name="csX6" fmla="*/ 149021 w 198876"/>
                <a:gd name="csY6" fmla="*/ 178770 h 253189"/>
                <a:gd name="csX7" fmla="*/ 140651 w 198876"/>
                <a:gd name="csY7" fmla="*/ 161849 h 253189"/>
                <a:gd name="csX8" fmla="*/ 110537 w 198876"/>
                <a:gd name="csY8" fmla="*/ 149749 h 253189"/>
                <a:gd name="csX9" fmla="*/ 68233 w 198876"/>
                <a:gd name="csY9" fmla="*/ 138558 h 253189"/>
                <a:gd name="csX10" fmla="*/ 20834 w 198876"/>
                <a:gd name="csY10" fmla="*/ 115268 h 253189"/>
                <a:gd name="csX11" fmla="*/ 4549 w 198876"/>
                <a:gd name="csY11" fmla="*/ 72418 h 253189"/>
                <a:gd name="csX12" fmla="*/ 15921 w 198876"/>
                <a:gd name="csY12" fmla="*/ 34480 h 253189"/>
                <a:gd name="csX13" fmla="*/ 48491 w 198876"/>
                <a:gd name="csY13" fmla="*/ 9098 h 253189"/>
                <a:gd name="csX14" fmla="*/ 97619 w 198876"/>
                <a:gd name="csY14" fmla="*/ 0 h 253189"/>
                <a:gd name="csX15" fmla="*/ 170400 w 198876"/>
                <a:gd name="csY15" fmla="*/ 21471 h 253189"/>
                <a:gd name="csX16" fmla="*/ 195237 w 198876"/>
                <a:gd name="csY16" fmla="*/ 83153 h 253189"/>
                <a:gd name="csX17" fmla="*/ 147019 w 198876"/>
                <a:gd name="csY17" fmla="*/ 83153 h 253189"/>
                <a:gd name="csX18" fmla="*/ 134646 w 198876"/>
                <a:gd name="csY18" fmla="*/ 53040 h 253189"/>
                <a:gd name="csX19" fmla="*/ 97437 w 198876"/>
                <a:gd name="csY19" fmla="*/ 42941 h 253189"/>
                <a:gd name="csX20" fmla="*/ 65140 w 198876"/>
                <a:gd name="csY20" fmla="*/ 49947 h 253189"/>
                <a:gd name="csX21" fmla="*/ 53404 w 198876"/>
                <a:gd name="csY21" fmla="*/ 69507 h 253189"/>
                <a:gd name="csX22" fmla="*/ 62319 w 198876"/>
                <a:gd name="csY22" fmla="*/ 86610 h 253189"/>
                <a:gd name="csX23" fmla="*/ 89431 w 198876"/>
                <a:gd name="csY23" fmla="*/ 97801 h 253189"/>
                <a:gd name="csX24" fmla="*/ 131371 w 198876"/>
                <a:gd name="csY24" fmla="*/ 108263 h 253189"/>
                <a:gd name="csX25" fmla="*/ 181772 w 198876"/>
                <a:gd name="csY25" fmla="*/ 131371 h 253189"/>
                <a:gd name="csX26" fmla="*/ 198876 w 198876"/>
                <a:gd name="csY26" fmla="*/ 177224 h 253189"/>
                <a:gd name="csX27" fmla="*/ 187140 w 198876"/>
                <a:gd name="csY27" fmla="*/ 216435 h 253189"/>
                <a:gd name="csX28" fmla="*/ 153570 w 198876"/>
                <a:gd name="csY28" fmla="*/ 243364 h 253189"/>
                <a:gd name="csX29" fmla="*/ 102713 w 198876"/>
                <a:gd name="csY29" fmla="*/ 253190 h 253189"/>
                <a:gd name="csX30" fmla="*/ 26656 w 198876"/>
                <a:gd name="csY30" fmla="*/ 229718 h 25318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</a:cxnLst>
              <a:rect l="l" t="t" r="r" b="b"/>
              <a:pathLst>
                <a:path w="198876" h="253189">
                  <a:moveTo>
                    <a:pt x="26383" y="229809"/>
                  </a:moveTo>
                  <a:cubicBezTo>
                    <a:pt x="8825" y="214161"/>
                    <a:pt x="0" y="191598"/>
                    <a:pt x="0" y="161940"/>
                  </a:cubicBezTo>
                  <a:lnTo>
                    <a:pt x="48218" y="161940"/>
                  </a:lnTo>
                  <a:cubicBezTo>
                    <a:pt x="48218" y="177770"/>
                    <a:pt x="52858" y="189779"/>
                    <a:pt x="62046" y="197967"/>
                  </a:cubicBezTo>
                  <a:cubicBezTo>
                    <a:pt x="71235" y="206155"/>
                    <a:pt x="84791" y="210249"/>
                    <a:pt x="102804" y="210249"/>
                  </a:cubicBezTo>
                  <a:cubicBezTo>
                    <a:pt x="117270" y="210249"/>
                    <a:pt x="128551" y="207519"/>
                    <a:pt x="136739" y="202061"/>
                  </a:cubicBezTo>
                  <a:cubicBezTo>
                    <a:pt x="144927" y="196602"/>
                    <a:pt x="149021" y="188869"/>
                    <a:pt x="149021" y="178770"/>
                  </a:cubicBezTo>
                  <a:cubicBezTo>
                    <a:pt x="149021" y="171583"/>
                    <a:pt x="146200" y="165852"/>
                    <a:pt x="140651" y="161849"/>
                  </a:cubicBezTo>
                  <a:cubicBezTo>
                    <a:pt x="135010" y="157755"/>
                    <a:pt x="125003" y="153752"/>
                    <a:pt x="110537" y="149749"/>
                  </a:cubicBezTo>
                  <a:lnTo>
                    <a:pt x="68233" y="138558"/>
                  </a:lnTo>
                  <a:cubicBezTo>
                    <a:pt x="47490" y="133191"/>
                    <a:pt x="31660" y="125458"/>
                    <a:pt x="20834" y="115268"/>
                  </a:cubicBezTo>
                  <a:cubicBezTo>
                    <a:pt x="10007" y="105170"/>
                    <a:pt x="4549" y="90886"/>
                    <a:pt x="4549" y="72418"/>
                  </a:cubicBezTo>
                  <a:cubicBezTo>
                    <a:pt x="4549" y="57953"/>
                    <a:pt x="8370" y="45307"/>
                    <a:pt x="15921" y="34480"/>
                  </a:cubicBezTo>
                  <a:cubicBezTo>
                    <a:pt x="23472" y="23654"/>
                    <a:pt x="34298" y="15193"/>
                    <a:pt x="48491" y="9098"/>
                  </a:cubicBezTo>
                  <a:cubicBezTo>
                    <a:pt x="62592" y="3002"/>
                    <a:pt x="78968" y="0"/>
                    <a:pt x="97619" y="0"/>
                  </a:cubicBezTo>
                  <a:cubicBezTo>
                    <a:pt x="129552" y="0"/>
                    <a:pt x="153842" y="7187"/>
                    <a:pt x="170400" y="21471"/>
                  </a:cubicBezTo>
                  <a:cubicBezTo>
                    <a:pt x="186958" y="35845"/>
                    <a:pt x="195237" y="56406"/>
                    <a:pt x="195237" y="83153"/>
                  </a:cubicBezTo>
                  <a:lnTo>
                    <a:pt x="147019" y="83153"/>
                  </a:lnTo>
                  <a:cubicBezTo>
                    <a:pt x="147019" y="69871"/>
                    <a:pt x="142925" y="59863"/>
                    <a:pt x="134646" y="53040"/>
                  </a:cubicBezTo>
                  <a:cubicBezTo>
                    <a:pt x="126367" y="46307"/>
                    <a:pt x="113994" y="42941"/>
                    <a:pt x="97437" y="42941"/>
                  </a:cubicBezTo>
                  <a:cubicBezTo>
                    <a:pt x="83699" y="42941"/>
                    <a:pt x="72873" y="45307"/>
                    <a:pt x="65140" y="49947"/>
                  </a:cubicBezTo>
                  <a:cubicBezTo>
                    <a:pt x="57316" y="54586"/>
                    <a:pt x="53404" y="61137"/>
                    <a:pt x="53404" y="69507"/>
                  </a:cubicBezTo>
                  <a:cubicBezTo>
                    <a:pt x="53404" y="76512"/>
                    <a:pt x="56406" y="82243"/>
                    <a:pt x="62319" y="86610"/>
                  </a:cubicBezTo>
                  <a:cubicBezTo>
                    <a:pt x="68233" y="91068"/>
                    <a:pt x="77331" y="94798"/>
                    <a:pt x="89431" y="97801"/>
                  </a:cubicBezTo>
                  <a:lnTo>
                    <a:pt x="131371" y="108263"/>
                  </a:lnTo>
                  <a:cubicBezTo>
                    <a:pt x="153479" y="113358"/>
                    <a:pt x="170309" y="121091"/>
                    <a:pt x="181772" y="131371"/>
                  </a:cubicBezTo>
                  <a:cubicBezTo>
                    <a:pt x="193145" y="141652"/>
                    <a:pt x="198876" y="156936"/>
                    <a:pt x="198876" y="177224"/>
                  </a:cubicBezTo>
                  <a:cubicBezTo>
                    <a:pt x="198876" y="191871"/>
                    <a:pt x="194964" y="204972"/>
                    <a:pt x="187140" y="216435"/>
                  </a:cubicBezTo>
                  <a:cubicBezTo>
                    <a:pt x="179316" y="227898"/>
                    <a:pt x="168126" y="236814"/>
                    <a:pt x="153570" y="243364"/>
                  </a:cubicBezTo>
                  <a:cubicBezTo>
                    <a:pt x="139013" y="249915"/>
                    <a:pt x="122000" y="253190"/>
                    <a:pt x="102713" y="253190"/>
                  </a:cubicBezTo>
                  <a:cubicBezTo>
                    <a:pt x="69598" y="253190"/>
                    <a:pt x="44215" y="245366"/>
                    <a:pt x="26656" y="229718"/>
                  </a:cubicBezTo>
                  <a:close/>
                </a:path>
              </a:pathLst>
            </a:custGeom>
            <a:solidFill>
              <a:srgbClr val="FFFFFF"/>
            </a:solidFill>
            <a:ln w="9088" cap="flat">
              <a:noFill/>
              <a:prstDash val="solid"/>
              <a:miter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23" name="Freeform: Shape 222">
              <a:extLst>
                <a:ext uri="{FF2B5EF4-FFF2-40B4-BE49-F238E27FC236}">
                  <a16:creationId xmlns:a16="http://schemas.microsoft.com/office/drawing/2014/main" id="{65FD8437-A80F-867E-446E-5CDF06A365B1}"/>
                </a:ext>
              </a:extLst>
            </p:cNvPr>
            <p:cNvSpPr/>
            <p:nvPr/>
          </p:nvSpPr>
          <p:spPr>
            <a:xfrm>
              <a:off x="4012370" y="4148365"/>
              <a:ext cx="207701" cy="244819"/>
            </a:xfrm>
            <a:custGeom>
              <a:avLst/>
              <a:gdLst>
                <a:gd name="csX0" fmla="*/ 79423 w 207701"/>
                <a:gd name="csY0" fmla="*/ 44397 h 244819"/>
                <a:gd name="csX1" fmla="*/ 0 w 207701"/>
                <a:gd name="csY1" fmla="*/ 44397 h 244819"/>
                <a:gd name="csX2" fmla="*/ 0 w 207701"/>
                <a:gd name="csY2" fmla="*/ 0 h 244819"/>
                <a:gd name="csX3" fmla="*/ 207701 w 207701"/>
                <a:gd name="csY3" fmla="*/ 0 h 244819"/>
                <a:gd name="csX4" fmla="*/ 207701 w 207701"/>
                <a:gd name="csY4" fmla="*/ 44397 h 244819"/>
                <a:gd name="csX5" fmla="*/ 128278 w 207701"/>
                <a:gd name="csY5" fmla="*/ 44397 h 244819"/>
                <a:gd name="csX6" fmla="*/ 128278 w 207701"/>
                <a:gd name="csY6" fmla="*/ 244820 h 244819"/>
                <a:gd name="csX7" fmla="*/ 79332 w 207701"/>
                <a:gd name="csY7" fmla="*/ 244820 h 244819"/>
                <a:gd name="csX8" fmla="*/ 79332 w 207701"/>
                <a:gd name="csY8" fmla="*/ 44397 h 24481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207701" h="244819">
                  <a:moveTo>
                    <a:pt x="79423" y="44397"/>
                  </a:moveTo>
                  <a:lnTo>
                    <a:pt x="0" y="44397"/>
                  </a:lnTo>
                  <a:lnTo>
                    <a:pt x="0" y="0"/>
                  </a:lnTo>
                  <a:lnTo>
                    <a:pt x="207701" y="0"/>
                  </a:lnTo>
                  <a:lnTo>
                    <a:pt x="207701" y="44397"/>
                  </a:lnTo>
                  <a:lnTo>
                    <a:pt x="128278" y="44397"/>
                  </a:lnTo>
                  <a:lnTo>
                    <a:pt x="128278" y="244820"/>
                  </a:lnTo>
                  <a:lnTo>
                    <a:pt x="79332" y="244820"/>
                  </a:lnTo>
                  <a:lnTo>
                    <a:pt x="79332" y="44397"/>
                  </a:lnTo>
                  <a:close/>
                </a:path>
              </a:pathLst>
            </a:custGeom>
            <a:solidFill>
              <a:srgbClr val="FFFFFF"/>
            </a:solidFill>
            <a:ln w="9088" cap="flat">
              <a:noFill/>
              <a:prstDash val="solid"/>
              <a:miter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24" name="Freeform: Shape 223">
              <a:extLst>
                <a:ext uri="{FF2B5EF4-FFF2-40B4-BE49-F238E27FC236}">
                  <a16:creationId xmlns:a16="http://schemas.microsoft.com/office/drawing/2014/main" id="{8057DCB5-4299-7DF3-F7B4-40EF0405DB43}"/>
                </a:ext>
              </a:extLst>
            </p:cNvPr>
            <p:cNvSpPr/>
            <p:nvPr/>
          </p:nvSpPr>
          <p:spPr>
            <a:xfrm>
              <a:off x="4246363" y="4148365"/>
              <a:ext cx="154934" cy="244728"/>
            </a:xfrm>
            <a:custGeom>
              <a:avLst/>
              <a:gdLst>
                <a:gd name="csX0" fmla="*/ 0 w 154934"/>
                <a:gd name="csY0" fmla="*/ 200332 h 244728"/>
                <a:gd name="csX1" fmla="*/ 53495 w 154934"/>
                <a:gd name="csY1" fmla="*/ 200332 h 244728"/>
                <a:gd name="csX2" fmla="*/ 53495 w 154934"/>
                <a:gd name="csY2" fmla="*/ 44397 h 244728"/>
                <a:gd name="csX3" fmla="*/ 0 w 154934"/>
                <a:gd name="csY3" fmla="*/ 44397 h 244728"/>
                <a:gd name="csX4" fmla="*/ 0 w 154934"/>
                <a:gd name="csY4" fmla="*/ 0 h 244728"/>
                <a:gd name="csX5" fmla="*/ 154934 w 154934"/>
                <a:gd name="csY5" fmla="*/ 0 h 244728"/>
                <a:gd name="csX6" fmla="*/ 154934 w 154934"/>
                <a:gd name="csY6" fmla="*/ 44397 h 244728"/>
                <a:gd name="csX7" fmla="*/ 101804 w 154934"/>
                <a:gd name="csY7" fmla="*/ 44397 h 244728"/>
                <a:gd name="csX8" fmla="*/ 101804 w 154934"/>
                <a:gd name="csY8" fmla="*/ 200332 h 244728"/>
                <a:gd name="csX9" fmla="*/ 154934 w 154934"/>
                <a:gd name="csY9" fmla="*/ 200332 h 244728"/>
                <a:gd name="csX10" fmla="*/ 154934 w 154934"/>
                <a:gd name="csY10" fmla="*/ 244729 h 244728"/>
                <a:gd name="csX11" fmla="*/ 0 w 154934"/>
                <a:gd name="csY11" fmla="*/ 244729 h 244728"/>
                <a:gd name="csX12" fmla="*/ 0 w 154934"/>
                <a:gd name="csY12" fmla="*/ 200332 h 24472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154934" h="244728">
                  <a:moveTo>
                    <a:pt x="0" y="200332"/>
                  </a:moveTo>
                  <a:lnTo>
                    <a:pt x="53495" y="200332"/>
                  </a:lnTo>
                  <a:lnTo>
                    <a:pt x="53495" y="44397"/>
                  </a:lnTo>
                  <a:lnTo>
                    <a:pt x="0" y="44397"/>
                  </a:lnTo>
                  <a:lnTo>
                    <a:pt x="0" y="0"/>
                  </a:lnTo>
                  <a:lnTo>
                    <a:pt x="154934" y="0"/>
                  </a:lnTo>
                  <a:lnTo>
                    <a:pt x="154934" y="44397"/>
                  </a:lnTo>
                  <a:lnTo>
                    <a:pt x="101804" y="44397"/>
                  </a:lnTo>
                  <a:lnTo>
                    <a:pt x="101804" y="200332"/>
                  </a:lnTo>
                  <a:lnTo>
                    <a:pt x="154934" y="200332"/>
                  </a:lnTo>
                  <a:lnTo>
                    <a:pt x="154934" y="244729"/>
                  </a:lnTo>
                  <a:lnTo>
                    <a:pt x="0" y="244729"/>
                  </a:lnTo>
                  <a:lnTo>
                    <a:pt x="0" y="200332"/>
                  </a:lnTo>
                  <a:close/>
                </a:path>
              </a:pathLst>
            </a:custGeom>
            <a:solidFill>
              <a:srgbClr val="FFFFFF"/>
            </a:solidFill>
            <a:ln w="9088" cap="flat">
              <a:noFill/>
              <a:prstDash val="solid"/>
              <a:miter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7CDBFAA7-FCC8-6993-FD1B-B5FF83E6AD8A}"/>
                </a:ext>
              </a:extLst>
            </p:cNvPr>
            <p:cNvSpPr/>
            <p:nvPr/>
          </p:nvSpPr>
          <p:spPr>
            <a:xfrm>
              <a:off x="4427499" y="4148365"/>
              <a:ext cx="207701" cy="244819"/>
            </a:xfrm>
            <a:custGeom>
              <a:avLst/>
              <a:gdLst>
                <a:gd name="csX0" fmla="*/ 79423 w 207701"/>
                <a:gd name="csY0" fmla="*/ 44397 h 244819"/>
                <a:gd name="csX1" fmla="*/ 0 w 207701"/>
                <a:gd name="csY1" fmla="*/ 44397 h 244819"/>
                <a:gd name="csX2" fmla="*/ 0 w 207701"/>
                <a:gd name="csY2" fmla="*/ 0 h 244819"/>
                <a:gd name="csX3" fmla="*/ 207701 w 207701"/>
                <a:gd name="csY3" fmla="*/ 0 h 244819"/>
                <a:gd name="csX4" fmla="*/ 207701 w 207701"/>
                <a:gd name="csY4" fmla="*/ 44397 h 244819"/>
                <a:gd name="csX5" fmla="*/ 128278 w 207701"/>
                <a:gd name="csY5" fmla="*/ 44397 h 244819"/>
                <a:gd name="csX6" fmla="*/ 128278 w 207701"/>
                <a:gd name="csY6" fmla="*/ 244820 h 244819"/>
                <a:gd name="csX7" fmla="*/ 79332 w 207701"/>
                <a:gd name="csY7" fmla="*/ 244820 h 244819"/>
                <a:gd name="csX8" fmla="*/ 79332 w 207701"/>
                <a:gd name="csY8" fmla="*/ 44397 h 24481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207701" h="244819">
                  <a:moveTo>
                    <a:pt x="79423" y="44397"/>
                  </a:moveTo>
                  <a:lnTo>
                    <a:pt x="0" y="44397"/>
                  </a:lnTo>
                  <a:lnTo>
                    <a:pt x="0" y="0"/>
                  </a:lnTo>
                  <a:lnTo>
                    <a:pt x="207701" y="0"/>
                  </a:lnTo>
                  <a:lnTo>
                    <a:pt x="207701" y="44397"/>
                  </a:lnTo>
                  <a:lnTo>
                    <a:pt x="128278" y="44397"/>
                  </a:lnTo>
                  <a:lnTo>
                    <a:pt x="128278" y="244820"/>
                  </a:lnTo>
                  <a:lnTo>
                    <a:pt x="79332" y="244820"/>
                  </a:lnTo>
                  <a:lnTo>
                    <a:pt x="79332" y="44397"/>
                  </a:lnTo>
                  <a:close/>
                </a:path>
              </a:pathLst>
            </a:custGeom>
            <a:solidFill>
              <a:srgbClr val="FFFFFF"/>
            </a:solidFill>
            <a:ln w="9088" cap="flat">
              <a:noFill/>
              <a:prstDash val="solid"/>
              <a:miter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2ED3AEED-9C5B-A3A9-E972-F2705CC66124}"/>
                </a:ext>
              </a:extLst>
            </p:cNvPr>
            <p:cNvSpPr/>
            <p:nvPr/>
          </p:nvSpPr>
          <p:spPr>
            <a:xfrm>
              <a:off x="4669498" y="4148365"/>
              <a:ext cx="212340" cy="248913"/>
            </a:xfrm>
            <a:custGeom>
              <a:avLst/>
              <a:gdLst>
                <a:gd name="csX0" fmla="*/ 27475 w 212340"/>
                <a:gd name="csY0" fmla="*/ 223804 h 248913"/>
                <a:gd name="csX1" fmla="*/ 0 w 212340"/>
                <a:gd name="csY1" fmla="*/ 151386 h 248913"/>
                <a:gd name="csX2" fmla="*/ 0 w 212340"/>
                <a:gd name="csY2" fmla="*/ 0 h 248913"/>
                <a:gd name="csX3" fmla="*/ 48946 w 212340"/>
                <a:gd name="csY3" fmla="*/ 0 h 248913"/>
                <a:gd name="csX4" fmla="*/ 48946 w 212340"/>
                <a:gd name="csY4" fmla="*/ 151113 h 248913"/>
                <a:gd name="csX5" fmla="*/ 63138 w 212340"/>
                <a:gd name="csY5" fmla="*/ 189961 h 248913"/>
                <a:gd name="csX6" fmla="*/ 105988 w 212340"/>
                <a:gd name="csY6" fmla="*/ 203971 h 248913"/>
                <a:gd name="csX7" fmla="*/ 149021 w 212340"/>
                <a:gd name="csY7" fmla="*/ 189961 h 248913"/>
                <a:gd name="csX8" fmla="*/ 163395 w 212340"/>
                <a:gd name="csY8" fmla="*/ 151113 h 248913"/>
                <a:gd name="csX9" fmla="*/ 163395 w 212340"/>
                <a:gd name="csY9" fmla="*/ 0 h 248913"/>
                <a:gd name="csX10" fmla="*/ 212341 w 212340"/>
                <a:gd name="csY10" fmla="*/ 0 h 248913"/>
                <a:gd name="csX11" fmla="*/ 212341 w 212340"/>
                <a:gd name="csY11" fmla="*/ 151386 h 248913"/>
                <a:gd name="csX12" fmla="*/ 185593 w 212340"/>
                <a:gd name="csY12" fmla="*/ 223076 h 248913"/>
                <a:gd name="csX13" fmla="*/ 106079 w 212340"/>
                <a:gd name="csY13" fmla="*/ 248914 h 248913"/>
                <a:gd name="csX14" fmla="*/ 27566 w 212340"/>
                <a:gd name="csY14" fmla="*/ 223713 h 24891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212340" h="248913">
                  <a:moveTo>
                    <a:pt x="27475" y="223804"/>
                  </a:moveTo>
                  <a:cubicBezTo>
                    <a:pt x="9189" y="206973"/>
                    <a:pt x="0" y="182864"/>
                    <a:pt x="0" y="151386"/>
                  </a:cubicBezTo>
                  <a:lnTo>
                    <a:pt x="0" y="0"/>
                  </a:lnTo>
                  <a:lnTo>
                    <a:pt x="48946" y="0"/>
                  </a:lnTo>
                  <a:lnTo>
                    <a:pt x="48946" y="151113"/>
                  </a:lnTo>
                  <a:cubicBezTo>
                    <a:pt x="48946" y="167671"/>
                    <a:pt x="53677" y="180590"/>
                    <a:pt x="63138" y="189961"/>
                  </a:cubicBezTo>
                  <a:cubicBezTo>
                    <a:pt x="72600" y="199331"/>
                    <a:pt x="86883" y="203971"/>
                    <a:pt x="105988" y="203971"/>
                  </a:cubicBezTo>
                  <a:cubicBezTo>
                    <a:pt x="125094" y="203971"/>
                    <a:pt x="139468" y="199331"/>
                    <a:pt x="149021" y="189961"/>
                  </a:cubicBezTo>
                  <a:cubicBezTo>
                    <a:pt x="158573" y="180681"/>
                    <a:pt x="163395" y="167671"/>
                    <a:pt x="163395" y="151113"/>
                  </a:cubicBezTo>
                  <a:lnTo>
                    <a:pt x="163395" y="0"/>
                  </a:lnTo>
                  <a:lnTo>
                    <a:pt x="212341" y="0"/>
                  </a:lnTo>
                  <a:lnTo>
                    <a:pt x="212341" y="151386"/>
                  </a:lnTo>
                  <a:cubicBezTo>
                    <a:pt x="212341" y="181955"/>
                    <a:pt x="203425" y="205791"/>
                    <a:pt x="185593" y="223076"/>
                  </a:cubicBezTo>
                  <a:cubicBezTo>
                    <a:pt x="167762" y="240362"/>
                    <a:pt x="141197" y="248914"/>
                    <a:pt x="106079" y="248914"/>
                  </a:cubicBezTo>
                  <a:cubicBezTo>
                    <a:pt x="70962" y="248914"/>
                    <a:pt x="45852" y="240544"/>
                    <a:pt x="27566" y="223713"/>
                  </a:cubicBezTo>
                  <a:close/>
                </a:path>
              </a:pathLst>
            </a:custGeom>
            <a:solidFill>
              <a:srgbClr val="FFFFFF"/>
            </a:solidFill>
            <a:ln w="9088" cap="flat">
              <a:noFill/>
              <a:prstDash val="solid"/>
              <a:miter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89A4A332-E83B-89A0-8248-F148185DC400}"/>
                </a:ext>
              </a:extLst>
            </p:cNvPr>
            <p:cNvSpPr/>
            <p:nvPr/>
          </p:nvSpPr>
          <p:spPr>
            <a:xfrm>
              <a:off x="4922324" y="4144089"/>
              <a:ext cx="232992" cy="253371"/>
            </a:xfrm>
            <a:custGeom>
              <a:avLst/>
              <a:gdLst>
                <a:gd name="csX0" fmla="*/ 55951 w 232992"/>
                <a:gd name="csY0" fmla="*/ 239270 h 253371"/>
                <a:gd name="csX1" fmla="*/ 14465 w 232992"/>
                <a:gd name="csY1" fmla="*/ 199240 h 253371"/>
                <a:gd name="csX2" fmla="*/ 0 w 232992"/>
                <a:gd name="csY2" fmla="*/ 137831 h 253371"/>
                <a:gd name="csX3" fmla="*/ 0 w 232992"/>
                <a:gd name="csY3" fmla="*/ 115086 h 253371"/>
                <a:gd name="csX4" fmla="*/ 14465 w 232992"/>
                <a:gd name="csY4" fmla="*/ 53859 h 253371"/>
                <a:gd name="csX5" fmla="*/ 55951 w 232992"/>
                <a:gd name="csY5" fmla="*/ 14011 h 253371"/>
                <a:gd name="csX6" fmla="*/ 119635 w 232992"/>
                <a:gd name="csY6" fmla="*/ 0 h 253371"/>
                <a:gd name="csX7" fmla="*/ 179953 w 232992"/>
                <a:gd name="csY7" fmla="*/ 11918 h 253371"/>
                <a:gd name="csX8" fmla="*/ 219346 w 232992"/>
                <a:gd name="csY8" fmla="*/ 46035 h 253371"/>
                <a:gd name="csX9" fmla="*/ 232993 w 232992"/>
                <a:gd name="csY9" fmla="*/ 98710 h 253371"/>
                <a:gd name="csX10" fmla="*/ 184047 w 232992"/>
                <a:gd name="csY10" fmla="*/ 98710 h 253371"/>
                <a:gd name="csX11" fmla="*/ 167125 w 232992"/>
                <a:gd name="csY11" fmla="*/ 59408 h 253371"/>
                <a:gd name="csX12" fmla="*/ 119726 w 232992"/>
                <a:gd name="csY12" fmla="*/ 45580 h 253371"/>
                <a:gd name="csX13" fmla="*/ 68142 w 232992"/>
                <a:gd name="csY13" fmla="*/ 63229 h 253371"/>
                <a:gd name="csX14" fmla="*/ 50129 w 232992"/>
                <a:gd name="csY14" fmla="*/ 113085 h 253371"/>
                <a:gd name="csX15" fmla="*/ 50129 w 232992"/>
                <a:gd name="csY15" fmla="*/ 138922 h 253371"/>
                <a:gd name="csX16" fmla="*/ 68142 w 232992"/>
                <a:gd name="csY16" fmla="*/ 189779 h 253371"/>
                <a:gd name="csX17" fmla="*/ 119726 w 232992"/>
                <a:gd name="csY17" fmla="*/ 207792 h 253371"/>
                <a:gd name="csX18" fmla="*/ 167125 w 232992"/>
                <a:gd name="csY18" fmla="*/ 193600 h 253371"/>
                <a:gd name="csX19" fmla="*/ 184047 w 232992"/>
                <a:gd name="csY19" fmla="*/ 154297 h 253371"/>
                <a:gd name="csX20" fmla="*/ 232993 w 232992"/>
                <a:gd name="csY20" fmla="*/ 154297 h 253371"/>
                <a:gd name="csX21" fmla="*/ 219164 w 232992"/>
                <a:gd name="csY21" fmla="*/ 206427 h 253371"/>
                <a:gd name="csX22" fmla="*/ 179680 w 232992"/>
                <a:gd name="csY22" fmla="*/ 241090 h 253371"/>
                <a:gd name="csX23" fmla="*/ 119726 w 232992"/>
                <a:gd name="csY23" fmla="*/ 253372 h 253371"/>
                <a:gd name="csX24" fmla="*/ 56042 w 232992"/>
                <a:gd name="csY24" fmla="*/ 239361 h 25337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</a:cxnLst>
              <a:rect l="l" t="t" r="r" b="b"/>
              <a:pathLst>
                <a:path w="232992" h="253371">
                  <a:moveTo>
                    <a:pt x="55951" y="239270"/>
                  </a:moveTo>
                  <a:cubicBezTo>
                    <a:pt x="38029" y="229991"/>
                    <a:pt x="24200" y="216617"/>
                    <a:pt x="14465" y="199240"/>
                  </a:cubicBezTo>
                  <a:cubicBezTo>
                    <a:pt x="4822" y="181864"/>
                    <a:pt x="0" y="161394"/>
                    <a:pt x="0" y="137831"/>
                  </a:cubicBezTo>
                  <a:lnTo>
                    <a:pt x="0" y="115086"/>
                  </a:lnTo>
                  <a:cubicBezTo>
                    <a:pt x="0" y="91523"/>
                    <a:pt x="4822" y="71144"/>
                    <a:pt x="14465" y="53859"/>
                  </a:cubicBezTo>
                  <a:cubicBezTo>
                    <a:pt x="24109" y="36573"/>
                    <a:pt x="37937" y="23290"/>
                    <a:pt x="55951" y="14011"/>
                  </a:cubicBezTo>
                  <a:cubicBezTo>
                    <a:pt x="73874" y="4731"/>
                    <a:pt x="95162" y="0"/>
                    <a:pt x="119635" y="0"/>
                  </a:cubicBezTo>
                  <a:cubicBezTo>
                    <a:pt x="142743" y="0"/>
                    <a:pt x="162849" y="4003"/>
                    <a:pt x="179953" y="11918"/>
                  </a:cubicBezTo>
                  <a:cubicBezTo>
                    <a:pt x="197057" y="19833"/>
                    <a:pt x="210248" y="31205"/>
                    <a:pt x="219346" y="46035"/>
                  </a:cubicBezTo>
                  <a:cubicBezTo>
                    <a:pt x="228444" y="60864"/>
                    <a:pt x="232993" y="78422"/>
                    <a:pt x="232993" y="98710"/>
                  </a:cubicBezTo>
                  <a:lnTo>
                    <a:pt x="184047" y="98710"/>
                  </a:lnTo>
                  <a:cubicBezTo>
                    <a:pt x="184047" y="81698"/>
                    <a:pt x="178406" y="68597"/>
                    <a:pt x="167125" y="59408"/>
                  </a:cubicBezTo>
                  <a:cubicBezTo>
                    <a:pt x="155844" y="50220"/>
                    <a:pt x="140014" y="45580"/>
                    <a:pt x="119726" y="45580"/>
                  </a:cubicBezTo>
                  <a:cubicBezTo>
                    <a:pt x="97346" y="45580"/>
                    <a:pt x="80151" y="51493"/>
                    <a:pt x="68142" y="63229"/>
                  </a:cubicBezTo>
                  <a:cubicBezTo>
                    <a:pt x="56133" y="74965"/>
                    <a:pt x="50129" y="91614"/>
                    <a:pt x="50129" y="113085"/>
                  </a:cubicBezTo>
                  <a:lnTo>
                    <a:pt x="50129" y="138922"/>
                  </a:lnTo>
                  <a:cubicBezTo>
                    <a:pt x="50129" y="160848"/>
                    <a:pt x="56133" y="177770"/>
                    <a:pt x="68142" y="189779"/>
                  </a:cubicBezTo>
                  <a:cubicBezTo>
                    <a:pt x="80151" y="201788"/>
                    <a:pt x="97346" y="207792"/>
                    <a:pt x="119726" y="207792"/>
                  </a:cubicBezTo>
                  <a:cubicBezTo>
                    <a:pt x="140014" y="207792"/>
                    <a:pt x="155753" y="203061"/>
                    <a:pt x="167125" y="193600"/>
                  </a:cubicBezTo>
                  <a:cubicBezTo>
                    <a:pt x="178406" y="184138"/>
                    <a:pt x="184047" y="171037"/>
                    <a:pt x="184047" y="154297"/>
                  </a:cubicBezTo>
                  <a:lnTo>
                    <a:pt x="232993" y="154297"/>
                  </a:lnTo>
                  <a:cubicBezTo>
                    <a:pt x="232993" y="174131"/>
                    <a:pt x="228353" y="191507"/>
                    <a:pt x="219164" y="206427"/>
                  </a:cubicBezTo>
                  <a:cubicBezTo>
                    <a:pt x="209975" y="221348"/>
                    <a:pt x="196784" y="232902"/>
                    <a:pt x="179680" y="241090"/>
                  </a:cubicBezTo>
                  <a:cubicBezTo>
                    <a:pt x="162576" y="249278"/>
                    <a:pt x="142561" y="253372"/>
                    <a:pt x="119726" y="253372"/>
                  </a:cubicBezTo>
                  <a:cubicBezTo>
                    <a:pt x="95253" y="253372"/>
                    <a:pt x="74055" y="248732"/>
                    <a:pt x="56042" y="239361"/>
                  </a:cubicBezTo>
                  <a:close/>
                </a:path>
              </a:pathLst>
            </a:custGeom>
            <a:solidFill>
              <a:srgbClr val="FFFFFF"/>
            </a:solidFill>
            <a:ln w="9088" cap="flat">
              <a:noFill/>
              <a:prstDash val="solid"/>
              <a:miter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3F886067-0708-FFE8-C4C4-190996FC0819}"/>
                </a:ext>
              </a:extLst>
            </p:cNvPr>
            <p:cNvSpPr/>
            <p:nvPr/>
          </p:nvSpPr>
          <p:spPr>
            <a:xfrm>
              <a:off x="5181154" y="4148365"/>
              <a:ext cx="154934" cy="244728"/>
            </a:xfrm>
            <a:custGeom>
              <a:avLst/>
              <a:gdLst>
                <a:gd name="csX0" fmla="*/ 0 w 154934"/>
                <a:gd name="csY0" fmla="*/ 200332 h 244728"/>
                <a:gd name="csX1" fmla="*/ 53495 w 154934"/>
                <a:gd name="csY1" fmla="*/ 200332 h 244728"/>
                <a:gd name="csX2" fmla="*/ 53495 w 154934"/>
                <a:gd name="csY2" fmla="*/ 44397 h 244728"/>
                <a:gd name="csX3" fmla="*/ 0 w 154934"/>
                <a:gd name="csY3" fmla="*/ 44397 h 244728"/>
                <a:gd name="csX4" fmla="*/ 0 w 154934"/>
                <a:gd name="csY4" fmla="*/ 0 h 244728"/>
                <a:gd name="csX5" fmla="*/ 154934 w 154934"/>
                <a:gd name="csY5" fmla="*/ 0 h 244728"/>
                <a:gd name="csX6" fmla="*/ 154934 w 154934"/>
                <a:gd name="csY6" fmla="*/ 44397 h 244728"/>
                <a:gd name="csX7" fmla="*/ 101803 w 154934"/>
                <a:gd name="csY7" fmla="*/ 44397 h 244728"/>
                <a:gd name="csX8" fmla="*/ 101803 w 154934"/>
                <a:gd name="csY8" fmla="*/ 200332 h 244728"/>
                <a:gd name="csX9" fmla="*/ 154934 w 154934"/>
                <a:gd name="csY9" fmla="*/ 200332 h 244728"/>
                <a:gd name="csX10" fmla="*/ 154934 w 154934"/>
                <a:gd name="csY10" fmla="*/ 244729 h 244728"/>
                <a:gd name="csX11" fmla="*/ 0 w 154934"/>
                <a:gd name="csY11" fmla="*/ 244729 h 244728"/>
                <a:gd name="csX12" fmla="*/ 0 w 154934"/>
                <a:gd name="csY12" fmla="*/ 200332 h 24472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154934" h="244728">
                  <a:moveTo>
                    <a:pt x="0" y="200332"/>
                  </a:moveTo>
                  <a:lnTo>
                    <a:pt x="53495" y="200332"/>
                  </a:lnTo>
                  <a:lnTo>
                    <a:pt x="53495" y="44397"/>
                  </a:lnTo>
                  <a:lnTo>
                    <a:pt x="0" y="44397"/>
                  </a:lnTo>
                  <a:lnTo>
                    <a:pt x="0" y="0"/>
                  </a:lnTo>
                  <a:lnTo>
                    <a:pt x="154934" y="0"/>
                  </a:lnTo>
                  <a:lnTo>
                    <a:pt x="154934" y="44397"/>
                  </a:lnTo>
                  <a:lnTo>
                    <a:pt x="101803" y="44397"/>
                  </a:lnTo>
                  <a:lnTo>
                    <a:pt x="101803" y="200332"/>
                  </a:lnTo>
                  <a:lnTo>
                    <a:pt x="154934" y="200332"/>
                  </a:lnTo>
                  <a:lnTo>
                    <a:pt x="154934" y="244729"/>
                  </a:lnTo>
                  <a:lnTo>
                    <a:pt x="0" y="244729"/>
                  </a:lnTo>
                  <a:lnTo>
                    <a:pt x="0" y="200332"/>
                  </a:lnTo>
                  <a:close/>
                </a:path>
              </a:pathLst>
            </a:custGeom>
            <a:solidFill>
              <a:srgbClr val="FFFFFF"/>
            </a:solidFill>
            <a:ln w="9088" cap="flat">
              <a:noFill/>
              <a:prstDash val="solid"/>
              <a:miter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2A3E5BD2-2BFF-8D52-791D-4F0930FF4F19}"/>
                </a:ext>
              </a:extLst>
            </p:cNvPr>
            <p:cNvSpPr/>
            <p:nvPr/>
          </p:nvSpPr>
          <p:spPr>
            <a:xfrm>
              <a:off x="5361198" y="4144180"/>
              <a:ext cx="236540" cy="253189"/>
            </a:xfrm>
            <a:custGeom>
              <a:avLst/>
              <a:gdLst>
                <a:gd name="csX0" fmla="*/ 55314 w 236540"/>
                <a:gd name="csY0" fmla="*/ 239361 h 253189"/>
                <a:gd name="csX1" fmla="*/ 14374 w 236540"/>
                <a:gd name="csY1" fmla="*/ 199877 h 253189"/>
                <a:gd name="csX2" fmla="*/ 0 w 236540"/>
                <a:gd name="csY2" fmla="*/ 139559 h 253189"/>
                <a:gd name="csX3" fmla="*/ 0 w 236540"/>
                <a:gd name="csY3" fmla="*/ 113995 h 253189"/>
                <a:gd name="csX4" fmla="*/ 14374 w 236540"/>
                <a:gd name="csY4" fmla="*/ 53495 h 253189"/>
                <a:gd name="csX5" fmla="*/ 55314 w 236540"/>
                <a:gd name="csY5" fmla="*/ 13829 h 253189"/>
                <a:gd name="csX6" fmla="*/ 118270 w 236540"/>
                <a:gd name="csY6" fmla="*/ 0 h 253189"/>
                <a:gd name="csX7" fmla="*/ 181227 w 236540"/>
                <a:gd name="csY7" fmla="*/ 13829 h 253189"/>
                <a:gd name="csX8" fmla="*/ 222166 w 236540"/>
                <a:gd name="csY8" fmla="*/ 53313 h 253189"/>
                <a:gd name="csX9" fmla="*/ 236541 w 236540"/>
                <a:gd name="csY9" fmla="*/ 113631 h 253189"/>
                <a:gd name="csX10" fmla="*/ 236541 w 236540"/>
                <a:gd name="csY10" fmla="*/ 139195 h 253189"/>
                <a:gd name="csX11" fmla="*/ 222166 w 236540"/>
                <a:gd name="csY11" fmla="*/ 199695 h 253189"/>
                <a:gd name="csX12" fmla="*/ 181227 w 236540"/>
                <a:gd name="csY12" fmla="*/ 239361 h 253189"/>
                <a:gd name="csX13" fmla="*/ 118270 w 236540"/>
                <a:gd name="csY13" fmla="*/ 253190 h 253189"/>
                <a:gd name="csX14" fmla="*/ 55314 w 236540"/>
                <a:gd name="csY14" fmla="*/ 239361 h 253189"/>
                <a:gd name="csX15" fmla="*/ 67687 w 236540"/>
                <a:gd name="csY15" fmla="*/ 189688 h 253189"/>
                <a:gd name="csX16" fmla="*/ 118179 w 236540"/>
                <a:gd name="csY16" fmla="*/ 207701 h 253189"/>
                <a:gd name="csX17" fmla="*/ 168672 w 236540"/>
                <a:gd name="csY17" fmla="*/ 189688 h 253189"/>
                <a:gd name="csX18" fmla="*/ 186321 w 236540"/>
                <a:gd name="csY18" fmla="*/ 138467 h 253189"/>
                <a:gd name="csX19" fmla="*/ 186321 w 236540"/>
                <a:gd name="csY19" fmla="*/ 114722 h 253189"/>
                <a:gd name="csX20" fmla="*/ 168672 w 236540"/>
                <a:gd name="csY20" fmla="*/ 63684 h 253189"/>
                <a:gd name="csX21" fmla="*/ 118179 w 236540"/>
                <a:gd name="csY21" fmla="*/ 45489 h 253189"/>
                <a:gd name="csX22" fmla="*/ 67505 w 236540"/>
                <a:gd name="csY22" fmla="*/ 63320 h 253189"/>
                <a:gd name="csX23" fmla="*/ 50037 w 236540"/>
                <a:gd name="csY23" fmla="*/ 114722 h 253189"/>
                <a:gd name="csX24" fmla="*/ 50037 w 236540"/>
                <a:gd name="csY24" fmla="*/ 138831 h 253189"/>
                <a:gd name="csX25" fmla="*/ 67687 w 236540"/>
                <a:gd name="csY25" fmla="*/ 189688 h 25318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</a:cxnLst>
              <a:rect l="l" t="t" r="r" b="b"/>
              <a:pathLst>
                <a:path w="236540" h="253189">
                  <a:moveTo>
                    <a:pt x="55314" y="239361"/>
                  </a:moveTo>
                  <a:cubicBezTo>
                    <a:pt x="37574" y="230173"/>
                    <a:pt x="23927" y="216981"/>
                    <a:pt x="14374" y="199877"/>
                  </a:cubicBezTo>
                  <a:cubicBezTo>
                    <a:pt x="4822" y="182773"/>
                    <a:pt x="0" y="162667"/>
                    <a:pt x="0" y="139559"/>
                  </a:cubicBezTo>
                  <a:lnTo>
                    <a:pt x="0" y="113995"/>
                  </a:lnTo>
                  <a:cubicBezTo>
                    <a:pt x="0" y="90886"/>
                    <a:pt x="4731" y="70780"/>
                    <a:pt x="14374" y="53495"/>
                  </a:cubicBezTo>
                  <a:cubicBezTo>
                    <a:pt x="23927" y="36209"/>
                    <a:pt x="37574" y="23017"/>
                    <a:pt x="55314" y="13829"/>
                  </a:cubicBezTo>
                  <a:cubicBezTo>
                    <a:pt x="73055" y="4640"/>
                    <a:pt x="93979" y="0"/>
                    <a:pt x="118270" y="0"/>
                  </a:cubicBezTo>
                  <a:cubicBezTo>
                    <a:pt x="142561" y="0"/>
                    <a:pt x="163486" y="4640"/>
                    <a:pt x="181227" y="13829"/>
                  </a:cubicBezTo>
                  <a:cubicBezTo>
                    <a:pt x="198967" y="23017"/>
                    <a:pt x="212614" y="36209"/>
                    <a:pt x="222166" y="53313"/>
                  </a:cubicBezTo>
                  <a:cubicBezTo>
                    <a:pt x="231719" y="70416"/>
                    <a:pt x="236541" y="90522"/>
                    <a:pt x="236541" y="113631"/>
                  </a:cubicBezTo>
                  <a:lnTo>
                    <a:pt x="236541" y="139195"/>
                  </a:lnTo>
                  <a:cubicBezTo>
                    <a:pt x="236541" y="162303"/>
                    <a:pt x="231719" y="182409"/>
                    <a:pt x="222166" y="199695"/>
                  </a:cubicBezTo>
                  <a:cubicBezTo>
                    <a:pt x="212614" y="216981"/>
                    <a:pt x="198967" y="230173"/>
                    <a:pt x="181227" y="239361"/>
                  </a:cubicBezTo>
                  <a:cubicBezTo>
                    <a:pt x="163486" y="248550"/>
                    <a:pt x="142561" y="253190"/>
                    <a:pt x="118270" y="253190"/>
                  </a:cubicBezTo>
                  <a:cubicBezTo>
                    <a:pt x="93979" y="253190"/>
                    <a:pt x="73055" y="248550"/>
                    <a:pt x="55314" y="239361"/>
                  </a:cubicBezTo>
                  <a:close/>
                  <a:moveTo>
                    <a:pt x="67687" y="189688"/>
                  </a:moveTo>
                  <a:cubicBezTo>
                    <a:pt x="79423" y="201697"/>
                    <a:pt x="96345" y="207701"/>
                    <a:pt x="118179" y="207701"/>
                  </a:cubicBezTo>
                  <a:cubicBezTo>
                    <a:pt x="140014" y="207701"/>
                    <a:pt x="156936" y="201697"/>
                    <a:pt x="168672" y="189688"/>
                  </a:cubicBezTo>
                  <a:cubicBezTo>
                    <a:pt x="180408" y="177679"/>
                    <a:pt x="186321" y="160575"/>
                    <a:pt x="186321" y="138467"/>
                  </a:cubicBezTo>
                  <a:lnTo>
                    <a:pt x="186321" y="114722"/>
                  </a:lnTo>
                  <a:cubicBezTo>
                    <a:pt x="186321" y="92797"/>
                    <a:pt x="180408" y="75784"/>
                    <a:pt x="168672" y="63684"/>
                  </a:cubicBezTo>
                  <a:cubicBezTo>
                    <a:pt x="156936" y="51584"/>
                    <a:pt x="140014" y="45489"/>
                    <a:pt x="118179" y="45489"/>
                  </a:cubicBezTo>
                  <a:cubicBezTo>
                    <a:pt x="96345" y="45489"/>
                    <a:pt x="79150" y="51402"/>
                    <a:pt x="67505" y="63320"/>
                  </a:cubicBezTo>
                  <a:cubicBezTo>
                    <a:pt x="55860" y="75238"/>
                    <a:pt x="50037" y="92342"/>
                    <a:pt x="50037" y="114722"/>
                  </a:cubicBezTo>
                  <a:lnTo>
                    <a:pt x="50037" y="138831"/>
                  </a:lnTo>
                  <a:cubicBezTo>
                    <a:pt x="50037" y="160757"/>
                    <a:pt x="55951" y="177679"/>
                    <a:pt x="67687" y="189688"/>
                  </a:cubicBezTo>
                  <a:close/>
                </a:path>
              </a:pathLst>
            </a:custGeom>
            <a:solidFill>
              <a:srgbClr val="FFFFFF"/>
            </a:solidFill>
            <a:ln w="9088" cap="flat">
              <a:noFill/>
              <a:prstDash val="solid"/>
              <a:miter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3F721CF2-D0F4-9042-C523-27180FE8D10D}"/>
                </a:ext>
              </a:extLst>
            </p:cNvPr>
            <p:cNvSpPr/>
            <p:nvPr/>
          </p:nvSpPr>
          <p:spPr>
            <a:xfrm>
              <a:off x="5639224" y="4148365"/>
              <a:ext cx="220619" cy="244819"/>
            </a:xfrm>
            <a:custGeom>
              <a:avLst/>
              <a:gdLst>
                <a:gd name="csX0" fmla="*/ 0 w 220619"/>
                <a:gd name="csY0" fmla="*/ 0 h 244819"/>
                <a:gd name="csX1" fmla="*/ 88794 w 220619"/>
                <a:gd name="csY1" fmla="*/ 0 h 244819"/>
                <a:gd name="csX2" fmla="*/ 163304 w 220619"/>
                <a:gd name="csY2" fmla="*/ 202515 h 244819"/>
                <a:gd name="csX3" fmla="*/ 172402 w 220619"/>
                <a:gd name="csY3" fmla="*/ 202515 h 244819"/>
                <a:gd name="csX4" fmla="*/ 172402 w 220619"/>
                <a:gd name="csY4" fmla="*/ 0 h 244819"/>
                <a:gd name="csX5" fmla="*/ 220620 w 220619"/>
                <a:gd name="csY5" fmla="*/ 0 h 244819"/>
                <a:gd name="csX6" fmla="*/ 220620 w 220619"/>
                <a:gd name="csY6" fmla="*/ 244820 h 244819"/>
                <a:gd name="csX7" fmla="*/ 131826 w 220619"/>
                <a:gd name="csY7" fmla="*/ 244820 h 244819"/>
                <a:gd name="csX8" fmla="*/ 57316 w 220619"/>
                <a:gd name="csY8" fmla="*/ 42304 h 244819"/>
                <a:gd name="csX9" fmla="*/ 48218 w 220619"/>
                <a:gd name="csY9" fmla="*/ 42304 h 244819"/>
                <a:gd name="csX10" fmla="*/ 48218 w 220619"/>
                <a:gd name="csY10" fmla="*/ 244820 h 244819"/>
                <a:gd name="csX11" fmla="*/ 0 w 220619"/>
                <a:gd name="csY11" fmla="*/ 244820 h 244819"/>
                <a:gd name="csX12" fmla="*/ 0 w 220619"/>
                <a:gd name="csY12" fmla="*/ 0 h 24481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220619" h="244819">
                  <a:moveTo>
                    <a:pt x="0" y="0"/>
                  </a:moveTo>
                  <a:lnTo>
                    <a:pt x="88794" y="0"/>
                  </a:lnTo>
                  <a:lnTo>
                    <a:pt x="163304" y="202515"/>
                  </a:lnTo>
                  <a:lnTo>
                    <a:pt x="172402" y="202515"/>
                  </a:lnTo>
                  <a:lnTo>
                    <a:pt x="172402" y="0"/>
                  </a:lnTo>
                  <a:lnTo>
                    <a:pt x="220620" y="0"/>
                  </a:lnTo>
                  <a:lnTo>
                    <a:pt x="220620" y="244820"/>
                  </a:lnTo>
                  <a:lnTo>
                    <a:pt x="131826" y="244820"/>
                  </a:lnTo>
                  <a:lnTo>
                    <a:pt x="57316" y="42304"/>
                  </a:lnTo>
                  <a:lnTo>
                    <a:pt x="48218" y="42304"/>
                  </a:lnTo>
                  <a:lnTo>
                    <a:pt x="48218" y="244820"/>
                  </a:lnTo>
                  <a:lnTo>
                    <a:pt x="0" y="2448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9088" cap="flat">
              <a:noFill/>
              <a:prstDash val="solid"/>
              <a:miter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AC61BFDD-D421-3DB5-0320-8A864BC80C25}"/>
                </a:ext>
              </a:extLst>
            </p:cNvPr>
            <p:cNvSpPr/>
            <p:nvPr/>
          </p:nvSpPr>
          <p:spPr>
            <a:xfrm>
              <a:off x="5888593" y="4148365"/>
              <a:ext cx="248640" cy="244819"/>
            </a:xfrm>
            <a:custGeom>
              <a:avLst/>
              <a:gdLst>
                <a:gd name="csX0" fmla="*/ 84245 w 248640"/>
                <a:gd name="csY0" fmla="*/ 0 h 244819"/>
                <a:gd name="csX1" fmla="*/ 164669 w 248640"/>
                <a:gd name="csY1" fmla="*/ 0 h 244819"/>
                <a:gd name="csX2" fmla="*/ 248641 w 248640"/>
                <a:gd name="csY2" fmla="*/ 244820 h 244819"/>
                <a:gd name="csX3" fmla="*/ 196511 w 248640"/>
                <a:gd name="csY3" fmla="*/ 244820 h 244819"/>
                <a:gd name="csX4" fmla="*/ 181864 w 248640"/>
                <a:gd name="csY4" fmla="*/ 200423 h 244819"/>
                <a:gd name="csX5" fmla="*/ 66414 w 248640"/>
                <a:gd name="csY5" fmla="*/ 200423 h 244819"/>
                <a:gd name="csX6" fmla="*/ 51766 w 248640"/>
                <a:gd name="csY6" fmla="*/ 244820 h 244819"/>
                <a:gd name="csX7" fmla="*/ 0 w 248640"/>
                <a:gd name="csY7" fmla="*/ 244820 h 244819"/>
                <a:gd name="csX8" fmla="*/ 84245 w 248640"/>
                <a:gd name="csY8" fmla="*/ 0 h 244819"/>
                <a:gd name="csX9" fmla="*/ 169218 w 248640"/>
                <a:gd name="csY9" fmla="*/ 159756 h 244819"/>
                <a:gd name="csX10" fmla="*/ 128278 w 248640"/>
                <a:gd name="csY10" fmla="*/ 36300 h 244819"/>
                <a:gd name="csX11" fmla="*/ 119180 w 248640"/>
                <a:gd name="csY11" fmla="*/ 36300 h 244819"/>
                <a:gd name="csX12" fmla="*/ 78968 w 248640"/>
                <a:gd name="csY12" fmla="*/ 159756 h 244819"/>
                <a:gd name="csX13" fmla="*/ 169218 w 248640"/>
                <a:gd name="csY13" fmla="*/ 159756 h 24481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248640" h="244819">
                  <a:moveTo>
                    <a:pt x="84245" y="0"/>
                  </a:moveTo>
                  <a:lnTo>
                    <a:pt x="164669" y="0"/>
                  </a:lnTo>
                  <a:lnTo>
                    <a:pt x="248641" y="244820"/>
                  </a:lnTo>
                  <a:lnTo>
                    <a:pt x="196511" y="244820"/>
                  </a:lnTo>
                  <a:lnTo>
                    <a:pt x="181864" y="200423"/>
                  </a:lnTo>
                  <a:lnTo>
                    <a:pt x="66414" y="200423"/>
                  </a:lnTo>
                  <a:lnTo>
                    <a:pt x="51766" y="244820"/>
                  </a:lnTo>
                  <a:lnTo>
                    <a:pt x="0" y="244820"/>
                  </a:lnTo>
                  <a:lnTo>
                    <a:pt x="84245" y="0"/>
                  </a:lnTo>
                  <a:close/>
                  <a:moveTo>
                    <a:pt x="169218" y="159756"/>
                  </a:moveTo>
                  <a:lnTo>
                    <a:pt x="128278" y="36300"/>
                  </a:lnTo>
                  <a:lnTo>
                    <a:pt x="119180" y="36300"/>
                  </a:lnTo>
                  <a:lnTo>
                    <a:pt x="78968" y="159756"/>
                  </a:lnTo>
                  <a:lnTo>
                    <a:pt x="169218" y="159756"/>
                  </a:lnTo>
                  <a:close/>
                </a:path>
              </a:pathLst>
            </a:custGeom>
            <a:solidFill>
              <a:srgbClr val="FFFFFF"/>
            </a:solidFill>
            <a:ln w="9088" cap="flat">
              <a:noFill/>
              <a:prstDash val="solid"/>
              <a:miter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52242FBD-9787-4C24-636F-1F6E3530CB2A}"/>
                </a:ext>
              </a:extLst>
            </p:cNvPr>
            <p:cNvSpPr/>
            <p:nvPr/>
          </p:nvSpPr>
          <p:spPr>
            <a:xfrm>
              <a:off x="6165891" y="4148365"/>
              <a:ext cx="177678" cy="244819"/>
            </a:xfrm>
            <a:custGeom>
              <a:avLst/>
              <a:gdLst>
                <a:gd name="csX0" fmla="*/ 0 w 177678"/>
                <a:gd name="csY0" fmla="*/ 0 h 244819"/>
                <a:gd name="csX1" fmla="*/ 48946 w 177678"/>
                <a:gd name="csY1" fmla="*/ 0 h 244819"/>
                <a:gd name="csX2" fmla="*/ 48946 w 177678"/>
                <a:gd name="csY2" fmla="*/ 200423 h 244819"/>
                <a:gd name="csX3" fmla="*/ 177679 w 177678"/>
                <a:gd name="csY3" fmla="*/ 200423 h 244819"/>
                <a:gd name="csX4" fmla="*/ 177679 w 177678"/>
                <a:gd name="csY4" fmla="*/ 244820 h 244819"/>
                <a:gd name="csX5" fmla="*/ 0 w 177678"/>
                <a:gd name="csY5" fmla="*/ 244820 h 244819"/>
                <a:gd name="csX6" fmla="*/ 0 w 177678"/>
                <a:gd name="csY6" fmla="*/ 0 h 24481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177678" h="244819">
                  <a:moveTo>
                    <a:pt x="0" y="0"/>
                  </a:moveTo>
                  <a:lnTo>
                    <a:pt x="48946" y="0"/>
                  </a:lnTo>
                  <a:lnTo>
                    <a:pt x="48946" y="200423"/>
                  </a:lnTo>
                  <a:lnTo>
                    <a:pt x="177679" y="200423"/>
                  </a:lnTo>
                  <a:lnTo>
                    <a:pt x="177679" y="244820"/>
                  </a:lnTo>
                  <a:lnTo>
                    <a:pt x="0" y="2448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9088" cap="flat">
              <a:noFill/>
              <a:prstDash val="solid"/>
              <a:miter/>
            </a:ln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233" name="Graphic 3">
            <a:extLst>
              <a:ext uri="{FF2B5EF4-FFF2-40B4-BE49-F238E27FC236}">
                <a16:creationId xmlns:a16="http://schemas.microsoft.com/office/drawing/2014/main" id="{53FCA356-CA68-4B48-D162-D2963AF70593}"/>
              </a:ext>
            </a:extLst>
          </p:cNvPr>
          <p:cNvGrpSpPr/>
          <p:nvPr/>
        </p:nvGrpSpPr>
        <p:grpSpPr>
          <a:xfrm>
            <a:off x="5996514" y="1195150"/>
            <a:ext cx="2546310" cy="361478"/>
            <a:chOff x="407988" y="1585850"/>
            <a:chExt cx="4555238" cy="646668"/>
          </a:xfrm>
        </p:grpSpPr>
        <p:sp>
          <p:nvSpPr>
            <p:cNvPr id="234" name="Rectangle 233">
              <a:extLst>
                <a:ext uri="{FF2B5EF4-FFF2-40B4-BE49-F238E27FC236}">
                  <a16:creationId xmlns:a16="http://schemas.microsoft.com/office/drawing/2014/main" id="{044BE8B2-0A89-D8B5-D5CA-8C766954FC70}"/>
                </a:ext>
              </a:extLst>
            </p:cNvPr>
            <p:cNvSpPr/>
            <p:nvPr/>
          </p:nvSpPr>
          <p:spPr>
            <a:xfrm>
              <a:off x="407988" y="1585850"/>
              <a:ext cx="3910472" cy="646668"/>
            </a:xfrm>
            <a:prstGeom prst="rect">
              <a:avLst/>
            </a:prstGeom>
            <a:solidFill>
              <a:srgbClr val="79949B"/>
            </a:solidFill>
            <a:ln w="11187" cap="flat">
              <a:noFill/>
              <a:prstDash val="solid"/>
              <a:miter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C05AE99A-A774-B207-4871-422A35883592}"/>
                </a:ext>
              </a:extLst>
            </p:cNvPr>
            <p:cNvSpPr/>
            <p:nvPr/>
          </p:nvSpPr>
          <p:spPr>
            <a:xfrm>
              <a:off x="515822" y="1754935"/>
              <a:ext cx="190697" cy="301218"/>
            </a:xfrm>
            <a:custGeom>
              <a:avLst/>
              <a:gdLst>
                <a:gd name="csX0" fmla="*/ 0 w 190697"/>
                <a:gd name="csY0" fmla="*/ 246574 h 301218"/>
                <a:gd name="csX1" fmla="*/ 65843 w 190697"/>
                <a:gd name="csY1" fmla="*/ 246574 h 301218"/>
                <a:gd name="csX2" fmla="*/ 65843 w 190697"/>
                <a:gd name="csY2" fmla="*/ 54645 h 301218"/>
                <a:gd name="csX3" fmla="*/ 0 w 190697"/>
                <a:gd name="csY3" fmla="*/ 54645 h 301218"/>
                <a:gd name="csX4" fmla="*/ 0 w 190697"/>
                <a:gd name="csY4" fmla="*/ 0 h 301218"/>
                <a:gd name="csX5" fmla="*/ 190697 w 190697"/>
                <a:gd name="csY5" fmla="*/ 0 h 301218"/>
                <a:gd name="csX6" fmla="*/ 190697 w 190697"/>
                <a:gd name="csY6" fmla="*/ 54645 h 301218"/>
                <a:gd name="csX7" fmla="*/ 125303 w 190697"/>
                <a:gd name="csY7" fmla="*/ 54645 h 301218"/>
                <a:gd name="csX8" fmla="*/ 125303 w 190697"/>
                <a:gd name="csY8" fmla="*/ 246574 h 301218"/>
                <a:gd name="csX9" fmla="*/ 190697 w 190697"/>
                <a:gd name="csY9" fmla="*/ 246574 h 301218"/>
                <a:gd name="csX10" fmla="*/ 190697 w 190697"/>
                <a:gd name="csY10" fmla="*/ 301219 h 301218"/>
                <a:gd name="csX11" fmla="*/ 0 w 190697"/>
                <a:gd name="csY11" fmla="*/ 301219 h 301218"/>
                <a:gd name="csX12" fmla="*/ 0 w 190697"/>
                <a:gd name="csY12" fmla="*/ 246574 h 30121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190697" h="301218">
                  <a:moveTo>
                    <a:pt x="0" y="246574"/>
                  </a:moveTo>
                  <a:lnTo>
                    <a:pt x="65843" y="246574"/>
                  </a:lnTo>
                  <a:lnTo>
                    <a:pt x="65843" y="54645"/>
                  </a:lnTo>
                  <a:lnTo>
                    <a:pt x="0" y="54645"/>
                  </a:lnTo>
                  <a:lnTo>
                    <a:pt x="0" y="0"/>
                  </a:lnTo>
                  <a:lnTo>
                    <a:pt x="190697" y="0"/>
                  </a:lnTo>
                  <a:lnTo>
                    <a:pt x="190697" y="54645"/>
                  </a:lnTo>
                  <a:lnTo>
                    <a:pt x="125303" y="54645"/>
                  </a:lnTo>
                  <a:lnTo>
                    <a:pt x="125303" y="246574"/>
                  </a:lnTo>
                  <a:lnTo>
                    <a:pt x="190697" y="246574"/>
                  </a:lnTo>
                  <a:lnTo>
                    <a:pt x="190697" y="301219"/>
                  </a:lnTo>
                  <a:lnTo>
                    <a:pt x="0" y="301219"/>
                  </a:lnTo>
                  <a:lnTo>
                    <a:pt x="0" y="246574"/>
                  </a:lnTo>
                  <a:close/>
                </a:path>
              </a:pathLst>
            </a:custGeom>
            <a:solidFill>
              <a:srgbClr val="FFFFFF"/>
            </a:solidFill>
            <a:ln w="11187" cap="flat">
              <a:noFill/>
              <a:prstDash val="solid"/>
              <a:miter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187F581A-29DF-20D1-FDEE-9AB52C178A1D}"/>
                </a:ext>
              </a:extLst>
            </p:cNvPr>
            <p:cNvSpPr/>
            <p:nvPr/>
          </p:nvSpPr>
          <p:spPr>
            <a:xfrm>
              <a:off x="750862" y="1754935"/>
              <a:ext cx="271545" cy="301330"/>
            </a:xfrm>
            <a:custGeom>
              <a:avLst/>
              <a:gdLst>
                <a:gd name="csX0" fmla="*/ 0 w 271545"/>
                <a:gd name="csY0" fmla="*/ 0 h 301330"/>
                <a:gd name="csX1" fmla="*/ 109290 w 271545"/>
                <a:gd name="csY1" fmla="*/ 0 h 301330"/>
                <a:gd name="csX2" fmla="*/ 200999 w 271545"/>
                <a:gd name="csY2" fmla="*/ 249261 h 301330"/>
                <a:gd name="csX3" fmla="*/ 212197 w 271545"/>
                <a:gd name="csY3" fmla="*/ 249261 h 301330"/>
                <a:gd name="csX4" fmla="*/ 212197 w 271545"/>
                <a:gd name="csY4" fmla="*/ 0 h 301330"/>
                <a:gd name="csX5" fmla="*/ 271545 w 271545"/>
                <a:gd name="csY5" fmla="*/ 0 h 301330"/>
                <a:gd name="csX6" fmla="*/ 271545 w 271545"/>
                <a:gd name="csY6" fmla="*/ 301331 h 301330"/>
                <a:gd name="csX7" fmla="*/ 162255 w 271545"/>
                <a:gd name="csY7" fmla="*/ 301331 h 301330"/>
                <a:gd name="csX8" fmla="*/ 70546 w 271545"/>
                <a:gd name="csY8" fmla="*/ 52069 h 301330"/>
                <a:gd name="csX9" fmla="*/ 59348 w 271545"/>
                <a:gd name="csY9" fmla="*/ 52069 h 301330"/>
                <a:gd name="csX10" fmla="*/ 59348 w 271545"/>
                <a:gd name="csY10" fmla="*/ 301331 h 301330"/>
                <a:gd name="csX11" fmla="*/ 0 w 271545"/>
                <a:gd name="csY11" fmla="*/ 301331 h 301330"/>
                <a:gd name="csX12" fmla="*/ 0 w 271545"/>
                <a:gd name="csY12" fmla="*/ 0 h 30133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271545" h="301330">
                  <a:moveTo>
                    <a:pt x="0" y="0"/>
                  </a:moveTo>
                  <a:lnTo>
                    <a:pt x="109290" y="0"/>
                  </a:lnTo>
                  <a:lnTo>
                    <a:pt x="200999" y="249261"/>
                  </a:lnTo>
                  <a:lnTo>
                    <a:pt x="212197" y="249261"/>
                  </a:lnTo>
                  <a:lnTo>
                    <a:pt x="212197" y="0"/>
                  </a:lnTo>
                  <a:lnTo>
                    <a:pt x="271545" y="0"/>
                  </a:lnTo>
                  <a:lnTo>
                    <a:pt x="271545" y="301331"/>
                  </a:lnTo>
                  <a:lnTo>
                    <a:pt x="162255" y="301331"/>
                  </a:lnTo>
                  <a:lnTo>
                    <a:pt x="70546" y="52069"/>
                  </a:lnTo>
                  <a:lnTo>
                    <a:pt x="59348" y="52069"/>
                  </a:lnTo>
                  <a:lnTo>
                    <a:pt x="59348" y="301331"/>
                  </a:lnTo>
                  <a:lnTo>
                    <a:pt x="0" y="30133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11187" cap="flat">
              <a:noFill/>
              <a:prstDash val="solid"/>
              <a:miter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ACE8DCE8-5B9D-A194-457D-05F80CA5BC1D}"/>
                </a:ext>
              </a:extLst>
            </p:cNvPr>
            <p:cNvSpPr/>
            <p:nvPr/>
          </p:nvSpPr>
          <p:spPr>
            <a:xfrm>
              <a:off x="1068542" y="1749672"/>
              <a:ext cx="244782" cy="311632"/>
            </a:xfrm>
            <a:custGeom>
              <a:avLst/>
              <a:gdLst>
                <a:gd name="csX0" fmla="*/ 32473 w 244782"/>
                <a:gd name="csY0" fmla="*/ 282855 h 311632"/>
                <a:gd name="csX1" fmla="*/ 0 w 244782"/>
                <a:gd name="csY1" fmla="*/ 199320 h 311632"/>
                <a:gd name="csX2" fmla="*/ 59348 w 244782"/>
                <a:gd name="csY2" fmla="*/ 199320 h 311632"/>
                <a:gd name="csX3" fmla="*/ 76369 w 244782"/>
                <a:gd name="csY3" fmla="*/ 243663 h 311632"/>
                <a:gd name="csX4" fmla="*/ 126534 w 244782"/>
                <a:gd name="csY4" fmla="*/ 258780 h 311632"/>
                <a:gd name="csX5" fmla="*/ 168302 w 244782"/>
                <a:gd name="csY5" fmla="*/ 248702 h 311632"/>
                <a:gd name="csX6" fmla="*/ 183419 w 244782"/>
                <a:gd name="csY6" fmla="*/ 220035 h 311632"/>
                <a:gd name="csX7" fmla="*/ 173117 w 244782"/>
                <a:gd name="csY7" fmla="*/ 199208 h 311632"/>
                <a:gd name="csX8" fmla="*/ 136052 w 244782"/>
                <a:gd name="csY8" fmla="*/ 184315 h 311632"/>
                <a:gd name="csX9" fmla="*/ 83983 w 244782"/>
                <a:gd name="csY9" fmla="*/ 170541 h 311632"/>
                <a:gd name="csX10" fmla="*/ 25643 w 244782"/>
                <a:gd name="csY10" fmla="*/ 141875 h 311632"/>
                <a:gd name="csX11" fmla="*/ 5599 w 244782"/>
                <a:gd name="csY11" fmla="*/ 89134 h 311632"/>
                <a:gd name="csX12" fmla="*/ 19596 w 244782"/>
                <a:gd name="csY12" fmla="*/ 42439 h 311632"/>
                <a:gd name="csX13" fmla="*/ 59684 w 244782"/>
                <a:gd name="csY13" fmla="*/ 11198 h 311632"/>
                <a:gd name="csX14" fmla="*/ 120152 w 244782"/>
                <a:gd name="csY14" fmla="*/ 0 h 311632"/>
                <a:gd name="csX15" fmla="*/ 209734 w 244782"/>
                <a:gd name="csY15" fmla="*/ 26427 h 311632"/>
                <a:gd name="csX16" fmla="*/ 240303 w 244782"/>
                <a:gd name="csY16" fmla="*/ 102347 h 311632"/>
                <a:gd name="csX17" fmla="*/ 180955 w 244782"/>
                <a:gd name="csY17" fmla="*/ 102347 h 311632"/>
                <a:gd name="csX18" fmla="*/ 165726 w 244782"/>
                <a:gd name="csY18" fmla="*/ 65283 h 311632"/>
                <a:gd name="csX19" fmla="*/ 119928 w 244782"/>
                <a:gd name="csY19" fmla="*/ 52853 h 311632"/>
                <a:gd name="csX20" fmla="*/ 80176 w 244782"/>
                <a:gd name="csY20" fmla="*/ 61476 h 311632"/>
                <a:gd name="csX21" fmla="*/ 65731 w 244782"/>
                <a:gd name="csY21" fmla="*/ 85551 h 311632"/>
                <a:gd name="csX22" fmla="*/ 76704 w 244782"/>
                <a:gd name="csY22" fmla="*/ 106602 h 311632"/>
                <a:gd name="csX23" fmla="*/ 110074 w 244782"/>
                <a:gd name="csY23" fmla="*/ 120376 h 311632"/>
                <a:gd name="csX24" fmla="*/ 161695 w 244782"/>
                <a:gd name="csY24" fmla="*/ 133253 h 311632"/>
                <a:gd name="csX25" fmla="*/ 223731 w 244782"/>
                <a:gd name="csY25" fmla="*/ 161695 h 311632"/>
                <a:gd name="csX26" fmla="*/ 244782 w 244782"/>
                <a:gd name="csY26" fmla="*/ 218132 h 311632"/>
                <a:gd name="csX27" fmla="*/ 230337 w 244782"/>
                <a:gd name="csY27" fmla="*/ 266394 h 311632"/>
                <a:gd name="csX28" fmla="*/ 189018 w 244782"/>
                <a:gd name="csY28" fmla="*/ 299539 h 311632"/>
                <a:gd name="csX29" fmla="*/ 126422 w 244782"/>
                <a:gd name="csY29" fmla="*/ 311633 h 311632"/>
                <a:gd name="csX30" fmla="*/ 32809 w 244782"/>
                <a:gd name="csY30" fmla="*/ 282743 h 31163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</a:cxnLst>
              <a:rect l="l" t="t" r="r" b="b"/>
              <a:pathLst>
                <a:path w="244782" h="311632">
                  <a:moveTo>
                    <a:pt x="32473" y="282855"/>
                  </a:moveTo>
                  <a:cubicBezTo>
                    <a:pt x="10862" y="263595"/>
                    <a:pt x="0" y="235824"/>
                    <a:pt x="0" y="199320"/>
                  </a:cubicBezTo>
                  <a:lnTo>
                    <a:pt x="59348" y="199320"/>
                  </a:lnTo>
                  <a:cubicBezTo>
                    <a:pt x="59348" y="218804"/>
                    <a:pt x="65059" y="233585"/>
                    <a:pt x="76369" y="243663"/>
                  </a:cubicBezTo>
                  <a:cubicBezTo>
                    <a:pt x="87678" y="253741"/>
                    <a:pt x="104363" y="258780"/>
                    <a:pt x="126534" y="258780"/>
                  </a:cubicBezTo>
                  <a:cubicBezTo>
                    <a:pt x="144339" y="258780"/>
                    <a:pt x="158224" y="255420"/>
                    <a:pt x="168302" y="248702"/>
                  </a:cubicBezTo>
                  <a:cubicBezTo>
                    <a:pt x="178380" y="241983"/>
                    <a:pt x="183419" y="232465"/>
                    <a:pt x="183419" y="220035"/>
                  </a:cubicBezTo>
                  <a:cubicBezTo>
                    <a:pt x="183419" y="211189"/>
                    <a:pt x="179948" y="204135"/>
                    <a:pt x="173117" y="199208"/>
                  </a:cubicBezTo>
                  <a:cubicBezTo>
                    <a:pt x="166174" y="194169"/>
                    <a:pt x="153857" y="189242"/>
                    <a:pt x="136052" y="184315"/>
                  </a:cubicBezTo>
                  <a:lnTo>
                    <a:pt x="83983" y="170541"/>
                  </a:lnTo>
                  <a:cubicBezTo>
                    <a:pt x="58452" y="163935"/>
                    <a:pt x="38968" y="154417"/>
                    <a:pt x="25643" y="141875"/>
                  </a:cubicBezTo>
                  <a:cubicBezTo>
                    <a:pt x="12317" y="129446"/>
                    <a:pt x="5599" y="111865"/>
                    <a:pt x="5599" y="89134"/>
                  </a:cubicBezTo>
                  <a:cubicBezTo>
                    <a:pt x="5599" y="71330"/>
                    <a:pt x="10302" y="55765"/>
                    <a:pt x="19596" y="42439"/>
                  </a:cubicBezTo>
                  <a:cubicBezTo>
                    <a:pt x="28890" y="29114"/>
                    <a:pt x="42215" y="18700"/>
                    <a:pt x="59684" y="11198"/>
                  </a:cubicBezTo>
                  <a:cubicBezTo>
                    <a:pt x="77040" y="3695"/>
                    <a:pt x="97196" y="0"/>
                    <a:pt x="120152" y="0"/>
                  </a:cubicBezTo>
                  <a:cubicBezTo>
                    <a:pt x="159456" y="0"/>
                    <a:pt x="189354" y="8846"/>
                    <a:pt x="209734" y="26427"/>
                  </a:cubicBezTo>
                  <a:cubicBezTo>
                    <a:pt x="230113" y="44119"/>
                    <a:pt x="240303" y="69426"/>
                    <a:pt x="240303" y="102347"/>
                  </a:cubicBezTo>
                  <a:lnTo>
                    <a:pt x="180955" y="102347"/>
                  </a:lnTo>
                  <a:cubicBezTo>
                    <a:pt x="180955" y="85999"/>
                    <a:pt x="175916" y="73681"/>
                    <a:pt x="165726" y="65283"/>
                  </a:cubicBezTo>
                  <a:cubicBezTo>
                    <a:pt x="155536" y="56996"/>
                    <a:pt x="140308" y="52853"/>
                    <a:pt x="119928" y="52853"/>
                  </a:cubicBezTo>
                  <a:cubicBezTo>
                    <a:pt x="103019" y="52853"/>
                    <a:pt x="89694" y="55765"/>
                    <a:pt x="80176" y="61476"/>
                  </a:cubicBezTo>
                  <a:cubicBezTo>
                    <a:pt x="70546" y="67186"/>
                    <a:pt x="65731" y="75249"/>
                    <a:pt x="65731" y="85551"/>
                  </a:cubicBezTo>
                  <a:cubicBezTo>
                    <a:pt x="65731" y="94173"/>
                    <a:pt x="69426" y="101227"/>
                    <a:pt x="76704" y="106602"/>
                  </a:cubicBezTo>
                  <a:cubicBezTo>
                    <a:pt x="83983" y="112089"/>
                    <a:pt x="95181" y="116680"/>
                    <a:pt x="110074" y="120376"/>
                  </a:cubicBezTo>
                  <a:lnTo>
                    <a:pt x="161695" y="133253"/>
                  </a:lnTo>
                  <a:cubicBezTo>
                    <a:pt x="188906" y="139524"/>
                    <a:pt x="209622" y="149042"/>
                    <a:pt x="223731" y="161695"/>
                  </a:cubicBezTo>
                  <a:cubicBezTo>
                    <a:pt x="237728" y="174349"/>
                    <a:pt x="244782" y="193161"/>
                    <a:pt x="244782" y="218132"/>
                  </a:cubicBezTo>
                  <a:cubicBezTo>
                    <a:pt x="244782" y="236160"/>
                    <a:pt x="239967" y="252285"/>
                    <a:pt x="230337" y="266394"/>
                  </a:cubicBezTo>
                  <a:cubicBezTo>
                    <a:pt x="220707" y="280503"/>
                    <a:pt x="206934" y="291477"/>
                    <a:pt x="189018" y="299539"/>
                  </a:cubicBezTo>
                  <a:cubicBezTo>
                    <a:pt x="171101" y="307602"/>
                    <a:pt x="150162" y="311633"/>
                    <a:pt x="126422" y="311633"/>
                  </a:cubicBezTo>
                  <a:cubicBezTo>
                    <a:pt x="85663" y="311633"/>
                    <a:pt x="54421" y="302003"/>
                    <a:pt x="32809" y="282743"/>
                  </a:cubicBezTo>
                  <a:close/>
                </a:path>
              </a:pathLst>
            </a:custGeom>
            <a:solidFill>
              <a:srgbClr val="FFFFFF"/>
            </a:solidFill>
            <a:ln w="11187" cap="flat">
              <a:noFill/>
              <a:prstDash val="solid"/>
              <a:miter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8AED37E5-98F5-64D2-3C40-9884D6A777AB}"/>
                </a:ext>
              </a:extLst>
            </p:cNvPr>
            <p:cNvSpPr/>
            <p:nvPr/>
          </p:nvSpPr>
          <p:spPr>
            <a:xfrm>
              <a:off x="1341319" y="1754935"/>
              <a:ext cx="255644" cy="301330"/>
            </a:xfrm>
            <a:custGeom>
              <a:avLst/>
              <a:gdLst>
                <a:gd name="csX0" fmla="*/ 97756 w 255644"/>
                <a:gd name="csY0" fmla="*/ 54645 h 301330"/>
                <a:gd name="csX1" fmla="*/ 0 w 255644"/>
                <a:gd name="csY1" fmla="*/ 54645 h 301330"/>
                <a:gd name="csX2" fmla="*/ 0 w 255644"/>
                <a:gd name="csY2" fmla="*/ 0 h 301330"/>
                <a:gd name="csX3" fmla="*/ 255644 w 255644"/>
                <a:gd name="csY3" fmla="*/ 0 h 301330"/>
                <a:gd name="csX4" fmla="*/ 255644 w 255644"/>
                <a:gd name="csY4" fmla="*/ 54645 h 301330"/>
                <a:gd name="csX5" fmla="*/ 157888 w 255644"/>
                <a:gd name="csY5" fmla="*/ 54645 h 301330"/>
                <a:gd name="csX6" fmla="*/ 157888 w 255644"/>
                <a:gd name="csY6" fmla="*/ 301331 h 301330"/>
                <a:gd name="csX7" fmla="*/ 97644 w 255644"/>
                <a:gd name="csY7" fmla="*/ 301331 h 301330"/>
                <a:gd name="csX8" fmla="*/ 97644 w 255644"/>
                <a:gd name="csY8" fmla="*/ 54645 h 30133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255644" h="301330">
                  <a:moveTo>
                    <a:pt x="97756" y="54645"/>
                  </a:moveTo>
                  <a:lnTo>
                    <a:pt x="0" y="54645"/>
                  </a:lnTo>
                  <a:lnTo>
                    <a:pt x="0" y="0"/>
                  </a:lnTo>
                  <a:lnTo>
                    <a:pt x="255644" y="0"/>
                  </a:lnTo>
                  <a:lnTo>
                    <a:pt x="255644" y="54645"/>
                  </a:lnTo>
                  <a:lnTo>
                    <a:pt x="157888" y="54645"/>
                  </a:lnTo>
                  <a:lnTo>
                    <a:pt x="157888" y="301331"/>
                  </a:lnTo>
                  <a:lnTo>
                    <a:pt x="97644" y="301331"/>
                  </a:lnTo>
                  <a:lnTo>
                    <a:pt x="97644" y="54645"/>
                  </a:lnTo>
                  <a:close/>
                </a:path>
              </a:pathLst>
            </a:custGeom>
            <a:solidFill>
              <a:srgbClr val="FFFFFF"/>
            </a:solidFill>
            <a:ln w="11187" cap="flat">
              <a:noFill/>
              <a:prstDash val="solid"/>
              <a:miter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A2762C70-1DC8-FEA6-0C69-FBE4670F315E}"/>
                </a:ext>
              </a:extLst>
            </p:cNvPr>
            <p:cNvSpPr/>
            <p:nvPr/>
          </p:nvSpPr>
          <p:spPr>
            <a:xfrm>
              <a:off x="1629324" y="1754935"/>
              <a:ext cx="190697" cy="301218"/>
            </a:xfrm>
            <a:custGeom>
              <a:avLst/>
              <a:gdLst>
                <a:gd name="csX0" fmla="*/ 0 w 190697"/>
                <a:gd name="csY0" fmla="*/ 246574 h 301218"/>
                <a:gd name="csX1" fmla="*/ 65843 w 190697"/>
                <a:gd name="csY1" fmla="*/ 246574 h 301218"/>
                <a:gd name="csX2" fmla="*/ 65843 w 190697"/>
                <a:gd name="csY2" fmla="*/ 54645 h 301218"/>
                <a:gd name="csX3" fmla="*/ 0 w 190697"/>
                <a:gd name="csY3" fmla="*/ 54645 h 301218"/>
                <a:gd name="csX4" fmla="*/ 0 w 190697"/>
                <a:gd name="csY4" fmla="*/ 0 h 301218"/>
                <a:gd name="csX5" fmla="*/ 190697 w 190697"/>
                <a:gd name="csY5" fmla="*/ 0 h 301218"/>
                <a:gd name="csX6" fmla="*/ 190697 w 190697"/>
                <a:gd name="csY6" fmla="*/ 54645 h 301218"/>
                <a:gd name="csX7" fmla="*/ 125303 w 190697"/>
                <a:gd name="csY7" fmla="*/ 54645 h 301218"/>
                <a:gd name="csX8" fmla="*/ 125303 w 190697"/>
                <a:gd name="csY8" fmla="*/ 246574 h 301218"/>
                <a:gd name="csX9" fmla="*/ 190697 w 190697"/>
                <a:gd name="csY9" fmla="*/ 246574 h 301218"/>
                <a:gd name="csX10" fmla="*/ 190697 w 190697"/>
                <a:gd name="csY10" fmla="*/ 301219 h 301218"/>
                <a:gd name="csX11" fmla="*/ 0 w 190697"/>
                <a:gd name="csY11" fmla="*/ 301219 h 301218"/>
                <a:gd name="csX12" fmla="*/ 0 w 190697"/>
                <a:gd name="csY12" fmla="*/ 246574 h 30121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190697" h="301218">
                  <a:moveTo>
                    <a:pt x="0" y="246574"/>
                  </a:moveTo>
                  <a:lnTo>
                    <a:pt x="65843" y="246574"/>
                  </a:lnTo>
                  <a:lnTo>
                    <a:pt x="65843" y="54645"/>
                  </a:lnTo>
                  <a:lnTo>
                    <a:pt x="0" y="54645"/>
                  </a:lnTo>
                  <a:lnTo>
                    <a:pt x="0" y="0"/>
                  </a:lnTo>
                  <a:lnTo>
                    <a:pt x="190697" y="0"/>
                  </a:lnTo>
                  <a:lnTo>
                    <a:pt x="190697" y="54645"/>
                  </a:lnTo>
                  <a:lnTo>
                    <a:pt x="125303" y="54645"/>
                  </a:lnTo>
                  <a:lnTo>
                    <a:pt x="125303" y="246574"/>
                  </a:lnTo>
                  <a:lnTo>
                    <a:pt x="190697" y="246574"/>
                  </a:lnTo>
                  <a:lnTo>
                    <a:pt x="190697" y="301219"/>
                  </a:lnTo>
                  <a:lnTo>
                    <a:pt x="0" y="301219"/>
                  </a:lnTo>
                  <a:lnTo>
                    <a:pt x="0" y="246574"/>
                  </a:lnTo>
                  <a:close/>
                </a:path>
              </a:pathLst>
            </a:custGeom>
            <a:solidFill>
              <a:srgbClr val="FFFFFF"/>
            </a:solidFill>
            <a:ln w="11187" cap="flat">
              <a:noFill/>
              <a:prstDash val="solid"/>
              <a:miter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65866B9E-DBBF-0A91-D9B6-272800C66063}"/>
                </a:ext>
              </a:extLst>
            </p:cNvPr>
            <p:cNvSpPr/>
            <p:nvPr/>
          </p:nvSpPr>
          <p:spPr>
            <a:xfrm>
              <a:off x="1852271" y="1754935"/>
              <a:ext cx="255644" cy="301330"/>
            </a:xfrm>
            <a:custGeom>
              <a:avLst/>
              <a:gdLst>
                <a:gd name="csX0" fmla="*/ 97756 w 255644"/>
                <a:gd name="csY0" fmla="*/ 54645 h 301330"/>
                <a:gd name="csX1" fmla="*/ 0 w 255644"/>
                <a:gd name="csY1" fmla="*/ 54645 h 301330"/>
                <a:gd name="csX2" fmla="*/ 0 w 255644"/>
                <a:gd name="csY2" fmla="*/ 0 h 301330"/>
                <a:gd name="csX3" fmla="*/ 255644 w 255644"/>
                <a:gd name="csY3" fmla="*/ 0 h 301330"/>
                <a:gd name="csX4" fmla="*/ 255644 w 255644"/>
                <a:gd name="csY4" fmla="*/ 54645 h 301330"/>
                <a:gd name="csX5" fmla="*/ 157888 w 255644"/>
                <a:gd name="csY5" fmla="*/ 54645 h 301330"/>
                <a:gd name="csX6" fmla="*/ 157888 w 255644"/>
                <a:gd name="csY6" fmla="*/ 301331 h 301330"/>
                <a:gd name="csX7" fmla="*/ 97644 w 255644"/>
                <a:gd name="csY7" fmla="*/ 301331 h 301330"/>
                <a:gd name="csX8" fmla="*/ 97644 w 255644"/>
                <a:gd name="csY8" fmla="*/ 54645 h 30133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255644" h="301330">
                  <a:moveTo>
                    <a:pt x="97756" y="54645"/>
                  </a:moveTo>
                  <a:lnTo>
                    <a:pt x="0" y="54645"/>
                  </a:lnTo>
                  <a:lnTo>
                    <a:pt x="0" y="0"/>
                  </a:lnTo>
                  <a:lnTo>
                    <a:pt x="255644" y="0"/>
                  </a:lnTo>
                  <a:lnTo>
                    <a:pt x="255644" y="54645"/>
                  </a:lnTo>
                  <a:lnTo>
                    <a:pt x="157888" y="54645"/>
                  </a:lnTo>
                  <a:lnTo>
                    <a:pt x="157888" y="301331"/>
                  </a:lnTo>
                  <a:lnTo>
                    <a:pt x="97644" y="301331"/>
                  </a:lnTo>
                  <a:lnTo>
                    <a:pt x="97644" y="54645"/>
                  </a:lnTo>
                  <a:close/>
                </a:path>
              </a:pathLst>
            </a:custGeom>
            <a:solidFill>
              <a:srgbClr val="FFFFFF"/>
            </a:solidFill>
            <a:ln w="11187" cap="flat">
              <a:noFill/>
              <a:prstDash val="solid"/>
              <a:miter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AF2ED85C-C953-36D2-97C4-C68D3A6F0C04}"/>
                </a:ext>
              </a:extLst>
            </p:cNvPr>
            <p:cNvSpPr/>
            <p:nvPr/>
          </p:nvSpPr>
          <p:spPr>
            <a:xfrm>
              <a:off x="2150131" y="1754935"/>
              <a:ext cx="261355" cy="306369"/>
            </a:xfrm>
            <a:custGeom>
              <a:avLst/>
              <a:gdLst>
                <a:gd name="csX0" fmla="*/ 33817 w 261355"/>
                <a:gd name="csY0" fmla="*/ 275464 h 306369"/>
                <a:gd name="csX1" fmla="*/ 0 w 261355"/>
                <a:gd name="csY1" fmla="*/ 186330 h 306369"/>
                <a:gd name="csX2" fmla="*/ 0 w 261355"/>
                <a:gd name="csY2" fmla="*/ 0 h 306369"/>
                <a:gd name="csX3" fmla="*/ 60244 w 261355"/>
                <a:gd name="csY3" fmla="*/ 0 h 306369"/>
                <a:gd name="csX4" fmla="*/ 60244 w 261355"/>
                <a:gd name="csY4" fmla="*/ 185994 h 306369"/>
                <a:gd name="csX5" fmla="*/ 77712 w 261355"/>
                <a:gd name="csY5" fmla="*/ 233809 h 306369"/>
                <a:gd name="csX6" fmla="*/ 130454 w 261355"/>
                <a:gd name="csY6" fmla="*/ 251053 h 306369"/>
                <a:gd name="csX7" fmla="*/ 183419 w 261355"/>
                <a:gd name="csY7" fmla="*/ 233809 h 306369"/>
                <a:gd name="csX8" fmla="*/ 201111 w 261355"/>
                <a:gd name="csY8" fmla="*/ 185994 h 306369"/>
                <a:gd name="csX9" fmla="*/ 201111 w 261355"/>
                <a:gd name="csY9" fmla="*/ 0 h 306369"/>
                <a:gd name="csX10" fmla="*/ 261355 w 261355"/>
                <a:gd name="csY10" fmla="*/ 0 h 306369"/>
                <a:gd name="csX11" fmla="*/ 261355 w 261355"/>
                <a:gd name="csY11" fmla="*/ 186330 h 306369"/>
                <a:gd name="csX12" fmla="*/ 228434 w 261355"/>
                <a:gd name="csY12" fmla="*/ 274568 h 306369"/>
                <a:gd name="csX13" fmla="*/ 130566 w 261355"/>
                <a:gd name="csY13" fmla="*/ 306370 h 306369"/>
                <a:gd name="csX14" fmla="*/ 33929 w 261355"/>
                <a:gd name="csY14" fmla="*/ 275352 h 30636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261355" h="306369">
                  <a:moveTo>
                    <a:pt x="33817" y="275464"/>
                  </a:moveTo>
                  <a:cubicBezTo>
                    <a:pt x="11310" y="254748"/>
                    <a:pt x="0" y="225074"/>
                    <a:pt x="0" y="186330"/>
                  </a:cubicBezTo>
                  <a:lnTo>
                    <a:pt x="0" y="0"/>
                  </a:lnTo>
                  <a:lnTo>
                    <a:pt x="60244" y="0"/>
                  </a:lnTo>
                  <a:lnTo>
                    <a:pt x="60244" y="185994"/>
                  </a:lnTo>
                  <a:cubicBezTo>
                    <a:pt x="60244" y="206374"/>
                    <a:pt x="66067" y="222275"/>
                    <a:pt x="77712" y="233809"/>
                  </a:cubicBezTo>
                  <a:cubicBezTo>
                    <a:pt x="89358" y="245342"/>
                    <a:pt x="106938" y="251053"/>
                    <a:pt x="130454" y="251053"/>
                  </a:cubicBezTo>
                  <a:cubicBezTo>
                    <a:pt x="153969" y="251053"/>
                    <a:pt x="171661" y="245342"/>
                    <a:pt x="183419" y="233809"/>
                  </a:cubicBezTo>
                  <a:cubicBezTo>
                    <a:pt x="195176" y="222387"/>
                    <a:pt x="201111" y="206374"/>
                    <a:pt x="201111" y="185994"/>
                  </a:cubicBezTo>
                  <a:lnTo>
                    <a:pt x="201111" y="0"/>
                  </a:lnTo>
                  <a:lnTo>
                    <a:pt x="261355" y="0"/>
                  </a:lnTo>
                  <a:lnTo>
                    <a:pt x="261355" y="186330"/>
                  </a:lnTo>
                  <a:cubicBezTo>
                    <a:pt x="261355" y="223955"/>
                    <a:pt x="250381" y="253293"/>
                    <a:pt x="228434" y="274568"/>
                  </a:cubicBezTo>
                  <a:cubicBezTo>
                    <a:pt x="206486" y="295844"/>
                    <a:pt x="173789" y="306370"/>
                    <a:pt x="130566" y="306370"/>
                  </a:cubicBezTo>
                  <a:cubicBezTo>
                    <a:pt x="87342" y="306370"/>
                    <a:pt x="56437" y="296068"/>
                    <a:pt x="33929" y="275352"/>
                  </a:cubicBezTo>
                  <a:close/>
                </a:path>
              </a:pathLst>
            </a:custGeom>
            <a:solidFill>
              <a:srgbClr val="FFFFFF"/>
            </a:solidFill>
            <a:ln w="11187" cap="flat">
              <a:noFill/>
              <a:prstDash val="solid"/>
              <a:miter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56CB3FBD-AD1A-2326-3A5B-88B39ACA6F87}"/>
                </a:ext>
              </a:extLst>
            </p:cNvPr>
            <p:cNvSpPr/>
            <p:nvPr/>
          </p:nvSpPr>
          <p:spPr>
            <a:xfrm>
              <a:off x="2461316" y="1749672"/>
              <a:ext cx="286773" cy="311856"/>
            </a:xfrm>
            <a:custGeom>
              <a:avLst/>
              <a:gdLst>
                <a:gd name="csX0" fmla="*/ 68866 w 286773"/>
                <a:gd name="csY0" fmla="*/ 294500 h 311856"/>
                <a:gd name="csX1" fmla="*/ 17805 w 286773"/>
                <a:gd name="csY1" fmla="*/ 245230 h 311856"/>
                <a:gd name="csX2" fmla="*/ 0 w 286773"/>
                <a:gd name="csY2" fmla="*/ 169646 h 311856"/>
                <a:gd name="csX3" fmla="*/ 0 w 286773"/>
                <a:gd name="csY3" fmla="*/ 141651 h 311856"/>
                <a:gd name="csX4" fmla="*/ 17805 w 286773"/>
                <a:gd name="csY4" fmla="*/ 66291 h 311856"/>
                <a:gd name="csX5" fmla="*/ 68866 w 286773"/>
                <a:gd name="csY5" fmla="*/ 17245 h 311856"/>
                <a:gd name="csX6" fmla="*/ 147250 w 286773"/>
                <a:gd name="csY6" fmla="*/ 0 h 311856"/>
                <a:gd name="csX7" fmla="*/ 221491 w 286773"/>
                <a:gd name="csY7" fmla="*/ 14669 h 311856"/>
                <a:gd name="csX8" fmla="*/ 269977 w 286773"/>
                <a:gd name="csY8" fmla="*/ 56661 h 311856"/>
                <a:gd name="csX9" fmla="*/ 286774 w 286773"/>
                <a:gd name="csY9" fmla="*/ 121495 h 311856"/>
                <a:gd name="csX10" fmla="*/ 226530 w 286773"/>
                <a:gd name="csY10" fmla="*/ 121495 h 311856"/>
                <a:gd name="csX11" fmla="*/ 205703 w 286773"/>
                <a:gd name="csY11" fmla="*/ 73121 h 311856"/>
                <a:gd name="csX12" fmla="*/ 147362 w 286773"/>
                <a:gd name="csY12" fmla="*/ 56101 h 311856"/>
                <a:gd name="csX13" fmla="*/ 83871 w 286773"/>
                <a:gd name="csY13" fmla="*/ 77824 h 311856"/>
                <a:gd name="csX14" fmla="*/ 61700 w 286773"/>
                <a:gd name="csY14" fmla="*/ 139188 h 311856"/>
                <a:gd name="csX15" fmla="*/ 61700 w 286773"/>
                <a:gd name="csY15" fmla="*/ 170989 h 311856"/>
                <a:gd name="csX16" fmla="*/ 83871 w 286773"/>
                <a:gd name="csY16" fmla="*/ 233585 h 311856"/>
                <a:gd name="csX17" fmla="*/ 147362 w 286773"/>
                <a:gd name="csY17" fmla="*/ 255756 h 311856"/>
                <a:gd name="csX18" fmla="*/ 205703 w 286773"/>
                <a:gd name="csY18" fmla="*/ 238288 h 311856"/>
                <a:gd name="csX19" fmla="*/ 226530 w 286773"/>
                <a:gd name="csY19" fmla="*/ 189913 h 311856"/>
                <a:gd name="csX20" fmla="*/ 286774 w 286773"/>
                <a:gd name="csY20" fmla="*/ 189913 h 311856"/>
                <a:gd name="csX21" fmla="*/ 269754 w 286773"/>
                <a:gd name="csY21" fmla="*/ 254076 h 311856"/>
                <a:gd name="csX22" fmla="*/ 221155 w 286773"/>
                <a:gd name="csY22" fmla="*/ 296740 h 311856"/>
                <a:gd name="csX23" fmla="*/ 147362 w 286773"/>
                <a:gd name="csY23" fmla="*/ 311857 h 311856"/>
                <a:gd name="csX24" fmla="*/ 68978 w 286773"/>
                <a:gd name="csY24" fmla="*/ 294612 h 31185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</a:cxnLst>
              <a:rect l="l" t="t" r="r" b="b"/>
              <a:pathLst>
                <a:path w="286773" h="311856">
                  <a:moveTo>
                    <a:pt x="68866" y="294500"/>
                  </a:moveTo>
                  <a:cubicBezTo>
                    <a:pt x="46807" y="283079"/>
                    <a:pt x="29786" y="266618"/>
                    <a:pt x="17805" y="245230"/>
                  </a:cubicBezTo>
                  <a:cubicBezTo>
                    <a:pt x="5935" y="223843"/>
                    <a:pt x="0" y="198648"/>
                    <a:pt x="0" y="169646"/>
                  </a:cubicBezTo>
                  <a:lnTo>
                    <a:pt x="0" y="141651"/>
                  </a:lnTo>
                  <a:cubicBezTo>
                    <a:pt x="0" y="112649"/>
                    <a:pt x="5935" y="87566"/>
                    <a:pt x="17805" y="66291"/>
                  </a:cubicBezTo>
                  <a:cubicBezTo>
                    <a:pt x="29674" y="45015"/>
                    <a:pt x="46695" y="28666"/>
                    <a:pt x="68866" y="17245"/>
                  </a:cubicBezTo>
                  <a:cubicBezTo>
                    <a:pt x="90926" y="5823"/>
                    <a:pt x="117128" y="0"/>
                    <a:pt x="147250" y="0"/>
                  </a:cubicBezTo>
                  <a:cubicBezTo>
                    <a:pt x="175692" y="0"/>
                    <a:pt x="200440" y="4927"/>
                    <a:pt x="221491" y="14669"/>
                  </a:cubicBezTo>
                  <a:cubicBezTo>
                    <a:pt x="242543" y="24411"/>
                    <a:pt x="258780" y="38408"/>
                    <a:pt x="269977" y="56661"/>
                  </a:cubicBezTo>
                  <a:cubicBezTo>
                    <a:pt x="281175" y="74913"/>
                    <a:pt x="286774" y="96524"/>
                    <a:pt x="286774" y="121495"/>
                  </a:cubicBezTo>
                  <a:lnTo>
                    <a:pt x="226530" y="121495"/>
                  </a:lnTo>
                  <a:cubicBezTo>
                    <a:pt x="226530" y="100556"/>
                    <a:pt x="219588" y="84431"/>
                    <a:pt x="205703" y="73121"/>
                  </a:cubicBezTo>
                  <a:cubicBezTo>
                    <a:pt x="191817" y="61812"/>
                    <a:pt x="172333" y="56101"/>
                    <a:pt x="147362" y="56101"/>
                  </a:cubicBezTo>
                  <a:cubicBezTo>
                    <a:pt x="119816" y="56101"/>
                    <a:pt x="98652" y="63379"/>
                    <a:pt x="83871" y="77824"/>
                  </a:cubicBezTo>
                  <a:cubicBezTo>
                    <a:pt x="69090" y="92269"/>
                    <a:pt x="61700" y="112761"/>
                    <a:pt x="61700" y="139188"/>
                  </a:cubicBezTo>
                  <a:lnTo>
                    <a:pt x="61700" y="170989"/>
                  </a:lnTo>
                  <a:cubicBezTo>
                    <a:pt x="61700" y="197976"/>
                    <a:pt x="69090" y="218804"/>
                    <a:pt x="83871" y="233585"/>
                  </a:cubicBezTo>
                  <a:cubicBezTo>
                    <a:pt x="98652" y="248366"/>
                    <a:pt x="119816" y="255756"/>
                    <a:pt x="147362" y="255756"/>
                  </a:cubicBezTo>
                  <a:cubicBezTo>
                    <a:pt x="172333" y="255756"/>
                    <a:pt x="191705" y="249933"/>
                    <a:pt x="205703" y="238288"/>
                  </a:cubicBezTo>
                  <a:cubicBezTo>
                    <a:pt x="219588" y="226642"/>
                    <a:pt x="226530" y="210517"/>
                    <a:pt x="226530" y="189913"/>
                  </a:cubicBezTo>
                  <a:lnTo>
                    <a:pt x="286774" y="189913"/>
                  </a:lnTo>
                  <a:cubicBezTo>
                    <a:pt x="286774" y="214325"/>
                    <a:pt x="281063" y="235712"/>
                    <a:pt x="269754" y="254076"/>
                  </a:cubicBezTo>
                  <a:cubicBezTo>
                    <a:pt x="258444" y="272441"/>
                    <a:pt x="242207" y="286662"/>
                    <a:pt x="221155" y="296740"/>
                  </a:cubicBezTo>
                  <a:cubicBezTo>
                    <a:pt x="200104" y="306818"/>
                    <a:pt x="175468" y="311857"/>
                    <a:pt x="147362" y="311857"/>
                  </a:cubicBezTo>
                  <a:cubicBezTo>
                    <a:pt x="117240" y="311857"/>
                    <a:pt x="91150" y="306146"/>
                    <a:pt x="68978" y="294612"/>
                  </a:cubicBezTo>
                  <a:close/>
                </a:path>
              </a:pathLst>
            </a:custGeom>
            <a:solidFill>
              <a:srgbClr val="FFFFFF"/>
            </a:solidFill>
            <a:ln w="11187" cap="flat">
              <a:noFill/>
              <a:prstDash val="solid"/>
              <a:miter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43" name="Freeform: Shape 242">
              <a:extLst>
                <a:ext uri="{FF2B5EF4-FFF2-40B4-BE49-F238E27FC236}">
                  <a16:creationId xmlns:a16="http://schemas.microsoft.com/office/drawing/2014/main" id="{9274088D-37C3-D07A-9090-F184285F60B8}"/>
                </a:ext>
              </a:extLst>
            </p:cNvPr>
            <p:cNvSpPr/>
            <p:nvPr/>
          </p:nvSpPr>
          <p:spPr>
            <a:xfrm>
              <a:off x="2779892" y="1754935"/>
              <a:ext cx="190697" cy="301218"/>
            </a:xfrm>
            <a:custGeom>
              <a:avLst/>
              <a:gdLst>
                <a:gd name="csX0" fmla="*/ 0 w 190697"/>
                <a:gd name="csY0" fmla="*/ 246574 h 301218"/>
                <a:gd name="csX1" fmla="*/ 65843 w 190697"/>
                <a:gd name="csY1" fmla="*/ 246574 h 301218"/>
                <a:gd name="csX2" fmla="*/ 65843 w 190697"/>
                <a:gd name="csY2" fmla="*/ 54645 h 301218"/>
                <a:gd name="csX3" fmla="*/ 0 w 190697"/>
                <a:gd name="csY3" fmla="*/ 54645 h 301218"/>
                <a:gd name="csX4" fmla="*/ 0 w 190697"/>
                <a:gd name="csY4" fmla="*/ 0 h 301218"/>
                <a:gd name="csX5" fmla="*/ 190697 w 190697"/>
                <a:gd name="csY5" fmla="*/ 0 h 301218"/>
                <a:gd name="csX6" fmla="*/ 190697 w 190697"/>
                <a:gd name="csY6" fmla="*/ 54645 h 301218"/>
                <a:gd name="csX7" fmla="*/ 125303 w 190697"/>
                <a:gd name="csY7" fmla="*/ 54645 h 301218"/>
                <a:gd name="csX8" fmla="*/ 125303 w 190697"/>
                <a:gd name="csY8" fmla="*/ 246574 h 301218"/>
                <a:gd name="csX9" fmla="*/ 190697 w 190697"/>
                <a:gd name="csY9" fmla="*/ 246574 h 301218"/>
                <a:gd name="csX10" fmla="*/ 190697 w 190697"/>
                <a:gd name="csY10" fmla="*/ 301219 h 301218"/>
                <a:gd name="csX11" fmla="*/ 0 w 190697"/>
                <a:gd name="csY11" fmla="*/ 301219 h 301218"/>
                <a:gd name="csX12" fmla="*/ 0 w 190697"/>
                <a:gd name="csY12" fmla="*/ 246574 h 30121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190697" h="301218">
                  <a:moveTo>
                    <a:pt x="0" y="246574"/>
                  </a:moveTo>
                  <a:lnTo>
                    <a:pt x="65843" y="246574"/>
                  </a:lnTo>
                  <a:lnTo>
                    <a:pt x="65843" y="54645"/>
                  </a:lnTo>
                  <a:lnTo>
                    <a:pt x="0" y="54645"/>
                  </a:lnTo>
                  <a:lnTo>
                    <a:pt x="0" y="0"/>
                  </a:lnTo>
                  <a:lnTo>
                    <a:pt x="190697" y="0"/>
                  </a:lnTo>
                  <a:lnTo>
                    <a:pt x="190697" y="54645"/>
                  </a:lnTo>
                  <a:lnTo>
                    <a:pt x="125303" y="54645"/>
                  </a:lnTo>
                  <a:lnTo>
                    <a:pt x="125303" y="246574"/>
                  </a:lnTo>
                  <a:lnTo>
                    <a:pt x="190697" y="246574"/>
                  </a:lnTo>
                  <a:lnTo>
                    <a:pt x="190697" y="301219"/>
                  </a:lnTo>
                  <a:lnTo>
                    <a:pt x="0" y="301219"/>
                  </a:lnTo>
                  <a:lnTo>
                    <a:pt x="0" y="246574"/>
                  </a:lnTo>
                  <a:close/>
                </a:path>
              </a:pathLst>
            </a:custGeom>
            <a:solidFill>
              <a:srgbClr val="FFFFFF"/>
            </a:solidFill>
            <a:ln w="11187" cap="flat">
              <a:noFill/>
              <a:prstDash val="solid"/>
              <a:miter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44" name="Freeform: Shape 243">
              <a:extLst>
                <a:ext uri="{FF2B5EF4-FFF2-40B4-BE49-F238E27FC236}">
                  <a16:creationId xmlns:a16="http://schemas.microsoft.com/office/drawing/2014/main" id="{284A92E4-A70D-623C-5F1E-0CF5DAFAC982}"/>
                </a:ext>
              </a:extLst>
            </p:cNvPr>
            <p:cNvSpPr/>
            <p:nvPr/>
          </p:nvSpPr>
          <p:spPr>
            <a:xfrm>
              <a:off x="3001495" y="1749784"/>
              <a:ext cx="291140" cy="311632"/>
            </a:xfrm>
            <a:custGeom>
              <a:avLst/>
              <a:gdLst>
                <a:gd name="csX0" fmla="*/ 68082 w 291140"/>
                <a:gd name="csY0" fmla="*/ 294612 h 311632"/>
                <a:gd name="csX1" fmla="*/ 17692 w 291140"/>
                <a:gd name="csY1" fmla="*/ 246014 h 311632"/>
                <a:gd name="csX2" fmla="*/ 0 w 291140"/>
                <a:gd name="csY2" fmla="*/ 171773 h 311632"/>
                <a:gd name="csX3" fmla="*/ 0 w 291140"/>
                <a:gd name="csY3" fmla="*/ 140308 h 311632"/>
                <a:gd name="csX4" fmla="*/ 17692 w 291140"/>
                <a:gd name="csY4" fmla="*/ 65843 h 311632"/>
                <a:gd name="csX5" fmla="*/ 68082 w 291140"/>
                <a:gd name="csY5" fmla="*/ 17021 h 311632"/>
                <a:gd name="csX6" fmla="*/ 145571 w 291140"/>
                <a:gd name="csY6" fmla="*/ 0 h 311632"/>
                <a:gd name="csX7" fmla="*/ 223059 w 291140"/>
                <a:gd name="csY7" fmla="*/ 17021 h 311632"/>
                <a:gd name="csX8" fmla="*/ 273449 w 291140"/>
                <a:gd name="csY8" fmla="*/ 65619 h 311632"/>
                <a:gd name="csX9" fmla="*/ 291141 w 291140"/>
                <a:gd name="csY9" fmla="*/ 139860 h 311632"/>
                <a:gd name="csX10" fmla="*/ 291141 w 291140"/>
                <a:gd name="csY10" fmla="*/ 171325 h 311632"/>
                <a:gd name="csX11" fmla="*/ 273449 w 291140"/>
                <a:gd name="csY11" fmla="*/ 245790 h 311632"/>
                <a:gd name="csX12" fmla="*/ 223059 w 291140"/>
                <a:gd name="csY12" fmla="*/ 294612 h 311632"/>
                <a:gd name="csX13" fmla="*/ 145571 w 291140"/>
                <a:gd name="csY13" fmla="*/ 311633 h 311632"/>
                <a:gd name="csX14" fmla="*/ 68082 w 291140"/>
                <a:gd name="csY14" fmla="*/ 294612 h 311632"/>
                <a:gd name="csX15" fmla="*/ 83311 w 291140"/>
                <a:gd name="csY15" fmla="*/ 233473 h 311632"/>
                <a:gd name="csX16" fmla="*/ 145459 w 291140"/>
                <a:gd name="csY16" fmla="*/ 255644 h 311632"/>
                <a:gd name="csX17" fmla="*/ 207606 w 291140"/>
                <a:gd name="csY17" fmla="*/ 233473 h 311632"/>
                <a:gd name="csX18" fmla="*/ 229330 w 291140"/>
                <a:gd name="csY18" fmla="*/ 170429 h 311632"/>
                <a:gd name="csX19" fmla="*/ 229330 w 291140"/>
                <a:gd name="csY19" fmla="*/ 141203 h 311632"/>
                <a:gd name="csX20" fmla="*/ 207606 w 291140"/>
                <a:gd name="csY20" fmla="*/ 78384 h 311632"/>
                <a:gd name="csX21" fmla="*/ 145459 w 291140"/>
                <a:gd name="csY21" fmla="*/ 55989 h 311632"/>
                <a:gd name="csX22" fmla="*/ 83087 w 291140"/>
                <a:gd name="csY22" fmla="*/ 77936 h 311632"/>
                <a:gd name="csX23" fmla="*/ 61588 w 291140"/>
                <a:gd name="csY23" fmla="*/ 141203 h 311632"/>
                <a:gd name="csX24" fmla="*/ 61588 w 291140"/>
                <a:gd name="csY24" fmla="*/ 170877 h 311632"/>
                <a:gd name="csX25" fmla="*/ 83311 w 291140"/>
                <a:gd name="csY25" fmla="*/ 233473 h 31163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</a:cxnLst>
              <a:rect l="l" t="t" r="r" b="b"/>
              <a:pathLst>
                <a:path w="291140" h="311632">
                  <a:moveTo>
                    <a:pt x="68082" y="294612"/>
                  </a:moveTo>
                  <a:cubicBezTo>
                    <a:pt x="46247" y="283303"/>
                    <a:pt x="29450" y="267066"/>
                    <a:pt x="17692" y="246014"/>
                  </a:cubicBezTo>
                  <a:cubicBezTo>
                    <a:pt x="5935" y="224962"/>
                    <a:pt x="0" y="200215"/>
                    <a:pt x="0" y="171773"/>
                  </a:cubicBezTo>
                  <a:lnTo>
                    <a:pt x="0" y="140308"/>
                  </a:lnTo>
                  <a:cubicBezTo>
                    <a:pt x="0" y="111865"/>
                    <a:pt x="5823" y="87118"/>
                    <a:pt x="17692" y="65843"/>
                  </a:cubicBezTo>
                  <a:cubicBezTo>
                    <a:pt x="29450" y="44567"/>
                    <a:pt x="46247" y="28330"/>
                    <a:pt x="68082" y="17021"/>
                  </a:cubicBezTo>
                  <a:cubicBezTo>
                    <a:pt x="89918" y="5711"/>
                    <a:pt x="115673" y="0"/>
                    <a:pt x="145571" y="0"/>
                  </a:cubicBezTo>
                  <a:cubicBezTo>
                    <a:pt x="175468" y="0"/>
                    <a:pt x="201223" y="5711"/>
                    <a:pt x="223059" y="17021"/>
                  </a:cubicBezTo>
                  <a:cubicBezTo>
                    <a:pt x="244894" y="28330"/>
                    <a:pt x="261691" y="44567"/>
                    <a:pt x="273449" y="65619"/>
                  </a:cubicBezTo>
                  <a:cubicBezTo>
                    <a:pt x="285206" y="86670"/>
                    <a:pt x="291141" y="111417"/>
                    <a:pt x="291141" y="139860"/>
                  </a:cubicBezTo>
                  <a:lnTo>
                    <a:pt x="291141" y="171325"/>
                  </a:lnTo>
                  <a:cubicBezTo>
                    <a:pt x="291141" y="199767"/>
                    <a:pt x="285206" y="224514"/>
                    <a:pt x="273449" y="245790"/>
                  </a:cubicBezTo>
                  <a:cubicBezTo>
                    <a:pt x="261691" y="267066"/>
                    <a:pt x="244894" y="283303"/>
                    <a:pt x="223059" y="294612"/>
                  </a:cubicBezTo>
                  <a:cubicBezTo>
                    <a:pt x="201223" y="305922"/>
                    <a:pt x="175468" y="311633"/>
                    <a:pt x="145571" y="311633"/>
                  </a:cubicBezTo>
                  <a:cubicBezTo>
                    <a:pt x="115673" y="311633"/>
                    <a:pt x="89918" y="305922"/>
                    <a:pt x="68082" y="294612"/>
                  </a:cubicBezTo>
                  <a:close/>
                  <a:moveTo>
                    <a:pt x="83311" y="233473"/>
                  </a:moveTo>
                  <a:cubicBezTo>
                    <a:pt x="97756" y="248254"/>
                    <a:pt x="118584" y="255644"/>
                    <a:pt x="145459" y="255644"/>
                  </a:cubicBezTo>
                  <a:cubicBezTo>
                    <a:pt x="172333" y="255644"/>
                    <a:pt x="193161" y="248254"/>
                    <a:pt x="207606" y="233473"/>
                  </a:cubicBezTo>
                  <a:cubicBezTo>
                    <a:pt x="222051" y="218692"/>
                    <a:pt x="229330" y="197640"/>
                    <a:pt x="229330" y="170429"/>
                  </a:cubicBezTo>
                  <a:lnTo>
                    <a:pt x="229330" y="141203"/>
                  </a:lnTo>
                  <a:cubicBezTo>
                    <a:pt x="229330" y="114217"/>
                    <a:pt x="222051" y="93277"/>
                    <a:pt x="207606" y="78384"/>
                  </a:cubicBezTo>
                  <a:cubicBezTo>
                    <a:pt x="193161" y="63491"/>
                    <a:pt x="172333" y="55989"/>
                    <a:pt x="145459" y="55989"/>
                  </a:cubicBezTo>
                  <a:cubicBezTo>
                    <a:pt x="118584" y="55989"/>
                    <a:pt x="97420" y="63267"/>
                    <a:pt x="83087" y="77936"/>
                  </a:cubicBezTo>
                  <a:cubicBezTo>
                    <a:pt x="68754" y="92605"/>
                    <a:pt x="61588" y="113657"/>
                    <a:pt x="61588" y="141203"/>
                  </a:cubicBezTo>
                  <a:lnTo>
                    <a:pt x="61588" y="170877"/>
                  </a:lnTo>
                  <a:cubicBezTo>
                    <a:pt x="61588" y="197864"/>
                    <a:pt x="68866" y="218692"/>
                    <a:pt x="83311" y="233473"/>
                  </a:cubicBezTo>
                  <a:close/>
                </a:path>
              </a:pathLst>
            </a:custGeom>
            <a:solidFill>
              <a:srgbClr val="FFFFFF"/>
            </a:solidFill>
            <a:ln w="11187" cap="flat">
              <a:noFill/>
              <a:prstDash val="solid"/>
              <a:miter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45" name="Freeform: Shape 244">
              <a:extLst>
                <a:ext uri="{FF2B5EF4-FFF2-40B4-BE49-F238E27FC236}">
                  <a16:creationId xmlns:a16="http://schemas.microsoft.com/office/drawing/2014/main" id="{F57A670E-EF26-77E5-3214-5182DDE678B8}"/>
                </a:ext>
              </a:extLst>
            </p:cNvPr>
            <p:cNvSpPr/>
            <p:nvPr/>
          </p:nvSpPr>
          <p:spPr>
            <a:xfrm>
              <a:off x="3343698" y="1754935"/>
              <a:ext cx="271545" cy="301330"/>
            </a:xfrm>
            <a:custGeom>
              <a:avLst/>
              <a:gdLst>
                <a:gd name="csX0" fmla="*/ 0 w 271545"/>
                <a:gd name="csY0" fmla="*/ 0 h 301330"/>
                <a:gd name="csX1" fmla="*/ 109290 w 271545"/>
                <a:gd name="csY1" fmla="*/ 0 h 301330"/>
                <a:gd name="csX2" fmla="*/ 200999 w 271545"/>
                <a:gd name="csY2" fmla="*/ 249261 h 301330"/>
                <a:gd name="csX3" fmla="*/ 212197 w 271545"/>
                <a:gd name="csY3" fmla="*/ 249261 h 301330"/>
                <a:gd name="csX4" fmla="*/ 212197 w 271545"/>
                <a:gd name="csY4" fmla="*/ 0 h 301330"/>
                <a:gd name="csX5" fmla="*/ 271545 w 271545"/>
                <a:gd name="csY5" fmla="*/ 0 h 301330"/>
                <a:gd name="csX6" fmla="*/ 271545 w 271545"/>
                <a:gd name="csY6" fmla="*/ 301331 h 301330"/>
                <a:gd name="csX7" fmla="*/ 162255 w 271545"/>
                <a:gd name="csY7" fmla="*/ 301331 h 301330"/>
                <a:gd name="csX8" fmla="*/ 70546 w 271545"/>
                <a:gd name="csY8" fmla="*/ 52069 h 301330"/>
                <a:gd name="csX9" fmla="*/ 59348 w 271545"/>
                <a:gd name="csY9" fmla="*/ 52069 h 301330"/>
                <a:gd name="csX10" fmla="*/ 59348 w 271545"/>
                <a:gd name="csY10" fmla="*/ 301331 h 301330"/>
                <a:gd name="csX11" fmla="*/ 0 w 271545"/>
                <a:gd name="csY11" fmla="*/ 301331 h 301330"/>
                <a:gd name="csX12" fmla="*/ 0 w 271545"/>
                <a:gd name="csY12" fmla="*/ 0 h 30133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271545" h="301330">
                  <a:moveTo>
                    <a:pt x="0" y="0"/>
                  </a:moveTo>
                  <a:lnTo>
                    <a:pt x="109290" y="0"/>
                  </a:lnTo>
                  <a:lnTo>
                    <a:pt x="200999" y="249261"/>
                  </a:lnTo>
                  <a:lnTo>
                    <a:pt x="212197" y="249261"/>
                  </a:lnTo>
                  <a:lnTo>
                    <a:pt x="212197" y="0"/>
                  </a:lnTo>
                  <a:lnTo>
                    <a:pt x="271545" y="0"/>
                  </a:lnTo>
                  <a:lnTo>
                    <a:pt x="271545" y="301331"/>
                  </a:lnTo>
                  <a:lnTo>
                    <a:pt x="162255" y="301331"/>
                  </a:lnTo>
                  <a:lnTo>
                    <a:pt x="70546" y="52069"/>
                  </a:lnTo>
                  <a:lnTo>
                    <a:pt x="59348" y="52069"/>
                  </a:lnTo>
                  <a:lnTo>
                    <a:pt x="59348" y="301331"/>
                  </a:lnTo>
                  <a:lnTo>
                    <a:pt x="0" y="30133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11187" cap="flat">
              <a:noFill/>
              <a:prstDash val="solid"/>
              <a:miter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46" name="Freeform: Shape 245">
              <a:extLst>
                <a:ext uri="{FF2B5EF4-FFF2-40B4-BE49-F238E27FC236}">
                  <a16:creationId xmlns:a16="http://schemas.microsoft.com/office/drawing/2014/main" id="{D81D449C-1663-CE2B-CD78-EB6B225C5966}"/>
                </a:ext>
              </a:extLst>
            </p:cNvPr>
            <p:cNvSpPr/>
            <p:nvPr/>
          </p:nvSpPr>
          <p:spPr>
            <a:xfrm>
              <a:off x="3650627" y="1754935"/>
              <a:ext cx="306034" cy="301330"/>
            </a:xfrm>
            <a:custGeom>
              <a:avLst/>
              <a:gdLst>
                <a:gd name="csX0" fmla="*/ 103691 w 306034"/>
                <a:gd name="csY0" fmla="*/ 0 h 301330"/>
                <a:gd name="csX1" fmla="*/ 202679 w 306034"/>
                <a:gd name="csY1" fmla="*/ 0 h 301330"/>
                <a:gd name="csX2" fmla="*/ 306034 w 306034"/>
                <a:gd name="csY2" fmla="*/ 301331 h 301330"/>
                <a:gd name="csX3" fmla="*/ 241871 w 306034"/>
                <a:gd name="csY3" fmla="*/ 301331 h 301330"/>
                <a:gd name="csX4" fmla="*/ 223843 w 306034"/>
                <a:gd name="csY4" fmla="*/ 246686 h 301330"/>
                <a:gd name="csX5" fmla="*/ 81744 w 306034"/>
                <a:gd name="csY5" fmla="*/ 246686 h 301330"/>
                <a:gd name="csX6" fmla="*/ 63715 w 306034"/>
                <a:gd name="csY6" fmla="*/ 301331 h 301330"/>
                <a:gd name="csX7" fmla="*/ 0 w 306034"/>
                <a:gd name="csY7" fmla="*/ 301331 h 301330"/>
                <a:gd name="csX8" fmla="*/ 103691 w 306034"/>
                <a:gd name="csY8" fmla="*/ 0 h 301330"/>
                <a:gd name="csX9" fmla="*/ 208278 w 306034"/>
                <a:gd name="csY9" fmla="*/ 196632 h 301330"/>
                <a:gd name="csX10" fmla="*/ 157888 w 306034"/>
                <a:gd name="csY10" fmla="*/ 44679 h 301330"/>
                <a:gd name="csX11" fmla="*/ 146690 w 306034"/>
                <a:gd name="csY11" fmla="*/ 44679 h 301330"/>
                <a:gd name="csX12" fmla="*/ 97197 w 306034"/>
                <a:gd name="csY12" fmla="*/ 196632 h 301330"/>
                <a:gd name="csX13" fmla="*/ 208278 w 306034"/>
                <a:gd name="csY13" fmla="*/ 196632 h 30133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306034" h="301330">
                  <a:moveTo>
                    <a:pt x="103691" y="0"/>
                  </a:moveTo>
                  <a:lnTo>
                    <a:pt x="202679" y="0"/>
                  </a:lnTo>
                  <a:lnTo>
                    <a:pt x="306034" y="301331"/>
                  </a:lnTo>
                  <a:lnTo>
                    <a:pt x="241871" y="301331"/>
                  </a:lnTo>
                  <a:lnTo>
                    <a:pt x="223843" y="246686"/>
                  </a:lnTo>
                  <a:lnTo>
                    <a:pt x="81744" y="246686"/>
                  </a:lnTo>
                  <a:lnTo>
                    <a:pt x="63715" y="301331"/>
                  </a:lnTo>
                  <a:lnTo>
                    <a:pt x="0" y="301331"/>
                  </a:lnTo>
                  <a:lnTo>
                    <a:pt x="103691" y="0"/>
                  </a:lnTo>
                  <a:close/>
                  <a:moveTo>
                    <a:pt x="208278" y="196632"/>
                  </a:moveTo>
                  <a:lnTo>
                    <a:pt x="157888" y="44679"/>
                  </a:lnTo>
                  <a:lnTo>
                    <a:pt x="146690" y="44679"/>
                  </a:lnTo>
                  <a:lnTo>
                    <a:pt x="97197" y="196632"/>
                  </a:lnTo>
                  <a:lnTo>
                    <a:pt x="208278" y="196632"/>
                  </a:lnTo>
                  <a:close/>
                </a:path>
              </a:pathLst>
            </a:custGeom>
            <a:solidFill>
              <a:srgbClr val="FFFFFF"/>
            </a:solidFill>
            <a:ln w="11187" cap="flat">
              <a:noFill/>
              <a:prstDash val="solid"/>
              <a:miter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47" name="Freeform: Shape 246">
              <a:extLst>
                <a:ext uri="{FF2B5EF4-FFF2-40B4-BE49-F238E27FC236}">
                  <a16:creationId xmlns:a16="http://schemas.microsoft.com/office/drawing/2014/main" id="{98D30A60-8259-E54B-B002-3DEE55D4831B}"/>
                </a:ext>
              </a:extLst>
            </p:cNvPr>
            <p:cNvSpPr/>
            <p:nvPr/>
          </p:nvSpPr>
          <p:spPr>
            <a:xfrm>
              <a:off x="3991934" y="1754935"/>
              <a:ext cx="218691" cy="301330"/>
            </a:xfrm>
            <a:custGeom>
              <a:avLst/>
              <a:gdLst>
                <a:gd name="csX0" fmla="*/ 0 w 218691"/>
                <a:gd name="csY0" fmla="*/ 0 h 301330"/>
                <a:gd name="csX1" fmla="*/ 60244 w 218691"/>
                <a:gd name="csY1" fmla="*/ 0 h 301330"/>
                <a:gd name="csX2" fmla="*/ 60244 w 218691"/>
                <a:gd name="csY2" fmla="*/ 246686 h 301330"/>
                <a:gd name="csX3" fmla="*/ 218692 w 218691"/>
                <a:gd name="csY3" fmla="*/ 246686 h 301330"/>
                <a:gd name="csX4" fmla="*/ 218692 w 218691"/>
                <a:gd name="csY4" fmla="*/ 301331 h 301330"/>
                <a:gd name="csX5" fmla="*/ 0 w 218691"/>
                <a:gd name="csY5" fmla="*/ 301331 h 301330"/>
                <a:gd name="csX6" fmla="*/ 0 w 218691"/>
                <a:gd name="csY6" fmla="*/ 0 h 30133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218691" h="301330">
                  <a:moveTo>
                    <a:pt x="0" y="0"/>
                  </a:moveTo>
                  <a:lnTo>
                    <a:pt x="60244" y="0"/>
                  </a:lnTo>
                  <a:lnTo>
                    <a:pt x="60244" y="246686"/>
                  </a:lnTo>
                  <a:lnTo>
                    <a:pt x="218692" y="246686"/>
                  </a:lnTo>
                  <a:lnTo>
                    <a:pt x="218692" y="301331"/>
                  </a:lnTo>
                  <a:lnTo>
                    <a:pt x="0" y="30133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11187" cap="flat">
              <a:noFill/>
              <a:prstDash val="solid"/>
              <a:miter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48" name="Rectangle 247">
              <a:extLst>
                <a:ext uri="{FF2B5EF4-FFF2-40B4-BE49-F238E27FC236}">
                  <a16:creationId xmlns:a16="http://schemas.microsoft.com/office/drawing/2014/main" id="{D92CDF07-D70F-2CBF-E99A-A732F894EB7C}"/>
                </a:ext>
              </a:extLst>
            </p:cNvPr>
            <p:cNvSpPr/>
            <p:nvPr/>
          </p:nvSpPr>
          <p:spPr>
            <a:xfrm>
              <a:off x="4318460" y="1585850"/>
              <a:ext cx="644765" cy="645996"/>
            </a:xfrm>
            <a:prstGeom prst="rect">
              <a:avLst/>
            </a:prstGeom>
            <a:solidFill>
              <a:srgbClr val="FFFFFF"/>
            </a:solidFill>
            <a:ln w="11187" cap="flat">
              <a:noFill/>
              <a:prstDash val="solid"/>
              <a:miter/>
            </a:ln>
          </p:spPr>
          <p:txBody>
            <a:bodyPr/>
            <a:lstStyle/>
            <a:p>
              <a:endParaRPr lang="pt-BR"/>
            </a:p>
          </p:txBody>
        </p:sp>
        <p:grpSp>
          <p:nvGrpSpPr>
            <p:cNvPr id="249" name="Graphic 3">
              <a:extLst>
                <a:ext uri="{FF2B5EF4-FFF2-40B4-BE49-F238E27FC236}">
                  <a16:creationId xmlns:a16="http://schemas.microsoft.com/office/drawing/2014/main" id="{35E68141-79BC-CC69-E663-835F4C34897D}"/>
                </a:ext>
              </a:extLst>
            </p:cNvPr>
            <p:cNvGrpSpPr/>
            <p:nvPr/>
          </p:nvGrpSpPr>
          <p:grpSpPr>
            <a:xfrm>
              <a:off x="4453953" y="1754711"/>
              <a:ext cx="373780" cy="280615"/>
              <a:chOff x="4453953" y="1754711"/>
              <a:chExt cx="373780" cy="280615"/>
            </a:xfrm>
            <a:solidFill>
              <a:srgbClr val="000000"/>
            </a:solidFill>
          </p:grpSpPr>
          <p:sp>
            <p:nvSpPr>
              <p:cNvPr id="250" name="Freeform: Shape 249">
                <a:extLst>
                  <a:ext uri="{FF2B5EF4-FFF2-40B4-BE49-F238E27FC236}">
                    <a16:creationId xmlns:a16="http://schemas.microsoft.com/office/drawing/2014/main" id="{DD00988D-0646-DF79-6312-9D7D5CE45C2C}"/>
                  </a:ext>
                </a:extLst>
              </p:cNvPr>
              <p:cNvSpPr/>
              <p:nvPr/>
            </p:nvSpPr>
            <p:spPr>
              <a:xfrm>
                <a:off x="4453953" y="1754711"/>
                <a:ext cx="113433" cy="276135"/>
              </a:xfrm>
              <a:custGeom>
                <a:avLst/>
                <a:gdLst>
                  <a:gd name="csX0" fmla="*/ 59012 w 113433"/>
                  <a:gd name="csY0" fmla="*/ 51622 h 276135"/>
                  <a:gd name="csX1" fmla="*/ 0 w 113433"/>
                  <a:gd name="csY1" fmla="*/ 51622 h 276135"/>
                  <a:gd name="csX2" fmla="*/ 0 w 113433"/>
                  <a:gd name="csY2" fmla="*/ 4255 h 276135"/>
                  <a:gd name="csX3" fmla="*/ 64835 w 113433"/>
                  <a:gd name="csY3" fmla="*/ 0 h 276135"/>
                  <a:gd name="csX4" fmla="*/ 102123 w 113433"/>
                  <a:gd name="csY4" fmla="*/ 8734 h 276135"/>
                  <a:gd name="csX5" fmla="*/ 113433 w 113433"/>
                  <a:gd name="csY5" fmla="*/ 37960 h 276135"/>
                  <a:gd name="csX6" fmla="*/ 113433 w 113433"/>
                  <a:gd name="csY6" fmla="*/ 276136 h 276135"/>
                  <a:gd name="csX7" fmla="*/ 59124 w 113433"/>
                  <a:gd name="csY7" fmla="*/ 276136 h 276135"/>
                  <a:gd name="csX8" fmla="*/ 59124 w 113433"/>
                  <a:gd name="csY8" fmla="*/ 51622 h 27613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13433" h="276135">
                    <a:moveTo>
                      <a:pt x="59012" y="51622"/>
                    </a:moveTo>
                    <a:lnTo>
                      <a:pt x="0" y="51622"/>
                    </a:lnTo>
                    <a:lnTo>
                      <a:pt x="0" y="4255"/>
                    </a:lnTo>
                    <a:cubicBezTo>
                      <a:pt x="19708" y="1456"/>
                      <a:pt x="41320" y="0"/>
                      <a:pt x="64835" y="0"/>
                    </a:cubicBezTo>
                    <a:cubicBezTo>
                      <a:pt x="82191" y="0"/>
                      <a:pt x="94621" y="2911"/>
                      <a:pt x="102123" y="8734"/>
                    </a:cubicBezTo>
                    <a:cubicBezTo>
                      <a:pt x="109626" y="14557"/>
                      <a:pt x="113433" y="24299"/>
                      <a:pt x="113433" y="37960"/>
                    </a:cubicBezTo>
                    <a:lnTo>
                      <a:pt x="113433" y="276136"/>
                    </a:lnTo>
                    <a:lnTo>
                      <a:pt x="59124" y="276136"/>
                    </a:lnTo>
                    <a:lnTo>
                      <a:pt x="59124" y="51622"/>
                    </a:lnTo>
                    <a:close/>
                  </a:path>
                </a:pathLst>
              </a:custGeom>
              <a:solidFill>
                <a:srgbClr val="000000"/>
              </a:solidFill>
              <a:ln w="11187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51" name="Freeform: Shape 250">
                <a:extLst>
                  <a:ext uri="{FF2B5EF4-FFF2-40B4-BE49-F238E27FC236}">
                    <a16:creationId xmlns:a16="http://schemas.microsoft.com/office/drawing/2014/main" id="{91D4C4D2-58A5-7490-D6EB-FCD925F68C4E}"/>
                  </a:ext>
                </a:extLst>
              </p:cNvPr>
              <p:cNvSpPr/>
              <p:nvPr/>
            </p:nvSpPr>
            <p:spPr>
              <a:xfrm>
                <a:off x="4615088" y="1759302"/>
                <a:ext cx="212645" cy="276024"/>
              </a:xfrm>
              <a:custGeom>
                <a:avLst/>
                <a:gdLst>
                  <a:gd name="csX0" fmla="*/ 50054 w 212645"/>
                  <a:gd name="csY0" fmla="*/ 265498 h 276024"/>
                  <a:gd name="csX1" fmla="*/ 13214 w 212645"/>
                  <a:gd name="csY1" fmla="*/ 235488 h 276024"/>
                  <a:gd name="csX2" fmla="*/ 0 w 212645"/>
                  <a:gd name="csY2" fmla="*/ 191705 h 276024"/>
                  <a:gd name="csX3" fmla="*/ 53189 w 212645"/>
                  <a:gd name="csY3" fmla="*/ 191705 h 276024"/>
                  <a:gd name="csX4" fmla="*/ 67970 w 212645"/>
                  <a:gd name="csY4" fmla="*/ 217908 h 276024"/>
                  <a:gd name="csX5" fmla="*/ 105259 w 212645"/>
                  <a:gd name="csY5" fmla="*/ 228210 h 276024"/>
                  <a:gd name="csX6" fmla="*/ 146019 w 212645"/>
                  <a:gd name="csY6" fmla="*/ 214996 h 276024"/>
                  <a:gd name="csX7" fmla="*/ 159232 w 212645"/>
                  <a:gd name="csY7" fmla="*/ 180059 h 276024"/>
                  <a:gd name="csX8" fmla="*/ 145235 w 212645"/>
                  <a:gd name="csY8" fmla="*/ 148034 h 276024"/>
                  <a:gd name="csX9" fmla="*/ 106043 w 212645"/>
                  <a:gd name="csY9" fmla="*/ 136164 h 276024"/>
                  <a:gd name="csX10" fmla="*/ 76481 w 212645"/>
                  <a:gd name="csY10" fmla="*/ 141763 h 276024"/>
                  <a:gd name="csX11" fmla="*/ 55877 w 212645"/>
                  <a:gd name="csY11" fmla="*/ 158672 h 276024"/>
                  <a:gd name="csX12" fmla="*/ 1568 w 212645"/>
                  <a:gd name="csY12" fmla="*/ 158672 h 276024"/>
                  <a:gd name="csX13" fmla="*/ 19372 w 212645"/>
                  <a:gd name="csY13" fmla="*/ 0 h 276024"/>
                  <a:gd name="csX14" fmla="*/ 195624 w 212645"/>
                  <a:gd name="csY14" fmla="*/ 0 h 276024"/>
                  <a:gd name="csX15" fmla="*/ 195624 w 212645"/>
                  <a:gd name="csY15" fmla="*/ 48822 h 276024"/>
                  <a:gd name="csX16" fmla="*/ 63939 w 212645"/>
                  <a:gd name="csY16" fmla="*/ 48822 h 276024"/>
                  <a:gd name="csX17" fmla="*/ 54981 w 212645"/>
                  <a:gd name="csY17" fmla="*/ 127990 h 276024"/>
                  <a:gd name="csX18" fmla="*/ 56549 w 212645"/>
                  <a:gd name="csY18" fmla="*/ 127990 h 276024"/>
                  <a:gd name="csX19" fmla="*/ 83199 w 212645"/>
                  <a:gd name="csY19" fmla="*/ 101563 h 276024"/>
                  <a:gd name="csX20" fmla="*/ 126535 w 212645"/>
                  <a:gd name="csY20" fmla="*/ 91821 h 276024"/>
                  <a:gd name="csX21" fmla="*/ 189578 w 212645"/>
                  <a:gd name="csY21" fmla="*/ 115449 h 276024"/>
                  <a:gd name="csX22" fmla="*/ 212645 w 212645"/>
                  <a:gd name="csY22" fmla="*/ 179500 h 276024"/>
                  <a:gd name="csX23" fmla="*/ 199432 w 212645"/>
                  <a:gd name="csY23" fmla="*/ 230449 h 276024"/>
                  <a:gd name="csX24" fmla="*/ 161919 w 212645"/>
                  <a:gd name="csY24" fmla="*/ 264154 h 276024"/>
                  <a:gd name="csX25" fmla="*/ 104587 w 212645"/>
                  <a:gd name="csY25" fmla="*/ 276024 h 276024"/>
                  <a:gd name="csX26" fmla="*/ 49830 w 212645"/>
                  <a:gd name="csY26" fmla="*/ 265386 h 27602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  <a:cxn ang="0">
                    <a:pos x="csX26" y="csY26"/>
                  </a:cxn>
                </a:cxnLst>
                <a:rect l="l" t="t" r="r" b="b"/>
                <a:pathLst>
                  <a:path w="212645" h="276024">
                    <a:moveTo>
                      <a:pt x="50054" y="265498"/>
                    </a:moveTo>
                    <a:cubicBezTo>
                      <a:pt x="34265" y="258444"/>
                      <a:pt x="21948" y="248366"/>
                      <a:pt x="13214" y="235488"/>
                    </a:cubicBezTo>
                    <a:cubicBezTo>
                      <a:pt x="4367" y="222611"/>
                      <a:pt x="0" y="207942"/>
                      <a:pt x="0" y="191705"/>
                    </a:cubicBezTo>
                    <a:lnTo>
                      <a:pt x="53189" y="191705"/>
                    </a:lnTo>
                    <a:cubicBezTo>
                      <a:pt x="53749" y="202343"/>
                      <a:pt x="58676" y="211077"/>
                      <a:pt x="67970" y="217908"/>
                    </a:cubicBezTo>
                    <a:cubicBezTo>
                      <a:pt x="77264" y="224738"/>
                      <a:pt x="89694" y="228210"/>
                      <a:pt x="105259" y="228210"/>
                    </a:cubicBezTo>
                    <a:cubicBezTo>
                      <a:pt x="123623" y="228210"/>
                      <a:pt x="137284" y="223843"/>
                      <a:pt x="146019" y="214996"/>
                    </a:cubicBezTo>
                    <a:cubicBezTo>
                      <a:pt x="154865" y="206262"/>
                      <a:pt x="159232" y="194617"/>
                      <a:pt x="159232" y="180059"/>
                    </a:cubicBezTo>
                    <a:cubicBezTo>
                      <a:pt x="159232" y="166622"/>
                      <a:pt x="154529" y="155984"/>
                      <a:pt x="145235" y="148034"/>
                    </a:cubicBezTo>
                    <a:cubicBezTo>
                      <a:pt x="135941" y="140196"/>
                      <a:pt x="122839" y="136164"/>
                      <a:pt x="106043" y="136164"/>
                    </a:cubicBezTo>
                    <a:cubicBezTo>
                      <a:pt x="94957" y="136164"/>
                      <a:pt x="85103" y="138068"/>
                      <a:pt x="76481" y="141763"/>
                    </a:cubicBezTo>
                    <a:cubicBezTo>
                      <a:pt x="67970" y="145458"/>
                      <a:pt x="61028" y="151169"/>
                      <a:pt x="55877" y="158672"/>
                    </a:cubicBezTo>
                    <a:lnTo>
                      <a:pt x="1568" y="158672"/>
                    </a:lnTo>
                    <a:lnTo>
                      <a:pt x="19372" y="0"/>
                    </a:lnTo>
                    <a:lnTo>
                      <a:pt x="195624" y="0"/>
                    </a:lnTo>
                    <a:lnTo>
                      <a:pt x="195624" y="48822"/>
                    </a:lnTo>
                    <a:lnTo>
                      <a:pt x="63939" y="48822"/>
                    </a:lnTo>
                    <a:lnTo>
                      <a:pt x="54981" y="127990"/>
                    </a:lnTo>
                    <a:lnTo>
                      <a:pt x="56549" y="127990"/>
                    </a:lnTo>
                    <a:cubicBezTo>
                      <a:pt x="62484" y="116904"/>
                      <a:pt x="71330" y="108058"/>
                      <a:pt x="83199" y="101563"/>
                    </a:cubicBezTo>
                    <a:cubicBezTo>
                      <a:pt x="94957" y="95069"/>
                      <a:pt x="109402" y="91821"/>
                      <a:pt x="126535" y="91821"/>
                    </a:cubicBezTo>
                    <a:cubicBezTo>
                      <a:pt x="153185" y="91821"/>
                      <a:pt x="174237" y="99660"/>
                      <a:pt x="189578" y="115449"/>
                    </a:cubicBezTo>
                    <a:cubicBezTo>
                      <a:pt x="205031" y="131237"/>
                      <a:pt x="212645" y="152513"/>
                      <a:pt x="212645" y="179500"/>
                    </a:cubicBezTo>
                    <a:cubicBezTo>
                      <a:pt x="212645" y="198872"/>
                      <a:pt x="208278" y="215892"/>
                      <a:pt x="199432" y="230449"/>
                    </a:cubicBezTo>
                    <a:cubicBezTo>
                      <a:pt x="190586" y="245006"/>
                      <a:pt x="178156" y="256316"/>
                      <a:pt x="161919" y="264154"/>
                    </a:cubicBezTo>
                    <a:cubicBezTo>
                      <a:pt x="145683" y="271993"/>
                      <a:pt x="126646" y="276024"/>
                      <a:pt x="104587" y="276024"/>
                    </a:cubicBezTo>
                    <a:cubicBezTo>
                      <a:pt x="83871" y="276024"/>
                      <a:pt x="65619" y="272441"/>
                      <a:pt x="49830" y="265386"/>
                    </a:cubicBezTo>
                    <a:close/>
                  </a:path>
                </a:pathLst>
              </a:custGeom>
              <a:solidFill>
                <a:srgbClr val="000000"/>
              </a:solidFill>
              <a:ln w="11187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pt-BR"/>
              </a:p>
            </p:txBody>
          </p:sp>
        </p:grpSp>
      </p:grpSp>
      <p:cxnSp>
        <p:nvCxnSpPr>
          <p:cNvPr id="253" name="Straight Connector 252">
            <a:extLst>
              <a:ext uri="{FF2B5EF4-FFF2-40B4-BE49-F238E27FC236}">
                <a16:creationId xmlns:a16="http://schemas.microsoft.com/office/drawing/2014/main" id="{C9A3AF5D-E463-AB0C-5E26-BB5C3A8ED44B}"/>
              </a:ext>
            </a:extLst>
          </p:cNvPr>
          <p:cNvCxnSpPr>
            <a:cxnSpLocks/>
          </p:cNvCxnSpPr>
          <p:nvPr/>
        </p:nvCxnSpPr>
        <p:spPr>
          <a:xfrm>
            <a:off x="2636495" y="1720008"/>
            <a:ext cx="2842868" cy="0"/>
          </a:xfrm>
          <a:prstGeom prst="line">
            <a:avLst/>
          </a:prstGeom>
          <a:ln>
            <a:solidFill>
              <a:schemeClr val="bg2">
                <a:lumMod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4" name="Straight Connector 253">
            <a:extLst>
              <a:ext uri="{FF2B5EF4-FFF2-40B4-BE49-F238E27FC236}">
                <a16:creationId xmlns:a16="http://schemas.microsoft.com/office/drawing/2014/main" id="{74A689A1-3A13-1760-ECC7-9EDACFF7A14F}"/>
              </a:ext>
            </a:extLst>
          </p:cNvPr>
          <p:cNvCxnSpPr>
            <a:cxnSpLocks/>
          </p:cNvCxnSpPr>
          <p:nvPr/>
        </p:nvCxnSpPr>
        <p:spPr>
          <a:xfrm>
            <a:off x="5848235" y="1720008"/>
            <a:ext cx="2842868" cy="0"/>
          </a:xfrm>
          <a:prstGeom prst="line">
            <a:avLst/>
          </a:prstGeom>
          <a:ln>
            <a:solidFill>
              <a:schemeClr val="bg2">
                <a:lumMod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5" name="Straight Connector 254">
            <a:extLst>
              <a:ext uri="{FF2B5EF4-FFF2-40B4-BE49-F238E27FC236}">
                <a16:creationId xmlns:a16="http://schemas.microsoft.com/office/drawing/2014/main" id="{E8E4B99E-DA2E-A495-2BDF-9D2922DE9203}"/>
              </a:ext>
            </a:extLst>
          </p:cNvPr>
          <p:cNvCxnSpPr>
            <a:cxnSpLocks/>
          </p:cNvCxnSpPr>
          <p:nvPr/>
        </p:nvCxnSpPr>
        <p:spPr>
          <a:xfrm>
            <a:off x="8993769" y="1720008"/>
            <a:ext cx="2842868" cy="0"/>
          </a:xfrm>
          <a:prstGeom prst="line">
            <a:avLst/>
          </a:prstGeom>
          <a:ln>
            <a:solidFill>
              <a:schemeClr val="bg2">
                <a:lumMod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63" name="Group 262">
            <a:extLst>
              <a:ext uri="{FF2B5EF4-FFF2-40B4-BE49-F238E27FC236}">
                <a16:creationId xmlns:a16="http://schemas.microsoft.com/office/drawing/2014/main" id="{CAAC4BCC-D919-3284-7935-180C7C568BEA}"/>
              </a:ext>
            </a:extLst>
          </p:cNvPr>
          <p:cNvGrpSpPr/>
          <p:nvPr/>
        </p:nvGrpSpPr>
        <p:grpSpPr>
          <a:xfrm>
            <a:off x="334962" y="1881136"/>
            <a:ext cx="11306791" cy="262892"/>
            <a:chOff x="334962" y="2437081"/>
            <a:chExt cx="11306791" cy="262892"/>
          </a:xfrm>
        </p:grpSpPr>
        <p:sp>
          <p:nvSpPr>
            <p:cNvPr id="6" name="object 4">
              <a:extLst>
                <a:ext uri="{FF2B5EF4-FFF2-40B4-BE49-F238E27FC236}">
                  <a16:creationId xmlns:a16="http://schemas.microsoft.com/office/drawing/2014/main" id="{9101F90B-A9C8-37AC-105A-F16D367F8A2D}"/>
                </a:ext>
              </a:extLst>
            </p:cNvPr>
            <p:cNvSpPr txBox="1">
              <a:spLocks/>
            </p:cNvSpPr>
            <p:nvPr/>
          </p:nvSpPr>
          <p:spPr>
            <a:xfrm>
              <a:off x="334962" y="2437081"/>
              <a:ext cx="2342335" cy="262892"/>
            </a:xfrm>
            <a:prstGeom prst="rect">
              <a:avLst/>
            </a:prstGeom>
          </p:spPr>
          <p:txBody>
            <a:bodyPr vert="horz" wrap="square" lIns="0" tIns="16510" rIns="0" bIns="0" rtlCol="0">
              <a:spAutoFit/>
            </a:bodyPr>
            <a:lstStyle>
              <a:lvl1pPr>
                <a:defRPr sz="4050" b="0" i="0">
                  <a:solidFill>
                    <a:schemeClr val="bg1"/>
                  </a:solidFill>
                  <a:latin typeface="Arial"/>
                  <a:ea typeface="+mj-ea"/>
                  <a:cs typeface="Arial"/>
                </a:defRPr>
              </a:lvl1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6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" panose="020B0503020204030204" pitchFamily="34" charset="0"/>
                  <a:ea typeface="+mj-ea"/>
                  <a:cs typeface="Arial"/>
                  <a:sym typeface="Arial"/>
                </a:rPr>
                <a:t>Risco</a:t>
              </a:r>
            </a:p>
          </p:txBody>
        </p:sp>
        <p:sp>
          <p:nvSpPr>
            <p:cNvPr id="260" name="object 4">
              <a:extLst>
                <a:ext uri="{FF2B5EF4-FFF2-40B4-BE49-F238E27FC236}">
                  <a16:creationId xmlns:a16="http://schemas.microsoft.com/office/drawing/2014/main" id="{42AC5A5C-0261-9232-51D8-E22D738E5BEB}"/>
                </a:ext>
              </a:extLst>
            </p:cNvPr>
            <p:cNvSpPr txBox="1">
              <a:spLocks/>
            </p:cNvSpPr>
            <p:nvPr/>
          </p:nvSpPr>
          <p:spPr>
            <a:xfrm>
              <a:off x="3004649" y="2437081"/>
              <a:ext cx="2342335" cy="262892"/>
            </a:xfrm>
            <a:prstGeom prst="rect">
              <a:avLst/>
            </a:prstGeom>
          </p:spPr>
          <p:txBody>
            <a:bodyPr vert="horz" wrap="square" lIns="0" tIns="16510" rIns="0" bIns="0" rtlCol="0">
              <a:spAutoFit/>
            </a:bodyPr>
            <a:lstStyle>
              <a:lvl1pPr>
                <a:defRPr sz="4050" b="0" i="0">
                  <a:solidFill>
                    <a:schemeClr val="bg1"/>
                  </a:solidFill>
                  <a:latin typeface="Arial"/>
                  <a:ea typeface="+mj-ea"/>
                  <a:cs typeface="Arial"/>
                </a:defRPr>
              </a:lvl1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6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" panose="020B0503020204030204" pitchFamily="34" charset="0"/>
                  <a:ea typeface="+mj-ea"/>
                  <a:cs typeface="Arial"/>
                  <a:sym typeface="Arial"/>
                </a:rPr>
                <a:t>Risco</a:t>
              </a:r>
            </a:p>
          </p:txBody>
        </p:sp>
        <p:sp>
          <p:nvSpPr>
            <p:cNvPr id="261" name="object 4">
              <a:extLst>
                <a:ext uri="{FF2B5EF4-FFF2-40B4-BE49-F238E27FC236}">
                  <a16:creationId xmlns:a16="http://schemas.microsoft.com/office/drawing/2014/main" id="{0DBA4B01-81CF-7A21-41F2-8601BD5E6DE8}"/>
                </a:ext>
              </a:extLst>
            </p:cNvPr>
            <p:cNvSpPr txBox="1">
              <a:spLocks/>
            </p:cNvSpPr>
            <p:nvPr/>
          </p:nvSpPr>
          <p:spPr>
            <a:xfrm>
              <a:off x="6152034" y="2437081"/>
              <a:ext cx="2342335" cy="262892"/>
            </a:xfrm>
            <a:prstGeom prst="rect">
              <a:avLst/>
            </a:prstGeom>
          </p:spPr>
          <p:txBody>
            <a:bodyPr vert="horz" wrap="square" lIns="0" tIns="16510" rIns="0" bIns="0" rtlCol="0">
              <a:spAutoFit/>
            </a:bodyPr>
            <a:lstStyle>
              <a:lvl1pPr>
                <a:defRPr sz="4050" b="0" i="0">
                  <a:solidFill>
                    <a:schemeClr val="bg1"/>
                  </a:solidFill>
                  <a:latin typeface="Arial"/>
                  <a:ea typeface="+mj-ea"/>
                  <a:cs typeface="Arial"/>
                </a:defRPr>
              </a:lvl1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6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" panose="020B0503020204030204" pitchFamily="34" charset="0"/>
                  <a:ea typeface="+mj-ea"/>
                  <a:cs typeface="Arial"/>
                  <a:sym typeface="Arial"/>
                </a:rPr>
                <a:t>Risco</a:t>
              </a:r>
            </a:p>
          </p:txBody>
        </p:sp>
        <p:sp>
          <p:nvSpPr>
            <p:cNvPr id="262" name="object 4">
              <a:extLst>
                <a:ext uri="{FF2B5EF4-FFF2-40B4-BE49-F238E27FC236}">
                  <a16:creationId xmlns:a16="http://schemas.microsoft.com/office/drawing/2014/main" id="{0265FA9B-BEC8-3E79-8CBA-DE26A2003E34}"/>
                </a:ext>
              </a:extLst>
            </p:cNvPr>
            <p:cNvSpPr txBox="1">
              <a:spLocks/>
            </p:cNvSpPr>
            <p:nvPr/>
          </p:nvSpPr>
          <p:spPr>
            <a:xfrm>
              <a:off x="9299418" y="2437081"/>
              <a:ext cx="2342335" cy="262892"/>
            </a:xfrm>
            <a:prstGeom prst="rect">
              <a:avLst/>
            </a:prstGeom>
          </p:spPr>
          <p:txBody>
            <a:bodyPr vert="horz" wrap="square" lIns="0" tIns="16510" rIns="0" bIns="0" rtlCol="0">
              <a:spAutoFit/>
            </a:bodyPr>
            <a:lstStyle>
              <a:lvl1pPr>
                <a:defRPr sz="4050" b="0" i="0">
                  <a:solidFill>
                    <a:schemeClr val="bg1"/>
                  </a:solidFill>
                  <a:latin typeface="Arial"/>
                  <a:ea typeface="+mj-ea"/>
                  <a:cs typeface="Arial"/>
                </a:defRPr>
              </a:lvl1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6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" panose="020B0503020204030204" pitchFamily="34" charset="0"/>
                  <a:ea typeface="+mj-ea"/>
                  <a:cs typeface="Arial"/>
                  <a:sym typeface="Arial"/>
                </a:rPr>
                <a:t>Risco</a:t>
              </a:r>
            </a:p>
          </p:txBody>
        </p:sp>
      </p:grpSp>
      <p:grpSp>
        <p:nvGrpSpPr>
          <p:cNvPr id="264" name="Group 263">
            <a:extLst>
              <a:ext uri="{FF2B5EF4-FFF2-40B4-BE49-F238E27FC236}">
                <a16:creationId xmlns:a16="http://schemas.microsoft.com/office/drawing/2014/main" id="{63B2020A-DF83-BA6A-06BF-095C3259E1B7}"/>
              </a:ext>
            </a:extLst>
          </p:cNvPr>
          <p:cNvGrpSpPr/>
          <p:nvPr/>
        </p:nvGrpSpPr>
        <p:grpSpPr>
          <a:xfrm>
            <a:off x="343118" y="3051432"/>
            <a:ext cx="11306791" cy="262892"/>
            <a:chOff x="334962" y="2437081"/>
            <a:chExt cx="11306791" cy="262892"/>
          </a:xfrm>
        </p:grpSpPr>
        <p:sp>
          <p:nvSpPr>
            <p:cNvPr id="265" name="object 4">
              <a:extLst>
                <a:ext uri="{FF2B5EF4-FFF2-40B4-BE49-F238E27FC236}">
                  <a16:creationId xmlns:a16="http://schemas.microsoft.com/office/drawing/2014/main" id="{3B5B3BBF-A0BC-E7C5-4683-ACF890B170E3}"/>
                </a:ext>
              </a:extLst>
            </p:cNvPr>
            <p:cNvSpPr txBox="1">
              <a:spLocks/>
            </p:cNvSpPr>
            <p:nvPr/>
          </p:nvSpPr>
          <p:spPr>
            <a:xfrm>
              <a:off x="334962" y="2437081"/>
              <a:ext cx="2342335" cy="262892"/>
            </a:xfrm>
            <a:prstGeom prst="rect">
              <a:avLst/>
            </a:prstGeom>
          </p:spPr>
          <p:txBody>
            <a:bodyPr vert="horz" wrap="square" lIns="0" tIns="16510" rIns="0" bIns="0" rtlCol="0">
              <a:spAutoFit/>
            </a:bodyPr>
            <a:lstStyle>
              <a:lvl1pPr>
                <a:defRPr sz="4050" b="0" i="0">
                  <a:solidFill>
                    <a:schemeClr val="bg1"/>
                  </a:solidFill>
                  <a:latin typeface="Arial"/>
                  <a:ea typeface="+mj-ea"/>
                  <a:cs typeface="Arial"/>
                </a:defRPr>
              </a:lvl1pPr>
            </a:lstStyle>
            <a:p>
              <a:r>
                <a:rPr lang="pt-BR" sz="1600">
                  <a:latin typeface="Versos" panose="020B0503020204030204" pitchFamily="34" charset="0"/>
                </a:rPr>
                <a:t>Taxa de </a:t>
              </a:r>
              <a:r>
                <a:rPr lang="pt-BR" sz="1600" err="1">
                  <a:latin typeface="Versos" panose="020B0503020204030204" pitchFamily="34" charset="0"/>
                </a:rPr>
                <a:t>Adm</a:t>
              </a:r>
              <a:endParaRPr lang="pt-BR" sz="1600">
                <a:latin typeface="Versos" panose="020B0503020204030204" pitchFamily="34" charset="0"/>
              </a:endParaRPr>
            </a:p>
          </p:txBody>
        </p:sp>
        <p:sp>
          <p:nvSpPr>
            <p:cNvPr id="266" name="object 4">
              <a:extLst>
                <a:ext uri="{FF2B5EF4-FFF2-40B4-BE49-F238E27FC236}">
                  <a16:creationId xmlns:a16="http://schemas.microsoft.com/office/drawing/2014/main" id="{83A30DCF-DDCC-3EF9-A62F-6B3EBDEE21A3}"/>
                </a:ext>
              </a:extLst>
            </p:cNvPr>
            <p:cNvSpPr txBox="1">
              <a:spLocks/>
            </p:cNvSpPr>
            <p:nvPr/>
          </p:nvSpPr>
          <p:spPr>
            <a:xfrm>
              <a:off x="3004649" y="2437081"/>
              <a:ext cx="2342335" cy="262892"/>
            </a:xfrm>
            <a:prstGeom prst="rect">
              <a:avLst/>
            </a:prstGeom>
          </p:spPr>
          <p:txBody>
            <a:bodyPr vert="horz" wrap="square" lIns="0" tIns="16510" rIns="0" bIns="0" rtlCol="0">
              <a:spAutoFit/>
            </a:bodyPr>
            <a:lstStyle>
              <a:lvl1pPr>
                <a:defRPr sz="4050" b="0" i="0">
                  <a:solidFill>
                    <a:schemeClr val="bg1"/>
                  </a:solidFill>
                  <a:latin typeface="Arial"/>
                  <a:ea typeface="+mj-ea"/>
                  <a:cs typeface="Arial"/>
                </a:defRPr>
              </a:lvl1pPr>
            </a:lstStyle>
            <a:p>
              <a:pPr algn="ctr"/>
              <a:r>
                <a:rPr lang="pt-BR" sz="1600">
                  <a:latin typeface="Versos" panose="020B0503020204030204" pitchFamily="34" charset="0"/>
                </a:rPr>
                <a:t>0,2% a.a.</a:t>
              </a:r>
            </a:p>
          </p:txBody>
        </p:sp>
        <p:sp>
          <p:nvSpPr>
            <p:cNvPr id="267" name="object 4">
              <a:extLst>
                <a:ext uri="{FF2B5EF4-FFF2-40B4-BE49-F238E27FC236}">
                  <a16:creationId xmlns:a16="http://schemas.microsoft.com/office/drawing/2014/main" id="{5736A87C-9054-6935-C29F-E61FEC8944D4}"/>
                </a:ext>
              </a:extLst>
            </p:cNvPr>
            <p:cNvSpPr txBox="1">
              <a:spLocks/>
            </p:cNvSpPr>
            <p:nvPr/>
          </p:nvSpPr>
          <p:spPr>
            <a:xfrm>
              <a:off x="6152034" y="2437081"/>
              <a:ext cx="2342335" cy="262892"/>
            </a:xfrm>
            <a:prstGeom prst="rect">
              <a:avLst/>
            </a:prstGeom>
          </p:spPr>
          <p:txBody>
            <a:bodyPr vert="horz" wrap="square" lIns="0" tIns="16510" rIns="0" bIns="0" rtlCol="0">
              <a:spAutoFit/>
            </a:bodyPr>
            <a:lstStyle>
              <a:lvl1pPr>
                <a:defRPr sz="4050" b="0" i="0">
                  <a:solidFill>
                    <a:schemeClr val="bg1"/>
                  </a:solidFill>
                  <a:latin typeface="Arial"/>
                  <a:ea typeface="+mj-ea"/>
                  <a:cs typeface="Arial"/>
                </a:defRPr>
              </a:lvl1pPr>
            </a:lstStyle>
            <a:p>
              <a:pPr algn="ctr"/>
              <a:r>
                <a:rPr lang="pt-BR" sz="1600">
                  <a:latin typeface="Versos" panose="020B0503020204030204" pitchFamily="34" charset="0"/>
                </a:rPr>
                <a:t>0,5% a.a.</a:t>
              </a:r>
            </a:p>
          </p:txBody>
        </p:sp>
        <p:sp>
          <p:nvSpPr>
            <p:cNvPr id="268" name="object 4">
              <a:extLst>
                <a:ext uri="{FF2B5EF4-FFF2-40B4-BE49-F238E27FC236}">
                  <a16:creationId xmlns:a16="http://schemas.microsoft.com/office/drawing/2014/main" id="{4FDA4642-5EA7-53D6-EDD7-B682D84F06CB}"/>
                </a:ext>
              </a:extLst>
            </p:cNvPr>
            <p:cNvSpPr txBox="1">
              <a:spLocks/>
            </p:cNvSpPr>
            <p:nvPr/>
          </p:nvSpPr>
          <p:spPr>
            <a:xfrm>
              <a:off x="9299418" y="2437081"/>
              <a:ext cx="2342335" cy="262892"/>
            </a:xfrm>
            <a:prstGeom prst="rect">
              <a:avLst/>
            </a:prstGeom>
          </p:spPr>
          <p:txBody>
            <a:bodyPr vert="horz" wrap="square" lIns="0" tIns="16510" rIns="0" bIns="0" rtlCol="0">
              <a:spAutoFit/>
            </a:bodyPr>
            <a:lstStyle>
              <a:lvl1pPr>
                <a:defRPr sz="4050" b="0" i="0">
                  <a:solidFill>
                    <a:schemeClr val="bg1"/>
                  </a:solidFill>
                  <a:latin typeface="Arial"/>
                  <a:ea typeface="+mj-ea"/>
                  <a:cs typeface="Arial"/>
                </a:defRPr>
              </a:lvl1pPr>
            </a:lstStyle>
            <a:p>
              <a:pPr algn="ctr"/>
              <a:r>
                <a:rPr lang="pt-BR" sz="1600">
                  <a:latin typeface="Versos" panose="020B0503020204030204" pitchFamily="34" charset="0"/>
                </a:rPr>
                <a:t>0,625% a.a.</a:t>
              </a:r>
            </a:p>
          </p:txBody>
        </p:sp>
      </p:grpSp>
      <p:grpSp>
        <p:nvGrpSpPr>
          <p:cNvPr id="269" name="Group 268">
            <a:extLst>
              <a:ext uri="{FF2B5EF4-FFF2-40B4-BE49-F238E27FC236}">
                <a16:creationId xmlns:a16="http://schemas.microsoft.com/office/drawing/2014/main" id="{62D28D3F-E10F-6E8D-5034-76C616A2747C}"/>
              </a:ext>
            </a:extLst>
          </p:cNvPr>
          <p:cNvGrpSpPr/>
          <p:nvPr/>
        </p:nvGrpSpPr>
        <p:grpSpPr>
          <a:xfrm>
            <a:off x="343118" y="3636580"/>
            <a:ext cx="11615648" cy="262892"/>
            <a:chOff x="334962" y="2437081"/>
            <a:chExt cx="11615648" cy="262892"/>
          </a:xfrm>
        </p:grpSpPr>
        <p:sp>
          <p:nvSpPr>
            <p:cNvPr id="270" name="object 4">
              <a:extLst>
                <a:ext uri="{FF2B5EF4-FFF2-40B4-BE49-F238E27FC236}">
                  <a16:creationId xmlns:a16="http://schemas.microsoft.com/office/drawing/2014/main" id="{0C6A15F5-8D72-11EE-4072-75248B927294}"/>
                </a:ext>
              </a:extLst>
            </p:cNvPr>
            <p:cNvSpPr txBox="1">
              <a:spLocks/>
            </p:cNvSpPr>
            <p:nvPr/>
          </p:nvSpPr>
          <p:spPr>
            <a:xfrm>
              <a:off x="334962" y="2437081"/>
              <a:ext cx="2342335" cy="262892"/>
            </a:xfrm>
            <a:prstGeom prst="rect">
              <a:avLst/>
            </a:prstGeom>
          </p:spPr>
          <p:txBody>
            <a:bodyPr vert="horz" wrap="square" lIns="0" tIns="16510" rIns="0" bIns="0" rtlCol="0">
              <a:spAutoFit/>
            </a:bodyPr>
            <a:lstStyle>
              <a:lvl1pPr>
                <a:defRPr sz="4050" b="0" i="0">
                  <a:solidFill>
                    <a:schemeClr val="bg1"/>
                  </a:solidFill>
                  <a:latin typeface="Arial"/>
                  <a:ea typeface="+mj-ea"/>
                  <a:cs typeface="Arial"/>
                </a:defRPr>
              </a:lvl1pPr>
            </a:lstStyle>
            <a:p>
              <a:r>
                <a:rPr lang="pt-BR" sz="1600">
                  <a:latin typeface="Versos" panose="020B0503020204030204" pitchFamily="34" charset="0"/>
                </a:rPr>
                <a:t>Taxa de performance</a:t>
              </a:r>
            </a:p>
          </p:txBody>
        </p:sp>
        <p:sp>
          <p:nvSpPr>
            <p:cNvPr id="271" name="object 4">
              <a:extLst>
                <a:ext uri="{FF2B5EF4-FFF2-40B4-BE49-F238E27FC236}">
                  <a16:creationId xmlns:a16="http://schemas.microsoft.com/office/drawing/2014/main" id="{A992ADBB-D1D7-8298-D982-430C7326C007}"/>
                </a:ext>
              </a:extLst>
            </p:cNvPr>
            <p:cNvSpPr txBox="1">
              <a:spLocks/>
            </p:cNvSpPr>
            <p:nvPr/>
          </p:nvSpPr>
          <p:spPr>
            <a:xfrm>
              <a:off x="3004649" y="2437081"/>
              <a:ext cx="2342335" cy="262892"/>
            </a:xfrm>
            <a:prstGeom prst="rect">
              <a:avLst/>
            </a:prstGeom>
          </p:spPr>
          <p:txBody>
            <a:bodyPr vert="horz" wrap="square" lIns="0" tIns="16510" rIns="0" bIns="0" rtlCol="0">
              <a:spAutoFit/>
            </a:bodyPr>
            <a:lstStyle>
              <a:lvl1pPr>
                <a:defRPr sz="4050" b="0" i="0">
                  <a:solidFill>
                    <a:schemeClr val="bg1"/>
                  </a:solidFill>
                  <a:latin typeface="Arial"/>
                  <a:ea typeface="+mj-ea"/>
                  <a:cs typeface="Arial"/>
                </a:defRPr>
              </a:lvl1pPr>
            </a:lstStyle>
            <a:p>
              <a:pPr algn="ctr"/>
              <a:r>
                <a:rPr lang="pt-BR" sz="1600">
                  <a:latin typeface="Versos" panose="020B0503020204030204" pitchFamily="34" charset="0"/>
                </a:rPr>
                <a:t>Não há</a:t>
              </a:r>
            </a:p>
          </p:txBody>
        </p:sp>
        <p:sp>
          <p:nvSpPr>
            <p:cNvPr id="272" name="object 4">
              <a:extLst>
                <a:ext uri="{FF2B5EF4-FFF2-40B4-BE49-F238E27FC236}">
                  <a16:creationId xmlns:a16="http://schemas.microsoft.com/office/drawing/2014/main" id="{83B2416B-A1D5-5E8C-A31D-B1E95FC51BC5}"/>
                </a:ext>
              </a:extLst>
            </p:cNvPr>
            <p:cNvSpPr txBox="1">
              <a:spLocks/>
            </p:cNvSpPr>
            <p:nvPr/>
          </p:nvSpPr>
          <p:spPr>
            <a:xfrm>
              <a:off x="6152034" y="2437081"/>
              <a:ext cx="2342335" cy="262892"/>
            </a:xfrm>
            <a:prstGeom prst="rect">
              <a:avLst/>
            </a:prstGeom>
          </p:spPr>
          <p:txBody>
            <a:bodyPr vert="horz" wrap="square" lIns="0" tIns="16510" rIns="0" bIns="0" rtlCol="0">
              <a:spAutoFit/>
            </a:bodyPr>
            <a:lstStyle>
              <a:lvl1pPr>
                <a:defRPr sz="4050" b="0" i="0">
                  <a:solidFill>
                    <a:schemeClr val="bg1"/>
                  </a:solidFill>
                  <a:latin typeface="Arial"/>
                  <a:ea typeface="+mj-ea"/>
                  <a:cs typeface="Arial"/>
                </a:defRPr>
              </a:lvl1pPr>
            </a:lstStyle>
            <a:p>
              <a:pPr algn="ctr"/>
              <a:r>
                <a:rPr lang="pt-BR" sz="1600">
                  <a:latin typeface="Versos" panose="020B0503020204030204" pitchFamily="34" charset="0"/>
                </a:rPr>
                <a:t>Não há</a:t>
              </a:r>
            </a:p>
          </p:txBody>
        </p:sp>
        <p:sp>
          <p:nvSpPr>
            <p:cNvPr id="273" name="object 4">
              <a:extLst>
                <a:ext uri="{FF2B5EF4-FFF2-40B4-BE49-F238E27FC236}">
                  <a16:creationId xmlns:a16="http://schemas.microsoft.com/office/drawing/2014/main" id="{89834934-00EE-6D23-6513-A1087A86D333}"/>
                </a:ext>
              </a:extLst>
            </p:cNvPr>
            <p:cNvSpPr txBox="1">
              <a:spLocks/>
            </p:cNvSpPr>
            <p:nvPr/>
          </p:nvSpPr>
          <p:spPr>
            <a:xfrm>
              <a:off x="8904286" y="2452470"/>
              <a:ext cx="3046324" cy="232115"/>
            </a:xfrm>
            <a:prstGeom prst="rect">
              <a:avLst/>
            </a:prstGeom>
          </p:spPr>
          <p:txBody>
            <a:bodyPr vert="horz" wrap="square" lIns="0" tIns="16510" rIns="0" bIns="0" rtlCol="0">
              <a:spAutoFit/>
            </a:bodyPr>
            <a:lstStyle>
              <a:lvl1pPr>
                <a:defRPr sz="4050" b="0" i="0">
                  <a:solidFill>
                    <a:schemeClr val="bg1"/>
                  </a:solidFill>
                  <a:latin typeface="Arial"/>
                  <a:ea typeface="+mj-ea"/>
                  <a:cs typeface="Arial"/>
                </a:defRPr>
              </a:lvl1pPr>
            </a:lstStyle>
            <a:p>
              <a:pPr algn="ctr"/>
              <a:r>
                <a:rPr lang="pt-BR" sz="1400">
                  <a:latin typeface="Versos" panose="020B0503020204030204" pitchFamily="34" charset="0"/>
                </a:rPr>
                <a:t>20% do que exceder 100% do CDI</a:t>
              </a:r>
            </a:p>
          </p:txBody>
        </p:sp>
      </p:grpSp>
      <p:grpSp>
        <p:nvGrpSpPr>
          <p:cNvPr id="274" name="Group 273">
            <a:extLst>
              <a:ext uri="{FF2B5EF4-FFF2-40B4-BE49-F238E27FC236}">
                <a16:creationId xmlns:a16="http://schemas.microsoft.com/office/drawing/2014/main" id="{CBF7F22C-CB78-0B70-1851-253F01AD1FD0}"/>
              </a:ext>
            </a:extLst>
          </p:cNvPr>
          <p:cNvGrpSpPr/>
          <p:nvPr/>
        </p:nvGrpSpPr>
        <p:grpSpPr>
          <a:xfrm>
            <a:off x="362016" y="4211895"/>
            <a:ext cx="11298131" cy="272725"/>
            <a:chOff x="334962" y="2427248"/>
            <a:chExt cx="11298131" cy="272725"/>
          </a:xfrm>
        </p:grpSpPr>
        <p:sp>
          <p:nvSpPr>
            <p:cNvPr id="275" name="object 4">
              <a:extLst>
                <a:ext uri="{FF2B5EF4-FFF2-40B4-BE49-F238E27FC236}">
                  <a16:creationId xmlns:a16="http://schemas.microsoft.com/office/drawing/2014/main" id="{CCD63DEB-2C4C-4117-1B9E-E41A51B47940}"/>
                </a:ext>
              </a:extLst>
            </p:cNvPr>
            <p:cNvSpPr txBox="1">
              <a:spLocks/>
            </p:cNvSpPr>
            <p:nvPr/>
          </p:nvSpPr>
          <p:spPr>
            <a:xfrm>
              <a:off x="334962" y="2437081"/>
              <a:ext cx="2342335" cy="262892"/>
            </a:xfrm>
            <a:prstGeom prst="rect">
              <a:avLst/>
            </a:prstGeom>
          </p:spPr>
          <p:txBody>
            <a:bodyPr vert="horz" wrap="square" lIns="0" tIns="16510" rIns="0" bIns="0" rtlCol="0">
              <a:spAutoFit/>
            </a:bodyPr>
            <a:lstStyle>
              <a:lvl1pPr>
                <a:defRPr sz="4050" b="0" i="0">
                  <a:solidFill>
                    <a:schemeClr val="bg1"/>
                  </a:solidFill>
                  <a:latin typeface="Arial"/>
                  <a:ea typeface="+mj-ea"/>
                  <a:cs typeface="Arial"/>
                </a:defRPr>
              </a:lvl1pPr>
            </a:lstStyle>
            <a:p>
              <a:r>
                <a:rPr lang="pt-BR" sz="1600">
                  <a:latin typeface="Versos" panose="020B0503020204030204" pitchFamily="34" charset="0"/>
                </a:rPr>
                <a:t>Cota resgate</a:t>
              </a:r>
            </a:p>
          </p:txBody>
        </p:sp>
        <p:sp>
          <p:nvSpPr>
            <p:cNvPr id="276" name="object 4">
              <a:extLst>
                <a:ext uri="{FF2B5EF4-FFF2-40B4-BE49-F238E27FC236}">
                  <a16:creationId xmlns:a16="http://schemas.microsoft.com/office/drawing/2014/main" id="{D786477A-EF44-658D-1E42-B0F6612263C1}"/>
                </a:ext>
              </a:extLst>
            </p:cNvPr>
            <p:cNvSpPr txBox="1">
              <a:spLocks/>
            </p:cNvSpPr>
            <p:nvPr/>
          </p:nvSpPr>
          <p:spPr>
            <a:xfrm>
              <a:off x="3004649" y="2437081"/>
              <a:ext cx="2342335" cy="262892"/>
            </a:xfrm>
            <a:prstGeom prst="rect">
              <a:avLst/>
            </a:prstGeom>
          </p:spPr>
          <p:txBody>
            <a:bodyPr vert="horz" wrap="square" lIns="0" tIns="16510" rIns="0" bIns="0" rtlCol="0">
              <a:spAutoFit/>
            </a:bodyPr>
            <a:lstStyle>
              <a:lvl1pPr>
                <a:defRPr sz="4050" b="0" i="0">
                  <a:solidFill>
                    <a:schemeClr val="bg1"/>
                  </a:solidFill>
                  <a:latin typeface="Arial"/>
                  <a:ea typeface="+mj-ea"/>
                  <a:cs typeface="Arial"/>
                </a:defRPr>
              </a:lvl1pPr>
            </a:lstStyle>
            <a:p>
              <a:pPr algn="ctr"/>
              <a:r>
                <a:rPr lang="pt-BR" sz="1600">
                  <a:latin typeface="Versos" panose="020B0503020204030204" pitchFamily="34" charset="0"/>
                </a:rPr>
                <a:t>D+0</a:t>
              </a:r>
            </a:p>
          </p:txBody>
        </p:sp>
        <p:sp>
          <p:nvSpPr>
            <p:cNvPr id="277" name="object 4">
              <a:extLst>
                <a:ext uri="{FF2B5EF4-FFF2-40B4-BE49-F238E27FC236}">
                  <a16:creationId xmlns:a16="http://schemas.microsoft.com/office/drawing/2014/main" id="{84176C32-997F-1B9E-6C69-15450BF11D52}"/>
                </a:ext>
              </a:extLst>
            </p:cNvPr>
            <p:cNvSpPr txBox="1">
              <a:spLocks/>
            </p:cNvSpPr>
            <p:nvPr/>
          </p:nvSpPr>
          <p:spPr>
            <a:xfrm>
              <a:off x="6152034" y="2437081"/>
              <a:ext cx="2342335" cy="262892"/>
            </a:xfrm>
            <a:prstGeom prst="rect">
              <a:avLst/>
            </a:prstGeom>
          </p:spPr>
          <p:txBody>
            <a:bodyPr vert="horz" wrap="square" lIns="0" tIns="16510" rIns="0" bIns="0" rtlCol="0">
              <a:spAutoFit/>
            </a:bodyPr>
            <a:lstStyle>
              <a:lvl1pPr>
                <a:defRPr sz="4050" b="0" i="0">
                  <a:solidFill>
                    <a:schemeClr val="bg1"/>
                  </a:solidFill>
                  <a:latin typeface="Arial"/>
                  <a:ea typeface="+mj-ea"/>
                  <a:cs typeface="Arial"/>
                </a:defRPr>
              </a:lvl1pPr>
            </a:lstStyle>
            <a:p>
              <a:pPr algn="ctr"/>
              <a:r>
                <a:rPr lang="pt-BR" sz="1600">
                  <a:latin typeface="Versos" panose="020B0503020204030204" pitchFamily="34" charset="0"/>
                </a:rPr>
                <a:t>D+15</a:t>
              </a:r>
            </a:p>
          </p:txBody>
        </p:sp>
        <p:sp>
          <p:nvSpPr>
            <p:cNvPr id="278" name="object 4">
              <a:extLst>
                <a:ext uri="{FF2B5EF4-FFF2-40B4-BE49-F238E27FC236}">
                  <a16:creationId xmlns:a16="http://schemas.microsoft.com/office/drawing/2014/main" id="{8207E062-EC17-6856-B75C-62E56F2C5186}"/>
                </a:ext>
              </a:extLst>
            </p:cNvPr>
            <p:cNvSpPr txBox="1">
              <a:spLocks/>
            </p:cNvSpPr>
            <p:nvPr/>
          </p:nvSpPr>
          <p:spPr>
            <a:xfrm>
              <a:off x="9290758" y="2427248"/>
              <a:ext cx="2342335" cy="262892"/>
            </a:xfrm>
            <a:prstGeom prst="rect">
              <a:avLst/>
            </a:prstGeom>
          </p:spPr>
          <p:txBody>
            <a:bodyPr vert="horz" wrap="square" lIns="0" tIns="16510" rIns="0" bIns="0" rtlCol="0">
              <a:spAutoFit/>
            </a:bodyPr>
            <a:lstStyle>
              <a:lvl1pPr>
                <a:defRPr sz="4050" b="0" i="0">
                  <a:solidFill>
                    <a:schemeClr val="bg1"/>
                  </a:solidFill>
                  <a:latin typeface="Arial"/>
                  <a:ea typeface="+mj-ea"/>
                  <a:cs typeface="Arial"/>
                </a:defRPr>
              </a:lvl1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6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" panose="020B0503020204030204" pitchFamily="34" charset="0"/>
                  <a:ea typeface="+mj-ea"/>
                  <a:cs typeface="Arial"/>
                  <a:sym typeface="Arial"/>
                </a:rPr>
                <a:t>D+30</a:t>
              </a:r>
            </a:p>
          </p:txBody>
        </p:sp>
      </p:grpSp>
      <p:grpSp>
        <p:nvGrpSpPr>
          <p:cNvPr id="279" name="Group 278">
            <a:extLst>
              <a:ext uri="{FF2B5EF4-FFF2-40B4-BE49-F238E27FC236}">
                <a16:creationId xmlns:a16="http://schemas.microsoft.com/office/drawing/2014/main" id="{60B56E2C-5ED2-EE47-B0B8-92E66A73D153}"/>
              </a:ext>
            </a:extLst>
          </p:cNvPr>
          <p:cNvGrpSpPr/>
          <p:nvPr/>
        </p:nvGrpSpPr>
        <p:grpSpPr>
          <a:xfrm>
            <a:off x="343118" y="4806876"/>
            <a:ext cx="11306791" cy="262892"/>
            <a:chOff x="334962" y="2437081"/>
            <a:chExt cx="11306791" cy="262892"/>
          </a:xfrm>
        </p:grpSpPr>
        <p:sp>
          <p:nvSpPr>
            <p:cNvPr id="280" name="object 4">
              <a:extLst>
                <a:ext uri="{FF2B5EF4-FFF2-40B4-BE49-F238E27FC236}">
                  <a16:creationId xmlns:a16="http://schemas.microsoft.com/office/drawing/2014/main" id="{929E6EE4-5678-5577-96A0-FF6704D9AF1D}"/>
                </a:ext>
              </a:extLst>
            </p:cNvPr>
            <p:cNvSpPr txBox="1">
              <a:spLocks/>
            </p:cNvSpPr>
            <p:nvPr/>
          </p:nvSpPr>
          <p:spPr>
            <a:xfrm>
              <a:off x="334962" y="2437081"/>
              <a:ext cx="2342335" cy="262892"/>
            </a:xfrm>
            <a:prstGeom prst="rect">
              <a:avLst/>
            </a:prstGeom>
          </p:spPr>
          <p:txBody>
            <a:bodyPr vert="horz" wrap="square" lIns="0" tIns="16510" rIns="0" bIns="0" rtlCol="0">
              <a:spAutoFit/>
            </a:bodyPr>
            <a:lstStyle>
              <a:lvl1pPr>
                <a:defRPr sz="4050" b="0" i="0">
                  <a:solidFill>
                    <a:schemeClr val="bg1"/>
                  </a:solidFill>
                  <a:latin typeface="Arial"/>
                  <a:ea typeface="+mj-ea"/>
                  <a:cs typeface="Arial"/>
                </a:defRPr>
              </a:lvl1pPr>
            </a:lstStyle>
            <a:p>
              <a:r>
                <a:rPr lang="pt-BR" sz="1600">
                  <a:latin typeface="Versos" panose="020B0503020204030204" pitchFamily="34" charset="0"/>
                </a:rPr>
                <a:t>Pagamento resgate</a:t>
              </a:r>
            </a:p>
          </p:txBody>
        </p:sp>
        <p:sp>
          <p:nvSpPr>
            <p:cNvPr id="281" name="object 4">
              <a:extLst>
                <a:ext uri="{FF2B5EF4-FFF2-40B4-BE49-F238E27FC236}">
                  <a16:creationId xmlns:a16="http://schemas.microsoft.com/office/drawing/2014/main" id="{97EE8CC3-6A0C-A312-0687-3854444127A2}"/>
                </a:ext>
              </a:extLst>
            </p:cNvPr>
            <p:cNvSpPr txBox="1">
              <a:spLocks/>
            </p:cNvSpPr>
            <p:nvPr/>
          </p:nvSpPr>
          <p:spPr>
            <a:xfrm>
              <a:off x="3004649" y="2437081"/>
              <a:ext cx="2342335" cy="262892"/>
            </a:xfrm>
            <a:prstGeom prst="rect">
              <a:avLst/>
            </a:prstGeom>
          </p:spPr>
          <p:txBody>
            <a:bodyPr vert="horz" wrap="square" lIns="0" tIns="16510" rIns="0" bIns="0" rtlCol="0">
              <a:spAutoFit/>
            </a:bodyPr>
            <a:lstStyle>
              <a:lvl1pPr>
                <a:defRPr sz="4050" b="0" i="0">
                  <a:solidFill>
                    <a:schemeClr val="bg1"/>
                  </a:solidFill>
                  <a:latin typeface="Arial"/>
                  <a:ea typeface="+mj-ea"/>
                  <a:cs typeface="Arial"/>
                </a:defRPr>
              </a:lvl1pPr>
            </a:lstStyle>
            <a:p>
              <a:pPr algn="ctr"/>
              <a:r>
                <a:rPr lang="pt-BR" sz="1600">
                  <a:latin typeface="Versos" panose="020B0503020204030204" pitchFamily="34" charset="0"/>
                </a:rPr>
                <a:t>D+0</a:t>
              </a:r>
            </a:p>
          </p:txBody>
        </p:sp>
        <p:sp>
          <p:nvSpPr>
            <p:cNvPr id="282" name="object 4">
              <a:extLst>
                <a:ext uri="{FF2B5EF4-FFF2-40B4-BE49-F238E27FC236}">
                  <a16:creationId xmlns:a16="http://schemas.microsoft.com/office/drawing/2014/main" id="{3FA2B22C-33CB-BC76-4EE1-4C092EAB2B84}"/>
                </a:ext>
              </a:extLst>
            </p:cNvPr>
            <p:cNvSpPr txBox="1">
              <a:spLocks/>
            </p:cNvSpPr>
            <p:nvPr/>
          </p:nvSpPr>
          <p:spPr>
            <a:xfrm>
              <a:off x="6152034" y="2437081"/>
              <a:ext cx="2342335" cy="262892"/>
            </a:xfrm>
            <a:prstGeom prst="rect">
              <a:avLst/>
            </a:prstGeom>
          </p:spPr>
          <p:txBody>
            <a:bodyPr vert="horz" wrap="square" lIns="0" tIns="16510" rIns="0" bIns="0" rtlCol="0">
              <a:spAutoFit/>
            </a:bodyPr>
            <a:lstStyle>
              <a:lvl1pPr>
                <a:defRPr sz="4050" b="0" i="0">
                  <a:solidFill>
                    <a:schemeClr val="bg1"/>
                  </a:solidFill>
                  <a:latin typeface="Arial"/>
                  <a:ea typeface="+mj-ea"/>
                  <a:cs typeface="Arial"/>
                </a:defRPr>
              </a:lvl1pPr>
            </a:lstStyle>
            <a:p>
              <a:pPr algn="ctr"/>
              <a:r>
                <a:rPr lang="pt-BR" sz="1600">
                  <a:latin typeface="Versos" panose="020B0503020204030204" pitchFamily="34" charset="0"/>
                </a:rPr>
                <a:t>D+1</a:t>
              </a:r>
            </a:p>
          </p:txBody>
        </p:sp>
        <p:sp>
          <p:nvSpPr>
            <p:cNvPr id="283" name="object 4">
              <a:extLst>
                <a:ext uri="{FF2B5EF4-FFF2-40B4-BE49-F238E27FC236}">
                  <a16:creationId xmlns:a16="http://schemas.microsoft.com/office/drawing/2014/main" id="{C9A6B3BB-C58A-5C9C-C4D9-C1DA30875F97}"/>
                </a:ext>
              </a:extLst>
            </p:cNvPr>
            <p:cNvSpPr txBox="1">
              <a:spLocks/>
            </p:cNvSpPr>
            <p:nvPr/>
          </p:nvSpPr>
          <p:spPr>
            <a:xfrm>
              <a:off x="9299418" y="2437081"/>
              <a:ext cx="2342335" cy="262892"/>
            </a:xfrm>
            <a:prstGeom prst="rect">
              <a:avLst/>
            </a:prstGeom>
          </p:spPr>
          <p:txBody>
            <a:bodyPr vert="horz" wrap="square" lIns="0" tIns="16510" rIns="0" bIns="0" rtlCol="0">
              <a:spAutoFit/>
            </a:bodyPr>
            <a:lstStyle>
              <a:lvl1pPr>
                <a:defRPr sz="4050" b="0" i="0">
                  <a:solidFill>
                    <a:schemeClr val="bg1"/>
                  </a:solidFill>
                  <a:latin typeface="Arial"/>
                  <a:ea typeface="+mj-ea"/>
                  <a:cs typeface="Arial"/>
                </a:defRPr>
              </a:lvl1pPr>
            </a:lstStyle>
            <a:p>
              <a:pPr algn="ctr"/>
              <a:r>
                <a:rPr lang="pt-BR" sz="1600">
                  <a:latin typeface="Versos" panose="020B0503020204030204" pitchFamily="34" charset="0"/>
                </a:rPr>
                <a:t>D+1</a:t>
              </a:r>
            </a:p>
          </p:txBody>
        </p:sp>
      </p:grpSp>
      <p:sp>
        <p:nvSpPr>
          <p:cNvPr id="290" name="object 4">
            <a:extLst>
              <a:ext uri="{FF2B5EF4-FFF2-40B4-BE49-F238E27FC236}">
                <a16:creationId xmlns:a16="http://schemas.microsoft.com/office/drawing/2014/main" id="{548B6163-40D6-9F6A-46A8-E84008AD85C8}"/>
              </a:ext>
            </a:extLst>
          </p:cNvPr>
          <p:cNvSpPr txBox="1">
            <a:spLocks/>
          </p:cNvSpPr>
          <p:nvPr/>
        </p:nvSpPr>
        <p:spPr>
          <a:xfrm>
            <a:off x="343118" y="5601908"/>
            <a:ext cx="2342335" cy="509114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>
            <a:lvl1pPr>
              <a:defRPr sz="4050" b="0" i="0">
                <a:solidFill>
                  <a:schemeClr val="bg1"/>
                </a:solidFill>
                <a:latin typeface="Arial"/>
                <a:ea typeface="+mj-ea"/>
                <a:cs typeface="Arial"/>
              </a:defRPr>
            </a:lvl1pPr>
          </a:lstStyle>
          <a:p>
            <a:r>
              <a:rPr lang="pt-BR" sz="1600">
                <a:latin typeface="Versos" panose="020B0503020204030204" pitchFamily="34" charset="0"/>
              </a:rPr>
              <a:t>Composição </a:t>
            </a:r>
            <a:br>
              <a:rPr lang="pt-BR" sz="1600">
                <a:latin typeface="Versos" panose="020B0503020204030204" pitchFamily="34" charset="0"/>
              </a:rPr>
            </a:br>
            <a:r>
              <a:rPr lang="pt-BR" sz="1600">
                <a:latin typeface="Versos" panose="020B0503020204030204" pitchFamily="34" charset="0"/>
              </a:rPr>
              <a:t>da carteira*</a:t>
            </a:r>
          </a:p>
        </p:txBody>
      </p:sp>
      <p:grpSp>
        <p:nvGrpSpPr>
          <p:cNvPr id="294" name="Group 293">
            <a:extLst>
              <a:ext uri="{FF2B5EF4-FFF2-40B4-BE49-F238E27FC236}">
                <a16:creationId xmlns:a16="http://schemas.microsoft.com/office/drawing/2014/main" id="{5581861A-6200-5FC6-E71F-744896B57C23}"/>
              </a:ext>
            </a:extLst>
          </p:cNvPr>
          <p:cNvGrpSpPr/>
          <p:nvPr/>
        </p:nvGrpSpPr>
        <p:grpSpPr>
          <a:xfrm>
            <a:off x="334961" y="2466284"/>
            <a:ext cx="11513921" cy="262892"/>
            <a:chOff x="334962" y="2437081"/>
            <a:chExt cx="11513921" cy="262892"/>
          </a:xfrm>
        </p:grpSpPr>
        <p:sp>
          <p:nvSpPr>
            <p:cNvPr id="295" name="object 4">
              <a:extLst>
                <a:ext uri="{FF2B5EF4-FFF2-40B4-BE49-F238E27FC236}">
                  <a16:creationId xmlns:a16="http://schemas.microsoft.com/office/drawing/2014/main" id="{C1CF1CC7-DE2B-CA3D-5428-7D4B093C5093}"/>
                </a:ext>
              </a:extLst>
            </p:cNvPr>
            <p:cNvSpPr txBox="1">
              <a:spLocks/>
            </p:cNvSpPr>
            <p:nvPr/>
          </p:nvSpPr>
          <p:spPr>
            <a:xfrm>
              <a:off x="334962" y="2437081"/>
              <a:ext cx="2342335" cy="262892"/>
            </a:xfrm>
            <a:prstGeom prst="rect">
              <a:avLst/>
            </a:prstGeom>
          </p:spPr>
          <p:txBody>
            <a:bodyPr vert="horz" wrap="square" lIns="0" tIns="16510" rIns="0" bIns="0" rtlCol="0">
              <a:spAutoFit/>
            </a:bodyPr>
            <a:lstStyle>
              <a:lvl1pPr>
                <a:defRPr sz="4050" b="0" i="0">
                  <a:solidFill>
                    <a:schemeClr val="bg1"/>
                  </a:solidFill>
                  <a:latin typeface="Arial"/>
                  <a:ea typeface="+mj-ea"/>
                  <a:cs typeface="Arial"/>
                </a:defRPr>
              </a:lvl1pPr>
            </a:lstStyle>
            <a:p>
              <a:r>
                <a:rPr lang="pt-BR" sz="1600">
                  <a:latin typeface="Versos" panose="020B0503020204030204" pitchFamily="34" charset="0"/>
                </a:rPr>
                <a:t>objetivo</a:t>
              </a:r>
            </a:p>
          </p:txBody>
        </p:sp>
        <p:sp>
          <p:nvSpPr>
            <p:cNvPr id="296" name="object 4">
              <a:extLst>
                <a:ext uri="{FF2B5EF4-FFF2-40B4-BE49-F238E27FC236}">
                  <a16:creationId xmlns:a16="http://schemas.microsoft.com/office/drawing/2014/main" id="{06A7FCEC-3D87-36C3-12CD-C739B6ADA369}"/>
                </a:ext>
              </a:extLst>
            </p:cNvPr>
            <p:cNvSpPr txBox="1">
              <a:spLocks/>
            </p:cNvSpPr>
            <p:nvPr/>
          </p:nvSpPr>
          <p:spPr>
            <a:xfrm>
              <a:off x="3004649" y="2437081"/>
              <a:ext cx="2342335" cy="262892"/>
            </a:xfrm>
            <a:prstGeom prst="rect">
              <a:avLst/>
            </a:prstGeom>
          </p:spPr>
          <p:txBody>
            <a:bodyPr vert="horz" wrap="square" lIns="0" tIns="16510" rIns="0" bIns="0" rtlCol="0">
              <a:spAutoFit/>
            </a:bodyPr>
            <a:lstStyle>
              <a:lvl1pPr>
                <a:defRPr sz="4050" b="0" i="0">
                  <a:solidFill>
                    <a:schemeClr val="bg1"/>
                  </a:solidFill>
                  <a:latin typeface="Arial"/>
                  <a:ea typeface="+mj-ea"/>
                  <a:cs typeface="Arial"/>
                </a:defRPr>
              </a:lvl1pPr>
            </a:lstStyle>
            <a:p>
              <a:pPr algn="ctr"/>
              <a:r>
                <a:rPr lang="pt-BR" sz="1600">
                  <a:latin typeface="Versos" panose="020B0503020204030204" pitchFamily="34" charset="0"/>
                </a:rPr>
                <a:t>Superar o CDI</a:t>
              </a:r>
            </a:p>
          </p:txBody>
        </p:sp>
        <p:sp>
          <p:nvSpPr>
            <p:cNvPr id="297" name="object 4">
              <a:extLst>
                <a:ext uri="{FF2B5EF4-FFF2-40B4-BE49-F238E27FC236}">
                  <a16:creationId xmlns:a16="http://schemas.microsoft.com/office/drawing/2014/main" id="{7F882064-6DDB-E590-1F5C-C7A758FD44D6}"/>
                </a:ext>
              </a:extLst>
            </p:cNvPr>
            <p:cNvSpPr txBox="1">
              <a:spLocks/>
            </p:cNvSpPr>
            <p:nvPr/>
          </p:nvSpPr>
          <p:spPr>
            <a:xfrm>
              <a:off x="6152034" y="2437081"/>
              <a:ext cx="2342335" cy="262892"/>
            </a:xfrm>
            <a:prstGeom prst="rect">
              <a:avLst/>
            </a:prstGeom>
          </p:spPr>
          <p:txBody>
            <a:bodyPr vert="horz" wrap="square" lIns="0" tIns="16510" rIns="0" bIns="0" rtlCol="0">
              <a:spAutoFit/>
            </a:bodyPr>
            <a:lstStyle>
              <a:lvl1pPr>
                <a:defRPr sz="4050" b="0" i="0">
                  <a:solidFill>
                    <a:schemeClr val="bg1"/>
                  </a:solidFill>
                  <a:latin typeface="Arial"/>
                  <a:ea typeface="+mj-ea"/>
                  <a:cs typeface="Arial"/>
                </a:defRPr>
              </a:lvl1pPr>
            </a:lstStyle>
            <a:p>
              <a:pPr algn="ctr"/>
              <a:r>
                <a:rPr lang="pt-BR" sz="1600">
                  <a:latin typeface="Versos" panose="020B0503020204030204" pitchFamily="34" charset="0"/>
                </a:rPr>
                <a:t>Superar o CDI</a:t>
              </a:r>
            </a:p>
          </p:txBody>
        </p:sp>
        <p:sp>
          <p:nvSpPr>
            <p:cNvPr id="298" name="object 4">
              <a:extLst>
                <a:ext uri="{FF2B5EF4-FFF2-40B4-BE49-F238E27FC236}">
                  <a16:creationId xmlns:a16="http://schemas.microsoft.com/office/drawing/2014/main" id="{9F3ACC1E-7206-39AF-337D-1AC6B7DD36F5}"/>
                </a:ext>
              </a:extLst>
            </p:cNvPr>
            <p:cNvSpPr txBox="1">
              <a:spLocks/>
            </p:cNvSpPr>
            <p:nvPr/>
          </p:nvSpPr>
          <p:spPr>
            <a:xfrm>
              <a:off x="9006016" y="2452470"/>
              <a:ext cx="2842867" cy="232115"/>
            </a:xfrm>
            <a:prstGeom prst="rect">
              <a:avLst/>
            </a:prstGeom>
          </p:spPr>
          <p:txBody>
            <a:bodyPr vert="horz" wrap="square" lIns="0" tIns="16510" rIns="0" bIns="0" rtlCol="0">
              <a:spAutoFit/>
            </a:bodyPr>
            <a:lstStyle>
              <a:lvl1pPr>
                <a:defRPr sz="4050" b="0" i="0">
                  <a:solidFill>
                    <a:schemeClr val="bg1"/>
                  </a:solidFill>
                  <a:latin typeface="Arial"/>
                  <a:ea typeface="+mj-ea"/>
                  <a:cs typeface="Arial"/>
                </a:defRPr>
              </a:lvl1pPr>
            </a:lstStyle>
            <a:p>
              <a:pPr lvl="0" algn="ctr" defTabSz="457200">
                <a:buClrTx/>
                <a:defRPr/>
              </a:pPr>
              <a:r>
                <a:rPr lang="pt-BR" sz="1400">
                  <a:latin typeface="Versos" panose="020B0503020204030204" pitchFamily="34" charset="0"/>
                </a:rPr>
                <a:t>Superar o CDI + 1,2% a.a.</a:t>
              </a:r>
            </a:p>
          </p:txBody>
        </p:sp>
      </p:grpSp>
      <p:sp>
        <p:nvSpPr>
          <p:cNvPr id="303" name="object 54">
            <a:extLst>
              <a:ext uri="{FF2B5EF4-FFF2-40B4-BE49-F238E27FC236}">
                <a16:creationId xmlns:a16="http://schemas.microsoft.com/office/drawing/2014/main" id="{3F7C9A6E-6725-6E1A-1144-0987B1390720}"/>
              </a:ext>
            </a:extLst>
          </p:cNvPr>
          <p:cNvSpPr txBox="1"/>
          <p:nvPr/>
        </p:nvSpPr>
        <p:spPr>
          <a:xfrm>
            <a:off x="343118" y="6282202"/>
            <a:ext cx="2216520" cy="140208"/>
          </a:xfrm>
          <a:prstGeom prst="rect">
            <a:avLst/>
          </a:prstGeom>
        </p:spPr>
        <p:txBody>
          <a:bodyPr vert="horz" wrap="square" lIns="0" tIns="16932" rIns="0" bIns="0" rtlCol="0">
            <a:spAutoFit/>
          </a:bodyPr>
          <a:lstStyle/>
          <a:p>
            <a:pPr marL="16932" defTabSz="554492">
              <a:spcBef>
                <a:spcPts val="133"/>
              </a:spcBef>
              <a:buClrTx/>
              <a:defRPr/>
            </a:pPr>
            <a:r>
              <a:rPr lang="pt-BR" sz="800">
                <a:solidFill>
                  <a:schemeClr val="bg1"/>
                </a:solidFill>
                <a:latin typeface="Versos ExtraLight" panose="020B0303020204030204" pitchFamily="34" charset="0"/>
                <a:cs typeface="Versos"/>
              </a:rPr>
              <a:t>*Data-base: 30/06/2026</a:t>
            </a:r>
          </a:p>
        </p:txBody>
      </p:sp>
      <mc:AlternateContent xmlns:mc="http://schemas.openxmlformats.org/markup-compatibility/2006">
        <mc:Choice xmlns:cx1="http://schemas.microsoft.com/office/drawing/2015/9/8/chartex" Requires="cx1">
          <p:graphicFrame>
            <p:nvGraphicFramePr>
              <p:cNvPr id="317" name="Chart 316">
                <a:extLst>
                  <a:ext uri="{FF2B5EF4-FFF2-40B4-BE49-F238E27FC236}">
                    <a16:creationId xmlns:a16="http://schemas.microsoft.com/office/drawing/2014/main" id="{84BFD5D9-B28C-4BE7-9122-D7A5D52E2342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3511139912"/>
                  </p:ext>
                </p:extLst>
              </p:nvPr>
            </p:nvGraphicFramePr>
            <p:xfrm>
              <a:off x="5848235" y="5274437"/>
              <a:ext cx="2842868" cy="1007765"/>
            </p:xfrm>
            <a:graphic>
              <a:graphicData uri="http://schemas.microsoft.com/office/drawing/2014/chartex">
                <cx:chart xmlns:cx="http://schemas.microsoft.com/office/drawing/2014/chartex" xmlns:r="http://schemas.openxmlformats.org/officeDocument/2006/relationships" r:id="rId3"/>
              </a:graphicData>
            </a:graphic>
          </p:graphicFrame>
        </mc:Choice>
        <mc:Fallback>
          <p:pic>
            <p:nvPicPr>
              <p:cNvPr id="317" name="Chart 316">
                <a:extLst>
                  <a:ext uri="{FF2B5EF4-FFF2-40B4-BE49-F238E27FC236}">
                    <a16:creationId xmlns:a16="http://schemas.microsoft.com/office/drawing/2014/main" id="{84BFD5D9-B28C-4BE7-9122-D7A5D52E2342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848235" y="5274437"/>
                <a:ext cx="2842868" cy="1007765"/>
              </a:xfrm>
              <a:prstGeom prst="rect">
                <a:avLst/>
              </a:prstGeom>
            </p:spPr>
          </p:pic>
        </mc:Fallback>
      </mc:AlternateContent>
      <p:sp>
        <p:nvSpPr>
          <p:cNvPr id="325" name="object 4">
            <a:extLst>
              <a:ext uri="{FF2B5EF4-FFF2-40B4-BE49-F238E27FC236}">
                <a16:creationId xmlns:a16="http://schemas.microsoft.com/office/drawing/2014/main" id="{219A1F24-6527-71E0-BBC6-90C04656B1D9}"/>
              </a:ext>
            </a:extLst>
          </p:cNvPr>
          <p:cNvSpPr txBox="1">
            <a:spLocks/>
          </p:cNvSpPr>
          <p:nvPr/>
        </p:nvSpPr>
        <p:spPr>
          <a:xfrm>
            <a:off x="5965505" y="5882228"/>
            <a:ext cx="666032" cy="278281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>
            <a:lvl1pPr>
              <a:defRPr sz="4050" b="0" i="0">
                <a:solidFill>
                  <a:schemeClr val="bg1"/>
                </a:solidFill>
                <a:latin typeface="Arial"/>
                <a:ea typeface="+mj-ea"/>
                <a:cs typeface="Arial"/>
              </a:defRPr>
            </a:lvl1pPr>
          </a:lstStyle>
          <a:p>
            <a:r>
              <a:rPr lang="pt-BR" sz="850" b="1">
                <a:solidFill>
                  <a:schemeClr val="tx1"/>
                </a:solidFill>
                <a:latin typeface="Versos" panose="020B0503020204030204" pitchFamily="34" charset="0"/>
              </a:rPr>
              <a:t>29,7%</a:t>
            </a:r>
            <a:br>
              <a:rPr lang="pt-BR" sz="850" b="1">
                <a:solidFill>
                  <a:schemeClr val="tx1"/>
                </a:solidFill>
                <a:latin typeface="Versos" panose="020B0503020204030204" pitchFamily="34" charset="0"/>
              </a:rPr>
            </a:br>
            <a:r>
              <a:rPr lang="pt-BR" sz="850">
                <a:solidFill>
                  <a:schemeClr val="tx1"/>
                </a:solidFill>
                <a:latin typeface="Versos" panose="020B0503020204030204" pitchFamily="34" charset="0"/>
              </a:rPr>
              <a:t>Caixa</a:t>
            </a:r>
          </a:p>
        </p:txBody>
      </p:sp>
      <p:sp>
        <p:nvSpPr>
          <p:cNvPr id="327" name="object 4">
            <a:extLst>
              <a:ext uri="{FF2B5EF4-FFF2-40B4-BE49-F238E27FC236}">
                <a16:creationId xmlns:a16="http://schemas.microsoft.com/office/drawing/2014/main" id="{05127708-7AFF-095F-F17F-A548BD6C8DDA}"/>
              </a:ext>
            </a:extLst>
          </p:cNvPr>
          <p:cNvSpPr txBox="1">
            <a:spLocks/>
          </p:cNvSpPr>
          <p:nvPr/>
        </p:nvSpPr>
        <p:spPr>
          <a:xfrm>
            <a:off x="6936653" y="5882228"/>
            <a:ext cx="666032" cy="278281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>
            <a:lvl1pPr>
              <a:defRPr sz="4050" b="0" i="0">
                <a:solidFill>
                  <a:schemeClr val="bg1"/>
                </a:solidFill>
                <a:latin typeface="Arial"/>
                <a:ea typeface="+mj-ea"/>
                <a:cs typeface="Arial"/>
              </a:defRPr>
            </a:lvl1pPr>
          </a:lstStyle>
          <a:p>
            <a:r>
              <a:rPr lang="pt-BR" sz="850" b="1">
                <a:latin typeface="Versos" panose="020B0503020204030204" pitchFamily="34" charset="0"/>
              </a:rPr>
              <a:t>27,5%</a:t>
            </a:r>
            <a:br>
              <a:rPr lang="pt-BR" sz="850" b="1">
                <a:latin typeface="Versos" panose="020B0503020204030204" pitchFamily="34" charset="0"/>
              </a:rPr>
            </a:br>
            <a:r>
              <a:rPr lang="pt-BR" sz="850">
                <a:latin typeface="Versos" panose="020B0503020204030204" pitchFamily="34" charset="0"/>
              </a:rPr>
              <a:t>Corporativo</a:t>
            </a:r>
          </a:p>
        </p:txBody>
      </p:sp>
      <p:sp>
        <p:nvSpPr>
          <p:cNvPr id="329" name="object 4">
            <a:extLst>
              <a:ext uri="{FF2B5EF4-FFF2-40B4-BE49-F238E27FC236}">
                <a16:creationId xmlns:a16="http://schemas.microsoft.com/office/drawing/2014/main" id="{E09C9026-1F1D-8AAD-2408-D2E7495A909C}"/>
              </a:ext>
            </a:extLst>
          </p:cNvPr>
          <p:cNvSpPr txBox="1">
            <a:spLocks/>
          </p:cNvSpPr>
          <p:nvPr/>
        </p:nvSpPr>
        <p:spPr>
          <a:xfrm>
            <a:off x="7828336" y="5905311"/>
            <a:ext cx="401264" cy="255198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>
            <a:lvl1pPr>
              <a:defRPr sz="4050" b="0" i="0">
                <a:solidFill>
                  <a:schemeClr val="bg1"/>
                </a:solidFill>
                <a:latin typeface="Arial"/>
                <a:ea typeface="+mj-ea"/>
                <a:cs typeface="Arial"/>
              </a:defRPr>
            </a:lvl1pPr>
          </a:lstStyle>
          <a:p>
            <a:r>
              <a:rPr lang="pt-BR" sz="850" b="1">
                <a:solidFill>
                  <a:schemeClr val="tx1"/>
                </a:solidFill>
                <a:latin typeface="Versos" panose="020B0503020204030204" pitchFamily="34" charset="0"/>
              </a:rPr>
              <a:t>15%</a:t>
            </a:r>
            <a:br>
              <a:rPr lang="pt-BR" sz="850" b="1">
                <a:solidFill>
                  <a:schemeClr val="tx1"/>
                </a:solidFill>
                <a:latin typeface="Versos" panose="020B0503020204030204" pitchFamily="34" charset="0"/>
              </a:rPr>
            </a:br>
            <a:r>
              <a:rPr lang="pt-BR" sz="700">
                <a:solidFill>
                  <a:schemeClr val="tx1"/>
                </a:solidFill>
                <a:latin typeface="Versos" panose="020B0503020204030204" pitchFamily="34" charset="0"/>
              </a:rPr>
              <a:t>Bancário</a:t>
            </a:r>
          </a:p>
        </p:txBody>
      </p:sp>
      <p:sp>
        <p:nvSpPr>
          <p:cNvPr id="331" name="object 4">
            <a:extLst>
              <a:ext uri="{FF2B5EF4-FFF2-40B4-BE49-F238E27FC236}">
                <a16:creationId xmlns:a16="http://schemas.microsoft.com/office/drawing/2014/main" id="{071F59B1-EEE3-0277-EB3E-D63192C4AFB1}"/>
              </a:ext>
            </a:extLst>
          </p:cNvPr>
          <p:cNvSpPr txBox="1">
            <a:spLocks/>
          </p:cNvSpPr>
          <p:nvPr/>
        </p:nvSpPr>
        <p:spPr>
          <a:xfrm>
            <a:off x="8317185" y="5959172"/>
            <a:ext cx="298110" cy="201337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>
            <a:lvl1pPr>
              <a:defRPr sz="4050" b="0" i="0">
                <a:solidFill>
                  <a:schemeClr val="bg1"/>
                </a:solidFill>
                <a:latin typeface="Arial"/>
                <a:ea typeface="+mj-ea"/>
                <a:cs typeface="Arial"/>
              </a:defRPr>
            </a:lvl1pPr>
          </a:lstStyle>
          <a:p>
            <a:r>
              <a:rPr lang="pt-BR" sz="600" b="1">
                <a:solidFill>
                  <a:schemeClr val="tx1"/>
                </a:solidFill>
                <a:latin typeface="Versos" panose="020B0503020204030204" pitchFamily="34" charset="0"/>
              </a:rPr>
              <a:t>10,8%</a:t>
            </a:r>
            <a:br>
              <a:rPr lang="pt-BR" sz="600" b="1">
                <a:solidFill>
                  <a:schemeClr val="tx1"/>
                </a:solidFill>
                <a:latin typeface="Versos" panose="020B0503020204030204" pitchFamily="34" charset="0"/>
              </a:rPr>
            </a:br>
            <a:r>
              <a:rPr lang="pt-BR" sz="600">
                <a:solidFill>
                  <a:schemeClr val="tx1"/>
                </a:solidFill>
                <a:latin typeface="Versos" panose="020B0503020204030204" pitchFamily="34" charset="0"/>
              </a:rPr>
              <a:t>FDIC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D2BF22B4-8644-ABB9-A22A-C92A6EA3052C}"/>
              </a:ext>
            </a:extLst>
          </p:cNvPr>
          <p:cNvGrpSpPr/>
          <p:nvPr/>
        </p:nvGrpSpPr>
        <p:grpSpPr>
          <a:xfrm>
            <a:off x="2677297" y="5274437"/>
            <a:ext cx="3035763" cy="1008000"/>
            <a:chOff x="2677297" y="5274437"/>
            <a:chExt cx="3035763" cy="1008000"/>
          </a:xfrm>
        </p:grpSpPr>
        <mc:AlternateContent xmlns:mc="http://schemas.openxmlformats.org/markup-compatibility/2006">
          <mc:Choice xmlns:cx1="http://schemas.microsoft.com/office/drawing/2015/9/8/chartex" Requires="cx1">
            <p:graphicFrame>
              <p:nvGraphicFramePr>
                <p:cNvPr id="2" name="Chart 1">
                  <a:extLst>
                    <a:ext uri="{FF2B5EF4-FFF2-40B4-BE49-F238E27FC236}">
                      <a16:creationId xmlns:a16="http://schemas.microsoft.com/office/drawing/2014/main" id="{FB08296E-551D-C395-3F2B-C3CBDFB6FD5F}"/>
                    </a:ext>
                  </a:extLst>
                </p:cNvPr>
                <p:cNvGraphicFramePr/>
                <p:nvPr>
                  <p:extLst>
                    <p:ext uri="{D42A27DB-BD31-4B8C-83A1-F6EECF244321}">
                      <p14:modId xmlns:p14="http://schemas.microsoft.com/office/powerpoint/2010/main" val="3672560952"/>
                    </p:ext>
                  </p:extLst>
                </p:nvPr>
              </p:nvGraphicFramePr>
              <p:xfrm>
                <a:off x="2677297" y="5274437"/>
                <a:ext cx="2844000" cy="1008000"/>
              </p:xfrm>
              <a:graphic>
                <a:graphicData uri="http://schemas.microsoft.com/office/drawing/2014/chartex">
                  <cx:chart xmlns:cx="http://schemas.microsoft.com/office/drawing/2014/chartex" xmlns:r="http://schemas.openxmlformats.org/officeDocument/2006/relationships" r:id="rId5"/>
                </a:graphicData>
              </a:graphic>
            </p:graphicFrame>
          </mc:Choice>
          <mc:Fallback>
            <p:pic>
              <p:nvPicPr>
                <p:cNvPr id="2" name="Chart 1">
                  <a:extLst>
                    <a:ext uri="{FF2B5EF4-FFF2-40B4-BE49-F238E27FC236}">
                      <a16:creationId xmlns:a16="http://schemas.microsoft.com/office/drawing/2014/main" id="{FB08296E-551D-C395-3F2B-C3CBDFB6FD5F}"/>
                    </a:ext>
                  </a:extLst>
                </p:cNvPr>
                <p:cNvPicPr>
                  <a:picLocks noGrp="1" noRot="1" noChangeAspect="1" noMove="1" noResize="1" noEditPoints="1" noAdjustHandles="1" noChangeArrowheads="1" noChangeShapeType="1"/>
                </p:cNvPicPr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2677297" y="5274437"/>
                  <a:ext cx="2844000" cy="1008000"/>
                </a:xfrm>
                <a:prstGeom prst="rect">
                  <a:avLst/>
                </a:prstGeom>
              </p:spPr>
            </p:pic>
          </mc:Fallback>
        </mc:AlternateContent>
        <p:sp>
          <p:nvSpPr>
            <p:cNvPr id="3" name="object 4">
              <a:extLst>
                <a:ext uri="{FF2B5EF4-FFF2-40B4-BE49-F238E27FC236}">
                  <a16:creationId xmlns:a16="http://schemas.microsoft.com/office/drawing/2014/main" id="{4FCE3F70-EAB8-8D2E-3554-75870A7AD51F}"/>
                </a:ext>
              </a:extLst>
            </p:cNvPr>
            <p:cNvSpPr txBox="1">
              <a:spLocks/>
            </p:cNvSpPr>
            <p:nvPr/>
          </p:nvSpPr>
          <p:spPr>
            <a:xfrm>
              <a:off x="4057929" y="5881955"/>
              <a:ext cx="666032" cy="278281"/>
            </a:xfrm>
            <a:prstGeom prst="rect">
              <a:avLst/>
            </a:prstGeom>
          </p:spPr>
          <p:txBody>
            <a:bodyPr vert="horz" wrap="square" lIns="0" tIns="16510" rIns="0" bIns="0" rtlCol="0">
              <a:spAutoFit/>
            </a:bodyPr>
            <a:lstStyle>
              <a:lvl1pPr>
                <a:defRPr sz="4050" b="0" i="0">
                  <a:solidFill>
                    <a:schemeClr val="bg1"/>
                  </a:solidFill>
                  <a:latin typeface="Arial"/>
                  <a:ea typeface="+mj-ea"/>
                  <a:cs typeface="Arial"/>
                </a:defRPr>
              </a:lvl1pPr>
            </a:lstStyle>
            <a:p>
              <a:r>
                <a:rPr lang="pt-BR" sz="850" b="1">
                  <a:solidFill>
                    <a:schemeClr val="tx1"/>
                  </a:solidFill>
                  <a:latin typeface="Versos" panose="020B0503020204030204" pitchFamily="34" charset="0"/>
                </a:rPr>
                <a:t>29,7%</a:t>
              </a:r>
              <a:br>
                <a:rPr lang="pt-BR" sz="850" b="1">
                  <a:solidFill>
                    <a:schemeClr val="tx1"/>
                  </a:solidFill>
                  <a:latin typeface="Versos" panose="020B0503020204030204" pitchFamily="34" charset="0"/>
                </a:rPr>
              </a:br>
              <a:r>
                <a:rPr lang="pt-BR" sz="850">
                  <a:solidFill>
                    <a:schemeClr val="tx1"/>
                  </a:solidFill>
                  <a:latin typeface="Versos" panose="020B0503020204030204" pitchFamily="34" charset="0"/>
                </a:rPr>
                <a:t>Caixa</a:t>
              </a:r>
            </a:p>
          </p:txBody>
        </p:sp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89B2B965-C20D-6E1E-2455-E700A09B3D7A}"/>
                </a:ext>
              </a:extLst>
            </p:cNvPr>
            <p:cNvSpPr txBox="1">
              <a:spLocks/>
            </p:cNvSpPr>
            <p:nvPr/>
          </p:nvSpPr>
          <p:spPr>
            <a:xfrm>
              <a:off x="5047028" y="5578184"/>
              <a:ext cx="666032" cy="409086"/>
            </a:xfrm>
            <a:prstGeom prst="rect">
              <a:avLst/>
            </a:prstGeom>
          </p:spPr>
          <p:txBody>
            <a:bodyPr vert="horz" wrap="square" lIns="0" tIns="16510" rIns="0" bIns="0" rtlCol="0">
              <a:spAutoFit/>
            </a:bodyPr>
            <a:lstStyle>
              <a:lvl1pPr>
                <a:defRPr sz="4050" b="0" i="0">
                  <a:solidFill>
                    <a:schemeClr val="bg1"/>
                  </a:solidFill>
                  <a:latin typeface="Arial"/>
                  <a:ea typeface="+mj-ea"/>
                  <a:cs typeface="Arial"/>
                </a:defRPr>
              </a:lvl1pPr>
            </a:lstStyle>
            <a:p>
              <a:r>
                <a:rPr lang="pt-BR" sz="850" b="1">
                  <a:latin typeface="Versos" panose="020B0503020204030204" pitchFamily="34" charset="0"/>
                </a:rPr>
                <a:t>27,5%</a:t>
              </a:r>
              <a:br>
                <a:rPr lang="pt-BR" sz="850" b="1">
                  <a:latin typeface="Versos" panose="020B0503020204030204" pitchFamily="34" charset="0"/>
                </a:rPr>
              </a:br>
              <a:r>
                <a:rPr lang="pt-BR" sz="800">
                  <a:latin typeface="Versos" panose="020B0503020204030204" pitchFamily="34" charset="0"/>
                </a:rPr>
                <a:t>Corpo</a:t>
              </a:r>
            </a:p>
            <a:p>
              <a:r>
                <a:rPr lang="pt-BR" sz="800" err="1">
                  <a:latin typeface="Versos" panose="020B0503020204030204" pitchFamily="34" charset="0"/>
                </a:rPr>
                <a:t>rativo</a:t>
              </a:r>
              <a:endParaRPr lang="pt-BR" sz="800">
                <a:latin typeface="Versos" panose="020B0503020204030204" pitchFamily="34" charset="0"/>
              </a:endParaRPr>
            </a:p>
          </p:txBody>
        </p:sp>
        <p:sp>
          <p:nvSpPr>
            <p:cNvPr id="5" name="object 4">
              <a:extLst>
                <a:ext uri="{FF2B5EF4-FFF2-40B4-BE49-F238E27FC236}">
                  <a16:creationId xmlns:a16="http://schemas.microsoft.com/office/drawing/2014/main" id="{A42E6295-0C75-B8C3-4EBD-2CDD973BEA13}"/>
                </a:ext>
              </a:extLst>
            </p:cNvPr>
            <p:cNvSpPr txBox="1">
              <a:spLocks/>
            </p:cNvSpPr>
            <p:nvPr/>
          </p:nvSpPr>
          <p:spPr>
            <a:xfrm>
              <a:off x="2802722" y="5881955"/>
              <a:ext cx="520195" cy="278281"/>
            </a:xfrm>
            <a:prstGeom prst="rect">
              <a:avLst/>
            </a:prstGeom>
          </p:spPr>
          <p:txBody>
            <a:bodyPr vert="horz" wrap="square" lIns="0" tIns="16510" rIns="0" bIns="0" rtlCol="0">
              <a:spAutoFit/>
            </a:bodyPr>
            <a:lstStyle>
              <a:lvl1pPr>
                <a:defRPr sz="4050" b="0" i="0">
                  <a:solidFill>
                    <a:schemeClr val="bg1"/>
                  </a:solidFill>
                  <a:latin typeface="Arial"/>
                  <a:ea typeface="+mj-ea"/>
                  <a:cs typeface="Arial"/>
                </a:defRPr>
              </a:lvl1pPr>
            </a:lstStyle>
            <a:p>
              <a:r>
                <a:rPr lang="pt-BR" sz="850" b="1">
                  <a:solidFill>
                    <a:schemeClr val="tx1"/>
                  </a:solidFill>
                  <a:latin typeface="Versos" panose="020B0503020204030204" pitchFamily="34" charset="0"/>
                </a:rPr>
                <a:t>15%</a:t>
              </a:r>
              <a:br>
                <a:rPr lang="pt-BR" sz="850" b="1">
                  <a:solidFill>
                    <a:schemeClr val="tx1"/>
                  </a:solidFill>
                  <a:latin typeface="Versos" panose="020B0503020204030204" pitchFamily="34" charset="0"/>
                </a:rPr>
              </a:br>
              <a:r>
                <a:rPr lang="pt-BR" sz="850">
                  <a:solidFill>
                    <a:schemeClr val="tx1"/>
                  </a:solidFill>
                  <a:latin typeface="Versos" panose="020B0503020204030204" pitchFamily="34" charset="0"/>
                </a:rPr>
                <a:t>Bancário</a:t>
              </a:r>
            </a:p>
          </p:txBody>
        </p:sp>
        <p:sp>
          <p:nvSpPr>
            <p:cNvPr id="7" name="object 4">
              <a:extLst>
                <a:ext uri="{FF2B5EF4-FFF2-40B4-BE49-F238E27FC236}">
                  <a16:creationId xmlns:a16="http://schemas.microsoft.com/office/drawing/2014/main" id="{362948EC-5787-BA6B-519D-8B12F1484352}"/>
                </a:ext>
              </a:extLst>
            </p:cNvPr>
            <p:cNvSpPr txBox="1">
              <a:spLocks/>
            </p:cNvSpPr>
            <p:nvPr/>
          </p:nvSpPr>
          <p:spPr>
            <a:xfrm>
              <a:off x="5024597" y="6095732"/>
              <a:ext cx="518522" cy="93615"/>
            </a:xfrm>
            <a:prstGeom prst="rect">
              <a:avLst/>
            </a:prstGeom>
          </p:spPr>
          <p:txBody>
            <a:bodyPr vert="horz" wrap="square" lIns="0" tIns="16510" rIns="0" bIns="0" rtlCol="0">
              <a:spAutoFit/>
            </a:bodyPr>
            <a:lstStyle>
              <a:lvl1pPr>
                <a:defRPr sz="4050" b="0" i="0">
                  <a:solidFill>
                    <a:schemeClr val="bg1"/>
                  </a:solidFill>
                  <a:latin typeface="Arial"/>
                  <a:ea typeface="+mj-ea"/>
                  <a:cs typeface="Arial"/>
                </a:defRPr>
              </a:lvl1pPr>
            </a:lstStyle>
            <a:p>
              <a:r>
                <a:rPr lang="pt-BR" sz="500" b="1">
                  <a:solidFill>
                    <a:schemeClr val="tx1"/>
                  </a:solidFill>
                  <a:latin typeface="Versos" panose="020B0503020204030204" pitchFamily="34" charset="0"/>
                </a:rPr>
                <a:t>10,8% </a:t>
              </a:r>
              <a:r>
                <a:rPr lang="pt-BR" sz="500">
                  <a:solidFill>
                    <a:schemeClr val="tx1"/>
                  </a:solidFill>
                  <a:latin typeface="Versos" panose="020B0503020204030204" pitchFamily="34" charset="0"/>
                </a:rPr>
                <a:t>FDIC</a:t>
              </a:r>
            </a:p>
          </p:txBody>
        </p:sp>
      </p:grpSp>
      <p:sp>
        <p:nvSpPr>
          <p:cNvPr id="11" name="object 38">
            <a:extLst>
              <a:ext uri="{FF2B5EF4-FFF2-40B4-BE49-F238E27FC236}">
                <a16:creationId xmlns:a16="http://schemas.microsoft.com/office/drawing/2014/main" id="{38B88F73-EE12-8797-1BC6-A0EEF8B1785D}"/>
              </a:ext>
            </a:extLst>
          </p:cNvPr>
          <p:cNvSpPr txBox="1">
            <a:spLocks/>
          </p:cNvSpPr>
          <p:nvPr/>
        </p:nvSpPr>
        <p:spPr>
          <a:xfrm>
            <a:off x="315195" y="531264"/>
            <a:ext cx="7850404" cy="564108"/>
          </a:xfrm>
          <a:prstGeom prst="rect">
            <a:avLst/>
          </a:prstGeom>
        </p:spPr>
        <p:txBody>
          <a:bodyPr vert="horz" wrap="square" lIns="0" tIns="10012" rIns="0" bIns="0" rtlCol="0">
            <a:spAutoFit/>
          </a:bodyPr>
          <a:lstStyle>
            <a:lvl1pPr eaLnBrk="1" hangingPunct="1">
              <a:defRPr>
                <a:latin typeface="+mj-lt"/>
                <a:ea typeface="+mj-ea"/>
                <a:cs typeface="+mj-cs"/>
              </a:defRPr>
            </a:lvl1pPr>
          </a:lstStyle>
          <a:p>
            <a:pPr lvl="0">
              <a:defRPr/>
            </a:pPr>
            <a:r>
              <a:rPr lang="pt-BR" sz="1800">
                <a:solidFill>
                  <a:srgbClr val="FFFFFF"/>
                </a:solidFill>
                <a:latin typeface="Versos" panose="020B0503020204030204" pitchFamily="34" charset="0"/>
                <a:cs typeface="Arial"/>
              </a:rPr>
              <a:t>FAMÍLIA </a:t>
            </a:r>
            <a:r>
              <a:rPr lang="pt-BR" sz="1800" b="1">
                <a:solidFill>
                  <a:srgbClr val="FFFFFF"/>
                </a:solidFill>
                <a:latin typeface="Versos" panose="020B0503020204030204" pitchFamily="34" charset="0"/>
                <a:cs typeface="Arial"/>
              </a:rPr>
              <a:t>TIVIO </a:t>
            </a:r>
            <a:br>
              <a:rPr lang="pt-BR" sz="1800" b="1">
                <a:solidFill>
                  <a:srgbClr val="FFFFFF"/>
                </a:solidFill>
                <a:latin typeface="Versos" panose="020B0503020204030204" pitchFamily="34" charset="0"/>
                <a:cs typeface="Arial"/>
              </a:rPr>
            </a:br>
            <a:r>
              <a:rPr lang="pt-BR" sz="1800" b="1">
                <a:solidFill>
                  <a:srgbClr val="FFFFFF"/>
                </a:solidFill>
                <a:latin typeface="Versos" panose="020B0503020204030204" pitchFamily="34" charset="0"/>
                <a:cs typeface="Arial"/>
              </a:rPr>
              <a:t>INSTITUCIONAL</a:t>
            </a: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4F88458F-A522-DC88-79C2-4253D21D5E36}"/>
              </a:ext>
            </a:extLst>
          </p:cNvPr>
          <p:cNvGrpSpPr/>
          <p:nvPr/>
        </p:nvGrpSpPr>
        <p:grpSpPr>
          <a:xfrm>
            <a:off x="2636495" y="2305156"/>
            <a:ext cx="2883670" cy="2925738"/>
            <a:chOff x="2636495" y="2305156"/>
            <a:chExt cx="2883670" cy="2925738"/>
          </a:xfrm>
        </p:grpSpPr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48E6D431-F34B-0CBD-4C38-8ED6DE18D349}"/>
                </a:ext>
              </a:extLst>
            </p:cNvPr>
            <p:cNvCxnSpPr>
              <a:cxnSpLocks/>
            </p:cNvCxnSpPr>
            <p:nvPr/>
          </p:nvCxnSpPr>
          <p:spPr>
            <a:xfrm>
              <a:off x="2677297" y="2305156"/>
              <a:ext cx="2842868" cy="0"/>
            </a:xfrm>
            <a:prstGeom prst="line">
              <a:avLst/>
            </a:prstGeom>
            <a:ln>
              <a:solidFill>
                <a:schemeClr val="bg2">
                  <a:lumMod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793C5FBB-B058-02EB-5858-3DEEA8F7E184}"/>
                </a:ext>
              </a:extLst>
            </p:cNvPr>
            <p:cNvCxnSpPr>
              <a:cxnSpLocks/>
            </p:cNvCxnSpPr>
            <p:nvPr/>
          </p:nvCxnSpPr>
          <p:spPr>
            <a:xfrm>
              <a:off x="2677297" y="2890304"/>
              <a:ext cx="2842868" cy="0"/>
            </a:xfrm>
            <a:prstGeom prst="line">
              <a:avLst/>
            </a:prstGeom>
            <a:ln>
              <a:solidFill>
                <a:schemeClr val="bg2">
                  <a:lumMod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BCA21915-A3AA-ECC7-78C7-D23B26BE4F24}"/>
                </a:ext>
              </a:extLst>
            </p:cNvPr>
            <p:cNvCxnSpPr>
              <a:cxnSpLocks/>
            </p:cNvCxnSpPr>
            <p:nvPr/>
          </p:nvCxnSpPr>
          <p:spPr>
            <a:xfrm>
              <a:off x="2677297" y="3475452"/>
              <a:ext cx="2842868" cy="0"/>
            </a:xfrm>
            <a:prstGeom prst="line">
              <a:avLst/>
            </a:prstGeom>
            <a:ln>
              <a:solidFill>
                <a:schemeClr val="bg2">
                  <a:lumMod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7656EFF9-CD32-34B0-35D7-6FE15392085E}"/>
                </a:ext>
              </a:extLst>
            </p:cNvPr>
            <p:cNvCxnSpPr>
              <a:cxnSpLocks/>
            </p:cNvCxnSpPr>
            <p:nvPr/>
          </p:nvCxnSpPr>
          <p:spPr>
            <a:xfrm>
              <a:off x="2636495" y="4060600"/>
              <a:ext cx="2842868" cy="0"/>
            </a:xfrm>
            <a:prstGeom prst="line">
              <a:avLst/>
            </a:prstGeom>
            <a:ln>
              <a:solidFill>
                <a:schemeClr val="bg2">
                  <a:lumMod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CA4ED905-9ABB-3C05-2240-4BFD57688D99}"/>
                </a:ext>
              </a:extLst>
            </p:cNvPr>
            <p:cNvCxnSpPr>
              <a:cxnSpLocks/>
            </p:cNvCxnSpPr>
            <p:nvPr/>
          </p:nvCxnSpPr>
          <p:spPr>
            <a:xfrm>
              <a:off x="2636495" y="4645748"/>
              <a:ext cx="2842868" cy="0"/>
            </a:xfrm>
            <a:prstGeom prst="line">
              <a:avLst/>
            </a:prstGeom>
            <a:ln>
              <a:solidFill>
                <a:schemeClr val="bg2">
                  <a:lumMod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BFAE2BF3-9198-DFDC-9504-CD0B0ACD92AE}"/>
                </a:ext>
              </a:extLst>
            </p:cNvPr>
            <p:cNvCxnSpPr>
              <a:cxnSpLocks/>
            </p:cNvCxnSpPr>
            <p:nvPr/>
          </p:nvCxnSpPr>
          <p:spPr>
            <a:xfrm>
              <a:off x="2636495" y="5230894"/>
              <a:ext cx="2842868" cy="0"/>
            </a:xfrm>
            <a:prstGeom prst="line">
              <a:avLst/>
            </a:prstGeom>
            <a:ln>
              <a:solidFill>
                <a:schemeClr val="bg2">
                  <a:lumMod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477E2A76-02D0-6DE3-F605-FB345EA8F023}"/>
              </a:ext>
            </a:extLst>
          </p:cNvPr>
          <p:cNvGrpSpPr/>
          <p:nvPr/>
        </p:nvGrpSpPr>
        <p:grpSpPr>
          <a:xfrm>
            <a:off x="5807433" y="2305156"/>
            <a:ext cx="2883670" cy="2925738"/>
            <a:chOff x="2636495" y="2305156"/>
            <a:chExt cx="2883670" cy="2925738"/>
          </a:xfrm>
        </p:grpSpPr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32B8E976-342B-50AE-7F54-D88C36FB6E6C}"/>
                </a:ext>
              </a:extLst>
            </p:cNvPr>
            <p:cNvCxnSpPr>
              <a:cxnSpLocks/>
            </p:cNvCxnSpPr>
            <p:nvPr/>
          </p:nvCxnSpPr>
          <p:spPr>
            <a:xfrm>
              <a:off x="2677297" y="2305156"/>
              <a:ext cx="2842868" cy="0"/>
            </a:xfrm>
            <a:prstGeom prst="line">
              <a:avLst/>
            </a:prstGeom>
            <a:ln>
              <a:solidFill>
                <a:schemeClr val="bg2">
                  <a:lumMod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19291161-F0F3-9670-49BC-CA0AE894767F}"/>
                </a:ext>
              </a:extLst>
            </p:cNvPr>
            <p:cNvCxnSpPr>
              <a:cxnSpLocks/>
            </p:cNvCxnSpPr>
            <p:nvPr/>
          </p:nvCxnSpPr>
          <p:spPr>
            <a:xfrm>
              <a:off x="2677297" y="2890304"/>
              <a:ext cx="2842868" cy="0"/>
            </a:xfrm>
            <a:prstGeom prst="line">
              <a:avLst/>
            </a:prstGeom>
            <a:ln>
              <a:solidFill>
                <a:schemeClr val="bg2">
                  <a:lumMod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8B8C2B74-FFDA-197C-A001-8AF221FE2847}"/>
                </a:ext>
              </a:extLst>
            </p:cNvPr>
            <p:cNvCxnSpPr>
              <a:cxnSpLocks/>
            </p:cNvCxnSpPr>
            <p:nvPr/>
          </p:nvCxnSpPr>
          <p:spPr>
            <a:xfrm>
              <a:off x="2677297" y="3475452"/>
              <a:ext cx="2842868" cy="0"/>
            </a:xfrm>
            <a:prstGeom prst="line">
              <a:avLst/>
            </a:prstGeom>
            <a:ln>
              <a:solidFill>
                <a:schemeClr val="bg2">
                  <a:lumMod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C3DB5A0C-3EF2-F373-F4CD-002DEE4F64D8}"/>
                </a:ext>
              </a:extLst>
            </p:cNvPr>
            <p:cNvCxnSpPr>
              <a:cxnSpLocks/>
            </p:cNvCxnSpPr>
            <p:nvPr/>
          </p:nvCxnSpPr>
          <p:spPr>
            <a:xfrm>
              <a:off x="2636495" y="4060600"/>
              <a:ext cx="2842868" cy="0"/>
            </a:xfrm>
            <a:prstGeom prst="line">
              <a:avLst/>
            </a:prstGeom>
            <a:ln>
              <a:solidFill>
                <a:schemeClr val="bg2">
                  <a:lumMod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D782EE50-4FD1-D893-DFC0-B75E3C60B39F}"/>
                </a:ext>
              </a:extLst>
            </p:cNvPr>
            <p:cNvCxnSpPr>
              <a:cxnSpLocks/>
            </p:cNvCxnSpPr>
            <p:nvPr/>
          </p:nvCxnSpPr>
          <p:spPr>
            <a:xfrm>
              <a:off x="2636495" y="4645748"/>
              <a:ext cx="2842868" cy="0"/>
            </a:xfrm>
            <a:prstGeom prst="line">
              <a:avLst/>
            </a:prstGeom>
            <a:ln>
              <a:solidFill>
                <a:schemeClr val="bg2">
                  <a:lumMod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B0B195A6-9818-9F72-3F93-807436F98E66}"/>
                </a:ext>
              </a:extLst>
            </p:cNvPr>
            <p:cNvCxnSpPr>
              <a:cxnSpLocks/>
            </p:cNvCxnSpPr>
            <p:nvPr/>
          </p:nvCxnSpPr>
          <p:spPr>
            <a:xfrm>
              <a:off x="2636495" y="5230894"/>
              <a:ext cx="2842868" cy="0"/>
            </a:xfrm>
            <a:prstGeom prst="line">
              <a:avLst/>
            </a:prstGeom>
            <a:ln>
              <a:solidFill>
                <a:schemeClr val="bg2">
                  <a:lumMod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6D207571-C703-8C76-2492-F46DA50E223F}"/>
              </a:ext>
            </a:extLst>
          </p:cNvPr>
          <p:cNvGrpSpPr/>
          <p:nvPr/>
        </p:nvGrpSpPr>
        <p:grpSpPr>
          <a:xfrm>
            <a:off x="8993769" y="2305156"/>
            <a:ext cx="2883670" cy="2925738"/>
            <a:chOff x="2636495" y="2305156"/>
            <a:chExt cx="2883670" cy="2925738"/>
          </a:xfrm>
        </p:grpSpPr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25C6AB8B-1DBE-866F-26A9-36DFBCDBEA06}"/>
                </a:ext>
              </a:extLst>
            </p:cNvPr>
            <p:cNvCxnSpPr>
              <a:cxnSpLocks/>
            </p:cNvCxnSpPr>
            <p:nvPr/>
          </p:nvCxnSpPr>
          <p:spPr>
            <a:xfrm>
              <a:off x="2677297" y="2305156"/>
              <a:ext cx="2842868" cy="0"/>
            </a:xfrm>
            <a:prstGeom prst="line">
              <a:avLst/>
            </a:prstGeom>
            <a:ln>
              <a:solidFill>
                <a:schemeClr val="bg2">
                  <a:lumMod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22F0F1EC-2EDF-DDD0-3F22-F12E4A78BBA9}"/>
                </a:ext>
              </a:extLst>
            </p:cNvPr>
            <p:cNvCxnSpPr>
              <a:cxnSpLocks/>
            </p:cNvCxnSpPr>
            <p:nvPr/>
          </p:nvCxnSpPr>
          <p:spPr>
            <a:xfrm>
              <a:off x="2677297" y="2890304"/>
              <a:ext cx="2842868" cy="0"/>
            </a:xfrm>
            <a:prstGeom prst="line">
              <a:avLst/>
            </a:prstGeom>
            <a:ln>
              <a:solidFill>
                <a:schemeClr val="bg2">
                  <a:lumMod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07F2D10B-8BF3-5360-0B3C-0779915AF80D}"/>
                </a:ext>
              </a:extLst>
            </p:cNvPr>
            <p:cNvCxnSpPr>
              <a:cxnSpLocks/>
            </p:cNvCxnSpPr>
            <p:nvPr/>
          </p:nvCxnSpPr>
          <p:spPr>
            <a:xfrm>
              <a:off x="2677297" y="3475452"/>
              <a:ext cx="2842868" cy="0"/>
            </a:xfrm>
            <a:prstGeom prst="line">
              <a:avLst/>
            </a:prstGeom>
            <a:ln>
              <a:solidFill>
                <a:schemeClr val="bg2">
                  <a:lumMod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978AD77C-CC86-2E44-93D6-4A7E580A97FC}"/>
                </a:ext>
              </a:extLst>
            </p:cNvPr>
            <p:cNvCxnSpPr>
              <a:cxnSpLocks/>
            </p:cNvCxnSpPr>
            <p:nvPr/>
          </p:nvCxnSpPr>
          <p:spPr>
            <a:xfrm>
              <a:off x="2636495" y="4060600"/>
              <a:ext cx="2842868" cy="0"/>
            </a:xfrm>
            <a:prstGeom prst="line">
              <a:avLst/>
            </a:prstGeom>
            <a:ln>
              <a:solidFill>
                <a:schemeClr val="bg2">
                  <a:lumMod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837A0F79-B8E7-6016-74AB-4E53CEFC1395}"/>
                </a:ext>
              </a:extLst>
            </p:cNvPr>
            <p:cNvCxnSpPr>
              <a:cxnSpLocks/>
            </p:cNvCxnSpPr>
            <p:nvPr/>
          </p:nvCxnSpPr>
          <p:spPr>
            <a:xfrm>
              <a:off x="2636495" y="4645748"/>
              <a:ext cx="2842868" cy="0"/>
            </a:xfrm>
            <a:prstGeom prst="line">
              <a:avLst/>
            </a:prstGeom>
            <a:ln>
              <a:solidFill>
                <a:schemeClr val="bg2">
                  <a:lumMod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C109D685-AAF1-1D8A-457E-31B3EB596E5E}"/>
                </a:ext>
              </a:extLst>
            </p:cNvPr>
            <p:cNvCxnSpPr>
              <a:cxnSpLocks/>
            </p:cNvCxnSpPr>
            <p:nvPr/>
          </p:nvCxnSpPr>
          <p:spPr>
            <a:xfrm>
              <a:off x="2636495" y="5230894"/>
              <a:ext cx="2842868" cy="0"/>
            </a:xfrm>
            <a:prstGeom prst="line">
              <a:avLst/>
            </a:prstGeom>
            <a:ln>
              <a:solidFill>
                <a:schemeClr val="bg2">
                  <a:lumMod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>
        <mc:Choice xmlns:cx1="http://schemas.microsoft.com/office/drawing/2015/9/8/chartex" Requires="cx1">
          <p:graphicFrame>
            <p:nvGraphicFramePr>
              <p:cNvPr id="41" name="Chart 40">
                <a:extLst>
                  <a:ext uri="{FF2B5EF4-FFF2-40B4-BE49-F238E27FC236}">
                    <a16:creationId xmlns:a16="http://schemas.microsoft.com/office/drawing/2014/main" id="{A5639A68-2D72-9B88-3368-3740D84288E4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2166638121"/>
                  </p:ext>
                </p:extLst>
              </p:nvPr>
            </p:nvGraphicFramePr>
            <p:xfrm>
              <a:off x="8993769" y="5274437"/>
              <a:ext cx="2842868" cy="1008000"/>
            </p:xfrm>
            <a:graphic>
              <a:graphicData uri="http://schemas.microsoft.com/office/drawing/2014/chartex">
                <cx:chart xmlns:cx="http://schemas.microsoft.com/office/drawing/2014/chartex" xmlns:r="http://schemas.openxmlformats.org/officeDocument/2006/relationships" r:id="rId7"/>
              </a:graphicData>
            </a:graphic>
          </p:graphicFrame>
        </mc:Choice>
        <mc:Fallback>
          <p:pic>
            <p:nvPicPr>
              <p:cNvPr id="41" name="Chart 40">
                <a:extLst>
                  <a:ext uri="{FF2B5EF4-FFF2-40B4-BE49-F238E27FC236}">
                    <a16:creationId xmlns:a16="http://schemas.microsoft.com/office/drawing/2014/main" id="{A5639A68-2D72-9B88-3368-3740D84288E4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8993769" y="5274437"/>
                <a:ext cx="2842868" cy="1008000"/>
              </a:xfrm>
              <a:prstGeom prst="rect">
                <a:avLst/>
              </a:prstGeom>
            </p:spPr>
          </p:pic>
        </mc:Fallback>
      </mc:AlternateContent>
      <p:sp>
        <p:nvSpPr>
          <p:cNvPr id="47" name="object 4">
            <a:extLst>
              <a:ext uri="{FF2B5EF4-FFF2-40B4-BE49-F238E27FC236}">
                <a16:creationId xmlns:a16="http://schemas.microsoft.com/office/drawing/2014/main" id="{BD0FD5E3-7991-4CD9-2CEB-6DB676FBDF40}"/>
              </a:ext>
            </a:extLst>
          </p:cNvPr>
          <p:cNvSpPr txBox="1">
            <a:spLocks/>
          </p:cNvSpPr>
          <p:nvPr/>
        </p:nvSpPr>
        <p:spPr>
          <a:xfrm>
            <a:off x="9119584" y="5882228"/>
            <a:ext cx="666032" cy="278281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>
            <a:lvl1pPr>
              <a:defRPr sz="4050" b="0" i="0">
                <a:solidFill>
                  <a:schemeClr val="bg1"/>
                </a:solidFill>
                <a:latin typeface="Arial"/>
                <a:ea typeface="+mj-ea"/>
                <a:cs typeface="Arial"/>
              </a:defRPr>
            </a:lvl1pPr>
          </a:lstStyle>
          <a:p>
            <a:r>
              <a:rPr lang="pt-BR" sz="850" b="1">
                <a:latin typeface="Versos" panose="020B0503020204030204" pitchFamily="34" charset="0"/>
              </a:rPr>
              <a:t>39,1%</a:t>
            </a:r>
            <a:br>
              <a:rPr lang="pt-BR" sz="850" b="1">
                <a:latin typeface="Versos" panose="020B0503020204030204" pitchFamily="34" charset="0"/>
              </a:rPr>
            </a:br>
            <a:r>
              <a:rPr lang="pt-BR" sz="850">
                <a:latin typeface="Versos" panose="020B0503020204030204" pitchFamily="34" charset="0"/>
              </a:rPr>
              <a:t>Corporativo</a:t>
            </a:r>
          </a:p>
        </p:txBody>
      </p:sp>
      <p:sp>
        <p:nvSpPr>
          <p:cNvPr id="49" name="object 4">
            <a:extLst>
              <a:ext uri="{FF2B5EF4-FFF2-40B4-BE49-F238E27FC236}">
                <a16:creationId xmlns:a16="http://schemas.microsoft.com/office/drawing/2014/main" id="{CD376A72-6F2B-109E-85C5-18ACF85FD64C}"/>
              </a:ext>
            </a:extLst>
          </p:cNvPr>
          <p:cNvSpPr txBox="1">
            <a:spLocks/>
          </p:cNvSpPr>
          <p:nvPr/>
        </p:nvSpPr>
        <p:spPr>
          <a:xfrm>
            <a:off x="10415203" y="5928394"/>
            <a:ext cx="298110" cy="23211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>
            <a:lvl1pPr>
              <a:defRPr sz="4050" b="0" i="0">
                <a:solidFill>
                  <a:schemeClr val="bg1"/>
                </a:solidFill>
                <a:latin typeface="Arial"/>
                <a:ea typeface="+mj-ea"/>
                <a:cs typeface="Arial"/>
              </a:defRPr>
            </a:lvl1pPr>
          </a:lstStyle>
          <a:p>
            <a:r>
              <a:rPr lang="pt-BR" sz="700" b="1">
                <a:solidFill>
                  <a:schemeClr val="tx1"/>
                </a:solidFill>
                <a:latin typeface="Versos" panose="020B0503020204030204" pitchFamily="34" charset="0"/>
              </a:rPr>
              <a:t>14%</a:t>
            </a:r>
            <a:br>
              <a:rPr lang="pt-BR" sz="700" b="1">
                <a:solidFill>
                  <a:schemeClr val="tx1"/>
                </a:solidFill>
                <a:latin typeface="Versos" panose="020B0503020204030204" pitchFamily="34" charset="0"/>
              </a:rPr>
            </a:br>
            <a:r>
              <a:rPr lang="pt-BR" sz="700">
                <a:solidFill>
                  <a:schemeClr val="tx1"/>
                </a:solidFill>
                <a:latin typeface="Versos" panose="020B0503020204030204" pitchFamily="34" charset="0"/>
              </a:rPr>
              <a:t>FDIC</a:t>
            </a:r>
          </a:p>
        </p:txBody>
      </p:sp>
      <p:sp>
        <p:nvSpPr>
          <p:cNvPr id="51" name="object 4">
            <a:extLst>
              <a:ext uri="{FF2B5EF4-FFF2-40B4-BE49-F238E27FC236}">
                <a16:creationId xmlns:a16="http://schemas.microsoft.com/office/drawing/2014/main" id="{63ED603A-A3B3-6110-56FE-101897E0C507}"/>
              </a:ext>
            </a:extLst>
          </p:cNvPr>
          <p:cNvSpPr txBox="1">
            <a:spLocks/>
          </p:cNvSpPr>
          <p:nvPr/>
        </p:nvSpPr>
        <p:spPr>
          <a:xfrm>
            <a:off x="10873711" y="5928394"/>
            <a:ext cx="401264" cy="23211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>
            <a:lvl1pPr>
              <a:defRPr sz="4050" b="0" i="0">
                <a:solidFill>
                  <a:schemeClr val="bg1"/>
                </a:solidFill>
                <a:latin typeface="Arial"/>
                <a:ea typeface="+mj-ea"/>
                <a:cs typeface="Arial"/>
              </a:defRPr>
            </a:lvl1pPr>
          </a:lstStyle>
          <a:p>
            <a:r>
              <a:rPr lang="pt-BR" sz="700" b="1">
                <a:solidFill>
                  <a:schemeClr val="tx1"/>
                </a:solidFill>
                <a:latin typeface="Versos" panose="020B0503020204030204" pitchFamily="34" charset="0"/>
              </a:rPr>
              <a:t>13,5 %</a:t>
            </a:r>
            <a:br>
              <a:rPr lang="pt-BR" sz="700" b="1">
                <a:solidFill>
                  <a:schemeClr val="tx1"/>
                </a:solidFill>
                <a:latin typeface="Versos" panose="020B0503020204030204" pitchFamily="34" charset="0"/>
              </a:rPr>
            </a:br>
            <a:r>
              <a:rPr lang="pt-BR" sz="700">
                <a:solidFill>
                  <a:schemeClr val="tx1"/>
                </a:solidFill>
                <a:latin typeface="Versos" panose="020B0503020204030204" pitchFamily="34" charset="0"/>
              </a:rPr>
              <a:t>Bancário</a:t>
            </a:r>
          </a:p>
        </p:txBody>
      </p:sp>
      <p:sp>
        <p:nvSpPr>
          <p:cNvPr id="53" name="object 4">
            <a:extLst>
              <a:ext uri="{FF2B5EF4-FFF2-40B4-BE49-F238E27FC236}">
                <a16:creationId xmlns:a16="http://schemas.microsoft.com/office/drawing/2014/main" id="{430DF2B6-AB1D-66F5-551C-EC10A8C2A822}"/>
              </a:ext>
            </a:extLst>
          </p:cNvPr>
          <p:cNvSpPr txBox="1">
            <a:spLocks/>
          </p:cNvSpPr>
          <p:nvPr/>
        </p:nvSpPr>
        <p:spPr>
          <a:xfrm>
            <a:off x="11350644" y="5928394"/>
            <a:ext cx="666032" cy="23211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>
            <a:lvl1pPr>
              <a:defRPr sz="4050" b="0" i="0">
                <a:solidFill>
                  <a:schemeClr val="bg1"/>
                </a:solidFill>
                <a:latin typeface="Arial"/>
                <a:ea typeface="+mj-ea"/>
                <a:cs typeface="Arial"/>
              </a:defRPr>
            </a:lvl1pPr>
          </a:lstStyle>
          <a:p>
            <a:r>
              <a:rPr lang="pt-BR" sz="700" b="1">
                <a:solidFill>
                  <a:schemeClr val="tx1"/>
                </a:solidFill>
                <a:latin typeface="Versos" panose="020B0503020204030204" pitchFamily="34" charset="0"/>
              </a:rPr>
              <a:t>13,5%</a:t>
            </a:r>
            <a:br>
              <a:rPr lang="pt-BR" sz="700" b="1">
                <a:solidFill>
                  <a:schemeClr val="tx1"/>
                </a:solidFill>
                <a:latin typeface="Versos" panose="020B0503020204030204" pitchFamily="34" charset="0"/>
              </a:rPr>
            </a:br>
            <a:r>
              <a:rPr lang="pt-BR" sz="700">
                <a:solidFill>
                  <a:schemeClr val="tx1"/>
                </a:solidFill>
                <a:latin typeface="Versos" panose="020B0503020204030204" pitchFamily="34" charset="0"/>
              </a:rPr>
              <a:t>Caixa</a:t>
            </a:r>
          </a:p>
        </p:txBody>
      </p:sp>
    </p:spTree>
    <p:extLst>
      <p:ext uri="{BB962C8B-B14F-4D97-AF65-F5344CB8AC3E}">
        <p14:creationId xmlns:p14="http://schemas.microsoft.com/office/powerpoint/2010/main" val="199258261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41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836776C-1E54-F911-B092-04F486AAA8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1927063E-72AB-6B1F-2341-5DC9B0C3C989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35000"/>
            <a:grayscl/>
          </a:blip>
          <a:srcRect l="10000" r="10000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1" name="object 6">
            <a:extLst>
              <a:ext uri="{FF2B5EF4-FFF2-40B4-BE49-F238E27FC236}">
                <a16:creationId xmlns:a16="http://schemas.microsoft.com/office/drawing/2014/main" id="{AB1B2E14-6D34-DBA3-D4C6-5662DE0F4293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4529065" y="2976408"/>
            <a:ext cx="3133870" cy="90518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pt-BR" sz="5882">
                <a:solidFill>
                  <a:schemeClr val="bg1"/>
                </a:solidFill>
                <a:latin typeface="Versos" panose="020B0503020204030204" pitchFamily="34" charset="77"/>
              </a:rPr>
              <a:t>GESTÃO</a:t>
            </a:r>
            <a:endParaRPr sz="5882">
              <a:solidFill>
                <a:schemeClr val="bg1"/>
              </a:solidFill>
              <a:latin typeface="Versos" panose="020B0503020204030204" pitchFamily="34" charset="77"/>
            </a:endParaRP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F3F1DE8E-76BC-61E9-AF18-322AF5F5F7CF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pPr marL="20023">
              <a:spcBef>
                <a:spcPts val="45"/>
              </a:spcBef>
            </a:pPr>
            <a:fld id="{81D60167-4931-47E6-BA6A-407CBD079E47}" type="slidenum">
              <a:rPr lang="pt-BR" spc="-15" smtClean="0"/>
              <a:pPr marL="20023">
                <a:spcBef>
                  <a:spcPts val="45"/>
                </a:spcBef>
              </a:pPr>
              <a:t>14</a:t>
            </a:fld>
            <a:endParaRPr lang="pt-BR" spc="-15"/>
          </a:p>
        </p:txBody>
      </p:sp>
      <p:pic>
        <p:nvPicPr>
          <p:cNvPr id="4" name="Picture 8">
            <a:extLst>
              <a:ext uri="{FF2B5EF4-FFF2-40B4-BE49-F238E27FC236}">
                <a16:creationId xmlns:a16="http://schemas.microsoft.com/office/drawing/2014/main" id="{018E6FE9-86F0-26E0-2F3E-A4099838417A}"/>
              </a:ext>
            </a:extLst>
          </p:cNvPr>
          <p:cNvPicPr>
            <a:picLocks noChangeAspect="1"/>
          </p:cNvPicPr>
          <p:nvPr/>
        </p:nvPicPr>
        <p:blipFill rotWithShape="1"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-8117" t="-23966" r="-8117" b="-23966"/>
          <a:stretch/>
        </p:blipFill>
        <p:spPr>
          <a:xfrm>
            <a:off x="5549185" y="489021"/>
            <a:ext cx="1093631" cy="473589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2243C54C-935B-43FC-9BEB-A9645C424E1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158568" y="5922032"/>
            <a:ext cx="3874865" cy="405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311801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41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80B88B0-7C48-DEC6-33D2-833441B47C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CB0CFA7-42D9-397D-1482-C7B648BBA5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3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77667D73-C69A-4DAA-9003-24A825D36FE9}" type="slidenum">
              <a:rPr kumimoji="0" lang="pt-BR" sz="1100" b="0" i="0" u="none" strike="noStrike" kern="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" panose="020B0503020204030204" pitchFamily="34" charset="0"/>
                <a:ea typeface="+mn-ea"/>
                <a:sym typeface="Arial"/>
              </a:rPr>
              <a:pPr marL="0" marR="0" lvl="0" indent="0" algn="r" defTabSz="9143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15</a:t>
            </a:fld>
            <a:endParaRPr kumimoji="0" lang="pt-BR" sz="11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sos" panose="020B0503020204030204" pitchFamily="34" charset="0"/>
              <a:ea typeface="+mn-ea"/>
              <a:sym typeface="Arial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58EC6A-91E7-6647-398C-DDA5DCC2BB4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5368" y="368301"/>
            <a:ext cx="10459190" cy="430887"/>
          </a:xfrm>
        </p:spPr>
        <p:txBody>
          <a:bodyPr/>
          <a:lstStyle/>
          <a:p>
            <a:r>
              <a:rPr lang="pt-BR"/>
              <a:t>Crédito </a:t>
            </a:r>
            <a:r>
              <a:rPr lang="pt-BR" b="1"/>
              <a:t>High Grade</a:t>
            </a:r>
          </a:p>
        </p:txBody>
      </p:sp>
      <p:sp>
        <p:nvSpPr>
          <p:cNvPr id="76" name="Picture 8">
            <a:extLst>
              <a:ext uri="{FF2B5EF4-FFF2-40B4-BE49-F238E27FC236}">
                <a16:creationId xmlns:a16="http://schemas.microsoft.com/office/drawing/2014/main" id="{3150DD67-6A0E-F53B-2CAA-C7D7582F529E}"/>
              </a:ext>
            </a:extLst>
          </p:cNvPr>
          <p:cNvSpPr/>
          <p:nvPr/>
        </p:nvSpPr>
        <p:spPr>
          <a:xfrm>
            <a:off x="11090836" y="377393"/>
            <a:ext cx="765798" cy="260068"/>
          </a:xfrm>
          <a:custGeom>
            <a:avLst/>
            <a:gdLst>
              <a:gd name="connsiteX0" fmla="*/ 739575 w 765852"/>
              <a:gd name="connsiteY0" fmla="*/ 143884 h 260086"/>
              <a:gd name="connsiteX1" fmla="*/ 765852 w 765852"/>
              <a:gd name="connsiteY1" fmla="*/ 83403 h 260086"/>
              <a:gd name="connsiteX2" fmla="*/ 739575 w 765852"/>
              <a:gd name="connsiteY2" fmla="*/ 22921 h 260086"/>
              <a:gd name="connsiteX3" fmla="*/ 672177 w 765852"/>
              <a:gd name="connsiteY3" fmla="*/ 0 h 260086"/>
              <a:gd name="connsiteX4" fmla="*/ 604779 w 765852"/>
              <a:gd name="connsiteY4" fmla="*/ 22921 h 260086"/>
              <a:gd name="connsiteX5" fmla="*/ 578501 w 765852"/>
              <a:gd name="connsiteY5" fmla="*/ 83403 h 260086"/>
              <a:gd name="connsiteX6" fmla="*/ 604779 w 765852"/>
              <a:gd name="connsiteY6" fmla="*/ 143884 h 260086"/>
              <a:gd name="connsiteX7" fmla="*/ 672177 w 765852"/>
              <a:gd name="connsiteY7" fmla="*/ 166805 h 260086"/>
              <a:gd name="connsiteX8" fmla="*/ 739575 w 765852"/>
              <a:gd name="connsiteY8" fmla="*/ 143884 h 260086"/>
              <a:gd name="connsiteX9" fmla="*/ 604595 w 765852"/>
              <a:gd name="connsiteY9" fmla="*/ 83403 h 260086"/>
              <a:gd name="connsiteX10" fmla="*/ 622611 w 765852"/>
              <a:gd name="connsiteY10" fmla="*/ 41871 h 260086"/>
              <a:gd name="connsiteX11" fmla="*/ 672177 w 765852"/>
              <a:gd name="connsiteY11" fmla="*/ 25719 h 260086"/>
              <a:gd name="connsiteX12" fmla="*/ 721742 w 765852"/>
              <a:gd name="connsiteY12" fmla="*/ 41871 h 260086"/>
              <a:gd name="connsiteX13" fmla="*/ 739759 w 765852"/>
              <a:gd name="connsiteY13" fmla="*/ 83403 h 260086"/>
              <a:gd name="connsiteX14" fmla="*/ 721742 w 765852"/>
              <a:gd name="connsiteY14" fmla="*/ 124934 h 260086"/>
              <a:gd name="connsiteX15" fmla="*/ 672177 w 765852"/>
              <a:gd name="connsiteY15" fmla="*/ 141077 h 260086"/>
              <a:gd name="connsiteX16" fmla="*/ 622611 w 765852"/>
              <a:gd name="connsiteY16" fmla="*/ 124934 h 260086"/>
              <a:gd name="connsiteX17" fmla="*/ 604595 w 765852"/>
              <a:gd name="connsiteY17" fmla="*/ 83403 h 260086"/>
              <a:gd name="connsiteX18" fmla="*/ 238310 w 765852"/>
              <a:gd name="connsiteY18" fmla="*/ 207181 h 260086"/>
              <a:gd name="connsiteX19" fmla="*/ 249560 w 765852"/>
              <a:gd name="connsiteY19" fmla="*/ 204081 h 260086"/>
              <a:gd name="connsiteX20" fmla="*/ 261562 w 765852"/>
              <a:gd name="connsiteY20" fmla="*/ 207713 h 260086"/>
              <a:gd name="connsiteX21" fmla="*/ 268163 w 765852"/>
              <a:gd name="connsiteY21" fmla="*/ 217812 h 260086"/>
              <a:gd name="connsiteX22" fmla="*/ 275874 w 765852"/>
              <a:gd name="connsiteY22" fmla="*/ 217812 h 260086"/>
              <a:gd name="connsiteX23" fmla="*/ 267145 w 765852"/>
              <a:gd name="connsiteY23" fmla="*/ 202568 h 260086"/>
              <a:gd name="connsiteX24" fmla="*/ 249917 w 765852"/>
              <a:gd name="connsiteY24" fmla="*/ 196982 h 260086"/>
              <a:gd name="connsiteX25" fmla="*/ 234322 w 765852"/>
              <a:gd name="connsiteY25" fmla="*/ 200926 h 260086"/>
              <a:gd name="connsiteX26" fmla="*/ 223961 w 765852"/>
              <a:gd name="connsiteY26" fmla="*/ 212052 h 260086"/>
              <a:gd name="connsiteX27" fmla="*/ 220330 w 765852"/>
              <a:gd name="connsiteY27" fmla="*/ 228534 h 260086"/>
              <a:gd name="connsiteX28" fmla="*/ 223961 w 765852"/>
              <a:gd name="connsiteY28" fmla="*/ 245062 h 260086"/>
              <a:gd name="connsiteX29" fmla="*/ 234322 w 765852"/>
              <a:gd name="connsiteY29" fmla="*/ 256142 h 260086"/>
              <a:gd name="connsiteX30" fmla="*/ 249917 w 765852"/>
              <a:gd name="connsiteY30" fmla="*/ 260086 h 260086"/>
              <a:gd name="connsiteX31" fmla="*/ 267145 w 765852"/>
              <a:gd name="connsiteY31" fmla="*/ 254501 h 260086"/>
              <a:gd name="connsiteX32" fmla="*/ 275782 w 765852"/>
              <a:gd name="connsiteY32" fmla="*/ 239256 h 260086"/>
              <a:gd name="connsiteX33" fmla="*/ 268071 w 765852"/>
              <a:gd name="connsiteY33" fmla="*/ 239256 h 260086"/>
              <a:gd name="connsiteX34" fmla="*/ 261516 w 765852"/>
              <a:gd name="connsiteY34" fmla="*/ 249401 h 260086"/>
              <a:gd name="connsiteX35" fmla="*/ 249560 w 765852"/>
              <a:gd name="connsiteY35" fmla="*/ 252987 h 260086"/>
              <a:gd name="connsiteX36" fmla="*/ 238310 w 765852"/>
              <a:gd name="connsiteY36" fmla="*/ 249887 h 260086"/>
              <a:gd name="connsiteX37" fmla="*/ 230828 w 765852"/>
              <a:gd name="connsiteY37" fmla="*/ 241201 h 260086"/>
              <a:gd name="connsiteX38" fmla="*/ 228215 w 765852"/>
              <a:gd name="connsiteY38" fmla="*/ 228525 h 260086"/>
              <a:gd name="connsiteX39" fmla="*/ 230828 w 765852"/>
              <a:gd name="connsiteY39" fmla="*/ 215812 h 260086"/>
              <a:gd name="connsiteX40" fmla="*/ 238310 w 765852"/>
              <a:gd name="connsiteY40" fmla="*/ 207172 h 260086"/>
              <a:gd name="connsiteX41" fmla="*/ 335580 w 765852"/>
              <a:gd name="connsiteY41" fmla="*/ 197523 h 260086"/>
              <a:gd name="connsiteX42" fmla="*/ 311925 w 765852"/>
              <a:gd name="connsiteY42" fmla="*/ 259554 h 260086"/>
              <a:gd name="connsiteX43" fmla="*/ 319892 w 765852"/>
              <a:gd name="connsiteY43" fmla="*/ 259554 h 260086"/>
              <a:gd name="connsiteX44" fmla="*/ 326448 w 765852"/>
              <a:gd name="connsiteY44" fmla="*/ 242806 h 260086"/>
              <a:gd name="connsiteX45" fmla="*/ 353467 w 765852"/>
              <a:gd name="connsiteY45" fmla="*/ 242806 h 260086"/>
              <a:gd name="connsiteX46" fmla="*/ 360023 w 765852"/>
              <a:gd name="connsiteY46" fmla="*/ 259554 h 260086"/>
              <a:gd name="connsiteX47" fmla="*/ 368256 w 765852"/>
              <a:gd name="connsiteY47" fmla="*/ 259554 h 260086"/>
              <a:gd name="connsiteX48" fmla="*/ 344693 w 765852"/>
              <a:gd name="connsiteY48" fmla="*/ 197523 h 260086"/>
              <a:gd name="connsiteX49" fmla="*/ 335570 w 765852"/>
              <a:gd name="connsiteY49" fmla="*/ 197523 h 260086"/>
              <a:gd name="connsiteX50" fmla="*/ 328758 w 765852"/>
              <a:gd name="connsiteY50" fmla="*/ 235808 h 260086"/>
              <a:gd name="connsiteX51" fmla="*/ 339916 w 765852"/>
              <a:gd name="connsiteY51" fmla="*/ 205943 h 260086"/>
              <a:gd name="connsiteX52" fmla="*/ 351166 w 765852"/>
              <a:gd name="connsiteY52" fmla="*/ 235808 h 260086"/>
              <a:gd name="connsiteX53" fmla="*/ 328749 w 765852"/>
              <a:gd name="connsiteY53" fmla="*/ 235808 h 260086"/>
              <a:gd name="connsiteX54" fmla="*/ 725437 w 765852"/>
              <a:gd name="connsiteY54" fmla="*/ 197523 h 260086"/>
              <a:gd name="connsiteX55" fmla="*/ 717736 w 765852"/>
              <a:gd name="connsiteY55" fmla="*/ 197523 h 260086"/>
              <a:gd name="connsiteX56" fmla="*/ 717736 w 765852"/>
              <a:gd name="connsiteY56" fmla="*/ 259554 h 260086"/>
              <a:gd name="connsiteX57" fmla="*/ 753704 w 765852"/>
              <a:gd name="connsiteY57" fmla="*/ 259554 h 260086"/>
              <a:gd name="connsiteX58" fmla="*/ 753704 w 765852"/>
              <a:gd name="connsiteY58" fmla="*/ 252464 h 260086"/>
              <a:gd name="connsiteX59" fmla="*/ 725446 w 765852"/>
              <a:gd name="connsiteY59" fmla="*/ 252464 h 260086"/>
              <a:gd name="connsiteX60" fmla="*/ 725446 w 765852"/>
              <a:gd name="connsiteY60" fmla="*/ 197523 h 260086"/>
              <a:gd name="connsiteX61" fmla="*/ 250953 w 765852"/>
              <a:gd name="connsiteY61" fmla="*/ 2119 h 260086"/>
              <a:gd name="connsiteX62" fmla="*/ 225566 w 765852"/>
              <a:gd name="connsiteY62" fmla="*/ 2119 h 260086"/>
              <a:gd name="connsiteX63" fmla="*/ 225566 w 765852"/>
              <a:gd name="connsiteY63" fmla="*/ 164677 h 260086"/>
              <a:gd name="connsiteX64" fmla="*/ 250953 w 765852"/>
              <a:gd name="connsiteY64" fmla="*/ 164677 h 260086"/>
              <a:gd name="connsiteX65" fmla="*/ 250953 w 765852"/>
              <a:gd name="connsiteY65" fmla="*/ 2119 h 260086"/>
              <a:gd name="connsiteX66" fmla="*/ 80592 w 765852"/>
              <a:gd name="connsiteY66" fmla="*/ 62692 h 260086"/>
              <a:gd name="connsiteX67" fmla="*/ 80592 w 765852"/>
              <a:gd name="connsiteY67" fmla="*/ 164687 h 260086"/>
              <a:gd name="connsiteX68" fmla="*/ 106732 w 765852"/>
              <a:gd name="connsiteY68" fmla="*/ 164687 h 260086"/>
              <a:gd name="connsiteX69" fmla="*/ 106713 w 765852"/>
              <a:gd name="connsiteY69" fmla="*/ 62692 h 260086"/>
              <a:gd name="connsiteX70" fmla="*/ 95124 w 765852"/>
              <a:gd name="connsiteY70" fmla="*/ 28700 h 260086"/>
              <a:gd name="connsiteX71" fmla="*/ 93648 w 765852"/>
              <a:gd name="connsiteY71" fmla="*/ 26792 h 260086"/>
              <a:gd name="connsiteX72" fmla="*/ 92172 w 765852"/>
              <a:gd name="connsiteY72" fmla="*/ 28700 h 260086"/>
              <a:gd name="connsiteX73" fmla="*/ 80583 w 765852"/>
              <a:gd name="connsiteY73" fmla="*/ 62692 h 260086"/>
              <a:gd name="connsiteX74" fmla="*/ 47273 w 765852"/>
              <a:gd name="connsiteY74" fmla="*/ 2119 h 260086"/>
              <a:gd name="connsiteX75" fmla="*/ 0 w 765852"/>
              <a:gd name="connsiteY75" fmla="*/ 2119 h 260086"/>
              <a:gd name="connsiteX76" fmla="*/ 0 w 765852"/>
              <a:gd name="connsiteY76" fmla="*/ 26792 h 260086"/>
              <a:gd name="connsiteX77" fmla="*/ 93648 w 765852"/>
              <a:gd name="connsiteY77" fmla="*/ 26792 h 260086"/>
              <a:gd name="connsiteX78" fmla="*/ 91328 w 765852"/>
              <a:gd name="connsiteY78" fmla="*/ 23793 h 260086"/>
              <a:gd name="connsiteX79" fmla="*/ 47273 w 765852"/>
              <a:gd name="connsiteY79" fmla="*/ 2119 h 260086"/>
              <a:gd name="connsiteX80" fmla="*/ 95968 w 765852"/>
              <a:gd name="connsiteY80" fmla="*/ 23793 h 260086"/>
              <a:gd name="connsiteX81" fmla="*/ 93648 w 765852"/>
              <a:gd name="connsiteY81" fmla="*/ 26792 h 260086"/>
              <a:gd name="connsiteX82" fmla="*/ 187296 w 765852"/>
              <a:gd name="connsiteY82" fmla="*/ 26792 h 260086"/>
              <a:gd name="connsiteX83" fmla="*/ 187296 w 765852"/>
              <a:gd name="connsiteY83" fmla="*/ 2119 h 260086"/>
              <a:gd name="connsiteX84" fmla="*/ 140023 w 765852"/>
              <a:gd name="connsiteY84" fmla="*/ 2119 h 260086"/>
              <a:gd name="connsiteX85" fmla="*/ 95958 w 765852"/>
              <a:gd name="connsiteY85" fmla="*/ 23793 h 260086"/>
              <a:gd name="connsiteX86" fmla="*/ 514844 w 765852"/>
              <a:gd name="connsiteY86" fmla="*/ 164677 h 260086"/>
              <a:gd name="connsiteX87" fmla="*/ 540232 w 765852"/>
              <a:gd name="connsiteY87" fmla="*/ 164677 h 260086"/>
              <a:gd name="connsiteX88" fmla="*/ 540232 w 765852"/>
              <a:gd name="connsiteY88" fmla="*/ 2119 h 260086"/>
              <a:gd name="connsiteX89" fmla="*/ 514844 w 765852"/>
              <a:gd name="connsiteY89" fmla="*/ 2119 h 260086"/>
              <a:gd name="connsiteX90" fmla="*/ 514844 w 765852"/>
              <a:gd name="connsiteY90" fmla="*/ 164677 h 260086"/>
              <a:gd name="connsiteX91" fmla="*/ 495205 w 765852"/>
              <a:gd name="connsiteY91" fmla="*/ 259554 h 260086"/>
              <a:gd name="connsiteX92" fmla="*/ 502915 w 765852"/>
              <a:gd name="connsiteY92" fmla="*/ 259554 h 260086"/>
              <a:gd name="connsiteX93" fmla="*/ 502915 w 765852"/>
              <a:gd name="connsiteY93" fmla="*/ 197523 h 260086"/>
              <a:gd name="connsiteX94" fmla="*/ 495205 w 765852"/>
              <a:gd name="connsiteY94" fmla="*/ 197523 h 260086"/>
              <a:gd name="connsiteX95" fmla="*/ 495205 w 765852"/>
              <a:gd name="connsiteY95" fmla="*/ 259554 h 260086"/>
              <a:gd name="connsiteX96" fmla="*/ 544816 w 765852"/>
              <a:gd name="connsiteY96" fmla="*/ 204613 h 260086"/>
              <a:gd name="connsiteX97" fmla="*/ 564923 w 765852"/>
              <a:gd name="connsiteY97" fmla="*/ 204613 h 260086"/>
              <a:gd name="connsiteX98" fmla="*/ 564923 w 765852"/>
              <a:gd name="connsiteY98" fmla="*/ 259554 h 260086"/>
              <a:gd name="connsiteX99" fmla="*/ 572633 w 765852"/>
              <a:gd name="connsiteY99" fmla="*/ 259554 h 260086"/>
              <a:gd name="connsiteX100" fmla="*/ 572633 w 765852"/>
              <a:gd name="connsiteY100" fmla="*/ 204613 h 260086"/>
              <a:gd name="connsiteX101" fmla="*/ 592740 w 765852"/>
              <a:gd name="connsiteY101" fmla="*/ 204613 h 260086"/>
              <a:gd name="connsiteX102" fmla="*/ 592740 w 765852"/>
              <a:gd name="connsiteY102" fmla="*/ 197523 h 260086"/>
              <a:gd name="connsiteX103" fmla="*/ 544816 w 765852"/>
              <a:gd name="connsiteY103" fmla="*/ 197523 h 260086"/>
              <a:gd name="connsiteX104" fmla="*/ 544816 w 765852"/>
              <a:gd name="connsiteY104" fmla="*/ 204613 h 260086"/>
              <a:gd name="connsiteX105" fmla="*/ 287389 w 765852"/>
              <a:gd name="connsiteY105" fmla="*/ 2119 h 260086"/>
              <a:gd name="connsiteX106" fmla="*/ 345234 w 765852"/>
              <a:gd name="connsiteY106" fmla="*/ 140105 h 260086"/>
              <a:gd name="connsiteX107" fmla="*/ 381413 w 765852"/>
              <a:gd name="connsiteY107" fmla="*/ 166796 h 260086"/>
              <a:gd name="connsiteX108" fmla="*/ 382899 w 765852"/>
              <a:gd name="connsiteY108" fmla="*/ 166796 h 260086"/>
              <a:gd name="connsiteX109" fmla="*/ 316692 w 765852"/>
              <a:gd name="connsiteY109" fmla="*/ 2119 h 260086"/>
              <a:gd name="connsiteX110" fmla="*/ 287389 w 765852"/>
              <a:gd name="connsiteY110" fmla="*/ 2119 h 260086"/>
              <a:gd name="connsiteX111" fmla="*/ 443549 w 765852"/>
              <a:gd name="connsiteY111" fmla="*/ 199871 h 260086"/>
              <a:gd name="connsiteX112" fmla="*/ 432739 w 765852"/>
              <a:gd name="connsiteY112" fmla="*/ 197523 h 260086"/>
              <a:gd name="connsiteX113" fmla="*/ 408910 w 765852"/>
              <a:gd name="connsiteY113" fmla="*/ 197523 h 260086"/>
              <a:gd name="connsiteX114" fmla="*/ 408910 w 765852"/>
              <a:gd name="connsiteY114" fmla="*/ 259554 h 260086"/>
              <a:gd name="connsiteX115" fmla="*/ 416621 w 765852"/>
              <a:gd name="connsiteY115" fmla="*/ 259554 h 260086"/>
              <a:gd name="connsiteX116" fmla="*/ 416621 w 765852"/>
              <a:gd name="connsiteY116" fmla="*/ 235716 h 260086"/>
              <a:gd name="connsiteX117" fmla="*/ 432748 w 765852"/>
              <a:gd name="connsiteY117" fmla="*/ 235716 h 260086"/>
              <a:gd name="connsiteX118" fmla="*/ 443512 w 765852"/>
              <a:gd name="connsiteY118" fmla="*/ 233368 h 260086"/>
              <a:gd name="connsiteX119" fmla="*/ 450728 w 765852"/>
              <a:gd name="connsiteY119" fmla="*/ 226681 h 260086"/>
              <a:gd name="connsiteX120" fmla="*/ 453295 w 765852"/>
              <a:gd name="connsiteY120" fmla="*/ 216583 h 260086"/>
              <a:gd name="connsiteX121" fmla="*/ 450774 w 765852"/>
              <a:gd name="connsiteY121" fmla="*/ 206521 h 260086"/>
              <a:gd name="connsiteX122" fmla="*/ 443558 w 765852"/>
              <a:gd name="connsiteY122" fmla="*/ 199871 h 260086"/>
              <a:gd name="connsiteX123" fmla="*/ 441779 w 765852"/>
              <a:gd name="connsiteY123" fmla="*/ 225351 h 260086"/>
              <a:gd name="connsiteX124" fmla="*/ 432033 w 765852"/>
              <a:gd name="connsiteY124" fmla="*/ 228635 h 260086"/>
              <a:gd name="connsiteX125" fmla="*/ 416621 w 765852"/>
              <a:gd name="connsiteY125" fmla="*/ 228635 h 260086"/>
              <a:gd name="connsiteX126" fmla="*/ 416621 w 765852"/>
              <a:gd name="connsiteY126" fmla="*/ 204622 h 260086"/>
              <a:gd name="connsiteX127" fmla="*/ 432125 w 765852"/>
              <a:gd name="connsiteY127" fmla="*/ 204622 h 260086"/>
              <a:gd name="connsiteX128" fmla="*/ 441825 w 765852"/>
              <a:gd name="connsiteY128" fmla="*/ 207860 h 260086"/>
              <a:gd name="connsiteX129" fmla="*/ 445410 w 765852"/>
              <a:gd name="connsiteY129" fmla="*/ 216592 h 260086"/>
              <a:gd name="connsiteX130" fmla="*/ 441779 w 765852"/>
              <a:gd name="connsiteY130" fmla="*/ 225361 h 260086"/>
              <a:gd name="connsiteX131" fmla="*/ 382889 w 765852"/>
              <a:gd name="connsiteY131" fmla="*/ 166805 h 260086"/>
              <a:gd name="connsiteX132" fmla="*/ 384375 w 765852"/>
              <a:gd name="connsiteY132" fmla="*/ 166805 h 260086"/>
              <a:gd name="connsiteX133" fmla="*/ 420554 w 765852"/>
              <a:gd name="connsiteY133" fmla="*/ 140114 h 260086"/>
              <a:gd name="connsiteX134" fmla="*/ 478399 w 765852"/>
              <a:gd name="connsiteY134" fmla="*/ 2128 h 260086"/>
              <a:gd name="connsiteX135" fmla="*/ 449096 w 765852"/>
              <a:gd name="connsiteY135" fmla="*/ 2128 h 260086"/>
              <a:gd name="connsiteX136" fmla="*/ 382889 w 765852"/>
              <a:gd name="connsiteY136" fmla="*/ 166814 h 260086"/>
              <a:gd name="connsiteX137" fmla="*/ 644368 w 765852"/>
              <a:gd name="connsiteY137" fmla="*/ 197523 h 260086"/>
              <a:gd name="connsiteX138" fmla="*/ 620714 w 765852"/>
              <a:gd name="connsiteY138" fmla="*/ 259554 h 260086"/>
              <a:gd name="connsiteX139" fmla="*/ 628690 w 765852"/>
              <a:gd name="connsiteY139" fmla="*/ 259554 h 260086"/>
              <a:gd name="connsiteX140" fmla="*/ 635246 w 765852"/>
              <a:gd name="connsiteY140" fmla="*/ 242806 h 260086"/>
              <a:gd name="connsiteX141" fmla="*/ 662266 w 765852"/>
              <a:gd name="connsiteY141" fmla="*/ 242806 h 260086"/>
              <a:gd name="connsiteX142" fmla="*/ 668821 w 765852"/>
              <a:gd name="connsiteY142" fmla="*/ 259554 h 260086"/>
              <a:gd name="connsiteX143" fmla="*/ 677055 w 765852"/>
              <a:gd name="connsiteY143" fmla="*/ 259554 h 260086"/>
              <a:gd name="connsiteX144" fmla="*/ 653491 w 765852"/>
              <a:gd name="connsiteY144" fmla="*/ 197523 h 260086"/>
              <a:gd name="connsiteX145" fmla="*/ 644368 w 765852"/>
              <a:gd name="connsiteY145" fmla="*/ 197523 h 260086"/>
              <a:gd name="connsiteX146" fmla="*/ 637547 w 765852"/>
              <a:gd name="connsiteY146" fmla="*/ 235808 h 260086"/>
              <a:gd name="connsiteX147" fmla="*/ 648705 w 765852"/>
              <a:gd name="connsiteY147" fmla="*/ 205943 h 260086"/>
              <a:gd name="connsiteX148" fmla="*/ 659955 w 765852"/>
              <a:gd name="connsiteY148" fmla="*/ 235808 h 260086"/>
              <a:gd name="connsiteX149" fmla="*/ 637538 w 765852"/>
              <a:gd name="connsiteY149" fmla="*/ 235808 h 260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</a:cxnLst>
            <a:rect l="l" t="t" r="r" b="b"/>
            <a:pathLst>
              <a:path w="765852" h="260086">
                <a:moveTo>
                  <a:pt x="739575" y="143884"/>
                </a:moveTo>
                <a:cubicBezTo>
                  <a:pt x="756519" y="128906"/>
                  <a:pt x="765852" y="107425"/>
                  <a:pt x="765852" y="83403"/>
                </a:cubicBezTo>
                <a:cubicBezTo>
                  <a:pt x="765852" y="59381"/>
                  <a:pt x="756519" y="37899"/>
                  <a:pt x="739575" y="22921"/>
                </a:cubicBezTo>
                <a:cubicBezTo>
                  <a:pt x="722613" y="7925"/>
                  <a:pt x="699307" y="0"/>
                  <a:pt x="672177" y="0"/>
                </a:cubicBezTo>
                <a:cubicBezTo>
                  <a:pt x="645047" y="0"/>
                  <a:pt x="621740" y="7925"/>
                  <a:pt x="604779" y="22921"/>
                </a:cubicBezTo>
                <a:cubicBezTo>
                  <a:pt x="587835" y="37899"/>
                  <a:pt x="578501" y="59381"/>
                  <a:pt x="578501" y="83403"/>
                </a:cubicBezTo>
                <a:cubicBezTo>
                  <a:pt x="578501" y="107425"/>
                  <a:pt x="587835" y="128906"/>
                  <a:pt x="604779" y="143884"/>
                </a:cubicBezTo>
                <a:cubicBezTo>
                  <a:pt x="621740" y="158881"/>
                  <a:pt x="645047" y="166805"/>
                  <a:pt x="672177" y="166805"/>
                </a:cubicBezTo>
                <a:cubicBezTo>
                  <a:pt x="699307" y="166805"/>
                  <a:pt x="722613" y="158881"/>
                  <a:pt x="739575" y="143884"/>
                </a:cubicBezTo>
                <a:close/>
                <a:moveTo>
                  <a:pt x="604595" y="83403"/>
                </a:moveTo>
                <a:cubicBezTo>
                  <a:pt x="604595" y="66489"/>
                  <a:pt x="610821" y="52135"/>
                  <a:pt x="622611" y="41871"/>
                </a:cubicBezTo>
                <a:cubicBezTo>
                  <a:pt x="634751" y="31305"/>
                  <a:pt x="651887" y="25719"/>
                  <a:pt x="672177" y="25719"/>
                </a:cubicBezTo>
                <a:cubicBezTo>
                  <a:pt x="692467" y="25719"/>
                  <a:pt x="709603" y="31305"/>
                  <a:pt x="721742" y="41871"/>
                </a:cubicBezTo>
                <a:cubicBezTo>
                  <a:pt x="733524" y="52126"/>
                  <a:pt x="739759" y="66489"/>
                  <a:pt x="739759" y="83403"/>
                </a:cubicBezTo>
                <a:cubicBezTo>
                  <a:pt x="739759" y="100316"/>
                  <a:pt x="733533" y="114671"/>
                  <a:pt x="721742" y="124934"/>
                </a:cubicBezTo>
                <a:cubicBezTo>
                  <a:pt x="709603" y="135501"/>
                  <a:pt x="692467" y="141077"/>
                  <a:pt x="672177" y="141077"/>
                </a:cubicBezTo>
                <a:cubicBezTo>
                  <a:pt x="651887" y="141077"/>
                  <a:pt x="634741" y="135491"/>
                  <a:pt x="622611" y="124934"/>
                </a:cubicBezTo>
                <a:cubicBezTo>
                  <a:pt x="610830" y="114671"/>
                  <a:pt x="604595" y="100316"/>
                  <a:pt x="604595" y="83403"/>
                </a:cubicBezTo>
                <a:close/>
                <a:moveTo>
                  <a:pt x="238310" y="207181"/>
                </a:moveTo>
                <a:cubicBezTo>
                  <a:pt x="241556" y="205118"/>
                  <a:pt x="245306" y="204081"/>
                  <a:pt x="249560" y="204081"/>
                </a:cubicBezTo>
                <a:cubicBezTo>
                  <a:pt x="254282" y="204081"/>
                  <a:pt x="258288" y="205292"/>
                  <a:pt x="261562" y="207713"/>
                </a:cubicBezTo>
                <a:cubicBezTo>
                  <a:pt x="264835" y="210135"/>
                  <a:pt x="267035" y="213501"/>
                  <a:pt x="268163" y="217812"/>
                </a:cubicBezTo>
                <a:lnTo>
                  <a:pt x="275874" y="217812"/>
                </a:lnTo>
                <a:cubicBezTo>
                  <a:pt x="274691" y="211373"/>
                  <a:pt x="271784" y="206292"/>
                  <a:pt x="267145" y="202568"/>
                </a:cubicBezTo>
                <a:cubicBezTo>
                  <a:pt x="262506" y="198844"/>
                  <a:pt x="256766" y="196982"/>
                  <a:pt x="249917" y="196982"/>
                </a:cubicBezTo>
                <a:cubicBezTo>
                  <a:pt x="244013" y="196982"/>
                  <a:pt x="238814" y="198293"/>
                  <a:pt x="234322" y="200926"/>
                </a:cubicBezTo>
                <a:cubicBezTo>
                  <a:pt x="229838" y="203558"/>
                  <a:pt x="226382" y="207264"/>
                  <a:pt x="223961" y="212052"/>
                </a:cubicBezTo>
                <a:cubicBezTo>
                  <a:pt x="221541" y="216840"/>
                  <a:pt x="220330" y="222334"/>
                  <a:pt x="220330" y="228534"/>
                </a:cubicBezTo>
                <a:cubicBezTo>
                  <a:pt x="220330" y="234734"/>
                  <a:pt x="221541" y="240302"/>
                  <a:pt x="223961" y="245062"/>
                </a:cubicBezTo>
                <a:cubicBezTo>
                  <a:pt x="226382" y="249823"/>
                  <a:pt x="229838" y="253510"/>
                  <a:pt x="234322" y="256142"/>
                </a:cubicBezTo>
                <a:cubicBezTo>
                  <a:pt x="238805" y="258775"/>
                  <a:pt x="244004" y="260086"/>
                  <a:pt x="249917" y="260086"/>
                </a:cubicBezTo>
                <a:cubicBezTo>
                  <a:pt x="256831" y="260086"/>
                  <a:pt x="262570" y="258224"/>
                  <a:pt x="267145" y="254501"/>
                </a:cubicBezTo>
                <a:cubicBezTo>
                  <a:pt x="271720" y="250777"/>
                  <a:pt x="274599" y="245695"/>
                  <a:pt x="275782" y="239256"/>
                </a:cubicBezTo>
                <a:lnTo>
                  <a:pt x="268071" y="239256"/>
                </a:lnTo>
                <a:cubicBezTo>
                  <a:pt x="266888" y="243631"/>
                  <a:pt x="264706" y="247007"/>
                  <a:pt x="261516" y="249401"/>
                </a:cubicBezTo>
                <a:cubicBezTo>
                  <a:pt x="258325" y="251795"/>
                  <a:pt x="254337" y="252987"/>
                  <a:pt x="249560" y="252987"/>
                </a:cubicBezTo>
                <a:cubicBezTo>
                  <a:pt x="245306" y="252987"/>
                  <a:pt x="241556" y="251951"/>
                  <a:pt x="238310" y="249887"/>
                </a:cubicBezTo>
                <a:cubicBezTo>
                  <a:pt x="235064" y="247823"/>
                  <a:pt x="232561" y="244925"/>
                  <a:pt x="230828" y="241201"/>
                </a:cubicBezTo>
                <a:cubicBezTo>
                  <a:pt x="229086" y="237477"/>
                  <a:pt x="228215" y="233258"/>
                  <a:pt x="228215" y="228525"/>
                </a:cubicBezTo>
                <a:cubicBezTo>
                  <a:pt x="228215" y="223792"/>
                  <a:pt x="229086" y="219499"/>
                  <a:pt x="230828" y="215812"/>
                </a:cubicBezTo>
                <a:cubicBezTo>
                  <a:pt x="232570" y="212125"/>
                  <a:pt x="235064" y="209245"/>
                  <a:pt x="238310" y="207172"/>
                </a:cubicBezTo>
                <a:close/>
                <a:moveTo>
                  <a:pt x="335580" y="197523"/>
                </a:moveTo>
                <a:lnTo>
                  <a:pt x="311925" y="259554"/>
                </a:lnTo>
                <a:lnTo>
                  <a:pt x="319892" y="259554"/>
                </a:lnTo>
                <a:lnTo>
                  <a:pt x="326448" y="242806"/>
                </a:lnTo>
                <a:lnTo>
                  <a:pt x="353467" y="242806"/>
                </a:lnTo>
                <a:lnTo>
                  <a:pt x="360023" y="259554"/>
                </a:lnTo>
                <a:lnTo>
                  <a:pt x="368256" y="259554"/>
                </a:lnTo>
                <a:lnTo>
                  <a:pt x="344693" y="197523"/>
                </a:lnTo>
                <a:lnTo>
                  <a:pt x="335570" y="197523"/>
                </a:lnTo>
                <a:close/>
                <a:moveTo>
                  <a:pt x="328758" y="235808"/>
                </a:moveTo>
                <a:lnTo>
                  <a:pt x="339916" y="205943"/>
                </a:lnTo>
                <a:lnTo>
                  <a:pt x="351166" y="235808"/>
                </a:lnTo>
                <a:lnTo>
                  <a:pt x="328749" y="235808"/>
                </a:lnTo>
                <a:close/>
                <a:moveTo>
                  <a:pt x="725437" y="197523"/>
                </a:moveTo>
                <a:lnTo>
                  <a:pt x="717736" y="197523"/>
                </a:lnTo>
                <a:lnTo>
                  <a:pt x="717736" y="259554"/>
                </a:lnTo>
                <a:lnTo>
                  <a:pt x="753704" y="259554"/>
                </a:lnTo>
                <a:lnTo>
                  <a:pt x="753704" y="252464"/>
                </a:lnTo>
                <a:lnTo>
                  <a:pt x="725446" y="252464"/>
                </a:lnTo>
                <a:lnTo>
                  <a:pt x="725446" y="197523"/>
                </a:lnTo>
                <a:close/>
                <a:moveTo>
                  <a:pt x="250953" y="2119"/>
                </a:moveTo>
                <a:lnTo>
                  <a:pt x="225566" y="2119"/>
                </a:lnTo>
                <a:lnTo>
                  <a:pt x="225566" y="164677"/>
                </a:lnTo>
                <a:lnTo>
                  <a:pt x="250953" y="164677"/>
                </a:lnTo>
                <a:lnTo>
                  <a:pt x="250953" y="2119"/>
                </a:lnTo>
                <a:close/>
                <a:moveTo>
                  <a:pt x="80592" y="62692"/>
                </a:moveTo>
                <a:lnTo>
                  <a:pt x="80592" y="164687"/>
                </a:lnTo>
                <a:cubicBezTo>
                  <a:pt x="80592" y="164687"/>
                  <a:pt x="106732" y="164687"/>
                  <a:pt x="106732" y="164687"/>
                </a:cubicBezTo>
                <a:lnTo>
                  <a:pt x="106713" y="62692"/>
                </a:lnTo>
                <a:cubicBezTo>
                  <a:pt x="106713" y="50282"/>
                  <a:pt x="102707" y="38523"/>
                  <a:pt x="95124" y="28700"/>
                </a:cubicBezTo>
                <a:lnTo>
                  <a:pt x="93648" y="26792"/>
                </a:lnTo>
                <a:lnTo>
                  <a:pt x="92172" y="28700"/>
                </a:lnTo>
                <a:cubicBezTo>
                  <a:pt x="84589" y="38523"/>
                  <a:pt x="80583" y="50273"/>
                  <a:pt x="80583" y="62692"/>
                </a:cubicBezTo>
                <a:close/>
                <a:moveTo>
                  <a:pt x="47273" y="2119"/>
                </a:moveTo>
                <a:lnTo>
                  <a:pt x="0" y="2119"/>
                </a:lnTo>
                <a:lnTo>
                  <a:pt x="0" y="26792"/>
                </a:lnTo>
                <a:lnTo>
                  <a:pt x="93648" y="26792"/>
                </a:lnTo>
                <a:lnTo>
                  <a:pt x="91328" y="23793"/>
                </a:lnTo>
                <a:cubicBezTo>
                  <a:pt x="80693" y="10025"/>
                  <a:pt x="64629" y="2119"/>
                  <a:pt x="47273" y="2119"/>
                </a:cubicBezTo>
                <a:close/>
                <a:moveTo>
                  <a:pt x="95968" y="23793"/>
                </a:moveTo>
                <a:lnTo>
                  <a:pt x="93648" y="26792"/>
                </a:lnTo>
                <a:lnTo>
                  <a:pt x="187296" y="26792"/>
                </a:lnTo>
                <a:lnTo>
                  <a:pt x="187296" y="2119"/>
                </a:lnTo>
                <a:lnTo>
                  <a:pt x="140023" y="2119"/>
                </a:lnTo>
                <a:cubicBezTo>
                  <a:pt x="122657" y="2119"/>
                  <a:pt x="106603" y="10016"/>
                  <a:pt x="95958" y="23793"/>
                </a:cubicBezTo>
                <a:close/>
                <a:moveTo>
                  <a:pt x="514844" y="164677"/>
                </a:moveTo>
                <a:lnTo>
                  <a:pt x="540232" y="164677"/>
                </a:lnTo>
                <a:lnTo>
                  <a:pt x="540232" y="2119"/>
                </a:lnTo>
                <a:lnTo>
                  <a:pt x="514844" y="2119"/>
                </a:lnTo>
                <a:lnTo>
                  <a:pt x="514844" y="164677"/>
                </a:lnTo>
                <a:close/>
                <a:moveTo>
                  <a:pt x="495205" y="259554"/>
                </a:moveTo>
                <a:lnTo>
                  <a:pt x="502915" y="259554"/>
                </a:lnTo>
                <a:lnTo>
                  <a:pt x="502915" y="197523"/>
                </a:lnTo>
                <a:lnTo>
                  <a:pt x="495205" y="197523"/>
                </a:lnTo>
                <a:lnTo>
                  <a:pt x="495205" y="259554"/>
                </a:lnTo>
                <a:close/>
                <a:moveTo>
                  <a:pt x="544816" y="204613"/>
                </a:moveTo>
                <a:lnTo>
                  <a:pt x="564923" y="204613"/>
                </a:lnTo>
                <a:lnTo>
                  <a:pt x="564923" y="259554"/>
                </a:lnTo>
                <a:lnTo>
                  <a:pt x="572633" y="259554"/>
                </a:lnTo>
                <a:lnTo>
                  <a:pt x="572633" y="204613"/>
                </a:lnTo>
                <a:lnTo>
                  <a:pt x="592740" y="204613"/>
                </a:lnTo>
                <a:lnTo>
                  <a:pt x="592740" y="197523"/>
                </a:lnTo>
                <a:lnTo>
                  <a:pt x="544816" y="197523"/>
                </a:lnTo>
                <a:lnTo>
                  <a:pt x="544816" y="204613"/>
                </a:lnTo>
                <a:close/>
                <a:moveTo>
                  <a:pt x="287389" y="2119"/>
                </a:moveTo>
                <a:cubicBezTo>
                  <a:pt x="287389" y="2119"/>
                  <a:pt x="335680" y="117220"/>
                  <a:pt x="345234" y="140105"/>
                </a:cubicBezTo>
                <a:cubicBezTo>
                  <a:pt x="356374" y="166796"/>
                  <a:pt x="374464" y="166796"/>
                  <a:pt x="381413" y="166796"/>
                </a:cubicBezTo>
                <a:lnTo>
                  <a:pt x="382899" y="166796"/>
                </a:lnTo>
                <a:lnTo>
                  <a:pt x="316692" y="2119"/>
                </a:lnTo>
                <a:lnTo>
                  <a:pt x="287389" y="2119"/>
                </a:lnTo>
                <a:close/>
                <a:moveTo>
                  <a:pt x="443549" y="199871"/>
                </a:moveTo>
                <a:cubicBezTo>
                  <a:pt x="440413" y="198303"/>
                  <a:pt x="436819" y="197523"/>
                  <a:pt x="432739" y="197523"/>
                </a:cubicBezTo>
                <a:lnTo>
                  <a:pt x="408910" y="197523"/>
                </a:lnTo>
                <a:lnTo>
                  <a:pt x="408910" y="259554"/>
                </a:lnTo>
                <a:lnTo>
                  <a:pt x="416621" y="259554"/>
                </a:lnTo>
                <a:lnTo>
                  <a:pt x="416621" y="235716"/>
                </a:lnTo>
                <a:lnTo>
                  <a:pt x="432748" y="235716"/>
                </a:lnTo>
                <a:cubicBezTo>
                  <a:pt x="436819" y="235716"/>
                  <a:pt x="440413" y="234936"/>
                  <a:pt x="443512" y="233368"/>
                </a:cubicBezTo>
                <a:cubicBezTo>
                  <a:pt x="446611" y="231799"/>
                  <a:pt x="449013" y="229571"/>
                  <a:pt x="450728" y="226681"/>
                </a:cubicBezTo>
                <a:cubicBezTo>
                  <a:pt x="452442" y="223783"/>
                  <a:pt x="453295" y="220417"/>
                  <a:pt x="453295" y="216583"/>
                </a:cubicBezTo>
                <a:cubicBezTo>
                  <a:pt x="453295" y="212749"/>
                  <a:pt x="452452" y="209392"/>
                  <a:pt x="450774" y="206521"/>
                </a:cubicBezTo>
                <a:cubicBezTo>
                  <a:pt x="449087" y="203659"/>
                  <a:pt x="446685" y="201439"/>
                  <a:pt x="443558" y="199871"/>
                </a:cubicBezTo>
                <a:close/>
                <a:moveTo>
                  <a:pt x="441779" y="225351"/>
                </a:moveTo>
                <a:cubicBezTo>
                  <a:pt x="439359" y="227534"/>
                  <a:pt x="436113" y="228635"/>
                  <a:pt x="432033" y="228635"/>
                </a:cubicBezTo>
                <a:lnTo>
                  <a:pt x="416621" y="228635"/>
                </a:lnTo>
                <a:lnTo>
                  <a:pt x="416621" y="204622"/>
                </a:lnTo>
                <a:lnTo>
                  <a:pt x="432125" y="204622"/>
                </a:lnTo>
                <a:cubicBezTo>
                  <a:pt x="436196" y="204622"/>
                  <a:pt x="439432" y="205705"/>
                  <a:pt x="441825" y="207860"/>
                </a:cubicBezTo>
                <a:cubicBezTo>
                  <a:pt x="444218" y="210015"/>
                  <a:pt x="445410" y="212923"/>
                  <a:pt x="445410" y="216592"/>
                </a:cubicBezTo>
                <a:cubicBezTo>
                  <a:pt x="445410" y="220261"/>
                  <a:pt x="444200" y="223178"/>
                  <a:pt x="441779" y="225361"/>
                </a:cubicBezTo>
                <a:close/>
                <a:moveTo>
                  <a:pt x="382889" y="166805"/>
                </a:moveTo>
                <a:lnTo>
                  <a:pt x="384375" y="166805"/>
                </a:lnTo>
                <a:cubicBezTo>
                  <a:pt x="391334" y="166805"/>
                  <a:pt x="409423" y="166805"/>
                  <a:pt x="420554" y="140114"/>
                </a:cubicBezTo>
                <a:cubicBezTo>
                  <a:pt x="430099" y="117230"/>
                  <a:pt x="478399" y="2128"/>
                  <a:pt x="478399" y="2128"/>
                </a:cubicBezTo>
                <a:lnTo>
                  <a:pt x="449096" y="2128"/>
                </a:lnTo>
                <a:lnTo>
                  <a:pt x="382889" y="166814"/>
                </a:lnTo>
                <a:close/>
                <a:moveTo>
                  <a:pt x="644368" y="197523"/>
                </a:moveTo>
                <a:lnTo>
                  <a:pt x="620714" y="259554"/>
                </a:lnTo>
                <a:lnTo>
                  <a:pt x="628690" y="259554"/>
                </a:lnTo>
                <a:lnTo>
                  <a:pt x="635246" y="242806"/>
                </a:lnTo>
                <a:lnTo>
                  <a:pt x="662266" y="242806"/>
                </a:lnTo>
                <a:lnTo>
                  <a:pt x="668821" y="259554"/>
                </a:lnTo>
                <a:lnTo>
                  <a:pt x="677055" y="259554"/>
                </a:lnTo>
                <a:lnTo>
                  <a:pt x="653491" y="197523"/>
                </a:lnTo>
                <a:lnTo>
                  <a:pt x="644368" y="197523"/>
                </a:lnTo>
                <a:close/>
                <a:moveTo>
                  <a:pt x="637547" y="235808"/>
                </a:moveTo>
                <a:lnTo>
                  <a:pt x="648705" y="205943"/>
                </a:lnTo>
                <a:lnTo>
                  <a:pt x="659955" y="235808"/>
                </a:lnTo>
                <a:lnTo>
                  <a:pt x="637538" y="235808"/>
                </a:lnTo>
                <a:close/>
              </a:path>
            </a:pathLst>
          </a:custGeom>
          <a:solidFill>
            <a:schemeClr val="bg1"/>
          </a:solidFill>
          <a:ln w="1061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3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Arial"/>
              <a:sym typeface="Arial"/>
            </a:endParaRPr>
          </a:p>
        </p:txBody>
      </p:sp>
      <p:sp>
        <p:nvSpPr>
          <p:cNvPr id="6" name="object 8">
            <a:extLst>
              <a:ext uri="{FF2B5EF4-FFF2-40B4-BE49-F238E27FC236}">
                <a16:creationId xmlns:a16="http://schemas.microsoft.com/office/drawing/2014/main" id="{89F223FC-4573-6F7A-FA16-1C80E0DADE19}"/>
              </a:ext>
            </a:extLst>
          </p:cNvPr>
          <p:cNvSpPr/>
          <p:nvPr/>
        </p:nvSpPr>
        <p:spPr>
          <a:xfrm>
            <a:off x="334963" y="3755621"/>
            <a:ext cx="3324244" cy="2575260"/>
          </a:xfrm>
          <a:custGeom>
            <a:avLst/>
            <a:gdLst/>
            <a:ahLst/>
            <a:cxnLst/>
            <a:rect l="l" t="t" r="r" b="b"/>
            <a:pathLst>
              <a:path w="4469130" h="8562340">
                <a:moveTo>
                  <a:pt x="4469057" y="8562137"/>
                </a:moveTo>
                <a:lnTo>
                  <a:pt x="0" y="8562137"/>
                </a:lnTo>
                <a:lnTo>
                  <a:pt x="0" y="0"/>
                </a:lnTo>
                <a:lnTo>
                  <a:pt x="4469057" y="0"/>
                </a:lnTo>
                <a:lnTo>
                  <a:pt x="4469057" y="8562137"/>
                </a:lnTo>
                <a:close/>
              </a:path>
            </a:pathLst>
          </a:custGeom>
          <a:noFill/>
          <a:ln w="10470">
            <a:solidFill>
              <a:schemeClr val="tx1">
                <a:lumMod val="75000"/>
                <a:lumOff val="25000"/>
              </a:schemeClr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849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7" name="object 41">
            <a:extLst>
              <a:ext uri="{FF2B5EF4-FFF2-40B4-BE49-F238E27FC236}">
                <a16:creationId xmlns:a16="http://schemas.microsoft.com/office/drawing/2014/main" id="{C07E5C93-0B45-79FB-3C34-8D7C66562D8A}"/>
              </a:ext>
            </a:extLst>
          </p:cNvPr>
          <p:cNvSpPr txBox="1"/>
          <p:nvPr/>
        </p:nvSpPr>
        <p:spPr>
          <a:xfrm>
            <a:off x="1365731" y="4688666"/>
            <a:ext cx="1296000" cy="13410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7701" marR="0" lvl="0" indent="0" algn="l" defTabSz="914400" rtl="0" eaLnBrk="1" fontAlgn="auto" latinLnBrk="0" hangingPunct="1">
              <a:lnSpc>
                <a:spcPct val="100000"/>
              </a:lnSpc>
              <a:spcBef>
                <a:spcPts val="76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pt-BR" sz="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" panose="020B0503020204030204" pitchFamily="34" charset="0"/>
                <a:cs typeface="Arial"/>
                <a:sym typeface="Arial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jose.avila@tivio.com</a:t>
            </a:r>
            <a:br>
              <a:rPr kumimoji="0" lang="pt-BR" sz="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" panose="020B0503020204030204" pitchFamily="34" charset="0"/>
                <a:cs typeface="Arial"/>
                <a:sym typeface="Arial"/>
              </a:rPr>
            </a:br>
            <a:endParaRPr kumimoji="0" lang="pt-BR" sz="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sos" panose="020B0503020204030204" pitchFamily="34" charset="0"/>
              <a:cs typeface="Arial"/>
              <a:sym typeface="Arial"/>
            </a:endParaRPr>
          </a:p>
          <a:p>
            <a:pPr marL="7701" marR="0" lvl="0" indent="0" algn="l" defTabSz="914400" rtl="0" eaLnBrk="1" fontAlgn="auto" latinLnBrk="0" hangingPunct="1">
              <a:lnSpc>
                <a:spcPct val="100000"/>
              </a:lnSpc>
              <a:spcBef>
                <a:spcPts val="76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pt-BR" sz="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sos" panose="020B0503020204030204" pitchFamily="34" charset="0"/>
              <a:cs typeface="Arial"/>
              <a:sym typeface="Arial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E297D1ED-028B-EE3C-1A00-CC5F789051CE}"/>
              </a:ext>
            </a:extLst>
          </p:cNvPr>
          <p:cNvGrpSpPr/>
          <p:nvPr/>
        </p:nvGrpSpPr>
        <p:grpSpPr>
          <a:xfrm>
            <a:off x="1365731" y="3818022"/>
            <a:ext cx="1332000" cy="780854"/>
            <a:chOff x="1010106" y="1175547"/>
            <a:chExt cx="1332000" cy="780854"/>
          </a:xfrm>
        </p:grpSpPr>
        <p:sp>
          <p:nvSpPr>
            <p:cNvPr id="9" name="Rectangle: Single Corner Rounded 8">
              <a:extLst>
                <a:ext uri="{FF2B5EF4-FFF2-40B4-BE49-F238E27FC236}">
                  <a16:creationId xmlns:a16="http://schemas.microsoft.com/office/drawing/2014/main" id="{D1E8ECC1-941D-8C3D-CC32-03D19560AD4D}"/>
                </a:ext>
              </a:extLst>
            </p:cNvPr>
            <p:cNvSpPr/>
            <p:nvPr/>
          </p:nvSpPr>
          <p:spPr>
            <a:xfrm>
              <a:off x="1010106" y="1669888"/>
              <a:ext cx="1332000" cy="286513"/>
            </a:xfrm>
            <a:prstGeom prst="round1Rect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0" rIns="0" bIns="0" rtlCol="0" anchor="ctr"/>
            <a:lstStyle/>
            <a:p>
              <a:pPr marR="174625">
                <a:defRPr/>
              </a:pPr>
              <a:r>
                <a:rPr lang="pt-BR" sz="700">
                  <a:latin typeface="Versos"/>
                  <a:cs typeface="Arial"/>
                </a:rPr>
                <a:t>HEAD DE ANÁLISE DE</a:t>
              </a:r>
              <a:br>
                <a:rPr lang="pt-BR" sz="700" b="0" i="0" u="none" strike="noStrike" kern="0" cap="none" spc="0" normalizeH="0" baseline="0" noProof="0">
                  <a:ln>
                    <a:noFill/>
                  </a:ln>
                  <a:effectLst/>
                  <a:uLnTx/>
                  <a:uFillTx/>
                  <a:latin typeface="Versos" panose="020B0503020204030204" pitchFamily="34" charset="0"/>
                  <a:cs typeface="Arial"/>
                </a:rPr>
              </a:br>
              <a:r>
                <a:rPr kumimoji="0" lang="pt-BR" sz="700" b="1" i="0" u="none" strike="noStrike" kern="0" cap="none" spc="0" normalizeH="0" baseline="0" noProof="0">
                  <a:ln>
                    <a:noFill/>
                  </a:ln>
                  <a:solidFill>
                    <a:srgbClr val="F6F6F6"/>
                  </a:solidFill>
                  <a:effectLst/>
                  <a:uLnTx/>
                  <a:uFillTx/>
                  <a:latin typeface="Versos"/>
                  <a:cs typeface="Arial"/>
                  <a:sym typeface="Arial"/>
                </a:rPr>
                <a:t>CRÉDITO HIGH GRADE</a:t>
              </a:r>
              <a:endParaRPr lang="pt-BR">
                <a:latin typeface="Versos"/>
              </a:endParaRPr>
            </a:p>
          </p:txBody>
        </p:sp>
        <p:sp>
          <p:nvSpPr>
            <p:cNvPr id="10" name="object 40">
              <a:extLst>
                <a:ext uri="{FF2B5EF4-FFF2-40B4-BE49-F238E27FC236}">
                  <a16:creationId xmlns:a16="http://schemas.microsoft.com/office/drawing/2014/main" id="{36596E8E-6E16-54F2-A8E7-F86021F76233}"/>
                </a:ext>
              </a:extLst>
            </p:cNvPr>
            <p:cNvSpPr txBox="1"/>
            <p:nvPr/>
          </p:nvSpPr>
          <p:spPr>
            <a:xfrm>
              <a:off x="1010108" y="1175547"/>
              <a:ext cx="1250942" cy="394545"/>
            </a:xfrm>
            <a:prstGeom prst="rect">
              <a:avLst/>
            </a:prstGeom>
          </p:spPr>
          <p:txBody>
            <a:bodyPr vert="horz" wrap="square" lIns="0" tIns="7316" rIns="0" bIns="0" rtlCol="0">
              <a:spAutoFit/>
            </a:bodyPr>
            <a:lstStyle/>
            <a:p>
              <a:pPr marL="7701" marR="3081" lvl="0" indent="0" algn="l" defTabSz="914400" rtl="0" eaLnBrk="1" fontAlgn="auto" latinLnBrk="0" hangingPunct="1">
                <a:lnSpc>
                  <a:spcPct val="101200"/>
                </a:lnSpc>
                <a:spcBef>
                  <a:spcPts val="58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273" b="1" i="0" u="none" strike="noStrike" kern="0" cap="none" spc="0" normalizeH="0" baseline="0" noProof="0">
                  <a:ln>
                    <a:noFill/>
                  </a:ln>
                  <a:solidFill>
                    <a:srgbClr val="E6EDF1">
                      <a:lumMod val="90000"/>
                    </a:srgbClr>
                  </a:solidFill>
                  <a:effectLst/>
                  <a:uLnTx/>
                  <a:uFillTx/>
                  <a:latin typeface="Versos" panose="020B0503020204030204" pitchFamily="34" charset="0"/>
                  <a:cs typeface="Arial"/>
                  <a:sym typeface="Arial"/>
                </a:rPr>
                <a:t>José </a:t>
              </a:r>
              <a:br>
                <a:rPr kumimoji="0" lang="pt-BR" sz="1273" b="1" i="0" u="none" strike="noStrike" kern="0" cap="none" spc="0" normalizeH="0" baseline="0" noProof="0">
                  <a:ln>
                    <a:noFill/>
                  </a:ln>
                  <a:solidFill>
                    <a:srgbClr val="E6EDF1">
                      <a:lumMod val="90000"/>
                    </a:srgbClr>
                  </a:solidFill>
                  <a:effectLst/>
                  <a:uLnTx/>
                  <a:uFillTx/>
                  <a:latin typeface="Versos" panose="020B0503020204030204" pitchFamily="34" charset="0"/>
                  <a:cs typeface="Arial"/>
                  <a:sym typeface="Arial"/>
                </a:rPr>
              </a:br>
              <a:r>
                <a:rPr kumimoji="0" lang="pt-BR" sz="1273" b="1" i="0" u="none" strike="noStrike" kern="0" cap="none" spc="0" normalizeH="0" baseline="0" noProof="0">
                  <a:ln>
                    <a:noFill/>
                  </a:ln>
                  <a:solidFill>
                    <a:srgbClr val="E6EDF1">
                      <a:lumMod val="90000"/>
                    </a:srgbClr>
                  </a:solidFill>
                  <a:effectLst/>
                  <a:uLnTx/>
                  <a:uFillTx/>
                  <a:latin typeface="Versos" panose="020B0503020204030204" pitchFamily="34" charset="0"/>
                  <a:cs typeface="Arial"/>
                  <a:sym typeface="Arial"/>
                </a:rPr>
                <a:t>Ávila</a:t>
              </a:r>
            </a:p>
          </p:txBody>
        </p:sp>
      </p:grpSp>
      <p:sp>
        <p:nvSpPr>
          <p:cNvPr id="11" name="bg object 18">
            <a:extLst>
              <a:ext uri="{FF2B5EF4-FFF2-40B4-BE49-F238E27FC236}">
                <a16:creationId xmlns:a16="http://schemas.microsoft.com/office/drawing/2014/main" id="{6AA25BB7-BA5C-A2D2-4942-08481537E451}"/>
              </a:ext>
            </a:extLst>
          </p:cNvPr>
          <p:cNvSpPr/>
          <p:nvPr/>
        </p:nvSpPr>
        <p:spPr>
          <a:xfrm>
            <a:off x="334963" y="5958050"/>
            <a:ext cx="3324244" cy="372831"/>
          </a:xfrm>
          <a:custGeom>
            <a:avLst/>
            <a:gdLst/>
            <a:ahLst/>
            <a:cxnLst/>
            <a:rect l="l" t="t" r="r" b="b"/>
            <a:pathLst>
              <a:path w="3518535" h="967104">
                <a:moveTo>
                  <a:pt x="3518039" y="0"/>
                </a:moveTo>
                <a:lnTo>
                  <a:pt x="0" y="0"/>
                </a:lnTo>
                <a:lnTo>
                  <a:pt x="0" y="966892"/>
                </a:lnTo>
                <a:lnTo>
                  <a:pt x="3518039" y="966892"/>
                </a:lnTo>
                <a:lnTo>
                  <a:pt x="3518039" y="0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</p:spPr>
        <p:txBody>
          <a:bodyPr wrap="square" lIns="0" tIns="0" rIns="0" bIns="0" rtlCol="0"/>
          <a:lstStyle/>
          <a:p>
            <a:pPr marL="0" marR="0" lvl="0" indent="0" algn="l" defTabSz="5544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092" b="1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2" name="object 15">
            <a:extLst>
              <a:ext uri="{FF2B5EF4-FFF2-40B4-BE49-F238E27FC236}">
                <a16:creationId xmlns:a16="http://schemas.microsoft.com/office/drawing/2014/main" id="{2059622D-2D12-4AFC-28F1-E35301DC3989}"/>
              </a:ext>
            </a:extLst>
          </p:cNvPr>
          <p:cNvSpPr txBox="1"/>
          <p:nvPr/>
        </p:nvSpPr>
        <p:spPr>
          <a:xfrm>
            <a:off x="430766" y="4913385"/>
            <a:ext cx="3125339" cy="1051743"/>
          </a:xfrm>
          <a:prstGeom prst="rect">
            <a:avLst/>
          </a:prstGeom>
        </p:spPr>
        <p:txBody>
          <a:bodyPr vert="horz" wrap="square" lIns="0" tIns="0" rIns="0" bIns="0" numCol="1" rtlCol="0" anchor="t" anchorCtr="0">
            <a:noAutofit/>
          </a:bodyPr>
          <a:lstStyle/>
          <a:p>
            <a:pPr marL="0" marR="3081" lvl="0" indent="0" algn="l" defTabSz="9144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pt-BR" sz="75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 panose="020B0403020204030204" pitchFamily="34" charset="0"/>
                <a:cs typeface="Helvetica"/>
                <a:sym typeface="Arial"/>
              </a:rPr>
              <a:t>Possui mais de 10 anos de experiência com </a:t>
            </a:r>
            <a:br>
              <a:rPr kumimoji="0" lang="pt-BR" sz="75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 panose="020B0403020204030204" pitchFamily="34" charset="0"/>
                <a:cs typeface="Helvetica"/>
                <a:sym typeface="Arial"/>
              </a:rPr>
            </a:br>
            <a:r>
              <a:rPr kumimoji="0" lang="pt-BR" sz="75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 panose="020B0403020204030204" pitchFamily="34" charset="0"/>
                <a:cs typeface="Helvetica"/>
                <a:sym typeface="Arial"/>
              </a:rPr>
              <a:t>análise de crédito e </a:t>
            </a:r>
            <a:r>
              <a:rPr kumimoji="0" lang="pt-BR" sz="750" b="0" i="0" u="none" strike="noStrike" kern="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 panose="020B0403020204030204" pitchFamily="34" charset="0"/>
                <a:cs typeface="Helvetica"/>
                <a:sym typeface="Arial"/>
              </a:rPr>
              <a:t>equity</a:t>
            </a:r>
            <a:r>
              <a:rPr kumimoji="0" lang="pt-BR" sz="75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 panose="020B0403020204030204" pitchFamily="34" charset="0"/>
                <a:cs typeface="Helvetica"/>
                <a:sym typeface="Arial"/>
              </a:rPr>
              <a:t>, cobrindo diversos setores.</a:t>
            </a:r>
          </a:p>
          <a:p>
            <a:pPr marL="0" marR="3081" lvl="0" indent="0" algn="l" defTabSz="9144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pt-BR" sz="75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 panose="020B0403020204030204" pitchFamily="34" charset="0"/>
                <a:cs typeface="Helvetica"/>
                <a:sym typeface="Arial"/>
              </a:rPr>
              <a:t>Iniciou sua carreira na Moody’s Investor Service, com passagens </a:t>
            </a:r>
            <a:br>
              <a:rPr kumimoji="0" lang="pt-BR" sz="75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 panose="020B0403020204030204" pitchFamily="34" charset="0"/>
                <a:cs typeface="Helvetica"/>
                <a:sym typeface="Arial"/>
              </a:rPr>
            </a:br>
            <a:r>
              <a:rPr kumimoji="0" lang="pt-BR" sz="75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 panose="020B0403020204030204" pitchFamily="34" charset="0"/>
                <a:cs typeface="Helvetica"/>
                <a:sym typeface="Arial"/>
              </a:rPr>
              <a:t>pelo Banco BV e Deutsche Bank, onde foi o responsável pela área </a:t>
            </a:r>
            <a:br>
              <a:rPr kumimoji="0" lang="pt-BR" sz="75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 panose="020B0403020204030204" pitchFamily="34" charset="0"/>
                <a:cs typeface="Helvetica"/>
                <a:sym typeface="Arial"/>
              </a:rPr>
            </a:br>
            <a:r>
              <a:rPr kumimoji="0" lang="pt-BR" sz="75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 panose="020B0403020204030204" pitchFamily="34" charset="0"/>
                <a:cs typeface="Helvetica"/>
                <a:sym typeface="Arial"/>
              </a:rPr>
              <a:t>de crédito do banco no Brasil. Juntou-se ao time de crédito da </a:t>
            </a:r>
            <a:br>
              <a:rPr kumimoji="0" lang="pt-BR" sz="75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 panose="020B0403020204030204" pitchFamily="34" charset="0"/>
                <a:cs typeface="Helvetica"/>
                <a:sym typeface="Arial"/>
              </a:rPr>
            </a:br>
            <a:r>
              <a:rPr kumimoji="0" lang="pt-BR" sz="75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 panose="020B0403020204030204" pitchFamily="34" charset="0"/>
                <a:cs typeface="Helvetica"/>
                <a:sym typeface="Arial"/>
              </a:rPr>
              <a:t>Tivio Capital em 2025.</a:t>
            </a:r>
          </a:p>
          <a:p>
            <a:pPr marL="0" marR="3081" lvl="0" indent="0" algn="l" defTabSz="9144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pt-BR" sz="75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 panose="020B0403020204030204" pitchFamily="34" charset="0"/>
                <a:cs typeface="Helvetica"/>
                <a:sym typeface="Arial"/>
              </a:rPr>
              <a:t>É formado em administração de empresas </a:t>
            </a:r>
            <a:br>
              <a:rPr kumimoji="0" lang="pt-BR" sz="75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 panose="020B0403020204030204" pitchFamily="34" charset="0"/>
                <a:cs typeface="Helvetica"/>
                <a:sym typeface="Arial"/>
              </a:rPr>
            </a:br>
            <a:r>
              <a:rPr kumimoji="0" lang="pt-BR" sz="75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 panose="020B0403020204030204" pitchFamily="34" charset="0"/>
                <a:cs typeface="Helvetica"/>
                <a:sym typeface="Arial"/>
              </a:rPr>
              <a:t>pelo Insper com MBA por INSEAD.</a:t>
            </a:r>
          </a:p>
        </p:txBody>
      </p:sp>
      <p:sp>
        <p:nvSpPr>
          <p:cNvPr id="13" name="object 8">
            <a:extLst>
              <a:ext uri="{FF2B5EF4-FFF2-40B4-BE49-F238E27FC236}">
                <a16:creationId xmlns:a16="http://schemas.microsoft.com/office/drawing/2014/main" id="{856886B3-BDBE-96F0-F1A7-E03B0F47A88A}"/>
              </a:ext>
            </a:extLst>
          </p:cNvPr>
          <p:cNvSpPr/>
          <p:nvPr/>
        </p:nvSpPr>
        <p:spPr>
          <a:xfrm>
            <a:off x="7332343" y="2825880"/>
            <a:ext cx="4529325" cy="1714593"/>
          </a:xfrm>
          <a:custGeom>
            <a:avLst/>
            <a:gdLst/>
            <a:ahLst/>
            <a:cxnLst/>
            <a:rect l="l" t="t" r="r" b="b"/>
            <a:pathLst>
              <a:path w="4469130" h="8562340">
                <a:moveTo>
                  <a:pt x="4469057" y="8562137"/>
                </a:moveTo>
                <a:lnTo>
                  <a:pt x="0" y="8562137"/>
                </a:lnTo>
                <a:lnTo>
                  <a:pt x="0" y="0"/>
                </a:lnTo>
                <a:lnTo>
                  <a:pt x="4469057" y="0"/>
                </a:lnTo>
                <a:lnTo>
                  <a:pt x="4469057" y="8562137"/>
                </a:lnTo>
                <a:close/>
              </a:path>
            </a:pathLst>
          </a:custGeom>
          <a:noFill/>
          <a:ln w="10470">
            <a:solidFill>
              <a:schemeClr val="tx1">
                <a:lumMod val="75000"/>
                <a:lumOff val="25000"/>
              </a:schemeClr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849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4" name="object 41">
            <a:extLst>
              <a:ext uri="{FF2B5EF4-FFF2-40B4-BE49-F238E27FC236}">
                <a16:creationId xmlns:a16="http://schemas.microsoft.com/office/drawing/2014/main" id="{265D5F1D-955C-C5E7-C2D6-3C0C365DEB80}"/>
              </a:ext>
            </a:extLst>
          </p:cNvPr>
          <p:cNvSpPr txBox="1"/>
          <p:nvPr/>
        </p:nvSpPr>
        <p:spPr>
          <a:xfrm>
            <a:off x="8369588" y="3745310"/>
            <a:ext cx="2196000" cy="13410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7701" marR="0" lvl="0" indent="0" algn="l" defTabSz="914400" rtl="0" eaLnBrk="1" fontAlgn="auto" latinLnBrk="0" hangingPunct="1">
              <a:lnSpc>
                <a:spcPct val="100000"/>
              </a:lnSpc>
              <a:spcBef>
                <a:spcPts val="76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pt-BR" sz="75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" panose="020B0503020204030204" pitchFamily="34" charset="0"/>
                <a:cs typeface="Arial"/>
                <a:sym typeface="Arial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gabriel.real@tivio.com</a:t>
            </a:r>
            <a:endParaRPr kumimoji="0" lang="pt-BR" sz="75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sos" panose="020B0503020204030204" pitchFamily="34" charset="0"/>
              <a:cs typeface="Arial"/>
              <a:sym typeface="Arial"/>
            </a:endParaRPr>
          </a:p>
          <a:p>
            <a:pPr marL="7701" marR="0" lvl="0" indent="0" algn="l" defTabSz="914400" rtl="0" eaLnBrk="1" fontAlgn="auto" latinLnBrk="0" hangingPunct="1">
              <a:lnSpc>
                <a:spcPct val="100000"/>
              </a:lnSpc>
              <a:spcBef>
                <a:spcPts val="76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pt-BR" sz="75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sos" panose="020B0503020204030204" pitchFamily="34" charset="0"/>
              <a:cs typeface="Arial"/>
              <a:sym typeface="Arial"/>
            </a:endParaRPr>
          </a:p>
        </p:txBody>
      </p:sp>
      <p:sp>
        <p:nvSpPr>
          <p:cNvPr id="15" name="Rectangle: Single Corner Rounded 14">
            <a:extLst>
              <a:ext uri="{FF2B5EF4-FFF2-40B4-BE49-F238E27FC236}">
                <a16:creationId xmlns:a16="http://schemas.microsoft.com/office/drawing/2014/main" id="{0B2C7FA3-A705-D4C6-6400-96CE8F0E83F7}"/>
              </a:ext>
            </a:extLst>
          </p:cNvPr>
          <p:cNvSpPr/>
          <p:nvPr/>
        </p:nvSpPr>
        <p:spPr>
          <a:xfrm>
            <a:off x="8369588" y="3361808"/>
            <a:ext cx="1252800" cy="288000"/>
          </a:xfrm>
          <a:prstGeom prst="round1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" tIns="0" rIns="0" bIns="0" rtlCol="0" anchor="ctr"/>
          <a:lstStyle/>
          <a:p>
            <a:pPr marL="0" marR="175204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pt-BR" sz="700" b="0" i="0" u="none" strike="noStrike" kern="0" cap="none" spc="0" normalizeH="0" baseline="0" noProof="0">
                <a:ln>
                  <a:noFill/>
                </a:ln>
                <a:solidFill>
                  <a:srgbClr val="F6F6F6"/>
                </a:solidFill>
                <a:effectLst/>
                <a:uLnTx/>
                <a:uFillTx/>
                <a:latin typeface="Versos" panose="020B0503020204030204" pitchFamily="34" charset="0"/>
                <a:ea typeface="+mn-ea"/>
                <a:cs typeface="Arial"/>
                <a:sym typeface="Arial"/>
              </a:rPr>
              <a:t>ANALISTA</a:t>
            </a:r>
            <a:br>
              <a:rPr kumimoji="0" lang="pt-BR" sz="700" b="0" i="0" u="none" strike="noStrike" kern="0" cap="none" spc="0" normalizeH="0" baseline="0" noProof="0">
                <a:ln>
                  <a:noFill/>
                </a:ln>
                <a:solidFill>
                  <a:srgbClr val="F6F6F6"/>
                </a:solidFill>
                <a:effectLst/>
                <a:uLnTx/>
                <a:uFillTx/>
                <a:latin typeface="Versos" panose="020B0503020204030204" pitchFamily="34" charset="0"/>
                <a:ea typeface="+mn-ea"/>
                <a:cs typeface="Arial"/>
                <a:sym typeface="Arial"/>
              </a:rPr>
            </a:br>
            <a:r>
              <a:rPr kumimoji="0" lang="pt-BR" sz="700" b="1" i="0" u="none" strike="noStrike" kern="0" cap="none" spc="0" normalizeH="0" baseline="0" noProof="0">
                <a:ln>
                  <a:noFill/>
                </a:ln>
                <a:solidFill>
                  <a:srgbClr val="F6F6F6"/>
                </a:solidFill>
                <a:effectLst/>
                <a:uLnTx/>
                <a:uFillTx/>
                <a:latin typeface="Versos" panose="020B0503020204030204" pitchFamily="34" charset="0"/>
                <a:ea typeface="+mn-ea"/>
                <a:cs typeface="Arial"/>
                <a:sym typeface="Arial"/>
              </a:rPr>
              <a:t>CRÉDITO HIGH GRADE</a:t>
            </a:r>
          </a:p>
        </p:txBody>
      </p:sp>
      <p:sp>
        <p:nvSpPr>
          <p:cNvPr id="16" name="object 40">
            <a:extLst>
              <a:ext uri="{FF2B5EF4-FFF2-40B4-BE49-F238E27FC236}">
                <a16:creationId xmlns:a16="http://schemas.microsoft.com/office/drawing/2014/main" id="{F8B20847-7DCE-360E-8571-1BACA629B2E2}"/>
              </a:ext>
            </a:extLst>
          </p:cNvPr>
          <p:cNvSpPr txBox="1"/>
          <p:nvPr/>
        </p:nvSpPr>
        <p:spPr>
          <a:xfrm>
            <a:off x="8369590" y="2871761"/>
            <a:ext cx="1250942" cy="394545"/>
          </a:xfrm>
          <a:prstGeom prst="rect">
            <a:avLst/>
          </a:prstGeom>
        </p:spPr>
        <p:txBody>
          <a:bodyPr vert="horz" wrap="square" lIns="0" tIns="7316" rIns="0" bIns="0" rtlCol="0">
            <a:spAutoFit/>
          </a:bodyPr>
          <a:lstStyle/>
          <a:p>
            <a:pPr marL="7701" marR="3081" lvl="0" indent="0" algn="l" defTabSz="914400" rtl="0" eaLnBrk="1" fontAlgn="auto" latinLnBrk="0" hangingPunct="1">
              <a:lnSpc>
                <a:spcPct val="101200"/>
              </a:lnSpc>
              <a:spcBef>
                <a:spcPts val="58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pt-BR" sz="1273" b="1" i="0" u="none" strike="noStrike" kern="0" cap="none" spc="0" normalizeH="0" baseline="0" noProof="0">
                <a:ln>
                  <a:noFill/>
                </a:ln>
                <a:solidFill>
                  <a:srgbClr val="E6EDF1">
                    <a:lumMod val="90000"/>
                  </a:srgbClr>
                </a:solidFill>
                <a:effectLst/>
                <a:uLnTx/>
                <a:uFillTx/>
                <a:latin typeface="Versos" panose="020B0503020204030204" pitchFamily="34" charset="0"/>
                <a:cs typeface="Arial"/>
                <a:sym typeface="Arial"/>
              </a:rPr>
              <a:t>Gabriel </a:t>
            </a:r>
            <a:br>
              <a:rPr kumimoji="0" lang="pt-BR" sz="1273" b="1" i="0" u="none" strike="noStrike" kern="0" cap="none" spc="0" normalizeH="0" baseline="0" noProof="0">
                <a:ln>
                  <a:noFill/>
                </a:ln>
                <a:solidFill>
                  <a:srgbClr val="E6EDF1">
                    <a:lumMod val="90000"/>
                  </a:srgbClr>
                </a:solidFill>
                <a:effectLst/>
                <a:uLnTx/>
                <a:uFillTx/>
                <a:latin typeface="Versos" panose="020B0503020204030204" pitchFamily="34" charset="0"/>
                <a:cs typeface="Arial"/>
                <a:sym typeface="Arial"/>
              </a:rPr>
            </a:br>
            <a:r>
              <a:rPr kumimoji="0" lang="pt-BR" sz="1273" b="1" i="0" u="none" strike="noStrike" kern="0" cap="none" spc="0" normalizeH="0" baseline="0" noProof="0">
                <a:ln>
                  <a:noFill/>
                </a:ln>
                <a:solidFill>
                  <a:srgbClr val="E6EDF1">
                    <a:lumMod val="90000"/>
                  </a:srgbClr>
                </a:solidFill>
                <a:effectLst/>
                <a:uLnTx/>
                <a:uFillTx/>
                <a:latin typeface="Versos" panose="020B0503020204030204" pitchFamily="34" charset="0"/>
                <a:cs typeface="Arial"/>
                <a:sym typeface="Arial"/>
              </a:rPr>
              <a:t>Real</a:t>
            </a:r>
          </a:p>
        </p:txBody>
      </p:sp>
      <p:sp>
        <p:nvSpPr>
          <p:cNvPr id="17" name="bg object 18">
            <a:extLst>
              <a:ext uri="{FF2B5EF4-FFF2-40B4-BE49-F238E27FC236}">
                <a16:creationId xmlns:a16="http://schemas.microsoft.com/office/drawing/2014/main" id="{AC498067-AA86-F2A3-4821-0522D09392B8}"/>
              </a:ext>
            </a:extLst>
          </p:cNvPr>
          <p:cNvSpPr/>
          <p:nvPr/>
        </p:nvSpPr>
        <p:spPr>
          <a:xfrm>
            <a:off x="7332993" y="4086128"/>
            <a:ext cx="2287538" cy="461657"/>
          </a:xfrm>
          <a:custGeom>
            <a:avLst/>
            <a:gdLst/>
            <a:ahLst/>
            <a:cxnLst/>
            <a:rect l="l" t="t" r="r" b="b"/>
            <a:pathLst>
              <a:path w="3518535" h="967104">
                <a:moveTo>
                  <a:pt x="3518039" y="0"/>
                </a:moveTo>
                <a:lnTo>
                  <a:pt x="0" y="0"/>
                </a:lnTo>
                <a:lnTo>
                  <a:pt x="0" y="966892"/>
                </a:lnTo>
                <a:lnTo>
                  <a:pt x="3518039" y="966892"/>
                </a:lnTo>
                <a:lnTo>
                  <a:pt x="3518039" y="0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</p:spPr>
        <p:txBody>
          <a:bodyPr wrap="square" lIns="0" tIns="0" rIns="0" bIns="0" rtlCol="0"/>
          <a:lstStyle/>
          <a:p>
            <a:pPr marL="0" marR="0" lvl="0" indent="0" algn="l" defTabSz="5544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092" b="1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8" name="object 15">
            <a:extLst>
              <a:ext uri="{FF2B5EF4-FFF2-40B4-BE49-F238E27FC236}">
                <a16:creationId xmlns:a16="http://schemas.microsoft.com/office/drawing/2014/main" id="{47BF0CF9-C68F-D930-7B16-056B36AA508A}"/>
              </a:ext>
            </a:extLst>
          </p:cNvPr>
          <p:cNvSpPr txBox="1"/>
          <p:nvPr/>
        </p:nvSpPr>
        <p:spPr>
          <a:xfrm>
            <a:off x="9699269" y="2825879"/>
            <a:ext cx="1903565" cy="1721906"/>
          </a:xfrm>
          <a:prstGeom prst="rect">
            <a:avLst/>
          </a:prstGeom>
        </p:spPr>
        <p:txBody>
          <a:bodyPr vert="horz" wrap="square" lIns="0" tIns="0" rIns="0" bIns="0" numCol="1" rtlCol="0" anchor="ctr" anchorCtr="0">
            <a:noAutofit/>
          </a:bodyPr>
          <a:lstStyle/>
          <a:p>
            <a:pPr marL="7701" marR="3081" lvl="0" indent="0" algn="l" defTabSz="914400" rtl="0" eaLnBrk="1" fontAlgn="auto" latinLnBrk="0" hangingPunct="1">
              <a:lnSpc>
                <a:spcPct val="101800"/>
              </a:lnSpc>
              <a:spcBef>
                <a:spcPts val="300"/>
              </a:spcBef>
              <a:spcAft>
                <a:spcPts val="30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pt-BR" sz="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 panose="020B0403020204030204" pitchFamily="34" charset="0"/>
                <a:cs typeface="Helvetica"/>
                <a:sym typeface="Arial"/>
              </a:rPr>
              <a:t>Iniciou sua carreira no Banco Safra, como analista de crédito do segmento de </a:t>
            </a:r>
            <a:r>
              <a:rPr kumimoji="0" lang="pt-BR" sz="800" b="0" i="1" u="none" strike="noStrike" kern="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 panose="020B0403020204030204" pitchFamily="34" charset="0"/>
                <a:cs typeface="Helvetica"/>
                <a:sym typeface="Arial"/>
              </a:rPr>
              <a:t>large</a:t>
            </a:r>
            <a:r>
              <a:rPr kumimoji="0" lang="pt-BR" sz="800" b="0" i="1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 panose="020B0403020204030204" pitchFamily="34" charset="0"/>
                <a:cs typeface="Helvetica"/>
                <a:sym typeface="Arial"/>
              </a:rPr>
              <a:t> </a:t>
            </a:r>
            <a:r>
              <a:rPr kumimoji="0" lang="pt-BR" sz="800" b="0" i="1" u="none" strike="noStrike" kern="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 panose="020B0403020204030204" pitchFamily="34" charset="0"/>
                <a:cs typeface="Helvetica"/>
                <a:sym typeface="Arial"/>
              </a:rPr>
              <a:t>corporate</a:t>
            </a:r>
            <a:r>
              <a:rPr kumimoji="0" lang="pt-BR" sz="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 panose="020B0403020204030204" pitchFamily="34" charset="0"/>
                <a:cs typeface="Helvetica"/>
                <a:sym typeface="Arial"/>
              </a:rPr>
              <a:t>, onde atuou em análises de crédito das grandes empresas no setor do Agronegócio </a:t>
            </a:r>
            <a:br>
              <a:rPr kumimoji="0" lang="pt-BR" sz="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 panose="020B0403020204030204" pitchFamily="34" charset="0"/>
                <a:cs typeface="Helvetica"/>
                <a:sym typeface="Arial"/>
              </a:rPr>
            </a:br>
            <a:r>
              <a:rPr kumimoji="0" lang="pt-BR" sz="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 panose="020B0403020204030204" pitchFamily="34" charset="0"/>
                <a:cs typeface="Helvetica"/>
                <a:sym typeface="Arial"/>
              </a:rPr>
              <a:t>do portfólio do Banco Safra. </a:t>
            </a:r>
          </a:p>
          <a:p>
            <a:pPr marL="7701" marR="3081" lvl="0" indent="0" algn="l" defTabSz="914400" rtl="0" eaLnBrk="1" fontAlgn="auto" latinLnBrk="0" hangingPunct="1">
              <a:lnSpc>
                <a:spcPct val="101800"/>
              </a:lnSpc>
              <a:spcBef>
                <a:spcPts val="300"/>
              </a:spcBef>
              <a:spcAft>
                <a:spcPts val="30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pt-BR" sz="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 panose="020B0403020204030204" pitchFamily="34" charset="0"/>
                <a:cs typeface="Helvetica"/>
                <a:sym typeface="Arial"/>
              </a:rPr>
              <a:t>É formado em economia pela PUC-SP.</a:t>
            </a:r>
          </a:p>
        </p:txBody>
      </p:sp>
      <p:sp>
        <p:nvSpPr>
          <p:cNvPr id="19" name="object 8">
            <a:extLst>
              <a:ext uri="{FF2B5EF4-FFF2-40B4-BE49-F238E27FC236}">
                <a16:creationId xmlns:a16="http://schemas.microsoft.com/office/drawing/2014/main" id="{652852A1-9C27-E47D-1115-9AD2FB145EB8}"/>
              </a:ext>
            </a:extLst>
          </p:cNvPr>
          <p:cNvSpPr/>
          <p:nvPr/>
        </p:nvSpPr>
        <p:spPr>
          <a:xfrm>
            <a:off x="7332343" y="1040155"/>
            <a:ext cx="4529325" cy="1714593"/>
          </a:xfrm>
          <a:custGeom>
            <a:avLst/>
            <a:gdLst/>
            <a:ahLst/>
            <a:cxnLst/>
            <a:rect l="l" t="t" r="r" b="b"/>
            <a:pathLst>
              <a:path w="4469130" h="8562340">
                <a:moveTo>
                  <a:pt x="4469057" y="8562137"/>
                </a:moveTo>
                <a:lnTo>
                  <a:pt x="0" y="8562137"/>
                </a:lnTo>
                <a:lnTo>
                  <a:pt x="0" y="0"/>
                </a:lnTo>
                <a:lnTo>
                  <a:pt x="4469057" y="0"/>
                </a:lnTo>
                <a:lnTo>
                  <a:pt x="4469057" y="8562137"/>
                </a:lnTo>
                <a:close/>
              </a:path>
            </a:pathLst>
          </a:custGeom>
          <a:noFill/>
          <a:ln w="10470">
            <a:solidFill>
              <a:schemeClr val="tx1">
                <a:lumMod val="75000"/>
                <a:lumOff val="25000"/>
              </a:schemeClr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849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0" name="object 41">
            <a:extLst>
              <a:ext uri="{FF2B5EF4-FFF2-40B4-BE49-F238E27FC236}">
                <a16:creationId xmlns:a16="http://schemas.microsoft.com/office/drawing/2014/main" id="{D9862F4E-A3D8-5949-B049-2595649941EC}"/>
              </a:ext>
            </a:extLst>
          </p:cNvPr>
          <p:cNvSpPr txBox="1"/>
          <p:nvPr/>
        </p:nvSpPr>
        <p:spPr>
          <a:xfrm>
            <a:off x="8369588" y="1973200"/>
            <a:ext cx="2196000" cy="13410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7701" marR="0" lvl="0" indent="0" algn="l" defTabSz="914400" rtl="0" eaLnBrk="1" fontAlgn="auto" latinLnBrk="0" hangingPunct="1">
              <a:lnSpc>
                <a:spcPct val="100000"/>
              </a:lnSpc>
              <a:spcBef>
                <a:spcPts val="76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pt-BR" sz="7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" panose="020B0503020204030204" pitchFamily="34" charset="0"/>
                <a:cs typeface="Arial"/>
                <a:sym typeface="Arial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gabriel.bernasconi@tivio.com</a:t>
            </a:r>
            <a:endParaRPr kumimoji="0" lang="pt-BR" sz="7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sos" panose="020B0503020204030204" pitchFamily="34" charset="0"/>
              <a:cs typeface="Arial"/>
              <a:sym typeface="Arial"/>
            </a:endParaRP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A8E59223-9198-E01B-5EAF-C34D939B81F8}"/>
              </a:ext>
            </a:extLst>
          </p:cNvPr>
          <p:cNvGrpSpPr/>
          <p:nvPr/>
        </p:nvGrpSpPr>
        <p:grpSpPr>
          <a:xfrm>
            <a:off x="8369588" y="1102556"/>
            <a:ext cx="1250944" cy="780854"/>
            <a:chOff x="1462177" y="1175547"/>
            <a:chExt cx="1250944" cy="780854"/>
          </a:xfrm>
        </p:grpSpPr>
        <p:sp>
          <p:nvSpPr>
            <p:cNvPr id="22" name="Rectangle: Single Corner Rounded 21">
              <a:extLst>
                <a:ext uri="{FF2B5EF4-FFF2-40B4-BE49-F238E27FC236}">
                  <a16:creationId xmlns:a16="http://schemas.microsoft.com/office/drawing/2014/main" id="{41B55E74-DCE6-DA64-6042-954484AF5370}"/>
                </a:ext>
              </a:extLst>
            </p:cNvPr>
            <p:cNvSpPr/>
            <p:nvPr/>
          </p:nvSpPr>
          <p:spPr>
            <a:xfrm>
              <a:off x="1462177" y="1669888"/>
              <a:ext cx="1250943" cy="286513"/>
            </a:xfrm>
            <a:prstGeom prst="round1Rect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" tIns="0" rIns="0" bIns="0" rtlCol="0" anchor="ctr"/>
            <a:lstStyle/>
            <a:p>
              <a:pPr marL="0" marR="175204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700" b="0" i="0" u="none" strike="noStrike" kern="0" cap="none" spc="0" normalizeH="0" baseline="0" noProof="0">
                  <a:ln>
                    <a:noFill/>
                  </a:ln>
                  <a:solidFill>
                    <a:srgbClr val="F6F6F6"/>
                  </a:solidFill>
                  <a:effectLst/>
                  <a:uLnTx/>
                  <a:uFillTx/>
                  <a:latin typeface="Versos" panose="020B0503020204030204" pitchFamily="34" charset="0"/>
                  <a:ea typeface="+mn-ea"/>
                  <a:cs typeface="Arial"/>
                  <a:sym typeface="Arial"/>
                </a:rPr>
                <a:t>ANALISTA</a:t>
              </a:r>
              <a:br>
                <a:rPr kumimoji="0" lang="pt-BR" sz="700" b="0" i="0" u="none" strike="noStrike" kern="0" cap="none" spc="0" normalizeH="0" baseline="0" noProof="0">
                  <a:ln>
                    <a:noFill/>
                  </a:ln>
                  <a:solidFill>
                    <a:srgbClr val="F6F6F6"/>
                  </a:solidFill>
                  <a:effectLst/>
                  <a:uLnTx/>
                  <a:uFillTx/>
                  <a:latin typeface="Versos" panose="020B0503020204030204" pitchFamily="34" charset="0"/>
                  <a:ea typeface="+mn-ea"/>
                  <a:cs typeface="Arial"/>
                  <a:sym typeface="Arial"/>
                </a:rPr>
              </a:br>
              <a:r>
                <a:rPr kumimoji="0" lang="pt-BR" sz="700" b="1" i="0" u="none" strike="noStrike" kern="0" cap="none" spc="0" normalizeH="0" baseline="0" noProof="0">
                  <a:ln>
                    <a:noFill/>
                  </a:ln>
                  <a:solidFill>
                    <a:srgbClr val="F6F6F6"/>
                  </a:solidFill>
                  <a:effectLst/>
                  <a:uLnTx/>
                  <a:uFillTx/>
                  <a:latin typeface="Versos" panose="020B0503020204030204" pitchFamily="34" charset="0"/>
                  <a:ea typeface="+mn-ea"/>
                  <a:cs typeface="Arial"/>
                  <a:sym typeface="Arial"/>
                </a:rPr>
                <a:t>CRÉDITO HIGH GRADE</a:t>
              </a:r>
            </a:p>
          </p:txBody>
        </p:sp>
        <p:sp>
          <p:nvSpPr>
            <p:cNvPr id="23" name="object 40">
              <a:extLst>
                <a:ext uri="{FF2B5EF4-FFF2-40B4-BE49-F238E27FC236}">
                  <a16:creationId xmlns:a16="http://schemas.microsoft.com/office/drawing/2014/main" id="{4E8537E7-3771-D47F-C35B-6910321C6739}"/>
                </a:ext>
              </a:extLst>
            </p:cNvPr>
            <p:cNvSpPr txBox="1"/>
            <p:nvPr/>
          </p:nvSpPr>
          <p:spPr>
            <a:xfrm>
              <a:off x="1462179" y="1175547"/>
              <a:ext cx="1250942" cy="394545"/>
            </a:xfrm>
            <a:prstGeom prst="rect">
              <a:avLst/>
            </a:prstGeom>
          </p:spPr>
          <p:txBody>
            <a:bodyPr vert="horz" wrap="square" lIns="0" tIns="7316" rIns="0" bIns="0" rtlCol="0">
              <a:spAutoFit/>
            </a:bodyPr>
            <a:lstStyle/>
            <a:p>
              <a:pPr marL="7701" marR="3081" lvl="0" indent="0" algn="l" defTabSz="914400" rtl="0" eaLnBrk="1" fontAlgn="auto" latinLnBrk="0" hangingPunct="1">
                <a:lnSpc>
                  <a:spcPct val="101200"/>
                </a:lnSpc>
                <a:spcBef>
                  <a:spcPts val="58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273" b="1" i="0" u="none" strike="noStrike" kern="0" cap="none" spc="0" normalizeH="0" baseline="0" noProof="0">
                  <a:ln>
                    <a:noFill/>
                  </a:ln>
                  <a:solidFill>
                    <a:srgbClr val="E6EDF1">
                      <a:lumMod val="90000"/>
                    </a:srgbClr>
                  </a:solidFill>
                  <a:effectLst/>
                  <a:uLnTx/>
                  <a:uFillTx/>
                  <a:latin typeface="Versos" panose="020B0503020204030204" pitchFamily="34" charset="0"/>
                  <a:cs typeface="Arial"/>
                  <a:sym typeface="Arial"/>
                </a:rPr>
                <a:t>Gabriel Bernasconi</a:t>
              </a:r>
            </a:p>
          </p:txBody>
        </p:sp>
      </p:grpSp>
      <p:sp>
        <p:nvSpPr>
          <p:cNvPr id="24" name="bg object 18">
            <a:extLst>
              <a:ext uri="{FF2B5EF4-FFF2-40B4-BE49-F238E27FC236}">
                <a16:creationId xmlns:a16="http://schemas.microsoft.com/office/drawing/2014/main" id="{F315CA74-6D45-CB69-2CA4-A50BF07355A6}"/>
              </a:ext>
            </a:extLst>
          </p:cNvPr>
          <p:cNvSpPr/>
          <p:nvPr/>
        </p:nvSpPr>
        <p:spPr>
          <a:xfrm>
            <a:off x="7332993" y="2299990"/>
            <a:ext cx="2287538" cy="461657"/>
          </a:xfrm>
          <a:custGeom>
            <a:avLst/>
            <a:gdLst/>
            <a:ahLst/>
            <a:cxnLst/>
            <a:rect l="l" t="t" r="r" b="b"/>
            <a:pathLst>
              <a:path w="3518535" h="967104">
                <a:moveTo>
                  <a:pt x="3518039" y="0"/>
                </a:moveTo>
                <a:lnTo>
                  <a:pt x="0" y="0"/>
                </a:lnTo>
                <a:lnTo>
                  <a:pt x="0" y="966892"/>
                </a:lnTo>
                <a:lnTo>
                  <a:pt x="3518039" y="966892"/>
                </a:lnTo>
                <a:lnTo>
                  <a:pt x="3518039" y="0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</p:spPr>
        <p:txBody>
          <a:bodyPr wrap="square" lIns="0" tIns="0" rIns="0" bIns="0" rtlCol="0"/>
          <a:lstStyle/>
          <a:p>
            <a:pPr marL="0" marR="0" lvl="0" indent="0" algn="l" defTabSz="5544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092" b="1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5" name="object 15">
            <a:extLst>
              <a:ext uri="{FF2B5EF4-FFF2-40B4-BE49-F238E27FC236}">
                <a16:creationId xmlns:a16="http://schemas.microsoft.com/office/drawing/2014/main" id="{DAF36FCD-FCDC-1A12-A9C7-38AF20DB7B45}"/>
              </a:ext>
            </a:extLst>
          </p:cNvPr>
          <p:cNvSpPr txBox="1"/>
          <p:nvPr/>
        </p:nvSpPr>
        <p:spPr>
          <a:xfrm>
            <a:off x="9697185" y="1032843"/>
            <a:ext cx="2090148" cy="1728804"/>
          </a:xfrm>
          <a:prstGeom prst="rect">
            <a:avLst/>
          </a:prstGeom>
        </p:spPr>
        <p:txBody>
          <a:bodyPr vert="horz" wrap="square" lIns="0" tIns="0" rIns="0" bIns="0" numCol="1" rtlCol="0" anchor="ctr" anchorCtr="0">
            <a:noAutofit/>
          </a:bodyPr>
          <a:lstStyle/>
          <a:p>
            <a:pPr marL="0" marR="3081" lvl="0" indent="0" algn="l" defTabSz="9144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pt-BR" sz="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 panose="020B0403020204030204" pitchFamily="34" charset="0"/>
                <a:cs typeface="Helvetica"/>
                <a:sym typeface="Arial"/>
              </a:rPr>
              <a:t>Entre os anos de 2021 e 2023, trabalhou </a:t>
            </a:r>
            <a:br>
              <a:rPr kumimoji="0" lang="pt-BR" sz="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 panose="020B0403020204030204" pitchFamily="34" charset="0"/>
                <a:cs typeface="Helvetica"/>
                <a:sym typeface="Arial"/>
              </a:rPr>
            </a:br>
            <a:r>
              <a:rPr kumimoji="0" lang="pt-BR" sz="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 panose="020B0403020204030204" pitchFamily="34" charset="0"/>
                <a:cs typeface="Helvetica"/>
                <a:sym typeface="Arial"/>
              </a:rPr>
              <a:t>no time de crédito privado da Quasar Asset. </a:t>
            </a:r>
          </a:p>
          <a:p>
            <a:pPr marL="0" marR="3081" lvl="0" indent="0" algn="l" defTabSz="9144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pt-BR" sz="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 panose="020B0403020204030204" pitchFamily="34" charset="0"/>
                <a:cs typeface="Helvetica"/>
                <a:sym typeface="Arial"/>
              </a:rPr>
              <a:t>Em 2024, aceitou se juntou ao time </a:t>
            </a:r>
            <a:br>
              <a:rPr kumimoji="0" lang="pt-BR" sz="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 panose="020B0403020204030204" pitchFamily="34" charset="0"/>
                <a:cs typeface="Helvetica"/>
                <a:sym typeface="Arial"/>
              </a:rPr>
            </a:br>
            <a:r>
              <a:rPr kumimoji="0" lang="pt-BR" sz="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 panose="020B0403020204030204" pitchFamily="34" charset="0"/>
                <a:cs typeface="Helvetica"/>
                <a:sym typeface="Arial"/>
              </a:rPr>
              <a:t>de análise de crédito da Tivio Capital. </a:t>
            </a:r>
          </a:p>
          <a:p>
            <a:pPr marL="0" marR="3081" lvl="0" indent="0" algn="l" defTabSz="9144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pt-BR" sz="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 panose="020B0403020204030204" pitchFamily="34" charset="0"/>
                <a:cs typeface="Helvetica"/>
                <a:sym typeface="Arial"/>
              </a:rPr>
              <a:t>É formado em administração </a:t>
            </a:r>
            <a:br>
              <a:rPr kumimoji="0" lang="pt-BR" sz="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 panose="020B0403020204030204" pitchFamily="34" charset="0"/>
                <a:cs typeface="Helvetica"/>
                <a:sym typeface="Arial"/>
              </a:rPr>
            </a:br>
            <a:r>
              <a:rPr kumimoji="0" lang="pt-BR" sz="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 panose="020B0403020204030204" pitchFamily="34" charset="0"/>
                <a:cs typeface="Helvetica"/>
                <a:sym typeface="Arial"/>
              </a:rPr>
              <a:t>de empresas  pelo Insper.</a:t>
            </a:r>
          </a:p>
        </p:txBody>
      </p:sp>
      <p:sp>
        <p:nvSpPr>
          <p:cNvPr id="26" name="object 8">
            <a:extLst>
              <a:ext uri="{FF2B5EF4-FFF2-40B4-BE49-F238E27FC236}">
                <a16:creationId xmlns:a16="http://schemas.microsoft.com/office/drawing/2014/main" id="{50D84D9F-C0AF-64EA-2072-A18E664E4CA4}"/>
              </a:ext>
            </a:extLst>
          </p:cNvPr>
          <p:cNvSpPr/>
          <p:nvPr/>
        </p:nvSpPr>
        <p:spPr>
          <a:xfrm>
            <a:off x="7332343" y="4611606"/>
            <a:ext cx="4529325" cy="1714593"/>
          </a:xfrm>
          <a:custGeom>
            <a:avLst/>
            <a:gdLst/>
            <a:ahLst/>
            <a:cxnLst/>
            <a:rect l="l" t="t" r="r" b="b"/>
            <a:pathLst>
              <a:path w="4469130" h="8562340">
                <a:moveTo>
                  <a:pt x="4469057" y="8562137"/>
                </a:moveTo>
                <a:lnTo>
                  <a:pt x="0" y="8562137"/>
                </a:lnTo>
                <a:lnTo>
                  <a:pt x="0" y="0"/>
                </a:lnTo>
                <a:lnTo>
                  <a:pt x="4469057" y="0"/>
                </a:lnTo>
                <a:lnTo>
                  <a:pt x="4469057" y="8562137"/>
                </a:lnTo>
                <a:close/>
              </a:path>
            </a:pathLst>
          </a:custGeom>
          <a:noFill/>
          <a:ln w="10470">
            <a:solidFill>
              <a:schemeClr val="tx1">
                <a:lumMod val="75000"/>
                <a:lumOff val="25000"/>
              </a:schemeClr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849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7" name="object 41">
            <a:extLst>
              <a:ext uri="{FF2B5EF4-FFF2-40B4-BE49-F238E27FC236}">
                <a16:creationId xmlns:a16="http://schemas.microsoft.com/office/drawing/2014/main" id="{4A9CE140-83B8-CB9E-757D-2F76080A4E92}"/>
              </a:ext>
            </a:extLst>
          </p:cNvPr>
          <p:cNvSpPr txBox="1"/>
          <p:nvPr/>
        </p:nvSpPr>
        <p:spPr>
          <a:xfrm>
            <a:off x="8369588" y="5544651"/>
            <a:ext cx="2196000" cy="13410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7701" marR="0" lvl="0" indent="0" algn="l" defTabSz="914400" rtl="0" eaLnBrk="1" fontAlgn="auto" latinLnBrk="0" hangingPunct="1">
              <a:lnSpc>
                <a:spcPct val="100000"/>
              </a:lnSpc>
              <a:spcBef>
                <a:spcPts val="76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pt-BR" sz="75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" panose="020B0503020204030204" pitchFamily="34" charset="0"/>
                <a:cs typeface="Arial"/>
                <a:sym typeface="Arial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pedro.nobre@tivio.com</a:t>
            </a:r>
            <a:endParaRPr kumimoji="0" lang="pt-BR" sz="75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sos" panose="020B0503020204030204" pitchFamily="34" charset="0"/>
              <a:cs typeface="Arial"/>
              <a:sym typeface="Arial"/>
            </a:endParaRPr>
          </a:p>
          <a:p>
            <a:pPr marL="7701" marR="0" lvl="0" indent="0" algn="l" defTabSz="914400" rtl="0" eaLnBrk="1" fontAlgn="auto" latinLnBrk="0" hangingPunct="1">
              <a:lnSpc>
                <a:spcPct val="100000"/>
              </a:lnSpc>
              <a:spcBef>
                <a:spcPts val="76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pt-BR" sz="9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sos" panose="020B0503020204030204" pitchFamily="34" charset="0"/>
              <a:cs typeface="Arial"/>
              <a:sym typeface="Arial"/>
            </a:endParaRP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11EF1558-E613-1F5A-590C-3DAFF5EF1B5C}"/>
              </a:ext>
            </a:extLst>
          </p:cNvPr>
          <p:cNvGrpSpPr/>
          <p:nvPr/>
        </p:nvGrpSpPr>
        <p:grpSpPr>
          <a:xfrm>
            <a:off x="8369588" y="4676500"/>
            <a:ext cx="1648226" cy="775348"/>
            <a:chOff x="1462177" y="1178040"/>
            <a:chExt cx="1648226" cy="775348"/>
          </a:xfrm>
        </p:grpSpPr>
        <p:sp>
          <p:nvSpPr>
            <p:cNvPr id="29" name="Rectangle: Single Corner Rounded 28">
              <a:extLst>
                <a:ext uri="{FF2B5EF4-FFF2-40B4-BE49-F238E27FC236}">
                  <a16:creationId xmlns:a16="http://schemas.microsoft.com/office/drawing/2014/main" id="{58A7C92B-7709-DAFD-129F-6671ECA7ED5D}"/>
                </a:ext>
              </a:extLst>
            </p:cNvPr>
            <p:cNvSpPr/>
            <p:nvPr/>
          </p:nvSpPr>
          <p:spPr>
            <a:xfrm>
              <a:off x="1462177" y="1665388"/>
              <a:ext cx="1252800" cy="288000"/>
            </a:xfrm>
            <a:prstGeom prst="round1Rect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" tIns="0" rIns="0" bIns="0" rtlCol="0" anchor="ctr"/>
            <a:lstStyle/>
            <a:p>
              <a:pPr marL="0" marR="175204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700" b="0" i="0" u="none" strike="noStrike" kern="0" cap="none" spc="0" normalizeH="0" baseline="0" noProof="0">
                  <a:ln>
                    <a:noFill/>
                  </a:ln>
                  <a:solidFill>
                    <a:srgbClr val="F6F6F6"/>
                  </a:solidFill>
                  <a:effectLst/>
                  <a:uLnTx/>
                  <a:uFillTx/>
                  <a:latin typeface="Versos" panose="020B0503020204030204" pitchFamily="34" charset="0"/>
                  <a:ea typeface="+mn-ea"/>
                  <a:cs typeface="Arial"/>
                  <a:sym typeface="Arial"/>
                </a:rPr>
                <a:t>TRADER  </a:t>
              </a:r>
              <a:br>
                <a:rPr kumimoji="0" lang="pt-BR" sz="700" b="0" i="0" u="none" strike="noStrike" kern="0" cap="none" spc="0" normalizeH="0" baseline="0" noProof="0">
                  <a:ln>
                    <a:noFill/>
                  </a:ln>
                  <a:solidFill>
                    <a:srgbClr val="F6F6F6"/>
                  </a:solidFill>
                  <a:effectLst/>
                  <a:uLnTx/>
                  <a:uFillTx/>
                  <a:latin typeface="Versos" panose="020B0503020204030204" pitchFamily="34" charset="0"/>
                  <a:ea typeface="+mn-ea"/>
                  <a:cs typeface="Arial"/>
                  <a:sym typeface="Arial"/>
                </a:rPr>
              </a:br>
              <a:r>
                <a:rPr kumimoji="0" lang="pt-BR" sz="700" b="1" i="0" u="none" strike="noStrike" kern="0" cap="none" spc="0" normalizeH="0" baseline="0" noProof="0">
                  <a:ln>
                    <a:noFill/>
                  </a:ln>
                  <a:solidFill>
                    <a:srgbClr val="F6F6F6"/>
                  </a:solidFill>
                  <a:effectLst/>
                  <a:uLnTx/>
                  <a:uFillTx/>
                  <a:latin typeface="Versos" panose="020B0503020204030204" pitchFamily="34" charset="0"/>
                  <a:ea typeface="+mn-ea"/>
                  <a:cs typeface="Arial"/>
                  <a:sym typeface="Arial"/>
                </a:rPr>
                <a:t>CRÉDITO HIGH GRADE</a:t>
              </a:r>
            </a:p>
          </p:txBody>
        </p:sp>
        <p:sp>
          <p:nvSpPr>
            <p:cNvPr id="30" name="object 40">
              <a:extLst>
                <a:ext uri="{FF2B5EF4-FFF2-40B4-BE49-F238E27FC236}">
                  <a16:creationId xmlns:a16="http://schemas.microsoft.com/office/drawing/2014/main" id="{DAA56D6F-3C0E-26A0-A791-634C66CDACFC}"/>
                </a:ext>
              </a:extLst>
            </p:cNvPr>
            <p:cNvSpPr txBox="1"/>
            <p:nvPr/>
          </p:nvSpPr>
          <p:spPr>
            <a:xfrm>
              <a:off x="1462178" y="1178040"/>
              <a:ext cx="1648225" cy="407369"/>
            </a:xfrm>
            <a:prstGeom prst="rect">
              <a:avLst/>
            </a:prstGeom>
          </p:spPr>
          <p:txBody>
            <a:bodyPr vert="horz" wrap="square" lIns="0" tIns="7316" rIns="0" bIns="0" rtlCol="0" anchor="t">
              <a:spAutoFit/>
            </a:bodyPr>
            <a:lstStyle/>
            <a:p>
              <a:pPr marL="7620" marR="2540" lvl="0" indent="0" algn="l" defTabSz="914400" rtl="0" eaLnBrk="1" fontAlgn="auto" latinLnBrk="0" hangingPunct="1">
                <a:lnSpc>
                  <a:spcPct val="101200"/>
                </a:lnSpc>
                <a:spcBef>
                  <a:spcPts val="58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273" b="1" i="0" u="none" strike="noStrike" kern="0" cap="none" spc="0" normalizeH="0" baseline="0" noProof="0">
                  <a:ln>
                    <a:noFill/>
                  </a:ln>
                  <a:solidFill>
                    <a:srgbClr val="E6EDF1">
                      <a:lumMod val="90000"/>
                    </a:srgbClr>
                  </a:solidFill>
                  <a:effectLst/>
                  <a:uLnTx/>
                  <a:uFillTx/>
                  <a:latin typeface="Versos" panose="020B0503020204030204" pitchFamily="34" charset="0"/>
                  <a:cs typeface="Arial"/>
                  <a:sym typeface="Arial"/>
                </a:rPr>
                <a:t>Pedro</a:t>
              </a:r>
              <a:endParaRPr lang="pt-BR"/>
            </a:p>
            <a:p>
              <a:pPr marL="7620" marR="2540">
                <a:lnSpc>
                  <a:spcPct val="101200"/>
                </a:lnSpc>
                <a:spcBef>
                  <a:spcPts val="58"/>
                </a:spcBef>
                <a:defRPr/>
              </a:pPr>
              <a:r>
                <a:rPr kumimoji="0" lang="pt-BR" sz="1250" b="1" i="0" u="none" strike="noStrike" kern="0" cap="none" spc="0" normalizeH="0" baseline="0" noProof="0">
                  <a:ln>
                    <a:noFill/>
                  </a:ln>
                  <a:solidFill>
                    <a:srgbClr val="E6EDF1">
                      <a:lumMod val="90000"/>
                    </a:srgbClr>
                  </a:solidFill>
                  <a:effectLst/>
                  <a:uLnTx/>
                  <a:uFillTx/>
                  <a:latin typeface="Versos"/>
                  <a:cs typeface="Arial"/>
                  <a:sym typeface="Arial"/>
                </a:rPr>
                <a:t>Nobre</a:t>
              </a:r>
              <a:endParaRPr lang="pt-BR" sz="1250" b="1" i="0" u="none" strike="noStrike" kern="0" cap="none" spc="0" normalizeH="0" baseline="0" noProof="0">
                <a:ln>
                  <a:noFill/>
                </a:ln>
                <a:solidFill>
                  <a:srgbClr val="E6EDF1">
                    <a:lumMod val="90000"/>
                  </a:srgbClr>
                </a:solidFill>
                <a:effectLst/>
                <a:uLnTx/>
                <a:uFillTx/>
                <a:latin typeface="Versos" panose="020B0503020204030204" pitchFamily="34" charset="0"/>
                <a:cs typeface="Arial"/>
              </a:endParaRPr>
            </a:p>
          </p:txBody>
        </p:sp>
      </p:grpSp>
      <p:sp>
        <p:nvSpPr>
          <p:cNvPr id="31" name="bg object 18">
            <a:extLst>
              <a:ext uri="{FF2B5EF4-FFF2-40B4-BE49-F238E27FC236}">
                <a16:creationId xmlns:a16="http://schemas.microsoft.com/office/drawing/2014/main" id="{E0F11557-D059-AFF5-B046-C440D93F4AA5}"/>
              </a:ext>
            </a:extLst>
          </p:cNvPr>
          <p:cNvSpPr/>
          <p:nvPr/>
        </p:nvSpPr>
        <p:spPr>
          <a:xfrm>
            <a:off x="7332993" y="5864542"/>
            <a:ext cx="2287538" cy="461657"/>
          </a:xfrm>
          <a:custGeom>
            <a:avLst/>
            <a:gdLst/>
            <a:ahLst/>
            <a:cxnLst/>
            <a:rect l="l" t="t" r="r" b="b"/>
            <a:pathLst>
              <a:path w="3518535" h="967104">
                <a:moveTo>
                  <a:pt x="3518039" y="0"/>
                </a:moveTo>
                <a:lnTo>
                  <a:pt x="0" y="0"/>
                </a:lnTo>
                <a:lnTo>
                  <a:pt x="0" y="966892"/>
                </a:lnTo>
                <a:lnTo>
                  <a:pt x="3518039" y="966892"/>
                </a:lnTo>
                <a:lnTo>
                  <a:pt x="3518039" y="0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</p:spPr>
        <p:txBody>
          <a:bodyPr wrap="square" lIns="0" tIns="0" rIns="0" bIns="0" rtlCol="0"/>
          <a:lstStyle/>
          <a:p>
            <a:pPr marL="0" marR="0" lvl="0" indent="0" algn="l" defTabSz="5544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092" b="1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2" name="object 15">
            <a:extLst>
              <a:ext uri="{FF2B5EF4-FFF2-40B4-BE49-F238E27FC236}">
                <a16:creationId xmlns:a16="http://schemas.microsoft.com/office/drawing/2014/main" id="{20B630E1-8427-1460-A0B7-659C7B79DAEF}"/>
              </a:ext>
            </a:extLst>
          </p:cNvPr>
          <p:cNvSpPr txBox="1"/>
          <p:nvPr/>
        </p:nvSpPr>
        <p:spPr>
          <a:xfrm>
            <a:off x="9697185" y="4611605"/>
            <a:ext cx="1905650" cy="1714594"/>
          </a:xfrm>
          <a:prstGeom prst="rect">
            <a:avLst/>
          </a:prstGeom>
        </p:spPr>
        <p:txBody>
          <a:bodyPr vert="horz" wrap="square" lIns="0" tIns="0" rIns="0" bIns="0" numCol="1" rtlCol="0" anchor="ctr" anchorCtr="0">
            <a:noAutofit/>
          </a:bodyPr>
          <a:lstStyle/>
          <a:p>
            <a:pPr marL="0" marR="3081" lvl="0" indent="0" algn="l" defTabSz="9144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pt-BR" sz="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 panose="020B0403020204030204" pitchFamily="34" charset="0"/>
                <a:cs typeface="Helvetica"/>
                <a:sym typeface="Arial"/>
              </a:rPr>
              <a:t>Formado em engenharia Mecânica no Instituto Tecnológico de Aeronáutica, possui experiência no mercado financeiro com passagens em áreas de análise de renda fixa local, M&amp;A e Inteligência de Mercado referente a indústria brasileira de fundos. </a:t>
            </a:r>
          </a:p>
          <a:p>
            <a:pPr marL="0" marR="3081" lvl="0" indent="0" algn="l" defTabSz="9144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pt-BR" sz="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 panose="020B0403020204030204" pitchFamily="34" charset="0"/>
                <a:cs typeface="Helvetica"/>
                <a:sym typeface="Arial"/>
              </a:rPr>
              <a:t>Além disso, teve passagens por grandes casas como Pátria Investimentos e Safra Asset Management.</a:t>
            </a:r>
          </a:p>
        </p:txBody>
      </p:sp>
      <p:pic>
        <p:nvPicPr>
          <p:cNvPr id="33" name="object 15">
            <a:extLst>
              <a:ext uri="{FF2B5EF4-FFF2-40B4-BE49-F238E27FC236}">
                <a16:creationId xmlns:a16="http://schemas.microsoft.com/office/drawing/2014/main" id="{174EF85B-C250-E220-1DB3-B4DA38A4FA44}"/>
              </a:ext>
            </a:extLst>
          </p:cNvPr>
          <p:cNvPicPr/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7729524" y="2472411"/>
            <a:ext cx="729816" cy="141283"/>
          </a:xfrm>
          <a:prstGeom prst="rect">
            <a:avLst/>
          </a:prstGeom>
        </p:spPr>
      </p:pic>
      <p:pic>
        <p:nvPicPr>
          <p:cNvPr id="34" name="Picture 33" descr="A black and white logo&#10;&#10;AI-generated content may be incorrect.">
            <a:extLst>
              <a:ext uri="{FF2B5EF4-FFF2-40B4-BE49-F238E27FC236}">
                <a16:creationId xmlns:a16="http://schemas.microsoft.com/office/drawing/2014/main" id="{DB929C05-0954-2F82-A010-9DA506316BE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796424" y="2455852"/>
            <a:ext cx="428014" cy="166069"/>
          </a:xfrm>
          <a:prstGeom prst="rect">
            <a:avLst/>
          </a:prstGeom>
        </p:spPr>
      </p:pic>
      <p:pic>
        <p:nvPicPr>
          <p:cNvPr id="35" name="object 44">
            <a:extLst>
              <a:ext uri="{FF2B5EF4-FFF2-40B4-BE49-F238E27FC236}">
                <a16:creationId xmlns:a16="http://schemas.microsoft.com/office/drawing/2014/main" id="{F71CDC3A-FB50-B49B-37FF-9D7A11F1C777}"/>
              </a:ext>
            </a:extLst>
          </p:cNvPr>
          <p:cNvPicPr preferRelativeResize="0"/>
          <p:nvPr/>
        </p:nvPicPr>
        <p:blipFill rotWithShape="1">
          <a:blip r:embed="rId9" cstate="print"/>
          <a:srcRect l="5794" t="714" r="3070" b="4403"/>
          <a:stretch/>
        </p:blipFill>
        <p:spPr>
          <a:xfrm>
            <a:off x="7332342" y="1109456"/>
            <a:ext cx="968992" cy="1004748"/>
          </a:xfrm>
          <a:prstGeom prst="round1Rect">
            <a:avLst/>
          </a:prstGeom>
        </p:spPr>
      </p:pic>
      <p:pic>
        <p:nvPicPr>
          <p:cNvPr id="36" name="object 45">
            <a:extLst>
              <a:ext uri="{FF2B5EF4-FFF2-40B4-BE49-F238E27FC236}">
                <a16:creationId xmlns:a16="http://schemas.microsoft.com/office/drawing/2014/main" id="{F186BE23-DA9C-EC04-C296-77CB0C19951D}"/>
              </a:ext>
            </a:extLst>
          </p:cNvPr>
          <p:cNvPicPr preferRelativeResize="0"/>
          <p:nvPr/>
        </p:nvPicPr>
        <p:blipFill rotWithShape="1">
          <a:blip r:embed="rId10" cstate="print"/>
          <a:srcRect l="2421" r="2421"/>
          <a:stretch/>
        </p:blipFill>
        <p:spPr>
          <a:xfrm>
            <a:off x="7332342" y="2885591"/>
            <a:ext cx="968992" cy="988351"/>
          </a:xfrm>
          <a:prstGeom prst="round1Rect">
            <a:avLst/>
          </a:prstGeom>
          <a:ln>
            <a:noFill/>
          </a:ln>
        </p:spPr>
      </p:pic>
      <p:pic>
        <p:nvPicPr>
          <p:cNvPr id="37" name="Picture 4">
            <a:extLst>
              <a:ext uri="{FF2B5EF4-FFF2-40B4-BE49-F238E27FC236}">
                <a16:creationId xmlns:a16="http://schemas.microsoft.com/office/drawing/2014/main" id="{87C20F2F-319E-0AB9-D572-4651B704B67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1">
            <a:extLst>
              <a:ext uri="{BEBA8EAE-BF5A-486C-A8C5-ECC9F3942E4B}">
                <a14:imgProps xmlns:a14="http://schemas.microsoft.com/office/drawing/2010/main">
                  <a14:imgLayer r:embed="rId12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rcRect t="1" r="75472" b="-4964"/>
          <a:stretch/>
        </p:blipFill>
        <p:spPr bwMode="auto">
          <a:xfrm>
            <a:off x="8050004" y="4198790"/>
            <a:ext cx="210173" cy="271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8" name="Picture 37" descr="A black and white logo&#10;&#10;AI-generated content may be incorrect.">
            <a:extLst>
              <a:ext uri="{FF2B5EF4-FFF2-40B4-BE49-F238E27FC236}">
                <a16:creationId xmlns:a16="http://schemas.microsoft.com/office/drawing/2014/main" id="{10220416-715D-4630-188D-588394FFC18B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435803" y="4175437"/>
            <a:ext cx="548101" cy="271363"/>
          </a:xfrm>
          <a:prstGeom prst="rect">
            <a:avLst/>
          </a:prstGeom>
        </p:spPr>
      </p:pic>
      <p:pic>
        <p:nvPicPr>
          <p:cNvPr id="39" name="object 44">
            <a:extLst>
              <a:ext uri="{FF2B5EF4-FFF2-40B4-BE49-F238E27FC236}">
                <a16:creationId xmlns:a16="http://schemas.microsoft.com/office/drawing/2014/main" id="{496E43FC-DCFE-F1C8-156B-BC5CBE575A88}"/>
              </a:ext>
            </a:extLst>
          </p:cNvPr>
          <p:cNvPicPr preferRelativeResize="0"/>
          <p:nvPr/>
        </p:nvPicPr>
        <p:blipFill rotWithShape="1">
          <a:blip r:embed="rId14"/>
          <a:srcRect l="6146" t="3833" r="16391" b="42621"/>
          <a:stretch/>
        </p:blipFill>
        <p:spPr>
          <a:xfrm>
            <a:off x="7336623" y="4667045"/>
            <a:ext cx="968992" cy="1004748"/>
          </a:xfrm>
          <a:prstGeom prst="round1Rect">
            <a:avLst/>
          </a:prstGeom>
        </p:spPr>
      </p:pic>
      <p:sp>
        <p:nvSpPr>
          <p:cNvPr id="40" name="object 8">
            <a:extLst>
              <a:ext uri="{FF2B5EF4-FFF2-40B4-BE49-F238E27FC236}">
                <a16:creationId xmlns:a16="http://schemas.microsoft.com/office/drawing/2014/main" id="{25011C08-C2BB-D297-7B88-E7817562554B}"/>
              </a:ext>
            </a:extLst>
          </p:cNvPr>
          <p:cNvSpPr/>
          <p:nvPr/>
        </p:nvSpPr>
        <p:spPr>
          <a:xfrm>
            <a:off x="3833327" y="3755621"/>
            <a:ext cx="3324244" cy="2575260"/>
          </a:xfrm>
          <a:custGeom>
            <a:avLst/>
            <a:gdLst/>
            <a:ahLst/>
            <a:cxnLst/>
            <a:rect l="l" t="t" r="r" b="b"/>
            <a:pathLst>
              <a:path w="4469130" h="8562340">
                <a:moveTo>
                  <a:pt x="4469057" y="8562137"/>
                </a:moveTo>
                <a:lnTo>
                  <a:pt x="0" y="8562137"/>
                </a:lnTo>
                <a:lnTo>
                  <a:pt x="0" y="0"/>
                </a:lnTo>
                <a:lnTo>
                  <a:pt x="4469057" y="0"/>
                </a:lnTo>
                <a:lnTo>
                  <a:pt x="4469057" y="8562137"/>
                </a:lnTo>
                <a:close/>
              </a:path>
            </a:pathLst>
          </a:custGeom>
          <a:noFill/>
          <a:ln w="10470">
            <a:solidFill>
              <a:schemeClr val="tx1">
                <a:lumMod val="75000"/>
                <a:lumOff val="25000"/>
              </a:schemeClr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849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41" name="object 41">
            <a:extLst>
              <a:ext uri="{FF2B5EF4-FFF2-40B4-BE49-F238E27FC236}">
                <a16:creationId xmlns:a16="http://schemas.microsoft.com/office/drawing/2014/main" id="{D88CAA9D-17BA-46C5-215A-D6CA8E5E97E7}"/>
              </a:ext>
            </a:extLst>
          </p:cNvPr>
          <p:cNvSpPr txBox="1"/>
          <p:nvPr/>
        </p:nvSpPr>
        <p:spPr>
          <a:xfrm>
            <a:off x="4864095" y="4688666"/>
            <a:ext cx="1296000" cy="13410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7701" marR="0" lvl="0" indent="0" algn="l" defTabSz="914400" rtl="0" eaLnBrk="1" fontAlgn="auto" latinLnBrk="0" hangingPunct="1">
              <a:lnSpc>
                <a:spcPct val="100000"/>
              </a:lnSpc>
              <a:spcBef>
                <a:spcPts val="76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pt-BR" sz="7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" panose="020B0503020204030204" pitchFamily="34" charset="0"/>
                <a:cs typeface="Arial"/>
                <a:sym typeface="Arial"/>
                <a:hlinkClick r:id="rId1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luciana.domingos@tivio.com</a:t>
            </a:r>
            <a:endParaRPr kumimoji="0" lang="pt-BR" sz="7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sos" panose="020B0503020204030204" pitchFamily="34" charset="0"/>
              <a:cs typeface="Arial"/>
              <a:sym typeface="Arial"/>
            </a:endParaRPr>
          </a:p>
        </p:txBody>
      </p:sp>
      <p:grpSp>
        <p:nvGrpSpPr>
          <p:cNvPr id="42" name="Group 41">
            <a:extLst>
              <a:ext uri="{FF2B5EF4-FFF2-40B4-BE49-F238E27FC236}">
                <a16:creationId xmlns:a16="http://schemas.microsoft.com/office/drawing/2014/main" id="{B3253FB3-837F-20F9-F1C4-CB036C215320}"/>
              </a:ext>
            </a:extLst>
          </p:cNvPr>
          <p:cNvGrpSpPr/>
          <p:nvPr/>
        </p:nvGrpSpPr>
        <p:grpSpPr>
          <a:xfrm>
            <a:off x="4864095" y="3818022"/>
            <a:ext cx="1332000" cy="780854"/>
            <a:chOff x="1010106" y="1175547"/>
            <a:chExt cx="1332000" cy="780854"/>
          </a:xfrm>
        </p:grpSpPr>
        <p:sp>
          <p:nvSpPr>
            <p:cNvPr id="43" name="Rectangle: Single Corner Rounded 42">
              <a:extLst>
                <a:ext uri="{FF2B5EF4-FFF2-40B4-BE49-F238E27FC236}">
                  <a16:creationId xmlns:a16="http://schemas.microsoft.com/office/drawing/2014/main" id="{1B80D4CA-29BF-BF6F-A66C-7169DCA7F269}"/>
                </a:ext>
              </a:extLst>
            </p:cNvPr>
            <p:cNvSpPr/>
            <p:nvPr/>
          </p:nvSpPr>
          <p:spPr>
            <a:xfrm>
              <a:off x="1010106" y="1669888"/>
              <a:ext cx="1332000" cy="286513"/>
            </a:xfrm>
            <a:prstGeom prst="round1Rect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0" rIns="0" bIns="0" rtlCol="0" anchor="ctr"/>
            <a:lstStyle/>
            <a:p>
              <a:pPr marL="0" marR="175204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700" b="0" i="0" u="none" strike="noStrike" kern="0" cap="none" spc="0" normalizeH="0" baseline="0" noProof="0">
                  <a:ln>
                    <a:noFill/>
                  </a:ln>
                  <a:solidFill>
                    <a:srgbClr val="F6F6F6"/>
                  </a:solidFill>
                  <a:effectLst/>
                  <a:uLnTx/>
                  <a:uFillTx/>
                  <a:latin typeface="Versos" panose="020B0503020204030204" pitchFamily="34" charset="0"/>
                  <a:ea typeface="+mn-ea"/>
                  <a:cs typeface="Arial"/>
                  <a:sym typeface="Arial"/>
                </a:rPr>
                <a:t>VP</a:t>
              </a:r>
              <a:br>
                <a:rPr kumimoji="0" lang="pt-BR" sz="700" b="0" i="0" u="none" strike="noStrike" kern="0" cap="none" spc="0" normalizeH="0" baseline="0" noProof="0">
                  <a:ln>
                    <a:noFill/>
                  </a:ln>
                  <a:solidFill>
                    <a:srgbClr val="F6F6F6"/>
                  </a:solidFill>
                  <a:effectLst/>
                  <a:uLnTx/>
                  <a:uFillTx/>
                  <a:latin typeface="Versos" panose="020B0503020204030204" pitchFamily="34" charset="0"/>
                  <a:ea typeface="+mn-ea"/>
                  <a:cs typeface="Arial"/>
                  <a:sym typeface="Arial"/>
                </a:rPr>
              </a:br>
              <a:r>
                <a:rPr kumimoji="0" lang="pt-BR" sz="700" b="1" i="0" u="none" strike="noStrike" kern="0" cap="none" spc="0" normalizeH="0" baseline="0" noProof="0">
                  <a:ln>
                    <a:noFill/>
                  </a:ln>
                  <a:solidFill>
                    <a:srgbClr val="F6F6F6"/>
                  </a:solidFill>
                  <a:effectLst/>
                  <a:uLnTx/>
                  <a:uFillTx/>
                  <a:latin typeface="Versos" panose="020B0503020204030204" pitchFamily="34" charset="0"/>
                  <a:ea typeface="+mn-ea"/>
                  <a:cs typeface="Arial"/>
                  <a:sym typeface="Arial"/>
                </a:rPr>
                <a:t>CRÉDITO HIGH GRADE</a:t>
              </a:r>
            </a:p>
          </p:txBody>
        </p:sp>
        <p:sp>
          <p:nvSpPr>
            <p:cNvPr id="44" name="object 40">
              <a:extLst>
                <a:ext uri="{FF2B5EF4-FFF2-40B4-BE49-F238E27FC236}">
                  <a16:creationId xmlns:a16="http://schemas.microsoft.com/office/drawing/2014/main" id="{D97172F0-BCBB-7231-E0CF-955F4E3FFC3E}"/>
                </a:ext>
              </a:extLst>
            </p:cNvPr>
            <p:cNvSpPr txBox="1"/>
            <p:nvPr/>
          </p:nvSpPr>
          <p:spPr>
            <a:xfrm>
              <a:off x="1010108" y="1175547"/>
              <a:ext cx="1250942" cy="394545"/>
            </a:xfrm>
            <a:prstGeom prst="rect">
              <a:avLst/>
            </a:prstGeom>
          </p:spPr>
          <p:txBody>
            <a:bodyPr vert="horz" wrap="square" lIns="0" tIns="7316" rIns="0" bIns="0" rtlCol="0">
              <a:spAutoFit/>
            </a:bodyPr>
            <a:lstStyle/>
            <a:p>
              <a:pPr marL="7701" marR="3081" lvl="0" indent="0" algn="l" defTabSz="914400" rtl="0" eaLnBrk="1" fontAlgn="auto" latinLnBrk="0" hangingPunct="1">
                <a:lnSpc>
                  <a:spcPct val="101200"/>
                </a:lnSpc>
                <a:spcBef>
                  <a:spcPts val="58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273" b="1" i="0" u="none" strike="noStrike" kern="0" cap="none" spc="0" normalizeH="0" baseline="0" noProof="0">
                  <a:ln>
                    <a:noFill/>
                  </a:ln>
                  <a:solidFill>
                    <a:srgbClr val="E6EDF1">
                      <a:lumMod val="90000"/>
                    </a:srgbClr>
                  </a:solidFill>
                  <a:effectLst/>
                  <a:uLnTx/>
                  <a:uFillTx/>
                  <a:latin typeface="Versos" panose="020B0503020204030204" pitchFamily="34" charset="0"/>
                  <a:cs typeface="Arial"/>
                  <a:sym typeface="Arial"/>
                </a:rPr>
                <a:t>Luciana </a:t>
              </a:r>
              <a:br>
                <a:rPr kumimoji="0" lang="pt-BR" sz="1273" b="1" i="0" u="none" strike="noStrike" kern="0" cap="none" spc="0" normalizeH="0" baseline="0" noProof="0">
                  <a:ln>
                    <a:noFill/>
                  </a:ln>
                  <a:solidFill>
                    <a:srgbClr val="E6EDF1">
                      <a:lumMod val="90000"/>
                    </a:srgbClr>
                  </a:solidFill>
                  <a:effectLst/>
                  <a:uLnTx/>
                  <a:uFillTx/>
                  <a:latin typeface="Versos" panose="020B0503020204030204" pitchFamily="34" charset="0"/>
                  <a:cs typeface="Arial"/>
                  <a:sym typeface="Arial"/>
                </a:rPr>
              </a:br>
              <a:r>
                <a:rPr kumimoji="0" lang="pt-BR" sz="1273" b="1" i="0" u="none" strike="noStrike" kern="0" cap="none" spc="0" normalizeH="0" baseline="0" noProof="0">
                  <a:ln>
                    <a:noFill/>
                  </a:ln>
                  <a:solidFill>
                    <a:srgbClr val="E6EDF1">
                      <a:lumMod val="90000"/>
                    </a:srgbClr>
                  </a:solidFill>
                  <a:effectLst/>
                  <a:uLnTx/>
                  <a:uFillTx/>
                  <a:latin typeface="Versos" panose="020B0503020204030204" pitchFamily="34" charset="0"/>
                  <a:cs typeface="Arial"/>
                  <a:sym typeface="Arial"/>
                </a:rPr>
                <a:t>Pimentel</a:t>
              </a:r>
            </a:p>
          </p:txBody>
        </p:sp>
      </p:grpSp>
      <p:sp>
        <p:nvSpPr>
          <p:cNvPr id="45" name="bg object 18">
            <a:extLst>
              <a:ext uri="{FF2B5EF4-FFF2-40B4-BE49-F238E27FC236}">
                <a16:creationId xmlns:a16="http://schemas.microsoft.com/office/drawing/2014/main" id="{F3BF670A-6F31-94E0-7366-3204446961E4}"/>
              </a:ext>
            </a:extLst>
          </p:cNvPr>
          <p:cNvSpPr/>
          <p:nvPr/>
        </p:nvSpPr>
        <p:spPr>
          <a:xfrm>
            <a:off x="3833327" y="5958050"/>
            <a:ext cx="3324244" cy="372831"/>
          </a:xfrm>
          <a:custGeom>
            <a:avLst/>
            <a:gdLst/>
            <a:ahLst/>
            <a:cxnLst/>
            <a:rect l="l" t="t" r="r" b="b"/>
            <a:pathLst>
              <a:path w="3518535" h="967104">
                <a:moveTo>
                  <a:pt x="3518039" y="0"/>
                </a:moveTo>
                <a:lnTo>
                  <a:pt x="0" y="0"/>
                </a:lnTo>
                <a:lnTo>
                  <a:pt x="0" y="966892"/>
                </a:lnTo>
                <a:lnTo>
                  <a:pt x="3518039" y="966892"/>
                </a:lnTo>
                <a:lnTo>
                  <a:pt x="3518039" y="0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</p:spPr>
        <p:txBody>
          <a:bodyPr wrap="square" lIns="0" tIns="0" rIns="0" bIns="0" rtlCol="0"/>
          <a:lstStyle/>
          <a:p>
            <a:pPr marL="0" marR="0" lvl="0" indent="0" algn="l" defTabSz="5544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092" b="1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46" name="object 15">
            <a:extLst>
              <a:ext uri="{FF2B5EF4-FFF2-40B4-BE49-F238E27FC236}">
                <a16:creationId xmlns:a16="http://schemas.microsoft.com/office/drawing/2014/main" id="{39712190-A711-A777-784F-874916D3F601}"/>
              </a:ext>
            </a:extLst>
          </p:cNvPr>
          <p:cNvSpPr txBox="1"/>
          <p:nvPr/>
        </p:nvSpPr>
        <p:spPr>
          <a:xfrm>
            <a:off x="3929130" y="4913385"/>
            <a:ext cx="3125339" cy="1051743"/>
          </a:xfrm>
          <a:prstGeom prst="rect">
            <a:avLst/>
          </a:prstGeom>
        </p:spPr>
        <p:txBody>
          <a:bodyPr vert="horz" wrap="square" lIns="0" tIns="0" rIns="0" bIns="0" numCol="1" rtlCol="0" anchor="t" anchorCtr="0">
            <a:noAutofit/>
          </a:bodyPr>
          <a:lstStyle/>
          <a:p>
            <a:pPr marL="0" marR="3081" lvl="0" indent="0" algn="l" defTabSz="9144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pt-BR" sz="75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 panose="020B0403020204030204" pitchFamily="34" charset="0"/>
                <a:cs typeface="Helvetica"/>
                <a:sym typeface="Arial"/>
              </a:rPr>
              <a:t>Iniciou a carreira em 2000 no Citibank. </a:t>
            </a:r>
          </a:p>
          <a:p>
            <a:pPr marL="0" marR="3081" lvl="0" indent="0" algn="l" defTabSz="9144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pt-BR" sz="75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 panose="020B0403020204030204" pitchFamily="34" charset="0"/>
                <a:cs typeface="Helvetica"/>
                <a:sym typeface="Arial"/>
              </a:rPr>
              <a:t>Entre os anos de 2001 e 2010, trabalhou no Santander e no </a:t>
            </a:r>
            <a:br>
              <a:rPr kumimoji="0" lang="pt-BR" sz="75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 panose="020B0403020204030204" pitchFamily="34" charset="0"/>
                <a:cs typeface="Helvetica"/>
                <a:sym typeface="Arial"/>
              </a:rPr>
            </a:br>
            <a:r>
              <a:rPr kumimoji="0" lang="pt-BR" sz="75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 panose="020B0403020204030204" pitchFamily="34" charset="0"/>
                <a:cs typeface="Helvetica"/>
                <a:sym typeface="Arial"/>
              </a:rPr>
              <a:t>Citibank entre as áreas de risco e crédito. Em 2010, juntou-se ao Banco BV, onde atuou nas áreas de ativos especiais, recuperação, concessão e monitoramento de crédito. </a:t>
            </a:r>
          </a:p>
          <a:p>
            <a:pPr marL="0" marR="3081" lvl="0" indent="0" algn="l" defTabSz="9144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pt-BR" sz="75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 panose="020B0403020204030204" pitchFamily="34" charset="0"/>
                <a:cs typeface="Helvetica"/>
                <a:sym typeface="Arial"/>
              </a:rPr>
              <a:t>Então, em 2019, começou na Tivio Capital (ainda BV Asset), </a:t>
            </a:r>
            <a:br>
              <a:rPr kumimoji="0" lang="pt-BR" sz="75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 panose="020B0403020204030204" pitchFamily="34" charset="0"/>
                <a:cs typeface="Helvetica"/>
                <a:sym typeface="Arial"/>
              </a:rPr>
            </a:br>
            <a:r>
              <a:rPr kumimoji="0" lang="pt-BR" sz="75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 panose="020B0403020204030204" pitchFamily="34" charset="0"/>
                <a:cs typeface="Helvetica"/>
                <a:sym typeface="Arial"/>
              </a:rPr>
              <a:t>onde permanece até os dias atuais e ocupa o cargo de</a:t>
            </a:r>
            <a:br>
              <a:rPr kumimoji="0" lang="pt-BR" sz="75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 panose="020B0403020204030204" pitchFamily="34" charset="0"/>
                <a:cs typeface="Helvetica"/>
                <a:sym typeface="Arial"/>
              </a:rPr>
            </a:br>
            <a:r>
              <a:rPr kumimoji="0" lang="pt-BR" sz="75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 panose="020B0403020204030204" pitchFamily="34" charset="0"/>
                <a:cs typeface="Helvetica"/>
                <a:sym typeface="Arial"/>
              </a:rPr>
              <a:t>Head de Análise de Crédito.</a:t>
            </a:r>
          </a:p>
        </p:txBody>
      </p:sp>
      <p:pic>
        <p:nvPicPr>
          <p:cNvPr id="47" name="object 43">
            <a:extLst>
              <a:ext uri="{FF2B5EF4-FFF2-40B4-BE49-F238E27FC236}">
                <a16:creationId xmlns:a16="http://schemas.microsoft.com/office/drawing/2014/main" id="{B50C0E17-8F5D-9278-AD84-02024491FC41}"/>
              </a:ext>
            </a:extLst>
          </p:cNvPr>
          <p:cNvPicPr/>
          <p:nvPr/>
        </p:nvPicPr>
        <p:blipFill rotWithShape="1">
          <a:blip r:embed="rId16"/>
          <a:srcRect l="35101" t="5966" r="19244" b="62337"/>
          <a:stretch/>
        </p:blipFill>
        <p:spPr>
          <a:xfrm>
            <a:off x="3833327" y="3825722"/>
            <a:ext cx="964215" cy="1004127"/>
          </a:xfrm>
          <a:prstGeom prst="round1Rect">
            <a:avLst>
              <a:gd name="adj" fmla="val 14022"/>
            </a:avLst>
          </a:prstGeom>
        </p:spPr>
      </p:pic>
      <p:pic>
        <p:nvPicPr>
          <p:cNvPr id="48" name="Picture 2">
            <a:extLst>
              <a:ext uri="{FF2B5EF4-FFF2-40B4-BE49-F238E27FC236}">
                <a16:creationId xmlns:a16="http://schemas.microsoft.com/office/drawing/2014/main" id="{4592E19B-09C2-6BF6-B1F0-AAD70778E5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BEBA8EAE-BF5A-486C-A8C5-ECC9F3942E4B}">
                <a14:imgProps xmlns:a14="http://schemas.microsoft.com/office/drawing/2010/main">
                  <a14:imgLayer r:embed="rId18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/>
        </p:blipFill>
        <p:spPr bwMode="auto">
          <a:xfrm>
            <a:off x="5764388" y="6079797"/>
            <a:ext cx="696533" cy="121894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9" name="Picture 26">
            <a:extLst>
              <a:ext uri="{FF2B5EF4-FFF2-40B4-BE49-F238E27FC236}">
                <a16:creationId xmlns:a16="http://schemas.microsoft.com/office/drawing/2014/main" id="{96E114E4-F0F5-C8BF-E587-168CA83794EB}"/>
              </a:ext>
            </a:extLst>
          </p:cNvPr>
          <p:cNvPicPr>
            <a:picLocks noChangeAspect="1" noChangeArrowheads="1"/>
          </p:cNvPicPr>
          <p:nvPr/>
        </p:nvPicPr>
        <p:blipFill>
          <a:blip>
            <a:lum bright="100000"/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rcRect/>
          <a:stretch/>
        </p:blipFill>
        <p:spPr bwMode="auto">
          <a:xfrm>
            <a:off x="4958788" y="6060351"/>
            <a:ext cx="593744" cy="160786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0" name="Picture 49">
            <a:extLst>
              <a:ext uri="{FF2B5EF4-FFF2-40B4-BE49-F238E27FC236}">
                <a16:creationId xmlns:a16="http://schemas.microsoft.com/office/drawing/2014/main" id="{336F008E-3D80-667D-412C-5554F5EF47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0"/>
          <a:srcRect/>
          <a:stretch/>
        </p:blipFill>
        <p:spPr bwMode="auto">
          <a:xfrm>
            <a:off x="4518221" y="6051975"/>
            <a:ext cx="228709" cy="1775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1" name="object 8">
            <a:extLst>
              <a:ext uri="{FF2B5EF4-FFF2-40B4-BE49-F238E27FC236}">
                <a16:creationId xmlns:a16="http://schemas.microsoft.com/office/drawing/2014/main" id="{A5F32881-512E-853F-153A-844814283893}"/>
              </a:ext>
            </a:extLst>
          </p:cNvPr>
          <p:cNvSpPr/>
          <p:nvPr/>
        </p:nvSpPr>
        <p:spPr>
          <a:xfrm>
            <a:off x="334963" y="1034244"/>
            <a:ext cx="3324244" cy="2575260"/>
          </a:xfrm>
          <a:custGeom>
            <a:avLst/>
            <a:gdLst/>
            <a:ahLst/>
            <a:cxnLst/>
            <a:rect l="l" t="t" r="r" b="b"/>
            <a:pathLst>
              <a:path w="4469130" h="8562340">
                <a:moveTo>
                  <a:pt x="4469057" y="8562137"/>
                </a:moveTo>
                <a:lnTo>
                  <a:pt x="0" y="8562137"/>
                </a:lnTo>
                <a:lnTo>
                  <a:pt x="0" y="0"/>
                </a:lnTo>
                <a:lnTo>
                  <a:pt x="4469057" y="0"/>
                </a:lnTo>
                <a:lnTo>
                  <a:pt x="4469057" y="8562137"/>
                </a:lnTo>
                <a:close/>
              </a:path>
            </a:pathLst>
          </a:custGeom>
          <a:noFill/>
          <a:ln w="10470">
            <a:solidFill>
              <a:schemeClr val="tx1">
                <a:lumMod val="75000"/>
                <a:lumOff val="25000"/>
              </a:schemeClr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849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52" name="object 41">
            <a:extLst>
              <a:ext uri="{FF2B5EF4-FFF2-40B4-BE49-F238E27FC236}">
                <a16:creationId xmlns:a16="http://schemas.microsoft.com/office/drawing/2014/main" id="{179DDB95-F421-55B2-D75F-416D1172922D}"/>
              </a:ext>
            </a:extLst>
          </p:cNvPr>
          <p:cNvSpPr txBox="1"/>
          <p:nvPr/>
        </p:nvSpPr>
        <p:spPr>
          <a:xfrm>
            <a:off x="1365731" y="1967289"/>
            <a:ext cx="1296000" cy="13410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7701" marR="0" lvl="0" indent="0" algn="l" defTabSz="914400" rtl="0" eaLnBrk="1" fontAlgn="auto" latinLnBrk="0" hangingPunct="1">
              <a:lnSpc>
                <a:spcPct val="100000"/>
              </a:lnSpc>
              <a:spcBef>
                <a:spcPts val="76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pt-BR" sz="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" panose="020B0503020204030204" pitchFamily="34" charset="0"/>
                <a:cs typeface="Arial"/>
                <a:sym typeface="Arial"/>
                <a:hlinkClick r:id="rId21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sami.karlik@tivio.com</a:t>
            </a:r>
            <a:endParaRPr kumimoji="0" lang="pt-BR" sz="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sos" panose="020B0503020204030204" pitchFamily="34" charset="0"/>
              <a:cs typeface="Arial"/>
              <a:sym typeface="Arial"/>
            </a:endParaRPr>
          </a:p>
          <a:p>
            <a:pPr marL="7701" marR="0" lvl="0" indent="0" algn="l" defTabSz="914400" rtl="0" eaLnBrk="1" fontAlgn="auto" latinLnBrk="0" hangingPunct="1">
              <a:lnSpc>
                <a:spcPct val="100000"/>
              </a:lnSpc>
              <a:spcBef>
                <a:spcPts val="76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pt-BR" sz="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sos" panose="020B0503020204030204" pitchFamily="34" charset="0"/>
              <a:cs typeface="Arial"/>
              <a:sym typeface="Arial"/>
            </a:endParaRPr>
          </a:p>
        </p:txBody>
      </p:sp>
      <p:grpSp>
        <p:nvGrpSpPr>
          <p:cNvPr id="53" name="Group 52">
            <a:extLst>
              <a:ext uri="{FF2B5EF4-FFF2-40B4-BE49-F238E27FC236}">
                <a16:creationId xmlns:a16="http://schemas.microsoft.com/office/drawing/2014/main" id="{4154D5A6-6EE1-419F-98BC-F8B49CC2D251}"/>
              </a:ext>
            </a:extLst>
          </p:cNvPr>
          <p:cNvGrpSpPr/>
          <p:nvPr/>
        </p:nvGrpSpPr>
        <p:grpSpPr>
          <a:xfrm>
            <a:off x="1365731" y="1096645"/>
            <a:ext cx="1332000" cy="780854"/>
            <a:chOff x="1010106" y="1175547"/>
            <a:chExt cx="1332000" cy="780854"/>
          </a:xfrm>
        </p:grpSpPr>
        <p:sp>
          <p:nvSpPr>
            <p:cNvPr id="54" name="Rectangle: Single Corner Rounded 53">
              <a:extLst>
                <a:ext uri="{FF2B5EF4-FFF2-40B4-BE49-F238E27FC236}">
                  <a16:creationId xmlns:a16="http://schemas.microsoft.com/office/drawing/2014/main" id="{AE5B2646-6C0A-8B5F-A5A3-E8E78C3A07D5}"/>
                </a:ext>
              </a:extLst>
            </p:cNvPr>
            <p:cNvSpPr/>
            <p:nvPr/>
          </p:nvSpPr>
          <p:spPr>
            <a:xfrm>
              <a:off x="1010106" y="1669888"/>
              <a:ext cx="1332000" cy="286513"/>
            </a:xfrm>
            <a:prstGeom prst="round1Rect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0" rIns="0" bIns="0" rtlCol="0" anchor="ctr"/>
            <a:lstStyle/>
            <a:p>
              <a:pPr marL="0" marR="175204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700" b="0" i="0" u="none" strike="noStrike" kern="0" cap="none" spc="0" normalizeH="0" baseline="0" noProof="0">
                  <a:ln>
                    <a:noFill/>
                  </a:ln>
                  <a:solidFill>
                    <a:srgbClr val="F6F6F6"/>
                  </a:solidFill>
                  <a:effectLst/>
                  <a:uLnTx/>
                  <a:uFillTx/>
                  <a:latin typeface="Versos" panose="020B0503020204030204" pitchFamily="34" charset="0"/>
                  <a:ea typeface="+mn-ea"/>
                  <a:cs typeface="Arial"/>
                  <a:sym typeface="Arial"/>
                </a:rPr>
                <a:t>HEAD DE </a:t>
              </a:r>
              <a:br>
                <a:rPr kumimoji="0" lang="pt-BR" sz="700" b="0" i="0" u="none" strike="noStrike" kern="0" cap="none" spc="0" normalizeH="0" baseline="0" noProof="0">
                  <a:ln>
                    <a:noFill/>
                  </a:ln>
                  <a:solidFill>
                    <a:srgbClr val="F6F6F6"/>
                  </a:solidFill>
                  <a:effectLst/>
                  <a:uLnTx/>
                  <a:uFillTx/>
                  <a:latin typeface="Versos" panose="020B0503020204030204" pitchFamily="34" charset="0"/>
                  <a:ea typeface="+mn-ea"/>
                  <a:cs typeface="Arial"/>
                  <a:sym typeface="Arial"/>
                </a:rPr>
              </a:br>
              <a:r>
                <a:rPr kumimoji="0" lang="pt-BR" sz="700" b="1" i="0" u="none" strike="noStrike" kern="0" cap="none" spc="0" normalizeH="0" baseline="0" noProof="0">
                  <a:ln>
                    <a:noFill/>
                  </a:ln>
                  <a:solidFill>
                    <a:srgbClr val="F6F6F6"/>
                  </a:solidFill>
                  <a:effectLst/>
                  <a:uLnTx/>
                  <a:uFillTx/>
                  <a:latin typeface="Versos" panose="020B0503020204030204" pitchFamily="34" charset="0"/>
                  <a:ea typeface="+mn-ea"/>
                  <a:cs typeface="Arial"/>
                  <a:sym typeface="Arial"/>
                </a:rPr>
                <a:t>CRÉDITO HIGH GRADE</a:t>
              </a:r>
            </a:p>
          </p:txBody>
        </p:sp>
        <p:sp>
          <p:nvSpPr>
            <p:cNvPr id="55" name="object 40">
              <a:extLst>
                <a:ext uri="{FF2B5EF4-FFF2-40B4-BE49-F238E27FC236}">
                  <a16:creationId xmlns:a16="http://schemas.microsoft.com/office/drawing/2014/main" id="{1EF050CA-C860-2A14-B13E-ED7AFF0DD235}"/>
                </a:ext>
              </a:extLst>
            </p:cNvPr>
            <p:cNvSpPr txBox="1"/>
            <p:nvPr/>
          </p:nvSpPr>
          <p:spPr>
            <a:xfrm>
              <a:off x="1010108" y="1175547"/>
              <a:ext cx="1250942" cy="394545"/>
            </a:xfrm>
            <a:prstGeom prst="rect">
              <a:avLst/>
            </a:prstGeom>
          </p:spPr>
          <p:txBody>
            <a:bodyPr vert="horz" wrap="square" lIns="0" tIns="7316" rIns="0" bIns="0" rtlCol="0">
              <a:spAutoFit/>
            </a:bodyPr>
            <a:lstStyle/>
            <a:p>
              <a:pPr marL="7701" marR="3081" lvl="0" indent="0" algn="l" defTabSz="914400" rtl="0" eaLnBrk="1" fontAlgn="auto" latinLnBrk="0" hangingPunct="1">
                <a:lnSpc>
                  <a:spcPct val="101200"/>
                </a:lnSpc>
                <a:spcBef>
                  <a:spcPts val="58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273" b="1" i="0" u="none" strike="noStrike" kern="0" cap="none" spc="0" normalizeH="0" baseline="0" noProof="0">
                  <a:ln>
                    <a:noFill/>
                  </a:ln>
                  <a:solidFill>
                    <a:srgbClr val="E6EDF1">
                      <a:lumMod val="90000"/>
                    </a:srgbClr>
                  </a:solidFill>
                  <a:effectLst/>
                  <a:uLnTx/>
                  <a:uFillTx/>
                  <a:latin typeface="Versos" panose="020B0503020204030204" pitchFamily="34" charset="0"/>
                  <a:cs typeface="Arial"/>
                  <a:sym typeface="Arial"/>
                </a:rPr>
                <a:t>Sami </a:t>
              </a:r>
              <a:br>
                <a:rPr kumimoji="0" lang="pt-BR" sz="1273" b="1" i="0" u="none" strike="noStrike" kern="0" cap="none" spc="0" normalizeH="0" baseline="0" noProof="0">
                  <a:ln>
                    <a:noFill/>
                  </a:ln>
                  <a:solidFill>
                    <a:srgbClr val="E6EDF1">
                      <a:lumMod val="90000"/>
                    </a:srgbClr>
                  </a:solidFill>
                  <a:effectLst/>
                  <a:uLnTx/>
                  <a:uFillTx/>
                  <a:latin typeface="Versos" panose="020B0503020204030204" pitchFamily="34" charset="0"/>
                  <a:cs typeface="Arial"/>
                  <a:sym typeface="Arial"/>
                </a:rPr>
              </a:br>
              <a:r>
                <a:rPr kumimoji="0" lang="pt-BR" sz="1273" b="1" i="0" u="none" strike="noStrike" kern="0" cap="none" spc="0" normalizeH="0" baseline="0" noProof="0">
                  <a:ln>
                    <a:noFill/>
                  </a:ln>
                  <a:solidFill>
                    <a:srgbClr val="E6EDF1">
                      <a:lumMod val="90000"/>
                    </a:srgbClr>
                  </a:solidFill>
                  <a:effectLst/>
                  <a:uLnTx/>
                  <a:uFillTx/>
                  <a:latin typeface="Versos" panose="020B0503020204030204" pitchFamily="34" charset="0"/>
                  <a:cs typeface="Arial"/>
                  <a:sym typeface="Arial"/>
                </a:rPr>
                <a:t>Karlik, CFA</a:t>
              </a:r>
            </a:p>
          </p:txBody>
        </p:sp>
      </p:grpSp>
      <p:sp>
        <p:nvSpPr>
          <p:cNvPr id="56" name="bg object 18">
            <a:extLst>
              <a:ext uri="{FF2B5EF4-FFF2-40B4-BE49-F238E27FC236}">
                <a16:creationId xmlns:a16="http://schemas.microsoft.com/office/drawing/2014/main" id="{DF5F3495-3B96-2876-25FA-53474F47FBA9}"/>
              </a:ext>
            </a:extLst>
          </p:cNvPr>
          <p:cNvSpPr/>
          <p:nvPr/>
        </p:nvSpPr>
        <p:spPr>
          <a:xfrm>
            <a:off x="334963" y="3236673"/>
            <a:ext cx="3324244" cy="372831"/>
          </a:xfrm>
          <a:custGeom>
            <a:avLst/>
            <a:gdLst/>
            <a:ahLst/>
            <a:cxnLst/>
            <a:rect l="l" t="t" r="r" b="b"/>
            <a:pathLst>
              <a:path w="3518535" h="967104">
                <a:moveTo>
                  <a:pt x="3518039" y="0"/>
                </a:moveTo>
                <a:lnTo>
                  <a:pt x="0" y="0"/>
                </a:lnTo>
                <a:lnTo>
                  <a:pt x="0" y="966892"/>
                </a:lnTo>
                <a:lnTo>
                  <a:pt x="3518039" y="966892"/>
                </a:lnTo>
                <a:lnTo>
                  <a:pt x="3518039" y="0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</p:spPr>
        <p:txBody>
          <a:bodyPr wrap="square" lIns="0" tIns="0" rIns="0" bIns="0" rtlCol="0"/>
          <a:lstStyle/>
          <a:p>
            <a:pPr marL="0" marR="0" lvl="0" indent="0" algn="l" defTabSz="5544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092" b="1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57" name="object 15">
            <a:extLst>
              <a:ext uri="{FF2B5EF4-FFF2-40B4-BE49-F238E27FC236}">
                <a16:creationId xmlns:a16="http://schemas.microsoft.com/office/drawing/2014/main" id="{4EF51483-F7CF-45E5-33C5-E03574FCADF1}"/>
              </a:ext>
            </a:extLst>
          </p:cNvPr>
          <p:cNvSpPr txBox="1"/>
          <p:nvPr/>
        </p:nvSpPr>
        <p:spPr>
          <a:xfrm>
            <a:off x="430766" y="2192008"/>
            <a:ext cx="3125339" cy="1044665"/>
          </a:xfrm>
          <a:prstGeom prst="rect">
            <a:avLst/>
          </a:prstGeom>
        </p:spPr>
        <p:txBody>
          <a:bodyPr vert="horz" wrap="square" lIns="0" tIns="0" rIns="0" bIns="0" numCol="1" rtlCol="0" anchor="t" anchorCtr="0">
            <a:noAutofit/>
          </a:bodyPr>
          <a:lstStyle/>
          <a:p>
            <a:pPr marL="0" marR="3081" lvl="0" indent="0" algn="l" defTabSz="9144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pt-BR" sz="75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 panose="020B0403020204030204" pitchFamily="34" charset="0"/>
                <a:cs typeface="Helvetica"/>
                <a:sym typeface="Arial"/>
              </a:rPr>
              <a:t>Iniciou sua carreira em 2004 na AIG. Entre os anos de </a:t>
            </a:r>
            <a:br>
              <a:rPr kumimoji="0" lang="pt-BR" sz="75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 panose="020B0403020204030204" pitchFamily="34" charset="0"/>
                <a:cs typeface="Helvetica"/>
                <a:sym typeface="Arial"/>
              </a:rPr>
            </a:br>
            <a:r>
              <a:rPr kumimoji="0" lang="pt-BR" sz="75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 panose="020B0403020204030204" pitchFamily="34" charset="0"/>
                <a:cs typeface="Helvetica"/>
                <a:sym typeface="Arial"/>
              </a:rPr>
              <a:t>2005 e 2008, trabalhou no Itaú Unibanco no time de produtos. </a:t>
            </a:r>
          </a:p>
          <a:p>
            <a:pPr marL="0" marR="3081" lvl="0" indent="0" algn="l" defTabSz="9144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pt-BR" sz="75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 panose="020B0403020204030204" pitchFamily="34" charset="0"/>
                <a:cs typeface="Helvetica"/>
                <a:sym typeface="Arial"/>
              </a:rPr>
              <a:t>Então, juntou-se ao Banco Fator para trabalhar como analista </a:t>
            </a:r>
            <a:br>
              <a:rPr kumimoji="0" lang="pt-BR" sz="75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 panose="020B0403020204030204" pitchFamily="34" charset="0"/>
                <a:cs typeface="Helvetica"/>
                <a:sym typeface="Arial"/>
              </a:rPr>
            </a:br>
            <a:r>
              <a:rPr kumimoji="0" lang="pt-BR" sz="75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 panose="020B0403020204030204" pitchFamily="34" charset="0"/>
                <a:cs typeface="Helvetica"/>
                <a:sym typeface="Arial"/>
              </a:rPr>
              <a:t>de </a:t>
            </a:r>
            <a:r>
              <a:rPr kumimoji="0" lang="pt-BR" sz="750" b="0" i="0" u="none" strike="noStrike" kern="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 panose="020B0403020204030204" pitchFamily="34" charset="0"/>
                <a:cs typeface="Helvetica"/>
                <a:sym typeface="Arial"/>
              </a:rPr>
              <a:t>equity</a:t>
            </a:r>
            <a:r>
              <a:rPr kumimoji="0" lang="pt-BR" sz="75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 panose="020B0403020204030204" pitchFamily="34" charset="0"/>
                <a:cs typeface="Helvetica"/>
                <a:sym typeface="Arial"/>
              </a:rPr>
              <a:t> </a:t>
            </a:r>
            <a:r>
              <a:rPr kumimoji="0" lang="pt-BR" sz="750" b="0" i="0" u="none" strike="noStrike" kern="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 panose="020B0403020204030204" pitchFamily="34" charset="0"/>
                <a:cs typeface="Helvetica"/>
                <a:sym typeface="Arial"/>
              </a:rPr>
              <a:t>research</a:t>
            </a:r>
            <a:r>
              <a:rPr kumimoji="0" lang="pt-BR" sz="75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 panose="020B0403020204030204" pitchFamily="34" charset="0"/>
                <a:cs typeface="Helvetica"/>
                <a:sym typeface="Arial"/>
              </a:rPr>
              <a:t>, cobrindo setores de logística, real </a:t>
            </a:r>
            <a:r>
              <a:rPr kumimoji="0" lang="pt-BR" sz="750" b="0" i="0" u="none" strike="noStrike" kern="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 panose="020B0403020204030204" pitchFamily="34" charset="0"/>
                <a:cs typeface="Helvetica"/>
                <a:sym typeface="Arial"/>
              </a:rPr>
              <a:t>estate</a:t>
            </a:r>
            <a:r>
              <a:rPr kumimoji="0" lang="pt-BR" sz="75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 panose="020B0403020204030204" pitchFamily="34" charset="0"/>
                <a:cs typeface="Helvetica"/>
                <a:sym typeface="Arial"/>
              </a:rPr>
              <a:t> </a:t>
            </a:r>
            <a:br>
              <a:rPr kumimoji="0" lang="pt-BR" sz="75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 panose="020B0403020204030204" pitchFamily="34" charset="0"/>
                <a:cs typeface="Helvetica"/>
                <a:sym typeface="Arial"/>
              </a:rPr>
            </a:br>
            <a:r>
              <a:rPr kumimoji="0" lang="pt-BR" sz="75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 panose="020B0403020204030204" pitchFamily="34" charset="0"/>
                <a:cs typeface="Helvetica"/>
                <a:sym typeface="Arial"/>
              </a:rPr>
              <a:t>e autopeças. No ano de 2012, fez uma transição para a área de </a:t>
            </a:r>
            <a:br>
              <a:rPr kumimoji="0" lang="pt-BR" sz="75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 panose="020B0403020204030204" pitchFamily="34" charset="0"/>
                <a:cs typeface="Helvetica"/>
                <a:sym typeface="Arial"/>
              </a:rPr>
            </a:br>
            <a:r>
              <a:rPr kumimoji="0" lang="pt-BR" sz="75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 panose="020B0403020204030204" pitchFamily="34" charset="0"/>
                <a:cs typeface="Helvetica"/>
                <a:sym typeface="Arial"/>
              </a:rPr>
              <a:t>crédito do Banco BV, na qual chegou ao cargo de VP de Crédito. </a:t>
            </a:r>
          </a:p>
          <a:p>
            <a:pPr marL="0" marR="3081" lvl="0" indent="0" algn="l" defTabSz="9144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pt-BR" sz="75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 panose="020B0403020204030204" pitchFamily="34" charset="0"/>
                <a:cs typeface="Helvetica"/>
                <a:sym typeface="Arial"/>
              </a:rPr>
              <a:t>Em maio de 2023, assumiu a posição de Head </a:t>
            </a:r>
            <a:br>
              <a:rPr kumimoji="0" lang="pt-BR" sz="75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 panose="020B0403020204030204" pitchFamily="34" charset="0"/>
                <a:cs typeface="Helvetica"/>
                <a:sym typeface="Arial"/>
              </a:rPr>
            </a:br>
            <a:r>
              <a:rPr kumimoji="0" lang="pt-BR" sz="75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 panose="020B0403020204030204" pitchFamily="34" charset="0"/>
                <a:cs typeface="Helvetica"/>
                <a:sym typeface="Arial"/>
              </a:rPr>
              <a:t>do time de Crédito Privado da </a:t>
            </a:r>
            <a:r>
              <a:rPr kumimoji="0" lang="pt-BR" sz="750" b="0" i="0" u="none" strike="noStrike" kern="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 panose="020B0403020204030204" pitchFamily="34" charset="0"/>
                <a:cs typeface="Helvetica"/>
                <a:sym typeface="Arial"/>
              </a:rPr>
              <a:t>Tivio</a:t>
            </a:r>
            <a:r>
              <a:rPr kumimoji="0" lang="pt-BR" sz="75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 panose="020B0403020204030204" pitchFamily="34" charset="0"/>
                <a:cs typeface="Helvetica"/>
                <a:sym typeface="Arial"/>
              </a:rPr>
              <a:t> Capital.</a:t>
            </a:r>
          </a:p>
        </p:txBody>
      </p:sp>
      <p:sp>
        <p:nvSpPr>
          <p:cNvPr id="58" name="object 8">
            <a:extLst>
              <a:ext uri="{FF2B5EF4-FFF2-40B4-BE49-F238E27FC236}">
                <a16:creationId xmlns:a16="http://schemas.microsoft.com/office/drawing/2014/main" id="{46FEC9B8-D53A-E40F-F67A-7665CCB618F0}"/>
              </a:ext>
            </a:extLst>
          </p:cNvPr>
          <p:cNvSpPr/>
          <p:nvPr/>
        </p:nvSpPr>
        <p:spPr>
          <a:xfrm>
            <a:off x="3833327" y="1034244"/>
            <a:ext cx="3324244" cy="2575260"/>
          </a:xfrm>
          <a:custGeom>
            <a:avLst/>
            <a:gdLst/>
            <a:ahLst/>
            <a:cxnLst/>
            <a:rect l="l" t="t" r="r" b="b"/>
            <a:pathLst>
              <a:path w="4469130" h="8562340">
                <a:moveTo>
                  <a:pt x="4469057" y="8562137"/>
                </a:moveTo>
                <a:lnTo>
                  <a:pt x="0" y="8562137"/>
                </a:lnTo>
                <a:lnTo>
                  <a:pt x="0" y="0"/>
                </a:lnTo>
                <a:lnTo>
                  <a:pt x="4469057" y="0"/>
                </a:lnTo>
                <a:lnTo>
                  <a:pt x="4469057" y="8562137"/>
                </a:lnTo>
                <a:close/>
              </a:path>
            </a:pathLst>
          </a:custGeom>
          <a:noFill/>
          <a:ln w="10470">
            <a:solidFill>
              <a:schemeClr val="tx1">
                <a:lumMod val="75000"/>
                <a:lumOff val="25000"/>
              </a:schemeClr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849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59" name="object 41">
            <a:extLst>
              <a:ext uri="{FF2B5EF4-FFF2-40B4-BE49-F238E27FC236}">
                <a16:creationId xmlns:a16="http://schemas.microsoft.com/office/drawing/2014/main" id="{D9BF8E0E-FEE0-D5C6-A3D8-DC2E5F94FA27}"/>
              </a:ext>
            </a:extLst>
          </p:cNvPr>
          <p:cNvSpPr txBox="1"/>
          <p:nvPr/>
        </p:nvSpPr>
        <p:spPr>
          <a:xfrm>
            <a:off x="4864095" y="1967289"/>
            <a:ext cx="1296000" cy="13410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7701" marR="0" lvl="0" indent="0" algn="l" defTabSz="914400" rtl="0" eaLnBrk="1" fontAlgn="auto" latinLnBrk="0" hangingPunct="1">
              <a:lnSpc>
                <a:spcPct val="100000"/>
              </a:lnSpc>
              <a:spcBef>
                <a:spcPts val="76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pt-BR" sz="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" panose="020B0503020204030204" pitchFamily="34" charset="0"/>
                <a:cs typeface="Arial"/>
                <a:sym typeface="Arial"/>
                <a:hlinkClick r:id="rId2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pedro.bento@tivio.com</a:t>
            </a:r>
            <a:endParaRPr kumimoji="0" lang="pt-BR" sz="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sos" panose="020B0503020204030204" pitchFamily="34" charset="0"/>
              <a:cs typeface="Arial"/>
              <a:sym typeface="Arial"/>
            </a:endParaRPr>
          </a:p>
          <a:p>
            <a:pPr marL="7701" marR="0" lvl="0" indent="0" algn="l" defTabSz="914400" rtl="0" eaLnBrk="1" fontAlgn="auto" latinLnBrk="0" hangingPunct="1">
              <a:lnSpc>
                <a:spcPct val="100000"/>
              </a:lnSpc>
              <a:spcBef>
                <a:spcPts val="76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pt-BR" sz="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sos" panose="020B0503020204030204" pitchFamily="34" charset="0"/>
              <a:cs typeface="Arial"/>
              <a:sym typeface="Arial"/>
            </a:endParaRPr>
          </a:p>
        </p:txBody>
      </p:sp>
      <p:grpSp>
        <p:nvGrpSpPr>
          <p:cNvPr id="60" name="Group 59">
            <a:extLst>
              <a:ext uri="{FF2B5EF4-FFF2-40B4-BE49-F238E27FC236}">
                <a16:creationId xmlns:a16="http://schemas.microsoft.com/office/drawing/2014/main" id="{859A8822-DC0F-E98D-C0D7-798723DA9A0D}"/>
              </a:ext>
            </a:extLst>
          </p:cNvPr>
          <p:cNvGrpSpPr/>
          <p:nvPr/>
        </p:nvGrpSpPr>
        <p:grpSpPr>
          <a:xfrm>
            <a:off x="4864095" y="1096645"/>
            <a:ext cx="1332000" cy="780854"/>
            <a:chOff x="1010106" y="1175547"/>
            <a:chExt cx="1332000" cy="780854"/>
          </a:xfrm>
        </p:grpSpPr>
        <p:sp>
          <p:nvSpPr>
            <p:cNvPr id="61" name="Rectangle: Single Corner Rounded 60">
              <a:extLst>
                <a:ext uri="{FF2B5EF4-FFF2-40B4-BE49-F238E27FC236}">
                  <a16:creationId xmlns:a16="http://schemas.microsoft.com/office/drawing/2014/main" id="{9566ED5E-5082-6528-C57D-B86699E5951F}"/>
                </a:ext>
              </a:extLst>
            </p:cNvPr>
            <p:cNvSpPr/>
            <p:nvPr/>
          </p:nvSpPr>
          <p:spPr>
            <a:xfrm>
              <a:off x="1010106" y="1669888"/>
              <a:ext cx="1332000" cy="286513"/>
            </a:xfrm>
            <a:prstGeom prst="round1Rect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0" rIns="0" bIns="0" rtlCol="0" anchor="ctr"/>
            <a:lstStyle/>
            <a:p>
              <a:pPr marL="0" marR="175204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700" b="0" i="0" u="none" strike="noStrike" kern="0" cap="none" spc="0" normalizeH="0" baseline="0" noProof="0">
                  <a:ln>
                    <a:noFill/>
                  </a:ln>
                  <a:solidFill>
                    <a:srgbClr val="F6F6F6"/>
                  </a:solidFill>
                  <a:effectLst/>
                  <a:uLnTx/>
                  <a:uFillTx/>
                  <a:latin typeface="Versos" panose="020B0503020204030204" pitchFamily="34" charset="0"/>
                  <a:ea typeface="+mn-ea"/>
                  <a:cs typeface="Arial"/>
                  <a:sym typeface="Arial"/>
                </a:rPr>
                <a:t>GESTOR DE </a:t>
              </a:r>
              <a:br>
                <a:rPr kumimoji="0" lang="pt-BR" sz="700" b="0" i="0" u="none" strike="noStrike" kern="0" cap="none" spc="0" normalizeH="0" baseline="0" noProof="0">
                  <a:ln>
                    <a:noFill/>
                  </a:ln>
                  <a:solidFill>
                    <a:srgbClr val="F6F6F6"/>
                  </a:solidFill>
                  <a:effectLst/>
                  <a:uLnTx/>
                  <a:uFillTx/>
                  <a:latin typeface="Versos" panose="020B0503020204030204" pitchFamily="34" charset="0"/>
                  <a:ea typeface="+mn-ea"/>
                  <a:cs typeface="Arial"/>
                  <a:sym typeface="Arial"/>
                </a:rPr>
              </a:br>
              <a:r>
                <a:rPr kumimoji="0" lang="pt-BR" sz="700" b="1" i="0" u="none" strike="noStrike" kern="0" cap="none" spc="0" normalizeH="0" baseline="0" noProof="0">
                  <a:ln>
                    <a:noFill/>
                  </a:ln>
                  <a:solidFill>
                    <a:srgbClr val="F6F6F6"/>
                  </a:solidFill>
                  <a:effectLst/>
                  <a:uLnTx/>
                  <a:uFillTx/>
                  <a:latin typeface="Versos" panose="020B0503020204030204" pitchFamily="34" charset="0"/>
                  <a:ea typeface="+mn-ea"/>
                  <a:cs typeface="Arial"/>
                  <a:sym typeface="Arial"/>
                </a:rPr>
                <a:t>CRÉDITO HIGH GRADE</a:t>
              </a:r>
            </a:p>
          </p:txBody>
        </p:sp>
        <p:sp>
          <p:nvSpPr>
            <p:cNvPr id="62" name="object 40">
              <a:extLst>
                <a:ext uri="{FF2B5EF4-FFF2-40B4-BE49-F238E27FC236}">
                  <a16:creationId xmlns:a16="http://schemas.microsoft.com/office/drawing/2014/main" id="{AAC69303-1C52-9BAE-D351-65CACDD562A0}"/>
                </a:ext>
              </a:extLst>
            </p:cNvPr>
            <p:cNvSpPr txBox="1"/>
            <p:nvPr/>
          </p:nvSpPr>
          <p:spPr>
            <a:xfrm>
              <a:off x="1010108" y="1175547"/>
              <a:ext cx="1250942" cy="394545"/>
            </a:xfrm>
            <a:prstGeom prst="rect">
              <a:avLst/>
            </a:prstGeom>
          </p:spPr>
          <p:txBody>
            <a:bodyPr vert="horz" wrap="square" lIns="0" tIns="7316" rIns="0" bIns="0" rtlCol="0">
              <a:spAutoFit/>
            </a:bodyPr>
            <a:lstStyle/>
            <a:p>
              <a:pPr marL="7701" marR="3081" lvl="0" indent="0" algn="l" defTabSz="914400" rtl="0" eaLnBrk="1" fontAlgn="auto" latinLnBrk="0" hangingPunct="1">
                <a:lnSpc>
                  <a:spcPct val="101200"/>
                </a:lnSpc>
                <a:spcBef>
                  <a:spcPts val="58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273" b="1" i="0" u="none" strike="noStrike" kern="0" cap="none" spc="0" normalizeH="0" baseline="0" noProof="0">
                  <a:ln>
                    <a:noFill/>
                  </a:ln>
                  <a:solidFill>
                    <a:srgbClr val="E6EDF1">
                      <a:lumMod val="90000"/>
                    </a:srgbClr>
                  </a:solidFill>
                  <a:effectLst/>
                  <a:uLnTx/>
                  <a:uFillTx/>
                  <a:latin typeface="Versos" panose="020B0503020204030204" pitchFamily="34" charset="0"/>
                  <a:cs typeface="Arial"/>
                  <a:sym typeface="Arial"/>
                </a:rPr>
                <a:t>Pedro </a:t>
              </a:r>
              <a:br>
                <a:rPr kumimoji="0" lang="pt-BR" sz="1273" b="1" i="0" u="none" strike="noStrike" kern="0" cap="none" spc="0" normalizeH="0" baseline="0" noProof="0">
                  <a:ln>
                    <a:noFill/>
                  </a:ln>
                  <a:solidFill>
                    <a:srgbClr val="E6EDF1">
                      <a:lumMod val="90000"/>
                    </a:srgbClr>
                  </a:solidFill>
                  <a:effectLst/>
                  <a:uLnTx/>
                  <a:uFillTx/>
                  <a:latin typeface="Versos" panose="020B0503020204030204" pitchFamily="34" charset="0"/>
                  <a:cs typeface="Arial"/>
                  <a:sym typeface="Arial"/>
                </a:rPr>
              </a:br>
              <a:r>
                <a:rPr kumimoji="0" lang="pt-BR" sz="1273" b="1" i="0" u="none" strike="noStrike" kern="0" cap="none" spc="0" normalizeH="0" baseline="0" noProof="0">
                  <a:ln>
                    <a:noFill/>
                  </a:ln>
                  <a:solidFill>
                    <a:srgbClr val="E6EDF1">
                      <a:lumMod val="90000"/>
                    </a:srgbClr>
                  </a:solidFill>
                  <a:effectLst/>
                  <a:uLnTx/>
                  <a:uFillTx/>
                  <a:latin typeface="Versos" panose="020B0503020204030204" pitchFamily="34" charset="0"/>
                  <a:cs typeface="Arial"/>
                  <a:sym typeface="Arial"/>
                </a:rPr>
                <a:t>Bento, CFA</a:t>
              </a:r>
            </a:p>
          </p:txBody>
        </p:sp>
      </p:grpSp>
      <p:sp>
        <p:nvSpPr>
          <p:cNvPr id="63" name="bg object 18">
            <a:extLst>
              <a:ext uri="{FF2B5EF4-FFF2-40B4-BE49-F238E27FC236}">
                <a16:creationId xmlns:a16="http://schemas.microsoft.com/office/drawing/2014/main" id="{C7675CA0-CD12-1257-8041-EDC7F8DE6A02}"/>
              </a:ext>
            </a:extLst>
          </p:cNvPr>
          <p:cNvSpPr/>
          <p:nvPr/>
        </p:nvSpPr>
        <p:spPr>
          <a:xfrm>
            <a:off x="3833327" y="3236673"/>
            <a:ext cx="3324244" cy="372831"/>
          </a:xfrm>
          <a:custGeom>
            <a:avLst/>
            <a:gdLst/>
            <a:ahLst/>
            <a:cxnLst/>
            <a:rect l="l" t="t" r="r" b="b"/>
            <a:pathLst>
              <a:path w="3518535" h="967104">
                <a:moveTo>
                  <a:pt x="3518039" y="0"/>
                </a:moveTo>
                <a:lnTo>
                  <a:pt x="0" y="0"/>
                </a:lnTo>
                <a:lnTo>
                  <a:pt x="0" y="966892"/>
                </a:lnTo>
                <a:lnTo>
                  <a:pt x="3518039" y="966892"/>
                </a:lnTo>
                <a:lnTo>
                  <a:pt x="3518039" y="0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</p:spPr>
        <p:txBody>
          <a:bodyPr wrap="square" lIns="0" tIns="0" rIns="0" bIns="0" rtlCol="0"/>
          <a:lstStyle/>
          <a:p>
            <a:pPr marL="0" marR="0" lvl="0" indent="0" algn="l" defTabSz="5544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092" b="1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64" name="object 15">
            <a:extLst>
              <a:ext uri="{FF2B5EF4-FFF2-40B4-BE49-F238E27FC236}">
                <a16:creationId xmlns:a16="http://schemas.microsoft.com/office/drawing/2014/main" id="{9A521877-A001-5C6D-73D5-B336A42B6C8F}"/>
              </a:ext>
            </a:extLst>
          </p:cNvPr>
          <p:cNvSpPr txBox="1"/>
          <p:nvPr/>
        </p:nvSpPr>
        <p:spPr>
          <a:xfrm>
            <a:off x="3929130" y="2192008"/>
            <a:ext cx="3125339" cy="1044665"/>
          </a:xfrm>
          <a:prstGeom prst="rect">
            <a:avLst/>
          </a:prstGeom>
        </p:spPr>
        <p:txBody>
          <a:bodyPr vert="horz" wrap="square" lIns="0" tIns="0" rIns="0" bIns="0" numCol="1" rtlCol="0" anchor="t" anchorCtr="0">
            <a:noAutofit/>
          </a:bodyPr>
          <a:lstStyle/>
          <a:p>
            <a:pPr marR="2540">
              <a:spcBef>
                <a:spcPts val="200"/>
              </a:spcBef>
              <a:spcAft>
                <a:spcPts val="200"/>
              </a:spcAft>
              <a:defRPr/>
            </a:pPr>
            <a:r>
              <a:rPr lang="pt-BR" sz="700">
                <a:solidFill>
                  <a:srgbClr val="FFFFFF"/>
                </a:solidFill>
                <a:latin typeface="Versos Light"/>
                <a:cs typeface="Helvetica"/>
              </a:rPr>
              <a:t>Pedro Bento integra a área de gestão dos fundos de crédito da Tivio capital desde 2019. </a:t>
            </a:r>
            <a:r>
              <a:rPr kumimoji="0" lang="pt-BR" sz="7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/>
                <a:cs typeface="Helvetica"/>
                <a:sym typeface="Arial"/>
              </a:rPr>
              <a:t>Iniciou</a:t>
            </a:r>
            <a:r>
              <a:rPr lang="pt-BR" sz="700">
                <a:solidFill>
                  <a:srgbClr val="FFFFFF"/>
                </a:solidFill>
                <a:latin typeface="Versos Light"/>
                <a:cs typeface="Helvetica"/>
              </a:rPr>
              <a:t> </a:t>
            </a:r>
            <a:r>
              <a:rPr kumimoji="0" lang="pt-BR" sz="7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/>
                <a:cs typeface="Helvetica"/>
                <a:sym typeface="Arial"/>
              </a:rPr>
              <a:t>sua</a:t>
            </a:r>
            <a:r>
              <a:rPr lang="pt-BR" sz="700">
                <a:solidFill>
                  <a:srgbClr val="FFFFFF"/>
                </a:solidFill>
                <a:latin typeface="Versos Light"/>
                <a:cs typeface="Helvetica"/>
              </a:rPr>
              <a:t> </a:t>
            </a:r>
            <a:r>
              <a:rPr kumimoji="0" lang="pt-BR" sz="7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/>
                <a:cs typeface="Helvetica"/>
                <a:sym typeface="Arial"/>
              </a:rPr>
              <a:t>carreira</a:t>
            </a:r>
            <a:r>
              <a:rPr lang="pt-BR" sz="700">
                <a:solidFill>
                  <a:srgbClr val="FFFFFF"/>
                </a:solidFill>
                <a:latin typeface="Versos Light"/>
                <a:cs typeface="Helvetica"/>
              </a:rPr>
              <a:t> </a:t>
            </a:r>
            <a:r>
              <a:rPr kumimoji="0" lang="pt-BR" sz="7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/>
                <a:cs typeface="Helvetica"/>
                <a:sym typeface="Arial"/>
              </a:rPr>
              <a:t>em</a:t>
            </a:r>
            <a:r>
              <a:rPr lang="pt-BR" sz="700">
                <a:solidFill>
                  <a:srgbClr val="FFFFFF"/>
                </a:solidFill>
                <a:latin typeface="Versos Light"/>
                <a:cs typeface="Helvetica"/>
              </a:rPr>
              <a:t> </a:t>
            </a:r>
            <a:r>
              <a:rPr kumimoji="0" lang="pt-BR" sz="7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/>
                <a:cs typeface="Helvetica"/>
                <a:sym typeface="Arial"/>
              </a:rPr>
              <a:t>2014</a:t>
            </a:r>
            <a:r>
              <a:rPr lang="pt-BR" sz="700">
                <a:solidFill>
                  <a:srgbClr val="FFFFFF"/>
                </a:solidFill>
                <a:latin typeface="Versos Light"/>
                <a:cs typeface="Helvetica"/>
              </a:rPr>
              <a:t> </a:t>
            </a:r>
            <a:r>
              <a:rPr kumimoji="0" lang="pt-BR" sz="7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/>
                <a:cs typeface="Helvetica"/>
                <a:sym typeface="Arial"/>
              </a:rPr>
              <a:t>na BV Asset </a:t>
            </a:r>
            <a:r>
              <a:rPr lang="pt-BR" sz="700">
                <a:solidFill>
                  <a:srgbClr val="FFFFFF"/>
                </a:solidFill>
                <a:latin typeface="Versos Light"/>
                <a:cs typeface="Helvetica"/>
              </a:rPr>
              <a:t>auxiliando na gestão de Fundos Imobiliários. </a:t>
            </a:r>
            <a:r>
              <a:rPr kumimoji="0" lang="pt-BR" sz="7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/>
                <a:cs typeface="Helvetica"/>
                <a:sym typeface="Arial"/>
              </a:rPr>
              <a:t>No </a:t>
            </a:r>
            <a:r>
              <a:rPr lang="pt-BR" sz="700">
                <a:solidFill>
                  <a:srgbClr val="FFFFFF"/>
                </a:solidFill>
                <a:latin typeface="Versos Light"/>
                <a:cs typeface="Helvetica"/>
              </a:rPr>
              <a:t>início de 2019 migrou para área de Gestão </a:t>
            </a:r>
            <a:r>
              <a:rPr kumimoji="0" lang="pt-BR" sz="7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/>
                <a:cs typeface="Helvetica"/>
                <a:sym typeface="Arial"/>
              </a:rPr>
              <a:t>de </a:t>
            </a:r>
            <a:r>
              <a:rPr lang="pt-BR" sz="700">
                <a:solidFill>
                  <a:srgbClr val="FFFFFF"/>
                </a:solidFill>
                <a:latin typeface="Versos Light"/>
                <a:cs typeface="Helvetica"/>
              </a:rPr>
              <a:t>Crédito</a:t>
            </a:r>
            <a:r>
              <a:rPr kumimoji="0" lang="pt-BR" sz="7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/>
                <a:cs typeface="Helvetica"/>
                <a:sym typeface="Arial"/>
              </a:rPr>
              <a:t>, </a:t>
            </a:r>
            <a:r>
              <a:rPr lang="pt-BR" sz="700">
                <a:solidFill>
                  <a:srgbClr val="FFFFFF"/>
                </a:solidFill>
                <a:latin typeface="Versos Light"/>
                <a:cs typeface="Helvetica"/>
              </a:rPr>
              <a:t>onde passou acompanhar as estratégias dos Fundos e o mercado </a:t>
            </a:r>
            <a:r>
              <a:rPr kumimoji="0" lang="pt-BR" sz="7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/>
                <a:cs typeface="Helvetica"/>
                <a:sym typeface="Arial"/>
              </a:rPr>
              <a:t>de </a:t>
            </a:r>
            <a:r>
              <a:rPr lang="pt-BR" sz="700">
                <a:solidFill>
                  <a:srgbClr val="FFFFFF"/>
                </a:solidFill>
                <a:latin typeface="Versos Light"/>
                <a:cs typeface="Helvetica"/>
              </a:rPr>
              <a:t>títulos </a:t>
            </a:r>
            <a:r>
              <a:rPr kumimoji="0" lang="pt-BR" sz="7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/>
                <a:cs typeface="Helvetica"/>
                <a:sym typeface="Arial"/>
              </a:rPr>
              <a:t>de </a:t>
            </a:r>
            <a:r>
              <a:rPr lang="pt-BR" sz="700">
                <a:solidFill>
                  <a:srgbClr val="FFFFFF"/>
                </a:solidFill>
                <a:latin typeface="Versos Light"/>
                <a:cs typeface="Helvetica"/>
              </a:rPr>
              <a:t>dívida corporativa</a:t>
            </a:r>
            <a:r>
              <a:rPr kumimoji="0" lang="pt-BR" sz="7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/>
                <a:cs typeface="Helvetica"/>
                <a:sym typeface="Arial"/>
              </a:rPr>
              <a:t>.</a:t>
            </a:r>
            <a:br>
              <a:rPr lang="pt-BR" sz="700">
                <a:solidFill>
                  <a:srgbClr val="FFFFFF"/>
                </a:solidFill>
                <a:latin typeface="Versos Light"/>
                <a:cs typeface="Helvetica"/>
              </a:rPr>
            </a:br>
            <a:br>
              <a:rPr lang="pt-BR" sz="700">
                <a:solidFill>
                  <a:srgbClr val="FFFFFF"/>
                </a:solidFill>
                <a:latin typeface="Versos Light"/>
                <a:cs typeface="Helvetica"/>
              </a:rPr>
            </a:br>
            <a:r>
              <a:rPr kumimoji="0" lang="pt-BR" sz="7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/>
                <a:cs typeface="Helvetica"/>
                <a:sym typeface="Arial"/>
              </a:rPr>
              <a:t>É formado em administração de empresas pelo Insper</a:t>
            </a:r>
            <a:r>
              <a:rPr lang="pt-BR" sz="700">
                <a:solidFill>
                  <a:srgbClr val="FFFFFF"/>
                </a:solidFill>
                <a:latin typeface="Versos Light"/>
                <a:cs typeface="Helvetica"/>
              </a:rPr>
              <a:t> e possui certificações CFA, CGA e CGE</a:t>
            </a:r>
            <a:r>
              <a:rPr kumimoji="0" lang="pt-BR" sz="7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/>
                <a:cs typeface="Helvetica"/>
                <a:sym typeface="Arial"/>
              </a:rPr>
              <a:t>.</a:t>
            </a:r>
            <a:endParaRPr lang="pt-BR" sz="700">
              <a:latin typeface="Versos Light"/>
            </a:endParaRPr>
          </a:p>
        </p:txBody>
      </p:sp>
      <p:pic>
        <p:nvPicPr>
          <p:cNvPr id="65" name="object 9">
            <a:extLst>
              <a:ext uri="{FF2B5EF4-FFF2-40B4-BE49-F238E27FC236}">
                <a16:creationId xmlns:a16="http://schemas.microsoft.com/office/drawing/2014/main" id="{03BD9633-9142-26D9-FF63-0140BDAED66E}"/>
              </a:ext>
            </a:extLst>
          </p:cNvPr>
          <p:cNvPicPr/>
          <p:nvPr/>
        </p:nvPicPr>
        <p:blipFill rotWithShape="1">
          <a:blip r:embed="rId23"/>
          <a:srcRect t="4817" b="26081"/>
          <a:stretch/>
        </p:blipFill>
        <p:spPr>
          <a:xfrm>
            <a:off x="334963" y="1104073"/>
            <a:ext cx="968992" cy="1004399"/>
          </a:xfrm>
          <a:prstGeom prst="round1Rect">
            <a:avLst/>
          </a:prstGeom>
        </p:spPr>
      </p:pic>
      <p:pic>
        <p:nvPicPr>
          <p:cNvPr id="66" name="object 43">
            <a:extLst>
              <a:ext uri="{FF2B5EF4-FFF2-40B4-BE49-F238E27FC236}">
                <a16:creationId xmlns:a16="http://schemas.microsoft.com/office/drawing/2014/main" id="{7EEAD74D-43CF-C644-7CFA-3BA7B0E4FD25}"/>
              </a:ext>
            </a:extLst>
          </p:cNvPr>
          <p:cNvPicPr preferRelativeResize="0"/>
          <p:nvPr/>
        </p:nvPicPr>
        <p:blipFill rotWithShape="1">
          <a:blip r:embed="rId24" cstate="print"/>
          <a:srcRect l="1958" r="1958"/>
          <a:stretch/>
        </p:blipFill>
        <p:spPr>
          <a:xfrm>
            <a:off x="3833326" y="1098781"/>
            <a:ext cx="968992" cy="1004400"/>
          </a:xfrm>
          <a:prstGeom prst="round1Rect">
            <a:avLst/>
          </a:prstGeom>
        </p:spPr>
      </p:pic>
      <p:pic>
        <p:nvPicPr>
          <p:cNvPr id="67" name="Picture 66" descr="A black and white logo&#10;&#10;AI-generated content may be incorrect.">
            <a:extLst>
              <a:ext uri="{FF2B5EF4-FFF2-40B4-BE49-F238E27FC236}">
                <a16:creationId xmlns:a16="http://schemas.microsoft.com/office/drawing/2014/main" id="{D9D2C967-376E-04BD-0346-69DA4DEBDA1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389354" y="3358398"/>
            <a:ext cx="428014" cy="166069"/>
          </a:xfrm>
          <a:prstGeom prst="rect">
            <a:avLst/>
          </a:prstGeom>
        </p:spPr>
      </p:pic>
      <p:pic>
        <p:nvPicPr>
          <p:cNvPr id="68" name="Picture 8">
            <a:extLst>
              <a:ext uri="{FF2B5EF4-FFF2-40B4-BE49-F238E27FC236}">
                <a16:creationId xmlns:a16="http://schemas.microsoft.com/office/drawing/2014/main" id="{70153EF1-20F0-27A1-23F1-EB9EAEAC21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0"/>
          <a:srcRect/>
          <a:stretch/>
        </p:blipFill>
        <p:spPr bwMode="auto">
          <a:xfrm>
            <a:off x="5036369" y="3361093"/>
            <a:ext cx="222373" cy="1726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9" name="Picture 2">
            <a:extLst>
              <a:ext uri="{FF2B5EF4-FFF2-40B4-BE49-F238E27FC236}">
                <a16:creationId xmlns:a16="http://schemas.microsoft.com/office/drawing/2014/main" id="{7EE9A494-0CD2-42E5-27C7-6B7BAEA48C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5">
            <a:extLst>
              <a:ext uri="{BEBA8EAE-BF5A-486C-A8C5-ECC9F3942E4B}">
                <a14:imgProps xmlns:a14="http://schemas.microsoft.com/office/drawing/2010/main">
                  <a14:imgLayer r:embed="rId26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rcRect t="13484" b="13484"/>
          <a:stretch/>
        </p:blipFill>
        <p:spPr bwMode="auto">
          <a:xfrm>
            <a:off x="2173140" y="3351683"/>
            <a:ext cx="678936" cy="1348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0" name="Picture 26">
            <a:extLst>
              <a:ext uri="{FF2B5EF4-FFF2-40B4-BE49-F238E27FC236}">
                <a16:creationId xmlns:a16="http://schemas.microsoft.com/office/drawing/2014/main" id="{F7B5DC59-4BDB-89F4-1FE2-93D5BF696A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7">
            <a:extLst>
              <a:ext uri="{BEBA8EAE-BF5A-486C-A8C5-ECC9F3942E4B}">
                <a14:imgProps xmlns:a14="http://schemas.microsoft.com/office/drawing/2010/main">
                  <a14:imgLayer r:embed="rId28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/>
        </p:blipFill>
        <p:spPr bwMode="auto">
          <a:xfrm>
            <a:off x="1782694" y="3342941"/>
            <a:ext cx="314151" cy="155864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" name="Picture 8">
            <a:extLst>
              <a:ext uri="{FF2B5EF4-FFF2-40B4-BE49-F238E27FC236}">
                <a16:creationId xmlns:a16="http://schemas.microsoft.com/office/drawing/2014/main" id="{05B72626-23E1-237F-77A1-9FC7E65EAA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0"/>
          <a:srcRect/>
          <a:stretch/>
        </p:blipFill>
        <p:spPr bwMode="auto">
          <a:xfrm>
            <a:off x="1429709" y="3340183"/>
            <a:ext cx="222373" cy="1726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2" name="Picture 4">
            <a:extLst>
              <a:ext uri="{FF2B5EF4-FFF2-40B4-BE49-F238E27FC236}">
                <a16:creationId xmlns:a16="http://schemas.microsoft.com/office/drawing/2014/main" id="{6FB5B6F6-F803-F153-BAD1-0CABBDD2131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1">
            <a:extLst>
              <a:ext uri="{BEBA8EAE-BF5A-486C-A8C5-ECC9F3942E4B}">
                <a14:imgProps xmlns:a14="http://schemas.microsoft.com/office/drawing/2010/main">
                  <a14:imgLayer r:embed="rId12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rcRect t="1" r="75472" b="-4964"/>
          <a:stretch/>
        </p:blipFill>
        <p:spPr bwMode="auto">
          <a:xfrm>
            <a:off x="7777025" y="5968286"/>
            <a:ext cx="210173" cy="271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3" name="Graphic 72">
            <a:extLst>
              <a:ext uri="{FF2B5EF4-FFF2-40B4-BE49-F238E27FC236}">
                <a16:creationId xmlns:a16="http://schemas.microsoft.com/office/drawing/2014/main" id="{580432AF-2AE7-4F9C-E144-7B22644E870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8162550" y="6050859"/>
            <a:ext cx="486588" cy="97317"/>
          </a:xfrm>
          <a:prstGeom prst="rect">
            <a:avLst/>
          </a:prstGeom>
        </p:spPr>
      </p:pic>
      <p:sp>
        <p:nvSpPr>
          <p:cNvPr id="74" name="Rectangle: Single Corner Rounded 73">
            <a:extLst>
              <a:ext uri="{FF2B5EF4-FFF2-40B4-BE49-F238E27FC236}">
                <a16:creationId xmlns:a16="http://schemas.microsoft.com/office/drawing/2014/main" id="{34DC0D54-A1AC-BC41-729E-2D83B7D6E9C3}"/>
              </a:ext>
            </a:extLst>
          </p:cNvPr>
          <p:cNvSpPr/>
          <p:nvPr/>
        </p:nvSpPr>
        <p:spPr>
          <a:xfrm>
            <a:off x="334963" y="3818022"/>
            <a:ext cx="966794" cy="1011827"/>
          </a:xfrm>
          <a:prstGeom prst="round1Rect">
            <a:avLst/>
          </a:prstGeom>
          <a:blipFill dpi="0" rotWithShape="1">
            <a:blip r:embed="rId3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20400" t="-9261" r="-13181" b="-82191"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GB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  <a:sym typeface="Arial"/>
            </a:endParaRPr>
          </a:p>
        </p:txBody>
      </p:sp>
      <p:sp>
        <p:nvSpPr>
          <p:cNvPr id="75" name="Freeform: Shape 74">
            <a:extLst>
              <a:ext uri="{FF2B5EF4-FFF2-40B4-BE49-F238E27FC236}">
                <a16:creationId xmlns:a16="http://schemas.microsoft.com/office/drawing/2014/main" id="{F2AC7CF3-672A-19CA-D1FB-1F935A109B00}"/>
              </a:ext>
            </a:extLst>
          </p:cNvPr>
          <p:cNvSpPr/>
          <p:nvPr/>
        </p:nvSpPr>
        <p:spPr>
          <a:xfrm>
            <a:off x="8739899" y="5963138"/>
            <a:ext cx="698453" cy="266376"/>
          </a:xfrm>
          <a:custGeom>
            <a:avLst/>
            <a:gdLst>
              <a:gd name="connsiteX0" fmla="*/ 698175 w 698453"/>
              <a:gd name="connsiteY0" fmla="*/ 49842 h 266376"/>
              <a:gd name="connsiteX1" fmla="*/ 442248 w 698453"/>
              <a:gd name="connsiteY1" fmla="*/ 59434 h 266376"/>
              <a:gd name="connsiteX2" fmla="*/ 432732 w 698453"/>
              <a:gd name="connsiteY2" fmla="*/ 60245 h 266376"/>
              <a:gd name="connsiteX3" fmla="*/ 388244 w 698453"/>
              <a:gd name="connsiteY3" fmla="*/ 58088 h 266376"/>
              <a:gd name="connsiteX4" fmla="*/ 384588 w 698453"/>
              <a:gd name="connsiteY4" fmla="*/ 64605 h 266376"/>
              <a:gd name="connsiteX5" fmla="*/ 324342 w 698453"/>
              <a:gd name="connsiteY5" fmla="*/ 398 h 266376"/>
              <a:gd name="connsiteX6" fmla="*/ 323149 w 698453"/>
              <a:gd name="connsiteY6" fmla="*/ 0 h 266376"/>
              <a:gd name="connsiteX7" fmla="*/ 320763 w 698453"/>
              <a:gd name="connsiteY7" fmla="*/ 0 h 266376"/>
              <a:gd name="connsiteX8" fmla="*/ 318850 w 698453"/>
              <a:gd name="connsiteY8" fmla="*/ 3381 h 266376"/>
              <a:gd name="connsiteX9" fmla="*/ 325505 w 698453"/>
              <a:gd name="connsiteY9" fmla="*/ 41367 h 266376"/>
              <a:gd name="connsiteX10" fmla="*/ 314460 w 698453"/>
              <a:gd name="connsiteY10" fmla="*/ 63902 h 266376"/>
              <a:gd name="connsiteX11" fmla="*/ 265367 w 698453"/>
              <a:gd name="connsiteY11" fmla="*/ 59740 h 266376"/>
              <a:gd name="connsiteX12" fmla="*/ 256188 w 698453"/>
              <a:gd name="connsiteY12" fmla="*/ 58685 h 266376"/>
              <a:gd name="connsiteX13" fmla="*/ 3029 w 698453"/>
              <a:gd name="connsiteY13" fmla="*/ 49536 h 266376"/>
              <a:gd name="connsiteX14" fmla="*/ 0 w 698453"/>
              <a:gd name="connsiteY14" fmla="*/ 50240 h 266376"/>
              <a:gd name="connsiteX15" fmla="*/ 0 w 698453"/>
              <a:gd name="connsiteY15" fmla="*/ 53835 h 266376"/>
              <a:gd name="connsiteX16" fmla="*/ 796 w 698453"/>
              <a:gd name="connsiteY16" fmla="*/ 56222 h 266376"/>
              <a:gd name="connsiteX17" fmla="*/ 7848 w 698453"/>
              <a:gd name="connsiteY17" fmla="*/ 66120 h 266376"/>
              <a:gd name="connsiteX18" fmla="*/ 11474 w 698453"/>
              <a:gd name="connsiteY18" fmla="*/ 67879 h 266376"/>
              <a:gd name="connsiteX19" fmla="*/ 13356 w 698453"/>
              <a:gd name="connsiteY19" fmla="*/ 72576 h 266376"/>
              <a:gd name="connsiteX20" fmla="*/ 19184 w 698453"/>
              <a:gd name="connsiteY20" fmla="*/ 78711 h 266376"/>
              <a:gd name="connsiteX21" fmla="*/ 23330 w 698453"/>
              <a:gd name="connsiteY21" fmla="*/ 80944 h 266376"/>
              <a:gd name="connsiteX22" fmla="*/ 24539 w 698453"/>
              <a:gd name="connsiteY22" fmla="*/ 85319 h 266376"/>
              <a:gd name="connsiteX23" fmla="*/ 30184 w 698453"/>
              <a:gd name="connsiteY23" fmla="*/ 92433 h 266376"/>
              <a:gd name="connsiteX24" fmla="*/ 35722 w 698453"/>
              <a:gd name="connsiteY24" fmla="*/ 95279 h 266376"/>
              <a:gd name="connsiteX25" fmla="*/ 36624 w 698453"/>
              <a:gd name="connsiteY25" fmla="*/ 99562 h 266376"/>
              <a:gd name="connsiteX26" fmla="*/ 46936 w 698453"/>
              <a:gd name="connsiteY26" fmla="*/ 109996 h 266376"/>
              <a:gd name="connsiteX27" fmla="*/ 222179 w 698453"/>
              <a:gd name="connsiteY27" fmla="*/ 165942 h 266376"/>
              <a:gd name="connsiteX28" fmla="*/ 221445 w 698453"/>
              <a:gd name="connsiteY28" fmla="*/ 171679 h 266376"/>
              <a:gd name="connsiteX29" fmla="*/ 248156 w 698453"/>
              <a:gd name="connsiteY29" fmla="*/ 203592 h 266376"/>
              <a:gd name="connsiteX30" fmla="*/ 254933 w 698453"/>
              <a:gd name="connsiteY30" fmla="*/ 215968 h 266376"/>
              <a:gd name="connsiteX31" fmla="*/ 266790 w 698453"/>
              <a:gd name="connsiteY31" fmla="*/ 211425 h 266376"/>
              <a:gd name="connsiteX32" fmla="*/ 272817 w 698453"/>
              <a:gd name="connsiteY32" fmla="*/ 219058 h 266376"/>
              <a:gd name="connsiteX33" fmla="*/ 265382 w 698453"/>
              <a:gd name="connsiteY33" fmla="*/ 229446 h 266376"/>
              <a:gd name="connsiteX34" fmla="*/ 277300 w 698453"/>
              <a:gd name="connsiteY34" fmla="*/ 241088 h 266376"/>
              <a:gd name="connsiteX35" fmla="*/ 278065 w 698453"/>
              <a:gd name="connsiteY35" fmla="*/ 241088 h 266376"/>
              <a:gd name="connsiteX36" fmla="*/ 288192 w 698453"/>
              <a:gd name="connsiteY36" fmla="*/ 233363 h 266376"/>
              <a:gd name="connsiteX37" fmla="*/ 295566 w 698453"/>
              <a:gd name="connsiteY37" fmla="*/ 238717 h 266376"/>
              <a:gd name="connsiteX38" fmla="*/ 291252 w 698453"/>
              <a:gd name="connsiteY38" fmla="*/ 251216 h 266376"/>
              <a:gd name="connsiteX39" fmla="*/ 306933 w 698453"/>
              <a:gd name="connsiteY39" fmla="*/ 258360 h 266376"/>
              <a:gd name="connsiteX40" fmla="*/ 313802 w 698453"/>
              <a:gd name="connsiteY40" fmla="*/ 248034 h 266376"/>
              <a:gd name="connsiteX41" fmla="*/ 314796 w 698453"/>
              <a:gd name="connsiteY41" fmla="*/ 247789 h 266376"/>
              <a:gd name="connsiteX42" fmla="*/ 323118 w 698453"/>
              <a:gd name="connsiteY42" fmla="*/ 250481 h 266376"/>
              <a:gd name="connsiteX43" fmla="*/ 322797 w 698453"/>
              <a:gd name="connsiteY43" fmla="*/ 263577 h 266376"/>
              <a:gd name="connsiteX44" fmla="*/ 337943 w 698453"/>
              <a:gd name="connsiteY44" fmla="*/ 265979 h 266376"/>
              <a:gd name="connsiteX45" fmla="*/ 339136 w 698453"/>
              <a:gd name="connsiteY45" fmla="*/ 266377 h 266376"/>
              <a:gd name="connsiteX46" fmla="*/ 339931 w 698453"/>
              <a:gd name="connsiteY46" fmla="*/ 266377 h 266376"/>
              <a:gd name="connsiteX47" fmla="*/ 340819 w 698453"/>
              <a:gd name="connsiteY47" fmla="*/ 266147 h 266376"/>
              <a:gd name="connsiteX48" fmla="*/ 344307 w 698453"/>
              <a:gd name="connsiteY48" fmla="*/ 254505 h 266376"/>
              <a:gd name="connsiteX49" fmla="*/ 352736 w 698453"/>
              <a:gd name="connsiteY49" fmla="*/ 254459 h 266376"/>
              <a:gd name="connsiteX50" fmla="*/ 355827 w 698453"/>
              <a:gd name="connsiteY50" fmla="*/ 265841 h 266376"/>
              <a:gd name="connsiteX51" fmla="*/ 356683 w 698453"/>
              <a:gd name="connsiteY51" fmla="*/ 265979 h 266376"/>
              <a:gd name="connsiteX52" fmla="*/ 357877 w 698453"/>
              <a:gd name="connsiteY52" fmla="*/ 265979 h 266376"/>
              <a:gd name="connsiteX53" fmla="*/ 374185 w 698453"/>
              <a:gd name="connsiteY53" fmla="*/ 263546 h 266376"/>
              <a:gd name="connsiteX54" fmla="*/ 373879 w 698453"/>
              <a:gd name="connsiteY54" fmla="*/ 250466 h 266376"/>
              <a:gd name="connsiteX55" fmla="*/ 382981 w 698453"/>
              <a:gd name="connsiteY55" fmla="*/ 247651 h 266376"/>
              <a:gd name="connsiteX56" fmla="*/ 389988 w 698453"/>
              <a:gd name="connsiteY56" fmla="*/ 258299 h 266376"/>
              <a:gd name="connsiteX57" fmla="*/ 404965 w 698453"/>
              <a:gd name="connsiteY57" fmla="*/ 251017 h 266376"/>
              <a:gd name="connsiteX58" fmla="*/ 405302 w 698453"/>
              <a:gd name="connsiteY58" fmla="*/ 249931 h 266376"/>
              <a:gd name="connsiteX59" fmla="*/ 401339 w 698453"/>
              <a:gd name="connsiteY59" fmla="*/ 238319 h 266376"/>
              <a:gd name="connsiteX60" fmla="*/ 408438 w 698453"/>
              <a:gd name="connsiteY60" fmla="*/ 233332 h 266376"/>
              <a:gd name="connsiteX61" fmla="*/ 409738 w 698453"/>
              <a:gd name="connsiteY61" fmla="*/ 233470 h 266376"/>
              <a:gd name="connsiteX62" fmla="*/ 419116 w 698453"/>
              <a:gd name="connsiteY62" fmla="*/ 241241 h 266376"/>
              <a:gd name="connsiteX63" fmla="*/ 431584 w 698453"/>
              <a:gd name="connsiteY63" fmla="*/ 229094 h 266376"/>
              <a:gd name="connsiteX64" fmla="*/ 424088 w 698453"/>
              <a:gd name="connsiteY64" fmla="*/ 218722 h 266376"/>
              <a:gd name="connsiteX65" fmla="*/ 429336 w 698453"/>
              <a:gd name="connsiteY65" fmla="*/ 210981 h 266376"/>
              <a:gd name="connsiteX66" fmla="*/ 442033 w 698453"/>
              <a:gd name="connsiteY66" fmla="*/ 215708 h 266376"/>
              <a:gd name="connsiteX67" fmla="*/ 448459 w 698453"/>
              <a:gd name="connsiteY67" fmla="*/ 203576 h 266376"/>
              <a:gd name="connsiteX68" fmla="*/ 476822 w 698453"/>
              <a:gd name="connsiteY68" fmla="*/ 165927 h 266376"/>
              <a:gd name="connsiteX69" fmla="*/ 652326 w 698453"/>
              <a:gd name="connsiteY69" fmla="*/ 109843 h 266376"/>
              <a:gd name="connsiteX70" fmla="*/ 662805 w 698453"/>
              <a:gd name="connsiteY70" fmla="*/ 98384 h 266376"/>
              <a:gd name="connsiteX71" fmla="*/ 663570 w 698453"/>
              <a:gd name="connsiteY71" fmla="*/ 94973 h 266376"/>
              <a:gd name="connsiteX72" fmla="*/ 666293 w 698453"/>
              <a:gd name="connsiteY72" fmla="*/ 93902 h 266376"/>
              <a:gd name="connsiteX73" fmla="*/ 674172 w 698453"/>
              <a:gd name="connsiteY73" fmla="*/ 85824 h 266376"/>
              <a:gd name="connsiteX74" fmla="*/ 675534 w 698453"/>
              <a:gd name="connsiteY74" fmla="*/ 80210 h 266376"/>
              <a:gd name="connsiteX75" fmla="*/ 678762 w 698453"/>
              <a:gd name="connsiteY75" fmla="*/ 78864 h 266376"/>
              <a:gd name="connsiteX76" fmla="*/ 685110 w 698453"/>
              <a:gd name="connsiteY76" fmla="*/ 72836 h 266376"/>
              <a:gd name="connsiteX77" fmla="*/ 687252 w 698453"/>
              <a:gd name="connsiteY77" fmla="*/ 67787 h 266376"/>
              <a:gd name="connsiteX78" fmla="*/ 691780 w 698453"/>
              <a:gd name="connsiteY78" fmla="*/ 65141 h 266376"/>
              <a:gd name="connsiteX79" fmla="*/ 698206 w 698453"/>
              <a:gd name="connsiteY79" fmla="*/ 53805 h 266376"/>
              <a:gd name="connsiteX80" fmla="*/ 698206 w 698453"/>
              <a:gd name="connsiteY80" fmla="*/ 49812 h 266376"/>
              <a:gd name="connsiteX81" fmla="*/ 387479 w 698453"/>
              <a:gd name="connsiteY81" fmla="*/ 66502 h 266376"/>
              <a:gd name="connsiteX82" fmla="*/ 430055 w 698453"/>
              <a:gd name="connsiteY82" fmla="*/ 61224 h 266376"/>
              <a:gd name="connsiteX83" fmla="*/ 412844 w 698453"/>
              <a:gd name="connsiteY83" fmla="*/ 76706 h 266376"/>
              <a:gd name="connsiteX84" fmla="*/ 421503 w 698453"/>
              <a:gd name="connsiteY84" fmla="*/ 111663 h 266376"/>
              <a:gd name="connsiteX85" fmla="*/ 419499 w 698453"/>
              <a:gd name="connsiteY85" fmla="*/ 139981 h 266376"/>
              <a:gd name="connsiteX86" fmla="*/ 410503 w 698453"/>
              <a:gd name="connsiteY86" fmla="*/ 102913 h 266376"/>
              <a:gd name="connsiteX87" fmla="*/ 395648 w 698453"/>
              <a:gd name="connsiteY87" fmla="*/ 102806 h 266376"/>
              <a:gd name="connsiteX88" fmla="*/ 390585 w 698453"/>
              <a:gd name="connsiteY88" fmla="*/ 95707 h 266376"/>
              <a:gd name="connsiteX89" fmla="*/ 399963 w 698453"/>
              <a:gd name="connsiteY89" fmla="*/ 95707 h 266376"/>
              <a:gd name="connsiteX90" fmla="*/ 400559 w 698453"/>
              <a:gd name="connsiteY90" fmla="*/ 95110 h 266376"/>
              <a:gd name="connsiteX91" fmla="*/ 400559 w 698453"/>
              <a:gd name="connsiteY91" fmla="*/ 72576 h 266376"/>
              <a:gd name="connsiteX92" fmla="*/ 386393 w 698453"/>
              <a:gd name="connsiteY92" fmla="*/ 72576 h 266376"/>
              <a:gd name="connsiteX93" fmla="*/ 385949 w 698453"/>
              <a:gd name="connsiteY93" fmla="*/ 71750 h 266376"/>
              <a:gd name="connsiteX94" fmla="*/ 387494 w 698453"/>
              <a:gd name="connsiteY94" fmla="*/ 66487 h 266376"/>
              <a:gd name="connsiteX95" fmla="*/ 318881 w 698453"/>
              <a:gd name="connsiteY95" fmla="*/ 225392 h 266376"/>
              <a:gd name="connsiteX96" fmla="*/ 379937 w 698453"/>
              <a:gd name="connsiteY96" fmla="*/ 224474 h 266376"/>
              <a:gd name="connsiteX97" fmla="*/ 387969 w 698453"/>
              <a:gd name="connsiteY97" fmla="*/ 220145 h 266376"/>
              <a:gd name="connsiteX98" fmla="*/ 398938 w 698453"/>
              <a:gd name="connsiteY98" fmla="*/ 220145 h 266376"/>
              <a:gd name="connsiteX99" fmla="*/ 398433 w 698453"/>
              <a:gd name="connsiteY99" fmla="*/ 221063 h 266376"/>
              <a:gd name="connsiteX100" fmla="*/ 336948 w 698453"/>
              <a:gd name="connsiteY100" fmla="*/ 237233 h 266376"/>
              <a:gd name="connsiteX101" fmla="*/ 297585 w 698453"/>
              <a:gd name="connsiteY101" fmla="*/ 220145 h 266376"/>
              <a:gd name="connsiteX102" fmla="*/ 308554 w 698453"/>
              <a:gd name="connsiteY102" fmla="*/ 220145 h 266376"/>
              <a:gd name="connsiteX103" fmla="*/ 318850 w 698453"/>
              <a:gd name="connsiteY103" fmla="*/ 225392 h 266376"/>
              <a:gd name="connsiteX104" fmla="*/ 315561 w 698453"/>
              <a:gd name="connsiteY104" fmla="*/ 220129 h 266376"/>
              <a:gd name="connsiteX105" fmla="*/ 381390 w 698453"/>
              <a:gd name="connsiteY105" fmla="*/ 220129 h 266376"/>
              <a:gd name="connsiteX106" fmla="*/ 369014 w 698453"/>
              <a:gd name="connsiteY106" fmla="*/ 225514 h 266376"/>
              <a:gd name="connsiteX107" fmla="*/ 319952 w 698453"/>
              <a:gd name="connsiteY107" fmla="*/ 222715 h 266376"/>
              <a:gd name="connsiteX108" fmla="*/ 316066 w 698453"/>
              <a:gd name="connsiteY108" fmla="*/ 221032 h 266376"/>
              <a:gd name="connsiteX109" fmla="*/ 315561 w 698453"/>
              <a:gd name="connsiteY109" fmla="*/ 220129 h 266376"/>
              <a:gd name="connsiteX110" fmla="*/ 299712 w 698453"/>
              <a:gd name="connsiteY110" fmla="*/ 225805 h 266376"/>
              <a:gd name="connsiteX111" fmla="*/ 404154 w 698453"/>
              <a:gd name="connsiteY111" fmla="*/ 220359 h 266376"/>
              <a:gd name="connsiteX112" fmla="*/ 407719 w 698453"/>
              <a:gd name="connsiteY112" fmla="*/ 220145 h 266376"/>
              <a:gd name="connsiteX113" fmla="*/ 404323 w 698453"/>
              <a:gd name="connsiteY113" fmla="*/ 223725 h 266376"/>
              <a:gd name="connsiteX114" fmla="*/ 292231 w 698453"/>
              <a:gd name="connsiteY114" fmla="*/ 223327 h 266376"/>
              <a:gd name="connsiteX115" fmla="*/ 289232 w 698453"/>
              <a:gd name="connsiteY115" fmla="*/ 220344 h 266376"/>
              <a:gd name="connsiteX116" fmla="*/ 299727 w 698453"/>
              <a:gd name="connsiteY116" fmla="*/ 225805 h 266376"/>
              <a:gd name="connsiteX117" fmla="*/ 278049 w 698453"/>
              <a:gd name="connsiteY117" fmla="*/ 217345 h 266376"/>
              <a:gd name="connsiteX118" fmla="*/ 297203 w 698453"/>
              <a:gd name="connsiteY118" fmla="*/ 184637 h 266376"/>
              <a:gd name="connsiteX119" fmla="*/ 297203 w 698453"/>
              <a:gd name="connsiteY119" fmla="*/ 210553 h 266376"/>
              <a:gd name="connsiteX120" fmla="*/ 322139 w 698453"/>
              <a:gd name="connsiteY120" fmla="*/ 210553 h 266376"/>
              <a:gd name="connsiteX121" fmla="*/ 322736 w 698453"/>
              <a:gd name="connsiteY121" fmla="*/ 209956 h 266376"/>
              <a:gd name="connsiteX122" fmla="*/ 322736 w 698453"/>
              <a:gd name="connsiteY122" fmla="*/ 139767 h 266376"/>
              <a:gd name="connsiteX123" fmla="*/ 335908 w 698453"/>
              <a:gd name="connsiteY123" fmla="*/ 117630 h 266376"/>
              <a:gd name="connsiteX124" fmla="*/ 335908 w 698453"/>
              <a:gd name="connsiteY124" fmla="*/ 168681 h 266376"/>
              <a:gd name="connsiteX125" fmla="*/ 361441 w 698453"/>
              <a:gd name="connsiteY125" fmla="*/ 168681 h 266376"/>
              <a:gd name="connsiteX126" fmla="*/ 361441 w 698453"/>
              <a:gd name="connsiteY126" fmla="*/ 118028 h 266376"/>
              <a:gd name="connsiteX127" fmla="*/ 370284 w 698453"/>
              <a:gd name="connsiteY127" fmla="*/ 132515 h 266376"/>
              <a:gd name="connsiteX128" fmla="*/ 371431 w 698453"/>
              <a:gd name="connsiteY128" fmla="*/ 135758 h 266376"/>
              <a:gd name="connsiteX129" fmla="*/ 353455 w 698453"/>
              <a:gd name="connsiteY129" fmla="*/ 210553 h 266376"/>
              <a:gd name="connsiteX130" fmla="*/ 379386 w 698453"/>
              <a:gd name="connsiteY130" fmla="*/ 210553 h 266376"/>
              <a:gd name="connsiteX131" fmla="*/ 384557 w 698453"/>
              <a:gd name="connsiteY131" fmla="*/ 189196 h 266376"/>
              <a:gd name="connsiteX132" fmla="*/ 405103 w 698453"/>
              <a:gd name="connsiteY132" fmla="*/ 188997 h 266376"/>
              <a:gd name="connsiteX133" fmla="*/ 410304 w 698453"/>
              <a:gd name="connsiteY133" fmla="*/ 210170 h 266376"/>
              <a:gd name="connsiteX134" fmla="*/ 415536 w 698453"/>
              <a:gd name="connsiteY134" fmla="*/ 210920 h 266376"/>
              <a:gd name="connsiteX135" fmla="*/ 418902 w 698453"/>
              <a:gd name="connsiteY135" fmla="*/ 217330 h 266376"/>
              <a:gd name="connsiteX136" fmla="*/ 278065 w 698453"/>
              <a:gd name="connsiteY136" fmla="*/ 217330 h 266376"/>
              <a:gd name="connsiteX137" fmla="*/ 280390 w 698453"/>
              <a:gd name="connsiteY137" fmla="*/ 206866 h 266376"/>
              <a:gd name="connsiteX138" fmla="*/ 279243 w 698453"/>
              <a:gd name="connsiteY138" fmla="*/ 209772 h 266376"/>
              <a:gd name="connsiteX139" fmla="*/ 278279 w 698453"/>
              <a:gd name="connsiteY139" fmla="*/ 209344 h 266376"/>
              <a:gd name="connsiteX140" fmla="*/ 274500 w 698453"/>
              <a:gd name="connsiteY140" fmla="*/ 203944 h 266376"/>
              <a:gd name="connsiteX141" fmla="*/ 277590 w 698453"/>
              <a:gd name="connsiteY141" fmla="*/ 202659 h 266376"/>
              <a:gd name="connsiteX142" fmla="*/ 280405 w 698453"/>
              <a:gd name="connsiteY142" fmla="*/ 206866 h 266376"/>
              <a:gd name="connsiteX143" fmla="*/ 279656 w 698453"/>
              <a:gd name="connsiteY143" fmla="*/ 201389 h 266376"/>
              <a:gd name="connsiteX144" fmla="*/ 284842 w 698453"/>
              <a:gd name="connsiteY144" fmla="*/ 198987 h 266376"/>
              <a:gd name="connsiteX145" fmla="*/ 285637 w 698453"/>
              <a:gd name="connsiteY145" fmla="*/ 198191 h 266376"/>
              <a:gd name="connsiteX146" fmla="*/ 285240 w 698453"/>
              <a:gd name="connsiteY146" fmla="*/ 198987 h 266376"/>
              <a:gd name="connsiteX147" fmla="*/ 281843 w 698453"/>
              <a:gd name="connsiteY147" fmla="*/ 204556 h 266376"/>
              <a:gd name="connsiteX148" fmla="*/ 279656 w 698453"/>
              <a:gd name="connsiteY148" fmla="*/ 201373 h 266376"/>
              <a:gd name="connsiteX149" fmla="*/ 297203 w 698453"/>
              <a:gd name="connsiteY149" fmla="*/ 171878 h 266376"/>
              <a:gd name="connsiteX150" fmla="*/ 296530 w 698453"/>
              <a:gd name="connsiteY150" fmla="*/ 177386 h 266376"/>
              <a:gd name="connsiteX151" fmla="*/ 287029 w 698453"/>
              <a:gd name="connsiteY151" fmla="*/ 179053 h 266376"/>
              <a:gd name="connsiteX152" fmla="*/ 248248 w 698453"/>
              <a:gd name="connsiteY152" fmla="*/ 168772 h 266376"/>
              <a:gd name="connsiteX153" fmla="*/ 238962 w 698453"/>
              <a:gd name="connsiteY153" fmla="*/ 118043 h 266376"/>
              <a:gd name="connsiteX154" fmla="*/ 297218 w 698453"/>
              <a:gd name="connsiteY154" fmla="*/ 171878 h 266376"/>
              <a:gd name="connsiteX155" fmla="*/ 297203 w 698453"/>
              <a:gd name="connsiteY155" fmla="*/ 163510 h 266376"/>
              <a:gd name="connsiteX156" fmla="*/ 295704 w 698453"/>
              <a:gd name="connsiteY156" fmla="*/ 169384 h 266376"/>
              <a:gd name="connsiteX157" fmla="*/ 270094 w 698453"/>
              <a:gd name="connsiteY157" fmla="*/ 166891 h 266376"/>
              <a:gd name="connsiteX158" fmla="*/ 248569 w 698453"/>
              <a:gd name="connsiteY158" fmla="*/ 98537 h 266376"/>
              <a:gd name="connsiteX159" fmla="*/ 257427 w 698453"/>
              <a:gd name="connsiteY159" fmla="*/ 108573 h 266376"/>
              <a:gd name="connsiteX160" fmla="*/ 256907 w 698453"/>
              <a:gd name="connsiteY160" fmla="*/ 126610 h 266376"/>
              <a:gd name="connsiteX161" fmla="*/ 297218 w 698453"/>
              <a:gd name="connsiteY161" fmla="*/ 163510 h 266376"/>
              <a:gd name="connsiteX162" fmla="*/ 297203 w 698453"/>
              <a:gd name="connsiteY162" fmla="*/ 149542 h 266376"/>
              <a:gd name="connsiteX163" fmla="*/ 289722 w 698453"/>
              <a:gd name="connsiteY163" fmla="*/ 143668 h 266376"/>
              <a:gd name="connsiteX164" fmla="*/ 297203 w 698453"/>
              <a:gd name="connsiteY164" fmla="*/ 114050 h 266376"/>
              <a:gd name="connsiteX165" fmla="*/ 297203 w 698453"/>
              <a:gd name="connsiteY165" fmla="*/ 149542 h 266376"/>
              <a:gd name="connsiteX166" fmla="*/ 335893 w 698453"/>
              <a:gd name="connsiteY166" fmla="*/ 108695 h 266376"/>
              <a:gd name="connsiteX167" fmla="*/ 332512 w 698453"/>
              <a:gd name="connsiteY167" fmla="*/ 117263 h 266376"/>
              <a:gd name="connsiteX168" fmla="*/ 324572 w 698453"/>
              <a:gd name="connsiteY168" fmla="*/ 108053 h 266376"/>
              <a:gd name="connsiteX169" fmla="*/ 320411 w 698453"/>
              <a:gd name="connsiteY169" fmla="*/ 100251 h 266376"/>
              <a:gd name="connsiteX170" fmla="*/ 318758 w 698453"/>
              <a:gd name="connsiteY170" fmla="*/ 95722 h 266376"/>
              <a:gd name="connsiteX171" fmla="*/ 327938 w 698453"/>
              <a:gd name="connsiteY171" fmla="*/ 95722 h 266376"/>
              <a:gd name="connsiteX172" fmla="*/ 335893 w 698453"/>
              <a:gd name="connsiteY172" fmla="*/ 108695 h 266376"/>
              <a:gd name="connsiteX173" fmla="*/ 331120 w 698453"/>
              <a:gd name="connsiteY173" fmla="*/ 95921 h 266376"/>
              <a:gd name="connsiteX174" fmla="*/ 335908 w 698453"/>
              <a:gd name="connsiteY174" fmla="*/ 95722 h 266376"/>
              <a:gd name="connsiteX175" fmla="*/ 335908 w 698453"/>
              <a:gd name="connsiteY175" fmla="*/ 103295 h 266376"/>
              <a:gd name="connsiteX176" fmla="*/ 331120 w 698453"/>
              <a:gd name="connsiteY176" fmla="*/ 95921 h 266376"/>
              <a:gd name="connsiteX177" fmla="*/ 330615 w 698453"/>
              <a:gd name="connsiteY177" fmla="*/ 120231 h 266376"/>
              <a:gd name="connsiteX178" fmla="*/ 322751 w 698453"/>
              <a:gd name="connsiteY178" fmla="*/ 133601 h 266376"/>
              <a:gd name="connsiteX179" fmla="*/ 322751 w 698453"/>
              <a:gd name="connsiteY179" fmla="*/ 110868 h 266376"/>
              <a:gd name="connsiteX180" fmla="*/ 330615 w 698453"/>
              <a:gd name="connsiteY180" fmla="*/ 120231 h 266376"/>
              <a:gd name="connsiteX181" fmla="*/ 362420 w 698453"/>
              <a:gd name="connsiteY181" fmla="*/ 102071 h 266376"/>
              <a:gd name="connsiteX182" fmla="*/ 361441 w 698453"/>
              <a:gd name="connsiteY182" fmla="*/ 103693 h 266376"/>
              <a:gd name="connsiteX183" fmla="*/ 361441 w 698453"/>
              <a:gd name="connsiteY183" fmla="*/ 95722 h 266376"/>
              <a:gd name="connsiteX184" fmla="*/ 364638 w 698453"/>
              <a:gd name="connsiteY184" fmla="*/ 95921 h 266376"/>
              <a:gd name="connsiteX185" fmla="*/ 362420 w 698453"/>
              <a:gd name="connsiteY185" fmla="*/ 102071 h 266376"/>
              <a:gd name="connsiteX186" fmla="*/ 368019 w 698453"/>
              <a:gd name="connsiteY186" fmla="*/ 95707 h 266376"/>
              <a:gd name="connsiteX187" fmla="*/ 378193 w 698453"/>
              <a:gd name="connsiteY187" fmla="*/ 95707 h 266376"/>
              <a:gd name="connsiteX188" fmla="*/ 373068 w 698453"/>
              <a:gd name="connsiteY188" fmla="*/ 107135 h 266376"/>
              <a:gd name="connsiteX189" fmla="*/ 365618 w 698453"/>
              <a:gd name="connsiteY189" fmla="*/ 118043 h 266376"/>
              <a:gd name="connsiteX190" fmla="*/ 364914 w 698453"/>
              <a:gd name="connsiteY190" fmla="*/ 117538 h 266376"/>
              <a:gd name="connsiteX191" fmla="*/ 361456 w 698453"/>
              <a:gd name="connsiteY191" fmla="*/ 111464 h 266376"/>
              <a:gd name="connsiteX192" fmla="*/ 368019 w 698453"/>
              <a:gd name="connsiteY192" fmla="*/ 95707 h 266376"/>
              <a:gd name="connsiteX193" fmla="*/ 386179 w 698453"/>
              <a:gd name="connsiteY193" fmla="*/ 168696 h 266376"/>
              <a:gd name="connsiteX194" fmla="*/ 394761 w 698453"/>
              <a:gd name="connsiteY194" fmla="*/ 133601 h 266376"/>
              <a:gd name="connsiteX195" fmla="*/ 403344 w 698453"/>
              <a:gd name="connsiteY195" fmla="*/ 168696 h 266376"/>
              <a:gd name="connsiteX196" fmla="*/ 386194 w 698453"/>
              <a:gd name="connsiteY196" fmla="*/ 168696 h 266376"/>
              <a:gd name="connsiteX197" fmla="*/ 387311 w 698453"/>
              <a:gd name="connsiteY197" fmla="*/ 95768 h 266376"/>
              <a:gd name="connsiteX198" fmla="*/ 391763 w 698453"/>
              <a:gd name="connsiteY198" fmla="*/ 102683 h 266376"/>
              <a:gd name="connsiteX199" fmla="*/ 379233 w 698453"/>
              <a:gd name="connsiteY199" fmla="*/ 102851 h 266376"/>
              <a:gd name="connsiteX200" fmla="*/ 378606 w 698453"/>
              <a:gd name="connsiteY200" fmla="*/ 104473 h 266376"/>
              <a:gd name="connsiteX201" fmla="*/ 372609 w 698453"/>
              <a:gd name="connsiteY201" fmla="*/ 130389 h 266376"/>
              <a:gd name="connsiteX202" fmla="*/ 367086 w 698453"/>
              <a:gd name="connsiteY202" fmla="*/ 121317 h 266376"/>
              <a:gd name="connsiteX203" fmla="*/ 368616 w 698453"/>
              <a:gd name="connsiteY203" fmla="*/ 119007 h 266376"/>
              <a:gd name="connsiteX204" fmla="*/ 378208 w 698453"/>
              <a:gd name="connsiteY204" fmla="*/ 103662 h 266376"/>
              <a:gd name="connsiteX205" fmla="*/ 381038 w 698453"/>
              <a:gd name="connsiteY205" fmla="*/ 96319 h 266376"/>
              <a:gd name="connsiteX206" fmla="*/ 387326 w 698453"/>
              <a:gd name="connsiteY206" fmla="*/ 95753 h 266376"/>
              <a:gd name="connsiteX207" fmla="*/ 363843 w 698453"/>
              <a:gd name="connsiteY207" fmla="*/ 25518 h 266376"/>
              <a:gd name="connsiteX208" fmla="*/ 364638 w 698453"/>
              <a:gd name="connsiteY208" fmla="*/ 26313 h 266376"/>
              <a:gd name="connsiteX209" fmla="*/ 381788 w 698453"/>
              <a:gd name="connsiteY209" fmla="*/ 72576 h 266376"/>
              <a:gd name="connsiteX210" fmla="*/ 372808 w 698453"/>
              <a:gd name="connsiteY210" fmla="*/ 72576 h 266376"/>
              <a:gd name="connsiteX211" fmla="*/ 372624 w 698453"/>
              <a:gd name="connsiteY211" fmla="*/ 66808 h 266376"/>
              <a:gd name="connsiteX212" fmla="*/ 368723 w 698453"/>
              <a:gd name="connsiteY212" fmla="*/ 38369 h 266376"/>
              <a:gd name="connsiteX213" fmla="*/ 364225 w 698453"/>
              <a:gd name="connsiteY213" fmla="*/ 26313 h 266376"/>
              <a:gd name="connsiteX214" fmla="*/ 363828 w 698453"/>
              <a:gd name="connsiteY214" fmla="*/ 25518 h 266376"/>
              <a:gd name="connsiteX215" fmla="*/ 351467 w 698453"/>
              <a:gd name="connsiteY215" fmla="*/ 14350 h 266376"/>
              <a:gd name="connsiteX216" fmla="*/ 352262 w 698453"/>
              <a:gd name="connsiteY216" fmla="*/ 15145 h 266376"/>
              <a:gd name="connsiteX217" fmla="*/ 355031 w 698453"/>
              <a:gd name="connsiteY217" fmla="*/ 16966 h 266376"/>
              <a:gd name="connsiteX218" fmla="*/ 369442 w 698453"/>
              <a:gd name="connsiteY218" fmla="*/ 71199 h 266376"/>
              <a:gd name="connsiteX219" fmla="*/ 368830 w 698453"/>
              <a:gd name="connsiteY219" fmla="*/ 72576 h 266376"/>
              <a:gd name="connsiteX220" fmla="*/ 357265 w 698453"/>
              <a:gd name="connsiteY220" fmla="*/ 72576 h 266376"/>
              <a:gd name="connsiteX221" fmla="*/ 356729 w 698453"/>
              <a:gd name="connsiteY221" fmla="*/ 71658 h 266376"/>
              <a:gd name="connsiteX222" fmla="*/ 358534 w 698453"/>
              <a:gd name="connsiteY222" fmla="*/ 65080 h 266376"/>
              <a:gd name="connsiteX223" fmla="*/ 355414 w 698453"/>
              <a:gd name="connsiteY223" fmla="*/ 21785 h 266376"/>
              <a:gd name="connsiteX224" fmla="*/ 351880 w 698453"/>
              <a:gd name="connsiteY224" fmla="*/ 15145 h 266376"/>
              <a:gd name="connsiteX225" fmla="*/ 351482 w 698453"/>
              <a:gd name="connsiteY225" fmla="*/ 14350 h 266376"/>
              <a:gd name="connsiteX226" fmla="*/ 341492 w 698453"/>
              <a:gd name="connsiteY226" fmla="*/ 8766 h 266376"/>
              <a:gd name="connsiteX227" fmla="*/ 354771 w 698453"/>
              <a:gd name="connsiteY227" fmla="*/ 27996 h 266376"/>
              <a:gd name="connsiteX228" fmla="*/ 355658 w 698453"/>
              <a:gd name="connsiteY228" fmla="*/ 64605 h 266376"/>
              <a:gd name="connsiteX229" fmla="*/ 353256 w 698453"/>
              <a:gd name="connsiteY229" fmla="*/ 72576 h 266376"/>
              <a:gd name="connsiteX230" fmla="*/ 340681 w 698453"/>
              <a:gd name="connsiteY230" fmla="*/ 72576 h 266376"/>
              <a:gd name="connsiteX231" fmla="*/ 348055 w 698453"/>
              <a:gd name="connsiteY231" fmla="*/ 50638 h 266376"/>
              <a:gd name="connsiteX232" fmla="*/ 340681 w 698453"/>
              <a:gd name="connsiteY232" fmla="*/ 9164 h 266376"/>
              <a:gd name="connsiteX233" fmla="*/ 339488 w 698453"/>
              <a:gd name="connsiteY233" fmla="*/ 7970 h 266376"/>
              <a:gd name="connsiteX234" fmla="*/ 341477 w 698453"/>
              <a:gd name="connsiteY234" fmla="*/ 8766 h 266376"/>
              <a:gd name="connsiteX235" fmla="*/ 329131 w 698453"/>
              <a:gd name="connsiteY235" fmla="*/ 4391 h 266376"/>
              <a:gd name="connsiteX236" fmla="*/ 347474 w 698453"/>
              <a:gd name="connsiteY236" fmla="*/ 32111 h 266376"/>
              <a:gd name="connsiteX237" fmla="*/ 340788 w 698453"/>
              <a:gd name="connsiteY237" fmla="*/ 61714 h 266376"/>
              <a:gd name="connsiteX238" fmla="*/ 337300 w 698453"/>
              <a:gd name="connsiteY238" fmla="*/ 72591 h 266376"/>
              <a:gd name="connsiteX239" fmla="*/ 327127 w 698453"/>
              <a:gd name="connsiteY239" fmla="*/ 72591 h 266376"/>
              <a:gd name="connsiteX240" fmla="*/ 338417 w 698453"/>
              <a:gd name="connsiteY240" fmla="*/ 44993 h 266376"/>
              <a:gd name="connsiteX241" fmla="*/ 335434 w 698453"/>
              <a:gd name="connsiteY241" fmla="*/ 11459 h 266376"/>
              <a:gd name="connsiteX242" fmla="*/ 329131 w 698453"/>
              <a:gd name="connsiteY242" fmla="*/ 4804 h 266376"/>
              <a:gd name="connsiteX243" fmla="*/ 328335 w 698453"/>
              <a:gd name="connsiteY243" fmla="*/ 4008 h 266376"/>
              <a:gd name="connsiteX244" fmla="*/ 329131 w 698453"/>
              <a:gd name="connsiteY244" fmla="*/ 4406 h 266376"/>
              <a:gd name="connsiteX245" fmla="*/ 318850 w 698453"/>
              <a:gd name="connsiteY245" fmla="*/ 62112 h 266376"/>
              <a:gd name="connsiteX246" fmla="*/ 332190 w 698453"/>
              <a:gd name="connsiteY246" fmla="*/ 19857 h 266376"/>
              <a:gd name="connsiteX247" fmla="*/ 327524 w 698453"/>
              <a:gd name="connsiteY247" fmla="*/ 8368 h 266376"/>
              <a:gd name="connsiteX248" fmla="*/ 326729 w 698453"/>
              <a:gd name="connsiteY248" fmla="*/ 7175 h 266376"/>
              <a:gd name="connsiteX249" fmla="*/ 325933 w 698453"/>
              <a:gd name="connsiteY249" fmla="*/ 6578 h 266376"/>
              <a:gd name="connsiteX250" fmla="*/ 326132 w 698453"/>
              <a:gd name="connsiteY250" fmla="*/ 6379 h 266376"/>
              <a:gd name="connsiteX251" fmla="*/ 327127 w 698453"/>
              <a:gd name="connsiteY251" fmla="*/ 7175 h 266376"/>
              <a:gd name="connsiteX252" fmla="*/ 327922 w 698453"/>
              <a:gd name="connsiteY252" fmla="*/ 7970 h 266376"/>
              <a:gd name="connsiteX253" fmla="*/ 336902 w 698453"/>
              <a:gd name="connsiteY253" fmla="*/ 39485 h 266376"/>
              <a:gd name="connsiteX254" fmla="*/ 323929 w 698453"/>
              <a:gd name="connsiteY254" fmla="*/ 72576 h 266376"/>
              <a:gd name="connsiteX255" fmla="*/ 316953 w 698453"/>
              <a:gd name="connsiteY255" fmla="*/ 72576 h 266376"/>
              <a:gd name="connsiteX256" fmla="*/ 316372 w 698453"/>
              <a:gd name="connsiteY256" fmla="*/ 71612 h 266376"/>
              <a:gd name="connsiteX257" fmla="*/ 318850 w 698453"/>
              <a:gd name="connsiteY257" fmla="*/ 62096 h 266376"/>
              <a:gd name="connsiteX258" fmla="*/ 315500 w 698453"/>
              <a:gd name="connsiteY258" fmla="*/ 95768 h 266376"/>
              <a:gd name="connsiteX259" fmla="*/ 318345 w 698453"/>
              <a:gd name="connsiteY259" fmla="*/ 102897 h 266376"/>
              <a:gd name="connsiteX260" fmla="*/ 307178 w 698453"/>
              <a:gd name="connsiteY260" fmla="*/ 102897 h 266376"/>
              <a:gd name="connsiteX261" fmla="*/ 311629 w 698453"/>
              <a:gd name="connsiteY261" fmla="*/ 95784 h 266376"/>
              <a:gd name="connsiteX262" fmla="*/ 315500 w 698453"/>
              <a:gd name="connsiteY262" fmla="*/ 95784 h 266376"/>
              <a:gd name="connsiteX263" fmla="*/ 274668 w 698453"/>
              <a:gd name="connsiteY263" fmla="*/ 55044 h 266376"/>
              <a:gd name="connsiteX264" fmla="*/ 313159 w 698453"/>
              <a:gd name="connsiteY264" fmla="*/ 72576 h 266376"/>
              <a:gd name="connsiteX265" fmla="*/ 296805 w 698453"/>
              <a:gd name="connsiteY265" fmla="*/ 72576 h 266376"/>
              <a:gd name="connsiteX266" fmla="*/ 296805 w 698453"/>
              <a:gd name="connsiteY266" fmla="*/ 95110 h 266376"/>
              <a:gd name="connsiteX267" fmla="*/ 297402 w 698453"/>
              <a:gd name="connsiteY267" fmla="*/ 95707 h 266376"/>
              <a:gd name="connsiteX268" fmla="*/ 308371 w 698453"/>
              <a:gd name="connsiteY268" fmla="*/ 95707 h 266376"/>
              <a:gd name="connsiteX269" fmla="*/ 302986 w 698453"/>
              <a:gd name="connsiteY269" fmla="*/ 103280 h 266376"/>
              <a:gd name="connsiteX270" fmla="*/ 297203 w 698453"/>
              <a:gd name="connsiteY270" fmla="*/ 103280 h 266376"/>
              <a:gd name="connsiteX271" fmla="*/ 297203 w 698453"/>
              <a:gd name="connsiteY271" fmla="*/ 109858 h 266376"/>
              <a:gd name="connsiteX272" fmla="*/ 291420 w 698453"/>
              <a:gd name="connsiteY272" fmla="*/ 115641 h 266376"/>
              <a:gd name="connsiteX273" fmla="*/ 288039 w 698453"/>
              <a:gd name="connsiteY273" fmla="*/ 146360 h 266376"/>
              <a:gd name="connsiteX274" fmla="*/ 288437 w 698453"/>
              <a:gd name="connsiteY274" fmla="*/ 146559 h 266376"/>
              <a:gd name="connsiteX275" fmla="*/ 288238 w 698453"/>
              <a:gd name="connsiteY275" fmla="*/ 146758 h 266376"/>
              <a:gd name="connsiteX276" fmla="*/ 287641 w 698453"/>
              <a:gd name="connsiteY276" fmla="*/ 146360 h 266376"/>
              <a:gd name="connsiteX277" fmla="*/ 274056 w 698453"/>
              <a:gd name="connsiteY277" fmla="*/ 122617 h 266376"/>
              <a:gd name="connsiteX278" fmla="*/ 288452 w 698453"/>
              <a:gd name="connsiteY278" fmla="*/ 89955 h 266376"/>
              <a:gd name="connsiteX279" fmla="*/ 269283 w 698453"/>
              <a:gd name="connsiteY279" fmla="*/ 61821 h 266376"/>
              <a:gd name="connsiteX280" fmla="*/ 274684 w 698453"/>
              <a:gd name="connsiteY280" fmla="*/ 55059 h 266376"/>
              <a:gd name="connsiteX281" fmla="*/ 3151 w 698453"/>
              <a:gd name="connsiteY281" fmla="*/ 53636 h 266376"/>
              <a:gd name="connsiteX282" fmla="*/ 12545 w 698453"/>
              <a:gd name="connsiteY282" fmla="*/ 53422 h 266376"/>
              <a:gd name="connsiteX283" fmla="*/ 232353 w 698453"/>
              <a:gd name="connsiteY283" fmla="*/ 61836 h 266376"/>
              <a:gd name="connsiteX284" fmla="*/ 283939 w 698453"/>
              <a:gd name="connsiteY284" fmla="*/ 78864 h 266376"/>
              <a:gd name="connsiteX285" fmla="*/ 271960 w 698453"/>
              <a:gd name="connsiteY285" fmla="*/ 117339 h 266376"/>
              <a:gd name="connsiteX286" fmla="*/ 297203 w 698453"/>
              <a:gd name="connsiteY286" fmla="*/ 152342 h 266376"/>
              <a:gd name="connsiteX287" fmla="*/ 297203 w 698453"/>
              <a:gd name="connsiteY287" fmla="*/ 160312 h 266376"/>
              <a:gd name="connsiteX288" fmla="*/ 260150 w 698453"/>
              <a:gd name="connsiteY288" fmla="*/ 134535 h 266376"/>
              <a:gd name="connsiteX289" fmla="*/ 257794 w 698453"/>
              <a:gd name="connsiteY289" fmla="*/ 102591 h 266376"/>
              <a:gd name="connsiteX290" fmla="*/ 229125 w 698453"/>
              <a:gd name="connsiteY290" fmla="*/ 91760 h 266376"/>
              <a:gd name="connsiteX291" fmla="*/ 14641 w 698453"/>
              <a:gd name="connsiteY291" fmla="*/ 65676 h 266376"/>
              <a:gd name="connsiteX292" fmla="*/ 3151 w 698453"/>
              <a:gd name="connsiteY292" fmla="*/ 53621 h 266376"/>
              <a:gd name="connsiteX293" fmla="*/ 15130 w 698453"/>
              <a:gd name="connsiteY293" fmla="*/ 68598 h 266376"/>
              <a:gd name="connsiteX294" fmla="*/ 246121 w 698453"/>
              <a:gd name="connsiteY294" fmla="*/ 97512 h 266376"/>
              <a:gd name="connsiteX295" fmla="*/ 243154 w 698453"/>
              <a:gd name="connsiteY295" fmla="*/ 102913 h 266376"/>
              <a:gd name="connsiteX296" fmla="*/ 240063 w 698453"/>
              <a:gd name="connsiteY296" fmla="*/ 112184 h 266376"/>
              <a:gd name="connsiteX297" fmla="*/ 235183 w 698453"/>
              <a:gd name="connsiteY297" fmla="*/ 117920 h 266376"/>
              <a:gd name="connsiteX298" fmla="*/ 27491 w 698453"/>
              <a:gd name="connsiteY298" fmla="*/ 78772 h 266376"/>
              <a:gd name="connsiteX299" fmla="*/ 15130 w 698453"/>
              <a:gd name="connsiteY299" fmla="*/ 68598 h 266376"/>
              <a:gd name="connsiteX300" fmla="*/ 221445 w 698453"/>
              <a:gd name="connsiteY300" fmla="*/ 157666 h 266376"/>
              <a:gd name="connsiteX301" fmla="*/ 222394 w 698453"/>
              <a:gd name="connsiteY301" fmla="*/ 163097 h 266376"/>
              <a:gd name="connsiteX302" fmla="*/ 47731 w 698453"/>
              <a:gd name="connsiteY302" fmla="*/ 107181 h 266376"/>
              <a:gd name="connsiteX303" fmla="*/ 38674 w 698453"/>
              <a:gd name="connsiteY303" fmla="*/ 96105 h 266376"/>
              <a:gd name="connsiteX304" fmla="*/ 223005 w 698453"/>
              <a:gd name="connsiteY304" fmla="*/ 142765 h 266376"/>
              <a:gd name="connsiteX305" fmla="*/ 221460 w 698453"/>
              <a:gd name="connsiteY305" fmla="*/ 157666 h 266376"/>
              <a:gd name="connsiteX306" fmla="*/ 38674 w 698453"/>
              <a:gd name="connsiteY306" fmla="*/ 93122 h 266376"/>
              <a:gd name="connsiteX307" fmla="*/ 26711 w 698453"/>
              <a:gd name="connsiteY307" fmla="*/ 81755 h 266376"/>
              <a:gd name="connsiteX308" fmla="*/ 233378 w 698453"/>
              <a:gd name="connsiteY308" fmla="*/ 120445 h 266376"/>
              <a:gd name="connsiteX309" fmla="*/ 229997 w 698453"/>
              <a:gd name="connsiteY309" fmla="*/ 128033 h 266376"/>
              <a:gd name="connsiteX310" fmla="*/ 228758 w 698453"/>
              <a:gd name="connsiteY310" fmla="*/ 133173 h 266376"/>
              <a:gd name="connsiteX311" fmla="*/ 224015 w 698453"/>
              <a:gd name="connsiteY311" fmla="*/ 140287 h 266376"/>
              <a:gd name="connsiteX312" fmla="*/ 38674 w 698453"/>
              <a:gd name="connsiteY312" fmla="*/ 93122 h 266376"/>
              <a:gd name="connsiteX313" fmla="*/ 228176 w 698453"/>
              <a:gd name="connsiteY313" fmla="*/ 139185 h 266376"/>
              <a:gd name="connsiteX314" fmla="*/ 264801 w 698453"/>
              <a:gd name="connsiteY314" fmla="*/ 179741 h 266376"/>
              <a:gd name="connsiteX315" fmla="*/ 287825 w 698453"/>
              <a:gd name="connsiteY315" fmla="*/ 181837 h 266376"/>
              <a:gd name="connsiteX316" fmla="*/ 295214 w 698453"/>
              <a:gd name="connsiteY316" fmla="*/ 180644 h 266376"/>
              <a:gd name="connsiteX317" fmla="*/ 295413 w 698453"/>
              <a:gd name="connsiteY317" fmla="*/ 180246 h 266376"/>
              <a:gd name="connsiteX318" fmla="*/ 296010 w 698453"/>
              <a:gd name="connsiteY318" fmla="*/ 180843 h 266376"/>
              <a:gd name="connsiteX319" fmla="*/ 295612 w 698453"/>
              <a:gd name="connsiteY319" fmla="*/ 181042 h 266376"/>
              <a:gd name="connsiteX320" fmla="*/ 282929 w 698453"/>
              <a:gd name="connsiteY320" fmla="*/ 187314 h 266376"/>
              <a:gd name="connsiteX321" fmla="*/ 227977 w 698453"/>
              <a:gd name="connsiteY321" fmla="*/ 167090 h 266376"/>
              <a:gd name="connsiteX322" fmla="*/ 228176 w 698453"/>
              <a:gd name="connsiteY322" fmla="*/ 139170 h 266376"/>
              <a:gd name="connsiteX323" fmla="*/ 230379 w 698453"/>
              <a:gd name="connsiteY323" fmla="*/ 188630 h 266376"/>
              <a:gd name="connsiteX324" fmla="*/ 224597 w 698453"/>
              <a:gd name="connsiteY324" fmla="*/ 176070 h 266376"/>
              <a:gd name="connsiteX325" fmla="*/ 224597 w 698453"/>
              <a:gd name="connsiteY325" fmla="*/ 168696 h 266376"/>
              <a:gd name="connsiteX326" fmla="*/ 225514 w 698453"/>
              <a:gd name="connsiteY326" fmla="*/ 169201 h 266376"/>
              <a:gd name="connsiteX327" fmla="*/ 230578 w 698453"/>
              <a:gd name="connsiteY327" fmla="*/ 176085 h 266376"/>
              <a:gd name="connsiteX328" fmla="*/ 287351 w 698453"/>
              <a:gd name="connsiteY328" fmla="*/ 188936 h 266376"/>
              <a:gd name="connsiteX329" fmla="*/ 292032 w 698453"/>
              <a:gd name="connsiteY329" fmla="*/ 187238 h 266376"/>
              <a:gd name="connsiteX330" fmla="*/ 281920 w 698453"/>
              <a:gd name="connsiteY330" fmla="*/ 197075 h 266376"/>
              <a:gd name="connsiteX331" fmla="*/ 230379 w 698453"/>
              <a:gd name="connsiteY331" fmla="*/ 188630 h 266376"/>
              <a:gd name="connsiteX332" fmla="*/ 268243 w 698453"/>
              <a:gd name="connsiteY332" fmla="*/ 207829 h 266376"/>
              <a:gd name="connsiteX333" fmla="*/ 255759 w 698453"/>
              <a:gd name="connsiteY333" fmla="*/ 212113 h 266376"/>
              <a:gd name="connsiteX334" fmla="*/ 251721 w 698453"/>
              <a:gd name="connsiteY334" fmla="*/ 204188 h 266376"/>
              <a:gd name="connsiteX335" fmla="*/ 265505 w 698453"/>
              <a:gd name="connsiteY335" fmla="*/ 204999 h 266376"/>
              <a:gd name="connsiteX336" fmla="*/ 272083 w 698453"/>
              <a:gd name="connsiteY336" fmla="*/ 204770 h 266376"/>
              <a:gd name="connsiteX337" fmla="*/ 277544 w 698453"/>
              <a:gd name="connsiteY337" fmla="*/ 212358 h 266376"/>
              <a:gd name="connsiteX338" fmla="*/ 275066 w 698453"/>
              <a:gd name="connsiteY338" fmla="*/ 216550 h 266376"/>
              <a:gd name="connsiteX339" fmla="*/ 268243 w 698453"/>
              <a:gd name="connsiteY339" fmla="*/ 207829 h 266376"/>
              <a:gd name="connsiteX340" fmla="*/ 427240 w 698453"/>
              <a:gd name="connsiteY340" fmla="*/ 228651 h 266376"/>
              <a:gd name="connsiteX341" fmla="*/ 418367 w 698453"/>
              <a:gd name="connsiteY341" fmla="*/ 236835 h 266376"/>
              <a:gd name="connsiteX342" fmla="*/ 408729 w 698453"/>
              <a:gd name="connsiteY342" fmla="*/ 229308 h 266376"/>
              <a:gd name="connsiteX343" fmla="*/ 397377 w 698453"/>
              <a:gd name="connsiteY343" fmla="*/ 236927 h 266376"/>
              <a:gd name="connsiteX344" fmla="*/ 401691 w 698453"/>
              <a:gd name="connsiteY344" fmla="*/ 249074 h 266376"/>
              <a:gd name="connsiteX345" fmla="*/ 390829 w 698453"/>
              <a:gd name="connsiteY345" fmla="*/ 254398 h 266376"/>
              <a:gd name="connsiteX346" fmla="*/ 383272 w 698453"/>
              <a:gd name="connsiteY346" fmla="*/ 244163 h 266376"/>
              <a:gd name="connsiteX347" fmla="*/ 370666 w 698453"/>
              <a:gd name="connsiteY347" fmla="*/ 248110 h 266376"/>
              <a:gd name="connsiteX348" fmla="*/ 370605 w 698453"/>
              <a:gd name="connsiteY348" fmla="*/ 261206 h 266376"/>
              <a:gd name="connsiteX349" fmla="*/ 359253 w 698453"/>
              <a:gd name="connsiteY349" fmla="*/ 262843 h 266376"/>
              <a:gd name="connsiteX350" fmla="*/ 358336 w 698453"/>
              <a:gd name="connsiteY350" fmla="*/ 262154 h 266376"/>
              <a:gd name="connsiteX351" fmla="*/ 355444 w 698453"/>
              <a:gd name="connsiteY351" fmla="*/ 250481 h 266376"/>
              <a:gd name="connsiteX352" fmla="*/ 341737 w 698453"/>
              <a:gd name="connsiteY352" fmla="*/ 250497 h 266376"/>
              <a:gd name="connsiteX353" fmla="*/ 341171 w 698453"/>
              <a:gd name="connsiteY353" fmla="*/ 251155 h 266376"/>
              <a:gd name="connsiteX354" fmla="*/ 337897 w 698453"/>
              <a:gd name="connsiteY354" fmla="*/ 263240 h 266376"/>
              <a:gd name="connsiteX355" fmla="*/ 325949 w 698453"/>
              <a:gd name="connsiteY355" fmla="*/ 261221 h 266376"/>
              <a:gd name="connsiteX356" fmla="*/ 325918 w 698453"/>
              <a:gd name="connsiteY356" fmla="*/ 253052 h 266376"/>
              <a:gd name="connsiteX357" fmla="*/ 325933 w 698453"/>
              <a:gd name="connsiteY357" fmla="*/ 248279 h 266376"/>
              <a:gd name="connsiteX358" fmla="*/ 313006 w 698453"/>
              <a:gd name="connsiteY358" fmla="*/ 244133 h 266376"/>
              <a:gd name="connsiteX359" fmla="*/ 305785 w 698453"/>
              <a:gd name="connsiteY359" fmla="*/ 254826 h 266376"/>
              <a:gd name="connsiteX360" fmla="*/ 294816 w 698453"/>
              <a:gd name="connsiteY360" fmla="*/ 249671 h 266376"/>
              <a:gd name="connsiteX361" fmla="*/ 298733 w 698453"/>
              <a:gd name="connsiteY361" fmla="*/ 238212 h 266376"/>
              <a:gd name="connsiteX362" fmla="*/ 298412 w 698453"/>
              <a:gd name="connsiteY362" fmla="*/ 236713 h 266376"/>
              <a:gd name="connsiteX363" fmla="*/ 287488 w 698453"/>
              <a:gd name="connsiteY363" fmla="*/ 229385 h 266376"/>
              <a:gd name="connsiteX364" fmla="*/ 277514 w 698453"/>
              <a:gd name="connsiteY364" fmla="*/ 237279 h 266376"/>
              <a:gd name="connsiteX365" fmla="*/ 268901 w 698453"/>
              <a:gd name="connsiteY365" fmla="*/ 228742 h 266376"/>
              <a:gd name="connsiteX366" fmla="*/ 275678 w 698453"/>
              <a:gd name="connsiteY366" fmla="*/ 220374 h 266376"/>
              <a:gd name="connsiteX367" fmla="*/ 284169 w 698453"/>
              <a:gd name="connsiteY367" fmla="*/ 220252 h 266376"/>
              <a:gd name="connsiteX368" fmla="*/ 289049 w 698453"/>
              <a:gd name="connsiteY368" fmla="*/ 224551 h 266376"/>
              <a:gd name="connsiteX369" fmla="*/ 406327 w 698453"/>
              <a:gd name="connsiteY369" fmla="*/ 225744 h 266376"/>
              <a:gd name="connsiteX370" fmla="*/ 412217 w 698453"/>
              <a:gd name="connsiteY370" fmla="*/ 220466 h 266376"/>
              <a:gd name="connsiteX371" fmla="*/ 420891 w 698453"/>
              <a:gd name="connsiteY371" fmla="*/ 220374 h 266376"/>
              <a:gd name="connsiteX372" fmla="*/ 427255 w 698453"/>
              <a:gd name="connsiteY372" fmla="*/ 228681 h 266376"/>
              <a:gd name="connsiteX373" fmla="*/ 421488 w 698453"/>
              <a:gd name="connsiteY373" fmla="*/ 215754 h 266376"/>
              <a:gd name="connsiteX374" fmla="*/ 418887 w 698453"/>
              <a:gd name="connsiteY374" fmla="*/ 210568 h 266376"/>
              <a:gd name="connsiteX375" fmla="*/ 425664 w 698453"/>
              <a:gd name="connsiteY375" fmla="*/ 210568 h 266376"/>
              <a:gd name="connsiteX376" fmla="*/ 421472 w 698453"/>
              <a:gd name="connsiteY376" fmla="*/ 215754 h 266376"/>
              <a:gd name="connsiteX377" fmla="*/ 424257 w 698453"/>
              <a:gd name="connsiteY377" fmla="*/ 159915 h 266376"/>
              <a:gd name="connsiteX378" fmla="*/ 442033 w 698453"/>
              <a:gd name="connsiteY378" fmla="*/ 124621 h 266376"/>
              <a:gd name="connsiteX379" fmla="*/ 440855 w 698453"/>
              <a:gd name="connsiteY379" fmla="*/ 117431 h 266376"/>
              <a:gd name="connsiteX380" fmla="*/ 450187 w 698453"/>
              <a:gd name="connsiteY380" fmla="*/ 98522 h 266376"/>
              <a:gd name="connsiteX381" fmla="*/ 425695 w 698453"/>
              <a:gd name="connsiteY381" fmla="*/ 167885 h 266376"/>
              <a:gd name="connsiteX382" fmla="*/ 424272 w 698453"/>
              <a:gd name="connsiteY382" fmla="*/ 159899 h 266376"/>
              <a:gd name="connsiteX383" fmla="*/ 426643 w 698453"/>
              <a:gd name="connsiteY383" fmla="*/ 170654 h 266376"/>
              <a:gd name="connsiteX384" fmla="*/ 459458 w 698453"/>
              <a:gd name="connsiteY384" fmla="*/ 132469 h 266376"/>
              <a:gd name="connsiteX385" fmla="*/ 460391 w 698453"/>
              <a:gd name="connsiteY385" fmla="*/ 125034 h 266376"/>
              <a:gd name="connsiteX386" fmla="*/ 460177 w 698453"/>
              <a:gd name="connsiteY386" fmla="*/ 118043 h 266376"/>
              <a:gd name="connsiteX387" fmla="*/ 428081 w 698453"/>
              <a:gd name="connsiteY387" fmla="*/ 177844 h 266376"/>
              <a:gd name="connsiteX388" fmla="*/ 426643 w 698453"/>
              <a:gd name="connsiteY388" fmla="*/ 170654 h 266376"/>
              <a:gd name="connsiteX389" fmla="*/ 440458 w 698453"/>
              <a:gd name="connsiteY389" fmla="*/ 211991 h 266376"/>
              <a:gd name="connsiteX390" fmla="*/ 436143 w 698453"/>
              <a:gd name="connsiteY390" fmla="*/ 210476 h 266376"/>
              <a:gd name="connsiteX391" fmla="*/ 434858 w 698453"/>
              <a:gd name="connsiteY391" fmla="*/ 204586 h 266376"/>
              <a:gd name="connsiteX392" fmla="*/ 444833 w 698453"/>
              <a:gd name="connsiteY392" fmla="*/ 204188 h 266376"/>
              <a:gd name="connsiteX393" fmla="*/ 440458 w 698453"/>
              <a:gd name="connsiteY393" fmla="*/ 211991 h 266376"/>
              <a:gd name="connsiteX394" fmla="*/ 474359 w 698453"/>
              <a:gd name="connsiteY394" fmla="*/ 176468 h 266376"/>
              <a:gd name="connsiteX395" fmla="*/ 471850 w 698453"/>
              <a:gd name="connsiteY395" fmla="*/ 183535 h 266376"/>
              <a:gd name="connsiteX396" fmla="*/ 442982 w 698453"/>
              <a:gd name="connsiteY396" fmla="*/ 201741 h 266376"/>
              <a:gd name="connsiteX397" fmla="*/ 434308 w 698453"/>
              <a:gd name="connsiteY397" fmla="*/ 201741 h 266376"/>
              <a:gd name="connsiteX398" fmla="*/ 433742 w 698453"/>
              <a:gd name="connsiteY398" fmla="*/ 201113 h 266376"/>
              <a:gd name="connsiteX399" fmla="*/ 431661 w 698453"/>
              <a:gd name="connsiteY399" fmla="*/ 192026 h 266376"/>
              <a:gd name="connsiteX400" fmla="*/ 470351 w 698453"/>
              <a:gd name="connsiteY400" fmla="*/ 173668 h 266376"/>
              <a:gd name="connsiteX401" fmla="*/ 473227 w 698453"/>
              <a:gd name="connsiteY401" fmla="*/ 169354 h 266376"/>
              <a:gd name="connsiteX402" fmla="*/ 474359 w 698453"/>
              <a:gd name="connsiteY402" fmla="*/ 168681 h 266376"/>
              <a:gd name="connsiteX403" fmla="*/ 474359 w 698453"/>
              <a:gd name="connsiteY403" fmla="*/ 176452 h 266376"/>
              <a:gd name="connsiteX404" fmla="*/ 430896 w 698453"/>
              <a:gd name="connsiteY404" fmla="*/ 188982 h 266376"/>
              <a:gd name="connsiteX405" fmla="*/ 428923 w 698453"/>
              <a:gd name="connsiteY405" fmla="*/ 181225 h 266376"/>
              <a:gd name="connsiteX406" fmla="*/ 429244 w 698453"/>
              <a:gd name="connsiteY406" fmla="*/ 180828 h 266376"/>
              <a:gd name="connsiteX407" fmla="*/ 470947 w 698453"/>
              <a:gd name="connsiteY407" fmla="*/ 139170 h 266376"/>
              <a:gd name="connsiteX408" fmla="*/ 430896 w 698453"/>
              <a:gd name="connsiteY408" fmla="*/ 188982 h 266376"/>
              <a:gd name="connsiteX409" fmla="*/ 649480 w 698453"/>
              <a:gd name="connsiteY409" fmla="*/ 107854 h 266376"/>
              <a:gd name="connsiteX410" fmla="*/ 476348 w 698453"/>
              <a:gd name="connsiteY410" fmla="*/ 163097 h 266376"/>
              <a:gd name="connsiteX411" fmla="*/ 475950 w 698453"/>
              <a:gd name="connsiteY411" fmla="*/ 142765 h 266376"/>
              <a:gd name="connsiteX412" fmla="*/ 660281 w 698453"/>
              <a:gd name="connsiteY412" fmla="*/ 96105 h 266376"/>
              <a:gd name="connsiteX413" fmla="*/ 649496 w 698453"/>
              <a:gd name="connsiteY413" fmla="*/ 107854 h 266376"/>
              <a:gd name="connsiteX414" fmla="*/ 661474 w 698453"/>
              <a:gd name="connsiteY414" fmla="*/ 92724 h 266376"/>
              <a:gd name="connsiteX415" fmla="*/ 475705 w 698453"/>
              <a:gd name="connsiteY415" fmla="*/ 139966 h 266376"/>
              <a:gd name="connsiteX416" fmla="*/ 473181 w 698453"/>
              <a:gd name="connsiteY416" fmla="*/ 136967 h 266376"/>
              <a:gd name="connsiteX417" fmla="*/ 469081 w 698453"/>
              <a:gd name="connsiteY417" fmla="*/ 127895 h 266376"/>
              <a:gd name="connsiteX418" fmla="*/ 465593 w 698453"/>
              <a:gd name="connsiteY418" fmla="*/ 120429 h 266376"/>
              <a:gd name="connsiteX419" fmla="*/ 672657 w 698453"/>
              <a:gd name="connsiteY419" fmla="*/ 81342 h 266376"/>
              <a:gd name="connsiteX420" fmla="*/ 661490 w 698453"/>
              <a:gd name="connsiteY420" fmla="*/ 92709 h 266376"/>
              <a:gd name="connsiteX421" fmla="*/ 672719 w 698453"/>
              <a:gd name="connsiteY421" fmla="*/ 78450 h 266376"/>
              <a:gd name="connsiteX422" fmla="*/ 464553 w 698453"/>
              <a:gd name="connsiteY422" fmla="*/ 117676 h 266376"/>
              <a:gd name="connsiteX423" fmla="*/ 463344 w 698453"/>
              <a:gd name="connsiteY423" fmla="*/ 117293 h 266376"/>
              <a:gd name="connsiteX424" fmla="*/ 459244 w 698453"/>
              <a:gd name="connsiteY424" fmla="*/ 112627 h 266376"/>
              <a:gd name="connsiteX425" fmla="*/ 456597 w 698453"/>
              <a:gd name="connsiteY425" fmla="*/ 104504 h 266376"/>
              <a:gd name="connsiteX426" fmla="*/ 453216 w 698453"/>
              <a:gd name="connsiteY426" fmla="*/ 97512 h 266376"/>
              <a:gd name="connsiteX427" fmla="*/ 456720 w 698453"/>
              <a:gd name="connsiteY427" fmla="*/ 96243 h 266376"/>
              <a:gd name="connsiteX428" fmla="*/ 684223 w 698453"/>
              <a:gd name="connsiteY428" fmla="*/ 68614 h 266376"/>
              <a:gd name="connsiteX429" fmla="*/ 672734 w 698453"/>
              <a:gd name="connsiteY429" fmla="*/ 78466 h 266376"/>
              <a:gd name="connsiteX430" fmla="*/ 684315 w 698453"/>
              <a:gd name="connsiteY430" fmla="*/ 65692 h 266376"/>
              <a:gd name="connsiteX431" fmla="*/ 473013 w 698453"/>
              <a:gd name="connsiteY431" fmla="*/ 91362 h 266376"/>
              <a:gd name="connsiteX432" fmla="*/ 438836 w 698453"/>
              <a:gd name="connsiteY432" fmla="*/ 107043 h 266376"/>
              <a:gd name="connsiteX433" fmla="*/ 438836 w 698453"/>
              <a:gd name="connsiteY433" fmla="*/ 124208 h 266376"/>
              <a:gd name="connsiteX434" fmla="*/ 423492 w 698453"/>
              <a:gd name="connsiteY434" fmla="*/ 156702 h 266376"/>
              <a:gd name="connsiteX435" fmla="*/ 422971 w 698453"/>
              <a:gd name="connsiteY435" fmla="*/ 156014 h 266376"/>
              <a:gd name="connsiteX436" fmla="*/ 420202 w 698453"/>
              <a:gd name="connsiteY436" fmla="*/ 143775 h 266376"/>
              <a:gd name="connsiteX437" fmla="*/ 424165 w 698453"/>
              <a:gd name="connsiteY437" fmla="*/ 138206 h 266376"/>
              <a:gd name="connsiteX438" fmla="*/ 426674 w 698453"/>
              <a:gd name="connsiteY438" fmla="*/ 116421 h 266376"/>
              <a:gd name="connsiteX439" fmla="*/ 414619 w 698453"/>
              <a:gd name="connsiteY439" fmla="*/ 79613 h 266376"/>
              <a:gd name="connsiteX440" fmla="*/ 445062 w 698453"/>
              <a:gd name="connsiteY440" fmla="*/ 62586 h 266376"/>
              <a:gd name="connsiteX441" fmla="*/ 675258 w 698453"/>
              <a:gd name="connsiteY441" fmla="*/ 53805 h 266376"/>
              <a:gd name="connsiteX442" fmla="*/ 695804 w 698453"/>
              <a:gd name="connsiteY442" fmla="*/ 53407 h 266376"/>
              <a:gd name="connsiteX443" fmla="*/ 684330 w 698453"/>
              <a:gd name="connsiteY443" fmla="*/ 65661 h 2663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</a:cxnLst>
            <a:rect l="l" t="t" r="r" b="b"/>
            <a:pathLst>
              <a:path w="698453" h="266376">
                <a:moveTo>
                  <a:pt x="698175" y="49842"/>
                </a:moveTo>
                <a:cubicBezTo>
                  <a:pt x="612886" y="53636"/>
                  <a:pt x="527521" y="55227"/>
                  <a:pt x="442248" y="59434"/>
                </a:cubicBezTo>
                <a:cubicBezTo>
                  <a:pt x="438989" y="59587"/>
                  <a:pt x="435960" y="59236"/>
                  <a:pt x="432732" y="60245"/>
                </a:cubicBezTo>
                <a:cubicBezTo>
                  <a:pt x="422757" y="43341"/>
                  <a:pt x="399856" y="41765"/>
                  <a:pt x="388244" y="58088"/>
                </a:cubicBezTo>
                <a:lnTo>
                  <a:pt x="384588" y="64605"/>
                </a:lnTo>
                <a:cubicBezTo>
                  <a:pt x="381298" y="33213"/>
                  <a:pt x="355750" y="5278"/>
                  <a:pt x="324342" y="398"/>
                </a:cubicBezTo>
                <a:cubicBezTo>
                  <a:pt x="323991" y="245"/>
                  <a:pt x="323593" y="107"/>
                  <a:pt x="323149" y="0"/>
                </a:cubicBezTo>
                <a:lnTo>
                  <a:pt x="320763" y="0"/>
                </a:lnTo>
                <a:cubicBezTo>
                  <a:pt x="318728" y="229"/>
                  <a:pt x="318147" y="1469"/>
                  <a:pt x="318850" y="3381"/>
                </a:cubicBezTo>
                <a:cubicBezTo>
                  <a:pt x="328458" y="13524"/>
                  <a:pt x="333078" y="28776"/>
                  <a:pt x="325505" y="41367"/>
                </a:cubicBezTo>
                <a:cubicBezTo>
                  <a:pt x="320961" y="48297"/>
                  <a:pt x="316938" y="55839"/>
                  <a:pt x="314460" y="63902"/>
                </a:cubicBezTo>
                <a:cubicBezTo>
                  <a:pt x="305541" y="42514"/>
                  <a:pt x="278034" y="39960"/>
                  <a:pt x="265367" y="59740"/>
                </a:cubicBezTo>
                <a:cubicBezTo>
                  <a:pt x="262475" y="58960"/>
                  <a:pt x="259385" y="58807"/>
                  <a:pt x="256188" y="58685"/>
                </a:cubicBezTo>
                <a:cubicBezTo>
                  <a:pt x="172521" y="55533"/>
                  <a:pt x="87002" y="52489"/>
                  <a:pt x="3029" y="49536"/>
                </a:cubicBezTo>
                <a:cubicBezTo>
                  <a:pt x="1989" y="49613"/>
                  <a:pt x="979" y="49842"/>
                  <a:pt x="0" y="50240"/>
                </a:cubicBezTo>
                <a:lnTo>
                  <a:pt x="0" y="53835"/>
                </a:lnTo>
                <a:lnTo>
                  <a:pt x="796" y="56222"/>
                </a:lnTo>
                <a:cubicBezTo>
                  <a:pt x="2861" y="60475"/>
                  <a:pt x="3473" y="63274"/>
                  <a:pt x="7848" y="66120"/>
                </a:cubicBezTo>
                <a:cubicBezTo>
                  <a:pt x="8690" y="66671"/>
                  <a:pt x="11030" y="67420"/>
                  <a:pt x="11474" y="67879"/>
                </a:cubicBezTo>
                <a:cubicBezTo>
                  <a:pt x="11872" y="68292"/>
                  <a:pt x="12759" y="71490"/>
                  <a:pt x="13356" y="72576"/>
                </a:cubicBezTo>
                <a:cubicBezTo>
                  <a:pt x="14595" y="74840"/>
                  <a:pt x="17042" y="77288"/>
                  <a:pt x="19184" y="78711"/>
                </a:cubicBezTo>
                <a:cubicBezTo>
                  <a:pt x="20056" y="79292"/>
                  <a:pt x="23024" y="80439"/>
                  <a:pt x="23330" y="80944"/>
                </a:cubicBezTo>
                <a:cubicBezTo>
                  <a:pt x="23667" y="81495"/>
                  <a:pt x="24080" y="84172"/>
                  <a:pt x="24539" y="85319"/>
                </a:cubicBezTo>
                <a:cubicBezTo>
                  <a:pt x="25610" y="87981"/>
                  <a:pt x="27889" y="90750"/>
                  <a:pt x="30184" y="92433"/>
                </a:cubicBezTo>
                <a:cubicBezTo>
                  <a:pt x="31255" y="93229"/>
                  <a:pt x="35538" y="95019"/>
                  <a:pt x="35722" y="95279"/>
                </a:cubicBezTo>
                <a:cubicBezTo>
                  <a:pt x="35951" y="95631"/>
                  <a:pt x="36257" y="98476"/>
                  <a:pt x="36624" y="99562"/>
                </a:cubicBezTo>
                <a:cubicBezTo>
                  <a:pt x="38231" y="104137"/>
                  <a:pt x="42560" y="108068"/>
                  <a:pt x="46936" y="109996"/>
                </a:cubicBezTo>
                <a:lnTo>
                  <a:pt x="222179" y="165942"/>
                </a:lnTo>
                <a:cubicBezTo>
                  <a:pt x="222638" y="166646"/>
                  <a:pt x="221537" y="170501"/>
                  <a:pt x="221445" y="171679"/>
                </a:cubicBezTo>
                <a:cubicBezTo>
                  <a:pt x="220282" y="187406"/>
                  <a:pt x="234219" y="199599"/>
                  <a:pt x="248156" y="203592"/>
                </a:cubicBezTo>
                <a:lnTo>
                  <a:pt x="254933" y="215968"/>
                </a:lnTo>
                <a:lnTo>
                  <a:pt x="266790" y="211425"/>
                </a:lnTo>
                <a:cubicBezTo>
                  <a:pt x="267937" y="211929"/>
                  <a:pt x="272924" y="218447"/>
                  <a:pt x="272817" y="219058"/>
                </a:cubicBezTo>
                <a:cubicBezTo>
                  <a:pt x="272083" y="220803"/>
                  <a:pt x="265168" y="228391"/>
                  <a:pt x="265382" y="229446"/>
                </a:cubicBezTo>
                <a:lnTo>
                  <a:pt x="277300" y="241088"/>
                </a:lnTo>
                <a:lnTo>
                  <a:pt x="278065" y="241088"/>
                </a:lnTo>
                <a:cubicBezTo>
                  <a:pt x="279671" y="240140"/>
                  <a:pt x="287060" y="233179"/>
                  <a:pt x="288192" y="233363"/>
                </a:cubicBezTo>
                <a:cubicBezTo>
                  <a:pt x="288636" y="233439"/>
                  <a:pt x="295490" y="238273"/>
                  <a:pt x="295566" y="238717"/>
                </a:cubicBezTo>
                <a:lnTo>
                  <a:pt x="291252" y="251216"/>
                </a:lnTo>
                <a:lnTo>
                  <a:pt x="306933" y="258360"/>
                </a:lnTo>
                <a:cubicBezTo>
                  <a:pt x="307958" y="258100"/>
                  <a:pt x="312700" y="249457"/>
                  <a:pt x="313802" y="248034"/>
                </a:cubicBezTo>
                <a:cubicBezTo>
                  <a:pt x="314108" y="247560"/>
                  <a:pt x="314368" y="247712"/>
                  <a:pt x="314796" y="247789"/>
                </a:cubicBezTo>
                <a:cubicBezTo>
                  <a:pt x="317336" y="248248"/>
                  <a:pt x="320411" y="250099"/>
                  <a:pt x="323118" y="250481"/>
                </a:cubicBezTo>
                <a:cubicBezTo>
                  <a:pt x="323241" y="254857"/>
                  <a:pt x="323271" y="259232"/>
                  <a:pt x="322797" y="263577"/>
                </a:cubicBezTo>
                <a:cubicBezTo>
                  <a:pt x="327846" y="264372"/>
                  <a:pt x="332894" y="265183"/>
                  <a:pt x="337943" y="265979"/>
                </a:cubicBezTo>
                <a:cubicBezTo>
                  <a:pt x="338295" y="266132"/>
                  <a:pt x="338692" y="266270"/>
                  <a:pt x="339136" y="266377"/>
                </a:cubicBezTo>
                <a:lnTo>
                  <a:pt x="339931" y="266377"/>
                </a:lnTo>
                <a:lnTo>
                  <a:pt x="340819" y="266147"/>
                </a:lnTo>
                <a:lnTo>
                  <a:pt x="344307" y="254505"/>
                </a:lnTo>
                <a:cubicBezTo>
                  <a:pt x="347106" y="254398"/>
                  <a:pt x="349906" y="254383"/>
                  <a:pt x="352736" y="254459"/>
                </a:cubicBezTo>
                <a:lnTo>
                  <a:pt x="355827" y="265841"/>
                </a:lnTo>
                <a:lnTo>
                  <a:pt x="356683" y="265979"/>
                </a:lnTo>
                <a:cubicBezTo>
                  <a:pt x="357081" y="266254"/>
                  <a:pt x="357509" y="266270"/>
                  <a:pt x="357877" y="265979"/>
                </a:cubicBezTo>
                <a:cubicBezTo>
                  <a:pt x="363308" y="265535"/>
                  <a:pt x="368800" y="264357"/>
                  <a:pt x="374185" y="263546"/>
                </a:cubicBezTo>
                <a:cubicBezTo>
                  <a:pt x="373665" y="259217"/>
                  <a:pt x="373818" y="254842"/>
                  <a:pt x="373879" y="250466"/>
                </a:cubicBezTo>
                <a:lnTo>
                  <a:pt x="382981" y="247651"/>
                </a:lnTo>
                <a:lnTo>
                  <a:pt x="389988" y="258299"/>
                </a:lnTo>
                <a:lnTo>
                  <a:pt x="404965" y="251017"/>
                </a:lnTo>
                <a:lnTo>
                  <a:pt x="405302" y="249931"/>
                </a:lnTo>
                <a:lnTo>
                  <a:pt x="401339" y="238319"/>
                </a:lnTo>
                <a:cubicBezTo>
                  <a:pt x="403221" y="237738"/>
                  <a:pt x="407107" y="233714"/>
                  <a:pt x="408438" y="233332"/>
                </a:cubicBezTo>
                <a:cubicBezTo>
                  <a:pt x="408897" y="233210"/>
                  <a:pt x="409325" y="233194"/>
                  <a:pt x="409738" y="233470"/>
                </a:cubicBezTo>
                <a:lnTo>
                  <a:pt x="419116" y="241241"/>
                </a:lnTo>
                <a:lnTo>
                  <a:pt x="431584" y="229094"/>
                </a:lnTo>
                <a:lnTo>
                  <a:pt x="424088" y="218722"/>
                </a:lnTo>
                <a:lnTo>
                  <a:pt x="429336" y="210981"/>
                </a:lnTo>
                <a:cubicBezTo>
                  <a:pt x="430192" y="210476"/>
                  <a:pt x="440090" y="215586"/>
                  <a:pt x="442033" y="215708"/>
                </a:cubicBezTo>
                <a:lnTo>
                  <a:pt x="448459" y="203576"/>
                </a:lnTo>
                <a:cubicBezTo>
                  <a:pt x="465853" y="199522"/>
                  <a:pt x="480524" y="184989"/>
                  <a:pt x="476822" y="165927"/>
                </a:cubicBezTo>
                <a:lnTo>
                  <a:pt x="652326" y="109843"/>
                </a:lnTo>
                <a:cubicBezTo>
                  <a:pt x="657573" y="107349"/>
                  <a:pt x="660924" y="103907"/>
                  <a:pt x="662805" y="98384"/>
                </a:cubicBezTo>
                <a:cubicBezTo>
                  <a:pt x="663050" y="97681"/>
                  <a:pt x="663463" y="95095"/>
                  <a:pt x="663570" y="94973"/>
                </a:cubicBezTo>
                <a:cubicBezTo>
                  <a:pt x="663662" y="94866"/>
                  <a:pt x="665635" y="94284"/>
                  <a:pt x="666293" y="93902"/>
                </a:cubicBezTo>
                <a:cubicBezTo>
                  <a:pt x="669598" y="92020"/>
                  <a:pt x="672719" y="89450"/>
                  <a:pt x="674172" y="85824"/>
                </a:cubicBezTo>
                <a:cubicBezTo>
                  <a:pt x="674646" y="84646"/>
                  <a:pt x="675350" y="80424"/>
                  <a:pt x="675534" y="80210"/>
                </a:cubicBezTo>
                <a:cubicBezTo>
                  <a:pt x="675656" y="80072"/>
                  <a:pt x="678012" y="79322"/>
                  <a:pt x="678762" y="78864"/>
                </a:cubicBezTo>
                <a:cubicBezTo>
                  <a:pt x="681270" y="77349"/>
                  <a:pt x="683596" y="75375"/>
                  <a:pt x="685110" y="72836"/>
                </a:cubicBezTo>
                <a:cubicBezTo>
                  <a:pt x="685921" y="71490"/>
                  <a:pt x="686671" y="68568"/>
                  <a:pt x="687252" y="67787"/>
                </a:cubicBezTo>
                <a:cubicBezTo>
                  <a:pt x="687696" y="67191"/>
                  <a:pt x="690725" y="65952"/>
                  <a:pt x="691780" y="65141"/>
                </a:cubicBezTo>
                <a:cubicBezTo>
                  <a:pt x="695345" y="62433"/>
                  <a:pt x="697839" y="58256"/>
                  <a:pt x="698206" y="53805"/>
                </a:cubicBezTo>
                <a:cubicBezTo>
                  <a:pt x="698573" y="52611"/>
                  <a:pt x="698497" y="51020"/>
                  <a:pt x="698206" y="49812"/>
                </a:cubicBezTo>
                <a:close/>
                <a:moveTo>
                  <a:pt x="387479" y="66502"/>
                </a:moveTo>
                <a:cubicBezTo>
                  <a:pt x="394868" y="47150"/>
                  <a:pt x="418367" y="43937"/>
                  <a:pt x="430055" y="61224"/>
                </a:cubicBezTo>
                <a:cubicBezTo>
                  <a:pt x="422482" y="64514"/>
                  <a:pt x="416225" y="68920"/>
                  <a:pt x="412844" y="76706"/>
                </a:cubicBezTo>
                <a:cubicBezTo>
                  <a:pt x="405822" y="92862"/>
                  <a:pt x="414634" y="99241"/>
                  <a:pt x="421503" y="111663"/>
                </a:cubicBezTo>
                <a:cubicBezTo>
                  <a:pt x="426704" y="121087"/>
                  <a:pt x="426215" y="131460"/>
                  <a:pt x="419499" y="139981"/>
                </a:cubicBezTo>
                <a:lnTo>
                  <a:pt x="410503" y="102913"/>
                </a:lnTo>
                <a:lnTo>
                  <a:pt x="395648" y="102806"/>
                </a:lnTo>
                <a:cubicBezTo>
                  <a:pt x="394379" y="102438"/>
                  <a:pt x="391288" y="97099"/>
                  <a:pt x="390585" y="95707"/>
                </a:cubicBezTo>
                <a:lnTo>
                  <a:pt x="399963" y="95707"/>
                </a:lnTo>
                <a:cubicBezTo>
                  <a:pt x="399963" y="95707"/>
                  <a:pt x="400559" y="95156"/>
                  <a:pt x="400559" y="95110"/>
                </a:cubicBezTo>
                <a:lnTo>
                  <a:pt x="400559" y="72576"/>
                </a:lnTo>
                <a:lnTo>
                  <a:pt x="386393" y="72576"/>
                </a:lnTo>
                <a:cubicBezTo>
                  <a:pt x="386056" y="72499"/>
                  <a:pt x="385949" y="72117"/>
                  <a:pt x="385949" y="71750"/>
                </a:cubicBezTo>
                <a:cubicBezTo>
                  <a:pt x="385949" y="70572"/>
                  <a:pt x="387020" y="67726"/>
                  <a:pt x="387494" y="66487"/>
                </a:cubicBezTo>
                <a:close/>
                <a:moveTo>
                  <a:pt x="318881" y="225392"/>
                </a:moveTo>
                <a:cubicBezTo>
                  <a:pt x="338524" y="233623"/>
                  <a:pt x="360554" y="233271"/>
                  <a:pt x="379937" y="224474"/>
                </a:cubicBezTo>
                <a:cubicBezTo>
                  <a:pt x="381268" y="223862"/>
                  <a:pt x="387510" y="220145"/>
                  <a:pt x="387969" y="220145"/>
                </a:cubicBezTo>
                <a:lnTo>
                  <a:pt x="398938" y="220145"/>
                </a:lnTo>
                <a:cubicBezTo>
                  <a:pt x="399182" y="221078"/>
                  <a:pt x="398723" y="220818"/>
                  <a:pt x="398433" y="221063"/>
                </a:cubicBezTo>
                <a:cubicBezTo>
                  <a:pt x="382721" y="234541"/>
                  <a:pt x="357158" y="240002"/>
                  <a:pt x="336948" y="237233"/>
                </a:cubicBezTo>
                <a:cubicBezTo>
                  <a:pt x="322966" y="235321"/>
                  <a:pt x="308187" y="229400"/>
                  <a:pt x="297585" y="220145"/>
                </a:cubicBezTo>
                <a:lnTo>
                  <a:pt x="308554" y="220145"/>
                </a:lnTo>
                <a:cubicBezTo>
                  <a:pt x="309136" y="220145"/>
                  <a:pt x="317152" y="224688"/>
                  <a:pt x="318850" y="225392"/>
                </a:cubicBezTo>
                <a:close/>
                <a:moveTo>
                  <a:pt x="315561" y="220129"/>
                </a:moveTo>
                <a:lnTo>
                  <a:pt x="381390" y="220129"/>
                </a:lnTo>
                <a:cubicBezTo>
                  <a:pt x="377979" y="222654"/>
                  <a:pt x="373114" y="224321"/>
                  <a:pt x="369014" y="225514"/>
                </a:cubicBezTo>
                <a:cubicBezTo>
                  <a:pt x="352537" y="230303"/>
                  <a:pt x="335755" y="229217"/>
                  <a:pt x="319952" y="222715"/>
                </a:cubicBezTo>
                <a:cubicBezTo>
                  <a:pt x="318881" y="222271"/>
                  <a:pt x="316923" y="221583"/>
                  <a:pt x="316066" y="221032"/>
                </a:cubicBezTo>
                <a:cubicBezTo>
                  <a:pt x="315653" y="220772"/>
                  <a:pt x="315377" y="221063"/>
                  <a:pt x="315561" y="220129"/>
                </a:cubicBezTo>
                <a:close/>
                <a:moveTo>
                  <a:pt x="299712" y="225805"/>
                </a:moveTo>
                <a:cubicBezTo>
                  <a:pt x="332007" y="247743"/>
                  <a:pt x="374429" y="245739"/>
                  <a:pt x="404154" y="220359"/>
                </a:cubicBezTo>
                <a:lnTo>
                  <a:pt x="407719" y="220145"/>
                </a:lnTo>
                <a:cubicBezTo>
                  <a:pt x="408270" y="220634"/>
                  <a:pt x="404797" y="223311"/>
                  <a:pt x="404323" y="223725"/>
                </a:cubicBezTo>
                <a:cubicBezTo>
                  <a:pt x="372578" y="250527"/>
                  <a:pt x="323853" y="249915"/>
                  <a:pt x="292231" y="223327"/>
                </a:cubicBezTo>
                <a:cubicBezTo>
                  <a:pt x="291588" y="222791"/>
                  <a:pt x="289232" y="220986"/>
                  <a:pt x="289232" y="220344"/>
                </a:cubicBezTo>
                <a:cubicBezTo>
                  <a:pt x="293179" y="219257"/>
                  <a:pt x="296545" y="223663"/>
                  <a:pt x="299727" y="225805"/>
                </a:cubicBezTo>
                <a:close/>
                <a:moveTo>
                  <a:pt x="278049" y="217345"/>
                </a:moveTo>
                <a:lnTo>
                  <a:pt x="297203" y="184637"/>
                </a:lnTo>
                <a:lnTo>
                  <a:pt x="297203" y="210553"/>
                </a:lnTo>
                <a:lnTo>
                  <a:pt x="322139" y="210553"/>
                </a:lnTo>
                <a:cubicBezTo>
                  <a:pt x="322139" y="210553"/>
                  <a:pt x="322736" y="210002"/>
                  <a:pt x="322736" y="209956"/>
                </a:cubicBezTo>
                <a:lnTo>
                  <a:pt x="322736" y="139767"/>
                </a:lnTo>
                <a:lnTo>
                  <a:pt x="335908" y="117630"/>
                </a:lnTo>
                <a:lnTo>
                  <a:pt x="335908" y="168681"/>
                </a:lnTo>
                <a:lnTo>
                  <a:pt x="361441" y="168681"/>
                </a:lnTo>
                <a:lnTo>
                  <a:pt x="361441" y="118028"/>
                </a:lnTo>
                <a:cubicBezTo>
                  <a:pt x="364363" y="122510"/>
                  <a:pt x="367912" y="127711"/>
                  <a:pt x="370284" y="132515"/>
                </a:cubicBezTo>
                <a:cubicBezTo>
                  <a:pt x="370788" y="133540"/>
                  <a:pt x="371538" y="134535"/>
                  <a:pt x="371431" y="135758"/>
                </a:cubicBezTo>
                <a:lnTo>
                  <a:pt x="353455" y="210553"/>
                </a:lnTo>
                <a:lnTo>
                  <a:pt x="379386" y="210553"/>
                </a:lnTo>
                <a:lnTo>
                  <a:pt x="384557" y="189196"/>
                </a:lnTo>
                <a:lnTo>
                  <a:pt x="405103" y="188997"/>
                </a:lnTo>
                <a:lnTo>
                  <a:pt x="410304" y="210170"/>
                </a:lnTo>
                <a:cubicBezTo>
                  <a:pt x="411054" y="211164"/>
                  <a:pt x="414205" y="209956"/>
                  <a:pt x="415536" y="210920"/>
                </a:cubicBezTo>
                <a:cubicBezTo>
                  <a:pt x="416286" y="211455"/>
                  <a:pt x="418397" y="216136"/>
                  <a:pt x="418902" y="217330"/>
                </a:cubicBezTo>
                <a:lnTo>
                  <a:pt x="278065" y="217330"/>
                </a:lnTo>
                <a:close/>
                <a:moveTo>
                  <a:pt x="280390" y="206866"/>
                </a:moveTo>
                <a:cubicBezTo>
                  <a:pt x="280512" y="207325"/>
                  <a:pt x="279365" y="209681"/>
                  <a:pt x="279243" y="209772"/>
                </a:cubicBezTo>
                <a:cubicBezTo>
                  <a:pt x="278829" y="210063"/>
                  <a:pt x="278539" y="209604"/>
                  <a:pt x="278279" y="209344"/>
                </a:cubicBezTo>
                <a:cubicBezTo>
                  <a:pt x="277835" y="208916"/>
                  <a:pt x="274546" y="204265"/>
                  <a:pt x="274500" y="203944"/>
                </a:cubicBezTo>
                <a:cubicBezTo>
                  <a:pt x="274347" y="202980"/>
                  <a:pt x="276994" y="202307"/>
                  <a:pt x="277590" y="202659"/>
                </a:cubicBezTo>
                <a:cubicBezTo>
                  <a:pt x="277805" y="202781"/>
                  <a:pt x="280329" y="206621"/>
                  <a:pt x="280405" y="206866"/>
                </a:cubicBezTo>
                <a:close/>
                <a:moveTo>
                  <a:pt x="279656" y="201389"/>
                </a:moveTo>
                <a:lnTo>
                  <a:pt x="284842" y="198987"/>
                </a:lnTo>
                <a:lnTo>
                  <a:pt x="285637" y="198191"/>
                </a:lnTo>
                <a:cubicBezTo>
                  <a:pt x="285867" y="198941"/>
                  <a:pt x="285301" y="198865"/>
                  <a:pt x="285240" y="198987"/>
                </a:cubicBezTo>
                <a:cubicBezTo>
                  <a:pt x="284811" y="199828"/>
                  <a:pt x="282333" y="204571"/>
                  <a:pt x="281843" y="204556"/>
                </a:cubicBezTo>
                <a:lnTo>
                  <a:pt x="279656" y="201373"/>
                </a:lnTo>
                <a:close/>
                <a:moveTo>
                  <a:pt x="297203" y="171878"/>
                </a:moveTo>
                <a:cubicBezTo>
                  <a:pt x="296943" y="173286"/>
                  <a:pt x="297876" y="176697"/>
                  <a:pt x="296530" y="177386"/>
                </a:cubicBezTo>
                <a:cubicBezTo>
                  <a:pt x="295367" y="177982"/>
                  <a:pt x="288651" y="178946"/>
                  <a:pt x="287029" y="179053"/>
                </a:cubicBezTo>
                <a:cubicBezTo>
                  <a:pt x="273230" y="180002"/>
                  <a:pt x="259508" y="176850"/>
                  <a:pt x="248248" y="168772"/>
                </a:cubicBezTo>
                <a:cubicBezTo>
                  <a:pt x="231450" y="156733"/>
                  <a:pt x="224459" y="134825"/>
                  <a:pt x="238962" y="118043"/>
                </a:cubicBezTo>
                <a:cubicBezTo>
                  <a:pt x="234984" y="150200"/>
                  <a:pt x="264969" y="179665"/>
                  <a:pt x="297218" y="171878"/>
                </a:cubicBezTo>
                <a:close/>
                <a:moveTo>
                  <a:pt x="297203" y="163510"/>
                </a:moveTo>
                <a:cubicBezTo>
                  <a:pt x="296836" y="165820"/>
                  <a:pt x="298366" y="168436"/>
                  <a:pt x="295704" y="169384"/>
                </a:cubicBezTo>
                <a:cubicBezTo>
                  <a:pt x="288620" y="171909"/>
                  <a:pt x="276978" y="169721"/>
                  <a:pt x="270094" y="166891"/>
                </a:cubicBezTo>
                <a:cubicBezTo>
                  <a:pt x="243383" y="155906"/>
                  <a:pt x="233806" y="122969"/>
                  <a:pt x="248569" y="98537"/>
                </a:cubicBezTo>
                <a:cubicBezTo>
                  <a:pt x="252730" y="100021"/>
                  <a:pt x="256188" y="104351"/>
                  <a:pt x="257427" y="108573"/>
                </a:cubicBezTo>
                <a:cubicBezTo>
                  <a:pt x="259385" y="115274"/>
                  <a:pt x="257228" y="120108"/>
                  <a:pt x="256907" y="126610"/>
                </a:cubicBezTo>
                <a:cubicBezTo>
                  <a:pt x="255729" y="150323"/>
                  <a:pt x="273705" y="166937"/>
                  <a:pt x="297218" y="163510"/>
                </a:cubicBezTo>
                <a:close/>
                <a:moveTo>
                  <a:pt x="297203" y="149542"/>
                </a:moveTo>
                <a:cubicBezTo>
                  <a:pt x="292567" y="149802"/>
                  <a:pt x="291206" y="147554"/>
                  <a:pt x="289722" y="143668"/>
                </a:cubicBezTo>
                <a:cubicBezTo>
                  <a:pt x="285836" y="133510"/>
                  <a:pt x="288422" y="120812"/>
                  <a:pt x="297203" y="114050"/>
                </a:cubicBezTo>
                <a:lnTo>
                  <a:pt x="297203" y="149542"/>
                </a:lnTo>
                <a:close/>
                <a:moveTo>
                  <a:pt x="335893" y="108695"/>
                </a:moveTo>
                <a:cubicBezTo>
                  <a:pt x="336520" y="112015"/>
                  <a:pt x="333858" y="114524"/>
                  <a:pt x="332512" y="117263"/>
                </a:cubicBezTo>
                <a:cubicBezTo>
                  <a:pt x="331104" y="117263"/>
                  <a:pt x="325474" y="109583"/>
                  <a:pt x="324572" y="108053"/>
                </a:cubicBezTo>
                <a:cubicBezTo>
                  <a:pt x="323134" y="105636"/>
                  <a:pt x="321635" y="102760"/>
                  <a:pt x="320411" y="100251"/>
                </a:cubicBezTo>
                <a:cubicBezTo>
                  <a:pt x="319738" y="98889"/>
                  <a:pt x="319141" y="97206"/>
                  <a:pt x="318758" y="95722"/>
                </a:cubicBezTo>
                <a:lnTo>
                  <a:pt x="327938" y="95722"/>
                </a:lnTo>
                <a:cubicBezTo>
                  <a:pt x="328228" y="99455"/>
                  <a:pt x="335403" y="106064"/>
                  <a:pt x="335893" y="108695"/>
                </a:cubicBezTo>
                <a:close/>
                <a:moveTo>
                  <a:pt x="331120" y="95921"/>
                </a:moveTo>
                <a:lnTo>
                  <a:pt x="335908" y="95722"/>
                </a:lnTo>
                <a:lnTo>
                  <a:pt x="335908" y="103295"/>
                </a:lnTo>
                <a:cubicBezTo>
                  <a:pt x="333935" y="101260"/>
                  <a:pt x="332298" y="98522"/>
                  <a:pt x="331120" y="95921"/>
                </a:cubicBezTo>
                <a:close/>
                <a:moveTo>
                  <a:pt x="330615" y="120231"/>
                </a:moveTo>
                <a:lnTo>
                  <a:pt x="322751" y="133601"/>
                </a:lnTo>
                <a:lnTo>
                  <a:pt x="322751" y="110868"/>
                </a:lnTo>
                <a:lnTo>
                  <a:pt x="330615" y="120231"/>
                </a:lnTo>
                <a:close/>
                <a:moveTo>
                  <a:pt x="362420" y="102071"/>
                </a:moveTo>
                <a:cubicBezTo>
                  <a:pt x="362206" y="102561"/>
                  <a:pt x="362038" y="103678"/>
                  <a:pt x="361441" y="103693"/>
                </a:cubicBezTo>
                <a:lnTo>
                  <a:pt x="361441" y="95722"/>
                </a:lnTo>
                <a:lnTo>
                  <a:pt x="364638" y="95921"/>
                </a:lnTo>
                <a:cubicBezTo>
                  <a:pt x="363950" y="97987"/>
                  <a:pt x="363292" y="100082"/>
                  <a:pt x="362420" y="102071"/>
                </a:cubicBezTo>
                <a:close/>
                <a:moveTo>
                  <a:pt x="368019" y="95707"/>
                </a:moveTo>
                <a:lnTo>
                  <a:pt x="378193" y="95707"/>
                </a:lnTo>
                <a:cubicBezTo>
                  <a:pt x="376678" y="99593"/>
                  <a:pt x="375103" y="103494"/>
                  <a:pt x="373068" y="107135"/>
                </a:cubicBezTo>
                <a:cubicBezTo>
                  <a:pt x="372318" y="108497"/>
                  <a:pt x="366245" y="117829"/>
                  <a:pt x="365618" y="118043"/>
                </a:cubicBezTo>
                <a:cubicBezTo>
                  <a:pt x="364899" y="118272"/>
                  <a:pt x="365067" y="117752"/>
                  <a:pt x="364914" y="117538"/>
                </a:cubicBezTo>
                <a:cubicBezTo>
                  <a:pt x="364424" y="116880"/>
                  <a:pt x="361472" y="111862"/>
                  <a:pt x="361456" y="111464"/>
                </a:cubicBezTo>
                <a:lnTo>
                  <a:pt x="368019" y="95707"/>
                </a:lnTo>
                <a:close/>
                <a:moveTo>
                  <a:pt x="386179" y="168696"/>
                </a:moveTo>
                <a:lnTo>
                  <a:pt x="394761" y="133601"/>
                </a:lnTo>
                <a:lnTo>
                  <a:pt x="403344" y="168696"/>
                </a:lnTo>
                <a:lnTo>
                  <a:pt x="386194" y="168696"/>
                </a:lnTo>
                <a:close/>
                <a:moveTo>
                  <a:pt x="387311" y="95768"/>
                </a:moveTo>
                <a:cubicBezTo>
                  <a:pt x="387663" y="95982"/>
                  <a:pt x="390676" y="101964"/>
                  <a:pt x="391763" y="102683"/>
                </a:cubicBezTo>
                <a:lnTo>
                  <a:pt x="379233" y="102851"/>
                </a:lnTo>
                <a:lnTo>
                  <a:pt x="378606" y="104473"/>
                </a:lnTo>
                <a:lnTo>
                  <a:pt x="372609" y="130389"/>
                </a:lnTo>
                <a:lnTo>
                  <a:pt x="367086" y="121317"/>
                </a:lnTo>
                <a:cubicBezTo>
                  <a:pt x="366826" y="120276"/>
                  <a:pt x="368081" y="119726"/>
                  <a:pt x="368616" y="119007"/>
                </a:cubicBezTo>
                <a:cubicBezTo>
                  <a:pt x="372227" y="114172"/>
                  <a:pt x="375638" y="109139"/>
                  <a:pt x="378208" y="103662"/>
                </a:cubicBezTo>
                <a:cubicBezTo>
                  <a:pt x="379019" y="101934"/>
                  <a:pt x="380228" y="97436"/>
                  <a:pt x="381038" y="96319"/>
                </a:cubicBezTo>
                <a:cubicBezTo>
                  <a:pt x="381635" y="95493"/>
                  <a:pt x="386775" y="95401"/>
                  <a:pt x="387326" y="95753"/>
                </a:cubicBezTo>
                <a:close/>
                <a:moveTo>
                  <a:pt x="363843" y="25518"/>
                </a:moveTo>
                <a:cubicBezTo>
                  <a:pt x="364317" y="25503"/>
                  <a:pt x="364424" y="26069"/>
                  <a:pt x="364638" y="26313"/>
                </a:cubicBezTo>
                <a:cubicBezTo>
                  <a:pt x="375837" y="38873"/>
                  <a:pt x="382155" y="55656"/>
                  <a:pt x="381788" y="72576"/>
                </a:cubicBezTo>
                <a:lnTo>
                  <a:pt x="372808" y="72576"/>
                </a:lnTo>
                <a:cubicBezTo>
                  <a:pt x="371538" y="72576"/>
                  <a:pt x="372609" y="67726"/>
                  <a:pt x="372624" y="66808"/>
                </a:cubicBezTo>
                <a:cubicBezTo>
                  <a:pt x="372762" y="57599"/>
                  <a:pt x="371278" y="47196"/>
                  <a:pt x="368723" y="38369"/>
                </a:cubicBezTo>
                <a:cubicBezTo>
                  <a:pt x="367515" y="34223"/>
                  <a:pt x="365801" y="30306"/>
                  <a:pt x="364225" y="26313"/>
                </a:cubicBezTo>
                <a:cubicBezTo>
                  <a:pt x="364195" y="26222"/>
                  <a:pt x="363598" y="26252"/>
                  <a:pt x="363828" y="25518"/>
                </a:cubicBezTo>
                <a:close/>
                <a:moveTo>
                  <a:pt x="351467" y="14350"/>
                </a:moveTo>
                <a:cubicBezTo>
                  <a:pt x="351941" y="14304"/>
                  <a:pt x="352048" y="14992"/>
                  <a:pt x="352262" y="15145"/>
                </a:cubicBezTo>
                <a:cubicBezTo>
                  <a:pt x="353073" y="15727"/>
                  <a:pt x="354327" y="16216"/>
                  <a:pt x="355031" y="16966"/>
                </a:cubicBezTo>
                <a:cubicBezTo>
                  <a:pt x="365511" y="28317"/>
                  <a:pt x="371202" y="56237"/>
                  <a:pt x="369442" y="71199"/>
                </a:cubicBezTo>
                <a:cubicBezTo>
                  <a:pt x="369396" y="71597"/>
                  <a:pt x="369259" y="72576"/>
                  <a:pt x="368830" y="72576"/>
                </a:cubicBezTo>
                <a:lnTo>
                  <a:pt x="357265" y="72576"/>
                </a:lnTo>
                <a:cubicBezTo>
                  <a:pt x="357020" y="72576"/>
                  <a:pt x="356699" y="72010"/>
                  <a:pt x="356729" y="71658"/>
                </a:cubicBezTo>
                <a:cubicBezTo>
                  <a:pt x="356821" y="70342"/>
                  <a:pt x="358183" y="66824"/>
                  <a:pt x="358534" y="65080"/>
                </a:cubicBezTo>
                <a:cubicBezTo>
                  <a:pt x="361579" y="50271"/>
                  <a:pt x="361701" y="35783"/>
                  <a:pt x="355414" y="21785"/>
                </a:cubicBezTo>
                <a:cubicBezTo>
                  <a:pt x="354389" y="19490"/>
                  <a:pt x="353027" y="17364"/>
                  <a:pt x="351880" y="15145"/>
                </a:cubicBezTo>
                <a:cubicBezTo>
                  <a:pt x="351818" y="15023"/>
                  <a:pt x="351268" y="15084"/>
                  <a:pt x="351482" y="14350"/>
                </a:cubicBezTo>
                <a:close/>
                <a:moveTo>
                  <a:pt x="341492" y="8766"/>
                </a:moveTo>
                <a:cubicBezTo>
                  <a:pt x="347367" y="11719"/>
                  <a:pt x="352767" y="21831"/>
                  <a:pt x="354771" y="27996"/>
                </a:cubicBezTo>
                <a:cubicBezTo>
                  <a:pt x="358519" y="39501"/>
                  <a:pt x="358198" y="52856"/>
                  <a:pt x="355658" y="64605"/>
                </a:cubicBezTo>
                <a:cubicBezTo>
                  <a:pt x="355092" y="67206"/>
                  <a:pt x="354465" y="70296"/>
                  <a:pt x="353256" y="72576"/>
                </a:cubicBezTo>
                <a:lnTo>
                  <a:pt x="340681" y="72576"/>
                </a:lnTo>
                <a:cubicBezTo>
                  <a:pt x="341660" y="64789"/>
                  <a:pt x="345913" y="58058"/>
                  <a:pt x="348055" y="50638"/>
                </a:cubicBezTo>
                <a:cubicBezTo>
                  <a:pt x="352247" y="36135"/>
                  <a:pt x="350962" y="20806"/>
                  <a:pt x="340681" y="9164"/>
                </a:cubicBezTo>
                <a:cubicBezTo>
                  <a:pt x="340375" y="8812"/>
                  <a:pt x="339549" y="8598"/>
                  <a:pt x="339488" y="7970"/>
                </a:cubicBezTo>
                <a:cubicBezTo>
                  <a:pt x="340482" y="7665"/>
                  <a:pt x="340941" y="8491"/>
                  <a:pt x="341477" y="8766"/>
                </a:cubicBezTo>
                <a:close/>
                <a:moveTo>
                  <a:pt x="329131" y="4391"/>
                </a:moveTo>
                <a:cubicBezTo>
                  <a:pt x="339274" y="8353"/>
                  <a:pt x="346663" y="21556"/>
                  <a:pt x="347474" y="32111"/>
                </a:cubicBezTo>
                <a:cubicBezTo>
                  <a:pt x="348422" y="44518"/>
                  <a:pt x="344720" y="50852"/>
                  <a:pt x="340788" y="61714"/>
                </a:cubicBezTo>
                <a:cubicBezTo>
                  <a:pt x="339488" y="65309"/>
                  <a:pt x="338646" y="69118"/>
                  <a:pt x="337300" y="72591"/>
                </a:cubicBezTo>
                <a:lnTo>
                  <a:pt x="327127" y="72591"/>
                </a:lnTo>
                <a:cubicBezTo>
                  <a:pt x="328351" y="62464"/>
                  <a:pt x="335311" y="54585"/>
                  <a:pt x="338417" y="44993"/>
                </a:cubicBezTo>
                <a:cubicBezTo>
                  <a:pt x="342012" y="33871"/>
                  <a:pt x="342196" y="21418"/>
                  <a:pt x="335434" y="11459"/>
                </a:cubicBezTo>
                <a:cubicBezTo>
                  <a:pt x="333720" y="8950"/>
                  <a:pt x="331441" y="6762"/>
                  <a:pt x="329131" y="4804"/>
                </a:cubicBezTo>
                <a:cubicBezTo>
                  <a:pt x="328886" y="4590"/>
                  <a:pt x="328320" y="4498"/>
                  <a:pt x="328335" y="4008"/>
                </a:cubicBezTo>
                <a:cubicBezTo>
                  <a:pt x="329070" y="3779"/>
                  <a:pt x="329039" y="4360"/>
                  <a:pt x="329131" y="4406"/>
                </a:cubicBezTo>
                <a:close/>
                <a:moveTo>
                  <a:pt x="318850" y="62112"/>
                </a:moveTo>
                <a:cubicBezTo>
                  <a:pt x="324296" y="46278"/>
                  <a:pt x="336398" y="38674"/>
                  <a:pt x="332190" y="19857"/>
                </a:cubicBezTo>
                <a:cubicBezTo>
                  <a:pt x="331380" y="16232"/>
                  <a:pt x="329467" y="11520"/>
                  <a:pt x="327524" y="8368"/>
                </a:cubicBezTo>
                <a:cubicBezTo>
                  <a:pt x="327371" y="8123"/>
                  <a:pt x="326897" y="7404"/>
                  <a:pt x="326729" y="7175"/>
                </a:cubicBezTo>
                <a:cubicBezTo>
                  <a:pt x="326607" y="7007"/>
                  <a:pt x="326086" y="6884"/>
                  <a:pt x="325933" y="6578"/>
                </a:cubicBezTo>
                <a:lnTo>
                  <a:pt x="326132" y="6379"/>
                </a:lnTo>
                <a:cubicBezTo>
                  <a:pt x="326790" y="6211"/>
                  <a:pt x="326867" y="6961"/>
                  <a:pt x="327127" y="7175"/>
                </a:cubicBezTo>
                <a:cubicBezTo>
                  <a:pt x="327463" y="7466"/>
                  <a:pt x="327662" y="7741"/>
                  <a:pt x="327922" y="7970"/>
                </a:cubicBezTo>
                <a:cubicBezTo>
                  <a:pt x="337545" y="16813"/>
                  <a:pt x="339595" y="26726"/>
                  <a:pt x="336902" y="39485"/>
                </a:cubicBezTo>
                <a:cubicBezTo>
                  <a:pt x="334363" y="51525"/>
                  <a:pt x="325857" y="60383"/>
                  <a:pt x="323929" y="72576"/>
                </a:cubicBezTo>
                <a:lnTo>
                  <a:pt x="316953" y="72576"/>
                </a:lnTo>
                <a:cubicBezTo>
                  <a:pt x="316708" y="72576"/>
                  <a:pt x="316402" y="71979"/>
                  <a:pt x="316372" y="71612"/>
                </a:cubicBezTo>
                <a:cubicBezTo>
                  <a:pt x="316265" y="70205"/>
                  <a:pt x="318254" y="63825"/>
                  <a:pt x="318850" y="62096"/>
                </a:cubicBezTo>
                <a:close/>
                <a:moveTo>
                  <a:pt x="315500" y="95768"/>
                </a:moveTo>
                <a:cubicBezTo>
                  <a:pt x="315821" y="95982"/>
                  <a:pt x="317443" y="102056"/>
                  <a:pt x="318345" y="102897"/>
                </a:cubicBezTo>
                <a:lnTo>
                  <a:pt x="307178" y="102897"/>
                </a:lnTo>
                <a:cubicBezTo>
                  <a:pt x="308432" y="102194"/>
                  <a:pt x="311278" y="96013"/>
                  <a:pt x="311629" y="95784"/>
                </a:cubicBezTo>
                <a:cubicBezTo>
                  <a:pt x="311874" y="95631"/>
                  <a:pt x="315270" y="95631"/>
                  <a:pt x="315500" y="95784"/>
                </a:cubicBezTo>
                <a:close/>
                <a:moveTo>
                  <a:pt x="274668" y="55044"/>
                </a:moveTo>
                <a:cubicBezTo>
                  <a:pt x="290273" y="42545"/>
                  <a:pt x="310987" y="54187"/>
                  <a:pt x="313159" y="72576"/>
                </a:cubicBezTo>
                <a:lnTo>
                  <a:pt x="296805" y="72576"/>
                </a:lnTo>
                <a:lnTo>
                  <a:pt x="296805" y="95110"/>
                </a:lnTo>
                <a:cubicBezTo>
                  <a:pt x="296805" y="95110"/>
                  <a:pt x="297356" y="95707"/>
                  <a:pt x="297402" y="95707"/>
                </a:cubicBezTo>
                <a:lnTo>
                  <a:pt x="308371" y="95707"/>
                </a:lnTo>
                <a:cubicBezTo>
                  <a:pt x="307866" y="96747"/>
                  <a:pt x="303445" y="103280"/>
                  <a:pt x="302986" y="103280"/>
                </a:cubicBezTo>
                <a:lnTo>
                  <a:pt x="297203" y="103280"/>
                </a:lnTo>
                <a:lnTo>
                  <a:pt x="297203" y="109858"/>
                </a:lnTo>
                <a:cubicBezTo>
                  <a:pt x="297203" y="110271"/>
                  <a:pt x="292200" y="114692"/>
                  <a:pt x="291420" y="115641"/>
                </a:cubicBezTo>
                <a:cubicBezTo>
                  <a:pt x="284398" y="123979"/>
                  <a:pt x="283756" y="136585"/>
                  <a:pt x="288039" y="146360"/>
                </a:cubicBezTo>
                <a:cubicBezTo>
                  <a:pt x="288039" y="146376"/>
                  <a:pt x="288284" y="146284"/>
                  <a:pt x="288437" y="146559"/>
                </a:cubicBezTo>
                <a:lnTo>
                  <a:pt x="288238" y="146758"/>
                </a:lnTo>
                <a:cubicBezTo>
                  <a:pt x="287779" y="147033"/>
                  <a:pt x="287748" y="146391"/>
                  <a:pt x="287641" y="146360"/>
                </a:cubicBezTo>
                <a:cubicBezTo>
                  <a:pt x="278860" y="142918"/>
                  <a:pt x="273521" y="131750"/>
                  <a:pt x="274056" y="122617"/>
                </a:cubicBezTo>
                <a:cubicBezTo>
                  <a:pt x="274821" y="109873"/>
                  <a:pt x="287458" y="102469"/>
                  <a:pt x="288452" y="89955"/>
                </a:cubicBezTo>
                <a:cubicBezTo>
                  <a:pt x="289477" y="76905"/>
                  <a:pt x="281660" y="65600"/>
                  <a:pt x="269283" y="61821"/>
                </a:cubicBezTo>
                <a:cubicBezTo>
                  <a:pt x="268518" y="60949"/>
                  <a:pt x="273735" y="55809"/>
                  <a:pt x="274684" y="55059"/>
                </a:cubicBezTo>
                <a:close/>
                <a:moveTo>
                  <a:pt x="3151" y="53636"/>
                </a:moveTo>
                <a:cubicBezTo>
                  <a:pt x="3182" y="53162"/>
                  <a:pt x="11627" y="53392"/>
                  <a:pt x="12545" y="53422"/>
                </a:cubicBezTo>
                <a:cubicBezTo>
                  <a:pt x="85763" y="55319"/>
                  <a:pt x="159150" y="58884"/>
                  <a:pt x="232353" y="61836"/>
                </a:cubicBezTo>
                <a:cubicBezTo>
                  <a:pt x="249762" y="62540"/>
                  <a:pt x="276229" y="58624"/>
                  <a:pt x="283939" y="78864"/>
                </a:cubicBezTo>
                <a:cubicBezTo>
                  <a:pt x="290839" y="96962"/>
                  <a:pt x="275678" y="103112"/>
                  <a:pt x="271960" y="117339"/>
                </a:cubicBezTo>
                <a:cubicBezTo>
                  <a:pt x="267509" y="134366"/>
                  <a:pt x="279854" y="151011"/>
                  <a:pt x="297203" y="152342"/>
                </a:cubicBezTo>
                <a:lnTo>
                  <a:pt x="297203" y="160312"/>
                </a:lnTo>
                <a:cubicBezTo>
                  <a:pt x="279365" y="163510"/>
                  <a:pt x="262827" y="152694"/>
                  <a:pt x="260150" y="134535"/>
                </a:cubicBezTo>
                <a:cubicBezTo>
                  <a:pt x="258452" y="123000"/>
                  <a:pt x="264571" y="113040"/>
                  <a:pt x="257794" y="102591"/>
                </a:cubicBezTo>
                <a:cubicBezTo>
                  <a:pt x="251445" y="92800"/>
                  <a:pt x="239589" y="93137"/>
                  <a:pt x="229125" y="91760"/>
                </a:cubicBezTo>
                <a:cubicBezTo>
                  <a:pt x="157727" y="82413"/>
                  <a:pt x="86054" y="74932"/>
                  <a:pt x="14641" y="65676"/>
                </a:cubicBezTo>
                <a:cubicBezTo>
                  <a:pt x="8628" y="64636"/>
                  <a:pt x="4008" y="59618"/>
                  <a:pt x="3151" y="53621"/>
                </a:cubicBezTo>
                <a:close/>
                <a:moveTo>
                  <a:pt x="15130" y="68598"/>
                </a:moveTo>
                <a:lnTo>
                  <a:pt x="246121" y="97512"/>
                </a:lnTo>
                <a:cubicBezTo>
                  <a:pt x="245066" y="99272"/>
                  <a:pt x="243980" y="101016"/>
                  <a:pt x="243154" y="102913"/>
                </a:cubicBezTo>
                <a:cubicBezTo>
                  <a:pt x="241930" y="105728"/>
                  <a:pt x="241241" y="109843"/>
                  <a:pt x="240063" y="112184"/>
                </a:cubicBezTo>
                <a:cubicBezTo>
                  <a:pt x="239176" y="113958"/>
                  <a:pt x="236315" y="116115"/>
                  <a:pt x="235183" y="117920"/>
                </a:cubicBezTo>
                <a:lnTo>
                  <a:pt x="27491" y="78772"/>
                </a:lnTo>
                <a:cubicBezTo>
                  <a:pt x="22122" y="77747"/>
                  <a:pt x="16308" y="74305"/>
                  <a:pt x="15130" y="68598"/>
                </a:cubicBezTo>
                <a:close/>
                <a:moveTo>
                  <a:pt x="221445" y="157666"/>
                </a:moveTo>
                <a:cubicBezTo>
                  <a:pt x="221705" y="159486"/>
                  <a:pt x="222684" y="161337"/>
                  <a:pt x="222394" y="163097"/>
                </a:cubicBezTo>
                <a:lnTo>
                  <a:pt x="47731" y="107181"/>
                </a:lnTo>
                <a:cubicBezTo>
                  <a:pt x="43264" y="104932"/>
                  <a:pt x="39608" y="101169"/>
                  <a:pt x="38674" y="96105"/>
                </a:cubicBezTo>
                <a:lnTo>
                  <a:pt x="223005" y="142765"/>
                </a:lnTo>
                <a:cubicBezTo>
                  <a:pt x="221231" y="147584"/>
                  <a:pt x="220757" y="152602"/>
                  <a:pt x="221460" y="157666"/>
                </a:cubicBezTo>
                <a:close/>
                <a:moveTo>
                  <a:pt x="38674" y="93122"/>
                </a:moveTo>
                <a:cubicBezTo>
                  <a:pt x="33029" y="91546"/>
                  <a:pt x="27583" y="88012"/>
                  <a:pt x="26711" y="81755"/>
                </a:cubicBezTo>
                <a:lnTo>
                  <a:pt x="233378" y="120445"/>
                </a:lnTo>
                <a:cubicBezTo>
                  <a:pt x="232230" y="122969"/>
                  <a:pt x="230930" y="125401"/>
                  <a:pt x="229997" y="128033"/>
                </a:cubicBezTo>
                <a:cubicBezTo>
                  <a:pt x="229431" y="129639"/>
                  <a:pt x="229339" y="131750"/>
                  <a:pt x="228758" y="133173"/>
                </a:cubicBezTo>
                <a:cubicBezTo>
                  <a:pt x="227932" y="135162"/>
                  <a:pt x="224918" y="137977"/>
                  <a:pt x="224015" y="140287"/>
                </a:cubicBezTo>
                <a:lnTo>
                  <a:pt x="38674" y="93122"/>
                </a:lnTo>
                <a:close/>
                <a:moveTo>
                  <a:pt x="228176" y="139185"/>
                </a:moveTo>
                <a:cubicBezTo>
                  <a:pt x="228957" y="159655"/>
                  <a:pt x="246137" y="174601"/>
                  <a:pt x="264801" y="179741"/>
                </a:cubicBezTo>
                <a:cubicBezTo>
                  <a:pt x="272006" y="181730"/>
                  <a:pt x="280359" y="182465"/>
                  <a:pt x="287825" y="181837"/>
                </a:cubicBezTo>
                <a:cubicBezTo>
                  <a:pt x="289691" y="181684"/>
                  <a:pt x="293791" y="180476"/>
                  <a:pt x="295214" y="180644"/>
                </a:cubicBezTo>
                <a:lnTo>
                  <a:pt x="295413" y="180246"/>
                </a:lnTo>
                <a:cubicBezTo>
                  <a:pt x="296025" y="180155"/>
                  <a:pt x="296101" y="180216"/>
                  <a:pt x="296010" y="180843"/>
                </a:cubicBezTo>
                <a:lnTo>
                  <a:pt x="295612" y="181042"/>
                </a:lnTo>
                <a:cubicBezTo>
                  <a:pt x="295505" y="182403"/>
                  <a:pt x="284704" y="186794"/>
                  <a:pt x="282929" y="187314"/>
                </a:cubicBezTo>
                <a:cubicBezTo>
                  <a:pt x="263577" y="192837"/>
                  <a:pt x="238074" y="185218"/>
                  <a:pt x="227977" y="167090"/>
                </a:cubicBezTo>
                <a:cubicBezTo>
                  <a:pt x="223143" y="158431"/>
                  <a:pt x="222256" y="147538"/>
                  <a:pt x="228176" y="139170"/>
                </a:cubicBezTo>
                <a:close/>
                <a:moveTo>
                  <a:pt x="230379" y="188630"/>
                </a:moveTo>
                <a:cubicBezTo>
                  <a:pt x="228314" y="186121"/>
                  <a:pt x="224597" y="179206"/>
                  <a:pt x="224597" y="176070"/>
                </a:cubicBezTo>
                <a:lnTo>
                  <a:pt x="224597" y="168696"/>
                </a:lnTo>
                <a:cubicBezTo>
                  <a:pt x="225530" y="168467"/>
                  <a:pt x="225254" y="168880"/>
                  <a:pt x="225514" y="169201"/>
                </a:cubicBezTo>
                <a:cubicBezTo>
                  <a:pt x="227258" y="171419"/>
                  <a:pt x="228559" y="173882"/>
                  <a:pt x="230578" y="176085"/>
                </a:cubicBezTo>
                <a:cubicBezTo>
                  <a:pt x="244255" y="190971"/>
                  <a:pt x="268549" y="195866"/>
                  <a:pt x="287351" y="188936"/>
                </a:cubicBezTo>
                <a:cubicBezTo>
                  <a:pt x="288865" y="188385"/>
                  <a:pt x="290380" y="187039"/>
                  <a:pt x="292032" y="187238"/>
                </a:cubicBezTo>
                <a:cubicBezTo>
                  <a:pt x="290227" y="191858"/>
                  <a:pt x="286173" y="194810"/>
                  <a:pt x="281920" y="197075"/>
                </a:cubicBezTo>
                <a:cubicBezTo>
                  <a:pt x="265642" y="205734"/>
                  <a:pt x="242419" y="203301"/>
                  <a:pt x="230379" y="188630"/>
                </a:cubicBezTo>
                <a:close/>
                <a:moveTo>
                  <a:pt x="268243" y="207829"/>
                </a:moveTo>
                <a:cubicBezTo>
                  <a:pt x="266315" y="208105"/>
                  <a:pt x="256815" y="212786"/>
                  <a:pt x="255759" y="212113"/>
                </a:cubicBezTo>
                <a:cubicBezTo>
                  <a:pt x="255377" y="211868"/>
                  <a:pt x="252593" y="205122"/>
                  <a:pt x="251721" y="204188"/>
                </a:cubicBezTo>
                <a:cubicBezTo>
                  <a:pt x="256172" y="205183"/>
                  <a:pt x="260930" y="205198"/>
                  <a:pt x="265505" y="204999"/>
                </a:cubicBezTo>
                <a:cubicBezTo>
                  <a:pt x="267340" y="204923"/>
                  <a:pt x="270874" y="203668"/>
                  <a:pt x="272083" y="204770"/>
                </a:cubicBezTo>
                <a:cubicBezTo>
                  <a:pt x="272450" y="205106"/>
                  <a:pt x="277499" y="211884"/>
                  <a:pt x="277544" y="212358"/>
                </a:cubicBezTo>
                <a:cubicBezTo>
                  <a:pt x="277560" y="212603"/>
                  <a:pt x="275311" y="216534"/>
                  <a:pt x="275066" y="216550"/>
                </a:cubicBezTo>
                <a:lnTo>
                  <a:pt x="268243" y="207829"/>
                </a:lnTo>
                <a:close/>
                <a:moveTo>
                  <a:pt x="427240" y="228651"/>
                </a:moveTo>
                <a:cubicBezTo>
                  <a:pt x="426077" y="229645"/>
                  <a:pt x="418963" y="236912"/>
                  <a:pt x="418367" y="236835"/>
                </a:cubicBezTo>
                <a:lnTo>
                  <a:pt x="408729" y="229308"/>
                </a:lnTo>
                <a:lnTo>
                  <a:pt x="397377" y="236927"/>
                </a:lnTo>
                <a:lnTo>
                  <a:pt x="401691" y="249074"/>
                </a:lnTo>
                <a:lnTo>
                  <a:pt x="390829" y="254398"/>
                </a:lnTo>
                <a:cubicBezTo>
                  <a:pt x="389040" y="253312"/>
                  <a:pt x="384802" y="244133"/>
                  <a:pt x="383272" y="244163"/>
                </a:cubicBezTo>
                <a:lnTo>
                  <a:pt x="370666" y="248110"/>
                </a:lnTo>
                <a:lnTo>
                  <a:pt x="370605" y="261206"/>
                </a:lnTo>
                <a:lnTo>
                  <a:pt x="359253" y="262843"/>
                </a:lnTo>
                <a:cubicBezTo>
                  <a:pt x="358672" y="262858"/>
                  <a:pt x="358565" y="262598"/>
                  <a:pt x="358336" y="262154"/>
                </a:cubicBezTo>
                <a:cubicBezTo>
                  <a:pt x="357586" y="260670"/>
                  <a:pt x="355903" y="250879"/>
                  <a:pt x="355444" y="250481"/>
                </a:cubicBezTo>
                <a:cubicBezTo>
                  <a:pt x="350946" y="251032"/>
                  <a:pt x="346219" y="251155"/>
                  <a:pt x="341737" y="250497"/>
                </a:cubicBezTo>
                <a:cubicBezTo>
                  <a:pt x="341370" y="250573"/>
                  <a:pt x="341308" y="250864"/>
                  <a:pt x="341171" y="251155"/>
                </a:cubicBezTo>
                <a:cubicBezTo>
                  <a:pt x="340299" y="252914"/>
                  <a:pt x="338432" y="262674"/>
                  <a:pt x="337897" y="263240"/>
                </a:cubicBezTo>
                <a:lnTo>
                  <a:pt x="325949" y="261221"/>
                </a:lnTo>
                <a:cubicBezTo>
                  <a:pt x="325995" y="258513"/>
                  <a:pt x="325826" y="255759"/>
                  <a:pt x="325918" y="253052"/>
                </a:cubicBezTo>
                <a:cubicBezTo>
                  <a:pt x="325964" y="251828"/>
                  <a:pt x="326974" y="249151"/>
                  <a:pt x="325933" y="248279"/>
                </a:cubicBezTo>
                <a:lnTo>
                  <a:pt x="313006" y="244133"/>
                </a:lnTo>
                <a:lnTo>
                  <a:pt x="305785" y="254826"/>
                </a:lnTo>
                <a:lnTo>
                  <a:pt x="294816" y="249671"/>
                </a:lnTo>
                <a:cubicBezTo>
                  <a:pt x="294449" y="249181"/>
                  <a:pt x="298503" y="239910"/>
                  <a:pt x="298733" y="238212"/>
                </a:cubicBezTo>
                <a:cubicBezTo>
                  <a:pt x="298809" y="237646"/>
                  <a:pt x="298962" y="237141"/>
                  <a:pt x="298412" y="236713"/>
                </a:cubicBezTo>
                <a:lnTo>
                  <a:pt x="287488" y="229385"/>
                </a:lnTo>
                <a:cubicBezTo>
                  <a:pt x="286203" y="230364"/>
                  <a:pt x="278263" y="237401"/>
                  <a:pt x="277514" y="237279"/>
                </a:cubicBezTo>
                <a:lnTo>
                  <a:pt x="268901" y="228742"/>
                </a:lnTo>
                <a:cubicBezTo>
                  <a:pt x="270691" y="227457"/>
                  <a:pt x="274148" y="221017"/>
                  <a:pt x="275678" y="220374"/>
                </a:cubicBezTo>
                <a:cubicBezTo>
                  <a:pt x="276596" y="219992"/>
                  <a:pt x="283052" y="219992"/>
                  <a:pt x="284169" y="220252"/>
                </a:cubicBezTo>
                <a:cubicBezTo>
                  <a:pt x="285622" y="220588"/>
                  <a:pt x="287748" y="223464"/>
                  <a:pt x="289049" y="224551"/>
                </a:cubicBezTo>
                <a:cubicBezTo>
                  <a:pt x="323608" y="253419"/>
                  <a:pt x="371171" y="253954"/>
                  <a:pt x="406327" y="225744"/>
                </a:cubicBezTo>
                <a:cubicBezTo>
                  <a:pt x="407597" y="224719"/>
                  <a:pt x="411238" y="220879"/>
                  <a:pt x="412217" y="220466"/>
                </a:cubicBezTo>
                <a:cubicBezTo>
                  <a:pt x="413364" y="219992"/>
                  <a:pt x="419835" y="219930"/>
                  <a:pt x="420891" y="220374"/>
                </a:cubicBezTo>
                <a:cubicBezTo>
                  <a:pt x="421380" y="220573"/>
                  <a:pt x="427347" y="228161"/>
                  <a:pt x="427255" y="228681"/>
                </a:cubicBezTo>
                <a:close/>
                <a:moveTo>
                  <a:pt x="421488" y="215754"/>
                </a:moveTo>
                <a:lnTo>
                  <a:pt x="418887" y="210568"/>
                </a:lnTo>
                <a:lnTo>
                  <a:pt x="425664" y="210568"/>
                </a:lnTo>
                <a:cubicBezTo>
                  <a:pt x="425190" y="211501"/>
                  <a:pt x="422268" y="215754"/>
                  <a:pt x="421472" y="215754"/>
                </a:cubicBezTo>
                <a:close/>
                <a:moveTo>
                  <a:pt x="424257" y="159915"/>
                </a:moveTo>
                <a:cubicBezTo>
                  <a:pt x="437459" y="152923"/>
                  <a:pt x="443089" y="139201"/>
                  <a:pt x="442033" y="124621"/>
                </a:cubicBezTo>
                <a:cubicBezTo>
                  <a:pt x="441865" y="122296"/>
                  <a:pt x="441008" y="119710"/>
                  <a:pt x="440855" y="117431"/>
                </a:cubicBezTo>
                <a:cubicBezTo>
                  <a:pt x="440274" y="109537"/>
                  <a:pt x="442446" y="101826"/>
                  <a:pt x="450187" y="98522"/>
                </a:cubicBezTo>
                <a:cubicBezTo>
                  <a:pt x="466358" y="123397"/>
                  <a:pt x="454088" y="158981"/>
                  <a:pt x="425695" y="167885"/>
                </a:cubicBezTo>
                <a:cubicBezTo>
                  <a:pt x="425909" y="166386"/>
                  <a:pt x="423736" y="160741"/>
                  <a:pt x="424272" y="159899"/>
                </a:cubicBezTo>
                <a:close/>
                <a:moveTo>
                  <a:pt x="426643" y="170654"/>
                </a:moveTo>
                <a:cubicBezTo>
                  <a:pt x="443594" y="164749"/>
                  <a:pt x="456307" y="150200"/>
                  <a:pt x="459458" y="132469"/>
                </a:cubicBezTo>
                <a:cubicBezTo>
                  <a:pt x="459856" y="130266"/>
                  <a:pt x="460330" y="127222"/>
                  <a:pt x="460391" y="125034"/>
                </a:cubicBezTo>
                <a:cubicBezTo>
                  <a:pt x="460468" y="122663"/>
                  <a:pt x="459994" y="120383"/>
                  <a:pt x="460177" y="118043"/>
                </a:cubicBezTo>
                <a:cubicBezTo>
                  <a:pt x="481213" y="143454"/>
                  <a:pt x="455725" y="174708"/>
                  <a:pt x="428081" y="177844"/>
                </a:cubicBezTo>
                <a:lnTo>
                  <a:pt x="426643" y="170654"/>
                </a:lnTo>
                <a:close/>
                <a:moveTo>
                  <a:pt x="440458" y="211991"/>
                </a:moveTo>
                <a:cubicBezTo>
                  <a:pt x="440259" y="212113"/>
                  <a:pt x="436342" y="210690"/>
                  <a:pt x="436143" y="210476"/>
                </a:cubicBezTo>
                <a:cubicBezTo>
                  <a:pt x="435761" y="210078"/>
                  <a:pt x="434644" y="204800"/>
                  <a:pt x="434858" y="204586"/>
                </a:cubicBezTo>
                <a:cubicBezTo>
                  <a:pt x="438193" y="204540"/>
                  <a:pt x="441544" y="204800"/>
                  <a:pt x="444833" y="204188"/>
                </a:cubicBezTo>
                <a:lnTo>
                  <a:pt x="440458" y="211991"/>
                </a:lnTo>
                <a:close/>
                <a:moveTo>
                  <a:pt x="474359" y="176468"/>
                </a:moveTo>
                <a:cubicBezTo>
                  <a:pt x="474359" y="177569"/>
                  <a:pt x="472477" y="182266"/>
                  <a:pt x="471850" y="183535"/>
                </a:cubicBezTo>
                <a:cubicBezTo>
                  <a:pt x="466847" y="193648"/>
                  <a:pt x="454012" y="200777"/>
                  <a:pt x="442982" y="201741"/>
                </a:cubicBezTo>
                <a:cubicBezTo>
                  <a:pt x="441559" y="201863"/>
                  <a:pt x="435271" y="202062"/>
                  <a:pt x="434308" y="201741"/>
                </a:cubicBezTo>
                <a:cubicBezTo>
                  <a:pt x="433910" y="201603"/>
                  <a:pt x="433895" y="201419"/>
                  <a:pt x="433742" y="201113"/>
                </a:cubicBezTo>
                <a:cubicBezTo>
                  <a:pt x="433527" y="200700"/>
                  <a:pt x="431646" y="192485"/>
                  <a:pt x="431661" y="192026"/>
                </a:cubicBezTo>
                <a:cubicBezTo>
                  <a:pt x="446286" y="191246"/>
                  <a:pt x="461065" y="185188"/>
                  <a:pt x="470351" y="173668"/>
                </a:cubicBezTo>
                <a:cubicBezTo>
                  <a:pt x="471452" y="172306"/>
                  <a:pt x="472263" y="170593"/>
                  <a:pt x="473227" y="169354"/>
                </a:cubicBezTo>
                <a:cubicBezTo>
                  <a:pt x="473579" y="168910"/>
                  <a:pt x="473625" y="168528"/>
                  <a:pt x="474359" y="168681"/>
                </a:cubicBezTo>
                <a:lnTo>
                  <a:pt x="474359" y="176452"/>
                </a:lnTo>
                <a:close/>
                <a:moveTo>
                  <a:pt x="430896" y="188982"/>
                </a:moveTo>
                <a:lnTo>
                  <a:pt x="428923" y="181225"/>
                </a:lnTo>
                <a:lnTo>
                  <a:pt x="429244" y="180828"/>
                </a:lnTo>
                <a:cubicBezTo>
                  <a:pt x="450050" y="176972"/>
                  <a:pt x="469601" y="161460"/>
                  <a:pt x="470947" y="139170"/>
                </a:cubicBezTo>
                <a:cubicBezTo>
                  <a:pt x="485833" y="165437"/>
                  <a:pt x="455649" y="189471"/>
                  <a:pt x="430896" y="188982"/>
                </a:cubicBezTo>
                <a:close/>
                <a:moveTo>
                  <a:pt x="649480" y="107854"/>
                </a:moveTo>
                <a:lnTo>
                  <a:pt x="476348" y="163097"/>
                </a:lnTo>
                <a:cubicBezTo>
                  <a:pt x="478138" y="156289"/>
                  <a:pt x="478612" y="149435"/>
                  <a:pt x="475950" y="142765"/>
                </a:cubicBezTo>
                <a:lnTo>
                  <a:pt x="660281" y="96105"/>
                </a:lnTo>
                <a:cubicBezTo>
                  <a:pt x="659348" y="101719"/>
                  <a:pt x="654728" y="106018"/>
                  <a:pt x="649496" y="107854"/>
                </a:cubicBezTo>
                <a:close/>
                <a:moveTo>
                  <a:pt x="661474" y="92724"/>
                </a:moveTo>
                <a:lnTo>
                  <a:pt x="475705" y="139966"/>
                </a:lnTo>
                <a:cubicBezTo>
                  <a:pt x="474206" y="140073"/>
                  <a:pt x="473946" y="138084"/>
                  <a:pt x="473181" y="136967"/>
                </a:cubicBezTo>
                <a:cubicBezTo>
                  <a:pt x="470228" y="132683"/>
                  <a:pt x="470718" y="132546"/>
                  <a:pt x="469081" y="127895"/>
                </a:cubicBezTo>
                <a:cubicBezTo>
                  <a:pt x="468163" y="125294"/>
                  <a:pt x="466786" y="122892"/>
                  <a:pt x="465593" y="120429"/>
                </a:cubicBezTo>
                <a:lnTo>
                  <a:pt x="672657" y="81342"/>
                </a:lnTo>
                <a:cubicBezTo>
                  <a:pt x="672168" y="87048"/>
                  <a:pt x="666722" y="91332"/>
                  <a:pt x="661490" y="92709"/>
                </a:cubicBezTo>
                <a:close/>
                <a:moveTo>
                  <a:pt x="672719" y="78450"/>
                </a:moveTo>
                <a:lnTo>
                  <a:pt x="464553" y="117676"/>
                </a:lnTo>
                <a:cubicBezTo>
                  <a:pt x="464063" y="117737"/>
                  <a:pt x="463727" y="117569"/>
                  <a:pt x="463344" y="117293"/>
                </a:cubicBezTo>
                <a:cubicBezTo>
                  <a:pt x="463099" y="117110"/>
                  <a:pt x="459382" y="112903"/>
                  <a:pt x="459244" y="112627"/>
                </a:cubicBezTo>
                <a:cubicBezTo>
                  <a:pt x="458219" y="110761"/>
                  <a:pt x="457546" y="106844"/>
                  <a:pt x="456597" y="104504"/>
                </a:cubicBezTo>
                <a:cubicBezTo>
                  <a:pt x="455863" y="102729"/>
                  <a:pt x="453415" y="99012"/>
                  <a:pt x="453216" y="97512"/>
                </a:cubicBezTo>
                <a:cubicBezTo>
                  <a:pt x="453079" y="96457"/>
                  <a:pt x="455985" y="96656"/>
                  <a:pt x="456720" y="96243"/>
                </a:cubicBezTo>
                <a:lnTo>
                  <a:pt x="684223" y="68614"/>
                </a:lnTo>
                <a:cubicBezTo>
                  <a:pt x="682647" y="73907"/>
                  <a:pt x="677874" y="77074"/>
                  <a:pt x="672734" y="78466"/>
                </a:cubicBezTo>
                <a:close/>
                <a:moveTo>
                  <a:pt x="684315" y="65692"/>
                </a:moveTo>
                <a:cubicBezTo>
                  <a:pt x="613942" y="74672"/>
                  <a:pt x="543370" y="82321"/>
                  <a:pt x="473013" y="91362"/>
                </a:cubicBezTo>
                <a:cubicBezTo>
                  <a:pt x="460193" y="93015"/>
                  <a:pt x="443762" y="92341"/>
                  <a:pt x="438836" y="107043"/>
                </a:cubicBezTo>
                <a:cubicBezTo>
                  <a:pt x="436526" y="113958"/>
                  <a:pt x="438408" y="117676"/>
                  <a:pt x="438836" y="124208"/>
                </a:cubicBezTo>
                <a:cubicBezTo>
                  <a:pt x="439754" y="137839"/>
                  <a:pt x="435883" y="149925"/>
                  <a:pt x="423492" y="156702"/>
                </a:cubicBezTo>
                <a:lnTo>
                  <a:pt x="422971" y="156014"/>
                </a:lnTo>
                <a:cubicBezTo>
                  <a:pt x="423094" y="153245"/>
                  <a:pt x="419774" y="145932"/>
                  <a:pt x="420202" y="143775"/>
                </a:cubicBezTo>
                <a:cubicBezTo>
                  <a:pt x="420264" y="143438"/>
                  <a:pt x="423568" y="139277"/>
                  <a:pt x="424165" y="138206"/>
                </a:cubicBezTo>
                <a:cubicBezTo>
                  <a:pt x="427821" y="131750"/>
                  <a:pt x="428892" y="123535"/>
                  <a:pt x="426674" y="116421"/>
                </a:cubicBezTo>
                <a:cubicBezTo>
                  <a:pt x="422375" y="102683"/>
                  <a:pt x="408882" y="97069"/>
                  <a:pt x="414619" y="79613"/>
                </a:cubicBezTo>
                <a:cubicBezTo>
                  <a:pt x="419285" y="65401"/>
                  <a:pt x="432151" y="63259"/>
                  <a:pt x="445062" y="62586"/>
                </a:cubicBezTo>
                <a:cubicBezTo>
                  <a:pt x="521646" y="58547"/>
                  <a:pt x="598552" y="56329"/>
                  <a:pt x="675258" y="53805"/>
                </a:cubicBezTo>
                <a:cubicBezTo>
                  <a:pt x="682112" y="53575"/>
                  <a:pt x="688935" y="53453"/>
                  <a:pt x="695804" y="53407"/>
                </a:cubicBezTo>
                <a:cubicBezTo>
                  <a:pt x="694810" y="59419"/>
                  <a:pt x="690526" y="64636"/>
                  <a:pt x="684330" y="65661"/>
                </a:cubicBezTo>
                <a:close/>
              </a:path>
            </a:pathLst>
          </a:custGeom>
          <a:solidFill>
            <a:schemeClr val="bg1"/>
          </a:solidFill>
          <a:ln w="1521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pt-BR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77" name="Picture 76">
            <a:extLst>
              <a:ext uri="{FF2B5EF4-FFF2-40B4-BE49-F238E27FC236}">
                <a16:creationId xmlns:a16="http://schemas.microsoft.com/office/drawing/2014/main" id="{8E9B9E8C-3CB5-496B-786C-06C3FE3C3304}"/>
              </a:ext>
            </a:extLst>
          </p:cNvPr>
          <p:cNvPicPr>
            <a:picLocks noChangeAspect="1"/>
          </p:cNvPicPr>
          <p:nvPr/>
        </p:nvPicPr>
        <p:blipFill>
          <a:blip r:embed="rId31">
            <a:extLst>
              <a:ext uri="{BEBA8EAE-BF5A-486C-A8C5-ECC9F3942E4B}">
                <a14:imgProps xmlns:a14="http://schemas.microsoft.com/office/drawing/2010/main">
                  <a14:imgLayer r:embed="rId32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1560901" y="6056241"/>
            <a:ext cx="701317" cy="188069"/>
          </a:xfrm>
          <a:prstGeom prst="rect">
            <a:avLst/>
          </a:prstGeom>
        </p:spPr>
      </p:pic>
      <p:pic>
        <p:nvPicPr>
          <p:cNvPr id="78" name="Picture 8">
            <a:extLst>
              <a:ext uri="{FF2B5EF4-FFF2-40B4-BE49-F238E27FC236}">
                <a16:creationId xmlns:a16="http://schemas.microsoft.com/office/drawing/2014/main" id="{7E2E55DF-3D9C-8BF4-6480-C9C773A263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0"/>
          <a:srcRect/>
          <a:stretch/>
        </p:blipFill>
        <p:spPr bwMode="auto">
          <a:xfrm>
            <a:off x="1222101" y="6089086"/>
            <a:ext cx="222373" cy="1726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9" name="Picture 78">
            <a:extLst>
              <a:ext uri="{FF2B5EF4-FFF2-40B4-BE49-F238E27FC236}">
                <a16:creationId xmlns:a16="http://schemas.microsoft.com/office/drawing/2014/main" id="{90D0069C-B8F4-6204-F6E8-12B4A528DE91}"/>
              </a:ext>
            </a:extLst>
      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2347838" y="6102598"/>
            <a:ext cx="428191" cy="14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428460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11">
            <a:extLst>
              <a:ext uri="{FF2B5EF4-FFF2-40B4-BE49-F238E27FC236}">
                <a16:creationId xmlns:a16="http://schemas.microsoft.com/office/drawing/2014/main" id="{583551E7-03F7-C4D6-2792-49E307813EDB}"/>
              </a:ext>
            </a:extLst>
          </p:cNvPr>
          <p:cNvSpPr/>
          <p:nvPr/>
        </p:nvSpPr>
        <p:spPr>
          <a:xfrm flipH="1">
            <a:off x="8206743" y="177282"/>
            <a:ext cx="5435929" cy="6512767"/>
          </a:xfrm>
          <a:prstGeom prst="roundRect">
            <a:avLst>
              <a:gd name="adj" fmla="val 4346"/>
            </a:avLst>
          </a:prstGeom>
          <a:blipFill dpi="0" rotWithShape="1">
            <a:blip r:embed="rId2">
              <a:duotone>
                <a:prstClr val="black"/>
                <a:schemeClr val="accent4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39848" r="-39848"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  <a:sym typeface="Arial"/>
            </a:endParaRPr>
          </a:p>
        </p:txBody>
      </p:sp>
      <p:grpSp>
        <p:nvGrpSpPr>
          <p:cNvPr id="5" name="Group 48">
            <a:extLst>
              <a:ext uri="{FF2B5EF4-FFF2-40B4-BE49-F238E27FC236}">
                <a16:creationId xmlns:a16="http://schemas.microsoft.com/office/drawing/2014/main" id="{E377C1E8-DB8D-10DB-2022-2316660090B7}"/>
              </a:ext>
            </a:extLst>
          </p:cNvPr>
          <p:cNvGrpSpPr/>
          <p:nvPr/>
        </p:nvGrpSpPr>
        <p:grpSpPr>
          <a:xfrm>
            <a:off x="673510" y="480261"/>
            <a:ext cx="8150965" cy="4068629"/>
            <a:chOff x="-259865" y="976464"/>
            <a:chExt cx="6370650" cy="3179967"/>
          </a:xfrm>
        </p:grpSpPr>
        <p:sp>
          <p:nvSpPr>
            <p:cNvPr id="6" name="object 9">
              <a:extLst>
                <a:ext uri="{FF2B5EF4-FFF2-40B4-BE49-F238E27FC236}">
                  <a16:creationId xmlns:a16="http://schemas.microsoft.com/office/drawing/2014/main" id="{A4E38FF5-1F26-4ECA-DCCA-9F19F8BF26BB}"/>
                </a:ext>
              </a:extLst>
            </p:cNvPr>
            <p:cNvSpPr txBox="1">
              <a:spLocks/>
            </p:cNvSpPr>
            <p:nvPr/>
          </p:nvSpPr>
          <p:spPr>
            <a:xfrm>
              <a:off x="-259865" y="976464"/>
              <a:ext cx="6370650" cy="153897"/>
            </a:xfrm>
            <a:prstGeom prst="rect">
              <a:avLst/>
            </a:prstGeom>
          </p:spPr>
          <p:txBody>
            <a:bodyPr vert="horz" wrap="square" lIns="0" tIns="12121" rIns="0" bIns="0" rtlCol="0">
              <a:spAutoFit/>
            </a:bodyPr>
            <a:lstStyle>
              <a:lvl1pPr algn="l" defTabSz="755934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3637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defTabSz="755899">
                <a:lnSpc>
                  <a:spcPct val="100000"/>
                </a:lnSpc>
                <a:spcBef>
                  <a:spcPts val="0"/>
                </a:spcBef>
              </a:pPr>
              <a:r>
                <a:rPr lang="pt-BR" sz="1200" b="1" err="1">
                  <a:solidFill>
                    <a:srgbClr val="FFFFFF"/>
                  </a:solidFill>
                  <a:latin typeface="Versos"/>
                </a:rPr>
                <a:t>Disclaimer</a:t>
              </a:r>
              <a:endParaRPr lang="pt-BR" sz="1200" b="1">
                <a:solidFill>
                  <a:srgbClr val="FFFFFF"/>
                </a:solidFill>
                <a:latin typeface="Versos"/>
              </a:endParaRPr>
            </a:p>
          </p:txBody>
        </p:sp>
        <p:sp>
          <p:nvSpPr>
            <p:cNvPr id="7" name="object 4">
              <a:extLst>
                <a:ext uri="{FF2B5EF4-FFF2-40B4-BE49-F238E27FC236}">
                  <a16:creationId xmlns:a16="http://schemas.microsoft.com/office/drawing/2014/main" id="{805D06DD-BFA9-CC77-0983-B7F5582F1124}"/>
                </a:ext>
              </a:extLst>
            </p:cNvPr>
            <p:cNvSpPr txBox="1"/>
            <p:nvPr/>
          </p:nvSpPr>
          <p:spPr>
            <a:xfrm>
              <a:off x="-259864" y="1254219"/>
              <a:ext cx="5084526" cy="2902212"/>
            </a:xfrm>
            <a:prstGeom prst="rect">
              <a:avLst/>
            </a:prstGeom>
          </p:spPr>
          <p:txBody>
            <a:bodyPr vert="horz" wrap="square" lIns="0" tIns="12121" rIns="0" bIns="0" rtlCol="0">
              <a:spAutoFit/>
            </a:bodyPr>
            <a:lstStyle/>
            <a:p>
              <a:pPr marR="4849" algn="just" defTabSz="872755">
                <a:spcBef>
                  <a:spcPts val="100"/>
                </a:spcBef>
                <a:spcAft>
                  <a:spcPts val="100"/>
                </a:spcAft>
              </a:pPr>
              <a:r>
                <a:rPr lang="pt-BR" sz="1050">
                  <a:solidFill>
                    <a:srgbClr val="FFFFFF"/>
                  </a:solidFill>
                  <a:latin typeface="Versos Light" panose="020B0403020204030204" pitchFamily="34" charset="0"/>
                  <a:cs typeface="Versos"/>
                </a:rPr>
                <a:t>MATERIAL DE DIVULGAÇÃO</a:t>
              </a:r>
            </a:p>
            <a:p>
              <a:pPr marR="4849" algn="just" defTabSz="872755">
                <a:spcBef>
                  <a:spcPts val="100"/>
                </a:spcBef>
                <a:spcAft>
                  <a:spcPts val="100"/>
                </a:spcAft>
              </a:pPr>
              <a:endParaRPr lang="pt-BR" sz="1050">
                <a:solidFill>
                  <a:srgbClr val="FFFFFF"/>
                </a:solidFill>
                <a:latin typeface="Versos Light" panose="020B0403020204030204" pitchFamily="34" charset="0"/>
                <a:cs typeface="Versos"/>
              </a:endParaRPr>
            </a:p>
            <a:p>
              <a:pPr marR="4849" algn="just" defTabSz="872755">
                <a:spcBef>
                  <a:spcPts val="100"/>
                </a:spcBef>
                <a:spcAft>
                  <a:spcPts val="100"/>
                </a:spcAft>
              </a:pPr>
              <a:r>
                <a:rPr lang="pt-BR" sz="1050">
                  <a:solidFill>
                    <a:srgbClr val="FFFFFF"/>
                  </a:solidFill>
                  <a:latin typeface="Versos Light" panose="020B0403020204030204" pitchFamily="34" charset="0"/>
                  <a:cs typeface="Versos"/>
                </a:rPr>
                <a:t>Este material foi elaborado pela Tivio Capital Distribuidora de Títulos e Valores Mobiliários S.A. e possui caráter meramente informativo. Não constitui oferta, recomendação ou aconselhamento de investimento.</a:t>
              </a:r>
            </a:p>
            <a:p>
              <a:pPr marR="4849" algn="just" defTabSz="872755">
                <a:spcBef>
                  <a:spcPts val="100"/>
                </a:spcBef>
                <a:spcAft>
                  <a:spcPts val="100"/>
                </a:spcAft>
              </a:pPr>
              <a:endParaRPr lang="pt-BR" sz="1050">
                <a:solidFill>
                  <a:srgbClr val="FFFFFF"/>
                </a:solidFill>
                <a:latin typeface="Versos Light" panose="020B0403020204030204" pitchFamily="34" charset="0"/>
                <a:cs typeface="Versos"/>
              </a:endParaRPr>
            </a:p>
            <a:p>
              <a:pPr marR="4849" algn="just" defTabSz="872755">
                <a:spcBef>
                  <a:spcPts val="100"/>
                </a:spcBef>
                <a:spcAft>
                  <a:spcPts val="100"/>
                </a:spcAft>
              </a:pPr>
              <a:r>
                <a:rPr lang="pt-BR" sz="1050">
                  <a:solidFill>
                    <a:srgbClr val="FFFFFF"/>
                  </a:solidFill>
                  <a:latin typeface="Versos Light" panose="020B0403020204030204" pitchFamily="34" charset="0"/>
                  <a:cs typeface="Versos"/>
                </a:rPr>
                <a:t>Antes de investir, leia a lâmina de informações básicas, se aplicável, o regulamento, o formulário de informações complementares, seus anexos e apêndices. Esses documentos e informações sobre tributação estão disponíveis em tivio.com/fundos/ e tivio.com/documentos/.</a:t>
              </a:r>
            </a:p>
            <a:p>
              <a:pPr marR="4849" algn="just" defTabSz="872755">
                <a:spcBef>
                  <a:spcPts val="100"/>
                </a:spcBef>
                <a:spcAft>
                  <a:spcPts val="100"/>
                </a:spcAft>
              </a:pPr>
              <a:endParaRPr lang="pt-BR" sz="1050">
                <a:solidFill>
                  <a:srgbClr val="FFFFFF"/>
                </a:solidFill>
                <a:latin typeface="Versos Light" panose="020B0403020204030204" pitchFamily="34" charset="0"/>
                <a:cs typeface="Versos"/>
              </a:endParaRPr>
            </a:p>
            <a:p>
              <a:pPr marR="4849" algn="just" defTabSz="872755">
                <a:spcBef>
                  <a:spcPts val="100"/>
                </a:spcBef>
                <a:spcAft>
                  <a:spcPts val="100"/>
                </a:spcAft>
              </a:pPr>
              <a:r>
                <a:rPr lang="pt-BR" sz="1050">
                  <a:solidFill>
                    <a:srgbClr val="FFFFFF"/>
                  </a:solidFill>
                  <a:latin typeface="Versos Light" panose="020B0403020204030204" pitchFamily="34" charset="0"/>
                  <a:cs typeface="Versos"/>
                </a:rPr>
                <a:t>Os investimentos envolvem riscos. Consulte os documentos do fundo para conhecer sua estratégia, público-alvo, condições e principais fatores de risco.</a:t>
              </a:r>
            </a:p>
            <a:p>
              <a:pPr marR="4849" algn="just" defTabSz="872755">
                <a:spcBef>
                  <a:spcPts val="100"/>
                </a:spcBef>
                <a:spcAft>
                  <a:spcPts val="100"/>
                </a:spcAft>
              </a:pPr>
              <a:endParaRPr lang="pt-BR" sz="1050">
                <a:solidFill>
                  <a:srgbClr val="FFFFFF"/>
                </a:solidFill>
                <a:latin typeface="Versos Light" panose="020B0403020204030204" pitchFamily="34" charset="0"/>
                <a:cs typeface="Versos"/>
              </a:endParaRPr>
            </a:p>
            <a:p>
              <a:pPr marR="4849" algn="just" defTabSz="872755">
                <a:spcBef>
                  <a:spcPts val="100"/>
                </a:spcBef>
                <a:spcAft>
                  <a:spcPts val="100"/>
                </a:spcAft>
              </a:pPr>
              <a:r>
                <a:rPr lang="pt-BR" sz="1050">
                  <a:solidFill>
                    <a:srgbClr val="FFFFFF"/>
                  </a:solidFill>
                  <a:latin typeface="Versos Light" panose="020B0403020204030204" pitchFamily="34" charset="0"/>
                  <a:cs typeface="Versos"/>
                </a:rPr>
                <a:t>Rentabilidade obtida no passado não representa garantia de resultados futuros. A rentabilidade divulgada não é líquida de impostos.</a:t>
              </a:r>
            </a:p>
            <a:p>
              <a:pPr marR="4849" algn="just" defTabSz="872755">
                <a:spcBef>
                  <a:spcPts val="100"/>
                </a:spcBef>
                <a:spcAft>
                  <a:spcPts val="100"/>
                </a:spcAft>
              </a:pPr>
              <a:r>
                <a:rPr lang="pt-BR" sz="1050">
                  <a:solidFill>
                    <a:srgbClr val="FFFFFF"/>
                  </a:solidFill>
                  <a:latin typeface="Versos Light" panose="020B0403020204030204" pitchFamily="34" charset="0"/>
                  <a:cs typeface="Versos"/>
                </a:rPr>
                <a:t>Os investimentos em fundos não são garantidos pelo administrador, pelo gestor, por qualquer mecanismo de seguro ou pelo Fundo Garantidor de Crédito – FGC.</a:t>
              </a:r>
            </a:p>
            <a:p>
              <a:pPr marR="4849" algn="just" defTabSz="872755">
                <a:spcBef>
                  <a:spcPts val="100"/>
                </a:spcBef>
                <a:spcAft>
                  <a:spcPts val="100"/>
                </a:spcAft>
              </a:pPr>
              <a:endParaRPr lang="pt-BR" sz="1050">
                <a:solidFill>
                  <a:srgbClr val="FFFFFF"/>
                </a:solidFill>
                <a:latin typeface="Versos Light" panose="020B0403020204030204" pitchFamily="34" charset="0"/>
                <a:cs typeface="Versos"/>
              </a:endParaRPr>
            </a:p>
            <a:p>
              <a:pPr marR="4849" defTabSz="872755">
                <a:spcBef>
                  <a:spcPts val="100"/>
                </a:spcBef>
                <a:spcAft>
                  <a:spcPts val="100"/>
                </a:spcAft>
              </a:pPr>
              <a:r>
                <a:rPr lang="pt-BR" sz="1050">
                  <a:solidFill>
                    <a:srgbClr val="FFFFFF"/>
                  </a:solidFill>
                  <a:latin typeface="Versos Light"/>
                  <a:cs typeface="Versos Light"/>
                </a:rPr>
                <a:t>A</a:t>
              </a:r>
              <a:r>
                <a:rPr lang="pt-BR" sz="1050" spc="-20">
                  <a:solidFill>
                    <a:srgbClr val="FFFFFF"/>
                  </a:solidFill>
                  <a:latin typeface="Versos Light"/>
                  <a:cs typeface="Versos Light"/>
                </a:rPr>
                <a:t> </a:t>
              </a:r>
              <a:r>
                <a:rPr lang="pt-BR" sz="1050" spc="-4">
                  <a:solidFill>
                    <a:srgbClr val="FFFFFF"/>
                  </a:solidFill>
                  <a:latin typeface="Versos Light"/>
                  <a:cs typeface="Versos Light"/>
                </a:rPr>
                <a:t>Tivio</a:t>
              </a:r>
              <a:r>
                <a:rPr lang="pt-BR" sz="1050" spc="-20">
                  <a:solidFill>
                    <a:srgbClr val="FFFFFF"/>
                  </a:solidFill>
                  <a:latin typeface="Versos Light"/>
                  <a:cs typeface="Versos Light"/>
                </a:rPr>
                <a:t> </a:t>
              </a:r>
              <a:r>
                <a:rPr lang="pt-BR" sz="1050" spc="-4">
                  <a:solidFill>
                    <a:srgbClr val="FFFFFF"/>
                  </a:solidFill>
                  <a:latin typeface="Versos Light"/>
                  <a:cs typeface="Versos Light"/>
                </a:rPr>
                <a:t>Capital</a:t>
              </a:r>
              <a:r>
                <a:rPr lang="pt-BR" sz="1050" spc="-18">
                  <a:solidFill>
                    <a:srgbClr val="FFFFFF"/>
                  </a:solidFill>
                  <a:latin typeface="Versos Light"/>
                  <a:cs typeface="Versos Light"/>
                </a:rPr>
                <a:t> </a:t>
              </a:r>
              <a:r>
                <a:rPr lang="pt-BR" sz="1050">
                  <a:solidFill>
                    <a:srgbClr val="FFFFFF"/>
                  </a:solidFill>
                  <a:latin typeface="Versos Light"/>
                  <a:cs typeface="Versos Light"/>
                </a:rPr>
                <a:t>Distribuidora</a:t>
              </a:r>
              <a:r>
                <a:rPr lang="pt-BR" sz="1050" spc="-20">
                  <a:solidFill>
                    <a:srgbClr val="FFFFFF"/>
                  </a:solidFill>
                  <a:latin typeface="Versos Light"/>
                  <a:cs typeface="Versos Light"/>
                </a:rPr>
                <a:t> </a:t>
              </a:r>
              <a:r>
                <a:rPr lang="pt-BR" sz="1050">
                  <a:solidFill>
                    <a:srgbClr val="FFFFFF"/>
                  </a:solidFill>
                  <a:latin typeface="Versos Light"/>
                  <a:cs typeface="Versos Light"/>
                </a:rPr>
                <a:t>de</a:t>
              </a:r>
              <a:r>
                <a:rPr lang="pt-BR" sz="1050" spc="-20">
                  <a:solidFill>
                    <a:srgbClr val="FFFFFF"/>
                  </a:solidFill>
                  <a:latin typeface="Versos Light"/>
                  <a:cs typeface="Versos Light"/>
                </a:rPr>
                <a:t> </a:t>
              </a:r>
              <a:r>
                <a:rPr lang="pt-BR" sz="1050" spc="-4">
                  <a:solidFill>
                    <a:srgbClr val="FFFFFF"/>
                  </a:solidFill>
                  <a:latin typeface="Versos Light"/>
                  <a:cs typeface="Versos Light"/>
                </a:rPr>
                <a:t>Títulos</a:t>
              </a:r>
              <a:r>
                <a:rPr lang="pt-BR" sz="1050" spc="-18">
                  <a:solidFill>
                    <a:srgbClr val="FFFFFF"/>
                  </a:solidFill>
                  <a:latin typeface="Versos Light"/>
                  <a:cs typeface="Versos Light"/>
                </a:rPr>
                <a:t> </a:t>
              </a:r>
              <a:r>
                <a:rPr lang="pt-BR" sz="1050">
                  <a:solidFill>
                    <a:srgbClr val="FFFFFF"/>
                  </a:solidFill>
                  <a:latin typeface="Versos Light"/>
                  <a:cs typeface="Versos Light"/>
                </a:rPr>
                <a:t>e</a:t>
              </a:r>
              <a:r>
                <a:rPr lang="pt-BR" sz="1050" spc="-20">
                  <a:solidFill>
                    <a:srgbClr val="FFFFFF"/>
                  </a:solidFill>
                  <a:latin typeface="Versos Light"/>
                  <a:cs typeface="Versos Light"/>
                </a:rPr>
                <a:t> </a:t>
              </a:r>
              <a:r>
                <a:rPr lang="pt-BR" sz="1050" spc="-4">
                  <a:solidFill>
                    <a:srgbClr val="FFFFFF"/>
                  </a:solidFill>
                  <a:latin typeface="Versos Light"/>
                  <a:cs typeface="Versos Light"/>
                </a:rPr>
                <a:t>Valores</a:t>
              </a:r>
              <a:r>
                <a:rPr lang="pt-BR" sz="1050" spc="-20">
                  <a:solidFill>
                    <a:srgbClr val="FFFFFF"/>
                  </a:solidFill>
                  <a:latin typeface="Versos Light"/>
                  <a:cs typeface="Versos Light"/>
                </a:rPr>
                <a:t> </a:t>
              </a:r>
              <a:r>
                <a:rPr lang="pt-BR" sz="1050" spc="-4">
                  <a:solidFill>
                    <a:srgbClr val="FFFFFF"/>
                  </a:solidFill>
                  <a:latin typeface="Versos Light"/>
                  <a:cs typeface="Versos Light"/>
                </a:rPr>
                <a:t>Mobiliários</a:t>
              </a:r>
              <a:r>
                <a:rPr lang="pt-BR" sz="1050" spc="-18">
                  <a:solidFill>
                    <a:srgbClr val="FFFFFF"/>
                  </a:solidFill>
                  <a:latin typeface="Versos Light"/>
                  <a:cs typeface="Versos Light"/>
                </a:rPr>
                <a:t> </a:t>
              </a:r>
              <a:r>
                <a:rPr lang="pt-BR" sz="1050">
                  <a:solidFill>
                    <a:srgbClr val="FFFFFF"/>
                  </a:solidFill>
                  <a:latin typeface="Versos Light"/>
                  <a:cs typeface="Versos Light"/>
                </a:rPr>
                <a:t>S.A.</a:t>
              </a:r>
              <a:r>
                <a:rPr lang="pt-BR" sz="1050" spc="-20">
                  <a:solidFill>
                    <a:srgbClr val="FFFFFF"/>
                  </a:solidFill>
                  <a:latin typeface="Versos Light"/>
                  <a:cs typeface="Versos Light"/>
                </a:rPr>
                <a:t> </a:t>
              </a:r>
              <a:r>
                <a:rPr lang="pt-BR" sz="1050">
                  <a:solidFill>
                    <a:srgbClr val="FFFFFF"/>
                  </a:solidFill>
                  <a:latin typeface="Versos Light"/>
                  <a:cs typeface="Versos Light"/>
                </a:rPr>
                <a:t>integra</a:t>
              </a:r>
              <a:r>
                <a:rPr lang="pt-BR" sz="1050" spc="-18">
                  <a:solidFill>
                    <a:srgbClr val="FFFFFF"/>
                  </a:solidFill>
                  <a:latin typeface="Versos Light"/>
                  <a:cs typeface="Versos Light"/>
                </a:rPr>
                <a:t> </a:t>
              </a:r>
              <a:r>
                <a:rPr lang="pt-BR" sz="1050">
                  <a:solidFill>
                    <a:srgbClr val="FFFFFF"/>
                  </a:solidFill>
                  <a:latin typeface="Versos Light"/>
                  <a:cs typeface="Versos Light"/>
                </a:rPr>
                <a:t>o</a:t>
              </a:r>
              <a:r>
                <a:rPr lang="pt-BR" sz="1050" spc="-20">
                  <a:solidFill>
                    <a:srgbClr val="FFFFFF"/>
                  </a:solidFill>
                  <a:latin typeface="Versos Light"/>
                  <a:cs typeface="Versos Light"/>
                </a:rPr>
                <a:t> </a:t>
              </a:r>
              <a:r>
                <a:rPr lang="pt-BR" sz="1050">
                  <a:solidFill>
                    <a:srgbClr val="FFFFFF"/>
                  </a:solidFill>
                  <a:latin typeface="Versos Light"/>
                  <a:cs typeface="Versos Light"/>
                </a:rPr>
                <a:t>conglomerado</a:t>
              </a:r>
              <a:r>
                <a:rPr lang="pt-BR" sz="1050" spc="-20">
                  <a:solidFill>
                    <a:srgbClr val="FFFFFF"/>
                  </a:solidFill>
                  <a:latin typeface="Versos Light"/>
                  <a:cs typeface="Versos Light"/>
                </a:rPr>
                <a:t> </a:t>
              </a:r>
              <a:r>
                <a:rPr lang="pt-BR" sz="1050">
                  <a:solidFill>
                    <a:srgbClr val="FFFFFF"/>
                  </a:solidFill>
                  <a:latin typeface="Versos Light"/>
                  <a:cs typeface="Versos Light"/>
                </a:rPr>
                <a:t>prudencial</a:t>
              </a:r>
              <a:r>
                <a:rPr lang="pt-BR" sz="1050" spc="-18">
                  <a:solidFill>
                    <a:srgbClr val="FFFFFF"/>
                  </a:solidFill>
                  <a:latin typeface="Versos Light"/>
                  <a:cs typeface="Versos Light"/>
                </a:rPr>
                <a:t> </a:t>
              </a:r>
              <a:r>
                <a:rPr lang="pt-BR" sz="1050">
                  <a:solidFill>
                    <a:srgbClr val="FFFFFF"/>
                  </a:solidFill>
                  <a:latin typeface="Versos Light"/>
                  <a:cs typeface="Versos Light"/>
                </a:rPr>
                <a:t>liderado</a:t>
              </a:r>
              <a:r>
                <a:rPr lang="pt-BR" sz="1050" spc="-20">
                  <a:solidFill>
                    <a:srgbClr val="FFFFFF"/>
                  </a:solidFill>
                  <a:latin typeface="Versos Light"/>
                  <a:cs typeface="Versos Light"/>
                </a:rPr>
                <a:t> </a:t>
              </a:r>
              <a:r>
                <a:rPr lang="pt-BR" sz="1050">
                  <a:solidFill>
                    <a:srgbClr val="FFFFFF"/>
                  </a:solidFill>
                  <a:latin typeface="Versos Light"/>
                  <a:cs typeface="Versos Light"/>
                </a:rPr>
                <a:t>pelo</a:t>
              </a:r>
              <a:r>
                <a:rPr lang="pt-BR" sz="1050" spc="-20">
                  <a:solidFill>
                    <a:srgbClr val="FFFFFF"/>
                  </a:solidFill>
                  <a:latin typeface="Versos Light"/>
                  <a:cs typeface="Versos Light"/>
                </a:rPr>
                <a:t> </a:t>
              </a:r>
              <a:r>
                <a:rPr lang="pt-BR" sz="1050" spc="-4">
                  <a:solidFill>
                    <a:srgbClr val="FFFFFF"/>
                  </a:solidFill>
                  <a:latin typeface="Versos Light"/>
                  <a:cs typeface="Versos Light"/>
                </a:rPr>
                <a:t>Banco Bradesco</a:t>
              </a:r>
              <a:r>
                <a:rPr lang="pt-BR" sz="1050" spc="-6">
                  <a:solidFill>
                    <a:srgbClr val="FFFFFF"/>
                  </a:solidFill>
                  <a:latin typeface="Versos Light"/>
                  <a:cs typeface="Versos Light"/>
                </a:rPr>
                <a:t> </a:t>
              </a:r>
              <a:r>
                <a:rPr lang="pt-BR" sz="1050" spc="-8">
                  <a:solidFill>
                    <a:srgbClr val="FFFFFF"/>
                  </a:solidFill>
                  <a:latin typeface="Versos Light"/>
                  <a:cs typeface="Versos Light"/>
                </a:rPr>
                <a:t>S.A.</a:t>
              </a:r>
              <a:endParaRPr lang="pt-BR" sz="1050">
                <a:solidFill>
                  <a:prstClr val="black"/>
                </a:solidFill>
                <a:latin typeface="Versos Light"/>
                <a:cs typeface="Versos Light"/>
              </a:endParaRPr>
            </a:p>
            <a:p>
              <a:pPr marR="4849" defTabSz="872755">
                <a:spcBef>
                  <a:spcPts val="100"/>
                </a:spcBef>
                <a:spcAft>
                  <a:spcPts val="100"/>
                </a:spcAft>
              </a:pPr>
              <a:endParaRPr lang="pt-BR" sz="1050">
                <a:solidFill>
                  <a:srgbClr val="FFFFFF"/>
                </a:solidFill>
                <a:latin typeface="Versos Light" panose="020B0403020204030204" pitchFamily="34" charset="0"/>
                <a:cs typeface="Versos"/>
              </a:endParaRPr>
            </a:p>
          </p:txBody>
        </p:sp>
      </p:grpSp>
      <p:grpSp>
        <p:nvGrpSpPr>
          <p:cNvPr id="8" name="Group 51">
            <a:extLst>
              <a:ext uri="{FF2B5EF4-FFF2-40B4-BE49-F238E27FC236}">
                <a16:creationId xmlns:a16="http://schemas.microsoft.com/office/drawing/2014/main" id="{DE54749B-0EF8-007F-6661-8462DA81BC2B}"/>
              </a:ext>
            </a:extLst>
          </p:cNvPr>
          <p:cNvGrpSpPr/>
          <p:nvPr/>
        </p:nvGrpSpPr>
        <p:grpSpPr>
          <a:xfrm>
            <a:off x="704838" y="4662626"/>
            <a:ext cx="7093303" cy="415498"/>
            <a:chOff x="-44882" y="10020395"/>
            <a:chExt cx="5544000" cy="324746"/>
          </a:xfrm>
        </p:grpSpPr>
        <p:sp>
          <p:nvSpPr>
            <p:cNvPr id="9" name="object 4">
              <a:extLst>
                <a:ext uri="{FF2B5EF4-FFF2-40B4-BE49-F238E27FC236}">
                  <a16:creationId xmlns:a16="http://schemas.microsoft.com/office/drawing/2014/main" id="{4C36E889-0FB1-AF40-8CE5-6E09BBAD10F9}"/>
                </a:ext>
              </a:extLst>
            </p:cNvPr>
            <p:cNvSpPr txBox="1"/>
            <p:nvPr/>
          </p:nvSpPr>
          <p:spPr>
            <a:xfrm>
              <a:off x="-44882" y="10046552"/>
              <a:ext cx="5544000" cy="216498"/>
            </a:xfrm>
            <a:prstGeom prst="rect">
              <a:avLst/>
            </a:prstGeom>
          </p:spPr>
          <p:txBody>
            <a:bodyPr vert="horz" wrap="square" lIns="0" tIns="0" rIns="0" bIns="0" rtlCol="0" anchor="ctr" anchorCtr="0">
              <a:spAutoFit/>
            </a:bodyPr>
            <a:lstStyle/>
            <a:p>
              <a:pPr marR="4849" defTabSz="872755">
                <a:spcBef>
                  <a:spcPts val="286"/>
                </a:spcBef>
                <a:spcAft>
                  <a:spcPts val="286"/>
                </a:spcAft>
              </a:pPr>
              <a:r>
                <a:rPr lang="pt-BR" sz="900">
                  <a:solidFill>
                    <a:srgbClr val="FFFFFF"/>
                  </a:solidFill>
                  <a:latin typeface="Versos Light" panose="020B0403020204030204" pitchFamily="34" charset="0"/>
                  <a:cs typeface="Versos"/>
                </a:rPr>
                <a:t>SAC:  0800 704 8383</a:t>
              </a:r>
              <a:br>
                <a:rPr lang="pt-BR" sz="900">
                  <a:solidFill>
                    <a:srgbClr val="FFFFFF"/>
                  </a:solidFill>
                  <a:latin typeface="Versos Light" panose="020B0403020204030204" pitchFamily="34" charset="0"/>
                  <a:cs typeface="Versos"/>
                </a:rPr>
              </a:br>
              <a:r>
                <a:rPr lang="pt-BR" sz="900">
                  <a:solidFill>
                    <a:srgbClr val="FFFFFF"/>
                  </a:solidFill>
                  <a:latin typeface="Versos Light" panose="020B0403020204030204" pitchFamily="34" charset="0"/>
                  <a:cs typeface="Versos"/>
                </a:rPr>
                <a:t>Atendimento 24 horas</a:t>
              </a:r>
            </a:p>
          </p:txBody>
        </p:sp>
        <p:sp>
          <p:nvSpPr>
            <p:cNvPr id="10" name="object 4">
              <a:extLst>
                <a:ext uri="{FF2B5EF4-FFF2-40B4-BE49-F238E27FC236}">
                  <a16:creationId xmlns:a16="http://schemas.microsoft.com/office/drawing/2014/main" id="{10B21A09-5644-2241-B0E5-FE1089AC6CBD}"/>
                </a:ext>
              </a:extLst>
            </p:cNvPr>
            <p:cNvSpPr txBox="1"/>
            <p:nvPr/>
          </p:nvSpPr>
          <p:spPr>
            <a:xfrm>
              <a:off x="1198205" y="10020395"/>
              <a:ext cx="1814362" cy="324746"/>
            </a:xfrm>
            <a:prstGeom prst="rect">
              <a:avLst/>
            </a:prstGeom>
          </p:spPr>
          <p:txBody>
            <a:bodyPr vert="horz" wrap="square" lIns="0" tIns="0" rIns="0" bIns="0" rtlCol="0" anchor="ctr" anchorCtr="0">
              <a:spAutoFit/>
            </a:bodyPr>
            <a:lstStyle/>
            <a:p>
              <a:pPr marR="4849" defTabSz="872755">
                <a:spcBef>
                  <a:spcPts val="286"/>
                </a:spcBef>
                <a:spcAft>
                  <a:spcPts val="286"/>
                </a:spcAft>
              </a:pPr>
              <a:r>
                <a:rPr lang="pt-BR" sz="900">
                  <a:solidFill>
                    <a:srgbClr val="FFFFFF"/>
                  </a:solidFill>
                  <a:latin typeface="Versos Light" panose="020B0403020204030204" pitchFamily="34" charset="0"/>
                  <a:cs typeface="Versos"/>
                </a:rPr>
                <a:t>Ouvidoria: 0800 727 9933</a:t>
              </a:r>
              <a:br>
                <a:rPr lang="pt-BR" sz="900">
                  <a:solidFill>
                    <a:srgbClr val="FFFFFF"/>
                  </a:solidFill>
                  <a:latin typeface="Versos Light" panose="020B0403020204030204" pitchFamily="34" charset="0"/>
                  <a:cs typeface="Versos"/>
                </a:rPr>
              </a:br>
              <a:r>
                <a:rPr lang="pt-BR" sz="900">
                  <a:solidFill>
                    <a:srgbClr val="FFFFFF"/>
                  </a:solidFill>
                  <a:latin typeface="Versos Light" panose="020B0403020204030204" pitchFamily="34" charset="0"/>
                  <a:cs typeface="Versos"/>
                </a:rPr>
                <a:t>Atendimento das 9h às 18h, de segunda a sexta-feira, exceto feriados nacionais</a:t>
              </a:r>
            </a:p>
          </p:txBody>
        </p:sp>
      </p:grpSp>
      <p:pic>
        <p:nvPicPr>
          <p:cNvPr id="13" name="Imagem 3">
            <a:extLst>
              <a:ext uri="{FF2B5EF4-FFF2-40B4-BE49-F238E27FC236}">
                <a16:creationId xmlns:a16="http://schemas.microsoft.com/office/drawing/2014/main" id="{B7C89F80-AE25-83FE-C771-556F3AE5283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62080" y="5582802"/>
            <a:ext cx="1336176" cy="495818"/>
          </a:xfrm>
          <a:prstGeom prst="rect">
            <a:avLst/>
          </a:prstGeom>
        </p:spPr>
      </p:pic>
      <p:pic>
        <p:nvPicPr>
          <p:cNvPr id="20" name="Picture 8">
            <a:extLst>
              <a:ext uri="{FF2B5EF4-FFF2-40B4-BE49-F238E27FC236}">
                <a16:creationId xmlns:a16="http://schemas.microsoft.com/office/drawing/2014/main" id="{671DA40C-F22E-A7AA-5E9F-08CA94275A95}"/>
              </a:ext>
            </a:extLst>
          </p:cNvPr>
          <p:cNvPicPr>
            <a:picLocks noChangeAspect="1"/>
          </p:cNvPicPr>
          <p:nvPr/>
        </p:nvPicPr>
        <p:blipFill rotWithShape="1"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l="-8117" t="-23966" r="-8117" b="-23966"/>
          <a:stretch/>
        </p:blipFill>
        <p:spPr>
          <a:xfrm>
            <a:off x="5745160" y="4613025"/>
            <a:ext cx="1481220" cy="641433"/>
          </a:xfrm>
          <a:prstGeom prst="rect">
            <a:avLst/>
          </a:prstGeom>
        </p:spPr>
      </p:pic>
      <p:pic>
        <p:nvPicPr>
          <p:cNvPr id="22" name="anbima-distribuicao-de-produtos-de-investimento">
            <a:extLst>
              <a:ext uri="{FF2B5EF4-FFF2-40B4-BE49-F238E27FC236}">
                <a16:creationId xmlns:a16="http://schemas.microsoft.com/office/drawing/2014/main" id="{68E3DE08-5E12-5A43-524E-841926D5896C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750925" y="5637761"/>
            <a:ext cx="778650" cy="584128"/>
          </a:xfrm>
          <a:prstGeom prst="rect">
            <a:avLst/>
          </a:prstGeom>
        </p:spPr>
      </p:pic>
      <p:pic>
        <p:nvPicPr>
          <p:cNvPr id="23" name="anbima-gestao-de-recursos">
            <a:extLst>
              <a:ext uri="{FF2B5EF4-FFF2-40B4-BE49-F238E27FC236}">
                <a16:creationId xmlns:a16="http://schemas.microsoft.com/office/drawing/2014/main" id="{61122EA1-373F-A08A-D82D-043E36F78241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704837" y="5632785"/>
            <a:ext cx="779228" cy="584128"/>
          </a:xfrm>
          <a:prstGeom prst="rect">
            <a:avLst/>
          </a:prstGeom>
          <a:blipFill dpi="0" rotWithShape="1"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</p:pic>
      <p:sp>
        <p:nvSpPr>
          <p:cNvPr id="26" name="Retângulo 3">
            <a:extLst>
              <a:ext uri="{FF2B5EF4-FFF2-40B4-BE49-F238E27FC236}">
                <a16:creationId xmlns:a16="http://schemas.microsoft.com/office/drawing/2014/main" id="{A49E4632-BF48-AEB8-6135-A0459DB240AB}"/>
              </a:ext>
            </a:extLst>
          </p:cNvPr>
          <p:cNvSpPr/>
          <p:nvPr/>
        </p:nvSpPr>
        <p:spPr>
          <a:xfrm>
            <a:off x="2813647" y="5688453"/>
            <a:ext cx="1017837" cy="45320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ctr" defTabSz="720022">
              <a:buClrTx/>
              <a:defRPr/>
            </a:pPr>
            <a:r>
              <a:rPr lang="pt-BR" sz="945" kern="1200">
                <a:solidFill>
                  <a:srgbClr val="FFFFFF"/>
                </a:solidFill>
                <a:latin typeface="Versos" panose="020B0503020204030204" pitchFamily="34" charset="0"/>
                <a:ea typeface="+mn-ea"/>
              </a:rPr>
              <a:t>RATING S&amp;P:</a:t>
            </a:r>
          </a:p>
          <a:p>
            <a:pPr algn="ctr" defTabSz="720022">
              <a:buClrTx/>
              <a:defRPr/>
            </a:pPr>
            <a:r>
              <a:rPr lang="pt-BR" sz="2000" b="1" kern="1200">
                <a:solidFill>
                  <a:srgbClr val="FFFFFF"/>
                </a:solidFill>
                <a:latin typeface="Versos" panose="020B0503020204030204" pitchFamily="34" charset="0"/>
                <a:ea typeface="+mn-ea"/>
              </a:rPr>
              <a:t>brAMP1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B3DBDC86-F35E-5F13-D0BB-74504EB84E1F}"/>
              </a:ext>
            </a:extLst>
          </p:cNvPr>
          <p:cNvSpPr txBox="1"/>
          <p:nvPr/>
        </p:nvSpPr>
        <p:spPr>
          <a:xfrm>
            <a:off x="2763637" y="6096623"/>
            <a:ext cx="985075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358"/>
            <a:r>
              <a:rPr lang="pt-BR" sz="500">
                <a:solidFill>
                  <a:srgbClr val="FFFFFF"/>
                </a:solidFill>
              </a:rPr>
              <a:t>Informações disponíveis em spglobal.com</a:t>
            </a:r>
          </a:p>
          <a:p>
            <a:pPr defTabSz="914358"/>
            <a:endParaRPr lang="pt-BR" sz="500">
              <a:solidFill>
                <a:srgbClr val="FFFFFF"/>
              </a:solidFill>
            </a:endParaRPr>
          </a:p>
        </p:txBody>
      </p:sp>
      <p:sp>
        <p:nvSpPr>
          <p:cNvPr id="19" name="CaixaDeTexto 10">
            <a:extLst>
              <a:ext uri="{FF2B5EF4-FFF2-40B4-BE49-F238E27FC236}">
                <a16:creationId xmlns:a16="http://schemas.microsoft.com/office/drawing/2014/main" id="{6537DAA6-AB36-4AFC-C10A-6FD87C3718FD}"/>
              </a:ext>
            </a:extLst>
          </p:cNvPr>
          <p:cNvSpPr txBox="1"/>
          <p:nvPr/>
        </p:nvSpPr>
        <p:spPr>
          <a:xfrm>
            <a:off x="5691481" y="5647217"/>
            <a:ext cx="4620450" cy="8763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554466">
              <a:buClrTx/>
              <a:defRPr/>
            </a:pPr>
            <a:r>
              <a:rPr lang="pt-BR" sz="849">
                <a:solidFill>
                  <a:prstClr val="white"/>
                </a:solidFill>
                <a:latin typeface="Versos Light" panose="020B0403020204030204" pitchFamily="34" charset="77"/>
                <a:ea typeface="+mn-ea"/>
              </a:rPr>
              <a:t>Avenida Brigadeiro Faria Lima, 4.300</a:t>
            </a:r>
          </a:p>
          <a:p>
            <a:pPr defTabSz="554466">
              <a:buClrTx/>
              <a:defRPr/>
            </a:pPr>
            <a:r>
              <a:rPr lang="pt-BR" sz="849">
                <a:solidFill>
                  <a:prstClr val="white"/>
                </a:solidFill>
                <a:latin typeface="Versos Light" panose="020B0403020204030204" pitchFamily="34" charset="77"/>
                <a:ea typeface="+mn-ea"/>
              </a:rPr>
              <a:t>7º andar | Vila Olímpia</a:t>
            </a:r>
          </a:p>
          <a:p>
            <a:pPr defTabSz="554466">
              <a:buClrTx/>
              <a:defRPr/>
            </a:pPr>
            <a:r>
              <a:rPr lang="pt-BR" sz="849">
                <a:solidFill>
                  <a:prstClr val="white"/>
                </a:solidFill>
                <a:latin typeface="Versos Light" panose="020B0403020204030204" pitchFamily="34" charset="77"/>
                <a:ea typeface="+mn-ea"/>
              </a:rPr>
              <a:t>CEP 04538-132 | São Paulo</a:t>
            </a:r>
          </a:p>
          <a:p>
            <a:pPr defTabSz="554466">
              <a:buClrTx/>
              <a:defRPr/>
            </a:pPr>
            <a:endParaRPr lang="pt-BR" sz="849">
              <a:solidFill>
                <a:prstClr val="white"/>
              </a:solidFill>
              <a:latin typeface="Versos" panose="020B0503020204030204" pitchFamily="34" charset="77"/>
              <a:ea typeface="+mn-ea"/>
            </a:endParaRPr>
          </a:p>
          <a:p>
            <a:pPr defTabSz="554466">
              <a:buClrTx/>
              <a:defRPr/>
            </a:pPr>
            <a:r>
              <a:rPr lang="pt-BR" sz="849" b="1">
                <a:solidFill>
                  <a:prstClr val="white"/>
                </a:solidFill>
                <a:latin typeface="Versos" panose="020B0503020204030204" pitchFamily="34" charset="77"/>
                <a:ea typeface="+mn-ea"/>
              </a:rPr>
              <a:t>www.tivio.com</a:t>
            </a:r>
          </a:p>
          <a:p>
            <a:pPr defTabSz="554466">
              <a:buClrTx/>
              <a:defRPr/>
            </a:pPr>
            <a:endParaRPr lang="pt-BR" sz="849">
              <a:solidFill>
                <a:prstClr val="white"/>
              </a:solidFill>
              <a:latin typeface="Versos" panose="020B0503020204030204" pitchFamily="34" charset="77"/>
              <a:ea typeface="+mn-ea"/>
            </a:endParaRPr>
          </a:p>
        </p:txBody>
      </p:sp>
      <p:pic>
        <p:nvPicPr>
          <p:cNvPr id="24" name="Imagem 34" descr="Uma imagem contendo Forma&#10;&#10;O conteúdo gerado por IA pode estar incorreto.">
            <a:extLst>
              <a:ext uri="{FF2B5EF4-FFF2-40B4-BE49-F238E27FC236}">
                <a16:creationId xmlns:a16="http://schemas.microsoft.com/office/drawing/2014/main" id="{B000A4D6-60A7-F0D3-D870-B2A1B6E5B0DB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3588212" y="4206209"/>
            <a:ext cx="11687163" cy="2492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1990813"/>
      </p:ext>
    </p:extLst>
  </p:cSld>
  <p:clrMapOvr>
    <a:masterClrMapping/>
  </p:clrMapOvr>
</p:sld>
</file>

<file path=ppt/theme/theme1.xml><?xml version="1.0" encoding="utf-8"?>
<a:theme xmlns:a="http://schemas.openxmlformats.org/drawingml/2006/main" name="Contracapa e Disclaimer">
  <a:themeElements>
    <a:clrScheme name="Tivio Capital - Imobiliário">
      <a:dk1>
        <a:srgbClr val="000000"/>
      </a:dk1>
      <a:lt1>
        <a:srgbClr val="FFFFFF"/>
      </a:lt1>
      <a:dk2>
        <a:srgbClr val="637881"/>
      </a:dk2>
      <a:lt2>
        <a:srgbClr val="E6EDF1"/>
      </a:lt2>
      <a:accent1>
        <a:srgbClr val="92D3AB"/>
      </a:accent1>
      <a:accent2>
        <a:srgbClr val="C1F4D4"/>
      </a:accent2>
      <a:accent3>
        <a:srgbClr val="759DB4"/>
      </a:accent3>
      <a:accent4>
        <a:srgbClr val="ABC6CD"/>
      </a:accent4>
      <a:accent5>
        <a:srgbClr val="557F97"/>
      </a:accent5>
      <a:accent6>
        <a:srgbClr val="313C40"/>
      </a:accent6>
      <a:hlink>
        <a:srgbClr val="3C4A60"/>
      </a:hlink>
      <a:folHlink>
        <a:srgbClr val="92D3AB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ema1" id="{50E25B5D-1556-B24B-ADD9-1B5BA9A03DD3}" vid="{FAC439FC-A8CE-E54A-8A54-8941007EAD9B}"/>
    </a:ext>
  </a:extLst>
</a:theme>
</file>

<file path=ppt/theme/theme2.xml><?xml version="1.0" encoding="utf-8"?>
<a:theme xmlns:a="http://schemas.openxmlformats.org/drawingml/2006/main" name="Conteúdo">
  <a:themeElements>
    <a:clrScheme name="Tivio Capital - Imobiliário">
      <a:dk1>
        <a:srgbClr val="000000"/>
      </a:dk1>
      <a:lt1>
        <a:srgbClr val="FFFFFF"/>
      </a:lt1>
      <a:dk2>
        <a:srgbClr val="637881"/>
      </a:dk2>
      <a:lt2>
        <a:srgbClr val="E6EDF1"/>
      </a:lt2>
      <a:accent1>
        <a:srgbClr val="92D3AB"/>
      </a:accent1>
      <a:accent2>
        <a:srgbClr val="C1F4D4"/>
      </a:accent2>
      <a:accent3>
        <a:srgbClr val="759DB4"/>
      </a:accent3>
      <a:accent4>
        <a:srgbClr val="ABC6CD"/>
      </a:accent4>
      <a:accent5>
        <a:srgbClr val="557F97"/>
      </a:accent5>
      <a:accent6>
        <a:srgbClr val="313C40"/>
      </a:accent6>
      <a:hlink>
        <a:srgbClr val="3C4A60"/>
      </a:hlink>
      <a:folHlink>
        <a:srgbClr val="92D3AB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ema1" id="{50E25B5D-1556-B24B-ADD9-1B5BA9A03DD3}" vid="{FAC439FC-A8CE-E54A-8A54-8941007EAD9B}"/>
    </a:ext>
  </a:extLst>
</a:theme>
</file>

<file path=ppt/theme/theme3.xml><?xml version="1.0" encoding="utf-8"?>
<a:theme xmlns:a="http://schemas.openxmlformats.org/drawingml/2006/main" name="2_Office Theme">
  <a:themeElements>
    <a:clrScheme name="Tivio Capital">
      <a:dk1>
        <a:srgbClr val="000000"/>
      </a:dk1>
      <a:lt1>
        <a:srgbClr val="FFFFFF"/>
      </a:lt1>
      <a:dk2>
        <a:srgbClr val="637881"/>
      </a:dk2>
      <a:lt2>
        <a:srgbClr val="E6EDF1"/>
      </a:lt2>
      <a:accent1>
        <a:srgbClr val="92D3AB"/>
      </a:accent1>
      <a:accent2>
        <a:srgbClr val="C1F4D4"/>
      </a:accent2>
      <a:accent3>
        <a:srgbClr val="3C4A60"/>
      </a:accent3>
      <a:accent4>
        <a:srgbClr val="759DB4"/>
      </a:accent4>
      <a:accent5>
        <a:srgbClr val="637881"/>
      </a:accent5>
      <a:accent6>
        <a:srgbClr val="ABC6CD"/>
      </a:accent6>
      <a:hlink>
        <a:srgbClr val="E6EDF1"/>
      </a:hlink>
      <a:folHlink>
        <a:srgbClr val="C1F4D4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5.xml><?xml version="1.0" encoding="utf-8"?>
<a:theme xmlns:a="http://schemas.openxmlformats.org/drawingml/2006/main" name="2_Conteúdo">
  <a:themeElements>
    <a:clrScheme name="Tivio Capital - Imobiliário">
      <a:dk1>
        <a:srgbClr val="000000"/>
      </a:dk1>
      <a:lt1>
        <a:srgbClr val="FFFFFF"/>
      </a:lt1>
      <a:dk2>
        <a:srgbClr val="637881"/>
      </a:dk2>
      <a:lt2>
        <a:srgbClr val="E6EDF1"/>
      </a:lt2>
      <a:accent1>
        <a:srgbClr val="92D3AB"/>
      </a:accent1>
      <a:accent2>
        <a:srgbClr val="C1F4D4"/>
      </a:accent2>
      <a:accent3>
        <a:srgbClr val="759DB4"/>
      </a:accent3>
      <a:accent4>
        <a:srgbClr val="ABC6CD"/>
      </a:accent4>
      <a:accent5>
        <a:srgbClr val="557F97"/>
      </a:accent5>
      <a:accent6>
        <a:srgbClr val="313C40"/>
      </a:accent6>
      <a:hlink>
        <a:srgbClr val="3C4A60"/>
      </a:hlink>
      <a:folHlink>
        <a:srgbClr val="92D3AB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ema1" id="{50E25B5D-1556-B24B-ADD9-1B5BA9A03DD3}" vid="{FAC439FC-A8CE-E54A-8A54-8941007EAD9B}"/>
    </a:ext>
  </a:extLst>
</a:theme>
</file>

<file path=ppt/theme/theme6.xml><?xml version="1.0" encoding="utf-8"?>
<a:theme xmlns:a="http://schemas.openxmlformats.org/drawingml/2006/main" name="3_Office Theme">
  <a:themeElements>
    <a:clrScheme name="Tivio - Paleta de Cores">
      <a:dk1>
        <a:srgbClr val="000000"/>
      </a:dk1>
      <a:lt1>
        <a:srgbClr val="FFFFFF"/>
      </a:lt1>
      <a:dk2>
        <a:srgbClr val="637881"/>
      </a:dk2>
      <a:lt2>
        <a:srgbClr val="E6EDF1"/>
      </a:lt2>
      <a:accent1>
        <a:srgbClr val="759DB3"/>
      </a:accent1>
      <a:accent2>
        <a:srgbClr val="C0F4D3"/>
      </a:accent2>
      <a:accent3>
        <a:srgbClr val="92D3AB"/>
      </a:accent3>
      <a:accent4>
        <a:srgbClr val="3C4A60"/>
      </a:accent4>
      <a:accent5>
        <a:srgbClr val="E6EDF1"/>
      </a:accent5>
      <a:accent6>
        <a:srgbClr val="ABC6CD"/>
      </a:accent6>
      <a:hlink>
        <a:srgbClr val="63E392"/>
      </a:hlink>
      <a:folHlink>
        <a:srgbClr val="ACC4D1"/>
      </a:folHlink>
    </a:clrScheme>
    <a:fontScheme name="Versos">
      <a:majorFont>
        <a:latin typeface="Versos"/>
        <a:ea typeface=""/>
        <a:cs typeface=""/>
      </a:majorFont>
      <a:minorFont>
        <a:latin typeface="Versos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F9B3E74B8F57042982E3E9D39FC0152" ma:contentTypeVersion="14" ma:contentTypeDescription="Crie um novo documento." ma:contentTypeScope="" ma:versionID="3fd0dc2c73f6478acced112ab3406c62">
  <xsd:schema xmlns:xsd="http://www.w3.org/2001/XMLSchema" xmlns:xs="http://www.w3.org/2001/XMLSchema" xmlns:p="http://schemas.microsoft.com/office/2006/metadata/properties" xmlns:ns2="e1c0b7a1-8647-479a-bc8f-582142d8bc0f" xmlns:ns3="9a684d71-d6fd-4deb-80ab-4273818deab9" targetNamespace="http://schemas.microsoft.com/office/2006/metadata/properties" ma:root="true" ma:fieldsID="73d7f55b3be2760303eeb4385bcb2cf7" ns2:_="" ns3:_="">
    <xsd:import namespace="e1c0b7a1-8647-479a-bc8f-582142d8bc0f"/>
    <xsd:import namespace="9a684d71-d6fd-4deb-80ab-4273818deab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Location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1c0b7a1-8647-479a-bc8f-582142d8bc0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Marcações de imagem" ma:readOnly="false" ma:fieldId="{5cf76f15-5ced-4ddc-b409-7134ff3c332f}" ma:taxonomyMulti="true" ma:sspId="c4e30347-7a5e-4e48-9fe7-ea4e92c09b1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20" nillable="true" ma:displayName="Location" ma:description="" ma:indexed="true" ma:internalName="MediaServiceLocation" ma:readOnly="true">
      <xsd:simpleType>
        <xsd:restriction base="dms:Text"/>
      </xsd:simpleType>
    </xsd:element>
    <xsd:element name="MediaServiceBillingMetadata" ma:index="21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a684d71-d6fd-4deb-80ab-4273818deab9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ab44a9ff-42ad-4979-a12e-387190d0cadf}" ma:internalName="TaxCatchAll" ma:showField="CatchAllData" ma:web="9a684d71-d6fd-4deb-80ab-4273818deab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e1c0b7a1-8647-479a-bc8f-582142d8bc0f">
      <Terms xmlns="http://schemas.microsoft.com/office/infopath/2007/PartnerControls"/>
    </lcf76f155ced4ddcb4097134ff3c332f>
    <TaxCatchAll xmlns="9a684d71-d6fd-4deb-80ab-4273818deab9" xsi:nil="true"/>
  </documentManagement>
</p:properties>
</file>

<file path=customXml/itemProps1.xml><?xml version="1.0" encoding="utf-8"?>
<ds:datastoreItem xmlns:ds="http://schemas.openxmlformats.org/officeDocument/2006/customXml" ds:itemID="{689B0828-4A30-475A-8D69-B6262229B5B8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5DBB79EC-439B-4219-9FD7-34F82129F931}">
  <ds:schemaRefs>
    <ds:schemaRef ds:uri="9a684d71-d6fd-4deb-80ab-4273818deab9"/>
    <ds:schemaRef ds:uri="e1c0b7a1-8647-479a-bc8f-582142d8bc0f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7B83F61C-C7A0-4AF7-BDBC-2C907CFCA633}">
  <ds:schemaRefs>
    <ds:schemaRef ds:uri="9a684d71-d6fd-4deb-80ab-4273818deab9"/>
    <ds:schemaRef ds:uri="e1c0b7a1-8647-479a-bc8f-582142d8bc0f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Metadata/LabelInfo.xml><?xml version="1.0" encoding="utf-8"?>
<clbl:labelList xmlns:clbl="http://schemas.microsoft.com/office/2020/mipLabelMetadata">
  <clbl:label id="{1b68a0e7-8c4a-4119-a9fe-c55d0d05c305}" enabled="1" method="Standard" siteId="{28bfc1cb-5aa5-436f-9b59-4bbea6096aee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16</Slides>
  <Notes>11</Notes>
  <HiddenSlides>2</HiddenSlides>
  <ScaleCrop>false</ScaleCrop>
  <HeadingPairs>
    <vt:vector size="4" baseType="variant">
      <vt:variant>
        <vt:lpstr>Theme</vt:lpstr>
      </vt:variant>
      <vt:variant>
        <vt:i4>6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Contracapa e Disclaimer</vt:lpstr>
      <vt:lpstr>Conteúdo</vt:lpstr>
      <vt:lpstr>2_Office Theme</vt:lpstr>
      <vt:lpstr>Office Theme</vt:lpstr>
      <vt:lpstr>2_Conteúdo</vt:lpstr>
      <vt:lpstr>3_Office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INVESTIMENTO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GESTÃO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André Mendes</dc:creator>
  <cp:revision>1</cp:revision>
  <cp:lastPrinted>2024-01-10T17:05:31Z</cp:lastPrinted>
  <dcterms:created xsi:type="dcterms:W3CDTF">2022-01-07T13:39:44Z</dcterms:created>
  <dcterms:modified xsi:type="dcterms:W3CDTF">2026-09-11T16:36:59Z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0x010100CF9B3E74B8F57042982E3E9D39FC0152</vt:lpwstr>
  </property>
  <property fmtid="{D5CDD505-2E9C-101B-9397-08002B2CF9AE}" pid="3" name="MSIP_Label_e8a63464-1d59-4c4f-b7f6-a5cec5bffaeb_Enabled">
    <vt:lpwstr>true</vt:lpwstr>
  </property>
  <property fmtid="{D5CDD505-2E9C-101B-9397-08002B2CF9AE}" pid="4" name="MSIP_Label_e8a63464-1d59-4c4f-b7f6-a5cec5bffaeb_SetDate">
    <vt:lpwstr>2023-12-13T14:21:44Z</vt:lpwstr>
  </property>
  <property fmtid="{D5CDD505-2E9C-101B-9397-08002B2CF9AE}" pid="5" name="MSIP_Label_e8a63464-1d59-4c4f-b7f6-a5cec5bffaeb_Method">
    <vt:lpwstr>Privileged</vt:lpwstr>
  </property>
  <property fmtid="{D5CDD505-2E9C-101B-9397-08002B2CF9AE}" pid="6" name="MSIP_Label_e8a63464-1d59-4c4f-b7f6-a5cec5bffaeb_Name">
    <vt:lpwstr>e8a63464-1d59-4c4f-b7f6-a5cec5bffaeb</vt:lpwstr>
  </property>
  <property fmtid="{D5CDD505-2E9C-101B-9397-08002B2CF9AE}" pid="7" name="MSIP_Label_e8a63464-1d59-4c4f-b7f6-a5cec5bffaeb_SiteId">
    <vt:lpwstr>ce047754-5e4b-4c19-847a-3c612155b684</vt:lpwstr>
  </property>
  <property fmtid="{D5CDD505-2E9C-101B-9397-08002B2CF9AE}" pid="8" name="MSIP_Label_e8a63464-1d59-4c4f-b7f6-a5cec5bffaeb_ActionId">
    <vt:lpwstr>226ed07b-4733-4743-8e1a-26f54c8572d1</vt:lpwstr>
  </property>
  <property fmtid="{D5CDD505-2E9C-101B-9397-08002B2CF9AE}" pid="9" name="MSIP_Label_e8a63464-1d59-4c4f-b7f6-a5cec5bffaeb_ContentBits">
    <vt:lpwstr>2</vt:lpwstr>
  </property>
  <property fmtid="{D5CDD505-2E9C-101B-9397-08002B2CF9AE}" pid="10" name="MediaServiceImageTags">
    <vt:lpwstr/>
  </property>
</Properties>
</file>