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omments/modernComment_7FFFDC5A_6E084BF.xml" ContentType="application/vnd.ms-powerpoint.comments+xml"/>
  <Override PartName="/ppt/handoutMasters/handoutMaster1.xml" ContentType="application/vnd.openxmlformats-officedocument.presentationml.handoutMaster+xml"/>
  <Override PartName="/ppt/media/image1.svg" ContentType="image/svg+xml"/>
  <Override PartName="/ppt/media/image11.jpg" ContentType="image/jpg"/>
  <Override PartName="/ppt/media/image3.svg" ContentType="image/svg+xml"/>
  <Override PartName="/ppt/media/image49.svg" ContentType="image/svg+xml"/>
  <Override PartName="/ppt/media/image52.svg" ContentType="image/svg+xml"/>
  <Override PartName="/ppt/media/image53.svg" ContentType="image/svg+xml"/>
  <Override PartName="/ppt/media/image54.svg" ContentType="image/svg+xml"/>
  <Override PartName="/ppt/media/image6.svg" ContentType="image/svg+xml"/>
  <Override PartName="/ppt/media/image7.svg" ContentType="image/svg+xml"/>
  <Override PartName="/ppt/media/image70.svg" ContentType="image/svg+xml"/>
  <Override PartName="/ppt/media/image74.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777" r:id="rId4"/>
    <p:sldMasterId id="2147483759" r:id="rId5"/>
    <p:sldMasterId id="2147484194" r:id="rId6"/>
    <p:sldMasterId id="2147484494" r:id="rId7"/>
    <p:sldMasterId id="2147484536" r:id="rId8"/>
  </p:sldMasterIdLst>
  <p:notesMasterIdLst>
    <p:notesMasterId r:id="rId25"/>
  </p:notesMasterIdLst>
  <p:handoutMasterIdLst>
    <p:handoutMasterId r:id="rId26"/>
  </p:handoutMasterIdLst>
  <p:sldIdLst>
    <p:sldId id="2147474279" r:id="rId9"/>
    <p:sldId id="2147474532" r:id="rId10"/>
    <p:sldId id="256" r:id="rId11"/>
    <p:sldId id="257" r:id="rId12"/>
    <p:sldId id="258" r:id="rId13"/>
    <p:sldId id="2147474229" r:id="rId14"/>
    <p:sldId id="2147474498" r:id="rId15"/>
    <p:sldId id="260" r:id="rId16"/>
    <p:sldId id="327" r:id="rId17"/>
    <p:sldId id="2147474522" r:id="rId18"/>
    <p:sldId id="2147474516" r:id="rId19"/>
    <p:sldId id="2147474286" r:id="rId20"/>
    <p:sldId id="2147474523" r:id="rId21"/>
    <p:sldId id="2147474410" r:id="rId22"/>
    <p:sldId id="2147474414" r:id="rId23"/>
    <p:sldId id="2147474518" r:id="rId24"/>
  </p:sldIdLst>
  <p:sldSz cx="12192000" cy="6858000"/>
  <p:notesSz cx="6799263" cy="9929813"/>
  <p:embeddedFontLst>
    <p:embeddedFont>
      <p:font typeface="Versos" panose="020B0503020204030204" pitchFamily="34" charset="0"/>
      <p:regular r:id="rId27"/>
      <p:bold r:id="rId28"/>
      <p:italic r:id="rId29"/>
      <p:boldItalic r:id="rId30"/>
    </p:embeddedFont>
    <p:embeddedFont>
      <p:font typeface="Versos Light" panose="020B0403020204030204" pitchFamily="34" charset="0"/>
      <p:regular r:id="rId31"/>
      <p: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ver" id="{87379F1E-E8C0-44B7-9A0E-E818A3B44143}">
          <p14:sldIdLst>
            <p14:sldId id="2147474279"/>
          </p14:sldIdLst>
        </p14:section>
        <p14:section name="Gestora" id="{BB6CF2CA-994E-4003-9FC4-159975076DD4}">
          <p14:sldIdLst>
            <p14:sldId id="2147474532"/>
            <p14:sldId id="256"/>
            <p14:sldId id="257"/>
          </p14:sldIdLst>
        </p14:section>
        <p14:section name="High Grade" id="{6153E4D3-DAFE-4516-80DD-F1C76DA511B4}">
          <p14:sldIdLst>
            <p14:sldId id="258"/>
          </p14:sldIdLst>
        </p14:section>
        <p14:section name="Tivio Institucional Incentivado CDI 30" id="{DD1E6258-16CA-42E1-A458-148474238DF1}">
          <p14:sldIdLst>
            <p14:sldId id="2147474229"/>
            <p14:sldId id="2147474498"/>
            <p14:sldId id="260"/>
          </p14:sldIdLst>
        </p14:section>
        <p14:section name="Investimento" id="{5A5762BE-8389-4BBF-ADD9-4DAEEA24E944}">
          <p14:sldIdLst>
            <p14:sldId id="327"/>
            <p14:sldId id="2147474522"/>
            <p14:sldId id="2147474516"/>
          </p14:sldIdLst>
        </p14:section>
        <p14:section name="Gestão" id="{E26801B7-AF9B-474B-A6E4-0D5FEE30D3B1}">
          <p14:sldIdLst>
            <p14:sldId id="2147474286"/>
            <p14:sldId id="2147474523"/>
          </p14:sldIdLst>
        </p14:section>
        <p14:section name="Disclaimer" id="{EBA79C45-45DF-47C7-A351-E769639C511B}">
          <p14:sldIdLst>
            <p14:sldId id="2147474410"/>
          </p14:sldIdLst>
        </p14:section>
        <p14:section name="Contracapa" id="{59E6A2F3-1D3D-4152-B267-1A0F6106429E}">
          <p14:sldIdLst>
            <p14:sldId id="2147474414"/>
            <p14:sldId id="2147474518"/>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5" roundtripDataSignature="AMtx7mhetf4Qz++ZzHOSRFWd3migUbcIX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D1DB05-01E6-39A2-E3A6-095B05BB1D95}" name="Erica Souza" initials="ES" userId="S::erica.souza@tivio.com::80de0650-232d-4962-a05e-8a5afa49c3fc" providerId="AD"/>
  <p188:author id="{6B13CD18-36C4-B00F-27E3-C925C038061A}" name="Rodrigo Freire" initials="RF" userId="S::rodrigo.freire@tivio.com::af89e0f1-08c0-4a7a-87e1-18c801bbbae8" providerId="AD"/>
  <p188:author id="{5EDAC669-4FF2-E0AF-33CD-0203680FB63B}" name="Fernanda Acquati" initials="FA" userId="S::fernanda.acquati@tivio.com::2ea3fdcf-775e-4e6a-bd20-5fe8db92074a" providerId="AD"/>
  <p188:author id="{EB18D772-5FE7-64E0-BAF4-5121AC5FF800}" name="Jose Avila" initials="JA" userId="S::jose.avila@tivio.com::fbe934e3-eadf-4ab1-90f3-7412f620fef4" providerId="AD"/>
  <p188:author id="{66BC3675-3D51-5AD6-563E-A3B12A1065C6}" name="Renan Chaves" initials="RC" userId="S::renan.chaves@tivio.com::87d612b1-8fbc-4dfb-aeee-fef7412ff91a" providerId="AD"/>
  <p188:author id="{BC6BF57A-47E3-CCFE-2432-F9A0369A234A}" name="Victor Cioban Dos Santos" initials="VS" userId="S::victor.santos@tivio.com::258c15d2-8df8-43c1-86d5-8d484eaac6bb" providerId="AD"/>
  <p188:author id="{E31BA4AD-B299-D147-2304-33D9A38C80DE}" name="Adriano Mantesso" initials="AM" userId="S::adriano.mantesso@tivio.com::e2d33391-98a8-4683-a26d-43a69e86501d" providerId="AD"/>
  <p188:author id="{EE4A08B2-CA13-E468-0716-9FB13D74D373}" name="Erica Souza" initials="ES" userId="S::erica.souza@tivio.com::5efe2607-8043-4470-ab4c-470b29b0e709" providerId="AD"/>
  <p188:author id="{17C0BFC9-217C-9B71-4532-B99BF720C82A}" name="Enrico Trotta" initials="ET" userId="S::enrico.trotta@tivio.com::6aae8b7a-aa3a-430d-9230-ea172b1ef789" providerId="AD"/>
  <p188:author id="{62AAFCD2-9D69-1B0B-F7BB-A4EC36012E97}" name="Tiago Sardinha" initials="TS" userId="S::tiago.regina@bv.com.br::4cf73e3c-62c7-4ba2-b82e-4782b179d5f9" providerId="AD"/>
  <p188:author id="{822F16D4-491C-90ED-4BC5-3E61074A1BD0}" name="Gabriel Fiorilli" initials="GF" userId="S::gabriel.fiorilli@tivio.com::6dec09dd-bf1e-4f54-a7db-53ed072060e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DF1"/>
    <a:srgbClr val="557F97"/>
    <a:srgbClr val="293A42"/>
    <a:srgbClr val="2A3F4B"/>
    <a:srgbClr val="0A1418"/>
    <a:srgbClr val="0F0F10"/>
    <a:srgbClr val="202F38"/>
    <a:srgbClr val="404040"/>
    <a:srgbClr val="262626"/>
    <a:srgbClr val="5C83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AEB1E8-8DA9-424E-8E51-740EAC42F13B}">
  <a:tblStyle styleId="{8DAEB1E8-8DA9-424E-8E51-740EAC42F13B}" styleName="Table_0">
    <a:wholeTbl>
      <a:tcTxStyle b="off" i="off">
        <a:font>
          <a:latin typeface="Versos Light"/>
          <a:ea typeface="Versos Light"/>
          <a:cs typeface="Versos Light"/>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75" Type="http://customschemas.google.com/relationships/presentationmetadata" Target="metadata"/><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C:\Users\GabrielFiorilli\Downloads\carteiras_mkt_v4%201.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RenanChaves\Downloads\INCENTIVADO%20CDI%2030.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RenanChaves\Downloads\INCENTIVADO%20CDI%203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46129242992154318"/>
          <c:y val="1.3108575735772775E-2"/>
          <c:w val="0.41264235599185484"/>
          <c:h val="0.97378284852845443"/>
        </c:manualLayout>
      </c:layout>
      <c:barChart>
        <c:barDir val="bar"/>
        <c:grouping val="clustered"/>
        <c:varyColors val="0"/>
        <c:ser>
          <c:idx val="0"/>
          <c:order val="0"/>
          <c:tx>
            <c:v>TOP 5 Emissores</c:v>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lgn="l">
                  <a:defRPr sz="900" b="1" i="0" u="none" strike="noStrike" kern="1200" baseline="0">
                    <a:solidFill>
                      <a:schemeClr val="bg2"/>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Dados!$E$2:$E$6</c:f>
              <c:strCache>
                <c:ptCount val="5"/>
                <c:pt idx="0">
                  <c:v>EQUATORIAL</c:v>
                </c:pt>
                <c:pt idx="1">
                  <c:v>CEMIG</c:v>
                </c:pt>
                <c:pt idx="2">
                  <c:v>COPEL</c:v>
                </c:pt>
                <c:pt idx="3">
                  <c:v>SABESP</c:v>
                </c:pt>
                <c:pt idx="4">
                  <c:v>ELETROBRAS</c:v>
                </c:pt>
              </c:strCache>
            </c:strRef>
          </c:cat>
          <c:val>
            <c:numRef>
              <c:f>Dados!$F$2:$F$6</c:f>
              <c:numCache>
                <c:formatCode>0.00%</c:formatCode>
                <c:ptCount val="5"/>
                <c:pt idx="0">
                  <c:v>3.865919314596155E-2</c:v>
                </c:pt>
                <c:pt idx="1">
                  <c:v>3.4219606908162295E-2</c:v>
                </c:pt>
                <c:pt idx="2">
                  <c:v>3.138905777629597E-2</c:v>
                </c:pt>
                <c:pt idx="3">
                  <c:v>3.0265151717294068E-2</c:v>
                </c:pt>
                <c:pt idx="4">
                  <c:v>2.9242367455152816E-2</c:v>
                </c:pt>
              </c:numCache>
            </c:numRef>
          </c:val>
          <c:extLst>
            <c:ext xmlns:c16="http://schemas.microsoft.com/office/drawing/2014/chart" uri="{C3380CC4-5D6E-409C-BE32-E72D297353CC}">
              <c16:uniqueId val="{00000000-2188-4027-9700-89EE933602C1}"/>
            </c:ext>
          </c:extLst>
        </c:ser>
        <c:dLbls>
          <c:showLegendKey val="0"/>
          <c:showVal val="0"/>
          <c:showCatName val="0"/>
          <c:showSerName val="0"/>
          <c:showPercent val="0"/>
          <c:showBubbleSize val="0"/>
        </c:dLbls>
        <c:gapWidth val="72"/>
        <c:axId val="1847786048"/>
        <c:axId val="1847786528"/>
      </c:barChart>
      <c:catAx>
        <c:axId val="1847786048"/>
        <c:scaling>
          <c:orientation val="maxMin"/>
        </c:scaling>
        <c:delete val="0"/>
        <c:axPos val="l"/>
        <c:numFmt formatCode="General" sourceLinked="1"/>
        <c:majorTickMark val="none"/>
        <c:minorTickMark val="none"/>
        <c:tickLblPos val="nextTo"/>
        <c:spPr>
          <a:noFill/>
          <a:ln w="6350" cap="flat" cmpd="sng" algn="ctr">
            <a:solidFill>
              <a:schemeClr val="bg1"/>
            </a:solidFill>
            <a:round/>
          </a:ln>
          <a:effectLst/>
        </c:spPr>
        <c:txPr>
          <a:bodyPr rot="-60000000" spcFirstLastPara="1" vertOverflow="ellipsis" vert="horz" wrap="square" anchor="ctr" anchorCtr="1"/>
          <a:lstStyle/>
          <a:p>
            <a:pPr>
              <a:defRPr sz="850" b="0" i="0" u="none" strike="noStrike" kern="1200" baseline="0">
                <a:solidFill>
                  <a:schemeClr val="bg1"/>
                </a:solidFill>
                <a:latin typeface="Versos" panose="020B0503020204030204" pitchFamily="34" charset="0"/>
                <a:ea typeface="+mn-ea"/>
                <a:cs typeface="+mn-cs"/>
              </a:defRPr>
            </a:pPr>
            <a:endParaRPr lang="pt-BR"/>
          </a:p>
        </c:txPr>
        <c:crossAx val="1847786528"/>
        <c:crosses val="autoZero"/>
        <c:auto val="1"/>
        <c:lblAlgn val="ctr"/>
        <c:lblOffset val="100"/>
        <c:noMultiLvlLbl val="0"/>
      </c:catAx>
      <c:valAx>
        <c:axId val="1847786528"/>
        <c:scaling>
          <c:orientation val="minMax"/>
        </c:scaling>
        <c:delete val="1"/>
        <c:axPos val="t"/>
        <c:numFmt formatCode="0.00%" sourceLinked="1"/>
        <c:majorTickMark val="none"/>
        <c:minorTickMark val="none"/>
        <c:tickLblPos val="nextTo"/>
        <c:crossAx val="1847786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latin typeface="Versos" panose="020B0503020204030204" pitchFamily="34" charset="0"/>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4995478336552448"/>
          <c:y val="9.3806627416202545E-3"/>
          <c:w val="0.37434284717816202"/>
          <c:h val="0.9812386745167595"/>
        </c:manualLayout>
      </c:layout>
      <c:barChart>
        <c:barDir val="bar"/>
        <c:grouping val="clustered"/>
        <c:varyColors val="0"/>
        <c:ser>
          <c:idx val="1"/>
          <c:order val="0"/>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chemeClr val="bg2"/>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Dados!$K$2:$K$8</c:f>
              <c:strCache>
                <c:ptCount val="7"/>
                <c:pt idx="0">
                  <c:v>Energia Elétrica</c:v>
                </c:pt>
                <c:pt idx="1">
                  <c:v>FIDC</c:v>
                </c:pt>
                <c:pt idx="2">
                  <c:v>Transporte e Logística</c:v>
                </c:pt>
                <c:pt idx="3">
                  <c:v>Caixa</c:v>
                </c:pt>
                <c:pt idx="4">
                  <c:v>TI e Telecomunicações</c:v>
                </c:pt>
                <c:pt idx="5">
                  <c:v>Saneamento</c:v>
                </c:pt>
                <c:pt idx="6">
                  <c:v>Petróleo e Gás</c:v>
                </c:pt>
              </c:strCache>
            </c:strRef>
          </c:cat>
          <c:val>
            <c:numRef>
              <c:f>Dados!$L$2:$L$8</c:f>
              <c:numCache>
                <c:formatCode>0.00%</c:formatCode>
                <c:ptCount val="7"/>
                <c:pt idx="0">
                  <c:v>0.39061267132430577</c:v>
                </c:pt>
                <c:pt idx="1">
                  <c:v>0.2251936325985604</c:v>
                </c:pt>
                <c:pt idx="2">
                  <c:v>0.1228736647969047</c:v>
                </c:pt>
                <c:pt idx="3">
                  <c:v>8.72343376235271E-2</c:v>
                </c:pt>
                <c:pt idx="4">
                  <c:v>6.9011625573167562E-2</c:v>
                </c:pt>
                <c:pt idx="5">
                  <c:v>6.6250221247995789E-2</c:v>
                </c:pt>
                <c:pt idx="6">
                  <c:v>2.893642648241581E-2</c:v>
                </c:pt>
              </c:numCache>
            </c:numRef>
          </c:val>
          <c:extLst>
            <c:ext xmlns:c16="http://schemas.microsoft.com/office/drawing/2014/chart" uri="{C3380CC4-5D6E-409C-BE32-E72D297353CC}">
              <c16:uniqueId val="{00000000-FC18-46DC-A924-5588E26817C6}"/>
            </c:ext>
          </c:extLst>
        </c:ser>
        <c:dLbls>
          <c:showLegendKey val="0"/>
          <c:showVal val="0"/>
          <c:showCatName val="0"/>
          <c:showSerName val="0"/>
          <c:showPercent val="0"/>
          <c:showBubbleSize val="0"/>
        </c:dLbls>
        <c:gapWidth val="72"/>
        <c:axId val="1847786048"/>
        <c:axId val="1847786528"/>
      </c:barChart>
      <c:catAx>
        <c:axId val="1847786048"/>
        <c:scaling>
          <c:orientation val="maxMin"/>
        </c:scaling>
        <c:delete val="0"/>
        <c:axPos val="l"/>
        <c:numFmt formatCode="General" sourceLinked="1"/>
        <c:majorTickMark val="none"/>
        <c:minorTickMark val="none"/>
        <c:tickLblPos val="nextTo"/>
        <c:spPr>
          <a:noFill/>
          <a:ln w="6350" cap="flat" cmpd="sng" algn="ctr">
            <a:solidFill>
              <a:schemeClr val="bg1"/>
            </a:solidFill>
            <a:round/>
          </a:ln>
          <a:effectLst/>
        </c:spPr>
        <c:txPr>
          <a:bodyPr rot="-60000000" spcFirstLastPara="1" vertOverflow="ellipsis" vert="horz" wrap="square" anchor="ctr" anchorCtr="1"/>
          <a:lstStyle/>
          <a:p>
            <a:pPr>
              <a:defRPr sz="800" b="0" i="0" u="none" strike="noStrike" kern="1200" baseline="0">
                <a:solidFill>
                  <a:schemeClr val="bg2"/>
                </a:solidFill>
                <a:latin typeface="Versos" panose="020B0503020204030204" pitchFamily="34" charset="0"/>
                <a:ea typeface="+mn-ea"/>
                <a:cs typeface="+mn-cs"/>
              </a:defRPr>
            </a:pPr>
            <a:endParaRPr lang="pt-BR"/>
          </a:p>
        </c:txPr>
        <c:crossAx val="1847786528"/>
        <c:crosses val="autoZero"/>
        <c:auto val="1"/>
        <c:lblAlgn val="ctr"/>
        <c:lblOffset val="100"/>
        <c:noMultiLvlLbl val="0"/>
      </c:catAx>
      <c:valAx>
        <c:axId val="1847786528"/>
        <c:scaling>
          <c:orientation val="minMax"/>
        </c:scaling>
        <c:delete val="1"/>
        <c:axPos val="t"/>
        <c:numFmt formatCode="0.00%" sourceLinked="1"/>
        <c:majorTickMark val="none"/>
        <c:minorTickMark val="none"/>
        <c:tickLblPos val="nextTo"/>
        <c:crossAx val="1847786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latin typeface="Versos" panose="020B0503020204030204" pitchFamily="34" charset="0"/>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27853496672824779"/>
          <c:y val="3.9146981627296591E-3"/>
          <c:w val="0.62891878172126769"/>
          <c:h val="0.99217061933153605"/>
        </c:manualLayout>
      </c:layout>
      <c:barChart>
        <c:barDir val="bar"/>
        <c:grouping val="clustered"/>
        <c:varyColors val="0"/>
        <c:ser>
          <c:idx val="1"/>
          <c:order val="0"/>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chemeClr val="bg2"/>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Dados!$Q$2:$Q$7</c:f>
              <c:strCache>
                <c:ptCount val="6"/>
                <c:pt idx="0">
                  <c:v>AAA</c:v>
                </c:pt>
                <c:pt idx="1">
                  <c:v>AA+</c:v>
                </c:pt>
                <c:pt idx="2">
                  <c:v>AA</c:v>
                </c:pt>
                <c:pt idx="3">
                  <c:v>AA-</c:v>
                </c:pt>
                <c:pt idx="4">
                  <c:v>A+</c:v>
                </c:pt>
                <c:pt idx="5">
                  <c:v>A</c:v>
                </c:pt>
              </c:strCache>
            </c:strRef>
          </c:cat>
          <c:val>
            <c:numRef>
              <c:f>Dados!$R$2:$R$7</c:f>
              <c:numCache>
                <c:formatCode>0.00%</c:formatCode>
                <c:ptCount val="6"/>
                <c:pt idx="0">
                  <c:v>0.32350266656439303</c:v>
                </c:pt>
                <c:pt idx="1">
                  <c:v>0.17907055413487816</c:v>
                </c:pt>
                <c:pt idx="2">
                  <c:v>0.11272909077553314</c:v>
                </c:pt>
                <c:pt idx="3">
                  <c:v>0.15614371746723857</c:v>
                </c:pt>
                <c:pt idx="4">
                  <c:v>7.1543808692611233E-2</c:v>
                </c:pt>
                <c:pt idx="5">
                  <c:v>1.8521492948757056E-2</c:v>
                </c:pt>
              </c:numCache>
            </c:numRef>
          </c:val>
          <c:extLst>
            <c:ext xmlns:c16="http://schemas.microsoft.com/office/drawing/2014/chart" uri="{C3380CC4-5D6E-409C-BE32-E72D297353CC}">
              <c16:uniqueId val="{00000000-F93D-4F58-9D19-7B5E46D883DE}"/>
            </c:ext>
          </c:extLst>
        </c:ser>
        <c:dLbls>
          <c:dLblPos val="outEnd"/>
          <c:showLegendKey val="0"/>
          <c:showVal val="1"/>
          <c:showCatName val="0"/>
          <c:showSerName val="0"/>
          <c:showPercent val="0"/>
          <c:showBubbleSize val="0"/>
        </c:dLbls>
        <c:gapWidth val="72"/>
        <c:axId val="1847786048"/>
        <c:axId val="1847786528"/>
      </c:barChart>
      <c:catAx>
        <c:axId val="1847786048"/>
        <c:scaling>
          <c:orientation val="maxMin"/>
        </c:scaling>
        <c:delete val="0"/>
        <c:axPos val="l"/>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bg2"/>
                </a:solidFill>
                <a:latin typeface="Versos" panose="020B0503020204030204" pitchFamily="34" charset="0"/>
                <a:ea typeface="+mn-ea"/>
                <a:cs typeface="+mn-cs"/>
              </a:defRPr>
            </a:pPr>
            <a:endParaRPr lang="pt-BR"/>
          </a:p>
        </c:txPr>
        <c:crossAx val="1847786528"/>
        <c:crosses val="autoZero"/>
        <c:auto val="1"/>
        <c:lblAlgn val="ctr"/>
        <c:lblOffset val="100"/>
        <c:noMultiLvlLbl val="0"/>
      </c:catAx>
      <c:valAx>
        <c:axId val="1847786528"/>
        <c:scaling>
          <c:orientation val="minMax"/>
        </c:scaling>
        <c:delete val="1"/>
        <c:axPos val="t"/>
        <c:numFmt formatCode="0.00%" sourceLinked="1"/>
        <c:majorTickMark val="none"/>
        <c:minorTickMark val="none"/>
        <c:tickLblPos val="nextTo"/>
        <c:crossAx val="1847786048"/>
        <c:crosses val="autoZero"/>
        <c:crossBetween val="between"/>
      </c:valAx>
      <c:spPr>
        <a:noFill/>
        <a:ln>
          <a:noFill/>
        </a:ln>
        <a:effectLst/>
      </c:spPr>
    </c:plotArea>
    <c:plotVisOnly val="1"/>
    <c:dispBlanksAs val="gap"/>
    <c:showDLblsOverMax val="0"/>
    <c:extLst/>
  </c:chart>
  <c:spPr>
    <a:noFill/>
    <a:ln w="9525" cap="flat" cmpd="sng" algn="ctr">
      <a:noFill/>
      <a:round/>
    </a:ln>
    <a:effectLst/>
  </c:spPr>
  <c:txPr>
    <a:bodyPr/>
    <a:lstStyle/>
    <a:p>
      <a:pPr>
        <a:defRPr>
          <a:solidFill>
            <a:schemeClr val="bg2"/>
          </a:solidFill>
          <a:latin typeface="Versos" panose="020B0503020204030204" pitchFamily="34" charset="0"/>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FDC5A_6E084BF.xml><?xml version="1.0" encoding="utf-8"?>
<p188:cmLst xmlns:a="http://schemas.openxmlformats.org/drawingml/2006/main" xmlns:r="http://schemas.openxmlformats.org/officeDocument/2006/relationships" xmlns:p188="http://schemas.microsoft.com/office/powerpoint/2018/8/main">
  <p188:cm id="{5948AF4E-15E3-467B-9678-422FD564CCBA}" authorId="{EB18D772-5FE7-64E0-BAF4-5121AC5FF800}" status="resolved" created="2026-03-02T22:42:57.650" complete="100000">
    <ac:deMkLst xmlns:ac="http://schemas.microsoft.com/office/drawing/2013/main/command">
      <pc:docMk xmlns:pc="http://schemas.microsoft.com/office/powerpoint/2013/main/command"/>
      <pc:sldMk xmlns:pc="http://schemas.microsoft.com/office/powerpoint/2013/main/command" cId="115377343" sldId="2147474522"/>
      <ac:picMk id="3" creationId="{CEBF027A-99A1-5B8C-272D-CE574BEFD6F5}"/>
    </ac:deMkLst>
    <p188:txBody>
      <a:bodyPr/>
      <a:lstStyle/>
      <a:p>
        <a:r>
          <a:rPr lang="pt-BR"/>
          <a:t>[@Renan Chaves], insere mais um ponto que é "Isenção de IR"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889B95B2-C046-5B90-B68A-70732CCC08D0}"/>
              </a:ext>
            </a:extLst>
          </p:cNvPr>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6287889A-7168-9843-B51F-4A96BEDF346F}"/>
              </a:ext>
            </a:extLst>
          </p:cNvPr>
          <p:cNvSpPr>
            <a:spLocks noGrp="1"/>
          </p:cNvSpPr>
          <p:nvPr>
            <p:ph type="dt" sz="quarter" idx="1"/>
          </p:nvPr>
        </p:nvSpPr>
        <p:spPr>
          <a:xfrm>
            <a:off x="3851342" y="0"/>
            <a:ext cx="2946347" cy="498215"/>
          </a:xfrm>
          <a:prstGeom prst="rect">
            <a:avLst/>
          </a:prstGeom>
        </p:spPr>
        <p:txBody>
          <a:bodyPr vert="horz" lIns="91440" tIns="45720" rIns="91440" bIns="45720" rtlCol="0"/>
          <a:lstStyle>
            <a:lvl1pPr algn="r">
              <a:defRPr sz="1200"/>
            </a:lvl1pPr>
          </a:lstStyle>
          <a:p>
            <a:fld id="{E134EE74-F1FE-4077-A3AF-4FA9EF572C69}" type="datetimeFigureOut">
              <a:rPr lang="pt-BR" smtClean="0"/>
              <a:t>14/10/2026</a:t>
            </a:fld>
            <a:endParaRPr lang="pt-BR"/>
          </a:p>
        </p:txBody>
      </p:sp>
      <p:sp>
        <p:nvSpPr>
          <p:cNvPr id="4" name="Espaço Reservado para Rodapé 3">
            <a:extLst>
              <a:ext uri="{FF2B5EF4-FFF2-40B4-BE49-F238E27FC236}">
                <a16:creationId xmlns:a16="http://schemas.microsoft.com/office/drawing/2014/main" id="{D37B29F1-DA66-0926-237F-96DA21A31562}"/>
              </a:ext>
            </a:extLst>
          </p:cNvPr>
          <p:cNvSpPr>
            <a:spLocks noGrp="1"/>
          </p:cNvSpPr>
          <p:nvPr>
            <p:ph type="ftr" sz="quarter" idx="2"/>
          </p:nvPr>
        </p:nvSpPr>
        <p:spPr>
          <a:xfrm>
            <a:off x="0" y="9431600"/>
            <a:ext cx="2946347" cy="498214"/>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0E877541-DF57-82B6-3053-BB1B034E8754}"/>
              </a:ext>
            </a:extLst>
          </p:cNvPr>
          <p:cNvSpPr>
            <a:spLocks noGrp="1"/>
          </p:cNvSpPr>
          <p:nvPr>
            <p:ph type="sldNum" sz="quarter" idx="3"/>
          </p:nvPr>
        </p:nvSpPr>
        <p:spPr>
          <a:xfrm>
            <a:off x="3851342" y="9431600"/>
            <a:ext cx="2946347" cy="498214"/>
          </a:xfrm>
          <a:prstGeom prst="rect">
            <a:avLst/>
          </a:prstGeom>
        </p:spPr>
        <p:txBody>
          <a:bodyPr vert="horz" lIns="91440" tIns="45720" rIns="91440" bIns="45720" rtlCol="0" anchor="b"/>
          <a:lstStyle>
            <a:lvl1pPr algn="r">
              <a:defRPr sz="1200"/>
            </a:lvl1pPr>
          </a:lstStyle>
          <a:p>
            <a:fld id="{05F10E9B-5D82-4172-896B-0C259D311F82}" type="slidenum">
              <a:rPr lang="pt-BR" smtClean="0"/>
              <a:t>‹#›</a:t>
            </a:fld>
            <a:endParaRPr lang="pt-BR"/>
          </a:p>
        </p:txBody>
      </p:sp>
    </p:spTree>
    <p:extLst>
      <p:ext uri="{BB962C8B-B14F-4D97-AF65-F5344CB8AC3E}">
        <p14:creationId xmlns:p14="http://schemas.microsoft.com/office/powerpoint/2010/main" val="363002026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8" userDrawn="1">
          <p15:clr>
            <a:srgbClr val="F26B43"/>
          </p15:clr>
        </p15:guide>
        <p15:guide id="2" pos="2142"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0488" y="744538"/>
            <a:ext cx="6618287"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927" y="4716661"/>
            <a:ext cx="5439410" cy="4468416"/>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6F6462-2CA2-4AE3-AD2E-EB43427E866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1852302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5184FA-CB4B-4734-92EF-B7335504A4B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3072640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5184FA-CB4B-4734-92EF-B7335504A4B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2113496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D90EE-CA99-AE0E-17FE-4047840001F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0CC6509-E7E0-66B3-CF8B-EEAC90651E7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D994F23-020C-88E2-B55A-99267D03FA6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04DD3AC5-92DF-15C1-84C9-E15196D53F6F}"/>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FE23133B-F4AA-467A-8C0F-548313A2434D}" type="slidenum">
              <a:rPr kumimoji="0" lang="pt-B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6</a:t>
            </a:fld>
            <a:endParaRPr kumimoji="0" lang="pt-B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160714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AE29A-7FFA-C42B-55D4-1716EC547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21A49-14D2-7407-ECE7-5B2CF4A47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3C336-474D-1CCF-39C1-499FDAB69D28}"/>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110329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E9DDB048-4E64-D24A-9D84-CF17849D9936}" type="slidenum">
              <a:rPr kumimoji="0" lang="pt-BR"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lang="pt-BR"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687131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E9DDB048-4E64-D24A-9D84-CF17849D9936}" type="slidenum">
              <a:rPr lang="pt-BR" smtClean="0"/>
              <a:t>9</a:t>
            </a:fld>
            <a:endParaRPr lang="pt-BR"/>
          </a:p>
        </p:txBody>
      </p:sp>
    </p:spTree>
    <p:extLst>
      <p:ext uri="{BB962C8B-B14F-4D97-AF65-F5344CB8AC3E}">
        <p14:creationId xmlns:p14="http://schemas.microsoft.com/office/powerpoint/2010/main" val="2238112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Tree>
    <p:extLst>
      <p:ext uri="{BB962C8B-B14F-4D97-AF65-F5344CB8AC3E}">
        <p14:creationId xmlns:p14="http://schemas.microsoft.com/office/powerpoint/2010/main" val="3495892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A38C5-A1BA-8BE6-FDE1-70718F13BB4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DECA9A2-1AE6-1895-480A-69B41B46F27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F5D54E5-64EF-48C1-CB4B-A70DA711B2C7}"/>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8A6FD23-45F5-0B89-C42C-2EB5B125C7AB}"/>
              </a:ext>
            </a:extLst>
          </p:cNvPr>
          <p:cNvSpPr>
            <a:spLocks noGrp="1"/>
          </p:cNvSpPr>
          <p:nvPr>
            <p:ph type="sldNum" sz="quarter" idx="5"/>
          </p:nvPr>
        </p:nvSpPr>
        <p:spPr/>
        <p:txBody>
          <a:bodyPr/>
          <a:lstStyle/>
          <a:p>
            <a:fld id="{E9DDB048-4E64-D24A-9D84-CF17849D9936}" type="slidenum">
              <a:rPr lang="pt-BR" smtClean="0"/>
              <a:t>12</a:t>
            </a:fld>
            <a:endParaRPr lang="pt-BR"/>
          </a:p>
        </p:txBody>
      </p:sp>
    </p:spTree>
    <p:extLst>
      <p:ext uri="{BB962C8B-B14F-4D97-AF65-F5344CB8AC3E}">
        <p14:creationId xmlns:p14="http://schemas.microsoft.com/office/powerpoint/2010/main" val="3681768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Tree>
    <p:extLst>
      <p:ext uri="{BB962C8B-B14F-4D97-AF65-F5344CB8AC3E}">
        <p14:creationId xmlns:p14="http://schemas.microsoft.com/office/powerpoint/2010/main" val="2545286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1A9284-1E1B-4D83-A993-6D0F222D6E52}"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817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racapa - Escura">
    <p:bg>
      <p:bgPr>
        <a:solidFill>
          <a:schemeClr val="bg1"/>
        </a:soli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5DFDDE66-D42F-747B-AE91-59F0E99B410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238152" y="3057517"/>
            <a:ext cx="1715687" cy="742966"/>
          </a:xfrm>
          <a:prstGeom prst="rect">
            <a:avLst/>
          </a:prstGeom>
        </p:spPr>
      </p:pic>
      <p:sp>
        <p:nvSpPr>
          <p:cNvPr id="7" name="CaixaDeTexto 5">
            <a:extLst>
              <a:ext uri="{FF2B5EF4-FFF2-40B4-BE49-F238E27FC236}">
                <a16:creationId xmlns:a16="http://schemas.microsoft.com/office/drawing/2014/main" id="{8378CFC1-6711-DF8D-70B6-9948B019A6C8}"/>
              </a:ext>
            </a:extLst>
          </p:cNvPr>
          <p:cNvSpPr txBox="1"/>
          <p:nvPr userDrawn="1"/>
        </p:nvSpPr>
        <p:spPr>
          <a:xfrm>
            <a:off x="4614728" y="5812397"/>
            <a:ext cx="2962544" cy="861774"/>
          </a:xfrm>
          <a:prstGeom prst="rect">
            <a:avLst/>
          </a:prstGeom>
          <a:noFill/>
        </p:spPr>
        <p:txBody>
          <a:bodyPr wrap="square">
            <a:spAutoFit/>
          </a:bodyPr>
          <a:lstStyle/>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a:endParaRPr lang="it-IT" sz="1000">
              <a:solidFill>
                <a:schemeClr val="bg1"/>
              </a:solidFill>
              <a:latin typeface="Versos Light" panose="020B0403020204030204" pitchFamily="34" charset="0"/>
              <a:cs typeface="Times New Roman" panose="02020603050405020304" pitchFamily="18" charset="0"/>
            </a:endParaRPr>
          </a:p>
          <a:p>
            <a:pPr algn="ctr"/>
            <a:r>
              <a:rPr lang="it-IT" sz="1000">
                <a:solidFill>
                  <a:schemeClr val="bg1"/>
                </a:solidFill>
                <a:latin typeface="Versos Light" panose="020B0403020204030204" pitchFamily="34" charset="0"/>
                <a:cs typeface="Times New Roman" panose="02020603050405020304" pitchFamily="18" charset="0"/>
              </a:rPr>
              <a:t>www.tivio.com</a:t>
            </a:r>
            <a:endParaRPr lang="pt-BR" sz="1000">
              <a:solidFill>
                <a:schemeClr val="bg1"/>
              </a:solidFill>
              <a:latin typeface="Versos Light" panose="020B0403020204030204" pitchFamily="34" charset="0"/>
            </a:endParaRPr>
          </a:p>
        </p:txBody>
      </p:sp>
    </p:spTree>
    <p:extLst>
      <p:ext uri="{BB962C8B-B14F-4D97-AF65-F5344CB8AC3E}">
        <p14:creationId xmlns:p14="http://schemas.microsoft.com/office/powerpoint/2010/main" val="470470406"/>
      </p:ext>
    </p:extLst>
  </p:cSld>
  <p:clrMapOvr>
    <a:masterClrMapping/>
  </p:clrMapOvr>
  <p:extLst>
    <p:ext uri="{DCECCB84-F9BA-43D5-87BE-67443E8EF086}">
      <p15:sldGuideLst xmlns:p15="http://schemas.microsoft.com/office/powerpoint/2012/main">
        <p15:guide id="1" orient="horz" pos="2319" userDrawn="1">
          <p15:clr>
            <a:srgbClr val="FBAE40"/>
          </p15:clr>
        </p15:guide>
        <p15:guide id="2" orient="horz" pos="2001" userDrawn="1">
          <p15:clr>
            <a:srgbClr val="FBAE40"/>
          </p15:clr>
        </p15:guide>
        <p15:guide id="3" orient="horz" pos="3952" userDrawn="1">
          <p15:clr>
            <a:srgbClr val="FBAE40"/>
          </p15:clr>
        </p15:guide>
        <p15:guide id="4" orient="horz" pos="4156" userDrawn="1">
          <p15:clr>
            <a:srgbClr val="FBAE40"/>
          </p15:clr>
        </p15:guide>
        <p15:guide id="5" orient="horz" pos="370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racap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pic>
        <p:nvPicPr>
          <p:cNvPr id="5" name="Picture 8">
            <a:extLst>
              <a:ext uri="{FF2B5EF4-FFF2-40B4-BE49-F238E27FC236}">
                <a16:creationId xmlns:a16="http://schemas.microsoft.com/office/drawing/2014/main" id="{7FA659D6-B3E6-7839-862F-1FC6C0BD7702}"/>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238152" y="3057517"/>
            <a:ext cx="1715687" cy="742966"/>
          </a:xfrm>
          <a:prstGeom prst="rect">
            <a:avLst/>
          </a:prstGeom>
        </p:spPr>
      </p:pic>
      <p:sp>
        <p:nvSpPr>
          <p:cNvPr id="6" name="CaixaDeTexto 5">
            <a:extLst>
              <a:ext uri="{FF2B5EF4-FFF2-40B4-BE49-F238E27FC236}">
                <a16:creationId xmlns:a16="http://schemas.microsoft.com/office/drawing/2014/main" id="{0BF8F5F1-0A08-22F3-1ED8-904453E91B9F}"/>
              </a:ext>
            </a:extLst>
          </p:cNvPr>
          <p:cNvSpPr txBox="1"/>
          <p:nvPr userDrawn="1"/>
        </p:nvSpPr>
        <p:spPr>
          <a:xfrm>
            <a:off x="4975497" y="5812397"/>
            <a:ext cx="2240995" cy="861774"/>
          </a:xfrm>
          <a:prstGeom prst="rect">
            <a:avLst/>
          </a:prstGeom>
          <a:noFill/>
        </p:spPr>
        <p:txBody>
          <a:bodyPr wrap="square">
            <a:spAutoFit/>
          </a:bodyPr>
          <a:lstStyle/>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Faria Lima, 4.300</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a:endParaRPr lang="it-IT" sz="1000">
              <a:solidFill>
                <a:schemeClr val="bg1"/>
              </a:solidFill>
              <a:latin typeface="Versos Light" panose="020B0403020204030204" pitchFamily="34" charset="0"/>
              <a:cs typeface="Times New Roman" panose="02020603050405020304" pitchFamily="18" charset="0"/>
            </a:endParaRPr>
          </a:p>
          <a:p>
            <a:pPr algn="ctr"/>
            <a:r>
              <a:rPr lang="it-IT" sz="1000">
                <a:solidFill>
                  <a:schemeClr val="accent2"/>
                </a:solidFill>
                <a:latin typeface="Versos Light" panose="020B0403020204030204" pitchFamily="34" charset="0"/>
                <a:cs typeface="Times New Roman" panose="02020603050405020304" pitchFamily="18" charset="0"/>
              </a:rPr>
              <a:t>www.tivio.com</a:t>
            </a:r>
            <a:endParaRPr lang="pt-BR" sz="1000">
              <a:solidFill>
                <a:schemeClr val="accent2"/>
              </a:solidFill>
              <a:latin typeface="Versos Light" panose="020B0403020204030204" pitchFamily="34" charset="0"/>
            </a:endParaRPr>
          </a:p>
        </p:txBody>
      </p:sp>
    </p:spTree>
    <p:extLst>
      <p:ext uri="{BB962C8B-B14F-4D97-AF65-F5344CB8AC3E}">
        <p14:creationId xmlns:p14="http://schemas.microsoft.com/office/powerpoint/2010/main" val="950172914"/>
      </p:ext>
    </p:extLst>
  </p:cSld>
  <p:clrMapOvr>
    <a:masterClrMapping/>
  </p:clrMapOvr>
  <p:extLst>
    <p:ext uri="{DCECCB84-F9BA-43D5-87BE-67443E8EF086}">
      <p15:sldGuideLst xmlns:p15="http://schemas.microsoft.com/office/powerpoint/2012/main">
        <p15:guide id="1" orient="horz" pos="2319" userDrawn="1">
          <p15:clr>
            <a:srgbClr val="FBAE40"/>
          </p15:clr>
        </p15:guide>
        <p15:guide id="3" orient="horz" pos="2001" userDrawn="1">
          <p15:clr>
            <a:srgbClr val="FBAE40"/>
          </p15:clr>
        </p15:guide>
        <p15:guide id="4" orient="horz" pos="3680" userDrawn="1">
          <p15:clr>
            <a:srgbClr val="FBAE40"/>
          </p15:clr>
        </p15:guide>
        <p15:guide id="5" orient="horz" pos="3952" userDrawn="1">
          <p15:clr>
            <a:srgbClr val="FBAE40"/>
          </p15:clr>
        </p15:guide>
        <p15:guide id="6" orient="horz" pos="41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racap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pic>
        <p:nvPicPr>
          <p:cNvPr id="5" name="Picture 8">
            <a:extLst>
              <a:ext uri="{FF2B5EF4-FFF2-40B4-BE49-F238E27FC236}">
                <a16:creationId xmlns:a16="http://schemas.microsoft.com/office/drawing/2014/main" id="{7FA659D6-B3E6-7839-862F-1FC6C0BD7702}"/>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238152" y="3057517"/>
            <a:ext cx="1715687" cy="742966"/>
          </a:xfrm>
          <a:prstGeom prst="rect">
            <a:avLst/>
          </a:prstGeom>
        </p:spPr>
      </p:pic>
      <p:sp>
        <p:nvSpPr>
          <p:cNvPr id="6" name="CaixaDeTexto 5">
            <a:extLst>
              <a:ext uri="{FF2B5EF4-FFF2-40B4-BE49-F238E27FC236}">
                <a16:creationId xmlns:a16="http://schemas.microsoft.com/office/drawing/2014/main" id="{0BF8F5F1-0A08-22F3-1ED8-904453E91B9F}"/>
              </a:ext>
            </a:extLst>
          </p:cNvPr>
          <p:cNvSpPr txBox="1"/>
          <p:nvPr userDrawn="1"/>
        </p:nvSpPr>
        <p:spPr>
          <a:xfrm>
            <a:off x="4975497" y="5812397"/>
            <a:ext cx="2240995" cy="861774"/>
          </a:xfrm>
          <a:prstGeom prst="rect">
            <a:avLst/>
          </a:prstGeom>
          <a:noFill/>
        </p:spPr>
        <p:txBody>
          <a:bodyPr wrap="square">
            <a:spAutoFit/>
          </a:bodyPr>
          <a:lstStyle/>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Faria Lima, 4.300</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a:endParaRPr lang="it-IT" sz="1000">
              <a:solidFill>
                <a:schemeClr val="bg1"/>
              </a:solidFill>
              <a:latin typeface="Versos Light" panose="020B0403020204030204" pitchFamily="34" charset="0"/>
              <a:cs typeface="Times New Roman" panose="02020603050405020304" pitchFamily="18" charset="0"/>
            </a:endParaRPr>
          </a:p>
          <a:p>
            <a:pPr algn="ctr"/>
            <a:r>
              <a:rPr lang="it-IT" sz="1000">
                <a:solidFill>
                  <a:schemeClr val="accent2"/>
                </a:solidFill>
                <a:latin typeface="Versos Light" panose="020B0403020204030204" pitchFamily="34" charset="0"/>
                <a:cs typeface="Times New Roman" panose="02020603050405020304" pitchFamily="18" charset="0"/>
              </a:rPr>
              <a:t>www.tivio.com</a:t>
            </a:r>
            <a:endParaRPr lang="pt-BR" sz="1000">
              <a:solidFill>
                <a:schemeClr val="accent2"/>
              </a:solidFill>
              <a:latin typeface="Versos Light" panose="020B0403020204030204" pitchFamily="34" charset="0"/>
            </a:endParaRPr>
          </a:p>
        </p:txBody>
      </p:sp>
    </p:spTree>
    <p:extLst>
      <p:ext uri="{BB962C8B-B14F-4D97-AF65-F5344CB8AC3E}">
        <p14:creationId xmlns:p14="http://schemas.microsoft.com/office/powerpoint/2010/main" val="1759769479"/>
      </p:ext>
    </p:extLst>
  </p:cSld>
  <p:clrMapOvr>
    <a:masterClrMapping/>
  </p:clrMapOvr>
  <p:extLst>
    <p:ext uri="{DCECCB84-F9BA-43D5-87BE-67443E8EF086}">
      <p15:sldGuideLst xmlns:p15="http://schemas.microsoft.com/office/powerpoint/2012/main">
        <p15:guide id="1" orient="horz" pos="2319">
          <p15:clr>
            <a:srgbClr val="FBAE40"/>
          </p15:clr>
        </p15:guide>
        <p15:guide id="3" orient="horz" pos="2001">
          <p15:clr>
            <a:srgbClr val="FBAE40"/>
          </p15:clr>
        </p15:guide>
        <p15:guide id="4" orient="horz" pos="3680">
          <p15:clr>
            <a:srgbClr val="FBAE40"/>
          </p15:clr>
        </p15:guide>
        <p15:guide id="5" orient="horz" pos="3952">
          <p15:clr>
            <a:srgbClr val="FBAE40"/>
          </p15:clr>
        </p15:guide>
        <p15:guide id="6" orient="horz" pos="41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claimer - Branco">
    <p:bg>
      <p:bgPr>
        <a:solidFill>
          <a:schemeClr val="tx1"/>
        </a:soli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0A77DBCB-2AB5-6CB5-41F8-C0F34878DCC3}"/>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271656" y="6354582"/>
            <a:ext cx="889861" cy="385348"/>
          </a:xfrm>
          <a:prstGeom prst="rect">
            <a:avLst/>
          </a:prstGeom>
        </p:spPr>
      </p:pic>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3" y="368300"/>
            <a:ext cx="8441175"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2" y="1103586"/>
            <a:ext cx="11522075" cy="5133702"/>
          </a:xfrm>
          <a:prstGeom prst="rect">
            <a:avLst/>
          </a:prstGeom>
        </p:spPr>
        <p:txBody>
          <a:bodyPr lIns="0" tIns="0" rIns="0" bIns="0"/>
          <a:lstStyle>
            <a:lvl1pPr marL="0" indent="0" algn="just">
              <a:lnSpc>
                <a:spcPct val="100000"/>
              </a:lnSpc>
              <a:spcBef>
                <a:spcPts val="0"/>
              </a:spcBef>
              <a:buNone/>
              <a:defRPr sz="10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439228110"/>
      </p:ext>
    </p:extLst>
  </p:cSld>
  <p:clrMapOvr>
    <a:masterClrMapping/>
  </p:clrMapOvr>
  <p:extLst>
    <p:ext uri="{DCECCB84-F9BA-43D5-87BE-67443E8EF086}">
      <p15:sldGuideLst xmlns:p15="http://schemas.microsoft.com/office/powerpoint/2012/main">
        <p15:guide id="1" orient="horz" pos="4042" userDrawn="1">
          <p15:clr>
            <a:srgbClr val="FBAE40"/>
          </p15:clr>
        </p15:guide>
        <p15:guide id="2" pos="211" userDrawn="1">
          <p15:clr>
            <a:srgbClr val="FBAE40"/>
          </p15:clr>
        </p15:guide>
        <p15:guide id="3" orient="horz" pos="3929" userDrawn="1">
          <p15:clr>
            <a:srgbClr val="FBAE40"/>
          </p15:clr>
        </p15:guide>
        <p15:guide id="4" pos="7469" userDrawn="1">
          <p15:clr>
            <a:srgbClr val="FBAE40"/>
          </p15:clr>
        </p15:guide>
        <p15:guide id="5" orient="horz" pos="232" userDrawn="1">
          <p15:clr>
            <a:srgbClr val="FBAE40"/>
          </p15:clr>
        </p15:guide>
        <p15:guide id="6" orient="horz" pos="504" userDrawn="1">
          <p15:clr>
            <a:srgbClr val="FBAE40"/>
          </p15:clr>
        </p15:guide>
        <p15:guide id="7" orient="horz" pos="68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0A77DBCB-2AB5-6CB5-41F8-C0F34878DCC3}"/>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271656" y="6354582"/>
            <a:ext cx="889861" cy="385348"/>
          </a:xfrm>
          <a:prstGeom prst="rect">
            <a:avLst/>
          </a:prstGeom>
        </p:spPr>
      </p:pic>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3" y="368300"/>
            <a:ext cx="8441175"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2" y="1103586"/>
            <a:ext cx="11522075" cy="5133702"/>
          </a:xfrm>
          <a:prstGeom prst="rect">
            <a:avLst/>
          </a:prstGeom>
        </p:spPr>
        <p:txBody>
          <a:bodyPr lIns="0" tIns="0" rIns="0" bIns="0"/>
          <a:lstStyle>
            <a:lvl1pPr marL="0" indent="0" algn="just">
              <a:lnSpc>
                <a:spcPct val="100000"/>
              </a:lnSpc>
              <a:spcBef>
                <a:spcPts val="0"/>
              </a:spcBef>
              <a:buNone/>
              <a:defRPr sz="10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4060663776"/>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claime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0A77DBCB-2AB5-6CB5-41F8-C0F34878DCC3}"/>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271656" y="6354582"/>
            <a:ext cx="889861" cy="385348"/>
          </a:xfrm>
          <a:prstGeom prst="rect">
            <a:avLst/>
          </a:prstGeom>
        </p:spPr>
      </p:pic>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3" y="368300"/>
            <a:ext cx="8441175"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2" y="1103586"/>
            <a:ext cx="11522075" cy="5133702"/>
          </a:xfrm>
          <a:prstGeom prst="rect">
            <a:avLst/>
          </a:prstGeom>
        </p:spPr>
        <p:txBody>
          <a:bodyPr lIns="0" tIns="0" rIns="0" bIns="0"/>
          <a:lstStyle>
            <a:lvl1pPr marL="0" indent="0" algn="just">
              <a:lnSpc>
                <a:spcPct val="100000"/>
              </a:lnSpc>
              <a:spcBef>
                <a:spcPts val="0"/>
              </a:spcBef>
              <a:buNone/>
              <a:defRPr sz="10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806227640"/>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apa 01 - Foto">
    <p:bg>
      <p:bgPr>
        <a:solidFill>
          <a:schemeClr val="tx1"/>
        </a:solidFill>
        <a:effectLst/>
      </p:bgPr>
    </p:bg>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A68C5C04-9F9C-AD5B-8544-86BD159ED555}"/>
              </a:ext>
            </a:extLst>
          </p:cNvPr>
          <p:cNvSpPr>
            <a:spLocks noGrp="1"/>
          </p:cNvSpPr>
          <p:nvPr>
            <p:ph type="pic" sz="quarter" idx="27"/>
          </p:nvPr>
        </p:nvSpPr>
        <p:spPr>
          <a:xfrm>
            <a:off x="0" y="0"/>
            <a:ext cx="12192000" cy="6858000"/>
          </a:xfrm>
          <a:prstGeom prst="rect">
            <a:avLst/>
          </a:prstGeom>
        </p:spPr>
        <p:txBody>
          <a:bodyPr lIns="0" tIns="0" rIns="0" bIns="972000" anchor="ctr" anchorCtr="0">
            <a:noAutofit/>
          </a:bodyPr>
          <a:lstStyle>
            <a:lvl1pPr algn="ctr">
              <a:defRPr sz="2400">
                <a:solidFill>
                  <a:schemeClr val="bg2">
                    <a:lumMod val="90000"/>
                  </a:schemeClr>
                </a:solidFill>
              </a:defRPr>
            </a:lvl1pPr>
          </a:lstStyle>
          <a:p>
            <a:endParaRPr lang="pt-BR"/>
          </a:p>
        </p:txBody>
      </p:sp>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8" y="1113017"/>
            <a:ext cx="4233853" cy="1046440"/>
          </a:xfrm>
          <a:prstGeom prst="rect">
            <a:avLst/>
          </a:prstGeom>
          <a:noFill/>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407988" y="2159779"/>
            <a:ext cx="4233853" cy="30777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3081" algn="r"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0" y="6089649"/>
            <a:ext cx="2364803" cy="184666"/>
          </a:xfrm>
          <a:prstGeom prst="rect">
            <a:avLst/>
          </a:prstGeom>
        </p:spPr>
        <p:txBody>
          <a:bodyPr lIns="0" tIns="0" rIns="0" bIns="0"/>
          <a:lstStyle>
            <a:lvl1pPr marL="0" marR="3081" algn="r"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grpSp>
        <p:nvGrpSpPr>
          <p:cNvPr id="7" name="Group 6">
            <a:extLst>
              <a:ext uri="{FF2B5EF4-FFF2-40B4-BE49-F238E27FC236}">
                <a16:creationId xmlns:a16="http://schemas.microsoft.com/office/drawing/2014/main" id="{2CE84738-3A6C-EB34-89AF-461737E8A924}"/>
              </a:ext>
            </a:extLst>
          </p:cNvPr>
          <p:cNvGrpSpPr/>
          <p:nvPr userDrawn="1"/>
        </p:nvGrpSpPr>
        <p:grpSpPr>
          <a:xfrm>
            <a:off x="407988" y="404813"/>
            <a:ext cx="7879692" cy="2916619"/>
            <a:chOff x="509383" y="279643"/>
            <a:chExt cx="12206605" cy="4518199"/>
          </a:xfrm>
        </p:grpSpPr>
        <p:sp>
          <p:nvSpPr>
            <p:cNvPr id="5" name="bg object 18">
              <a:extLst>
                <a:ext uri="{FF2B5EF4-FFF2-40B4-BE49-F238E27FC236}">
                  <a16:creationId xmlns:a16="http://schemas.microsoft.com/office/drawing/2014/main" id="{FD4C2CB9-FBAE-882A-315C-DB4F669495DE}"/>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endParaRPr/>
            </a:p>
          </p:txBody>
        </p:sp>
        <p:sp>
          <p:nvSpPr>
            <p:cNvPr id="6" name="bg object 19">
              <a:extLst>
                <a:ext uri="{FF2B5EF4-FFF2-40B4-BE49-F238E27FC236}">
                  <a16:creationId xmlns:a16="http://schemas.microsoft.com/office/drawing/2014/main" id="{EA389DAE-FA1D-8A30-5126-218E3FFA5A53}"/>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endParaRPr/>
            </a:p>
          </p:txBody>
        </p:sp>
      </p:gr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ESTRUTURADO</a:t>
            </a:r>
          </a:p>
        </p:txBody>
      </p:sp>
    </p:spTree>
    <p:extLst>
      <p:ext uri="{BB962C8B-B14F-4D97-AF65-F5344CB8AC3E}">
        <p14:creationId xmlns:p14="http://schemas.microsoft.com/office/powerpoint/2010/main" val="400345868"/>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apa 01 - Foto">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0E480C97-DA1F-472B-3D85-443883EE3AC6}"/>
              </a:ext>
            </a:extLst>
          </p:cNvPr>
          <p:cNvPicPr>
            <a:picLocks noChangeAspect="1"/>
          </p:cNvPicPr>
          <p:nvPr userDrawn="1"/>
        </p:nvPicPr>
        <p:blipFill>
          <a:blip r:embed="rId2">
            <a:duotone>
              <a:prstClr val="black"/>
              <a:schemeClr val="accent5">
                <a:tint val="45000"/>
                <a:satMod val="400000"/>
              </a:schemeClr>
            </a:duotone>
            <a:alphaModFix amt="58000"/>
          </a:blip>
          <a:srcRect t="7816" b="7816"/>
          <a:stretch/>
        </p:blipFill>
        <p:spPr>
          <a:xfrm>
            <a:off x="0" y="0"/>
            <a:ext cx="12192000" cy="6858000"/>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8" y="1113017"/>
            <a:ext cx="4233853" cy="1046440"/>
          </a:xfrm>
          <a:prstGeom prst="rect">
            <a:avLst/>
          </a:prstGeom>
          <a:noFill/>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407988" y="2159779"/>
            <a:ext cx="4233853" cy="30777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3081" algn="r"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0" y="6089649"/>
            <a:ext cx="2364803" cy="184666"/>
          </a:xfrm>
          <a:prstGeom prst="rect">
            <a:avLst/>
          </a:prstGeom>
        </p:spPr>
        <p:txBody>
          <a:bodyPr lIns="0" tIns="0" rIns="0" bIns="0"/>
          <a:lstStyle>
            <a:lvl1pPr marL="0" marR="3081" algn="r"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ESTRUTURADO</a:t>
            </a:r>
          </a:p>
        </p:txBody>
      </p:sp>
    </p:spTree>
    <p:extLst>
      <p:ext uri="{BB962C8B-B14F-4D97-AF65-F5344CB8AC3E}">
        <p14:creationId xmlns:p14="http://schemas.microsoft.com/office/powerpoint/2010/main" val="1754035308"/>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pa 01 - High Grade">
    <p:bg>
      <p:bgPr>
        <a:gradFill>
          <a:gsLst>
            <a:gs pos="0">
              <a:schemeClr val="accent1">
                <a:lumMod val="20000"/>
                <a:lumOff val="80000"/>
              </a:schemeClr>
            </a:gs>
            <a:gs pos="100000">
              <a:schemeClr val="accent1">
                <a:lumMod val="60000"/>
                <a:lumOff val="40000"/>
              </a:schemeClr>
            </a:gs>
          </a:gsLst>
          <a:lin ang="5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3081" algn="r"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0" y="6089649"/>
            <a:ext cx="2364803" cy="184666"/>
          </a:xfrm>
          <a:prstGeom prst="rect">
            <a:avLst/>
          </a:prstGeom>
        </p:spPr>
        <p:txBody>
          <a:bodyPr lIns="0" tIns="0" rIns="0" bIns="0"/>
          <a:lstStyle>
            <a:lvl1pPr marL="0" marR="3081" algn="r"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p>
        </p:txBody>
      </p:sp>
      <p:sp>
        <p:nvSpPr>
          <p:cNvPr id="9" name="Text Placeholder 3">
            <a:extLst>
              <a:ext uri="{FF2B5EF4-FFF2-40B4-BE49-F238E27FC236}">
                <a16:creationId xmlns:a16="http://schemas.microsoft.com/office/drawing/2014/main" id="{0BEB6966-A6DD-A413-E366-E85415CA7CC6}"/>
              </a:ext>
            </a:extLst>
          </p:cNvPr>
          <p:cNvSpPr>
            <a:spLocks noGrp="1"/>
          </p:cNvSpPr>
          <p:nvPr>
            <p:ph type="body" sz="quarter" idx="13" hasCustomPrompt="1"/>
          </p:nvPr>
        </p:nvSpPr>
        <p:spPr>
          <a:xfrm>
            <a:off x="407988" y="1113017"/>
            <a:ext cx="4233853" cy="1046440"/>
          </a:xfrm>
          <a:prstGeom prst="rect">
            <a:avLst/>
          </a:prstGeom>
          <a:noFill/>
        </p:spPr>
        <p:txBody>
          <a:bodyPr lIns="0" tIns="0" rIns="0" bIns="0" anchor="b" anchorCtr="0"/>
          <a:lstStyle>
            <a:lvl1pPr marL="0" indent="0">
              <a:buNone/>
              <a:defRPr sz="3400">
                <a:solidFill>
                  <a:schemeClr val="tx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0" name="Text Placeholder 15">
            <a:extLst>
              <a:ext uri="{FF2B5EF4-FFF2-40B4-BE49-F238E27FC236}">
                <a16:creationId xmlns:a16="http://schemas.microsoft.com/office/drawing/2014/main" id="{016B9899-7AA6-E693-2E4C-ADF3DFB28367}"/>
              </a:ext>
            </a:extLst>
          </p:cNvPr>
          <p:cNvSpPr>
            <a:spLocks noGrp="1"/>
          </p:cNvSpPr>
          <p:nvPr>
            <p:ph type="body" sz="quarter" idx="14" hasCustomPrompt="1"/>
          </p:nvPr>
        </p:nvSpPr>
        <p:spPr>
          <a:xfrm>
            <a:off x="407988" y="2159779"/>
            <a:ext cx="4233853" cy="307777"/>
          </a:xfrm>
          <a:prstGeom prst="rect">
            <a:avLst/>
          </a:prstGeom>
        </p:spPr>
        <p:txBody>
          <a:bodyPr lIns="0" tIns="0" rIns="0" bIns="0"/>
          <a:lstStyle>
            <a:lvl1pPr>
              <a:defRPr lang="en-US" sz="2000" b="1" i="0" u="none" strike="noStrike" kern="1200" cap="none" dirty="0" smtClean="0">
                <a:solidFill>
                  <a:schemeClr val="tx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grpSp>
        <p:nvGrpSpPr>
          <p:cNvPr id="11" name="Group 10">
            <a:extLst>
              <a:ext uri="{FF2B5EF4-FFF2-40B4-BE49-F238E27FC236}">
                <a16:creationId xmlns:a16="http://schemas.microsoft.com/office/drawing/2014/main" id="{5A247925-BD97-745B-F253-B805E96FFFA0}"/>
              </a:ext>
            </a:extLst>
          </p:cNvPr>
          <p:cNvGrpSpPr/>
          <p:nvPr userDrawn="1"/>
        </p:nvGrpSpPr>
        <p:grpSpPr>
          <a:xfrm>
            <a:off x="407988" y="404813"/>
            <a:ext cx="7879692" cy="2916619"/>
            <a:chOff x="509383" y="279643"/>
            <a:chExt cx="12206605" cy="4518199"/>
          </a:xfrm>
        </p:grpSpPr>
        <p:sp>
          <p:nvSpPr>
            <p:cNvPr id="12" name="bg object 18">
              <a:extLst>
                <a:ext uri="{FF2B5EF4-FFF2-40B4-BE49-F238E27FC236}">
                  <a16:creationId xmlns:a16="http://schemas.microsoft.com/office/drawing/2014/main" id="{BCEFB5ED-6BF7-6136-2220-F968C5DEF09D}"/>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chemeClr val="tx1"/>
              </a:solidFill>
            </a:ln>
          </p:spPr>
          <p:txBody>
            <a:bodyPr wrap="square" lIns="0" tIns="0" rIns="0" bIns="0" rtlCol="0"/>
            <a:lstStyle/>
            <a:p>
              <a:endParaRPr/>
            </a:p>
          </p:txBody>
        </p:sp>
        <p:sp>
          <p:nvSpPr>
            <p:cNvPr id="14" name="bg object 19">
              <a:extLst>
                <a:ext uri="{FF2B5EF4-FFF2-40B4-BE49-F238E27FC236}">
                  <a16:creationId xmlns:a16="http://schemas.microsoft.com/office/drawing/2014/main" id="{40A1F716-1324-ACB0-605C-A36B2A57B93A}"/>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chemeClr val="tx1"/>
              </a:solidFill>
            </a:ln>
          </p:spPr>
          <p:txBody>
            <a:bodyPr wrap="square" lIns="0" tIns="0" rIns="0" bIns="0" rtlCol="0"/>
            <a:lstStyle/>
            <a:p>
              <a:endParaRPr/>
            </a:p>
          </p:txBody>
        </p:sp>
      </p:grpSp>
    </p:spTree>
    <p:extLst>
      <p:ext uri="{BB962C8B-B14F-4D97-AF65-F5344CB8AC3E}">
        <p14:creationId xmlns:p14="http://schemas.microsoft.com/office/powerpoint/2010/main" val="3752320251"/>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pa 01 - High Yield">
    <p:bg>
      <p:bgPr>
        <a:gradFill>
          <a:gsLst>
            <a:gs pos="0">
              <a:srgbClr val="3C4A60"/>
            </a:gs>
            <a:gs pos="100000">
              <a:srgbClr val="759DB4"/>
            </a:gs>
          </a:gsLst>
          <a:lin ang="5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3081" algn="r"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0" y="6089649"/>
            <a:ext cx="2364803" cy="184666"/>
          </a:xfrm>
          <a:prstGeom prst="rect">
            <a:avLst/>
          </a:prstGeom>
        </p:spPr>
        <p:txBody>
          <a:bodyPr lIns="0" tIns="0" rIns="0" bIns="0"/>
          <a:lstStyle>
            <a:lvl1pPr marL="0" marR="3081" algn="r"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a:t>
            </a:r>
          </a:p>
        </p:txBody>
      </p:sp>
      <p:sp>
        <p:nvSpPr>
          <p:cNvPr id="9" name="Text Placeholder 3">
            <a:extLst>
              <a:ext uri="{FF2B5EF4-FFF2-40B4-BE49-F238E27FC236}">
                <a16:creationId xmlns:a16="http://schemas.microsoft.com/office/drawing/2014/main" id="{2990FA51-3BC5-8B5F-4922-A3EFDBE7D39F}"/>
              </a:ext>
            </a:extLst>
          </p:cNvPr>
          <p:cNvSpPr>
            <a:spLocks noGrp="1"/>
          </p:cNvSpPr>
          <p:nvPr>
            <p:ph type="body" sz="quarter" idx="13" hasCustomPrompt="1"/>
          </p:nvPr>
        </p:nvSpPr>
        <p:spPr>
          <a:xfrm>
            <a:off x="407988" y="1113017"/>
            <a:ext cx="4233853" cy="1046440"/>
          </a:xfrm>
          <a:prstGeom prst="rect">
            <a:avLst/>
          </a:prstGeom>
          <a:noFill/>
        </p:spPr>
        <p:txBody>
          <a:bodyPr lIns="0" tIns="0" rIns="0" bIns="0" anchor="b" anchorCtr="0"/>
          <a:lstStyle>
            <a:lvl1pPr marL="0" indent="0">
              <a:buNone/>
              <a:defRPr sz="3400">
                <a:solidFill>
                  <a:schemeClr val="tx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0" name="Text Placeholder 15">
            <a:extLst>
              <a:ext uri="{FF2B5EF4-FFF2-40B4-BE49-F238E27FC236}">
                <a16:creationId xmlns:a16="http://schemas.microsoft.com/office/drawing/2014/main" id="{7C6416CC-D42A-F9D0-470E-9656CD4825B1}"/>
              </a:ext>
            </a:extLst>
          </p:cNvPr>
          <p:cNvSpPr>
            <a:spLocks noGrp="1"/>
          </p:cNvSpPr>
          <p:nvPr>
            <p:ph type="body" sz="quarter" idx="14" hasCustomPrompt="1"/>
          </p:nvPr>
        </p:nvSpPr>
        <p:spPr>
          <a:xfrm>
            <a:off x="407988" y="2159779"/>
            <a:ext cx="4233853" cy="307777"/>
          </a:xfrm>
          <a:prstGeom prst="rect">
            <a:avLst/>
          </a:prstGeom>
        </p:spPr>
        <p:txBody>
          <a:bodyPr lIns="0" tIns="0" rIns="0" bIns="0"/>
          <a:lstStyle>
            <a:lvl1pPr>
              <a:defRPr lang="en-US" sz="2000" b="1" i="0" u="none" strike="noStrike" kern="1200" cap="none" dirty="0" smtClean="0">
                <a:solidFill>
                  <a:schemeClr val="tx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grpSp>
        <p:nvGrpSpPr>
          <p:cNvPr id="11" name="Group 10">
            <a:extLst>
              <a:ext uri="{FF2B5EF4-FFF2-40B4-BE49-F238E27FC236}">
                <a16:creationId xmlns:a16="http://schemas.microsoft.com/office/drawing/2014/main" id="{5A012F14-CC53-BA2E-43A9-50DD92B9262B}"/>
              </a:ext>
            </a:extLst>
          </p:cNvPr>
          <p:cNvGrpSpPr/>
          <p:nvPr userDrawn="1"/>
        </p:nvGrpSpPr>
        <p:grpSpPr>
          <a:xfrm>
            <a:off x="407988" y="404813"/>
            <a:ext cx="7879692" cy="2916619"/>
            <a:chOff x="509383" y="279643"/>
            <a:chExt cx="12206605" cy="4518199"/>
          </a:xfrm>
        </p:grpSpPr>
        <p:sp>
          <p:nvSpPr>
            <p:cNvPr id="12" name="bg object 18">
              <a:extLst>
                <a:ext uri="{FF2B5EF4-FFF2-40B4-BE49-F238E27FC236}">
                  <a16:creationId xmlns:a16="http://schemas.microsoft.com/office/drawing/2014/main" id="{F4DE6A1B-8C6A-BB82-E709-6A2A45FA1D05}"/>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endParaRPr/>
            </a:p>
          </p:txBody>
        </p:sp>
        <p:sp>
          <p:nvSpPr>
            <p:cNvPr id="14" name="bg object 19">
              <a:extLst>
                <a:ext uri="{FF2B5EF4-FFF2-40B4-BE49-F238E27FC236}">
                  <a16:creationId xmlns:a16="http://schemas.microsoft.com/office/drawing/2014/main" id="{3D7CFF59-CCAF-2434-5D7E-E1CA4FB1EB7E}"/>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endParaRPr/>
            </a:p>
          </p:txBody>
        </p:sp>
      </p:grpSp>
    </p:spTree>
    <p:extLst>
      <p:ext uri="{BB962C8B-B14F-4D97-AF65-F5344CB8AC3E}">
        <p14:creationId xmlns:p14="http://schemas.microsoft.com/office/powerpoint/2010/main" val="1871745967"/>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Índice - High Grade - Mais de 40">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0" name="Espaço Reservado para Número de Slide 5">
            <a:extLst>
              <a:ext uri="{FF2B5EF4-FFF2-40B4-BE49-F238E27FC236}">
                <a16:creationId xmlns:a16="http://schemas.microsoft.com/office/drawing/2014/main" id="{1C9AF77E-9895-4AC7-A1DF-EE12ACB0EE6B}"/>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12" name="Text Placeholder 3">
            <a:extLst>
              <a:ext uri="{FF2B5EF4-FFF2-40B4-BE49-F238E27FC236}">
                <a16:creationId xmlns:a16="http://schemas.microsoft.com/office/drawing/2014/main" id="{050BAD04-1FFE-3E42-A1B1-BDD8FE7DA82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err="1"/>
              <a:t>Índice</a:t>
            </a:r>
            <a:r>
              <a:rPr lang="en-US"/>
              <a:t> - </a:t>
            </a:r>
            <a:r>
              <a:rPr lang="en-US" err="1"/>
              <a:t>Padrão</a:t>
            </a:r>
            <a:endParaRPr lang="en-US"/>
          </a:p>
        </p:txBody>
      </p:sp>
      <p:sp>
        <p:nvSpPr>
          <p:cNvPr id="14" name="Text Placeholder 10">
            <a:extLst>
              <a:ext uri="{FF2B5EF4-FFF2-40B4-BE49-F238E27FC236}">
                <a16:creationId xmlns:a16="http://schemas.microsoft.com/office/drawing/2014/main" id="{27D03C84-7D32-1C70-A8E9-63EA0F348C1F}"/>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9D8C61F7-2206-D64F-31E1-979FA329DE03}"/>
              </a:ext>
            </a:extLst>
          </p:cNvPr>
          <p:cNvSpPr>
            <a:spLocks noGrp="1"/>
          </p:cNvSpPr>
          <p:nvPr>
            <p:ph type="body" sz="quarter" idx="15" hasCustomPrompt="1"/>
          </p:nvPr>
        </p:nvSpPr>
        <p:spPr>
          <a:xfrm>
            <a:off x="334963" y="1268414"/>
            <a:ext cx="11522075" cy="5076824"/>
          </a:xfrm>
          <a:prstGeom prst="rect">
            <a:avLst/>
          </a:prstGeom>
        </p:spPr>
        <p:txBody>
          <a:bodyPr wrap="square" lIns="0" tIns="0" rIns="0" bIns="0" numCol="2">
            <a:noAutofit/>
          </a:bodyPr>
          <a:lstStyle>
            <a:lvl1pPr marL="36000" indent="0">
              <a:lnSpc>
                <a:spcPct val="100000"/>
              </a:lnSpc>
              <a:spcBef>
                <a:spcPts val="0"/>
              </a:spcBef>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endParaRPr lang="en-US"/>
          </a:p>
          <a:p>
            <a:pPr lvl="0"/>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endParaRPr lang="en-US"/>
          </a:p>
          <a:p>
            <a:pPr lvl="0"/>
            <a:endParaRPr lang="en-US"/>
          </a:p>
        </p:txBody>
      </p:sp>
      <p:sp>
        <p:nvSpPr>
          <p:cNvPr id="4" name="Picture 8">
            <a:extLst>
              <a:ext uri="{FF2B5EF4-FFF2-40B4-BE49-F238E27FC236}">
                <a16:creationId xmlns:a16="http://schemas.microsoft.com/office/drawing/2014/main" id="{A5790082-B3AF-5DC7-AEAB-0F53AA8F9D33}"/>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3816570111"/>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Índice - High Grade - 10 títulos">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93" name="Espaço Reservado para Número de Slide 5">
            <a:extLst>
              <a:ext uri="{FF2B5EF4-FFF2-40B4-BE49-F238E27FC236}">
                <a16:creationId xmlns:a16="http://schemas.microsoft.com/office/drawing/2014/main" id="{8B43B5D6-9411-2916-3463-C0BBC4CE3A66}"/>
              </a:ext>
            </a:extLst>
          </p:cNvPr>
          <p:cNvSpPr>
            <a:spLocks noGrp="1"/>
          </p:cNvSpPr>
          <p:nvPr>
            <p:ph type="sldNum" sz="quarter" idx="12"/>
          </p:nvPr>
        </p:nvSpPr>
        <p:spPr>
          <a:xfrm>
            <a:off x="11561763" y="6480822"/>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95" name="Text Placeholder 3">
            <a:extLst>
              <a:ext uri="{FF2B5EF4-FFF2-40B4-BE49-F238E27FC236}">
                <a16:creationId xmlns:a16="http://schemas.microsoft.com/office/drawing/2014/main" id="{1F9E0DEB-08E9-5248-44F9-9916F0925C87}"/>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pt-BR"/>
              <a:t>Índice | Até 10 títulos</a:t>
            </a:r>
            <a:endParaRPr lang="en-US"/>
          </a:p>
        </p:txBody>
      </p:sp>
      <p:sp>
        <p:nvSpPr>
          <p:cNvPr id="96" name="Text Placeholder 10">
            <a:extLst>
              <a:ext uri="{FF2B5EF4-FFF2-40B4-BE49-F238E27FC236}">
                <a16:creationId xmlns:a16="http://schemas.microsoft.com/office/drawing/2014/main" id="{86EE135B-8461-A8E5-B808-1CCC5F3ABF32}"/>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7" name="Text Placeholder 21">
            <a:extLst>
              <a:ext uri="{FF2B5EF4-FFF2-40B4-BE49-F238E27FC236}">
                <a16:creationId xmlns:a16="http://schemas.microsoft.com/office/drawing/2014/main" id="{C68EECD8-4868-C403-065A-798C94914B21}"/>
              </a:ext>
            </a:extLst>
          </p:cNvPr>
          <p:cNvSpPr>
            <a:spLocks noGrp="1"/>
          </p:cNvSpPr>
          <p:nvPr>
            <p:ph type="body" sz="quarter" idx="17" hasCustomPrompt="1"/>
          </p:nvPr>
        </p:nvSpPr>
        <p:spPr>
          <a:xfrm>
            <a:off x="1217549" y="1340437"/>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8" name="Text Placeholder 21">
            <a:extLst>
              <a:ext uri="{FF2B5EF4-FFF2-40B4-BE49-F238E27FC236}">
                <a16:creationId xmlns:a16="http://schemas.microsoft.com/office/drawing/2014/main" id="{377F7479-B5E7-D307-06B9-71E3BA37F3EF}"/>
              </a:ext>
            </a:extLst>
          </p:cNvPr>
          <p:cNvSpPr>
            <a:spLocks noGrp="1"/>
          </p:cNvSpPr>
          <p:nvPr>
            <p:ph type="body" sz="quarter" idx="19" hasCustomPrompt="1"/>
          </p:nvPr>
        </p:nvSpPr>
        <p:spPr>
          <a:xfrm>
            <a:off x="1217549" y="2266421"/>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9" name="Text Placeholder 21">
            <a:extLst>
              <a:ext uri="{FF2B5EF4-FFF2-40B4-BE49-F238E27FC236}">
                <a16:creationId xmlns:a16="http://schemas.microsoft.com/office/drawing/2014/main" id="{A9CB3A34-F081-C677-A00F-67C1873C062A}"/>
              </a:ext>
            </a:extLst>
          </p:cNvPr>
          <p:cNvSpPr>
            <a:spLocks noGrp="1"/>
          </p:cNvSpPr>
          <p:nvPr>
            <p:ph type="body" sz="quarter" idx="21" hasCustomPrompt="1"/>
          </p:nvPr>
        </p:nvSpPr>
        <p:spPr>
          <a:xfrm>
            <a:off x="1217549" y="3279695"/>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0" name="Text Placeholder 21">
            <a:extLst>
              <a:ext uri="{FF2B5EF4-FFF2-40B4-BE49-F238E27FC236}">
                <a16:creationId xmlns:a16="http://schemas.microsoft.com/office/drawing/2014/main" id="{66627ED0-3A46-8737-6897-D3BDDB091302}"/>
              </a:ext>
            </a:extLst>
          </p:cNvPr>
          <p:cNvSpPr>
            <a:spLocks noGrp="1"/>
          </p:cNvSpPr>
          <p:nvPr>
            <p:ph type="body" sz="quarter" idx="23" hasCustomPrompt="1"/>
          </p:nvPr>
        </p:nvSpPr>
        <p:spPr>
          <a:xfrm>
            <a:off x="1217549" y="4298020"/>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1" name="Text Placeholder 21">
            <a:extLst>
              <a:ext uri="{FF2B5EF4-FFF2-40B4-BE49-F238E27FC236}">
                <a16:creationId xmlns:a16="http://schemas.microsoft.com/office/drawing/2014/main" id="{4A98C90D-F543-2D3A-9F32-FF02504B384D}"/>
              </a:ext>
            </a:extLst>
          </p:cNvPr>
          <p:cNvSpPr>
            <a:spLocks noGrp="1"/>
          </p:cNvSpPr>
          <p:nvPr>
            <p:ph type="body" sz="quarter" idx="25" hasCustomPrompt="1"/>
          </p:nvPr>
        </p:nvSpPr>
        <p:spPr>
          <a:xfrm>
            <a:off x="6978587" y="1338594"/>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2" name="Text Placeholder 21">
            <a:extLst>
              <a:ext uri="{FF2B5EF4-FFF2-40B4-BE49-F238E27FC236}">
                <a16:creationId xmlns:a16="http://schemas.microsoft.com/office/drawing/2014/main" id="{02D303FD-4338-9202-3742-445CFAC544F9}"/>
              </a:ext>
            </a:extLst>
          </p:cNvPr>
          <p:cNvSpPr>
            <a:spLocks noGrp="1"/>
          </p:cNvSpPr>
          <p:nvPr>
            <p:ph type="body" sz="quarter" idx="27" hasCustomPrompt="1"/>
          </p:nvPr>
        </p:nvSpPr>
        <p:spPr>
          <a:xfrm>
            <a:off x="6978587" y="2264578"/>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3" name="Text Placeholder 21">
            <a:extLst>
              <a:ext uri="{FF2B5EF4-FFF2-40B4-BE49-F238E27FC236}">
                <a16:creationId xmlns:a16="http://schemas.microsoft.com/office/drawing/2014/main" id="{DAB51C54-4BA1-024C-8F1D-E61343BFAC42}"/>
              </a:ext>
            </a:extLst>
          </p:cNvPr>
          <p:cNvSpPr>
            <a:spLocks noGrp="1"/>
          </p:cNvSpPr>
          <p:nvPr>
            <p:ph type="body" sz="quarter" idx="29" hasCustomPrompt="1"/>
          </p:nvPr>
        </p:nvSpPr>
        <p:spPr>
          <a:xfrm>
            <a:off x="6978587" y="3274846"/>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4" name="Text Placeholder 21">
            <a:extLst>
              <a:ext uri="{FF2B5EF4-FFF2-40B4-BE49-F238E27FC236}">
                <a16:creationId xmlns:a16="http://schemas.microsoft.com/office/drawing/2014/main" id="{31C27C31-0117-4C41-7DD9-9A95AE01F9D5}"/>
              </a:ext>
            </a:extLst>
          </p:cNvPr>
          <p:cNvSpPr>
            <a:spLocks noGrp="1"/>
          </p:cNvSpPr>
          <p:nvPr>
            <p:ph type="body" sz="quarter" idx="31" hasCustomPrompt="1"/>
          </p:nvPr>
        </p:nvSpPr>
        <p:spPr>
          <a:xfrm>
            <a:off x="6978587" y="4296177"/>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5" name="Text Placeholder 21">
            <a:extLst>
              <a:ext uri="{FF2B5EF4-FFF2-40B4-BE49-F238E27FC236}">
                <a16:creationId xmlns:a16="http://schemas.microsoft.com/office/drawing/2014/main" id="{305C7304-230E-F6CE-A76D-99DF1E692F08}"/>
              </a:ext>
            </a:extLst>
          </p:cNvPr>
          <p:cNvSpPr>
            <a:spLocks noGrp="1"/>
          </p:cNvSpPr>
          <p:nvPr>
            <p:ph type="body" sz="quarter" idx="18" hasCustomPrompt="1"/>
          </p:nvPr>
        </p:nvSpPr>
        <p:spPr>
          <a:xfrm>
            <a:off x="334964" y="1319509"/>
            <a:ext cx="666897"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a:t>
            </a:r>
            <a:endParaRPr lang="pt-BR"/>
          </a:p>
        </p:txBody>
      </p:sp>
      <p:sp>
        <p:nvSpPr>
          <p:cNvPr id="106" name="Text Placeholder 21">
            <a:extLst>
              <a:ext uri="{FF2B5EF4-FFF2-40B4-BE49-F238E27FC236}">
                <a16:creationId xmlns:a16="http://schemas.microsoft.com/office/drawing/2014/main" id="{646BD931-2CC9-4B26-938C-C6A9327B317A}"/>
              </a:ext>
            </a:extLst>
          </p:cNvPr>
          <p:cNvSpPr>
            <a:spLocks noGrp="1"/>
          </p:cNvSpPr>
          <p:nvPr>
            <p:ph type="body" sz="quarter" idx="20" hasCustomPrompt="1"/>
          </p:nvPr>
        </p:nvSpPr>
        <p:spPr>
          <a:xfrm>
            <a:off x="334964" y="2240644"/>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2.</a:t>
            </a:r>
            <a:endParaRPr lang="pt-BR"/>
          </a:p>
        </p:txBody>
      </p:sp>
      <p:sp>
        <p:nvSpPr>
          <p:cNvPr id="107" name="Text Placeholder 21">
            <a:extLst>
              <a:ext uri="{FF2B5EF4-FFF2-40B4-BE49-F238E27FC236}">
                <a16:creationId xmlns:a16="http://schemas.microsoft.com/office/drawing/2014/main" id="{7EF60F9A-51DE-3649-80E7-711C186485AA}"/>
              </a:ext>
            </a:extLst>
          </p:cNvPr>
          <p:cNvSpPr>
            <a:spLocks noGrp="1"/>
          </p:cNvSpPr>
          <p:nvPr>
            <p:ph type="body" sz="quarter" idx="22" hasCustomPrompt="1"/>
          </p:nvPr>
        </p:nvSpPr>
        <p:spPr>
          <a:xfrm>
            <a:off x="334964" y="3250912"/>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3.</a:t>
            </a:r>
            <a:endParaRPr lang="pt-BR"/>
          </a:p>
        </p:txBody>
      </p:sp>
      <p:sp>
        <p:nvSpPr>
          <p:cNvPr id="108" name="Text Placeholder 21">
            <a:extLst>
              <a:ext uri="{FF2B5EF4-FFF2-40B4-BE49-F238E27FC236}">
                <a16:creationId xmlns:a16="http://schemas.microsoft.com/office/drawing/2014/main" id="{454FB385-5582-984D-3BEC-2409DCFBBEA7}"/>
              </a:ext>
            </a:extLst>
          </p:cNvPr>
          <p:cNvSpPr>
            <a:spLocks noGrp="1"/>
          </p:cNvSpPr>
          <p:nvPr>
            <p:ph type="body" sz="quarter" idx="24" hasCustomPrompt="1"/>
          </p:nvPr>
        </p:nvSpPr>
        <p:spPr>
          <a:xfrm>
            <a:off x="334964" y="4269237"/>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4.</a:t>
            </a:r>
            <a:endParaRPr lang="pt-BR"/>
          </a:p>
        </p:txBody>
      </p:sp>
      <p:sp>
        <p:nvSpPr>
          <p:cNvPr id="109" name="Text Placeholder 21">
            <a:extLst>
              <a:ext uri="{FF2B5EF4-FFF2-40B4-BE49-F238E27FC236}">
                <a16:creationId xmlns:a16="http://schemas.microsoft.com/office/drawing/2014/main" id="{48AFB4A3-A713-3B36-5C4C-116B17982407}"/>
              </a:ext>
            </a:extLst>
          </p:cNvPr>
          <p:cNvSpPr>
            <a:spLocks noGrp="1"/>
          </p:cNvSpPr>
          <p:nvPr>
            <p:ph type="body" sz="quarter" idx="26" hasCustomPrompt="1"/>
          </p:nvPr>
        </p:nvSpPr>
        <p:spPr>
          <a:xfrm>
            <a:off x="6096002" y="1319509"/>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6.</a:t>
            </a:r>
            <a:endParaRPr lang="pt-BR"/>
          </a:p>
        </p:txBody>
      </p:sp>
      <p:sp>
        <p:nvSpPr>
          <p:cNvPr id="110" name="Text Placeholder 21">
            <a:extLst>
              <a:ext uri="{FF2B5EF4-FFF2-40B4-BE49-F238E27FC236}">
                <a16:creationId xmlns:a16="http://schemas.microsoft.com/office/drawing/2014/main" id="{455A5A6A-C346-A345-7676-47650852DEC5}"/>
              </a:ext>
            </a:extLst>
          </p:cNvPr>
          <p:cNvSpPr>
            <a:spLocks noGrp="1"/>
          </p:cNvSpPr>
          <p:nvPr>
            <p:ph type="body" sz="quarter" idx="28" hasCustomPrompt="1"/>
          </p:nvPr>
        </p:nvSpPr>
        <p:spPr>
          <a:xfrm>
            <a:off x="6096002" y="2240644"/>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7.</a:t>
            </a:r>
            <a:endParaRPr lang="pt-BR"/>
          </a:p>
        </p:txBody>
      </p:sp>
      <p:sp>
        <p:nvSpPr>
          <p:cNvPr id="111" name="Text Placeholder 21">
            <a:extLst>
              <a:ext uri="{FF2B5EF4-FFF2-40B4-BE49-F238E27FC236}">
                <a16:creationId xmlns:a16="http://schemas.microsoft.com/office/drawing/2014/main" id="{C9036724-53EE-61EA-4F36-0647670CC647}"/>
              </a:ext>
            </a:extLst>
          </p:cNvPr>
          <p:cNvSpPr>
            <a:spLocks noGrp="1"/>
          </p:cNvSpPr>
          <p:nvPr>
            <p:ph type="body" sz="quarter" idx="30" hasCustomPrompt="1"/>
          </p:nvPr>
        </p:nvSpPr>
        <p:spPr>
          <a:xfrm>
            <a:off x="6096002" y="3250912"/>
            <a:ext cx="666897"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8.</a:t>
            </a:r>
            <a:endParaRPr lang="pt-BR"/>
          </a:p>
        </p:txBody>
      </p:sp>
      <p:sp>
        <p:nvSpPr>
          <p:cNvPr id="112" name="Text Placeholder 21">
            <a:extLst>
              <a:ext uri="{FF2B5EF4-FFF2-40B4-BE49-F238E27FC236}">
                <a16:creationId xmlns:a16="http://schemas.microsoft.com/office/drawing/2014/main" id="{59FC8DE1-DA8C-E6FC-0074-C1233AE33862}"/>
              </a:ext>
            </a:extLst>
          </p:cNvPr>
          <p:cNvSpPr>
            <a:spLocks noGrp="1"/>
          </p:cNvSpPr>
          <p:nvPr>
            <p:ph type="body" sz="quarter" idx="32" hasCustomPrompt="1"/>
          </p:nvPr>
        </p:nvSpPr>
        <p:spPr>
          <a:xfrm>
            <a:off x="6096002" y="4269237"/>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9.</a:t>
            </a:r>
            <a:endParaRPr lang="pt-BR"/>
          </a:p>
        </p:txBody>
      </p:sp>
      <p:sp>
        <p:nvSpPr>
          <p:cNvPr id="113" name="Text Placeholder 21">
            <a:extLst>
              <a:ext uri="{FF2B5EF4-FFF2-40B4-BE49-F238E27FC236}">
                <a16:creationId xmlns:a16="http://schemas.microsoft.com/office/drawing/2014/main" id="{CD7EC131-607A-502B-D5DB-EACD3848C447}"/>
              </a:ext>
            </a:extLst>
          </p:cNvPr>
          <p:cNvSpPr>
            <a:spLocks noGrp="1"/>
          </p:cNvSpPr>
          <p:nvPr>
            <p:ph type="body" sz="quarter" idx="33" hasCustomPrompt="1"/>
          </p:nvPr>
        </p:nvSpPr>
        <p:spPr>
          <a:xfrm>
            <a:off x="1217549" y="5311941"/>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4" name="Text Placeholder 21">
            <a:extLst>
              <a:ext uri="{FF2B5EF4-FFF2-40B4-BE49-F238E27FC236}">
                <a16:creationId xmlns:a16="http://schemas.microsoft.com/office/drawing/2014/main" id="{39366CD8-736E-E9F0-1631-408CE9342B73}"/>
              </a:ext>
            </a:extLst>
          </p:cNvPr>
          <p:cNvSpPr>
            <a:spLocks noGrp="1"/>
          </p:cNvSpPr>
          <p:nvPr>
            <p:ph type="body" sz="quarter" idx="34" hasCustomPrompt="1"/>
          </p:nvPr>
        </p:nvSpPr>
        <p:spPr>
          <a:xfrm>
            <a:off x="6978587" y="5310098"/>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5" name="Text Placeholder 21">
            <a:extLst>
              <a:ext uri="{FF2B5EF4-FFF2-40B4-BE49-F238E27FC236}">
                <a16:creationId xmlns:a16="http://schemas.microsoft.com/office/drawing/2014/main" id="{A36BD412-4DD9-0776-5A73-B5939ACF9185}"/>
              </a:ext>
            </a:extLst>
          </p:cNvPr>
          <p:cNvSpPr>
            <a:spLocks noGrp="1"/>
          </p:cNvSpPr>
          <p:nvPr>
            <p:ph type="body" sz="quarter" idx="35" hasCustomPrompt="1"/>
          </p:nvPr>
        </p:nvSpPr>
        <p:spPr>
          <a:xfrm>
            <a:off x="334964" y="5283158"/>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5.</a:t>
            </a:r>
            <a:endParaRPr lang="pt-BR"/>
          </a:p>
        </p:txBody>
      </p:sp>
      <p:sp>
        <p:nvSpPr>
          <p:cNvPr id="116" name="Text Placeholder 21">
            <a:extLst>
              <a:ext uri="{FF2B5EF4-FFF2-40B4-BE49-F238E27FC236}">
                <a16:creationId xmlns:a16="http://schemas.microsoft.com/office/drawing/2014/main" id="{0D56432C-F90B-BE78-9849-16EDFA25EDF3}"/>
              </a:ext>
            </a:extLst>
          </p:cNvPr>
          <p:cNvSpPr>
            <a:spLocks noGrp="1"/>
          </p:cNvSpPr>
          <p:nvPr>
            <p:ph type="body" sz="quarter" idx="36" hasCustomPrompt="1"/>
          </p:nvPr>
        </p:nvSpPr>
        <p:spPr>
          <a:xfrm>
            <a:off x="6096002" y="5283158"/>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10.</a:t>
            </a:r>
            <a:endParaRPr lang="pt-BR"/>
          </a:p>
        </p:txBody>
      </p:sp>
      <p:sp>
        <p:nvSpPr>
          <p:cNvPr id="3" name="Picture 8">
            <a:extLst>
              <a:ext uri="{FF2B5EF4-FFF2-40B4-BE49-F238E27FC236}">
                <a16:creationId xmlns:a16="http://schemas.microsoft.com/office/drawing/2014/main" id="{13E1FCE5-3B0A-A220-D717-0F7086E423DA}"/>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1723148835"/>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Índice - High Grade - 14 títulos">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93" name="Espaço Reservado para Número de Slide 5">
            <a:extLst>
              <a:ext uri="{FF2B5EF4-FFF2-40B4-BE49-F238E27FC236}">
                <a16:creationId xmlns:a16="http://schemas.microsoft.com/office/drawing/2014/main" id="{8B43B5D6-9411-2916-3463-C0BBC4CE3A66}"/>
              </a:ext>
            </a:extLst>
          </p:cNvPr>
          <p:cNvSpPr>
            <a:spLocks noGrp="1"/>
          </p:cNvSpPr>
          <p:nvPr>
            <p:ph type="sldNum" sz="quarter" idx="12"/>
          </p:nvPr>
        </p:nvSpPr>
        <p:spPr>
          <a:xfrm>
            <a:off x="11542617"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95" name="Text Placeholder 3">
            <a:extLst>
              <a:ext uri="{FF2B5EF4-FFF2-40B4-BE49-F238E27FC236}">
                <a16:creationId xmlns:a16="http://schemas.microsoft.com/office/drawing/2014/main" id="{1F9E0DEB-08E9-5248-44F9-9916F0925C87}"/>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pt-BR"/>
              <a:t>Índice | Até 14 títulos</a:t>
            </a:r>
            <a:endParaRPr lang="en-US"/>
          </a:p>
        </p:txBody>
      </p:sp>
      <p:sp>
        <p:nvSpPr>
          <p:cNvPr id="96" name="Text Placeholder 10">
            <a:extLst>
              <a:ext uri="{FF2B5EF4-FFF2-40B4-BE49-F238E27FC236}">
                <a16:creationId xmlns:a16="http://schemas.microsoft.com/office/drawing/2014/main" id="{86EE135B-8461-A8E5-B808-1CCC5F3ABF32}"/>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7" name="Text Placeholder 21">
            <a:extLst>
              <a:ext uri="{FF2B5EF4-FFF2-40B4-BE49-F238E27FC236}">
                <a16:creationId xmlns:a16="http://schemas.microsoft.com/office/drawing/2014/main" id="{C68EECD8-4868-C403-065A-798C94914B21}"/>
              </a:ext>
            </a:extLst>
          </p:cNvPr>
          <p:cNvSpPr>
            <a:spLocks noGrp="1"/>
          </p:cNvSpPr>
          <p:nvPr>
            <p:ph type="body" sz="quarter" idx="17" hasCustomPrompt="1"/>
          </p:nvPr>
        </p:nvSpPr>
        <p:spPr>
          <a:xfrm>
            <a:off x="1112441" y="1294749"/>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8" name="Text Placeholder 21">
            <a:extLst>
              <a:ext uri="{FF2B5EF4-FFF2-40B4-BE49-F238E27FC236}">
                <a16:creationId xmlns:a16="http://schemas.microsoft.com/office/drawing/2014/main" id="{377F7479-B5E7-D307-06B9-71E3BA37F3EF}"/>
              </a:ext>
            </a:extLst>
          </p:cNvPr>
          <p:cNvSpPr>
            <a:spLocks noGrp="1"/>
          </p:cNvSpPr>
          <p:nvPr>
            <p:ph type="body" sz="quarter" idx="19" hasCustomPrompt="1"/>
          </p:nvPr>
        </p:nvSpPr>
        <p:spPr>
          <a:xfrm>
            <a:off x="1112441" y="2053172"/>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9" name="Text Placeholder 21">
            <a:extLst>
              <a:ext uri="{FF2B5EF4-FFF2-40B4-BE49-F238E27FC236}">
                <a16:creationId xmlns:a16="http://schemas.microsoft.com/office/drawing/2014/main" id="{A9CB3A34-F081-C677-A00F-67C1873C062A}"/>
              </a:ext>
            </a:extLst>
          </p:cNvPr>
          <p:cNvSpPr>
            <a:spLocks noGrp="1"/>
          </p:cNvSpPr>
          <p:nvPr>
            <p:ph type="body" sz="quarter" idx="21" hasCustomPrompt="1"/>
          </p:nvPr>
        </p:nvSpPr>
        <p:spPr>
          <a:xfrm>
            <a:off x="1112441" y="2813030"/>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0" name="Text Placeholder 21">
            <a:extLst>
              <a:ext uri="{FF2B5EF4-FFF2-40B4-BE49-F238E27FC236}">
                <a16:creationId xmlns:a16="http://schemas.microsoft.com/office/drawing/2014/main" id="{66627ED0-3A46-8737-6897-D3BDDB091302}"/>
              </a:ext>
            </a:extLst>
          </p:cNvPr>
          <p:cNvSpPr>
            <a:spLocks noGrp="1"/>
          </p:cNvSpPr>
          <p:nvPr>
            <p:ph type="body" sz="quarter" idx="23" hasCustomPrompt="1"/>
          </p:nvPr>
        </p:nvSpPr>
        <p:spPr>
          <a:xfrm>
            <a:off x="1112441" y="3578536"/>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1" name="Text Placeholder 21">
            <a:extLst>
              <a:ext uri="{FF2B5EF4-FFF2-40B4-BE49-F238E27FC236}">
                <a16:creationId xmlns:a16="http://schemas.microsoft.com/office/drawing/2014/main" id="{4A98C90D-F543-2D3A-9F32-FF02504B384D}"/>
              </a:ext>
            </a:extLst>
          </p:cNvPr>
          <p:cNvSpPr>
            <a:spLocks noGrp="1"/>
          </p:cNvSpPr>
          <p:nvPr>
            <p:ph type="body" sz="quarter" idx="25" hasCustomPrompt="1"/>
          </p:nvPr>
        </p:nvSpPr>
        <p:spPr>
          <a:xfrm>
            <a:off x="6873479" y="1298388"/>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2" name="Text Placeholder 21">
            <a:extLst>
              <a:ext uri="{FF2B5EF4-FFF2-40B4-BE49-F238E27FC236}">
                <a16:creationId xmlns:a16="http://schemas.microsoft.com/office/drawing/2014/main" id="{02D303FD-4338-9202-3742-445CFAC544F9}"/>
              </a:ext>
            </a:extLst>
          </p:cNvPr>
          <p:cNvSpPr>
            <a:spLocks noGrp="1"/>
          </p:cNvSpPr>
          <p:nvPr>
            <p:ph type="body" sz="quarter" idx="27" hasCustomPrompt="1"/>
          </p:nvPr>
        </p:nvSpPr>
        <p:spPr>
          <a:xfrm>
            <a:off x="6873479" y="2051616"/>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3" name="Text Placeholder 21">
            <a:extLst>
              <a:ext uri="{FF2B5EF4-FFF2-40B4-BE49-F238E27FC236}">
                <a16:creationId xmlns:a16="http://schemas.microsoft.com/office/drawing/2014/main" id="{DAB51C54-4BA1-024C-8F1D-E61343BFAC42}"/>
              </a:ext>
            </a:extLst>
          </p:cNvPr>
          <p:cNvSpPr>
            <a:spLocks noGrp="1"/>
          </p:cNvSpPr>
          <p:nvPr>
            <p:ph type="body" sz="quarter" idx="29" hasCustomPrompt="1"/>
          </p:nvPr>
        </p:nvSpPr>
        <p:spPr>
          <a:xfrm>
            <a:off x="6873479" y="2808937"/>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4" name="Text Placeholder 21">
            <a:extLst>
              <a:ext uri="{FF2B5EF4-FFF2-40B4-BE49-F238E27FC236}">
                <a16:creationId xmlns:a16="http://schemas.microsoft.com/office/drawing/2014/main" id="{31C27C31-0117-4C41-7DD9-9A95AE01F9D5}"/>
              </a:ext>
            </a:extLst>
          </p:cNvPr>
          <p:cNvSpPr>
            <a:spLocks noGrp="1"/>
          </p:cNvSpPr>
          <p:nvPr>
            <p:ph type="body" sz="quarter" idx="31" hasCustomPrompt="1"/>
          </p:nvPr>
        </p:nvSpPr>
        <p:spPr>
          <a:xfrm>
            <a:off x="6873479" y="3576980"/>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5" name="Text Placeholder 21">
            <a:extLst>
              <a:ext uri="{FF2B5EF4-FFF2-40B4-BE49-F238E27FC236}">
                <a16:creationId xmlns:a16="http://schemas.microsoft.com/office/drawing/2014/main" id="{305C7304-230E-F6CE-A76D-99DF1E692F08}"/>
              </a:ext>
            </a:extLst>
          </p:cNvPr>
          <p:cNvSpPr>
            <a:spLocks noGrp="1"/>
          </p:cNvSpPr>
          <p:nvPr>
            <p:ph type="body" sz="quarter" idx="18" hasCustomPrompt="1"/>
          </p:nvPr>
        </p:nvSpPr>
        <p:spPr>
          <a:xfrm>
            <a:off x="334965" y="1272292"/>
            <a:ext cx="562844"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a:t>
            </a:r>
            <a:endParaRPr lang="pt-BR"/>
          </a:p>
        </p:txBody>
      </p:sp>
      <p:sp>
        <p:nvSpPr>
          <p:cNvPr id="106" name="Text Placeholder 21">
            <a:extLst>
              <a:ext uri="{FF2B5EF4-FFF2-40B4-BE49-F238E27FC236}">
                <a16:creationId xmlns:a16="http://schemas.microsoft.com/office/drawing/2014/main" id="{646BD931-2CC9-4B26-938C-C6A9327B317A}"/>
              </a:ext>
            </a:extLst>
          </p:cNvPr>
          <p:cNvSpPr>
            <a:spLocks noGrp="1"/>
          </p:cNvSpPr>
          <p:nvPr>
            <p:ph type="body" sz="quarter" idx="20" hasCustomPrompt="1"/>
          </p:nvPr>
        </p:nvSpPr>
        <p:spPr>
          <a:xfrm>
            <a:off x="334965" y="2021813"/>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2.</a:t>
            </a:r>
            <a:endParaRPr lang="pt-BR"/>
          </a:p>
        </p:txBody>
      </p:sp>
      <p:sp>
        <p:nvSpPr>
          <p:cNvPr id="107" name="Text Placeholder 21">
            <a:extLst>
              <a:ext uri="{FF2B5EF4-FFF2-40B4-BE49-F238E27FC236}">
                <a16:creationId xmlns:a16="http://schemas.microsoft.com/office/drawing/2014/main" id="{7EF60F9A-51DE-3649-80E7-711C186485AA}"/>
              </a:ext>
            </a:extLst>
          </p:cNvPr>
          <p:cNvSpPr>
            <a:spLocks noGrp="1"/>
          </p:cNvSpPr>
          <p:nvPr>
            <p:ph type="body" sz="quarter" idx="22" hasCustomPrompt="1"/>
          </p:nvPr>
        </p:nvSpPr>
        <p:spPr>
          <a:xfrm>
            <a:off x="334965" y="2779134"/>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3.</a:t>
            </a:r>
            <a:endParaRPr lang="pt-BR"/>
          </a:p>
        </p:txBody>
      </p:sp>
      <p:sp>
        <p:nvSpPr>
          <p:cNvPr id="108" name="Text Placeholder 21">
            <a:extLst>
              <a:ext uri="{FF2B5EF4-FFF2-40B4-BE49-F238E27FC236}">
                <a16:creationId xmlns:a16="http://schemas.microsoft.com/office/drawing/2014/main" id="{454FB385-5582-984D-3BEC-2409DCFBBEA7}"/>
              </a:ext>
            </a:extLst>
          </p:cNvPr>
          <p:cNvSpPr>
            <a:spLocks noGrp="1"/>
          </p:cNvSpPr>
          <p:nvPr>
            <p:ph type="body" sz="quarter" idx="24" hasCustomPrompt="1"/>
          </p:nvPr>
        </p:nvSpPr>
        <p:spPr>
          <a:xfrm>
            <a:off x="334965" y="3544640"/>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4.</a:t>
            </a:r>
            <a:endParaRPr lang="pt-BR"/>
          </a:p>
        </p:txBody>
      </p:sp>
      <p:sp>
        <p:nvSpPr>
          <p:cNvPr id="109" name="Text Placeholder 21">
            <a:extLst>
              <a:ext uri="{FF2B5EF4-FFF2-40B4-BE49-F238E27FC236}">
                <a16:creationId xmlns:a16="http://schemas.microsoft.com/office/drawing/2014/main" id="{48AFB4A3-A713-3B36-5C4C-116B17982407}"/>
              </a:ext>
            </a:extLst>
          </p:cNvPr>
          <p:cNvSpPr>
            <a:spLocks noGrp="1"/>
          </p:cNvSpPr>
          <p:nvPr>
            <p:ph type="body" sz="quarter" idx="26" hasCustomPrompt="1"/>
          </p:nvPr>
        </p:nvSpPr>
        <p:spPr>
          <a:xfrm>
            <a:off x="6096003" y="1277486"/>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8.</a:t>
            </a:r>
            <a:endParaRPr lang="pt-BR"/>
          </a:p>
        </p:txBody>
      </p:sp>
      <p:sp>
        <p:nvSpPr>
          <p:cNvPr id="110" name="Text Placeholder 21">
            <a:extLst>
              <a:ext uri="{FF2B5EF4-FFF2-40B4-BE49-F238E27FC236}">
                <a16:creationId xmlns:a16="http://schemas.microsoft.com/office/drawing/2014/main" id="{455A5A6A-C346-A345-7676-47650852DEC5}"/>
              </a:ext>
            </a:extLst>
          </p:cNvPr>
          <p:cNvSpPr>
            <a:spLocks noGrp="1"/>
          </p:cNvSpPr>
          <p:nvPr>
            <p:ph type="body" sz="quarter" idx="28" hasCustomPrompt="1"/>
          </p:nvPr>
        </p:nvSpPr>
        <p:spPr>
          <a:xfrm>
            <a:off x="6096003" y="2021813"/>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9.</a:t>
            </a:r>
            <a:endParaRPr lang="pt-BR"/>
          </a:p>
        </p:txBody>
      </p:sp>
      <p:sp>
        <p:nvSpPr>
          <p:cNvPr id="111" name="Text Placeholder 21">
            <a:extLst>
              <a:ext uri="{FF2B5EF4-FFF2-40B4-BE49-F238E27FC236}">
                <a16:creationId xmlns:a16="http://schemas.microsoft.com/office/drawing/2014/main" id="{C9036724-53EE-61EA-4F36-0647670CC647}"/>
              </a:ext>
            </a:extLst>
          </p:cNvPr>
          <p:cNvSpPr>
            <a:spLocks noGrp="1"/>
          </p:cNvSpPr>
          <p:nvPr>
            <p:ph type="body" sz="quarter" idx="30" hasCustomPrompt="1"/>
          </p:nvPr>
        </p:nvSpPr>
        <p:spPr>
          <a:xfrm>
            <a:off x="6096003" y="2779134"/>
            <a:ext cx="562844"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10.</a:t>
            </a:r>
            <a:endParaRPr lang="pt-BR"/>
          </a:p>
        </p:txBody>
      </p:sp>
      <p:sp>
        <p:nvSpPr>
          <p:cNvPr id="112" name="Text Placeholder 21">
            <a:extLst>
              <a:ext uri="{FF2B5EF4-FFF2-40B4-BE49-F238E27FC236}">
                <a16:creationId xmlns:a16="http://schemas.microsoft.com/office/drawing/2014/main" id="{59FC8DE1-DA8C-E6FC-0074-C1233AE33862}"/>
              </a:ext>
            </a:extLst>
          </p:cNvPr>
          <p:cNvSpPr>
            <a:spLocks noGrp="1"/>
          </p:cNvSpPr>
          <p:nvPr>
            <p:ph type="body" sz="quarter" idx="32" hasCustomPrompt="1"/>
          </p:nvPr>
        </p:nvSpPr>
        <p:spPr>
          <a:xfrm>
            <a:off x="6096003" y="3544640"/>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11.</a:t>
            </a:r>
            <a:endParaRPr lang="pt-BR"/>
          </a:p>
        </p:txBody>
      </p:sp>
      <p:sp>
        <p:nvSpPr>
          <p:cNvPr id="113" name="Text Placeholder 21">
            <a:extLst>
              <a:ext uri="{FF2B5EF4-FFF2-40B4-BE49-F238E27FC236}">
                <a16:creationId xmlns:a16="http://schemas.microsoft.com/office/drawing/2014/main" id="{CD7EC131-607A-502B-D5DB-EACD3848C447}"/>
              </a:ext>
            </a:extLst>
          </p:cNvPr>
          <p:cNvSpPr>
            <a:spLocks noGrp="1"/>
          </p:cNvSpPr>
          <p:nvPr>
            <p:ph type="body" sz="quarter" idx="33" hasCustomPrompt="1"/>
          </p:nvPr>
        </p:nvSpPr>
        <p:spPr>
          <a:xfrm>
            <a:off x="1112441" y="4354249"/>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4" name="Text Placeholder 21">
            <a:extLst>
              <a:ext uri="{FF2B5EF4-FFF2-40B4-BE49-F238E27FC236}">
                <a16:creationId xmlns:a16="http://schemas.microsoft.com/office/drawing/2014/main" id="{39366CD8-736E-E9F0-1631-408CE9342B73}"/>
              </a:ext>
            </a:extLst>
          </p:cNvPr>
          <p:cNvSpPr>
            <a:spLocks noGrp="1"/>
          </p:cNvSpPr>
          <p:nvPr>
            <p:ph type="body" sz="quarter" idx="34" hasCustomPrompt="1"/>
          </p:nvPr>
        </p:nvSpPr>
        <p:spPr>
          <a:xfrm>
            <a:off x="6873479" y="4352693"/>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5" name="Text Placeholder 21">
            <a:extLst>
              <a:ext uri="{FF2B5EF4-FFF2-40B4-BE49-F238E27FC236}">
                <a16:creationId xmlns:a16="http://schemas.microsoft.com/office/drawing/2014/main" id="{A36BD412-4DD9-0776-5A73-B5939ACF9185}"/>
              </a:ext>
            </a:extLst>
          </p:cNvPr>
          <p:cNvSpPr>
            <a:spLocks noGrp="1"/>
          </p:cNvSpPr>
          <p:nvPr>
            <p:ph type="body" sz="quarter" idx="35" hasCustomPrompt="1"/>
          </p:nvPr>
        </p:nvSpPr>
        <p:spPr>
          <a:xfrm>
            <a:off x="334965" y="4320353"/>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5.</a:t>
            </a:r>
            <a:endParaRPr lang="pt-BR"/>
          </a:p>
        </p:txBody>
      </p:sp>
      <p:sp>
        <p:nvSpPr>
          <p:cNvPr id="116" name="Text Placeholder 21">
            <a:extLst>
              <a:ext uri="{FF2B5EF4-FFF2-40B4-BE49-F238E27FC236}">
                <a16:creationId xmlns:a16="http://schemas.microsoft.com/office/drawing/2014/main" id="{0D56432C-F90B-BE78-9849-16EDFA25EDF3}"/>
              </a:ext>
            </a:extLst>
          </p:cNvPr>
          <p:cNvSpPr>
            <a:spLocks noGrp="1"/>
          </p:cNvSpPr>
          <p:nvPr>
            <p:ph type="body" sz="quarter" idx="36" hasCustomPrompt="1"/>
          </p:nvPr>
        </p:nvSpPr>
        <p:spPr>
          <a:xfrm>
            <a:off x="6096003" y="4320353"/>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12.</a:t>
            </a:r>
            <a:endParaRPr lang="pt-BR"/>
          </a:p>
        </p:txBody>
      </p:sp>
      <p:sp>
        <p:nvSpPr>
          <p:cNvPr id="26" name="Text Placeholder 21">
            <a:extLst>
              <a:ext uri="{FF2B5EF4-FFF2-40B4-BE49-F238E27FC236}">
                <a16:creationId xmlns:a16="http://schemas.microsoft.com/office/drawing/2014/main" id="{C5B1F338-8D07-6165-2984-C97D76B836F9}"/>
              </a:ext>
            </a:extLst>
          </p:cNvPr>
          <p:cNvSpPr>
            <a:spLocks noGrp="1"/>
          </p:cNvSpPr>
          <p:nvPr>
            <p:ph type="body" sz="quarter" idx="37" hasCustomPrompt="1"/>
          </p:nvPr>
        </p:nvSpPr>
        <p:spPr>
          <a:xfrm>
            <a:off x="1112441" y="5133711"/>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27" name="Text Placeholder 21">
            <a:extLst>
              <a:ext uri="{FF2B5EF4-FFF2-40B4-BE49-F238E27FC236}">
                <a16:creationId xmlns:a16="http://schemas.microsoft.com/office/drawing/2014/main" id="{6AC2D12D-986D-3DD5-FBFC-D384978B998E}"/>
              </a:ext>
            </a:extLst>
          </p:cNvPr>
          <p:cNvSpPr>
            <a:spLocks noGrp="1"/>
          </p:cNvSpPr>
          <p:nvPr>
            <p:ph type="body" sz="quarter" idx="38" hasCustomPrompt="1"/>
          </p:nvPr>
        </p:nvSpPr>
        <p:spPr>
          <a:xfrm>
            <a:off x="6873479" y="5132155"/>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28" name="Text Placeholder 21">
            <a:extLst>
              <a:ext uri="{FF2B5EF4-FFF2-40B4-BE49-F238E27FC236}">
                <a16:creationId xmlns:a16="http://schemas.microsoft.com/office/drawing/2014/main" id="{91E97FC2-9348-4E3B-00E5-76B9F5F34636}"/>
              </a:ext>
            </a:extLst>
          </p:cNvPr>
          <p:cNvSpPr>
            <a:spLocks noGrp="1"/>
          </p:cNvSpPr>
          <p:nvPr>
            <p:ph type="body" sz="quarter" idx="39" hasCustomPrompt="1"/>
          </p:nvPr>
        </p:nvSpPr>
        <p:spPr>
          <a:xfrm>
            <a:off x="334965" y="5099815"/>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6.</a:t>
            </a:r>
            <a:endParaRPr lang="pt-BR"/>
          </a:p>
        </p:txBody>
      </p:sp>
      <p:sp>
        <p:nvSpPr>
          <p:cNvPr id="29" name="Text Placeholder 21">
            <a:extLst>
              <a:ext uri="{FF2B5EF4-FFF2-40B4-BE49-F238E27FC236}">
                <a16:creationId xmlns:a16="http://schemas.microsoft.com/office/drawing/2014/main" id="{10FCC27C-9F7B-60DD-448A-FA5C70190D61}"/>
              </a:ext>
            </a:extLst>
          </p:cNvPr>
          <p:cNvSpPr>
            <a:spLocks noGrp="1"/>
          </p:cNvSpPr>
          <p:nvPr>
            <p:ph type="body" sz="quarter" idx="40" hasCustomPrompt="1"/>
          </p:nvPr>
        </p:nvSpPr>
        <p:spPr>
          <a:xfrm>
            <a:off x="6096003" y="5099815"/>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13.</a:t>
            </a:r>
            <a:endParaRPr lang="pt-BR"/>
          </a:p>
        </p:txBody>
      </p:sp>
      <p:sp>
        <p:nvSpPr>
          <p:cNvPr id="30" name="Text Placeholder 21">
            <a:extLst>
              <a:ext uri="{FF2B5EF4-FFF2-40B4-BE49-F238E27FC236}">
                <a16:creationId xmlns:a16="http://schemas.microsoft.com/office/drawing/2014/main" id="{647A3C75-F52C-9572-4AC8-DF3C9EC74895}"/>
              </a:ext>
            </a:extLst>
          </p:cNvPr>
          <p:cNvSpPr>
            <a:spLocks noGrp="1"/>
          </p:cNvSpPr>
          <p:nvPr>
            <p:ph type="body" sz="quarter" idx="41" hasCustomPrompt="1"/>
          </p:nvPr>
        </p:nvSpPr>
        <p:spPr>
          <a:xfrm>
            <a:off x="1112441" y="5909424"/>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31" name="Text Placeholder 21">
            <a:extLst>
              <a:ext uri="{FF2B5EF4-FFF2-40B4-BE49-F238E27FC236}">
                <a16:creationId xmlns:a16="http://schemas.microsoft.com/office/drawing/2014/main" id="{CF181672-FCCE-ED51-44CD-B257A5102052}"/>
              </a:ext>
            </a:extLst>
          </p:cNvPr>
          <p:cNvSpPr>
            <a:spLocks noGrp="1"/>
          </p:cNvSpPr>
          <p:nvPr>
            <p:ph type="body" sz="quarter" idx="42" hasCustomPrompt="1"/>
          </p:nvPr>
        </p:nvSpPr>
        <p:spPr>
          <a:xfrm>
            <a:off x="6873479" y="5907868"/>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32" name="Text Placeholder 21">
            <a:extLst>
              <a:ext uri="{FF2B5EF4-FFF2-40B4-BE49-F238E27FC236}">
                <a16:creationId xmlns:a16="http://schemas.microsoft.com/office/drawing/2014/main" id="{C4E37429-91F7-9872-16AB-E9D998B9B034}"/>
              </a:ext>
            </a:extLst>
          </p:cNvPr>
          <p:cNvSpPr>
            <a:spLocks noGrp="1"/>
          </p:cNvSpPr>
          <p:nvPr>
            <p:ph type="body" sz="quarter" idx="43" hasCustomPrompt="1"/>
          </p:nvPr>
        </p:nvSpPr>
        <p:spPr>
          <a:xfrm>
            <a:off x="334965" y="5875528"/>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7.</a:t>
            </a:r>
            <a:endParaRPr lang="pt-BR"/>
          </a:p>
        </p:txBody>
      </p:sp>
      <p:sp>
        <p:nvSpPr>
          <p:cNvPr id="33" name="Text Placeholder 21">
            <a:extLst>
              <a:ext uri="{FF2B5EF4-FFF2-40B4-BE49-F238E27FC236}">
                <a16:creationId xmlns:a16="http://schemas.microsoft.com/office/drawing/2014/main" id="{996E1AEB-6FC0-93DB-7162-B62353FB6F67}"/>
              </a:ext>
            </a:extLst>
          </p:cNvPr>
          <p:cNvSpPr>
            <a:spLocks noGrp="1"/>
          </p:cNvSpPr>
          <p:nvPr>
            <p:ph type="body" sz="quarter" idx="44" hasCustomPrompt="1"/>
          </p:nvPr>
        </p:nvSpPr>
        <p:spPr>
          <a:xfrm>
            <a:off x="6096003" y="5875528"/>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14.</a:t>
            </a:r>
            <a:endParaRPr lang="pt-BR"/>
          </a:p>
        </p:txBody>
      </p:sp>
      <p:sp>
        <p:nvSpPr>
          <p:cNvPr id="2" name="Picture 8">
            <a:extLst>
              <a:ext uri="{FF2B5EF4-FFF2-40B4-BE49-F238E27FC236}">
                <a16:creationId xmlns:a16="http://schemas.microsoft.com/office/drawing/2014/main" id="{1352B972-1623-C7B4-AF77-24C25FC1A7A7}"/>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2387871607"/>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978317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Blan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965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3770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8961792"/>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Capa 01 - Foto">
    <p:bg>
      <p:bgPr>
        <a:solidFill>
          <a:schemeClr val="tx1"/>
        </a:solidFill>
        <a:effectLst/>
      </p:bgPr>
    </p:bg>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A68C5C04-9F9C-AD5B-8544-86BD159ED555}"/>
              </a:ext>
            </a:extLst>
          </p:cNvPr>
          <p:cNvSpPr>
            <a:spLocks noGrp="1"/>
          </p:cNvSpPr>
          <p:nvPr>
            <p:ph type="pic" sz="quarter" idx="27"/>
          </p:nvPr>
        </p:nvSpPr>
        <p:spPr>
          <a:xfrm>
            <a:off x="0" y="0"/>
            <a:ext cx="12192000" cy="6858000"/>
          </a:xfrm>
          <a:prstGeom prst="rect">
            <a:avLst/>
          </a:prstGeom>
        </p:spPr>
        <p:txBody>
          <a:bodyPr lIns="0" tIns="0" rIns="0" bIns="972000" anchor="ctr" anchorCtr="0">
            <a:noAutofit/>
          </a:bodyPr>
          <a:lstStyle>
            <a:lvl1pPr algn="ctr">
              <a:defRPr sz="2400">
                <a:solidFill>
                  <a:schemeClr val="bg2">
                    <a:lumMod val="90000"/>
                  </a:schemeClr>
                </a:solidFill>
              </a:defRPr>
            </a:lvl1pPr>
          </a:lstStyle>
          <a:p>
            <a:endParaRPr lang="pt-BR"/>
          </a:p>
        </p:txBody>
      </p:sp>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9" y="1113018"/>
            <a:ext cx="4233853" cy="1046440"/>
          </a:xfrm>
          <a:prstGeom prst="rect">
            <a:avLst/>
          </a:prstGeom>
          <a:noFill/>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407989" y="2159780"/>
            <a:ext cx="4233853" cy="30777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1868" algn="r"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1" y="6089649"/>
            <a:ext cx="2364803" cy="184666"/>
          </a:xfrm>
          <a:prstGeom prst="rect">
            <a:avLst/>
          </a:prstGeom>
        </p:spPr>
        <p:txBody>
          <a:bodyPr lIns="0" tIns="0" rIns="0" bIns="0"/>
          <a:lstStyle>
            <a:lvl1pPr marL="0" marR="3081" algn="r"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grpSp>
        <p:nvGrpSpPr>
          <p:cNvPr id="7" name="Group 6">
            <a:extLst>
              <a:ext uri="{FF2B5EF4-FFF2-40B4-BE49-F238E27FC236}">
                <a16:creationId xmlns:a16="http://schemas.microsoft.com/office/drawing/2014/main" id="{2CE84738-3A6C-EB34-89AF-461737E8A924}"/>
              </a:ext>
            </a:extLst>
          </p:cNvPr>
          <p:cNvGrpSpPr/>
          <p:nvPr userDrawn="1"/>
        </p:nvGrpSpPr>
        <p:grpSpPr>
          <a:xfrm>
            <a:off x="407988" y="404814"/>
            <a:ext cx="7879692" cy="2916619"/>
            <a:chOff x="509383" y="279643"/>
            <a:chExt cx="12206605" cy="4518199"/>
          </a:xfrm>
        </p:grpSpPr>
        <p:sp>
          <p:nvSpPr>
            <p:cNvPr id="5" name="bg object 18">
              <a:extLst>
                <a:ext uri="{FF2B5EF4-FFF2-40B4-BE49-F238E27FC236}">
                  <a16:creationId xmlns:a16="http://schemas.microsoft.com/office/drawing/2014/main" id="{FD4C2CB9-FBAE-882A-315C-DB4F669495DE}"/>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endParaRPr sz="849"/>
            </a:p>
          </p:txBody>
        </p:sp>
        <p:sp>
          <p:nvSpPr>
            <p:cNvPr id="6" name="bg object 19">
              <a:extLst>
                <a:ext uri="{FF2B5EF4-FFF2-40B4-BE49-F238E27FC236}">
                  <a16:creationId xmlns:a16="http://schemas.microsoft.com/office/drawing/2014/main" id="{EA389DAE-FA1D-8A30-5126-218E3FFA5A53}"/>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endParaRPr sz="849"/>
            </a:p>
          </p:txBody>
        </p:sp>
      </p:gr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ESTRUTURADO</a:t>
            </a:r>
          </a:p>
        </p:txBody>
      </p:sp>
    </p:spTree>
    <p:extLst>
      <p:ext uri="{BB962C8B-B14F-4D97-AF65-F5344CB8AC3E}">
        <p14:creationId xmlns:p14="http://schemas.microsoft.com/office/powerpoint/2010/main" val="1424758716"/>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apa 01 - High Grade">
    <p:bg>
      <p:bgPr>
        <a:gradFill>
          <a:gsLst>
            <a:gs pos="0">
              <a:schemeClr val="accent1">
                <a:lumMod val="20000"/>
                <a:lumOff val="80000"/>
              </a:schemeClr>
            </a:gs>
            <a:gs pos="100000">
              <a:schemeClr val="accent1">
                <a:lumMod val="60000"/>
                <a:lumOff val="40000"/>
              </a:schemeClr>
            </a:gs>
          </a:gsLst>
          <a:lin ang="5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1868" algn="r"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1" y="6089649"/>
            <a:ext cx="2364803" cy="184666"/>
          </a:xfrm>
          <a:prstGeom prst="rect">
            <a:avLst/>
          </a:prstGeom>
        </p:spPr>
        <p:txBody>
          <a:bodyPr lIns="0" tIns="0" rIns="0" bIns="0"/>
          <a:lstStyle>
            <a:lvl1pPr marL="0" marR="3081" algn="r"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p>
        </p:txBody>
      </p:sp>
      <p:sp>
        <p:nvSpPr>
          <p:cNvPr id="9" name="Text Placeholder 3">
            <a:extLst>
              <a:ext uri="{FF2B5EF4-FFF2-40B4-BE49-F238E27FC236}">
                <a16:creationId xmlns:a16="http://schemas.microsoft.com/office/drawing/2014/main" id="{0BEB6966-A6DD-A413-E366-E85415CA7CC6}"/>
              </a:ext>
            </a:extLst>
          </p:cNvPr>
          <p:cNvSpPr>
            <a:spLocks noGrp="1"/>
          </p:cNvSpPr>
          <p:nvPr>
            <p:ph type="body" sz="quarter" idx="13" hasCustomPrompt="1"/>
          </p:nvPr>
        </p:nvSpPr>
        <p:spPr>
          <a:xfrm>
            <a:off x="407989" y="1113018"/>
            <a:ext cx="4233853" cy="1046440"/>
          </a:xfrm>
          <a:prstGeom prst="rect">
            <a:avLst/>
          </a:prstGeom>
          <a:noFill/>
        </p:spPr>
        <p:txBody>
          <a:bodyPr lIns="0" tIns="0" rIns="0" bIns="0" anchor="b" anchorCtr="0"/>
          <a:lstStyle>
            <a:lvl1pPr marL="0" indent="0">
              <a:buNone/>
              <a:defRPr sz="3400">
                <a:solidFill>
                  <a:schemeClr val="tx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0" name="Text Placeholder 15">
            <a:extLst>
              <a:ext uri="{FF2B5EF4-FFF2-40B4-BE49-F238E27FC236}">
                <a16:creationId xmlns:a16="http://schemas.microsoft.com/office/drawing/2014/main" id="{016B9899-7AA6-E693-2E4C-ADF3DFB28367}"/>
              </a:ext>
            </a:extLst>
          </p:cNvPr>
          <p:cNvSpPr>
            <a:spLocks noGrp="1"/>
          </p:cNvSpPr>
          <p:nvPr>
            <p:ph type="body" sz="quarter" idx="14" hasCustomPrompt="1"/>
          </p:nvPr>
        </p:nvSpPr>
        <p:spPr>
          <a:xfrm>
            <a:off x="407989" y="2159780"/>
            <a:ext cx="4233853" cy="307777"/>
          </a:xfrm>
          <a:prstGeom prst="rect">
            <a:avLst/>
          </a:prstGeom>
        </p:spPr>
        <p:txBody>
          <a:bodyPr lIns="0" tIns="0" rIns="0" bIns="0"/>
          <a:lstStyle>
            <a:lvl1pPr>
              <a:defRPr lang="en-US" sz="2000" b="1" i="0" u="none" strike="noStrike" kern="1200" cap="none" dirty="0" smtClean="0">
                <a:solidFill>
                  <a:schemeClr val="tx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grpSp>
        <p:nvGrpSpPr>
          <p:cNvPr id="11" name="Group 10">
            <a:extLst>
              <a:ext uri="{FF2B5EF4-FFF2-40B4-BE49-F238E27FC236}">
                <a16:creationId xmlns:a16="http://schemas.microsoft.com/office/drawing/2014/main" id="{5A247925-BD97-745B-F253-B805E96FFFA0}"/>
              </a:ext>
            </a:extLst>
          </p:cNvPr>
          <p:cNvGrpSpPr/>
          <p:nvPr userDrawn="1"/>
        </p:nvGrpSpPr>
        <p:grpSpPr>
          <a:xfrm>
            <a:off x="407988" y="404814"/>
            <a:ext cx="7879692" cy="2916619"/>
            <a:chOff x="509383" y="279643"/>
            <a:chExt cx="12206605" cy="4518199"/>
          </a:xfrm>
        </p:grpSpPr>
        <p:sp>
          <p:nvSpPr>
            <p:cNvPr id="12" name="bg object 18">
              <a:extLst>
                <a:ext uri="{FF2B5EF4-FFF2-40B4-BE49-F238E27FC236}">
                  <a16:creationId xmlns:a16="http://schemas.microsoft.com/office/drawing/2014/main" id="{BCEFB5ED-6BF7-6136-2220-F968C5DEF09D}"/>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chemeClr val="tx1"/>
              </a:solidFill>
            </a:ln>
          </p:spPr>
          <p:txBody>
            <a:bodyPr wrap="square" lIns="0" tIns="0" rIns="0" bIns="0" rtlCol="0"/>
            <a:lstStyle/>
            <a:p>
              <a:endParaRPr sz="849"/>
            </a:p>
          </p:txBody>
        </p:sp>
        <p:sp>
          <p:nvSpPr>
            <p:cNvPr id="14" name="bg object 19">
              <a:extLst>
                <a:ext uri="{FF2B5EF4-FFF2-40B4-BE49-F238E27FC236}">
                  <a16:creationId xmlns:a16="http://schemas.microsoft.com/office/drawing/2014/main" id="{40A1F716-1324-ACB0-605C-A36B2A57B93A}"/>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chemeClr val="tx1"/>
              </a:solidFill>
            </a:ln>
          </p:spPr>
          <p:txBody>
            <a:bodyPr wrap="square" lIns="0" tIns="0" rIns="0" bIns="0" rtlCol="0"/>
            <a:lstStyle/>
            <a:p>
              <a:endParaRPr sz="849"/>
            </a:p>
          </p:txBody>
        </p:sp>
      </p:grpSp>
    </p:spTree>
    <p:extLst>
      <p:ext uri="{BB962C8B-B14F-4D97-AF65-F5344CB8AC3E}">
        <p14:creationId xmlns:p14="http://schemas.microsoft.com/office/powerpoint/2010/main" val="1440918920"/>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apa 01 - High Yield">
    <p:bg>
      <p:bgPr>
        <a:gradFill>
          <a:gsLst>
            <a:gs pos="0">
              <a:srgbClr val="3C4A60"/>
            </a:gs>
            <a:gs pos="100000">
              <a:srgbClr val="759DB4"/>
            </a:gs>
          </a:gsLst>
          <a:lin ang="5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1868" algn="r"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1" y="6089649"/>
            <a:ext cx="2364803" cy="184666"/>
          </a:xfrm>
          <a:prstGeom prst="rect">
            <a:avLst/>
          </a:prstGeom>
        </p:spPr>
        <p:txBody>
          <a:bodyPr lIns="0" tIns="0" rIns="0" bIns="0"/>
          <a:lstStyle>
            <a:lvl1pPr marL="0" marR="3081" algn="r"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a:t>
            </a:r>
          </a:p>
        </p:txBody>
      </p:sp>
      <p:sp>
        <p:nvSpPr>
          <p:cNvPr id="9" name="Text Placeholder 3">
            <a:extLst>
              <a:ext uri="{FF2B5EF4-FFF2-40B4-BE49-F238E27FC236}">
                <a16:creationId xmlns:a16="http://schemas.microsoft.com/office/drawing/2014/main" id="{2990FA51-3BC5-8B5F-4922-A3EFDBE7D39F}"/>
              </a:ext>
            </a:extLst>
          </p:cNvPr>
          <p:cNvSpPr>
            <a:spLocks noGrp="1"/>
          </p:cNvSpPr>
          <p:nvPr>
            <p:ph type="body" sz="quarter" idx="13" hasCustomPrompt="1"/>
          </p:nvPr>
        </p:nvSpPr>
        <p:spPr>
          <a:xfrm>
            <a:off x="407989" y="1113018"/>
            <a:ext cx="4233853" cy="1046440"/>
          </a:xfrm>
          <a:prstGeom prst="rect">
            <a:avLst/>
          </a:prstGeom>
          <a:noFill/>
        </p:spPr>
        <p:txBody>
          <a:bodyPr lIns="0" tIns="0" rIns="0" bIns="0" anchor="b" anchorCtr="0"/>
          <a:lstStyle>
            <a:lvl1pPr marL="0" indent="0">
              <a:buNone/>
              <a:defRPr sz="3400">
                <a:solidFill>
                  <a:schemeClr val="tx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0" name="Text Placeholder 15">
            <a:extLst>
              <a:ext uri="{FF2B5EF4-FFF2-40B4-BE49-F238E27FC236}">
                <a16:creationId xmlns:a16="http://schemas.microsoft.com/office/drawing/2014/main" id="{7C6416CC-D42A-F9D0-470E-9656CD4825B1}"/>
              </a:ext>
            </a:extLst>
          </p:cNvPr>
          <p:cNvSpPr>
            <a:spLocks noGrp="1"/>
          </p:cNvSpPr>
          <p:nvPr>
            <p:ph type="body" sz="quarter" idx="14" hasCustomPrompt="1"/>
          </p:nvPr>
        </p:nvSpPr>
        <p:spPr>
          <a:xfrm>
            <a:off x="407989" y="2159780"/>
            <a:ext cx="4233853" cy="307777"/>
          </a:xfrm>
          <a:prstGeom prst="rect">
            <a:avLst/>
          </a:prstGeom>
        </p:spPr>
        <p:txBody>
          <a:bodyPr lIns="0" tIns="0" rIns="0" bIns="0"/>
          <a:lstStyle>
            <a:lvl1pPr>
              <a:defRPr lang="en-US" sz="2000" b="1" i="0" u="none" strike="noStrike" kern="1200" cap="none" dirty="0" smtClean="0">
                <a:solidFill>
                  <a:schemeClr val="tx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grpSp>
        <p:nvGrpSpPr>
          <p:cNvPr id="11" name="Group 10">
            <a:extLst>
              <a:ext uri="{FF2B5EF4-FFF2-40B4-BE49-F238E27FC236}">
                <a16:creationId xmlns:a16="http://schemas.microsoft.com/office/drawing/2014/main" id="{5A012F14-CC53-BA2E-43A9-50DD92B9262B}"/>
              </a:ext>
            </a:extLst>
          </p:cNvPr>
          <p:cNvGrpSpPr/>
          <p:nvPr userDrawn="1"/>
        </p:nvGrpSpPr>
        <p:grpSpPr>
          <a:xfrm>
            <a:off x="407988" y="404814"/>
            <a:ext cx="7879692" cy="2916619"/>
            <a:chOff x="509383" y="279643"/>
            <a:chExt cx="12206605" cy="4518199"/>
          </a:xfrm>
        </p:grpSpPr>
        <p:sp>
          <p:nvSpPr>
            <p:cNvPr id="12" name="bg object 18">
              <a:extLst>
                <a:ext uri="{FF2B5EF4-FFF2-40B4-BE49-F238E27FC236}">
                  <a16:creationId xmlns:a16="http://schemas.microsoft.com/office/drawing/2014/main" id="{F4DE6A1B-8C6A-BB82-E709-6A2A45FA1D05}"/>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endParaRPr sz="849"/>
            </a:p>
          </p:txBody>
        </p:sp>
        <p:sp>
          <p:nvSpPr>
            <p:cNvPr id="14" name="bg object 19">
              <a:extLst>
                <a:ext uri="{FF2B5EF4-FFF2-40B4-BE49-F238E27FC236}">
                  <a16:creationId xmlns:a16="http://schemas.microsoft.com/office/drawing/2014/main" id="{3D7CFF59-CCAF-2434-5D7E-E1CA4FB1EB7E}"/>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endParaRPr sz="849"/>
            </a:p>
          </p:txBody>
        </p:sp>
      </p:grpSp>
    </p:spTree>
    <p:extLst>
      <p:ext uri="{BB962C8B-B14F-4D97-AF65-F5344CB8AC3E}">
        <p14:creationId xmlns:p14="http://schemas.microsoft.com/office/powerpoint/2010/main" val="2616422022"/>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Índice - High Grade - Mais de 40">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0" name="Espaço Reservado para Número de Slide 5">
            <a:extLst>
              <a:ext uri="{FF2B5EF4-FFF2-40B4-BE49-F238E27FC236}">
                <a16:creationId xmlns:a16="http://schemas.microsoft.com/office/drawing/2014/main" id="{1C9AF77E-9895-4AC7-A1DF-EE12ACB0EE6B}"/>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12" name="Text Placeholder 3">
            <a:extLst>
              <a:ext uri="{FF2B5EF4-FFF2-40B4-BE49-F238E27FC236}">
                <a16:creationId xmlns:a16="http://schemas.microsoft.com/office/drawing/2014/main" id="{050BAD04-1FFE-3E42-A1B1-BDD8FE7DA82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err="1"/>
              <a:t>Índice</a:t>
            </a:r>
            <a:r>
              <a:rPr lang="en-US"/>
              <a:t> - </a:t>
            </a:r>
            <a:r>
              <a:rPr lang="en-US" err="1"/>
              <a:t>Padrão</a:t>
            </a:r>
            <a:endParaRPr lang="en-US"/>
          </a:p>
        </p:txBody>
      </p:sp>
      <p:sp>
        <p:nvSpPr>
          <p:cNvPr id="14" name="Text Placeholder 10">
            <a:extLst>
              <a:ext uri="{FF2B5EF4-FFF2-40B4-BE49-F238E27FC236}">
                <a16:creationId xmlns:a16="http://schemas.microsoft.com/office/drawing/2014/main" id="{27D03C84-7D32-1C70-A8E9-63EA0F348C1F}"/>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9D8C61F7-2206-D64F-31E1-979FA329DE03}"/>
              </a:ext>
            </a:extLst>
          </p:cNvPr>
          <p:cNvSpPr>
            <a:spLocks noGrp="1"/>
          </p:cNvSpPr>
          <p:nvPr>
            <p:ph type="body" sz="quarter" idx="15" hasCustomPrompt="1"/>
          </p:nvPr>
        </p:nvSpPr>
        <p:spPr>
          <a:xfrm>
            <a:off x="334964" y="1268415"/>
            <a:ext cx="11522075" cy="5076824"/>
          </a:xfrm>
          <a:prstGeom prst="rect">
            <a:avLst/>
          </a:prstGeom>
        </p:spPr>
        <p:txBody>
          <a:bodyPr wrap="square" lIns="0" tIns="0" rIns="0" bIns="0" numCol="2">
            <a:noAutofit/>
          </a:bodyPr>
          <a:lstStyle>
            <a:lvl1pPr marL="35998" indent="0">
              <a:lnSpc>
                <a:spcPct val="100000"/>
              </a:lnSpc>
              <a:spcBef>
                <a:spcPts val="0"/>
              </a:spcBef>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endParaRPr lang="en-US"/>
          </a:p>
          <a:p>
            <a:pPr lvl="0"/>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endParaRPr lang="en-US"/>
          </a:p>
          <a:p>
            <a:pPr lvl="0"/>
            <a:endParaRPr lang="en-US"/>
          </a:p>
        </p:txBody>
      </p:sp>
      <p:sp>
        <p:nvSpPr>
          <p:cNvPr id="4" name="Picture 8">
            <a:extLst>
              <a:ext uri="{FF2B5EF4-FFF2-40B4-BE49-F238E27FC236}">
                <a16:creationId xmlns:a16="http://schemas.microsoft.com/office/drawing/2014/main" id="{A5790082-B3AF-5DC7-AEAB-0F53AA8F9D33}"/>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accent4"/>
              </a:solidFill>
            </a:endParaRPr>
          </a:p>
        </p:txBody>
      </p:sp>
    </p:spTree>
    <p:extLst>
      <p:ext uri="{BB962C8B-B14F-4D97-AF65-F5344CB8AC3E}">
        <p14:creationId xmlns:p14="http://schemas.microsoft.com/office/powerpoint/2010/main" val="1235503428"/>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Disclaimer - Branco">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0A77DBCB-2AB5-6CB5-41F8-C0F34878DCC3}"/>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271656" y="6354583"/>
            <a:ext cx="889861" cy="385348"/>
          </a:xfrm>
          <a:prstGeom prst="rect">
            <a:avLst/>
          </a:prstGeom>
        </p:spPr>
      </p:pic>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4" y="368301"/>
            <a:ext cx="8441175"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3" y="1103586"/>
            <a:ext cx="11522075" cy="5133702"/>
          </a:xfrm>
          <a:prstGeom prst="rect">
            <a:avLst/>
          </a:prstGeom>
        </p:spPr>
        <p:txBody>
          <a:bodyPr lIns="0" tIns="0" rIns="0" bIns="0"/>
          <a:lstStyle>
            <a:lvl1pPr marL="0" indent="0" algn="just">
              <a:lnSpc>
                <a:spcPct val="100000"/>
              </a:lnSpc>
              <a:spcBef>
                <a:spcPts val="0"/>
              </a:spcBef>
              <a:buNone/>
              <a:defRPr sz="10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1560819205"/>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bg>
      <p:bgPr>
        <a:gradFill>
          <a:gsLst>
            <a:gs pos="100000">
              <a:schemeClr val="tx1"/>
            </a:gs>
            <a:gs pos="0">
              <a:schemeClr val="tx1">
                <a:lumMod val="95000"/>
                <a:lumOff val="5000"/>
              </a:schemeClr>
            </a:gs>
          </a:gsLst>
          <a:lin ang="7200000" scaled="0"/>
        </a:gradFill>
        <a:effectLst/>
      </p:bgPr>
    </p:bg>
    <p:spTree>
      <p:nvGrpSpPr>
        <p:cNvPr id="1" name=""/>
        <p:cNvGrpSpPr/>
        <p:nvPr/>
      </p:nvGrpSpPr>
      <p:grpSpPr>
        <a:xfrm>
          <a:off x="0" y="0"/>
          <a:ext cx="0" cy="0"/>
          <a:chOff x="0" y="0"/>
          <a:chExt cx="0" cy="0"/>
        </a:xfrm>
      </p:grpSpPr>
      <p:sp>
        <p:nvSpPr>
          <p:cNvPr id="7" name="object 5">
            <a:extLst>
              <a:ext uri="{FF2B5EF4-FFF2-40B4-BE49-F238E27FC236}">
                <a16:creationId xmlns:a16="http://schemas.microsoft.com/office/drawing/2014/main" id="{E48CEA9B-7AE1-C9CB-91D5-73FE3580D72F}"/>
              </a:ext>
            </a:extLst>
          </p:cNvPr>
          <p:cNvSpPr/>
          <p:nvPr userDrawn="1"/>
        </p:nvSpPr>
        <p:spPr>
          <a:xfrm flipV="1">
            <a:off x="334963" y="87564"/>
            <a:ext cx="11520864"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defTabSz="554492">
              <a:buClrTx/>
              <a:defRPr/>
            </a:pPr>
            <a:endParaRPr sz="1092">
              <a:solidFill>
                <a:sysClr val="windowText" lastClr="000000"/>
              </a:solidFill>
            </a:endParaRPr>
          </a:p>
        </p:txBody>
      </p:sp>
      <p:sp>
        <p:nvSpPr>
          <p:cNvPr id="8" name="Picture 8">
            <a:extLst>
              <a:ext uri="{FF2B5EF4-FFF2-40B4-BE49-F238E27FC236}">
                <a16:creationId xmlns:a16="http://schemas.microsoft.com/office/drawing/2014/main" id="{3F134C83-D46A-88D2-FB6A-3AF20F41AFB2}"/>
              </a:ext>
            </a:extLst>
          </p:cNvPr>
          <p:cNvSpPr/>
          <p:nvPr/>
        </p:nvSpPr>
        <p:spPr>
          <a:xfrm>
            <a:off x="11100750" y="513297"/>
            <a:ext cx="755077" cy="256427"/>
          </a:xfrm>
          <a:custGeom>
            <a:avLst/>
            <a:gdLst>
              <a:gd name="connsiteX0" fmla="*/ 729170 w 755077"/>
              <a:gd name="connsiteY0" fmla="*/ 141860 h 256427"/>
              <a:gd name="connsiteX1" fmla="*/ 755078 w 755077"/>
              <a:gd name="connsiteY1" fmla="*/ 82229 h 256427"/>
              <a:gd name="connsiteX2" fmla="*/ 729170 w 755077"/>
              <a:gd name="connsiteY2" fmla="*/ 22599 h 256427"/>
              <a:gd name="connsiteX3" fmla="*/ 662720 w 755077"/>
              <a:gd name="connsiteY3" fmla="*/ 0 h 256427"/>
              <a:gd name="connsiteX4" fmla="*/ 596270 w 755077"/>
              <a:gd name="connsiteY4" fmla="*/ 22599 h 256427"/>
              <a:gd name="connsiteX5" fmla="*/ 570363 w 755077"/>
              <a:gd name="connsiteY5" fmla="*/ 82229 h 256427"/>
              <a:gd name="connsiteX6" fmla="*/ 596270 w 755077"/>
              <a:gd name="connsiteY6" fmla="*/ 141860 h 256427"/>
              <a:gd name="connsiteX7" fmla="*/ 662720 w 755077"/>
              <a:gd name="connsiteY7" fmla="*/ 164459 h 256427"/>
              <a:gd name="connsiteX8" fmla="*/ 729170 w 755077"/>
              <a:gd name="connsiteY8" fmla="*/ 141860 h 256427"/>
              <a:gd name="connsiteX9" fmla="*/ 596089 w 755077"/>
              <a:gd name="connsiteY9" fmla="*/ 82229 h 256427"/>
              <a:gd name="connsiteX10" fmla="*/ 613852 w 755077"/>
              <a:gd name="connsiteY10" fmla="*/ 41282 h 256427"/>
              <a:gd name="connsiteX11" fmla="*/ 662720 w 755077"/>
              <a:gd name="connsiteY11" fmla="*/ 25357 h 256427"/>
              <a:gd name="connsiteX12" fmla="*/ 711588 w 755077"/>
              <a:gd name="connsiteY12" fmla="*/ 41282 h 256427"/>
              <a:gd name="connsiteX13" fmla="*/ 729351 w 755077"/>
              <a:gd name="connsiteY13" fmla="*/ 82229 h 256427"/>
              <a:gd name="connsiteX14" fmla="*/ 711588 w 755077"/>
              <a:gd name="connsiteY14" fmla="*/ 123177 h 256427"/>
              <a:gd name="connsiteX15" fmla="*/ 662720 w 755077"/>
              <a:gd name="connsiteY15" fmla="*/ 139093 h 256427"/>
              <a:gd name="connsiteX16" fmla="*/ 613852 w 755077"/>
              <a:gd name="connsiteY16" fmla="*/ 123177 h 256427"/>
              <a:gd name="connsiteX17" fmla="*/ 596089 w 755077"/>
              <a:gd name="connsiteY17" fmla="*/ 82229 h 256427"/>
              <a:gd name="connsiteX18" fmla="*/ 234957 w 755077"/>
              <a:gd name="connsiteY18" fmla="*/ 204267 h 256427"/>
              <a:gd name="connsiteX19" fmla="*/ 246049 w 755077"/>
              <a:gd name="connsiteY19" fmla="*/ 201210 h 256427"/>
              <a:gd name="connsiteX20" fmla="*/ 257882 w 755077"/>
              <a:gd name="connsiteY20" fmla="*/ 204791 h 256427"/>
              <a:gd name="connsiteX21" fmla="*/ 264390 w 755077"/>
              <a:gd name="connsiteY21" fmla="*/ 214748 h 256427"/>
              <a:gd name="connsiteX22" fmla="*/ 271993 w 755077"/>
              <a:gd name="connsiteY22" fmla="*/ 214748 h 256427"/>
              <a:gd name="connsiteX23" fmla="*/ 263387 w 755077"/>
              <a:gd name="connsiteY23" fmla="*/ 199718 h 256427"/>
              <a:gd name="connsiteX24" fmla="*/ 246401 w 755077"/>
              <a:gd name="connsiteY24" fmla="*/ 194211 h 256427"/>
              <a:gd name="connsiteX25" fmla="*/ 231025 w 755077"/>
              <a:gd name="connsiteY25" fmla="*/ 198099 h 256427"/>
              <a:gd name="connsiteX26" fmla="*/ 220810 w 755077"/>
              <a:gd name="connsiteY26" fmla="*/ 209069 h 256427"/>
              <a:gd name="connsiteX27" fmla="*/ 217231 w 755077"/>
              <a:gd name="connsiteY27" fmla="*/ 225319 h 256427"/>
              <a:gd name="connsiteX28" fmla="*/ 220810 w 755077"/>
              <a:gd name="connsiteY28" fmla="*/ 241615 h 256427"/>
              <a:gd name="connsiteX29" fmla="*/ 231025 w 755077"/>
              <a:gd name="connsiteY29" fmla="*/ 252539 h 256427"/>
              <a:gd name="connsiteX30" fmla="*/ 246401 w 755077"/>
              <a:gd name="connsiteY30" fmla="*/ 256428 h 256427"/>
              <a:gd name="connsiteX31" fmla="*/ 263387 w 755077"/>
              <a:gd name="connsiteY31" fmla="*/ 250920 h 256427"/>
              <a:gd name="connsiteX32" fmla="*/ 271902 w 755077"/>
              <a:gd name="connsiteY32" fmla="*/ 235891 h 256427"/>
              <a:gd name="connsiteX33" fmla="*/ 264300 w 755077"/>
              <a:gd name="connsiteY33" fmla="*/ 235891 h 256427"/>
              <a:gd name="connsiteX34" fmla="*/ 257837 w 755077"/>
              <a:gd name="connsiteY34" fmla="*/ 245892 h 256427"/>
              <a:gd name="connsiteX35" fmla="*/ 246049 w 755077"/>
              <a:gd name="connsiteY35" fmla="*/ 249428 h 256427"/>
              <a:gd name="connsiteX36" fmla="*/ 234957 w 755077"/>
              <a:gd name="connsiteY36" fmla="*/ 246372 h 256427"/>
              <a:gd name="connsiteX37" fmla="*/ 227581 w 755077"/>
              <a:gd name="connsiteY37" fmla="*/ 237808 h 256427"/>
              <a:gd name="connsiteX38" fmla="*/ 225005 w 755077"/>
              <a:gd name="connsiteY38" fmla="*/ 225310 h 256427"/>
              <a:gd name="connsiteX39" fmla="*/ 227581 w 755077"/>
              <a:gd name="connsiteY39" fmla="*/ 212776 h 256427"/>
              <a:gd name="connsiteX40" fmla="*/ 234957 w 755077"/>
              <a:gd name="connsiteY40" fmla="*/ 204258 h 256427"/>
              <a:gd name="connsiteX41" fmla="*/ 330858 w 755077"/>
              <a:gd name="connsiteY41" fmla="*/ 194744 h 256427"/>
              <a:gd name="connsiteX42" fmla="*/ 307536 w 755077"/>
              <a:gd name="connsiteY42" fmla="*/ 255903 h 256427"/>
              <a:gd name="connsiteX43" fmla="*/ 315392 w 755077"/>
              <a:gd name="connsiteY43" fmla="*/ 255903 h 256427"/>
              <a:gd name="connsiteX44" fmla="*/ 321855 w 755077"/>
              <a:gd name="connsiteY44" fmla="*/ 239390 h 256427"/>
              <a:gd name="connsiteX45" fmla="*/ 348495 w 755077"/>
              <a:gd name="connsiteY45" fmla="*/ 239390 h 256427"/>
              <a:gd name="connsiteX46" fmla="*/ 354958 w 755077"/>
              <a:gd name="connsiteY46" fmla="*/ 255903 h 256427"/>
              <a:gd name="connsiteX47" fmla="*/ 363076 w 755077"/>
              <a:gd name="connsiteY47" fmla="*/ 255903 h 256427"/>
              <a:gd name="connsiteX48" fmla="*/ 339844 w 755077"/>
              <a:gd name="connsiteY48" fmla="*/ 194744 h 256427"/>
              <a:gd name="connsiteX49" fmla="*/ 330849 w 755077"/>
              <a:gd name="connsiteY49" fmla="*/ 194744 h 256427"/>
              <a:gd name="connsiteX50" fmla="*/ 324133 w 755077"/>
              <a:gd name="connsiteY50" fmla="*/ 232490 h 256427"/>
              <a:gd name="connsiteX51" fmla="*/ 335134 w 755077"/>
              <a:gd name="connsiteY51" fmla="*/ 203046 h 256427"/>
              <a:gd name="connsiteX52" fmla="*/ 346226 w 755077"/>
              <a:gd name="connsiteY52" fmla="*/ 232490 h 256427"/>
              <a:gd name="connsiteX53" fmla="*/ 324124 w 755077"/>
              <a:gd name="connsiteY53" fmla="*/ 232490 h 256427"/>
              <a:gd name="connsiteX54" fmla="*/ 715231 w 755077"/>
              <a:gd name="connsiteY54" fmla="*/ 194744 h 256427"/>
              <a:gd name="connsiteX55" fmla="*/ 707638 w 755077"/>
              <a:gd name="connsiteY55" fmla="*/ 194744 h 256427"/>
              <a:gd name="connsiteX56" fmla="*/ 707638 w 755077"/>
              <a:gd name="connsiteY56" fmla="*/ 255903 h 256427"/>
              <a:gd name="connsiteX57" fmla="*/ 743100 w 755077"/>
              <a:gd name="connsiteY57" fmla="*/ 255903 h 256427"/>
              <a:gd name="connsiteX58" fmla="*/ 743100 w 755077"/>
              <a:gd name="connsiteY58" fmla="*/ 248913 h 256427"/>
              <a:gd name="connsiteX59" fmla="*/ 715240 w 755077"/>
              <a:gd name="connsiteY59" fmla="*/ 248913 h 256427"/>
              <a:gd name="connsiteX60" fmla="*/ 715240 w 755077"/>
              <a:gd name="connsiteY60" fmla="*/ 194744 h 256427"/>
              <a:gd name="connsiteX61" fmla="*/ 247423 w 755077"/>
              <a:gd name="connsiteY61" fmla="*/ 2089 h 256427"/>
              <a:gd name="connsiteX62" fmla="*/ 222392 w 755077"/>
              <a:gd name="connsiteY62" fmla="*/ 2089 h 256427"/>
              <a:gd name="connsiteX63" fmla="*/ 222392 w 755077"/>
              <a:gd name="connsiteY63" fmla="*/ 162361 h 256427"/>
              <a:gd name="connsiteX64" fmla="*/ 247423 w 755077"/>
              <a:gd name="connsiteY64" fmla="*/ 162361 h 256427"/>
              <a:gd name="connsiteX65" fmla="*/ 247423 w 755077"/>
              <a:gd name="connsiteY65" fmla="*/ 2089 h 256427"/>
              <a:gd name="connsiteX66" fmla="*/ 79458 w 755077"/>
              <a:gd name="connsiteY66" fmla="*/ 61810 h 256427"/>
              <a:gd name="connsiteX67" fmla="*/ 79458 w 755077"/>
              <a:gd name="connsiteY67" fmla="*/ 162370 h 256427"/>
              <a:gd name="connsiteX68" fmla="*/ 105230 w 755077"/>
              <a:gd name="connsiteY68" fmla="*/ 162370 h 256427"/>
              <a:gd name="connsiteX69" fmla="*/ 105212 w 755077"/>
              <a:gd name="connsiteY69" fmla="*/ 61810 h 256427"/>
              <a:gd name="connsiteX70" fmla="*/ 93786 w 755077"/>
              <a:gd name="connsiteY70" fmla="*/ 28296 h 256427"/>
              <a:gd name="connsiteX71" fmla="*/ 92330 w 755077"/>
              <a:gd name="connsiteY71" fmla="*/ 26415 h 256427"/>
              <a:gd name="connsiteX72" fmla="*/ 90875 w 755077"/>
              <a:gd name="connsiteY72" fmla="*/ 28296 h 256427"/>
              <a:gd name="connsiteX73" fmla="*/ 79449 w 755077"/>
              <a:gd name="connsiteY73" fmla="*/ 61810 h 256427"/>
              <a:gd name="connsiteX74" fmla="*/ 46608 w 755077"/>
              <a:gd name="connsiteY74" fmla="*/ 2089 h 256427"/>
              <a:gd name="connsiteX75" fmla="*/ 0 w 755077"/>
              <a:gd name="connsiteY75" fmla="*/ 2089 h 256427"/>
              <a:gd name="connsiteX76" fmla="*/ 0 w 755077"/>
              <a:gd name="connsiteY76" fmla="*/ 26415 h 256427"/>
              <a:gd name="connsiteX77" fmla="*/ 92330 w 755077"/>
              <a:gd name="connsiteY77" fmla="*/ 26415 h 256427"/>
              <a:gd name="connsiteX78" fmla="*/ 90043 w 755077"/>
              <a:gd name="connsiteY78" fmla="*/ 23458 h 256427"/>
              <a:gd name="connsiteX79" fmla="*/ 46608 w 755077"/>
              <a:gd name="connsiteY79" fmla="*/ 2089 h 256427"/>
              <a:gd name="connsiteX80" fmla="*/ 94618 w 755077"/>
              <a:gd name="connsiteY80" fmla="*/ 23458 h 256427"/>
              <a:gd name="connsiteX81" fmla="*/ 92330 w 755077"/>
              <a:gd name="connsiteY81" fmla="*/ 26415 h 256427"/>
              <a:gd name="connsiteX82" fmla="*/ 184661 w 755077"/>
              <a:gd name="connsiteY82" fmla="*/ 26415 h 256427"/>
              <a:gd name="connsiteX83" fmla="*/ 184661 w 755077"/>
              <a:gd name="connsiteY83" fmla="*/ 2089 h 256427"/>
              <a:gd name="connsiteX84" fmla="*/ 138053 w 755077"/>
              <a:gd name="connsiteY84" fmla="*/ 2089 h 256427"/>
              <a:gd name="connsiteX85" fmla="*/ 94608 w 755077"/>
              <a:gd name="connsiteY85" fmla="*/ 23458 h 256427"/>
              <a:gd name="connsiteX86" fmla="*/ 507601 w 755077"/>
              <a:gd name="connsiteY86" fmla="*/ 162361 h 256427"/>
              <a:gd name="connsiteX87" fmla="*/ 532631 w 755077"/>
              <a:gd name="connsiteY87" fmla="*/ 162361 h 256427"/>
              <a:gd name="connsiteX88" fmla="*/ 532631 w 755077"/>
              <a:gd name="connsiteY88" fmla="*/ 2089 h 256427"/>
              <a:gd name="connsiteX89" fmla="*/ 507601 w 755077"/>
              <a:gd name="connsiteY89" fmla="*/ 2089 h 256427"/>
              <a:gd name="connsiteX90" fmla="*/ 507601 w 755077"/>
              <a:gd name="connsiteY90" fmla="*/ 162361 h 256427"/>
              <a:gd name="connsiteX91" fmla="*/ 488238 w 755077"/>
              <a:gd name="connsiteY91" fmla="*/ 255903 h 256427"/>
              <a:gd name="connsiteX92" fmla="*/ 495840 w 755077"/>
              <a:gd name="connsiteY92" fmla="*/ 255903 h 256427"/>
              <a:gd name="connsiteX93" fmla="*/ 495840 w 755077"/>
              <a:gd name="connsiteY93" fmla="*/ 194744 h 256427"/>
              <a:gd name="connsiteX94" fmla="*/ 488238 w 755077"/>
              <a:gd name="connsiteY94" fmla="*/ 194744 h 256427"/>
              <a:gd name="connsiteX95" fmla="*/ 488238 w 755077"/>
              <a:gd name="connsiteY95" fmla="*/ 255903 h 256427"/>
              <a:gd name="connsiteX96" fmla="*/ 537151 w 755077"/>
              <a:gd name="connsiteY96" fmla="*/ 201735 h 256427"/>
              <a:gd name="connsiteX97" fmla="*/ 556975 w 755077"/>
              <a:gd name="connsiteY97" fmla="*/ 201735 h 256427"/>
              <a:gd name="connsiteX98" fmla="*/ 556975 w 755077"/>
              <a:gd name="connsiteY98" fmla="*/ 255903 h 256427"/>
              <a:gd name="connsiteX99" fmla="*/ 564577 w 755077"/>
              <a:gd name="connsiteY99" fmla="*/ 255903 h 256427"/>
              <a:gd name="connsiteX100" fmla="*/ 564577 w 755077"/>
              <a:gd name="connsiteY100" fmla="*/ 201735 h 256427"/>
              <a:gd name="connsiteX101" fmla="*/ 584401 w 755077"/>
              <a:gd name="connsiteY101" fmla="*/ 201735 h 256427"/>
              <a:gd name="connsiteX102" fmla="*/ 584401 w 755077"/>
              <a:gd name="connsiteY102" fmla="*/ 194744 h 256427"/>
              <a:gd name="connsiteX103" fmla="*/ 537151 w 755077"/>
              <a:gd name="connsiteY103" fmla="*/ 194744 h 256427"/>
              <a:gd name="connsiteX104" fmla="*/ 537151 w 755077"/>
              <a:gd name="connsiteY104" fmla="*/ 201735 h 256427"/>
              <a:gd name="connsiteX105" fmla="*/ 283346 w 755077"/>
              <a:gd name="connsiteY105" fmla="*/ 2089 h 256427"/>
              <a:gd name="connsiteX106" fmla="*/ 340377 w 755077"/>
              <a:gd name="connsiteY106" fmla="*/ 138134 h 256427"/>
              <a:gd name="connsiteX107" fmla="*/ 376047 w 755077"/>
              <a:gd name="connsiteY107" fmla="*/ 164450 h 256427"/>
              <a:gd name="connsiteX108" fmla="*/ 377512 w 755077"/>
              <a:gd name="connsiteY108" fmla="*/ 164450 h 256427"/>
              <a:gd name="connsiteX109" fmla="*/ 312237 w 755077"/>
              <a:gd name="connsiteY109" fmla="*/ 2089 h 256427"/>
              <a:gd name="connsiteX110" fmla="*/ 283346 w 755077"/>
              <a:gd name="connsiteY110" fmla="*/ 2089 h 256427"/>
              <a:gd name="connsiteX111" fmla="*/ 437309 w 755077"/>
              <a:gd name="connsiteY111" fmla="*/ 197059 h 256427"/>
              <a:gd name="connsiteX112" fmla="*/ 426651 w 755077"/>
              <a:gd name="connsiteY112" fmla="*/ 194744 h 256427"/>
              <a:gd name="connsiteX113" fmla="*/ 403157 w 755077"/>
              <a:gd name="connsiteY113" fmla="*/ 194744 h 256427"/>
              <a:gd name="connsiteX114" fmla="*/ 403157 w 755077"/>
              <a:gd name="connsiteY114" fmla="*/ 255903 h 256427"/>
              <a:gd name="connsiteX115" fmla="*/ 410759 w 755077"/>
              <a:gd name="connsiteY115" fmla="*/ 255903 h 256427"/>
              <a:gd name="connsiteX116" fmla="*/ 410759 w 755077"/>
              <a:gd name="connsiteY116" fmla="*/ 232400 h 256427"/>
              <a:gd name="connsiteX117" fmla="*/ 426660 w 755077"/>
              <a:gd name="connsiteY117" fmla="*/ 232400 h 256427"/>
              <a:gd name="connsiteX118" fmla="*/ 437273 w 755077"/>
              <a:gd name="connsiteY118" fmla="*/ 230085 h 256427"/>
              <a:gd name="connsiteX119" fmla="*/ 444387 w 755077"/>
              <a:gd name="connsiteY119" fmla="*/ 223492 h 256427"/>
              <a:gd name="connsiteX120" fmla="*/ 446918 w 755077"/>
              <a:gd name="connsiteY120" fmla="*/ 213536 h 256427"/>
              <a:gd name="connsiteX121" fmla="*/ 444432 w 755077"/>
              <a:gd name="connsiteY121" fmla="*/ 203616 h 256427"/>
              <a:gd name="connsiteX122" fmla="*/ 437318 w 755077"/>
              <a:gd name="connsiteY122" fmla="*/ 197059 h 256427"/>
              <a:gd name="connsiteX123" fmla="*/ 435564 w 755077"/>
              <a:gd name="connsiteY123" fmla="*/ 222181 h 256427"/>
              <a:gd name="connsiteX124" fmla="*/ 425955 w 755077"/>
              <a:gd name="connsiteY124" fmla="*/ 225419 h 256427"/>
              <a:gd name="connsiteX125" fmla="*/ 410759 w 755077"/>
              <a:gd name="connsiteY125" fmla="*/ 225419 h 256427"/>
              <a:gd name="connsiteX126" fmla="*/ 410759 w 755077"/>
              <a:gd name="connsiteY126" fmla="*/ 201744 h 256427"/>
              <a:gd name="connsiteX127" fmla="*/ 426045 w 755077"/>
              <a:gd name="connsiteY127" fmla="*/ 201744 h 256427"/>
              <a:gd name="connsiteX128" fmla="*/ 435609 w 755077"/>
              <a:gd name="connsiteY128" fmla="*/ 204936 h 256427"/>
              <a:gd name="connsiteX129" fmla="*/ 439144 w 755077"/>
              <a:gd name="connsiteY129" fmla="*/ 213545 h 256427"/>
              <a:gd name="connsiteX130" fmla="*/ 435564 w 755077"/>
              <a:gd name="connsiteY130" fmla="*/ 222190 h 256427"/>
              <a:gd name="connsiteX131" fmla="*/ 377503 w 755077"/>
              <a:gd name="connsiteY131" fmla="*/ 164459 h 256427"/>
              <a:gd name="connsiteX132" fmla="*/ 378967 w 755077"/>
              <a:gd name="connsiteY132" fmla="*/ 164459 h 256427"/>
              <a:gd name="connsiteX133" fmla="*/ 414637 w 755077"/>
              <a:gd name="connsiteY133" fmla="*/ 138143 h 256427"/>
              <a:gd name="connsiteX134" fmla="*/ 471668 w 755077"/>
              <a:gd name="connsiteY134" fmla="*/ 2098 h 256427"/>
              <a:gd name="connsiteX135" fmla="*/ 442778 w 755077"/>
              <a:gd name="connsiteY135" fmla="*/ 2098 h 256427"/>
              <a:gd name="connsiteX136" fmla="*/ 377503 w 755077"/>
              <a:gd name="connsiteY136" fmla="*/ 164468 h 256427"/>
              <a:gd name="connsiteX137" fmla="*/ 635303 w 755077"/>
              <a:gd name="connsiteY137" fmla="*/ 194744 h 256427"/>
              <a:gd name="connsiteX138" fmla="*/ 611981 w 755077"/>
              <a:gd name="connsiteY138" fmla="*/ 255903 h 256427"/>
              <a:gd name="connsiteX139" fmla="*/ 619845 w 755077"/>
              <a:gd name="connsiteY139" fmla="*/ 255903 h 256427"/>
              <a:gd name="connsiteX140" fmla="*/ 626309 w 755077"/>
              <a:gd name="connsiteY140" fmla="*/ 239390 h 256427"/>
              <a:gd name="connsiteX141" fmla="*/ 652948 w 755077"/>
              <a:gd name="connsiteY141" fmla="*/ 239390 h 256427"/>
              <a:gd name="connsiteX142" fmla="*/ 659412 w 755077"/>
              <a:gd name="connsiteY142" fmla="*/ 255903 h 256427"/>
              <a:gd name="connsiteX143" fmla="*/ 667529 w 755077"/>
              <a:gd name="connsiteY143" fmla="*/ 255903 h 256427"/>
              <a:gd name="connsiteX144" fmla="*/ 644298 w 755077"/>
              <a:gd name="connsiteY144" fmla="*/ 194744 h 256427"/>
              <a:gd name="connsiteX145" fmla="*/ 635303 w 755077"/>
              <a:gd name="connsiteY145" fmla="*/ 194744 h 256427"/>
              <a:gd name="connsiteX146" fmla="*/ 628578 w 755077"/>
              <a:gd name="connsiteY146" fmla="*/ 232490 h 256427"/>
              <a:gd name="connsiteX147" fmla="*/ 639579 w 755077"/>
              <a:gd name="connsiteY147" fmla="*/ 203046 h 256427"/>
              <a:gd name="connsiteX148" fmla="*/ 650670 w 755077"/>
              <a:gd name="connsiteY148" fmla="*/ 232490 h 256427"/>
              <a:gd name="connsiteX149" fmla="*/ 628569 w 755077"/>
              <a:gd name="connsiteY149" fmla="*/ 232490 h 256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55077" h="256427">
                <a:moveTo>
                  <a:pt x="729170" y="141860"/>
                </a:moveTo>
                <a:cubicBezTo>
                  <a:pt x="745876" y="127092"/>
                  <a:pt x="755078" y="105913"/>
                  <a:pt x="755078" y="82229"/>
                </a:cubicBezTo>
                <a:cubicBezTo>
                  <a:pt x="755078" y="58545"/>
                  <a:pt x="745876" y="37366"/>
                  <a:pt x="729170" y="22599"/>
                </a:cubicBezTo>
                <a:cubicBezTo>
                  <a:pt x="712447" y="7813"/>
                  <a:pt x="689468" y="0"/>
                  <a:pt x="662720" y="0"/>
                </a:cubicBezTo>
                <a:cubicBezTo>
                  <a:pt x="635972" y="0"/>
                  <a:pt x="612993" y="7813"/>
                  <a:pt x="596270" y="22599"/>
                </a:cubicBezTo>
                <a:cubicBezTo>
                  <a:pt x="579565" y="37366"/>
                  <a:pt x="570363" y="58545"/>
                  <a:pt x="570363" y="82229"/>
                </a:cubicBezTo>
                <a:cubicBezTo>
                  <a:pt x="570363" y="105913"/>
                  <a:pt x="579565" y="127092"/>
                  <a:pt x="596270" y="141860"/>
                </a:cubicBezTo>
                <a:cubicBezTo>
                  <a:pt x="612993" y="156645"/>
                  <a:pt x="635972" y="164459"/>
                  <a:pt x="662720" y="164459"/>
                </a:cubicBezTo>
                <a:cubicBezTo>
                  <a:pt x="689468" y="164459"/>
                  <a:pt x="712447" y="156645"/>
                  <a:pt x="729170" y="141860"/>
                </a:cubicBezTo>
                <a:close/>
                <a:moveTo>
                  <a:pt x="596089" y="82229"/>
                </a:moveTo>
                <a:cubicBezTo>
                  <a:pt x="596089" y="65554"/>
                  <a:pt x="602227" y="51401"/>
                  <a:pt x="613852" y="41282"/>
                </a:cubicBezTo>
                <a:cubicBezTo>
                  <a:pt x="625821" y="30864"/>
                  <a:pt x="642716" y="25357"/>
                  <a:pt x="662720" y="25357"/>
                </a:cubicBezTo>
                <a:cubicBezTo>
                  <a:pt x="682725" y="25357"/>
                  <a:pt x="699620" y="30864"/>
                  <a:pt x="711588" y="41282"/>
                </a:cubicBezTo>
                <a:cubicBezTo>
                  <a:pt x="723204" y="51392"/>
                  <a:pt x="729351" y="65554"/>
                  <a:pt x="729351" y="82229"/>
                </a:cubicBezTo>
                <a:cubicBezTo>
                  <a:pt x="729351" y="98905"/>
                  <a:pt x="723213" y="113057"/>
                  <a:pt x="711588" y="123177"/>
                </a:cubicBezTo>
                <a:cubicBezTo>
                  <a:pt x="699620" y="133594"/>
                  <a:pt x="682725" y="139093"/>
                  <a:pt x="662720" y="139093"/>
                </a:cubicBezTo>
                <a:cubicBezTo>
                  <a:pt x="642716" y="139093"/>
                  <a:pt x="625812" y="133585"/>
                  <a:pt x="613852" y="123177"/>
                </a:cubicBezTo>
                <a:cubicBezTo>
                  <a:pt x="602236" y="113057"/>
                  <a:pt x="596089" y="98905"/>
                  <a:pt x="596089" y="82229"/>
                </a:cubicBezTo>
                <a:close/>
                <a:moveTo>
                  <a:pt x="234957" y="204267"/>
                </a:moveTo>
                <a:cubicBezTo>
                  <a:pt x="238157" y="202232"/>
                  <a:pt x="241855" y="201210"/>
                  <a:pt x="246049" y="201210"/>
                </a:cubicBezTo>
                <a:cubicBezTo>
                  <a:pt x="250704" y="201210"/>
                  <a:pt x="254655" y="202404"/>
                  <a:pt x="257882" y="204791"/>
                </a:cubicBezTo>
                <a:cubicBezTo>
                  <a:pt x="261109" y="207179"/>
                  <a:pt x="263278" y="210497"/>
                  <a:pt x="264390" y="214748"/>
                </a:cubicBezTo>
                <a:lnTo>
                  <a:pt x="271993" y="214748"/>
                </a:lnTo>
                <a:cubicBezTo>
                  <a:pt x="270826" y="208399"/>
                  <a:pt x="267961" y="203389"/>
                  <a:pt x="263387" y="199718"/>
                </a:cubicBezTo>
                <a:cubicBezTo>
                  <a:pt x="258813" y="196046"/>
                  <a:pt x="253154" y="194211"/>
                  <a:pt x="246401" y="194211"/>
                </a:cubicBezTo>
                <a:cubicBezTo>
                  <a:pt x="240580" y="194211"/>
                  <a:pt x="235454" y="195504"/>
                  <a:pt x="231025" y="198099"/>
                </a:cubicBezTo>
                <a:cubicBezTo>
                  <a:pt x="226605" y="200695"/>
                  <a:pt x="223197" y="204348"/>
                  <a:pt x="220810" y="209069"/>
                </a:cubicBezTo>
                <a:cubicBezTo>
                  <a:pt x="218424" y="213789"/>
                  <a:pt x="217231" y="219206"/>
                  <a:pt x="217231" y="225319"/>
                </a:cubicBezTo>
                <a:cubicBezTo>
                  <a:pt x="217231" y="231432"/>
                  <a:pt x="218424" y="236921"/>
                  <a:pt x="220810" y="241615"/>
                </a:cubicBezTo>
                <a:cubicBezTo>
                  <a:pt x="223197" y="246308"/>
                  <a:pt x="226605" y="249944"/>
                  <a:pt x="231025" y="252539"/>
                </a:cubicBezTo>
                <a:cubicBezTo>
                  <a:pt x="235445" y="255134"/>
                  <a:pt x="240571" y="256428"/>
                  <a:pt x="246401" y="256428"/>
                </a:cubicBezTo>
                <a:cubicBezTo>
                  <a:pt x="253217" y="256428"/>
                  <a:pt x="258876" y="254592"/>
                  <a:pt x="263387" y="250920"/>
                </a:cubicBezTo>
                <a:cubicBezTo>
                  <a:pt x="267898" y="247249"/>
                  <a:pt x="270736" y="242239"/>
                  <a:pt x="271902" y="235891"/>
                </a:cubicBezTo>
                <a:lnTo>
                  <a:pt x="264300" y="235891"/>
                </a:lnTo>
                <a:cubicBezTo>
                  <a:pt x="263134" y="240204"/>
                  <a:pt x="260982" y="243532"/>
                  <a:pt x="257837" y="245892"/>
                </a:cubicBezTo>
                <a:cubicBezTo>
                  <a:pt x="254691" y="248253"/>
                  <a:pt x="250759" y="249428"/>
                  <a:pt x="246049" y="249428"/>
                </a:cubicBezTo>
                <a:cubicBezTo>
                  <a:pt x="241855" y="249428"/>
                  <a:pt x="238157" y="248406"/>
                  <a:pt x="234957" y="246372"/>
                </a:cubicBezTo>
                <a:cubicBezTo>
                  <a:pt x="231757" y="244337"/>
                  <a:pt x="229289" y="241479"/>
                  <a:pt x="227581" y="237808"/>
                </a:cubicBezTo>
                <a:cubicBezTo>
                  <a:pt x="225863" y="234136"/>
                  <a:pt x="225005" y="229976"/>
                  <a:pt x="225005" y="225310"/>
                </a:cubicBezTo>
                <a:cubicBezTo>
                  <a:pt x="225005" y="220644"/>
                  <a:pt x="225863" y="216412"/>
                  <a:pt x="227581" y="212776"/>
                </a:cubicBezTo>
                <a:cubicBezTo>
                  <a:pt x="229299" y="209141"/>
                  <a:pt x="231757" y="206301"/>
                  <a:pt x="234957" y="204258"/>
                </a:cubicBezTo>
                <a:close/>
                <a:moveTo>
                  <a:pt x="330858" y="194744"/>
                </a:moveTo>
                <a:lnTo>
                  <a:pt x="307536" y="255903"/>
                </a:lnTo>
                <a:lnTo>
                  <a:pt x="315392" y="255903"/>
                </a:lnTo>
                <a:lnTo>
                  <a:pt x="321855" y="239390"/>
                </a:lnTo>
                <a:lnTo>
                  <a:pt x="348495" y="239390"/>
                </a:lnTo>
                <a:lnTo>
                  <a:pt x="354958" y="255903"/>
                </a:lnTo>
                <a:lnTo>
                  <a:pt x="363076" y="255903"/>
                </a:lnTo>
                <a:lnTo>
                  <a:pt x="339844" y="194744"/>
                </a:lnTo>
                <a:lnTo>
                  <a:pt x="330849" y="194744"/>
                </a:lnTo>
                <a:close/>
                <a:moveTo>
                  <a:pt x="324133" y="232490"/>
                </a:moveTo>
                <a:lnTo>
                  <a:pt x="335134" y="203046"/>
                </a:lnTo>
                <a:lnTo>
                  <a:pt x="346226" y="232490"/>
                </a:lnTo>
                <a:lnTo>
                  <a:pt x="324124" y="232490"/>
                </a:lnTo>
                <a:close/>
                <a:moveTo>
                  <a:pt x="715231" y="194744"/>
                </a:moveTo>
                <a:lnTo>
                  <a:pt x="707638" y="194744"/>
                </a:lnTo>
                <a:lnTo>
                  <a:pt x="707638" y="255903"/>
                </a:lnTo>
                <a:lnTo>
                  <a:pt x="743100" y="255903"/>
                </a:lnTo>
                <a:lnTo>
                  <a:pt x="743100" y="248913"/>
                </a:lnTo>
                <a:lnTo>
                  <a:pt x="715240" y="248913"/>
                </a:lnTo>
                <a:lnTo>
                  <a:pt x="715240" y="194744"/>
                </a:lnTo>
                <a:close/>
                <a:moveTo>
                  <a:pt x="247423" y="2089"/>
                </a:moveTo>
                <a:lnTo>
                  <a:pt x="222392" y="2089"/>
                </a:lnTo>
                <a:lnTo>
                  <a:pt x="222392" y="162361"/>
                </a:lnTo>
                <a:lnTo>
                  <a:pt x="247423" y="162361"/>
                </a:lnTo>
                <a:lnTo>
                  <a:pt x="247423" y="2089"/>
                </a:lnTo>
                <a:close/>
                <a:moveTo>
                  <a:pt x="79458" y="61810"/>
                </a:moveTo>
                <a:lnTo>
                  <a:pt x="79458" y="162370"/>
                </a:lnTo>
                <a:cubicBezTo>
                  <a:pt x="79458" y="162370"/>
                  <a:pt x="105230" y="162370"/>
                  <a:pt x="105230" y="162370"/>
                </a:cubicBezTo>
                <a:lnTo>
                  <a:pt x="105212" y="61810"/>
                </a:lnTo>
                <a:cubicBezTo>
                  <a:pt x="105212" y="49575"/>
                  <a:pt x="101262" y="37981"/>
                  <a:pt x="93786" y="28296"/>
                </a:cubicBezTo>
                <a:lnTo>
                  <a:pt x="92330" y="26415"/>
                </a:lnTo>
                <a:lnTo>
                  <a:pt x="90875" y="28296"/>
                </a:lnTo>
                <a:cubicBezTo>
                  <a:pt x="83399" y="37981"/>
                  <a:pt x="79449" y="49566"/>
                  <a:pt x="79449" y="61810"/>
                </a:cubicBezTo>
                <a:close/>
                <a:moveTo>
                  <a:pt x="46608" y="2089"/>
                </a:moveTo>
                <a:lnTo>
                  <a:pt x="0" y="2089"/>
                </a:lnTo>
                <a:lnTo>
                  <a:pt x="0" y="26415"/>
                </a:lnTo>
                <a:lnTo>
                  <a:pt x="92330" y="26415"/>
                </a:lnTo>
                <a:lnTo>
                  <a:pt x="90043" y="23458"/>
                </a:lnTo>
                <a:cubicBezTo>
                  <a:pt x="79558" y="9884"/>
                  <a:pt x="63720" y="2089"/>
                  <a:pt x="46608" y="2089"/>
                </a:cubicBezTo>
                <a:close/>
                <a:moveTo>
                  <a:pt x="94618" y="23458"/>
                </a:moveTo>
                <a:lnTo>
                  <a:pt x="92330" y="26415"/>
                </a:lnTo>
                <a:lnTo>
                  <a:pt x="184661" y="26415"/>
                </a:lnTo>
                <a:lnTo>
                  <a:pt x="184661" y="2089"/>
                </a:lnTo>
                <a:lnTo>
                  <a:pt x="138053" y="2089"/>
                </a:lnTo>
                <a:cubicBezTo>
                  <a:pt x="120932" y="2089"/>
                  <a:pt x="105103" y="9875"/>
                  <a:pt x="94608" y="23458"/>
                </a:cubicBezTo>
                <a:close/>
                <a:moveTo>
                  <a:pt x="507601" y="162361"/>
                </a:moveTo>
                <a:lnTo>
                  <a:pt x="532631" y="162361"/>
                </a:lnTo>
                <a:lnTo>
                  <a:pt x="532631" y="2089"/>
                </a:lnTo>
                <a:lnTo>
                  <a:pt x="507601" y="2089"/>
                </a:lnTo>
                <a:lnTo>
                  <a:pt x="507601" y="162361"/>
                </a:lnTo>
                <a:close/>
                <a:moveTo>
                  <a:pt x="488238" y="255903"/>
                </a:moveTo>
                <a:lnTo>
                  <a:pt x="495840" y="255903"/>
                </a:lnTo>
                <a:lnTo>
                  <a:pt x="495840" y="194744"/>
                </a:lnTo>
                <a:lnTo>
                  <a:pt x="488238" y="194744"/>
                </a:lnTo>
                <a:lnTo>
                  <a:pt x="488238" y="255903"/>
                </a:lnTo>
                <a:close/>
                <a:moveTo>
                  <a:pt x="537151" y="201735"/>
                </a:moveTo>
                <a:lnTo>
                  <a:pt x="556975" y="201735"/>
                </a:lnTo>
                <a:lnTo>
                  <a:pt x="556975" y="255903"/>
                </a:lnTo>
                <a:lnTo>
                  <a:pt x="564577" y="255903"/>
                </a:lnTo>
                <a:lnTo>
                  <a:pt x="564577" y="201735"/>
                </a:lnTo>
                <a:lnTo>
                  <a:pt x="584401" y="201735"/>
                </a:lnTo>
                <a:lnTo>
                  <a:pt x="584401" y="194744"/>
                </a:lnTo>
                <a:lnTo>
                  <a:pt x="537151" y="194744"/>
                </a:lnTo>
                <a:lnTo>
                  <a:pt x="537151" y="201735"/>
                </a:lnTo>
                <a:close/>
                <a:moveTo>
                  <a:pt x="283346" y="2089"/>
                </a:moveTo>
                <a:cubicBezTo>
                  <a:pt x="283346" y="2089"/>
                  <a:pt x="330958" y="115571"/>
                  <a:pt x="340377" y="138134"/>
                </a:cubicBezTo>
                <a:cubicBezTo>
                  <a:pt x="351360" y="164450"/>
                  <a:pt x="369195" y="164450"/>
                  <a:pt x="376047" y="164450"/>
                </a:cubicBezTo>
                <a:lnTo>
                  <a:pt x="377512" y="164450"/>
                </a:lnTo>
                <a:lnTo>
                  <a:pt x="312237" y="2089"/>
                </a:lnTo>
                <a:lnTo>
                  <a:pt x="283346" y="2089"/>
                </a:lnTo>
                <a:close/>
                <a:moveTo>
                  <a:pt x="437309" y="197059"/>
                </a:moveTo>
                <a:cubicBezTo>
                  <a:pt x="434217" y="195513"/>
                  <a:pt x="430674" y="194744"/>
                  <a:pt x="426651" y="194744"/>
                </a:cubicBezTo>
                <a:lnTo>
                  <a:pt x="403157" y="194744"/>
                </a:lnTo>
                <a:lnTo>
                  <a:pt x="403157" y="255903"/>
                </a:lnTo>
                <a:lnTo>
                  <a:pt x="410759" y="255903"/>
                </a:lnTo>
                <a:lnTo>
                  <a:pt x="410759" y="232400"/>
                </a:lnTo>
                <a:lnTo>
                  <a:pt x="426660" y="232400"/>
                </a:lnTo>
                <a:cubicBezTo>
                  <a:pt x="430674" y="232400"/>
                  <a:pt x="434217" y="231631"/>
                  <a:pt x="437273" y="230085"/>
                </a:cubicBezTo>
                <a:cubicBezTo>
                  <a:pt x="440328" y="228538"/>
                  <a:pt x="442696" y="226341"/>
                  <a:pt x="444387" y="223492"/>
                </a:cubicBezTo>
                <a:cubicBezTo>
                  <a:pt x="446077" y="220635"/>
                  <a:pt x="446918" y="217316"/>
                  <a:pt x="446918" y="213536"/>
                </a:cubicBezTo>
                <a:cubicBezTo>
                  <a:pt x="446918" y="209756"/>
                  <a:pt x="446086" y="206446"/>
                  <a:pt x="444432" y="203616"/>
                </a:cubicBezTo>
                <a:cubicBezTo>
                  <a:pt x="442769" y="200794"/>
                  <a:pt x="440400" y="198606"/>
                  <a:pt x="437318" y="197059"/>
                </a:cubicBezTo>
                <a:close/>
                <a:moveTo>
                  <a:pt x="435564" y="222181"/>
                </a:moveTo>
                <a:cubicBezTo>
                  <a:pt x="433178" y="224333"/>
                  <a:pt x="429978" y="225419"/>
                  <a:pt x="425955" y="225419"/>
                </a:cubicBezTo>
                <a:lnTo>
                  <a:pt x="410759" y="225419"/>
                </a:lnTo>
                <a:lnTo>
                  <a:pt x="410759" y="201744"/>
                </a:lnTo>
                <a:lnTo>
                  <a:pt x="426045" y="201744"/>
                </a:lnTo>
                <a:cubicBezTo>
                  <a:pt x="430059" y="201744"/>
                  <a:pt x="433250" y="202811"/>
                  <a:pt x="435609" y="204936"/>
                </a:cubicBezTo>
                <a:cubicBezTo>
                  <a:pt x="437969" y="207061"/>
                  <a:pt x="439144" y="209928"/>
                  <a:pt x="439144" y="213545"/>
                </a:cubicBezTo>
                <a:cubicBezTo>
                  <a:pt x="439144" y="217162"/>
                  <a:pt x="437951" y="220038"/>
                  <a:pt x="435564" y="222190"/>
                </a:cubicBezTo>
                <a:close/>
                <a:moveTo>
                  <a:pt x="377503" y="164459"/>
                </a:moveTo>
                <a:lnTo>
                  <a:pt x="378967" y="164459"/>
                </a:lnTo>
                <a:cubicBezTo>
                  <a:pt x="385828" y="164459"/>
                  <a:pt x="403663" y="164459"/>
                  <a:pt x="414637" y="138143"/>
                </a:cubicBezTo>
                <a:cubicBezTo>
                  <a:pt x="424048" y="115580"/>
                  <a:pt x="471668" y="2098"/>
                  <a:pt x="471668" y="2098"/>
                </a:cubicBezTo>
                <a:lnTo>
                  <a:pt x="442778" y="2098"/>
                </a:lnTo>
                <a:lnTo>
                  <a:pt x="377503" y="164468"/>
                </a:lnTo>
                <a:close/>
                <a:moveTo>
                  <a:pt x="635303" y="194744"/>
                </a:moveTo>
                <a:lnTo>
                  <a:pt x="611981" y="255903"/>
                </a:lnTo>
                <a:lnTo>
                  <a:pt x="619845" y="255903"/>
                </a:lnTo>
                <a:lnTo>
                  <a:pt x="626309" y="239390"/>
                </a:lnTo>
                <a:lnTo>
                  <a:pt x="652948" y="239390"/>
                </a:lnTo>
                <a:lnTo>
                  <a:pt x="659412" y="255903"/>
                </a:lnTo>
                <a:lnTo>
                  <a:pt x="667529" y="255903"/>
                </a:lnTo>
                <a:lnTo>
                  <a:pt x="644298" y="194744"/>
                </a:lnTo>
                <a:lnTo>
                  <a:pt x="635303" y="194744"/>
                </a:lnTo>
                <a:close/>
                <a:moveTo>
                  <a:pt x="628578" y="232490"/>
                </a:moveTo>
                <a:lnTo>
                  <a:pt x="639579" y="203046"/>
                </a:lnTo>
                <a:lnTo>
                  <a:pt x="650670" y="232490"/>
                </a:lnTo>
                <a:lnTo>
                  <a:pt x="628569" y="232490"/>
                </a:lnTo>
                <a:close/>
              </a:path>
            </a:pathLst>
          </a:custGeom>
          <a:solidFill>
            <a:schemeClr val="bg1"/>
          </a:solidFill>
          <a:ln w="1049" cap="flat">
            <a:noFill/>
            <a:prstDash val="solid"/>
            <a:miter/>
          </a:ln>
        </p:spPr>
        <p:txBody>
          <a:bodyPr rtlCol="0" anchor="ctr"/>
          <a:lstStyle/>
          <a:p>
            <a:endParaRPr lang="pt-BR"/>
          </a:p>
        </p:txBody>
      </p:sp>
      <p:sp>
        <p:nvSpPr>
          <p:cNvPr id="9" name="object 5">
            <a:extLst>
              <a:ext uri="{FF2B5EF4-FFF2-40B4-BE49-F238E27FC236}">
                <a16:creationId xmlns:a16="http://schemas.microsoft.com/office/drawing/2014/main" id="{6343AC24-3D20-1E58-EEA1-00E726405F33}"/>
              </a:ext>
            </a:extLst>
          </p:cNvPr>
          <p:cNvSpPr/>
          <p:nvPr userDrawn="1"/>
        </p:nvSpPr>
        <p:spPr>
          <a:xfrm flipV="1">
            <a:off x="334962" y="6294310"/>
            <a:ext cx="11097267"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defTabSz="554492">
              <a:buClrTx/>
              <a:defRPr/>
            </a:pPr>
            <a:endParaRPr sz="1092">
              <a:solidFill>
                <a:sysClr val="windowText" lastClr="000000"/>
              </a:solidFill>
            </a:endParaRPr>
          </a:p>
        </p:txBody>
      </p:sp>
      <p:sp>
        <p:nvSpPr>
          <p:cNvPr id="10" name="Espaço Reservado para Número de Slide 5">
            <a:extLst>
              <a:ext uri="{FF2B5EF4-FFF2-40B4-BE49-F238E27FC236}">
                <a16:creationId xmlns:a16="http://schemas.microsoft.com/office/drawing/2014/main" id="{94531090-414D-3695-0E2D-BB1269270B55}"/>
              </a:ext>
            </a:extLst>
          </p:cNvPr>
          <p:cNvSpPr>
            <a:spLocks noGrp="1"/>
          </p:cNvSpPr>
          <p:nvPr>
            <p:ph type="sldNum" sz="quarter" idx="12"/>
          </p:nvPr>
        </p:nvSpPr>
        <p:spPr>
          <a:xfrm>
            <a:off x="11561763" y="647363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1405582291"/>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482">
          <p15:clr>
            <a:srgbClr val="FBAE40"/>
          </p15:clr>
        </p15:guide>
        <p15:guide id="4" pos="746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ítulo | 1 linha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4"/>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6699502"/>
            <a:ext cx="121920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6776531"/>
            <a:ext cx="121920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352116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ítulo | 2 linhas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34963" y="1949414"/>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6208640" y="1949414"/>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334963" y="1518527"/>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6208640" y="1518527"/>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334963"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814094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userDrawn="1">
          <p15:clr>
            <a:srgbClr val="FBAE40"/>
          </p15:clr>
        </p15:guide>
        <p15:guide id="7" orient="horz" pos="93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ítulo | Box superior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lumMod val="95000"/>
                    <a:lumOff val="5000"/>
                  </a:schemeClr>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334963"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614128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ítulo | Box lateral - Branco ">
    <p:bg>
      <p:bgPr>
        <a:solidFill>
          <a:schemeClr val="bg1"/>
        </a:soli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5085057"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6" y="1751285"/>
            <a:ext cx="4369353" cy="156104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6" y="1484313"/>
            <a:ext cx="6077927" cy="4458722"/>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0" y="1482784"/>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0" y="3580828"/>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206622623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 Branc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87036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937017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2099285" y="0"/>
            <a:ext cx="91438" cy="1832748"/>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111366768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ítulo | 1 linh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112242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ítulo | 6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05947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ítulo | 5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60526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ítulo | 4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178843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ítulo | 2 linha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3"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0"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3"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0"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266347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ítulo | Box superio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67331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ítulo | Box lateral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6"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6"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0"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0"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Tree>
    <p:extLst>
      <p:ext uri="{BB962C8B-B14F-4D97-AF65-F5344CB8AC3E}">
        <p14:creationId xmlns:p14="http://schemas.microsoft.com/office/powerpoint/2010/main" val="158276919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769412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ítulo | 1 linh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1FA1EDF-496D-FC00-C47D-BE89A3B7157A}"/>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7664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ítulo | 6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58F86B63-CC31-1EAA-F721-707EF550B32A}"/>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591306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ítulo | 5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31984F0D-6B5E-38C9-C788-1C5ADE9D6048}"/>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723577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ítulo | 4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15ABCE8D-7E28-9176-5F42-ED60E4527C5E}"/>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638113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ítulo | 2 linha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3"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0"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3"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0"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B199F5B5-BC6B-B426-BC59-B48B46CF1637}"/>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72093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ítulo | Box superio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E9E5CEC1-15EA-7E91-EAE8-795FFF71F653}"/>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887999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ítulo | Box lateral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6"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6"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0"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0"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Tree>
    <p:extLst>
      <p:ext uri="{BB962C8B-B14F-4D97-AF65-F5344CB8AC3E}">
        <p14:creationId xmlns:p14="http://schemas.microsoft.com/office/powerpoint/2010/main" val="20509253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450505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6"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394" b="0" i="0">
                <a:solidFill>
                  <a:srgbClr val="F9F9F9"/>
                </a:solidFill>
                <a:latin typeface="Arial"/>
                <a:cs typeface="Arial"/>
              </a:defRPr>
            </a:lvl1pPr>
          </a:lstStyle>
          <a:p>
            <a:pPr marL="20023">
              <a:spcBef>
                <a:spcPts val="45"/>
              </a:spcBef>
            </a:pPr>
            <a:fld id="{81D60167-4931-47E6-BA6A-407CBD079E47}" type="slidenum">
              <a:rPr lang="pt-BR" spc="-15" smtClean="0"/>
              <a:pPr marL="20023">
                <a:spcBef>
                  <a:spcPts val="45"/>
                </a:spcBef>
              </a:pPr>
              <a:t>‹#›</a:t>
            </a:fld>
            <a:endParaRPr lang="pt-BR" spc="-15"/>
          </a:p>
        </p:txBody>
      </p:sp>
    </p:spTree>
    <p:extLst>
      <p:ext uri="{BB962C8B-B14F-4D97-AF65-F5344CB8AC3E}">
        <p14:creationId xmlns:p14="http://schemas.microsoft.com/office/powerpoint/2010/main" val="30138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ítulo | 1 linha - Escuro">
    <p:bg>
      <p:bgPr>
        <a:solidFill>
          <a:schemeClr val="tx2"/>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2"/>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2"/>
              </a:solidFill>
            </a:endParaRPr>
          </a:p>
        </p:txBody>
      </p:sp>
    </p:spTree>
    <p:extLst>
      <p:ext uri="{BB962C8B-B14F-4D97-AF65-F5344CB8AC3E}">
        <p14:creationId xmlns:p14="http://schemas.microsoft.com/office/powerpoint/2010/main" val="34413226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ítulo | 1 linha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lnSpc>
                <a:spcPct val="100000"/>
              </a:lnSpc>
              <a:spcBef>
                <a:spcPts val="0"/>
              </a:spcBef>
              <a:buNone/>
              <a:defRPr sz="2800">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5"/>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849">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6699502"/>
            <a:ext cx="121920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6776531"/>
            <a:ext cx="121920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127814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ítulo | 2 linhas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34964" y="1949415"/>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6208641" y="1949415"/>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334964" y="1518528"/>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6208641" y="1518528"/>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849">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334964"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19943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p15:clr>
            <a:srgbClr val="FBAE40"/>
          </p15:clr>
        </p15:guide>
        <p15:guide id="7" orient="horz" pos="935">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Título | Box superior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lumMod val="95000"/>
                    <a:lumOff val="5000"/>
                  </a:schemeClr>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849">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334964"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078527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ítulo | Box lateral - Branco ">
    <p:bg>
      <p:bgPr>
        <a:solidFill>
          <a:schemeClr val="bg1"/>
        </a:soli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849">
              <a:solidFill>
                <a:schemeClr val="accent4"/>
              </a:solidFill>
            </a:endParaRPr>
          </a:p>
        </p:txBody>
      </p:sp>
    </p:spTree>
    <p:extLst>
      <p:ext uri="{BB962C8B-B14F-4D97-AF65-F5344CB8AC3E}">
        <p14:creationId xmlns:p14="http://schemas.microsoft.com/office/powerpoint/2010/main" val="360294997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Blank - Branco">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C84EE7A-B951-B061-6439-B39DDC01B709}"/>
              </a:ext>
            </a:extLst>
          </p:cNvPr>
          <p:cNvCxnSpPr/>
          <p:nvPr userDrawn="1"/>
        </p:nvCxnSpPr>
        <p:spPr>
          <a:xfrm>
            <a:off x="334964"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9631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0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4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642850424"/>
      </p:ext>
    </p:extLst>
  </p:cSld>
  <p:clrMapOvr>
    <a:masterClrMapping/>
  </p:clrMapOvr>
  <p:extLst>
    <p:ext uri="{DCECCB84-F9BA-43D5-87BE-67443E8EF086}">
      <p15:sldGuideLst xmlns:p15="http://schemas.microsoft.com/office/powerpoint/2012/main">
        <p15:guide id="1" pos="12319">
          <p15:clr>
            <a:srgbClr val="FBAE40"/>
          </p15:clr>
        </p15:guide>
        <p15:guide id="4" pos="189" userDrawn="1">
          <p15:clr>
            <a:srgbClr val="FBAE40"/>
          </p15:clr>
        </p15:guide>
        <p15:guide id="5" orient="horz" pos="6919">
          <p15:clr>
            <a:srgbClr val="FBAE40"/>
          </p15:clr>
        </p15:guide>
        <p15:guide id="6" orient="horz" pos="572" userDrawn="1">
          <p15:clr>
            <a:srgbClr val="FBAE40"/>
          </p15:clr>
        </p15:guide>
        <p15:guide id="7" orient="horz" pos="640" userDrawn="1">
          <p15:clr>
            <a:srgbClr val="FBAE40"/>
          </p15:clr>
        </p15:guide>
        <p15:guide id="8" orient="horz" pos="6714">
          <p15:clr>
            <a:srgbClr val="FBAE40"/>
          </p15:clr>
        </p15:guide>
        <p15:guide id="9" orient="horz" pos="504" userDrawn="1">
          <p15:clr>
            <a:srgbClr val="FBAE40"/>
          </p15:clr>
        </p15:guide>
        <p15:guide id="10" pos="7469" userDrawn="1">
          <p15:clr>
            <a:srgbClr val="FBAE40"/>
          </p15:clr>
        </p15:guide>
        <p15:guide id="11" orient="horz" pos="96" userDrawn="1">
          <p15:clr>
            <a:srgbClr val="FBAE40"/>
          </p15:clr>
        </p15:guide>
        <p15:guide id="12" orient="horz" pos="4201" userDrawn="1">
          <p15:clr>
            <a:srgbClr val="FBAE40"/>
          </p15:clr>
        </p15:guide>
        <p15:guide id="13" orient="horz" pos="4065" userDrawn="1">
          <p15:clr>
            <a:srgbClr val="FBAE40"/>
          </p15:clr>
        </p15:guide>
        <p15:guide id="14" orient="horz" pos="232"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9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915070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59437288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2099285" y="0"/>
            <a:ext cx="91438" cy="1832748"/>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spTree>
    <p:extLst>
      <p:ext uri="{BB962C8B-B14F-4D97-AF65-F5344CB8AC3E}">
        <p14:creationId xmlns:p14="http://schemas.microsoft.com/office/powerpoint/2010/main" val="191649369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Título | 1 linh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496814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Título | 6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356829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Título | 5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855280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Título | 4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871797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Título | 2 linha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4"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1"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4"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1"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206233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_Título | Box superio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179116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Título | Box lateral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Tree>
    <p:extLst>
      <p:ext uri="{BB962C8B-B14F-4D97-AF65-F5344CB8AC3E}">
        <p14:creationId xmlns:p14="http://schemas.microsoft.com/office/powerpoint/2010/main" val="46831282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Título | 1 linh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1FA1EDF-496D-FC00-C47D-BE89A3B7157A}"/>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31673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Título | 6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58F86B63-CC31-1EAA-F721-707EF550B32A}"/>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4587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Título | 5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31984F0D-6B5E-38C9-C788-1C5ADE9D6048}"/>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996893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Título | 4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15ABCE8D-7E28-9176-5F42-ED60E4527C5E}"/>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01537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Título | 2 linha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4"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1"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4"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1"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B199F5B5-BC6B-B426-BC59-B48B46CF1637}"/>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99699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Título | Box superio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E9E5CEC1-15EA-7E91-EAE8-795FFF71F653}"/>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73914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Título | Box lateral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Tree>
    <p:extLst>
      <p:ext uri="{BB962C8B-B14F-4D97-AF65-F5344CB8AC3E}">
        <p14:creationId xmlns:p14="http://schemas.microsoft.com/office/powerpoint/2010/main" val="52267335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2_Título | 1 linha - Escuro">
    <p:bg>
      <p:bgPr>
        <a:solidFill>
          <a:schemeClr val="tx2"/>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accent2"/>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accent2"/>
              </a:solidFill>
            </a:endParaRPr>
          </a:p>
        </p:txBody>
      </p:sp>
    </p:spTree>
    <p:extLst>
      <p:ext uri="{BB962C8B-B14F-4D97-AF65-F5344CB8AC3E}">
        <p14:creationId xmlns:p14="http://schemas.microsoft.com/office/powerpoint/2010/main" val="358854585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7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bject 5">
            <a:extLst>
              <a:ext uri="{FF2B5EF4-FFF2-40B4-BE49-F238E27FC236}">
                <a16:creationId xmlns:a16="http://schemas.microsoft.com/office/drawing/2014/main" id="{6BE3BE47-1A4F-1F57-925B-0AD426F278E9}"/>
              </a:ext>
            </a:extLst>
          </p:cNvPr>
          <p:cNvSpPr/>
          <p:nvPr userDrawn="1"/>
        </p:nvSpPr>
        <p:spPr>
          <a:xfrm flipV="1">
            <a:off x="334962" y="6294309"/>
            <a:ext cx="10183814"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marL="0" marR="0" lvl="0" indent="0" algn="l" defTabSz="554466"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ysClr val="windowText" lastClr="000000"/>
              </a:solidFill>
              <a:effectLst/>
              <a:uLnTx/>
              <a:uFillTx/>
              <a:latin typeface="Arial"/>
              <a:cs typeface="Arial"/>
              <a:sym typeface="Arial"/>
            </a:endParaRPr>
          </a:p>
        </p:txBody>
      </p:sp>
    </p:spTree>
    <p:extLst>
      <p:ext uri="{BB962C8B-B14F-4D97-AF65-F5344CB8AC3E}">
        <p14:creationId xmlns:p14="http://schemas.microsoft.com/office/powerpoint/2010/main" val="171055200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8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333487922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2_Title and Content">
    <p:bg>
      <p:bgPr>
        <a:gradFill>
          <a:gsLst>
            <a:gs pos="100000">
              <a:schemeClr val="tx1"/>
            </a:gs>
            <a:gs pos="0">
              <a:schemeClr val="tx1">
                <a:lumMod val="95000"/>
                <a:lumOff val="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8935781"/>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482">
          <p15:clr>
            <a:srgbClr val="FBAE40"/>
          </p15:clr>
        </p15:guide>
        <p15:guide id="4" pos="7469">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type="obj">
  <p:cSld name="Contracapa">
    <p:bg>
      <p:bgPr>
        <a:solidFill>
          <a:schemeClr val="tx1"/>
        </a:solidFill>
        <a:effectLst/>
      </p:bgPr>
    </p:bg>
    <p:spTree>
      <p:nvGrpSpPr>
        <p:cNvPr id="1" name=""/>
        <p:cNvGrpSpPr/>
        <p:nvPr/>
      </p:nvGrpSpPr>
      <p:grpSpPr>
        <a:xfrm>
          <a:off x="0" y="0"/>
          <a:ext cx="0" cy="0"/>
          <a:chOff x="0" y="0"/>
          <a:chExt cx="0" cy="0"/>
        </a:xfrm>
      </p:grpSpPr>
      <p:sp>
        <p:nvSpPr>
          <p:cNvPr id="7" name="CaixaDeTexto 5">
            <a:extLst>
              <a:ext uri="{FF2B5EF4-FFF2-40B4-BE49-F238E27FC236}">
                <a16:creationId xmlns:a16="http://schemas.microsoft.com/office/drawing/2014/main" id="{43DFA321-6122-DD56-1B69-CCC4924A73A8}"/>
              </a:ext>
            </a:extLst>
          </p:cNvPr>
          <p:cNvSpPr txBox="1"/>
          <p:nvPr userDrawn="1"/>
        </p:nvSpPr>
        <p:spPr>
          <a:xfrm>
            <a:off x="7491664" y="5251905"/>
            <a:ext cx="4155689" cy="1077218"/>
          </a:xfrm>
          <a:prstGeom prst="rect">
            <a:avLst/>
          </a:prstGeom>
          <a:noFill/>
        </p:spPr>
        <p:txBody>
          <a:bodyPr wrap="square" lIns="0" tIns="0" rIns="0" bIns="0">
            <a:spAutoFit/>
          </a:bodyPr>
          <a:lstStyle/>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r"/>
            <a:endParaRPr lang="it-IT" sz="1400">
              <a:solidFill>
                <a:schemeClr val="bg1"/>
              </a:solidFill>
              <a:latin typeface="Versos Light" panose="020B0403020204030204" pitchFamily="34" charset="0"/>
              <a:cs typeface="Times New Roman" panose="02020603050405020304" pitchFamily="18" charset="0"/>
            </a:endParaRPr>
          </a:p>
          <a:p>
            <a:pPr algn="r"/>
            <a:r>
              <a:rPr lang="it-IT" sz="1400" b="0">
                <a:solidFill>
                  <a:schemeClr val="bg1"/>
                </a:solidFill>
                <a:latin typeface="+mn-lt"/>
                <a:cs typeface="Times New Roman" panose="02020603050405020304" pitchFamily="18" charset="0"/>
              </a:rPr>
              <a:t>www.tivio.com</a:t>
            </a:r>
            <a:endParaRPr lang="pt-BR" sz="1400" b="0">
              <a:solidFill>
                <a:schemeClr val="bg1"/>
              </a:solidFill>
              <a:latin typeface="+mn-lt"/>
            </a:endParaRPr>
          </a:p>
        </p:txBody>
      </p:sp>
      <p:grpSp>
        <p:nvGrpSpPr>
          <p:cNvPr id="11" name="Group 10">
            <a:extLst>
              <a:ext uri="{FF2B5EF4-FFF2-40B4-BE49-F238E27FC236}">
                <a16:creationId xmlns:a16="http://schemas.microsoft.com/office/drawing/2014/main" id="{1A330FC6-53B2-4C95-7A0F-A920F3013C49}"/>
              </a:ext>
            </a:extLst>
          </p:cNvPr>
          <p:cNvGrpSpPr/>
          <p:nvPr userDrawn="1"/>
        </p:nvGrpSpPr>
        <p:grpSpPr>
          <a:xfrm>
            <a:off x="-7705924" y="882317"/>
            <a:ext cx="19934609" cy="6204031"/>
            <a:chOff x="-62630" y="3261055"/>
            <a:chExt cx="12291315" cy="3825292"/>
          </a:xfrm>
        </p:grpSpPr>
        <p:sp>
          <p:nvSpPr>
            <p:cNvPr id="8" name="Freeform: Shape 7">
              <a:extLst>
                <a:ext uri="{FF2B5EF4-FFF2-40B4-BE49-F238E27FC236}">
                  <a16:creationId xmlns:a16="http://schemas.microsoft.com/office/drawing/2014/main" id="{BBF3B65E-8CAD-31B1-6F90-86F99F800687}"/>
                </a:ext>
              </a:extLst>
            </p:cNvPr>
            <p:cNvSpPr/>
            <p:nvPr userDrawn="1"/>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9" name="Freeform: Shape 8">
              <a:extLst>
                <a:ext uri="{FF2B5EF4-FFF2-40B4-BE49-F238E27FC236}">
                  <a16:creationId xmlns:a16="http://schemas.microsoft.com/office/drawing/2014/main" id="{087CECC5-0785-0E7C-A4CB-3D289F54A871}"/>
                </a:ext>
              </a:extLst>
            </p:cNvPr>
            <p:cNvSpPr/>
            <p:nvPr userDrawn="1"/>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sp>
        <p:nvSpPr>
          <p:cNvPr id="10" name="object 5"/>
          <p:cNvSpPr/>
          <p:nvPr userDrawn="1"/>
        </p:nvSpPr>
        <p:spPr>
          <a:xfrm>
            <a:off x="757218" y="3474647"/>
            <a:ext cx="1501480" cy="509684"/>
          </a:xfrm>
          <a:custGeom>
            <a:avLst/>
            <a:gdLst/>
            <a:ahLst/>
            <a:cxnLst/>
            <a:rect l="l" t="t" r="r" b="b"/>
            <a:pathLst>
              <a:path w="4495165" h="1525904">
                <a:moveTo>
                  <a:pt x="549605" y="149009"/>
                </a:moveTo>
                <a:lnTo>
                  <a:pt x="502272" y="93929"/>
                </a:lnTo>
                <a:lnTo>
                  <a:pt x="463880" y="62522"/>
                </a:lnTo>
                <a:lnTo>
                  <a:pt x="421525" y="37515"/>
                </a:lnTo>
                <a:lnTo>
                  <a:pt x="375894" y="19253"/>
                </a:lnTo>
                <a:lnTo>
                  <a:pt x="327634" y="8051"/>
                </a:lnTo>
                <a:lnTo>
                  <a:pt x="277444" y="4241"/>
                </a:lnTo>
                <a:lnTo>
                  <a:pt x="0" y="4241"/>
                </a:lnTo>
                <a:lnTo>
                  <a:pt x="0" y="149009"/>
                </a:lnTo>
                <a:lnTo>
                  <a:pt x="549605" y="149009"/>
                </a:lnTo>
                <a:close/>
              </a:path>
              <a:path w="4495165" h="1525904">
                <a:moveTo>
                  <a:pt x="630440" y="613206"/>
                </a:moveTo>
                <a:lnTo>
                  <a:pt x="626249" y="610260"/>
                </a:lnTo>
                <a:lnTo>
                  <a:pt x="626249" y="359600"/>
                </a:lnTo>
                <a:lnTo>
                  <a:pt x="621880" y="305828"/>
                </a:lnTo>
                <a:lnTo>
                  <a:pt x="608939" y="254203"/>
                </a:lnTo>
                <a:lnTo>
                  <a:pt x="587654" y="205422"/>
                </a:lnTo>
                <a:lnTo>
                  <a:pt x="558253" y="160185"/>
                </a:lnTo>
                <a:lnTo>
                  <a:pt x="549617" y="149009"/>
                </a:lnTo>
                <a:lnTo>
                  <a:pt x="511581" y="205422"/>
                </a:lnTo>
                <a:lnTo>
                  <a:pt x="490296" y="254203"/>
                </a:lnTo>
                <a:lnTo>
                  <a:pt x="477342" y="305828"/>
                </a:lnTo>
                <a:lnTo>
                  <a:pt x="472973" y="359600"/>
                </a:lnTo>
                <a:lnTo>
                  <a:pt x="472859" y="937183"/>
                </a:lnTo>
                <a:lnTo>
                  <a:pt x="472973" y="948131"/>
                </a:lnTo>
                <a:lnTo>
                  <a:pt x="626389" y="948131"/>
                </a:lnTo>
                <a:lnTo>
                  <a:pt x="626249" y="619315"/>
                </a:lnTo>
                <a:lnTo>
                  <a:pt x="630440" y="613206"/>
                </a:lnTo>
                <a:close/>
              </a:path>
              <a:path w="4495165" h="1525904">
                <a:moveTo>
                  <a:pt x="1099248" y="4241"/>
                </a:moveTo>
                <a:lnTo>
                  <a:pt x="821817" y="4241"/>
                </a:lnTo>
                <a:lnTo>
                  <a:pt x="771613" y="8051"/>
                </a:lnTo>
                <a:lnTo>
                  <a:pt x="723353" y="19253"/>
                </a:lnTo>
                <a:lnTo>
                  <a:pt x="677710" y="37515"/>
                </a:lnTo>
                <a:lnTo>
                  <a:pt x="635355" y="62522"/>
                </a:lnTo>
                <a:lnTo>
                  <a:pt x="596963" y="93929"/>
                </a:lnTo>
                <a:lnTo>
                  <a:pt x="563206" y="131406"/>
                </a:lnTo>
                <a:lnTo>
                  <a:pt x="549630" y="149009"/>
                </a:lnTo>
                <a:lnTo>
                  <a:pt x="1099248" y="149009"/>
                </a:lnTo>
                <a:lnTo>
                  <a:pt x="1099248" y="4241"/>
                </a:lnTo>
                <a:close/>
              </a:path>
              <a:path w="4495165" h="1525904">
                <a:moveTo>
                  <a:pt x="1472869" y="12420"/>
                </a:moveTo>
                <a:lnTo>
                  <a:pt x="1323860" y="12420"/>
                </a:lnTo>
                <a:lnTo>
                  <a:pt x="1323860" y="966152"/>
                </a:lnTo>
                <a:lnTo>
                  <a:pt x="1472869" y="966152"/>
                </a:lnTo>
                <a:lnTo>
                  <a:pt x="1472869" y="12420"/>
                </a:lnTo>
                <a:close/>
              </a:path>
              <a:path w="4495165" h="1525904">
                <a:moveTo>
                  <a:pt x="1628749" y="1277899"/>
                </a:moveTo>
                <a:lnTo>
                  <a:pt x="1610728" y="1227213"/>
                </a:lnTo>
                <a:lnTo>
                  <a:pt x="1577505" y="1188466"/>
                </a:lnTo>
                <a:lnTo>
                  <a:pt x="1531823" y="1163904"/>
                </a:lnTo>
                <a:lnTo>
                  <a:pt x="1476400" y="1155725"/>
                </a:lnTo>
                <a:lnTo>
                  <a:pt x="1451190" y="1157160"/>
                </a:lnTo>
                <a:lnTo>
                  <a:pt x="1405432" y="1168730"/>
                </a:lnTo>
                <a:lnTo>
                  <a:pt x="1366278" y="1191602"/>
                </a:lnTo>
                <a:lnTo>
                  <a:pt x="1335862" y="1224229"/>
                </a:lnTo>
                <a:lnTo>
                  <a:pt x="1314729" y="1265936"/>
                </a:lnTo>
                <a:lnTo>
                  <a:pt x="1304061" y="1314284"/>
                </a:lnTo>
                <a:lnTo>
                  <a:pt x="1302727" y="1340802"/>
                </a:lnTo>
                <a:lnTo>
                  <a:pt x="1304061" y="1367536"/>
                </a:lnTo>
                <a:lnTo>
                  <a:pt x="1314729" y="1416011"/>
                </a:lnTo>
                <a:lnTo>
                  <a:pt x="1335862" y="1457528"/>
                </a:lnTo>
                <a:lnTo>
                  <a:pt x="1366278" y="1490027"/>
                </a:lnTo>
                <a:lnTo>
                  <a:pt x="1405432" y="1512874"/>
                </a:lnTo>
                <a:lnTo>
                  <a:pt x="1451190" y="1524444"/>
                </a:lnTo>
                <a:lnTo>
                  <a:pt x="1476400" y="1525879"/>
                </a:lnTo>
                <a:lnTo>
                  <a:pt x="1505534" y="1523834"/>
                </a:lnTo>
                <a:lnTo>
                  <a:pt x="1556080" y="1507464"/>
                </a:lnTo>
                <a:lnTo>
                  <a:pt x="1595793" y="1475270"/>
                </a:lnTo>
                <a:lnTo>
                  <a:pt x="1621142" y="1430566"/>
                </a:lnTo>
                <a:lnTo>
                  <a:pt x="1582991" y="1403718"/>
                </a:lnTo>
                <a:lnTo>
                  <a:pt x="1576679" y="1421866"/>
                </a:lnTo>
                <a:lnTo>
                  <a:pt x="1568157" y="1437843"/>
                </a:lnTo>
                <a:lnTo>
                  <a:pt x="1529600" y="1472450"/>
                </a:lnTo>
                <a:lnTo>
                  <a:pt x="1474330" y="1484312"/>
                </a:lnTo>
                <a:lnTo>
                  <a:pt x="1456156" y="1483182"/>
                </a:lnTo>
                <a:lnTo>
                  <a:pt x="1408290" y="1466113"/>
                </a:lnTo>
                <a:lnTo>
                  <a:pt x="1372857" y="1430629"/>
                </a:lnTo>
                <a:lnTo>
                  <a:pt x="1352854" y="1380197"/>
                </a:lnTo>
                <a:lnTo>
                  <a:pt x="1349019" y="1340802"/>
                </a:lnTo>
                <a:lnTo>
                  <a:pt x="1349984" y="1320342"/>
                </a:lnTo>
                <a:lnTo>
                  <a:pt x="1364361" y="1266202"/>
                </a:lnTo>
                <a:lnTo>
                  <a:pt x="1394828" y="1225511"/>
                </a:lnTo>
                <a:lnTo>
                  <a:pt x="1439100" y="1201864"/>
                </a:lnTo>
                <a:lnTo>
                  <a:pt x="1474330" y="1197305"/>
                </a:lnTo>
                <a:lnTo>
                  <a:pt x="1494332" y="1198638"/>
                </a:lnTo>
                <a:lnTo>
                  <a:pt x="1544777" y="1218641"/>
                </a:lnTo>
                <a:lnTo>
                  <a:pt x="1577378" y="1259967"/>
                </a:lnTo>
                <a:lnTo>
                  <a:pt x="1583512" y="1277899"/>
                </a:lnTo>
                <a:lnTo>
                  <a:pt x="1628749" y="1277899"/>
                </a:lnTo>
                <a:close/>
              </a:path>
              <a:path w="4495165" h="1525904">
                <a:moveTo>
                  <a:pt x="2171014" y="1522780"/>
                </a:moveTo>
                <a:lnTo>
                  <a:pt x="2133663" y="1424520"/>
                </a:lnTo>
                <a:lnTo>
                  <a:pt x="2118055" y="1383449"/>
                </a:lnTo>
                <a:lnTo>
                  <a:pt x="2070646" y="1258697"/>
                </a:lnTo>
                <a:lnTo>
                  <a:pt x="2070646" y="1383449"/>
                </a:lnTo>
                <a:lnTo>
                  <a:pt x="1939112" y="1383449"/>
                </a:lnTo>
                <a:lnTo>
                  <a:pt x="2004631" y="1208227"/>
                </a:lnTo>
                <a:lnTo>
                  <a:pt x="2070646" y="1383449"/>
                </a:lnTo>
                <a:lnTo>
                  <a:pt x="2070646" y="1258697"/>
                </a:lnTo>
                <a:lnTo>
                  <a:pt x="2051469" y="1208227"/>
                </a:lnTo>
                <a:lnTo>
                  <a:pt x="2032698" y="1158849"/>
                </a:lnTo>
                <a:lnTo>
                  <a:pt x="1979155" y="1158849"/>
                </a:lnTo>
                <a:lnTo>
                  <a:pt x="1840344" y="1522780"/>
                </a:lnTo>
                <a:lnTo>
                  <a:pt x="1887118" y="1522780"/>
                </a:lnTo>
                <a:lnTo>
                  <a:pt x="1925599" y="1424520"/>
                </a:lnTo>
                <a:lnTo>
                  <a:pt x="2084158" y="1424520"/>
                </a:lnTo>
                <a:lnTo>
                  <a:pt x="2122652" y="1522780"/>
                </a:lnTo>
                <a:lnTo>
                  <a:pt x="2171014" y="1522780"/>
                </a:lnTo>
                <a:close/>
              </a:path>
              <a:path w="4495165" h="1525904">
                <a:moveTo>
                  <a:pt x="2247239" y="966165"/>
                </a:moveTo>
                <a:lnTo>
                  <a:pt x="1863674" y="12433"/>
                </a:lnTo>
                <a:lnTo>
                  <a:pt x="1691932" y="12433"/>
                </a:lnTo>
                <a:lnTo>
                  <a:pt x="2035683" y="832091"/>
                </a:lnTo>
                <a:lnTo>
                  <a:pt x="2059952" y="874915"/>
                </a:lnTo>
                <a:lnTo>
                  <a:pt x="2093137" y="910628"/>
                </a:lnTo>
                <a:lnTo>
                  <a:pt x="2133714" y="938288"/>
                </a:lnTo>
                <a:lnTo>
                  <a:pt x="2180196" y="956932"/>
                </a:lnTo>
                <a:lnTo>
                  <a:pt x="2231034" y="965619"/>
                </a:lnTo>
                <a:lnTo>
                  <a:pt x="2230818" y="966165"/>
                </a:lnTo>
                <a:lnTo>
                  <a:pt x="2247239" y="966165"/>
                </a:lnTo>
                <a:close/>
              </a:path>
              <a:path w="4495165" h="1525904">
                <a:moveTo>
                  <a:pt x="2670111" y="1270609"/>
                </a:moveTo>
                <a:lnTo>
                  <a:pt x="2661780" y="1224749"/>
                </a:lnTo>
                <a:lnTo>
                  <a:pt x="2647569" y="1200429"/>
                </a:lnTo>
                <a:lnTo>
                  <a:pt x="2647086" y="1199718"/>
                </a:lnTo>
                <a:lnTo>
                  <a:pt x="2637282" y="1189253"/>
                </a:lnTo>
                <a:lnTo>
                  <a:pt x="2625902" y="1180223"/>
                </a:lnTo>
                <a:lnTo>
                  <a:pt x="2623832" y="1179017"/>
                </a:lnTo>
                <a:lnTo>
                  <a:pt x="2623832" y="1270609"/>
                </a:lnTo>
                <a:lnTo>
                  <a:pt x="2622499" y="1285925"/>
                </a:lnTo>
                <a:lnTo>
                  <a:pt x="2602534" y="1322095"/>
                </a:lnTo>
                <a:lnTo>
                  <a:pt x="2562352" y="1340129"/>
                </a:lnTo>
                <a:lnTo>
                  <a:pt x="2545321" y="1341323"/>
                </a:lnTo>
                <a:lnTo>
                  <a:pt x="2454859" y="1341323"/>
                </a:lnTo>
                <a:lnTo>
                  <a:pt x="2454859" y="1200429"/>
                </a:lnTo>
                <a:lnTo>
                  <a:pt x="2545842" y="1200429"/>
                </a:lnTo>
                <a:lnTo>
                  <a:pt x="2591320" y="1211110"/>
                </a:lnTo>
                <a:lnTo>
                  <a:pt x="2618575" y="1241704"/>
                </a:lnTo>
                <a:lnTo>
                  <a:pt x="2623832" y="1270609"/>
                </a:lnTo>
                <a:lnTo>
                  <a:pt x="2623832" y="1179017"/>
                </a:lnTo>
                <a:lnTo>
                  <a:pt x="2583281" y="1162278"/>
                </a:lnTo>
                <a:lnTo>
                  <a:pt x="2549487" y="1158824"/>
                </a:lnTo>
                <a:lnTo>
                  <a:pt x="2409634" y="1158824"/>
                </a:lnTo>
                <a:lnTo>
                  <a:pt x="2409634" y="1522780"/>
                </a:lnTo>
                <a:lnTo>
                  <a:pt x="2454859" y="1522780"/>
                </a:lnTo>
                <a:lnTo>
                  <a:pt x="2454859" y="1382915"/>
                </a:lnTo>
                <a:lnTo>
                  <a:pt x="2549487" y="1382915"/>
                </a:lnTo>
                <a:lnTo>
                  <a:pt x="2598470" y="1375168"/>
                </a:lnTo>
                <a:lnTo>
                  <a:pt x="2636901" y="1352448"/>
                </a:lnTo>
                <a:lnTo>
                  <a:pt x="2647124" y="1341323"/>
                </a:lnTo>
                <a:lnTo>
                  <a:pt x="2655036" y="1329893"/>
                </a:lnTo>
                <a:lnTo>
                  <a:pt x="2661628" y="1316634"/>
                </a:lnTo>
                <a:lnTo>
                  <a:pt x="2666339" y="1302346"/>
                </a:lnTo>
                <a:lnTo>
                  <a:pt x="2669171" y="1287005"/>
                </a:lnTo>
                <a:lnTo>
                  <a:pt x="2670111" y="1270609"/>
                </a:lnTo>
                <a:close/>
              </a:path>
              <a:path w="4495165" h="1525904">
                <a:moveTo>
                  <a:pt x="2802534" y="12433"/>
                </a:moveTo>
                <a:lnTo>
                  <a:pt x="2630805" y="12433"/>
                </a:lnTo>
                <a:lnTo>
                  <a:pt x="2247239" y="966165"/>
                </a:lnTo>
                <a:lnTo>
                  <a:pt x="2263660" y="966165"/>
                </a:lnTo>
                <a:lnTo>
                  <a:pt x="2263432" y="965619"/>
                </a:lnTo>
                <a:lnTo>
                  <a:pt x="2314283" y="956932"/>
                </a:lnTo>
                <a:lnTo>
                  <a:pt x="2360752" y="938288"/>
                </a:lnTo>
                <a:lnTo>
                  <a:pt x="2401341" y="910628"/>
                </a:lnTo>
                <a:lnTo>
                  <a:pt x="2434526" y="874915"/>
                </a:lnTo>
                <a:lnTo>
                  <a:pt x="2458796" y="832091"/>
                </a:lnTo>
                <a:lnTo>
                  <a:pt x="2802534" y="12433"/>
                </a:lnTo>
                <a:close/>
              </a:path>
              <a:path w="4495165" h="1525904">
                <a:moveTo>
                  <a:pt x="2961271" y="1158836"/>
                </a:moveTo>
                <a:lnTo>
                  <a:pt x="2916047" y="1158836"/>
                </a:lnTo>
                <a:lnTo>
                  <a:pt x="2916047" y="1522780"/>
                </a:lnTo>
                <a:lnTo>
                  <a:pt x="2961271" y="1522780"/>
                </a:lnTo>
                <a:lnTo>
                  <a:pt x="2961271" y="1158836"/>
                </a:lnTo>
                <a:close/>
              </a:path>
              <a:path w="4495165" h="1525904">
                <a:moveTo>
                  <a:pt x="3170644" y="12420"/>
                </a:moveTo>
                <a:lnTo>
                  <a:pt x="3021622" y="12420"/>
                </a:lnTo>
                <a:lnTo>
                  <a:pt x="3021622" y="966152"/>
                </a:lnTo>
                <a:lnTo>
                  <a:pt x="3170644" y="966152"/>
                </a:lnTo>
                <a:lnTo>
                  <a:pt x="3170644" y="12420"/>
                </a:lnTo>
                <a:close/>
              </a:path>
              <a:path w="4495165" h="1525904">
                <a:moveTo>
                  <a:pt x="3488461" y="1158836"/>
                </a:moveTo>
                <a:lnTo>
                  <a:pt x="3207194" y="1158836"/>
                </a:lnTo>
                <a:lnTo>
                  <a:pt x="3207194" y="1200746"/>
                </a:lnTo>
                <a:lnTo>
                  <a:pt x="3325203" y="1200746"/>
                </a:lnTo>
                <a:lnTo>
                  <a:pt x="3325203" y="1523326"/>
                </a:lnTo>
                <a:lnTo>
                  <a:pt x="3370453" y="1523326"/>
                </a:lnTo>
                <a:lnTo>
                  <a:pt x="3370453" y="1200746"/>
                </a:lnTo>
                <a:lnTo>
                  <a:pt x="3488461" y="1200746"/>
                </a:lnTo>
                <a:lnTo>
                  <a:pt x="3488461" y="1158836"/>
                </a:lnTo>
                <a:close/>
              </a:path>
              <a:path w="4495165" h="1525904">
                <a:moveTo>
                  <a:pt x="3983431" y="1522780"/>
                </a:moveTo>
                <a:lnTo>
                  <a:pt x="3946093" y="1424520"/>
                </a:lnTo>
                <a:lnTo>
                  <a:pt x="3930485" y="1383449"/>
                </a:lnTo>
                <a:lnTo>
                  <a:pt x="3883075" y="1258697"/>
                </a:lnTo>
                <a:lnTo>
                  <a:pt x="3883075" y="1383449"/>
                </a:lnTo>
                <a:lnTo>
                  <a:pt x="3751542" y="1383449"/>
                </a:lnTo>
                <a:lnTo>
                  <a:pt x="3817048" y="1208227"/>
                </a:lnTo>
                <a:lnTo>
                  <a:pt x="3883075" y="1383449"/>
                </a:lnTo>
                <a:lnTo>
                  <a:pt x="3883075" y="1258697"/>
                </a:lnTo>
                <a:lnTo>
                  <a:pt x="3863898" y="1208227"/>
                </a:lnTo>
                <a:lnTo>
                  <a:pt x="3845128" y="1158849"/>
                </a:lnTo>
                <a:lnTo>
                  <a:pt x="3791572" y="1158849"/>
                </a:lnTo>
                <a:lnTo>
                  <a:pt x="3652761" y="1522780"/>
                </a:lnTo>
                <a:lnTo>
                  <a:pt x="3699548" y="1522780"/>
                </a:lnTo>
                <a:lnTo>
                  <a:pt x="3738029" y="1424520"/>
                </a:lnTo>
                <a:lnTo>
                  <a:pt x="3896588" y="1424520"/>
                </a:lnTo>
                <a:lnTo>
                  <a:pt x="3935069" y="1522780"/>
                </a:lnTo>
                <a:lnTo>
                  <a:pt x="3983431" y="1522780"/>
                </a:lnTo>
                <a:close/>
              </a:path>
              <a:path w="4495165" h="1525904">
                <a:moveTo>
                  <a:pt x="4433138" y="1480870"/>
                </a:moveTo>
                <a:lnTo>
                  <a:pt x="4267276" y="1480870"/>
                </a:lnTo>
                <a:lnTo>
                  <a:pt x="4267276" y="1158290"/>
                </a:lnTo>
                <a:lnTo>
                  <a:pt x="4222051" y="1158290"/>
                </a:lnTo>
                <a:lnTo>
                  <a:pt x="4222051" y="1480870"/>
                </a:lnTo>
                <a:lnTo>
                  <a:pt x="4222051" y="1522780"/>
                </a:lnTo>
                <a:lnTo>
                  <a:pt x="4433138" y="1522780"/>
                </a:lnTo>
                <a:lnTo>
                  <a:pt x="4433138" y="1480870"/>
                </a:lnTo>
                <a:close/>
              </a:path>
              <a:path w="4495165" h="1525904">
                <a:moveTo>
                  <a:pt x="4494847" y="489292"/>
                </a:moveTo>
                <a:lnTo>
                  <a:pt x="4492307" y="437197"/>
                </a:lnTo>
                <a:lnTo>
                  <a:pt x="4484738" y="386778"/>
                </a:lnTo>
                <a:lnTo>
                  <a:pt x="4472267" y="338289"/>
                </a:lnTo>
                <a:lnTo>
                  <a:pt x="4455020" y="292011"/>
                </a:lnTo>
                <a:lnTo>
                  <a:pt x="4433113" y="248221"/>
                </a:lnTo>
                <a:lnTo>
                  <a:pt x="4406671" y="207187"/>
                </a:lnTo>
                <a:lnTo>
                  <a:pt x="4375797" y="169176"/>
                </a:lnTo>
                <a:lnTo>
                  <a:pt x="4357306" y="150926"/>
                </a:lnTo>
                <a:lnTo>
                  <a:pt x="4341698" y="135521"/>
                </a:lnTo>
                <a:lnTo>
                  <a:pt x="4341698" y="489292"/>
                </a:lnTo>
                <a:lnTo>
                  <a:pt x="4338663" y="537616"/>
                </a:lnTo>
                <a:lnTo>
                  <a:pt x="4329646" y="583184"/>
                </a:lnTo>
                <a:lnTo>
                  <a:pt x="4314761" y="625754"/>
                </a:lnTo>
                <a:lnTo>
                  <a:pt x="4294111" y="665073"/>
                </a:lnTo>
                <a:lnTo>
                  <a:pt x="4267809" y="700887"/>
                </a:lnTo>
                <a:lnTo>
                  <a:pt x="4235958" y="732955"/>
                </a:lnTo>
                <a:lnTo>
                  <a:pt x="4197947" y="761492"/>
                </a:lnTo>
                <a:lnTo>
                  <a:pt x="4155338" y="785063"/>
                </a:lnTo>
                <a:lnTo>
                  <a:pt x="4108437" y="803567"/>
                </a:lnTo>
                <a:lnTo>
                  <a:pt x="4057561" y="816902"/>
                </a:lnTo>
                <a:lnTo>
                  <a:pt x="4002989" y="824979"/>
                </a:lnTo>
                <a:lnTo>
                  <a:pt x="3945039" y="827697"/>
                </a:lnTo>
                <a:lnTo>
                  <a:pt x="3887089" y="824979"/>
                </a:lnTo>
                <a:lnTo>
                  <a:pt x="3832517" y="816902"/>
                </a:lnTo>
                <a:lnTo>
                  <a:pt x="3781628" y="803567"/>
                </a:lnTo>
                <a:lnTo>
                  <a:pt x="3734739" y="785063"/>
                </a:lnTo>
                <a:lnTo>
                  <a:pt x="3692131" y="761492"/>
                </a:lnTo>
                <a:lnTo>
                  <a:pt x="3654120" y="732955"/>
                </a:lnTo>
                <a:lnTo>
                  <a:pt x="3622268" y="700887"/>
                </a:lnTo>
                <a:lnTo>
                  <a:pt x="3595967" y="665073"/>
                </a:lnTo>
                <a:lnTo>
                  <a:pt x="3575316" y="625754"/>
                </a:lnTo>
                <a:lnTo>
                  <a:pt x="3560432" y="583184"/>
                </a:lnTo>
                <a:lnTo>
                  <a:pt x="3551415" y="537616"/>
                </a:lnTo>
                <a:lnTo>
                  <a:pt x="3548392" y="489292"/>
                </a:lnTo>
                <a:lnTo>
                  <a:pt x="3551415" y="440994"/>
                </a:lnTo>
                <a:lnTo>
                  <a:pt x="3560432" y="395427"/>
                </a:lnTo>
                <a:lnTo>
                  <a:pt x="3575316" y="352856"/>
                </a:lnTo>
                <a:lnTo>
                  <a:pt x="3595967" y="313537"/>
                </a:lnTo>
                <a:lnTo>
                  <a:pt x="3622268" y="277723"/>
                </a:lnTo>
                <a:lnTo>
                  <a:pt x="3654120" y="245668"/>
                </a:lnTo>
                <a:lnTo>
                  <a:pt x="3692131" y="217131"/>
                </a:lnTo>
                <a:lnTo>
                  <a:pt x="3734739" y="193573"/>
                </a:lnTo>
                <a:lnTo>
                  <a:pt x="3781628" y="175069"/>
                </a:lnTo>
                <a:lnTo>
                  <a:pt x="3832517" y="161721"/>
                </a:lnTo>
                <a:lnTo>
                  <a:pt x="3887089" y="153644"/>
                </a:lnTo>
                <a:lnTo>
                  <a:pt x="3945039" y="150926"/>
                </a:lnTo>
                <a:lnTo>
                  <a:pt x="4002989" y="153644"/>
                </a:lnTo>
                <a:lnTo>
                  <a:pt x="4057561" y="161721"/>
                </a:lnTo>
                <a:lnTo>
                  <a:pt x="4108437" y="175069"/>
                </a:lnTo>
                <a:lnTo>
                  <a:pt x="4155338" y="193573"/>
                </a:lnTo>
                <a:lnTo>
                  <a:pt x="4197947" y="217131"/>
                </a:lnTo>
                <a:lnTo>
                  <a:pt x="4235958" y="245668"/>
                </a:lnTo>
                <a:lnTo>
                  <a:pt x="4267809" y="277723"/>
                </a:lnTo>
                <a:lnTo>
                  <a:pt x="4294111" y="313537"/>
                </a:lnTo>
                <a:lnTo>
                  <a:pt x="4314761" y="352856"/>
                </a:lnTo>
                <a:lnTo>
                  <a:pt x="4329646" y="395427"/>
                </a:lnTo>
                <a:lnTo>
                  <a:pt x="4338663" y="440994"/>
                </a:lnTo>
                <a:lnTo>
                  <a:pt x="4341698" y="489292"/>
                </a:lnTo>
                <a:lnTo>
                  <a:pt x="4341698" y="135521"/>
                </a:lnTo>
                <a:lnTo>
                  <a:pt x="4306087" y="106692"/>
                </a:lnTo>
                <a:lnTo>
                  <a:pt x="4268914" y="82029"/>
                </a:lnTo>
                <a:lnTo>
                  <a:pt x="4229214" y="60515"/>
                </a:lnTo>
                <a:lnTo>
                  <a:pt x="4187126" y="42202"/>
                </a:lnTo>
                <a:lnTo>
                  <a:pt x="4142765" y="27127"/>
                </a:lnTo>
                <a:lnTo>
                  <a:pt x="4096258" y="15316"/>
                </a:lnTo>
                <a:lnTo>
                  <a:pt x="4047718" y="6832"/>
                </a:lnTo>
                <a:lnTo>
                  <a:pt x="3997274" y="1714"/>
                </a:lnTo>
                <a:lnTo>
                  <a:pt x="3945039" y="0"/>
                </a:lnTo>
                <a:lnTo>
                  <a:pt x="3892804" y="1714"/>
                </a:lnTo>
                <a:lnTo>
                  <a:pt x="3842359" y="6832"/>
                </a:lnTo>
                <a:lnTo>
                  <a:pt x="3793820" y="15316"/>
                </a:lnTo>
                <a:lnTo>
                  <a:pt x="3747312" y="27127"/>
                </a:lnTo>
                <a:lnTo>
                  <a:pt x="3702951" y="42202"/>
                </a:lnTo>
                <a:lnTo>
                  <a:pt x="3660864" y="60515"/>
                </a:lnTo>
                <a:lnTo>
                  <a:pt x="3621176" y="82029"/>
                </a:lnTo>
                <a:lnTo>
                  <a:pt x="3583990" y="106692"/>
                </a:lnTo>
                <a:lnTo>
                  <a:pt x="3549459" y="134467"/>
                </a:lnTo>
                <a:lnTo>
                  <a:pt x="3514280" y="169176"/>
                </a:lnTo>
                <a:lnTo>
                  <a:pt x="3483406" y="207187"/>
                </a:lnTo>
                <a:lnTo>
                  <a:pt x="3456952" y="248221"/>
                </a:lnTo>
                <a:lnTo>
                  <a:pt x="3435058" y="292011"/>
                </a:lnTo>
                <a:lnTo>
                  <a:pt x="3417811" y="338289"/>
                </a:lnTo>
                <a:lnTo>
                  <a:pt x="3405352" y="386778"/>
                </a:lnTo>
                <a:lnTo>
                  <a:pt x="3397783" y="437197"/>
                </a:lnTo>
                <a:lnTo>
                  <a:pt x="3395243" y="489292"/>
                </a:lnTo>
                <a:lnTo>
                  <a:pt x="3397783" y="541401"/>
                </a:lnTo>
                <a:lnTo>
                  <a:pt x="3405352" y="591832"/>
                </a:lnTo>
                <a:lnTo>
                  <a:pt x="3417811" y="640334"/>
                </a:lnTo>
                <a:lnTo>
                  <a:pt x="3435058" y="686600"/>
                </a:lnTo>
                <a:lnTo>
                  <a:pt x="3456952" y="730389"/>
                </a:lnTo>
                <a:lnTo>
                  <a:pt x="3483406" y="771423"/>
                </a:lnTo>
                <a:lnTo>
                  <a:pt x="3514280" y="809434"/>
                </a:lnTo>
                <a:lnTo>
                  <a:pt x="3549459" y="844130"/>
                </a:lnTo>
                <a:lnTo>
                  <a:pt x="3583990" y="871918"/>
                </a:lnTo>
                <a:lnTo>
                  <a:pt x="3621176" y="896594"/>
                </a:lnTo>
                <a:lnTo>
                  <a:pt x="3660864" y="918108"/>
                </a:lnTo>
                <a:lnTo>
                  <a:pt x="3702951" y="936421"/>
                </a:lnTo>
                <a:lnTo>
                  <a:pt x="3747312" y="951496"/>
                </a:lnTo>
                <a:lnTo>
                  <a:pt x="3793820" y="963295"/>
                </a:lnTo>
                <a:lnTo>
                  <a:pt x="3842359" y="971778"/>
                </a:lnTo>
                <a:lnTo>
                  <a:pt x="3892804" y="976896"/>
                </a:lnTo>
                <a:lnTo>
                  <a:pt x="3945039" y="978611"/>
                </a:lnTo>
                <a:lnTo>
                  <a:pt x="3997274" y="976896"/>
                </a:lnTo>
                <a:lnTo>
                  <a:pt x="4047718" y="971778"/>
                </a:lnTo>
                <a:lnTo>
                  <a:pt x="4096258" y="963295"/>
                </a:lnTo>
                <a:lnTo>
                  <a:pt x="4142765" y="951496"/>
                </a:lnTo>
                <a:lnTo>
                  <a:pt x="4187126" y="936421"/>
                </a:lnTo>
                <a:lnTo>
                  <a:pt x="4229214" y="918108"/>
                </a:lnTo>
                <a:lnTo>
                  <a:pt x="4268914" y="896594"/>
                </a:lnTo>
                <a:lnTo>
                  <a:pt x="4306087" y="871918"/>
                </a:lnTo>
                <a:lnTo>
                  <a:pt x="4340631" y="844130"/>
                </a:lnTo>
                <a:lnTo>
                  <a:pt x="4375797" y="809434"/>
                </a:lnTo>
                <a:lnTo>
                  <a:pt x="4406671" y="771423"/>
                </a:lnTo>
                <a:lnTo>
                  <a:pt x="4433113" y="730389"/>
                </a:lnTo>
                <a:lnTo>
                  <a:pt x="4455020" y="686600"/>
                </a:lnTo>
                <a:lnTo>
                  <a:pt x="4472267" y="640334"/>
                </a:lnTo>
                <a:lnTo>
                  <a:pt x="4484738" y="591832"/>
                </a:lnTo>
                <a:lnTo>
                  <a:pt x="4492307" y="541401"/>
                </a:lnTo>
                <a:lnTo>
                  <a:pt x="4494847" y="489292"/>
                </a:lnTo>
                <a:close/>
              </a:path>
            </a:pathLst>
          </a:custGeom>
          <a:solidFill>
            <a:schemeClr val="bg1"/>
          </a:solidFill>
        </p:spPr>
        <p:txBody>
          <a:bodyPr wrap="square" lIns="0" tIns="0" rIns="0" bIns="0" rtlCol="0"/>
          <a:lstStyle/>
          <a:p>
            <a:pPr defTabSz="554466"/>
            <a:endParaRPr sz="1092" kern="0">
              <a:solidFill>
                <a:sysClr val="windowText" lastClr="000000"/>
              </a:solidFill>
            </a:endParaRPr>
          </a:p>
        </p:txBody>
      </p:sp>
    </p:spTree>
    <p:extLst>
      <p:ext uri="{BB962C8B-B14F-4D97-AF65-F5344CB8AC3E}">
        <p14:creationId xmlns:p14="http://schemas.microsoft.com/office/powerpoint/2010/main" val="3864721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_Título | 1 linha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lnSpc>
                <a:spcPct val="100000"/>
              </a:lnSpc>
              <a:spcBef>
                <a:spcPts val="0"/>
              </a:spcBef>
              <a:buNone/>
              <a:defRPr sz="2800">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5"/>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092">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6699502"/>
            <a:ext cx="121920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6776531"/>
            <a:ext cx="121920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06533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6_Título | 2 linhas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34964" y="1949415"/>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6208641" y="1949415"/>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334964" y="1518528"/>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6208641" y="1518528"/>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092">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334964"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790273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p15:clr>
            <a:srgbClr val="FBAE40"/>
          </p15:clr>
        </p15:guide>
        <p15:guide id="7" orient="horz" pos="935">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6_Título | Box superior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lumMod val="95000"/>
                    <a:lumOff val="5000"/>
                  </a:schemeClr>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092">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334964"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25230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6_Título | Box lateral - Branco ">
    <p:bg>
      <p:bgPr>
        <a:solidFill>
          <a:schemeClr val="bg1"/>
        </a:soli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092">
              <a:solidFill>
                <a:schemeClr val="accent4"/>
              </a:solidFill>
            </a:endParaRPr>
          </a:p>
        </p:txBody>
      </p:sp>
    </p:spTree>
    <p:extLst>
      <p:ext uri="{BB962C8B-B14F-4D97-AF65-F5344CB8AC3E}">
        <p14:creationId xmlns:p14="http://schemas.microsoft.com/office/powerpoint/2010/main" val="52927176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4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4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2824777755"/>
      </p:ext>
    </p:extLst>
  </p:cSld>
  <p:clrMapOvr>
    <a:masterClrMapping/>
  </p:clrMapOvr>
  <p:extLst>
    <p:ext uri="{DCECCB84-F9BA-43D5-87BE-67443E8EF086}">
      <p15:sldGuideLst xmlns:p15="http://schemas.microsoft.com/office/powerpoint/2012/main">
        <p15:guide id="1" pos="12319">
          <p15:clr>
            <a:srgbClr val="FBAE40"/>
          </p15:clr>
        </p15:guide>
        <p15:guide id="4" pos="345">
          <p15:clr>
            <a:srgbClr val="FBAE40"/>
          </p15:clr>
        </p15:guide>
        <p15:guide id="5" orient="horz" pos="6919">
          <p15:clr>
            <a:srgbClr val="FBAE40"/>
          </p15:clr>
        </p15:guide>
        <p15:guide id="6" orient="horz" pos="840">
          <p15:clr>
            <a:srgbClr val="FBAE40"/>
          </p15:clr>
        </p15:guide>
        <p15:guide id="7" orient="horz" pos="935">
          <p15:clr>
            <a:srgbClr val="FBAE40"/>
          </p15:clr>
        </p15:guide>
        <p15:guide id="8" orient="horz" pos="6714">
          <p15:clr>
            <a:srgbClr val="FBAE40"/>
          </p15:clr>
        </p15:guide>
        <p15:guide id="9" orient="horz" pos="1022">
          <p15:clr>
            <a:srgbClr val="FBAE40"/>
          </p15:clr>
        </p15:guide>
        <p15:guide id="10" orient="horz" pos="183">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1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2099285" y="0"/>
            <a:ext cx="91438" cy="1832748"/>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p>
          </p:txBody>
        </p:sp>
      </p:grpSp>
    </p:spTree>
    <p:extLst>
      <p:ext uri="{BB962C8B-B14F-4D97-AF65-F5344CB8AC3E}">
        <p14:creationId xmlns:p14="http://schemas.microsoft.com/office/powerpoint/2010/main" val="157770467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5_Título | 1 linh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33620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5_Título | 6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99687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5_Título | 5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08673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4_Título | 4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873423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4_Título | 2 linha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4"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1"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4"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1"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906674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4_Título | Box superio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69691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Título | Box lateral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Tree>
    <p:extLst>
      <p:ext uri="{BB962C8B-B14F-4D97-AF65-F5344CB8AC3E}">
        <p14:creationId xmlns:p14="http://schemas.microsoft.com/office/powerpoint/2010/main" val="377019393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4_Título | 1 linh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1FA1EDF-496D-FC00-C47D-BE89A3B7157A}"/>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192259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_Título | 6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58F86B63-CC31-1EAA-F721-707EF550B32A}"/>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95934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4_Título | 5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31984F0D-6B5E-38C9-C788-1C5ADE9D6048}"/>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69104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4_Título | 4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15ABCE8D-7E28-9176-5F42-ED60E4527C5E}"/>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141206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4_Título | 2 linha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4"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1"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4"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1"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B199F5B5-BC6B-B426-BC59-B48B46CF1637}"/>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924859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Título | Box superio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E9E5CEC1-15EA-7E91-EAE8-795FFF71F653}"/>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578855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4_Título | Box lateral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Tree>
    <p:extLst>
      <p:ext uri="{BB962C8B-B14F-4D97-AF65-F5344CB8AC3E}">
        <p14:creationId xmlns:p14="http://schemas.microsoft.com/office/powerpoint/2010/main" val="199902431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4_Título | 1 linha - Escuro">
    <p:bg>
      <p:bgPr>
        <a:solidFill>
          <a:schemeClr val="tx2"/>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accent2"/>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accent2"/>
              </a:solidFill>
            </a:endParaRPr>
          </a:p>
        </p:txBody>
      </p:sp>
    </p:spTree>
    <p:extLst>
      <p:ext uri="{BB962C8B-B14F-4D97-AF65-F5344CB8AC3E}">
        <p14:creationId xmlns:p14="http://schemas.microsoft.com/office/powerpoint/2010/main" val="16363396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0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bject 5">
            <a:extLst>
              <a:ext uri="{FF2B5EF4-FFF2-40B4-BE49-F238E27FC236}">
                <a16:creationId xmlns:a16="http://schemas.microsoft.com/office/drawing/2014/main" id="{6BE3BE47-1A4F-1F57-925B-0AD426F278E9}"/>
              </a:ext>
            </a:extLst>
          </p:cNvPr>
          <p:cNvSpPr/>
          <p:nvPr userDrawn="1"/>
        </p:nvSpPr>
        <p:spPr>
          <a:xfrm flipV="1">
            <a:off x="334962" y="6294309"/>
            <a:ext cx="10183814"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marL="0" marR="0" lvl="0" indent="0" algn="l" defTabSz="554466"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ysClr val="windowText" lastClr="000000"/>
              </a:solidFill>
              <a:effectLst/>
              <a:uLnTx/>
              <a:uFillTx/>
              <a:latin typeface="Arial"/>
              <a:cs typeface="Arial"/>
              <a:sym typeface="Arial"/>
            </a:endParaRPr>
          </a:p>
        </p:txBody>
      </p:sp>
    </p:spTree>
    <p:extLst>
      <p:ext uri="{BB962C8B-B14F-4D97-AF65-F5344CB8AC3E}">
        <p14:creationId xmlns:p14="http://schemas.microsoft.com/office/powerpoint/2010/main" val="131371561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9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350481064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677701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7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75000"/>
                <a:lumOff val="25000"/>
              </a:schemeClr>
            </a:solidFill>
            <a:prstDash val="solid"/>
          </a:ln>
          <a:effectLst/>
        </p:spPr>
      </p:cxnSp>
    </p:spTree>
    <p:extLst>
      <p:ext uri="{BB962C8B-B14F-4D97-AF65-F5344CB8AC3E}">
        <p14:creationId xmlns:p14="http://schemas.microsoft.com/office/powerpoint/2010/main" val="113534819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640">
          <p15:clr>
            <a:srgbClr val="FBAE40"/>
          </p15:clr>
        </p15:guide>
        <p15:guide id="8" orient="horz" pos="50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3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04716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2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283414894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2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1968306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640">
          <p15:clr>
            <a:srgbClr val="FBAE40"/>
          </p15:clr>
        </p15:guide>
        <p15:guide id="8" orient="horz" pos="50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8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4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572302357"/>
      </p:ext>
    </p:extLst>
  </p:cSld>
  <p:clrMapOvr>
    <a:masterClrMapping/>
  </p:clrMapOvr>
  <p:extLst>
    <p:ext uri="{DCECCB84-F9BA-43D5-87BE-67443E8EF086}">
      <p15:sldGuideLst xmlns:p15="http://schemas.microsoft.com/office/powerpoint/2012/main">
        <p15:guide id="1" pos="12319">
          <p15:clr>
            <a:srgbClr val="FBAE40"/>
          </p15:clr>
        </p15:guide>
        <p15:guide id="4" pos="211">
          <p15:clr>
            <a:srgbClr val="FBAE40"/>
          </p15:clr>
        </p15:guide>
        <p15:guide id="5" orient="horz" pos="6919">
          <p15:clr>
            <a:srgbClr val="FBAE40"/>
          </p15:clr>
        </p15:guide>
        <p15:guide id="6" orient="horz" pos="840">
          <p15:clr>
            <a:srgbClr val="FBAE40"/>
          </p15:clr>
        </p15:guide>
        <p15:guide id="7" orient="horz" pos="935">
          <p15:clr>
            <a:srgbClr val="FBAE40"/>
          </p15:clr>
        </p15:guide>
        <p15:guide id="8" orient="horz" pos="6714">
          <p15:clr>
            <a:srgbClr val="FBAE40"/>
          </p15:clr>
        </p15:guide>
        <p15:guide id="9" orient="horz" pos="1022">
          <p15:clr>
            <a:srgbClr val="FBAE40"/>
          </p15:clr>
        </p15:guide>
        <p15:guide id="10" orient="horz" pos="183">
          <p15:clr>
            <a:srgbClr val="FBAE40"/>
          </p15:clr>
        </p15:guide>
        <p15:guide id="11" pos="7469">
          <p15:clr>
            <a:srgbClr val="FBAE40"/>
          </p15:clr>
        </p15:guide>
        <p15:guide id="12" orient="horz" pos="4020">
          <p15:clr>
            <a:srgbClr val="FBAE40"/>
          </p15:clr>
        </p15:guide>
        <p15:guide id="13" orient="horz" pos="4065">
          <p15:clr>
            <a:srgbClr val="FBAE40"/>
          </p15:clr>
        </p15:guide>
        <p15:guide id="14" orient="horz" pos="420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38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98799250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34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bject 5">
            <a:extLst>
              <a:ext uri="{FF2B5EF4-FFF2-40B4-BE49-F238E27FC236}">
                <a16:creationId xmlns:a16="http://schemas.microsoft.com/office/drawing/2014/main" id="{6BE3BE47-1A4F-1F57-925B-0AD426F278E9}"/>
              </a:ext>
            </a:extLst>
          </p:cNvPr>
          <p:cNvSpPr/>
          <p:nvPr userDrawn="1"/>
        </p:nvSpPr>
        <p:spPr>
          <a:xfrm flipV="1">
            <a:off x="334962" y="6294308"/>
            <a:ext cx="10183814"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ysClr val="windowText" lastClr="000000"/>
              </a:solidFill>
              <a:effectLst/>
              <a:uLnTx/>
              <a:uFillTx/>
              <a:latin typeface="Arial"/>
              <a:cs typeface="Arial"/>
              <a:sym typeface="Arial"/>
            </a:endParaRPr>
          </a:p>
        </p:txBody>
      </p:sp>
    </p:spTree>
    <p:extLst>
      <p:ext uri="{BB962C8B-B14F-4D97-AF65-F5344CB8AC3E}">
        <p14:creationId xmlns:p14="http://schemas.microsoft.com/office/powerpoint/2010/main" val="197167687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4_Título | 1 linha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4"/>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spTree>
    <p:extLst>
      <p:ext uri="{BB962C8B-B14F-4D97-AF65-F5344CB8AC3E}">
        <p14:creationId xmlns:p14="http://schemas.microsoft.com/office/powerpoint/2010/main" val="11860425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3_Título | 2 linhas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34963" y="1949414"/>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6208640" y="1949414"/>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334963" y="1518527"/>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6208640" y="1518527"/>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spTree>
    <p:extLst>
      <p:ext uri="{BB962C8B-B14F-4D97-AF65-F5344CB8AC3E}">
        <p14:creationId xmlns:p14="http://schemas.microsoft.com/office/powerpoint/2010/main" val="304642195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p15:clr>
            <a:srgbClr val="FBAE40"/>
          </p15:clr>
        </p15:guide>
        <p15:guide id="7" orient="horz" pos="935">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_Título | Box superior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lumMod val="95000"/>
                    <a:lumOff val="5000"/>
                  </a:schemeClr>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gradFill>
            <a:gsLst>
              <a:gs pos="100000">
                <a:schemeClr val="accent6">
                  <a:lumMod val="75000"/>
                </a:schemeClr>
              </a:gs>
              <a:gs pos="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tx1">
                  <a:lumMod val="95000"/>
                  <a:lumOff val="5000"/>
                </a:schemeClr>
              </a:solidFill>
            </a:endParaRPr>
          </a:p>
        </p:txBody>
      </p:sp>
    </p:spTree>
    <p:extLst>
      <p:ext uri="{BB962C8B-B14F-4D97-AF65-F5344CB8AC3E}">
        <p14:creationId xmlns:p14="http://schemas.microsoft.com/office/powerpoint/2010/main" val="318152195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3_Título | Box lateral - Branco ">
    <p:bg>
      <p:bgPr>
        <a:solidFill>
          <a:schemeClr val="bg1"/>
        </a:soli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gradFill>
            <a:gsLst>
              <a:gs pos="100000">
                <a:schemeClr val="accent6">
                  <a:lumMod val="75000"/>
                </a:schemeClr>
              </a:gs>
              <a:gs pos="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accent2"/>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5085057" cy="430887"/>
          </a:xfrm>
          <a:prstGeom prst="rect">
            <a:avLst/>
          </a:prstGeom>
        </p:spPr>
        <p:txBody>
          <a:bodyPr lIns="0" tIns="0" rIns="0" bIns="0"/>
          <a:lstStyle>
            <a:lvl1pPr marL="0" indent="0">
              <a:buNone/>
              <a:defRPr sz="2800">
                <a:solidFill>
                  <a:schemeClr val="accent4"/>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6" y="1751285"/>
            <a:ext cx="4369353" cy="156104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6" y="1484313"/>
            <a:ext cx="6077927" cy="4458722"/>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0" y="1482784"/>
            <a:ext cx="145773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0" y="3580828"/>
            <a:ext cx="145773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135656260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ítulo | 1 linha - Escuro Azul">
    <p:bg>
      <p:bgPr>
        <a:gradFill>
          <a:gsLst>
            <a:gs pos="100000">
              <a:schemeClr val="accent6">
                <a:lumMod val="75000"/>
              </a:schemeClr>
            </a:gs>
            <a:gs pos="0">
              <a:schemeClr val="accent6"/>
            </a:gs>
          </a:gsLst>
          <a:lin ang="36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4"/>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2"/>
              </a:solidFill>
            </a:endParaRPr>
          </a:p>
        </p:txBody>
      </p:sp>
    </p:spTree>
    <p:extLst>
      <p:ext uri="{BB962C8B-B14F-4D97-AF65-F5344CB8AC3E}">
        <p14:creationId xmlns:p14="http://schemas.microsoft.com/office/powerpoint/2010/main" val="345251681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ítulo | 6 Boxes - Escuro Azul">
    <p:bg>
      <p:bgPr>
        <a:gradFill>
          <a:gsLst>
            <a:gs pos="100000">
              <a:schemeClr val="accent6">
                <a:lumMod val="75000"/>
              </a:schemeClr>
            </a:gs>
            <a:gs pos="0">
              <a:schemeClr val="accent6"/>
            </a:gs>
          </a:gsLst>
          <a:lin ang="36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4"/>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4"/>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396888735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ítulo | 5 Boxes - Escuro Azul">
    <p:bg>
      <p:bgPr>
        <a:gradFill>
          <a:gsLst>
            <a:gs pos="100000">
              <a:schemeClr val="accent6">
                <a:lumMod val="75000"/>
              </a:schemeClr>
            </a:gs>
            <a:gs pos="0">
              <a:schemeClr val="accent6"/>
            </a:gs>
          </a:gsLst>
          <a:lin ang="36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4"/>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2"/>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3577719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ítulo | 4 Boxes - Escuro Azul">
    <p:bg>
      <p:bgPr>
        <a:gradFill>
          <a:gsLst>
            <a:gs pos="100000">
              <a:schemeClr val="accent6">
                <a:lumMod val="75000"/>
              </a:schemeClr>
            </a:gs>
            <a:gs pos="0">
              <a:schemeClr val="accent6"/>
            </a:gs>
          </a:gsLst>
          <a:lin ang="36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4"/>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2"/>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260111904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ítulo | 2 linhas - Escuro Azul">
    <p:bg>
      <p:bgPr>
        <a:gradFill>
          <a:gsLst>
            <a:gs pos="100000">
              <a:schemeClr val="accent6">
                <a:lumMod val="75000"/>
              </a:schemeClr>
            </a:gs>
            <a:gs pos="0">
              <a:schemeClr val="accent6"/>
            </a:gs>
          </a:gsLst>
          <a:lin ang="36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4"/>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3"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0"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3"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0"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22746787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ítulo | Box superior - Escuro Azul">
    <p:bg>
      <p:bgPr>
        <a:gradFill>
          <a:gsLst>
            <a:gs pos="100000">
              <a:schemeClr val="accent6">
                <a:lumMod val="75000"/>
              </a:schemeClr>
            </a:gs>
            <a:gs pos="0">
              <a:schemeClr val="accent6"/>
            </a:gs>
          </a:gsLst>
          <a:lin ang="36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2"/>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tx1">
                    <a:lumMod val="85000"/>
                    <a:lumOff val="15000"/>
                  </a:schemeClr>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tx1">
                    <a:lumMod val="85000"/>
                    <a:lumOff val="15000"/>
                  </a:schemeClr>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2"/>
              </a:solidFill>
            </a:endParaRPr>
          </a:p>
        </p:txBody>
      </p:sp>
    </p:spTree>
    <p:extLst>
      <p:ext uri="{BB962C8B-B14F-4D97-AF65-F5344CB8AC3E}">
        <p14:creationId xmlns:p14="http://schemas.microsoft.com/office/powerpoint/2010/main" val="258067145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ítulo | Box lateral - Escuro Azul">
    <p:bg>
      <p:bgPr>
        <a:gradFill>
          <a:gsLst>
            <a:gs pos="100000">
              <a:schemeClr val="accent6">
                <a:lumMod val="75000"/>
              </a:schemeClr>
            </a:gs>
            <a:gs pos="0">
              <a:schemeClr val="accent6"/>
            </a:gs>
          </a:gsLst>
          <a:lin ang="36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5085057" cy="430887"/>
          </a:xfrm>
          <a:prstGeom prst="rect">
            <a:avLst/>
          </a:prstGeom>
        </p:spPr>
        <p:txBody>
          <a:bodyPr lIns="0" tIns="0" rIns="0" bIns="0"/>
          <a:lstStyle>
            <a:lvl1pPr marL="0" indent="0">
              <a:buNone/>
              <a:defRPr sz="2800">
                <a:solidFill>
                  <a:schemeClr val="accent3"/>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6" y="1751285"/>
            <a:ext cx="4369353" cy="1561042"/>
          </a:xfrm>
          <a:prstGeom prst="rect">
            <a:avLst/>
          </a:prstGeom>
        </p:spPr>
        <p:txBody>
          <a:bodyPr lIns="0" tIns="0" rIns="0" bIns="0"/>
          <a:lstStyle>
            <a:lvl1pPr marL="0" indent="0">
              <a:buNone/>
              <a:defRPr sz="1600">
                <a:solidFill>
                  <a:schemeClr val="accent3"/>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accent3"/>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6"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0"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0"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2"/>
              </a:solidFill>
            </a:endParaRPr>
          </a:p>
        </p:txBody>
      </p:sp>
    </p:spTree>
    <p:extLst>
      <p:ext uri="{BB962C8B-B14F-4D97-AF65-F5344CB8AC3E}">
        <p14:creationId xmlns:p14="http://schemas.microsoft.com/office/powerpoint/2010/main" val="202315621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Blank - Escuro Azul">
    <p:bg>
      <p:bgPr>
        <a:gradFill>
          <a:gsLst>
            <a:gs pos="95000">
              <a:srgbClr val="637881"/>
            </a:gs>
            <a:gs pos="0">
              <a:srgbClr val="506168"/>
            </a:gs>
          </a:gsLst>
          <a:lin ang="3600000" scaled="0"/>
        </a:gradFill>
        <a:effectLst/>
      </p:bgPr>
    </p:bg>
    <p:spTree>
      <p:nvGrpSpPr>
        <p:cNvPr id="1" name=""/>
        <p:cNvGrpSpPr/>
        <p:nvPr/>
      </p:nvGrpSpPr>
      <p:grpSpPr>
        <a:xfrm>
          <a:off x="0" y="0"/>
          <a:ext cx="0" cy="0"/>
          <a:chOff x="0" y="0"/>
          <a:chExt cx="0" cy="0"/>
        </a:xfrm>
      </p:grpSpPr>
      <p:sp>
        <p:nvSpPr>
          <p:cNvPr id="2" name="Espaço Reservado para Número de Slide 5">
            <a:extLst>
              <a:ext uri="{FF2B5EF4-FFF2-40B4-BE49-F238E27FC236}">
                <a16:creationId xmlns:a16="http://schemas.microsoft.com/office/drawing/2014/main" id="{1FBE7481-8199-6DCD-D8ED-A8D7F50FCD0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416340666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2_Título | 1 linha - Branco ">
    <p:bg>
      <p:bgPr>
        <a:solidFill>
          <a:srgbClr val="ABC5CD"/>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2" y="368300"/>
            <a:ext cx="10183813" cy="430887"/>
          </a:xfrm>
          <a:prstGeom prst="rect">
            <a:avLst/>
          </a:prstGeom>
        </p:spPr>
        <p:txBody>
          <a:bodyPr lIns="0" tIns="0" rIns="0" bIns="0"/>
          <a:lstStyle>
            <a:lvl1pPr marL="0" indent="0">
              <a:lnSpc>
                <a:spcPct val="100000"/>
              </a:lnSpc>
              <a:spcBef>
                <a:spcPts val="0"/>
              </a:spcBef>
              <a:buNone/>
              <a:defRPr sz="2800">
                <a:solidFill>
                  <a:schemeClr val="accent5">
                    <a:lumMod val="20000"/>
                    <a:lumOff val="80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tx1"/>
          </a:solidFill>
          <a:ln w="1061" cap="flat">
            <a:noFill/>
            <a:prstDash val="solid"/>
            <a:miter/>
          </a:ln>
        </p:spPr>
        <p:txBody>
          <a:bodyPr rtlCol="0" anchor="ctr"/>
          <a:lstStyle/>
          <a:p>
            <a:endParaRPr lang="pt-BR">
              <a:solidFill>
                <a:schemeClr val="accent6"/>
              </a:solidFill>
            </a:endParaRPr>
          </a:p>
        </p:txBody>
      </p:sp>
      <p:sp>
        <p:nvSpPr>
          <p:cNvPr id="3" name="Espaço Reservado para Número de Slide 5">
            <a:extLst>
              <a:ext uri="{FF2B5EF4-FFF2-40B4-BE49-F238E27FC236}">
                <a16:creationId xmlns:a16="http://schemas.microsoft.com/office/drawing/2014/main" id="{0937F25F-A4B2-9324-9F6C-F74AD70CD4D1}"/>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92173651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1_Título | 1 linha - Branco ">
    <p:bg>
      <p:bgPr>
        <a:gradFill>
          <a:gsLst>
            <a:gs pos="95000">
              <a:schemeClr val="bg2">
                <a:lumMod val="10000"/>
              </a:schemeClr>
            </a:gs>
            <a:gs pos="0">
              <a:schemeClr val="bg2">
                <a:lumMod val="25000"/>
              </a:schemeClr>
            </a:gs>
          </a:gsLst>
          <a:lin ang="36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2" y="368300"/>
            <a:ext cx="10183813" cy="430887"/>
          </a:xfrm>
          <a:prstGeom prst="rect">
            <a:avLst/>
          </a:prstGeom>
        </p:spPr>
        <p:txBody>
          <a:bodyPr lIns="0" tIns="0" rIns="0" bIns="0"/>
          <a:lstStyle>
            <a:lvl1pPr marL="0" indent="0">
              <a:lnSpc>
                <a:spcPct val="100000"/>
              </a:lnSpc>
              <a:spcBef>
                <a:spcPts val="0"/>
              </a:spcBef>
              <a:buNone/>
              <a:defRPr sz="2800">
                <a:solidFill>
                  <a:schemeClr val="accent5">
                    <a:lumMod val="20000"/>
                    <a:lumOff val="80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3" name="Espaço Reservado para Número de Slide 5">
            <a:extLst>
              <a:ext uri="{FF2B5EF4-FFF2-40B4-BE49-F238E27FC236}">
                <a16:creationId xmlns:a16="http://schemas.microsoft.com/office/drawing/2014/main" id="{6F5DF867-9F8A-5956-6EDE-795AB085CBE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41541355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Título | 1 linha - Branco ">
    <p:bg>
      <p:bgRef idx="1001">
        <a:schemeClr val="bg1"/>
      </p:bgRef>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2" y="368300"/>
            <a:ext cx="10183813" cy="430887"/>
          </a:xfrm>
          <a:prstGeom prst="rect">
            <a:avLst/>
          </a:prstGeom>
        </p:spPr>
        <p:txBody>
          <a:bodyPr lIns="0" tIns="0" rIns="0" bIns="0"/>
          <a:lstStyle>
            <a:lvl1pPr marL="0" indent="0">
              <a:lnSpc>
                <a:spcPct val="100000"/>
              </a:lnSpc>
              <a:spcBef>
                <a:spcPts val="0"/>
              </a:spcBef>
              <a:buNone/>
              <a:defRPr sz="2800">
                <a:solidFill>
                  <a:srgbClr val="52626A"/>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tx1"/>
          </a:solidFill>
          <a:ln w="1061" cap="flat">
            <a:noFill/>
            <a:prstDash val="solid"/>
            <a:miter/>
          </a:ln>
        </p:spPr>
        <p:txBody>
          <a:bodyPr rtlCol="0" anchor="ctr"/>
          <a:lstStyle/>
          <a:p>
            <a:endParaRPr lang="pt-BR">
              <a:solidFill>
                <a:schemeClr val="accent6"/>
              </a:solidFill>
            </a:endParaRPr>
          </a:p>
        </p:txBody>
      </p:sp>
      <p:grpSp>
        <p:nvGrpSpPr>
          <p:cNvPr id="10" name="Group 9">
            <a:extLst>
              <a:ext uri="{FF2B5EF4-FFF2-40B4-BE49-F238E27FC236}">
                <a16:creationId xmlns:a16="http://schemas.microsoft.com/office/drawing/2014/main" id="{31A7A9F5-14FB-C152-5B10-ACBAB77CABE7}"/>
              </a:ext>
            </a:extLst>
          </p:cNvPr>
          <p:cNvGrpSpPr/>
          <p:nvPr userDrawn="1"/>
        </p:nvGrpSpPr>
        <p:grpSpPr>
          <a:xfrm flipH="1" flipV="1">
            <a:off x="-3708113" y="-1720558"/>
            <a:ext cx="13480763" cy="4195471"/>
            <a:chOff x="-62630" y="3261055"/>
            <a:chExt cx="12291315" cy="3825292"/>
          </a:xfrm>
        </p:grpSpPr>
        <p:sp>
          <p:nvSpPr>
            <p:cNvPr id="8" name="Freeform: Shape 7">
              <a:extLst>
                <a:ext uri="{FF2B5EF4-FFF2-40B4-BE49-F238E27FC236}">
                  <a16:creationId xmlns:a16="http://schemas.microsoft.com/office/drawing/2014/main" id="{7F5203F2-98CE-9C56-D5D2-9ADFC42EE850}"/>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9525">
              <a:gradFill>
                <a:gsLst>
                  <a:gs pos="100000">
                    <a:schemeClr val="bg2">
                      <a:lumMod val="90000"/>
                    </a:schemeClr>
                  </a:gs>
                  <a:gs pos="0">
                    <a:schemeClr val="accent1">
                      <a:lumMod val="30000"/>
                      <a:lumOff val="70000"/>
                      <a:alpha val="0"/>
                    </a:schemeClr>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reeform: Shape 8">
              <a:extLst>
                <a:ext uri="{FF2B5EF4-FFF2-40B4-BE49-F238E27FC236}">
                  <a16:creationId xmlns:a16="http://schemas.microsoft.com/office/drawing/2014/main" id="{6806C944-24DF-C81E-4380-ED7FD4BB2384}"/>
                </a:ext>
              </a:extLst>
            </p:cNvPr>
            <p:cNvSpPr/>
            <p:nvPr/>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3" name="Freeform: Shape 2">
            <a:extLst>
              <a:ext uri="{FF2B5EF4-FFF2-40B4-BE49-F238E27FC236}">
                <a16:creationId xmlns:a16="http://schemas.microsoft.com/office/drawing/2014/main" id="{359D3027-E1C3-C96F-3743-6607A24A07D8}"/>
              </a:ext>
            </a:extLst>
          </p:cNvPr>
          <p:cNvSpPr/>
          <p:nvPr userDrawn="1"/>
        </p:nvSpPr>
        <p:spPr>
          <a:xfrm>
            <a:off x="1138610" y="6702572"/>
            <a:ext cx="9942620" cy="155740"/>
          </a:xfrm>
          <a:custGeom>
            <a:avLst/>
            <a:gdLst>
              <a:gd name="connsiteX0" fmla="*/ 626064 w 9942620"/>
              <a:gd name="connsiteY0" fmla="*/ 0 h 155740"/>
              <a:gd name="connsiteX1" fmla="*/ 9325770 w 9942620"/>
              <a:gd name="connsiteY1" fmla="*/ 0 h 155740"/>
              <a:gd name="connsiteX2" fmla="*/ 9355637 w 9942620"/>
              <a:gd name="connsiteY2" fmla="*/ 337 h 155740"/>
              <a:gd name="connsiteX3" fmla="*/ 9385341 w 9942620"/>
              <a:gd name="connsiteY3" fmla="*/ 1346 h 155740"/>
              <a:gd name="connsiteX4" fmla="*/ 9414876 w 9942620"/>
              <a:gd name="connsiteY4" fmla="*/ 3017 h 155740"/>
              <a:gd name="connsiteX5" fmla="*/ 9444235 w 9942620"/>
              <a:gd name="connsiteY5" fmla="*/ 5345 h 155740"/>
              <a:gd name="connsiteX6" fmla="*/ 9473410 w 9942620"/>
              <a:gd name="connsiteY6" fmla="*/ 8322 h 155740"/>
              <a:gd name="connsiteX7" fmla="*/ 9502395 w 9942620"/>
              <a:gd name="connsiteY7" fmla="*/ 11942 h 155740"/>
              <a:gd name="connsiteX8" fmla="*/ 9531184 w 9942620"/>
              <a:gd name="connsiteY8" fmla="*/ 16195 h 155740"/>
              <a:gd name="connsiteX9" fmla="*/ 9559767 w 9942620"/>
              <a:gd name="connsiteY9" fmla="*/ 21077 h 155740"/>
              <a:gd name="connsiteX10" fmla="*/ 9588140 w 9942620"/>
              <a:gd name="connsiteY10" fmla="*/ 26580 h 155740"/>
              <a:gd name="connsiteX11" fmla="*/ 9616294 w 9942620"/>
              <a:gd name="connsiteY11" fmla="*/ 32697 h 155740"/>
              <a:gd name="connsiteX12" fmla="*/ 9644223 w 9942620"/>
              <a:gd name="connsiteY12" fmla="*/ 39419 h 155740"/>
              <a:gd name="connsiteX13" fmla="*/ 9671921 w 9942620"/>
              <a:gd name="connsiteY13" fmla="*/ 46742 h 155740"/>
              <a:gd name="connsiteX14" fmla="*/ 9699379 w 9942620"/>
              <a:gd name="connsiteY14" fmla="*/ 54656 h 155740"/>
              <a:gd name="connsiteX15" fmla="*/ 9726591 w 9942620"/>
              <a:gd name="connsiteY15" fmla="*/ 63155 h 155740"/>
              <a:gd name="connsiteX16" fmla="*/ 9753549 w 9942620"/>
              <a:gd name="connsiteY16" fmla="*/ 72233 h 155740"/>
              <a:gd name="connsiteX17" fmla="*/ 9780248 w 9942620"/>
              <a:gd name="connsiteY17" fmla="*/ 81881 h 155740"/>
              <a:gd name="connsiteX18" fmla="*/ 9806680 w 9942620"/>
              <a:gd name="connsiteY18" fmla="*/ 92094 h 155740"/>
              <a:gd name="connsiteX19" fmla="*/ 9832836 w 9942620"/>
              <a:gd name="connsiteY19" fmla="*/ 102863 h 155740"/>
              <a:gd name="connsiteX20" fmla="*/ 9858714 w 9942620"/>
              <a:gd name="connsiteY20" fmla="*/ 114182 h 155740"/>
              <a:gd name="connsiteX21" fmla="*/ 9884303 w 9942620"/>
              <a:gd name="connsiteY21" fmla="*/ 126042 h 155740"/>
              <a:gd name="connsiteX22" fmla="*/ 9909595 w 9942620"/>
              <a:gd name="connsiteY22" fmla="*/ 138439 h 155740"/>
              <a:gd name="connsiteX23" fmla="*/ 9934587 w 9942620"/>
              <a:gd name="connsiteY23" fmla="*/ 151364 h 155740"/>
              <a:gd name="connsiteX24" fmla="*/ 9942620 w 9942620"/>
              <a:gd name="connsiteY24" fmla="*/ 155740 h 155740"/>
              <a:gd name="connsiteX25" fmla="*/ 0 w 9942620"/>
              <a:gd name="connsiteY25" fmla="*/ 155740 h 155740"/>
              <a:gd name="connsiteX26" fmla="*/ 15071 w 9942620"/>
              <a:gd name="connsiteY26" fmla="*/ 147780 h 155740"/>
              <a:gd name="connsiteX27" fmla="*/ 40258 w 9942620"/>
              <a:gd name="connsiteY27" fmla="*/ 135147 h 155740"/>
              <a:gd name="connsiteX28" fmla="*/ 65736 w 9942620"/>
              <a:gd name="connsiteY28" fmla="*/ 123032 h 155740"/>
              <a:gd name="connsiteX29" fmla="*/ 91497 w 9942620"/>
              <a:gd name="connsiteY29" fmla="*/ 111443 h 155740"/>
              <a:gd name="connsiteX30" fmla="*/ 117535 w 9942620"/>
              <a:gd name="connsiteY30" fmla="*/ 100384 h 155740"/>
              <a:gd name="connsiteX31" fmla="*/ 143844 w 9942620"/>
              <a:gd name="connsiteY31" fmla="*/ 89866 h 155740"/>
              <a:gd name="connsiteX32" fmla="*/ 170416 w 9942620"/>
              <a:gd name="connsiteY32" fmla="*/ 79892 h 155740"/>
              <a:gd name="connsiteX33" fmla="*/ 197246 w 9942620"/>
              <a:gd name="connsiteY33" fmla="*/ 70471 h 155740"/>
              <a:gd name="connsiteX34" fmla="*/ 224327 w 9942620"/>
              <a:gd name="connsiteY34" fmla="*/ 61608 h 155740"/>
              <a:gd name="connsiteX35" fmla="*/ 251651 w 9942620"/>
              <a:gd name="connsiteY35" fmla="*/ 53311 h 155740"/>
              <a:gd name="connsiteX36" fmla="*/ 279213 w 9942620"/>
              <a:gd name="connsiteY36" fmla="*/ 45587 h 155740"/>
              <a:gd name="connsiteX37" fmla="*/ 307006 w 9942620"/>
              <a:gd name="connsiteY37" fmla="*/ 38442 h 155740"/>
              <a:gd name="connsiteX38" fmla="*/ 335023 w 9942620"/>
              <a:gd name="connsiteY38" fmla="*/ 31882 h 155740"/>
              <a:gd name="connsiteX39" fmla="*/ 363257 w 9942620"/>
              <a:gd name="connsiteY39" fmla="*/ 25916 h 155740"/>
              <a:gd name="connsiteX40" fmla="*/ 391702 w 9942620"/>
              <a:gd name="connsiteY40" fmla="*/ 20549 h 155740"/>
              <a:gd name="connsiteX41" fmla="*/ 420353 w 9942620"/>
              <a:gd name="connsiteY41" fmla="*/ 15788 h 155740"/>
              <a:gd name="connsiteX42" fmla="*/ 449200 w 9942620"/>
              <a:gd name="connsiteY42" fmla="*/ 11640 h 155740"/>
              <a:gd name="connsiteX43" fmla="*/ 478238 w 9942620"/>
              <a:gd name="connsiteY43" fmla="*/ 8111 h 155740"/>
              <a:gd name="connsiteX44" fmla="*/ 507461 w 9942620"/>
              <a:gd name="connsiteY44" fmla="*/ 5209 h 155740"/>
              <a:gd name="connsiteX45" fmla="*/ 536861 w 9942620"/>
              <a:gd name="connsiteY45" fmla="*/ 2940 h 155740"/>
              <a:gd name="connsiteX46" fmla="*/ 566434 w 9942620"/>
              <a:gd name="connsiteY46" fmla="*/ 1311 h 155740"/>
              <a:gd name="connsiteX47" fmla="*/ 596170 w 9942620"/>
              <a:gd name="connsiteY47" fmla="*/ 329 h 155740"/>
              <a:gd name="connsiteX48" fmla="*/ 626064 w 9942620"/>
              <a:gd name="connsiteY48" fmla="*/ 0 h 15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9942620" h="155740">
                <a:moveTo>
                  <a:pt x="626064" y="0"/>
                </a:moveTo>
                <a:lnTo>
                  <a:pt x="9325770" y="0"/>
                </a:lnTo>
                <a:lnTo>
                  <a:pt x="9355637" y="337"/>
                </a:lnTo>
                <a:lnTo>
                  <a:pt x="9385341" y="1346"/>
                </a:lnTo>
                <a:lnTo>
                  <a:pt x="9414876" y="3017"/>
                </a:lnTo>
                <a:lnTo>
                  <a:pt x="9444235" y="5345"/>
                </a:lnTo>
                <a:lnTo>
                  <a:pt x="9473410" y="8322"/>
                </a:lnTo>
                <a:lnTo>
                  <a:pt x="9502395" y="11942"/>
                </a:lnTo>
                <a:lnTo>
                  <a:pt x="9531184" y="16195"/>
                </a:lnTo>
                <a:lnTo>
                  <a:pt x="9559767" y="21077"/>
                </a:lnTo>
                <a:lnTo>
                  <a:pt x="9588140" y="26580"/>
                </a:lnTo>
                <a:lnTo>
                  <a:pt x="9616294" y="32697"/>
                </a:lnTo>
                <a:lnTo>
                  <a:pt x="9644223" y="39419"/>
                </a:lnTo>
                <a:lnTo>
                  <a:pt x="9671921" y="46742"/>
                </a:lnTo>
                <a:lnTo>
                  <a:pt x="9699379" y="54656"/>
                </a:lnTo>
                <a:lnTo>
                  <a:pt x="9726591" y="63155"/>
                </a:lnTo>
                <a:lnTo>
                  <a:pt x="9753549" y="72233"/>
                </a:lnTo>
                <a:lnTo>
                  <a:pt x="9780248" y="81881"/>
                </a:lnTo>
                <a:lnTo>
                  <a:pt x="9806680" y="92094"/>
                </a:lnTo>
                <a:lnTo>
                  <a:pt x="9832836" y="102863"/>
                </a:lnTo>
                <a:lnTo>
                  <a:pt x="9858714" y="114182"/>
                </a:lnTo>
                <a:lnTo>
                  <a:pt x="9884303" y="126042"/>
                </a:lnTo>
                <a:lnTo>
                  <a:pt x="9909595" y="138439"/>
                </a:lnTo>
                <a:lnTo>
                  <a:pt x="9934587" y="151364"/>
                </a:lnTo>
                <a:lnTo>
                  <a:pt x="9942620" y="155740"/>
                </a:lnTo>
                <a:lnTo>
                  <a:pt x="0" y="155740"/>
                </a:lnTo>
                <a:lnTo>
                  <a:pt x="15071" y="147780"/>
                </a:lnTo>
                <a:lnTo>
                  <a:pt x="40258" y="135147"/>
                </a:lnTo>
                <a:lnTo>
                  <a:pt x="65736" y="123032"/>
                </a:lnTo>
                <a:lnTo>
                  <a:pt x="91497" y="111443"/>
                </a:lnTo>
                <a:lnTo>
                  <a:pt x="117535" y="100384"/>
                </a:lnTo>
                <a:lnTo>
                  <a:pt x="143844" y="89866"/>
                </a:lnTo>
                <a:lnTo>
                  <a:pt x="170416" y="79892"/>
                </a:lnTo>
                <a:lnTo>
                  <a:pt x="197246" y="70471"/>
                </a:lnTo>
                <a:lnTo>
                  <a:pt x="224327" y="61608"/>
                </a:lnTo>
                <a:lnTo>
                  <a:pt x="251651" y="53311"/>
                </a:lnTo>
                <a:lnTo>
                  <a:pt x="279213" y="45587"/>
                </a:lnTo>
                <a:lnTo>
                  <a:pt x="307006" y="38442"/>
                </a:lnTo>
                <a:lnTo>
                  <a:pt x="335023" y="31882"/>
                </a:lnTo>
                <a:lnTo>
                  <a:pt x="363257" y="25916"/>
                </a:lnTo>
                <a:lnTo>
                  <a:pt x="391702" y="20549"/>
                </a:lnTo>
                <a:lnTo>
                  <a:pt x="420353" y="15788"/>
                </a:lnTo>
                <a:lnTo>
                  <a:pt x="449200" y="11640"/>
                </a:lnTo>
                <a:lnTo>
                  <a:pt x="478238" y="8111"/>
                </a:lnTo>
                <a:lnTo>
                  <a:pt x="507461" y="5209"/>
                </a:lnTo>
                <a:lnTo>
                  <a:pt x="536861" y="2940"/>
                </a:lnTo>
                <a:lnTo>
                  <a:pt x="566434" y="1311"/>
                </a:lnTo>
                <a:lnTo>
                  <a:pt x="596170" y="329"/>
                </a:lnTo>
                <a:lnTo>
                  <a:pt x="626064" y="0"/>
                </a:lnTo>
                <a:close/>
              </a:path>
            </a:pathLst>
          </a:custGeom>
          <a:gradFill>
            <a:gsLst>
              <a:gs pos="95000">
                <a:srgbClr val="ABC5CD"/>
              </a:gs>
              <a:gs pos="0">
                <a:srgbClr val="506168"/>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5" name="Espaço Reservado para Número de Slide 5">
            <a:extLst>
              <a:ext uri="{FF2B5EF4-FFF2-40B4-BE49-F238E27FC236}">
                <a16:creationId xmlns:a16="http://schemas.microsoft.com/office/drawing/2014/main" id="{ABB1B802-9430-F699-7451-22A48512C7DF}"/>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30819513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0_Título | 1 linha - Branco ">
    <p:bg>
      <p:bgRef idx="1001">
        <a:schemeClr val="bg1"/>
      </p:bgRef>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2" y="368300"/>
            <a:ext cx="10183813" cy="430887"/>
          </a:xfrm>
          <a:prstGeom prst="rect">
            <a:avLst/>
          </a:prstGeom>
        </p:spPr>
        <p:txBody>
          <a:bodyPr lIns="0" tIns="0" rIns="0" bIns="0"/>
          <a:lstStyle>
            <a:lvl1pPr marL="0" indent="0">
              <a:lnSpc>
                <a:spcPct val="100000"/>
              </a:lnSpc>
              <a:spcBef>
                <a:spcPts val="0"/>
              </a:spcBef>
              <a:buNone/>
              <a:defRPr sz="2800">
                <a:solidFill>
                  <a:srgbClr val="52626A"/>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tx1"/>
          </a:solidFill>
          <a:ln w="1061" cap="flat">
            <a:noFill/>
            <a:prstDash val="solid"/>
            <a:miter/>
          </a:ln>
        </p:spPr>
        <p:txBody>
          <a:bodyPr rtlCol="0" anchor="ctr"/>
          <a:lstStyle/>
          <a:p>
            <a:endParaRPr lang="pt-BR">
              <a:solidFill>
                <a:schemeClr val="accent6"/>
              </a:solidFill>
            </a:endParaRPr>
          </a:p>
        </p:txBody>
      </p:sp>
      <p:grpSp>
        <p:nvGrpSpPr>
          <p:cNvPr id="10" name="Group 9">
            <a:extLst>
              <a:ext uri="{FF2B5EF4-FFF2-40B4-BE49-F238E27FC236}">
                <a16:creationId xmlns:a16="http://schemas.microsoft.com/office/drawing/2014/main" id="{31A7A9F5-14FB-C152-5B10-ACBAB77CABE7}"/>
              </a:ext>
            </a:extLst>
          </p:cNvPr>
          <p:cNvGrpSpPr/>
          <p:nvPr userDrawn="1"/>
        </p:nvGrpSpPr>
        <p:grpSpPr>
          <a:xfrm flipH="1" flipV="1">
            <a:off x="-3708113" y="-1720558"/>
            <a:ext cx="13480763" cy="4195471"/>
            <a:chOff x="-62630" y="3261055"/>
            <a:chExt cx="12291315" cy="3825292"/>
          </a:xfrm>
        </p:grpSpPr>
        <p:sp>
          <p:nvSpPr>
            <p:cNvPr id="8" name="Freeform: Shape 7">
              <a:extLst>
                <a:ext uri="{FF2B5EF4-FFF2-40B4-BE49-F238E27FC236}">
                  <a16:creationId xmlns:a16="http://schemas.microsoft.com/office/drawing/2014/main" id="{7F5203F2-98CE-9C56-D5D2-9ADFC42EE850}"/>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9525">
              <a:gradFill>
                <a:gsLst>
                  <a:gs pos="100000">
                    <a:schemeClr val="bg2">
                      <a:lumMod val="90000"/>
                    </a:schemeClr>
                  </a:gs>
                  <a:gs pos="0">
                    <a:schemeClr val="accent1">
                      <a:lumMod val="30000"/>
                      <a:lumOff val="70000"/>
                      <a:alpha val="0"/>
                    </a:schemeClr>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reeform: Shape 8">
              <a:extLst>
                <a:ext uri="{FF2B5EF4-FFF2-40B4-BE49-F238E27FC236}">
                  <a16:creationId xmlns:a16="http://schemas.microsoft.com/office/drawing/2014/main" id="{6806C944-24DF-C81E-4380-ED7FD4BB2384}"/>
                </a:ext>
              </a:extLst>
            </p:cNvPr>
            <p:cNvSpPr/>
            <p:nvPr/>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3" name="Espaço Reservado para Número de Slide 5">
            <a:extLst>
              <a:ext uri="{FF2B5EF4-FFF2-40B4-BE49-F238E27FC236}">
                <a16:creationId xmlns:a16="http://schemas.microsoft.com/office/drawing/2014/main" id="{8BCCB1ED-A663-152E-2EF4-4EE8A0ED8273}"/>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14656793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5_Título | 1 linha - Branco ">
    <p:bg>
      <p:bgRef idx="1001">
        <a:schemeClr val="bg1"/>
      </p:bgRef>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2" y="368300"/>
            <a:ext cx="10183813" cy="430887"/>
          </a:xfrm>
          <a:prstGeom prst="rect">
            <a:avLst/>
          </a:prstGeom>
        </p:spPr>
        <p:txBody>
          <a:bodyPr lIns="0" tIns="0" rIns="0" bIns="0"/>
          <a:lstStyle>
            <a:lvl1pPr marL="0" indent="0">
              <a:lnSpc>
                <a:spcPct val="100000"/>
              </a:lnSpc>
              <a:spcBef>
                <a:spcPts val="0"/>
              </a:spcBef>
              <a:buNone/>
              <a:defRPr sz="2800">
                <a:solidFill>
                  <a:srgbClr val="52626A"/>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tx1"/>
          </a:solidFill>
          <a:ln w="1061" cap="flat">
            <a:noFill/>
            <a:prstDash val="solid"/>
            <a:miter/>
          </a:ln>
        </p:spPr>
        <p:txBody>
          <a:bodyPr rtlCol="0" anchor="ctr"/>
          <a:lstStyle/>
          <a:p>
            <a:endParaRPr lang="pt-BR">
              <a:solidFill>
                <a:schemeClr val="accent6"/>
              </a:solidFill>
            </a:endParaRPr>
          </a:p>
        </p:txBody>
      </p:sp>
      <p:grpSp>
        <p:nvGrpSpPr>
          <p:cNvPr id="10" name="Group 9">
            <a:extLst>
              <a:ext uri="{FF2B5EF4-FFF2-40B4-BE49-F238E27FC236}">
                <a16:creationId xmlns:a16="http://schemas.microsoft.com/office/drawing/2014/main" id="{31A7A9F5-14FB-C152-5B10-ACBAB77CABE7}"/>
              </a:ext>
            </a:extLst>
          </p:cNvPr>
          <p:cNvGrpSpPr/>
          <p:nvPr userDrawn="1"/>
        </p:nvGrpSpPr>
        <p:grpSpPr>
          <a:xfrm flipH="1" flipV="1">
            <a:off x="-3708113" y="-1720558"/>
            <a:ext cx="13480763" cy="4195471"/>
            <a:chOff x="-62630" y="3261055"/>
            <a:chExt cx="12291315" cy="3825292"/>
          </a:xfrm>
        </p:grpSpPr>
        <p:sp>
          <p:nvSpPr>
            <p:cNvPr id="8" name="Freeform: Shape 7">
              <a:extLst>
                <a:ext uri="{FF2B5EF4-FFF2-40B4-BE49-F238E27FC236}">
                  <a16:creationId xmlns:a16="http://schemas.microsoft.com/office/drawing/2014/main" id="{7F5203F2-98CE-9C56-D5D2-9ADFC42EE850}"/>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9525">
              <a:gradFill>
                <a:gsLst>
                  <a:gs pos="100000">
                    <a:schemeClr val="bg2">
                      <a:lumMod val="90000"/>
                    </a:schemeClr>
                  </a:gs>
                  <a:gs pos="0">
                    <a:schemeClr val="accent1">
                      <a:lumMod val="30000"/>
                      <a:lumOff val="70000"/>
                      <a:alpha val="0"/>
                    </a:schemeClr>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reeform: Shape 8">
              <a:extLst>
                <a:ext uri="{FF2B5EF4-FFF2-40B4-BE49-F238E27FC236}">
                  <a16:creationId xmlns:a16="http://schemas.microsoft.com/office/drawing/2014/main" id="{6806C944-24DF-C81E-4380-ED7FD4BB2384}"/>
                </a:ext>
              </a:extLst>
            </p:cNvPr>
            <p:cNvSpPr/>
            <p:nvPr/>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40" name="Picture 2">
            <a:extLst>
              <a:ext uri="{FF2B5EF4-FFF2-40B4-BE49-F238E27FC236}">
                <a16:creationId xmlns:a16="http://schemas.microsoft.com/office/drawing/2014/main" id="{D9ADEF7D-C13D-7766-05E7-F9ED0E5103BF}"/>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4714551" y="732298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Número de Slide 5">
            <a:extLst>
              <a:ext uri="{FF2B5EF4-FFF2-40B4-BE49-F238E27FC236}">
                <a16:creationId xmlns:a16="http://schemas.microsoft.com/office/drawing/2014/main" id="{02029342-B91F-5273-70CF-BFCB818601EF}"/>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34246853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7_Título | 1 linha - Branco ">
    <p:bg>
      <p:bgRef idx="1001">
        <a:schemeClr val="bg1"/>
      </p:bgRef>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2" y="368300"/>
            <a:ext cx="10183813" cy="430887"/>
          </a:xfrm>
          <a:prstGeom prst="rect">
            <a:avLst/>
          </a:prstGeom>
        </p:spPr>
        <p:txBody>
          <a:bodyPr lIns="0" tIns="0" rIns="0" bIns="0"/>
          <a:lstStyle>
            <a:lvl1pPr marL="0" indent="0">
              <a:lnSpc>
                <a:spcPct val="100000"/>
              </a:lnSpc>
              <a:spcBef>
                <a:spcPts val="0"/>
              </a:spcBef>
              <a:buNone/>
              <a:defRPr sz="2800">
                <a:solidFill>
                  <a:srgbClr val="52626A"/>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tx1"/>
          </a:solidFill>
          <a:ln w="1061" cap="flat">
            <a:noFill/>
            <a:prstDash val="solid"/>
            <a:miter/>
          </a:ln>
        </p:spPr>
        <p:txBody>
          <a:bodyPr rtlCol="0" anchor="ctr"/>
          <a:lstStyle/>
          <a:p>
            <a:endParaRPr lang="pt-BR">
              <a:solidFill>
                <a:schemeClr val="accent6"/>
              </a:solidFill>
            </a:endParaRPr>
          </a:p>
        </p:txBody>
      </p:sp>
      <p:sp>
        <p:nvSpPr>
          <p:cNvPr id="3" name="Espaço Reservado para Número de Slide 5">
            <a:extLst>
              <a:ext uri="{FF2B5EF4-FFF2-40B4-BE49-F238E27FC236}">
                <a16:creationId xmlns:a16="http://schemas.microsoft.com/office/drawing/2014/main" id="{A66FF8A0-F3B1-80E4-6200-D723F2647C17}"/>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17244078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3_Título | 1 linha - Branco ">
    <p:bg>
      <p:bgPr>
        <a:gradFill>
          <a:gsLst>
            <a:gs pos="95000">
              <a:srgbClr val="637881"/>
            </a:gs>
            <a:gs pos="0">
              <a:srgbClr val="506168"/>
            </a:gs>
          </a:gsLst>
          <a:lin ang="36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2" y="368300"/>
            <a:ext cx="10183813" cy="430887"/>
          </a:xfrm>
          <a:prstGeom prst="rect">
            <a:avLst/>
          </a:prstGeom>
        </p:spPr>
        <p:txBody>
          <a:bodyPr lIns="0" tIns="0" rIns="0" bIns="0"/>
          <a:lstStyle>
            <a:lvl1pPr marL="0" indent="0">
              <a:lnSpc>
                <a:spcPct val="100000"/>
              </a:lnSpc>
              <a:spcBef>
                <a:spcPts val="0"/>
              </a:spcBef>
              <a:buNone/>
              <a:defRPr sz="2800">
                <a:solidFill>
                  <a:schemeClr val="accent5">
                    <a:lumMod val="20000"/>
                    <a:lumOff val="80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6"/>
              </a:solidFill>
            </a:endParaRPr>
          </a:p>
        </p:txBody>
      </p:sp>
      <p:sp>
        <p:nvSpPr>
          <p:cNvPr id="3" name="Espaço Reservado para Número de Slide 5">
            <a:extLst>
              <a:ext uri="{FF2B5EF4-FFF2-40B4-BE49-F238E27FC236}">
                <a16:creationId xmlns:a16="http://schemas.microsoft.com/office/drawing/2014/main" id="{919CBE17-50CA-2830-4A72-0DB745F23C68}"/>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265000148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userDrawn="1">
  <p:cSld name="Divisória - Escuro">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F53E2E6E-222A-F591-1663-CA402B732DC6}"/>
              </a:ext>
            </a:extLst>
          </p:cNvPr>
          <p:cNvSpPr>
            <a:spLocks noGrp="1"/>
          </p:cNvSpPr>
          <p:nvPr>
            <p:ph type="body" sz="quarter" idx="13" hasCustomPrompt="1"/>
          </p:nvPr>
        </p:nvSpPr>
        <p:spPr>
          <a:xfrm>
            <a:off x="407988" y="2938015"/>
            <a:ext cx="4167530" cy="2783977"/>
          </a:xfrm>
          <a:prstGeom prst="rect">
            <a:avLst/>
          </a:prstGeom>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Anexos</a:t>
            </a:r>
            <a:endParaRPr lang="en-US"/>
          </a:p>
        </p:txBody>
      </p:sp>
      <p:sp>
        <p:nvSpPr>
          <p:cNvPr id="14" name="Text Placeholder 15">
            <a:extLst>
              <a:ext uri="{FF2B5EF4-FFF2-40B4-BE49-F238E27FC236}">
                <a16:creationId xmlns:a16="http://schemas.microsoft.com/office/drawing/2014/main" id="{96110406-75EA-FDCF-8EC5-7273399369D0}"/>
              </a:ext>
            </a:extLst>
          </p:cNvPr>
          <p:cNvSpPr>
            <a:spLocks noGrp="1"/>
          </p:cNvSpPr>
          <p:nvPr>
            <p:ph type="body" sz="quarter" idx="14" hasCustomPrompt="1"/>
          </p:nvPr>
        </p:nvSpPr>
        <p:spPr>
          <a:xfrm>
            <a:off x="407988" y="5722314"/>
            <a:ext cx="4167530" cy="99729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2" name="Text Placeholder 20">
            <a:extLst>
              <a:ext uri="{FF2B5EF4-FFF2-40B4-BE49-F238E27FC236}">
                <a16:creationId xmlns:a16="http://schemas.microsoft.com/office/drawing/2014/main" id="{D681B05B-2386-9C81-6A6D-BFFEF6DED57D}"/>
              </a:ext>
            </a:extLst>
          </p:cNvPr>
          <p:cNvSpPr>
            <a:spLocks noGrp="1"/>
          </p:cNvSpPr>
          <p:nvPr>
            <p:ph type="body" sz="quarter" idx="17" hasCustomPrompt="1"/>
          </p:nvPr>
        </p:nvSpPr>
        <p:spPr>
          <a:xfrm>
            <a:off x="6096000" y="5804626"/>
            <a:ext cx="1449387" cy="184666"/>
          </a:xfrm>
          <a:prstGeom prst="rect">
            <a:avLst/>
          </a:prstGeom>
        </p:spPr>
        <p:txBody>
          <a:bodyPr lIns="0" tIns="0" rIns="0" bIns="0">
            <a:noAutofit/>
          </a:bodyPr>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3" name="Text Placeholder 20">
            <a:extLst>
              <a:ext uri="{FF2B5EF4-FFF2-40B4-BE49-F238E27FC236}">
                <a16:creationId xmlns:a16="http://schemas.microsoft.com/office/drawing/2014/main" id="{ACB2D47A-729B-16A4-3FD8-0779C01BA71B}"/>
              </a:ext>
            </a:extLst>
          </p:cNvPr>
          <p:cNvSpPr>
            <a:spLocks noGrp="1"/>
          </p:cNvSpPr>
          <p:nvPr>
            <p:ph type="body" sz="quarter" idx="19" hasCustomPrompt="1"/>
          </p:nvPr>
        </p:nvSpPr>
        <p:spPr>
          <a:xfrm>
            <a:off x="7766083" y="5804626"/>
            <a:ext cx="1449387" cy="184666"/>
          </a:xfrm>
          <a:prstGeom prst="rect">
            <a:avLst/>
          </a:prstGeom>
        </p:spPr>
        <p:txBody>
          <a:bodyPr lIns="0" tIns="0" rIns="0" bIns="0">
            <a:noAutofit/>
          </a:bodyPr>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4" name="Text Placeholder 20">
            <a:extLst>
              <a:ext uri="{FF2B5EF4-FFF2-40B4-BE49-F238E27FC236}">
                <a16:creationId xmlns:a16="http://schemas.microsoft.com/office/drawing/2014/main" id="{6392F700-2642-3814-0747-D0EBAE5EE8DA}"/>
              </a:ext>
            </a:extLst>
          </p:cNvPr>
          <p:cNvSpPr>
            <a:spLocks noGrp="1"/>
          </p:cNvSpPr>
          <p:nvPr>
            <p:ph type="body" sz="quarter" idx="21" hasCustomPrompt="1"/>
          </p:nvPr>
        </p:nvSpPr>
        <p:spPr>
          <a:xfrm>
            <a:off x="9436008" y="5804626"/>
            <a:ext cx="1449387" cy="184666"/>
          </a:xfrm>
          <a:prstGeom prst="rect">
            <a:avLst/>
          </a:prstGeom>
        </p:spPr>
        <p:txBody>
          <a:bodyPr lIns="0" tIns="0" rIns="0" bIns="0">
            <a:noAutofit/>
          </a:bodyPr>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5" name="Text Placeholder 41">
            <a:extLst>
              <a:ext uri="{FF2B5EF4-FFF2-40B4-BE49-F238E27FC236}">
                <a16:creationId xmlns:a16="http://schemas.microsoft.com/office/drawing/2014/main" id="{157C41B9-AF41-31A7-3A0A-19B45968B487}"/>
              </a:ext>
            </a:extLst>
          </p:cNvPr>
          <p:cNvSpPr>
            <a:spLocks noGrp="1"/>
          </p:cNvSpPr>
          <p:nvPr>
            <p:ph type="body" sz="quarter" idx="22" hasCustomPrompt="1"/>
          </p:nvPr>
        </p:nvSpPr>
        <p:spPr>
          <a:xfrm>
            <a:off x="6096000" y="5597734"/>
            <a:ext cx="1449387" cy="180000"/>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6" name="Text Placeholder 41">
            <a:extLst>
              <a:ext uri="{FF2B5EF4-FFF2-40B4-BE49-F238E27FC236}">
                <a16:creationId xmlns:a16="http://schemas.microsoft.com/office/drawing/2014/main" id="{3517E57F-3F51-7633-EEE2-B42F36DCEDB6}"/>
              </a:ext>
            </a:extLst>
          </p:cNvPr>
          <p:cNvSpPr>
            <a:spLocks noGrp="1"/>
          </p:cNvSpPr>
          <p:nvPr>
            <p:ph type="body" sz="quarter" idx="23" hasCustomPrompt="1"/>
          </p:nvPr>
        </p:nvSpPr>
        <p:spPr>
          <a:xfrm>
            <a:off x="7766082" y="5597734"/>
            <a:ext cx="1449387" cy="180000"/>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7" name="Text Placeholder 41">
            <a:extLst>
              <a:ext uri="{FF2B5EF4-FFF2-40B4-BE49-F238E27FC236}">
                <a16:creationId xmlns:a16="http://schemas.microsoft.com/office/drawing/2014/main" id="{87E0728A-5639-44E4-17A8-459EA60420AA}"/>
              </a:ext>
            </a:extLst>
          </p:cNvPr>
          <p:cNvSpPr>
            <a:spLocks noGrp="1"/>
          </p:cNvSpPr>
          <p:nvPr>
            <p:ph type="body" sz="quarter" idx="24" hasCustomPrompt="1"/>
          </p:nvPr>
        </p:nvSpPr>
        <p:spPr>
          <a:xfrm>
            <a:off x="9436007" y="5597734"/>
            <a:ext cx="1449387" cy="180000"/>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8" name="Text Placeholder 17">
            <a:extLst>
              <a:ext uri="{FF2B5EF4-FFF2-40B4-BE49-F238E27FC236}">
                <a16:creationId xmlns:a16="http://schemas.microsoft.com/office/drawing/2014/main" id="{46268A65-19CA-59CF-EB3E-096ECD0A6AD9}"/>
              </a:ext>
            </a:extLst>
          </p:cNvPr>
          <p:cNvSpPr>
            <a:spLocks noGrp="1"/>
          </p:cNvSpPr>
          <p:nvPr>
            <p:ph type="body" sz="quarter" idx="15" hasCustomPrompt="1"/>
          </p:nvPr>
        </p:nvSpPr>
        <p:spPr>
          <a:xfrm>
            <a:off x="6096000" y="5300937"/>
            <a:ext cx="4789394" cy="200722"/>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accent2"/>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Área de atuação</a:t>
            </a:r>
          </a:p>
        </p:txBody>
      </p:sp>
    </p:spTree>
    <p:extLst>
      <p:ext uri="{BB962C8B-B14F-4D97-AF65-F5344CB8AC3E}">
        <p14:creationId xmlns:p14="http://schemas.microsoft.com/office/powerpoint/2010/main" val="1775153863"/>
      </p:ext>
    </p:extLst>
  </p:cSld>
  <p:clrMapOvr>
    <a:masterClrMapping/>
  </p:clrMapOvr>
  <p:extLst>
    <p:ext uri="{DCECCB84-F9BA-43D5-87BE-67443E8EF086}">
      <p15:sldGuideLst xmlns:p15="http://schemas.microsoft.com/office/powerpoint/2012/main">
        <p15:guide id="1" pos="257">
          <p15:clr>
            <a:srgbClr val="FBAE40"/>
          </p15:clr>
        </p15:guide>
        <p15:guide id="2" orient="horz" pos="3770">
          <p15:clr>
            <a:srgbClr val="FBAE40"/>
          </p15:clr>
        </p15:guide>
        <p15:guide id="3" pos="7446">
          <p15:clr>
            <a:srgbClr val="FBAE40"/>
          </p15:clr>
        </p15:guide>
        <p15:guide id="4" orient="horz" pos="3997">
          <p15:clr>
            <a:srgbClr val="FBAE40"/>
          </p15:clr>
        </p15:guide>
        <p15:guide id="5" orient="horz" pos="550">
          <p15:clr>
            <a:srgbClr val="FBAE40"/>
          </p15:clr>
        </p15:guide>
        <p15:guide id="6" orient="horz" pos="323">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6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
        <p:nvSpPr>
          <p:cNvPr id="5" name="database">
            <a:extLst>
              <a:ext uri="{FF2B5EF4-FFF2-40B4-BE49-F238E27FC236}">
                <a16:creationId xmlns:a16="http://schemas.microsoft.com/office/drawing/2014/main" id="{0E553F2B-6065-408C-47F8-EC1D64D655A1}"/>
              </a:ext>
            </a:extLst>
          </p:cNvPr>
          <p:cNvSpPr txBox="1"/>
          <p:nvPr userDrawn="1"/>
        </p:nvSpPr>
        <p:spPr>
          <a:xfrm>
            <a:off x="2077943" y="6651833"/>
            <a:ext cx="8036114" cy="130805"/>
          </a:xfrm>
          <a:prstGeom prst="rect">
            <a:avLst/>
          </a:prstGeom>
          <a:noFill/>
          <a:ln cap="flat">
            <a:noFill/>
          </a:ln>
        </p:spPr>
        <p:txBody>
          <a:bodyPr vert="horz" wrap="square" lIns="0" tIns="0" rIns="0" bIns="0" anchor="t" anchorCtr="0" compatLnSpc="1">
            <a:spAutoFit/>
          </a:bodyPr>
          <a:lstStyle/>
          <a:p>
            <a:pPr lvl="0" algn="ctr" defTabSz="877458">
              <a:spcBef>
                <a:spcPts val="288"/>
              </a:spcBef>
              <a:spcAft>
                <a:spcPts val="288"/>
              </a:spcAft>
              <a:defRPr sz="1800" b="0" i="0" u="none" strike="noStrike" kern="0" cap="none" spc="0" baseline="0">
                <a:solidFill>
                  <a:srgbClr val="000000"/>
                </a:solidFill>
                <a:uFillTx/>
              </a:defRPr>
            </a:pPr>
            <a:r>
              <a:rPr lang="pt-BR" sz="850" b="0" kern="0">
                <a:solidFill>
                  <a:srgbClr val="FFFFFF"/>
                </a:solidFill>
                <a:latin typeface="Versos Light" panose="020B0403020204030204" pitchFamily="34" charset="0"/>
                <a:cs typeface="helvetica"/>
              </a:rPr>
              <a:t>MATERIAL DE USO INTERNO</a:t>
            </a:r>
          </a:p>
        </p:txBody>
      </p:sp>
    </p:spTree>
    <p:extLst>
      <p:ext uri="{BB962C8B-B14F-4D97-AF65-F5344CB8AC3E}">
        <p14:creationId xmlns:p14="http://schemas.microsoft.com/office/powerpoint/2010/main" val="170209175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2_Slide de Título">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54057D4E-F9E9-554F-9C08-DE8578ACDCC9}"/>
              </a:ext>
            </a:extLst>
          </p:cNvPr>
          <p:cNvSpPr>
            <a:spLocks noGrp="1"/>
          </p:cNvSpPr>
          <p:nvPr>
            <p:ph type="sldNum" sz="quarter" idx="12"/>
          </p:nvPr>
        </p:nvSpPr>
        <p:spPr>
          <a:xfrm>
            <a:off x="10891384" y="6594949"/>
            <a:ext cx="663110" cy="98708"/>
          </a:xfrm>
          <a:prstGeom prst="rect">
            <a:avLst/>
          </a:prstGeom>
        </p:spPr>
        <p:txBody>
          <a:bodyPr wrap="square" lIns="0" tIns="0" rIns="0" bIns="0" anchor="ctr">
            <a:spAutoFit/>
          </a:bodyPr>
          <a:lstStyle>
            <a:lvl1pPr algn="r">
              <a:defRPr sz="641">
                <a:solidFill>
                  <a:schemeClr val="bg1"/>
                </a:solidFill>
              </a:defRPr>
            </a:lvl1pPr>
          </a:lstStyle>
          <a:p>
            <a:fld id="{61A145B2-DE88-4296-A48E-C1DA3784F3C8}" type="slidenum">
              <a:rPr lang="pt-BR" smtClean="0"/>
              <a:pPr/>
              <a:t>‹#›</a:t>
            </a:fld>
            <a:endParaRPr lang="pt-BR"/>
          </a:p>
        </p:txBody>
      </p:sp>
      <p:sp>
        <p:nvSpPr>
          <p:cNvPr id="5" name="Rectangle 4">
            <a:extLst>
              <a:ext uri="{FF2B5EF4-FFF2-40B4-BE49-F238E27FC236}">
                <a16:creationId xmlns:a16="http://schemas.microsoft.com/office/drawing/2014/main" id="{1BF66CE7-FF4E-0C71-5F5C-9C1C414386B5}"/>
              </a:ext>
            </a:extLst>
          </p:cNvPr>
          <p:cNvSpPr/>
          <p:nvPr userDrawn="1"/>
        </p:nvSpPr>
        <p:spPr>
          <a:xfrm>
            <a:off x="1" y="6778297"/>
            <a:ext cx="12192000" cy="79703"/>
          </a:xfrm>
          <a:prstGeom prst="rect">
            <a:avLst/>
          </a:prstGeom>
          <a:gradFill>
            <a:gsLst>
              <a:gs pos="100000">
                <a:schemeClr val="tx1"/>
              </a:gs>
              <a:gs pos="44000">
                <a:schemeClr val="bg2">
                  <a:lumMod val="75000"/>
                </a:schemeClr>
              </a:gs>
              <a:gs pos="0">
                <a:srgbClr val="161B21"/>
              </a:gs>
            </a:gsLst>
            <a:lin ang="8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55"/>
          </a:p>
        </p:txBody>
      </p:sp>
    </p:spTree>
    <p:extLst>
      <p:ext uri="{BB962C8B-B14F-4D97-AF65-F5344CB8AC3E}">
        <p14:creationId xmlns:p14="http://schemas.microsoft.com/office/powerpoint/2010/main" val="3534371968"/>
      </p:ext>
    </p:extLst>
  </p:cSld>
  <p:clrMapOvr>
    <a:masterClrMapping/>
  </p:clrMapOvr>
  <p:extLst>
    <p:ext uri="{DCECCB84-F9BA-43D5-87BE-67443E8EF086}">
      <p15:sldGuideLst xmlns:p15="http://schemas.microsoft.com/office/powerpoint/2012/main">
        <p15:guide id="1" orient="horz" pos="578">
          <p15:clr>
            <a:srgbClr val="FBAE40"/>
          </p15:clr>
        </p15:guide>
        <p15:guide id="2" pos="249">
          <p15:clr>
            <a:srgbClr val="FBAE40"/>
          </p15:clr>
        </p15:guide>
        <p15:guide id="3" pos="4513">
          <p15:clr>
            <a:srgbClr val="FBAE40"/>
          </p15:clr>
        </p15:guide>
        <p15:guide id="4" orient="horz" pos="6475">
          <p15:clr>
            <a:srgbClr val="FBAE40"/>
          </p15:clr>
        </p15:guide>
        <p15:guide id="5" orient="horz" pos="737">
          <p15:clr>
            <a:srgbClr val="FBAE40"/>
          </p15:clr>
        </p15:guide>
        <p15:guide id="6" orient="horz" pos="442">
          <p15:clr>
            <a:srgbClr val="FBAE40"/>
          </p15:clr>
        </p15:guide>
        <p15:guide id="7" orient="horz" pos="6611">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9_Título | 1 linha - Branco ">
    <p:bg>
      <p:bgPr>
        <a:gradFill>
          <a:gsLst>
            <a:gs pos="95000">
              <a:srgbClr val="637881"/>
            </a:gs>
            <a:gs pos="0">
              <a:srgbClr val="506168"/>
            </a:gs>
          </a:gsLst>
          <a:lin ang="36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2" y="368300"/>
            <a:ext cx="10183813" cy="430887"/>
          </a:xfrm>
          <a:prstGeom prst="rect">
            <a:avLst/>
          </a:prstGeom>
        </p:spPr>
        <p:txBody>
          <a:bodyPr lIns="0" tIns="0" rIns="0" bIns="0"/>
          <a:lstStyle>
            <a:lvl1pPr marL="0" indent="0">
              <a:lnSpc>
                <a:spcPct val="100000"/>
              </a:lnSpc>
              <a:spcBef>
                <a:spcPts val="0"/>
              </a:spcBef>
              <a:buNone/>
              <a:defRPr sz="2800">
                <a:solidFill>
                  <a:schemeClr val="accent5">
                    <a:lumMod val="20000"/>
                    <a:lumOff val="80000"/>
                  </a:schemeClr>
                </a:solidFill>
              </a:defRPr>
            </a:lvl1pPr>
          </a:lstStyle>
          <a:p>
            <a:pPr lvl="0"/>
            <a:r>
              <a:rPr lang="en-US" err="1"/>
              <a:t>Título</a:t>
            </a:r>
            <a:endParaRPr lang="en-US"/>
          </a:p>
        </p:txBody>
      </p:sp>
    </p:spTree>
    <p:extLst>
      <p:ext uri="{BB962C8B-B14F-4D97-AF65-F5344CB8AC3E}">
        <p14:creationId xmlns:p14="http://schemas.microsoft.com/office/powerpoint/2010/main" val="40979425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25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8E9E417-88AC-66F9-84FA-62F5BC540E5F}"/>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
        <p:nvSpPr>
          <p:cNvPr id="7" name="database">
            <a:extLst>
              <a:ext uri="{FF2B5EF4-FFF2-40B4-BE49-F238E27FC236}">
                <a16:creationId xmlns:a16="http://schemas.microsoft.com/office/drawing/2014/main" id="{A45E9341-A5D0-F427-3DCA-698E580163C8}"/>
              </a:ext>
            </a:extLst>
          </p:cNvPr>
          <p:cNvSpPr txBox="1"/>
          <p:nvPr userDrawn="1"/>
        </p:nvSpPr>
        <p:spPr>
          <a:xfrm>
            <a:off x="2077943" y="6651833"/>
            <a:ext cx="8036114" cy="130805"/>
          </a:xfrm>
          <a:prstGeom prst="rect">
            <a:avLst/>
          </a:prstGeom>
          <a:noFill/>
          <a:ln cap="flat">
            <a:noFill/>
          </a:ln>
        </p:spPr>
        <p:txBody>
          <a:bodyPr vert="horz" wrap="square" lIns="0" tIns="0" rIns="0" bIns="0" anchor="t" anchorCtr="0" compatLnSpc="1">
            <a:spAutoFit/>
          </a:bodyPr>
          <a:lstStyle/>
          <a:p>
            <a:pPr lvl="0" algn="ctr" defTabSz="877458">
              <a:spcBef>
                <a:spcPts val="288"/>
              </a:spcBef>
              <a:spcAft>
                <a:spcPts val="288"/>
              </a:spcAft>
              <a:defRPr sz="1800" b="0" i="0" u="none" strike="noStrike" kern="0" cap="none" spc="0" baseline="0">
                <a:solidFill>
                  <a:srgbClr val="000000"/>
                </a:solidFill>
                <a:uFillTx/>
              </a:defRPr>
            </a:pPr>
            <a:r>
              <a:rPr lang="pt-BR" sz="850" b="0" kern="0">
                <a:solidFill>
                  <a:srgbClr val="FFFFFF"/>
                </a:solidFill>
                <a:latin typeface="Versos Light" panose="020B0403020204030204" pitchFamily="34" charset="0"/>
                <a:cs typeface="helvetica"/>
              </a:rPr>
              <a:t>MATERIAL DE USO INTERNO</a:t>
            </a:r>
          </a:p>
        </p:txBody>
      </p:sp>
    </p:spTree>
    <p:extLst>
      <p:ext uri="{BB962C8B-B14F-4D97-AF65-F5344CB8AC3E}">
        <p14:creationId xmlns:p14="http://schemas.microsoft.com/office/powerpoint/2010/main" val="3979969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39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4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rgbClr val="1B293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927627308"/>
      </p:ext>
    </p:extLst>
  </p:cSld>
  <p:clrMapOvr>
    <a:masterClrMapping/>
  </p:clrMapOvr>
  <p:extLst>
    <p:ext uri="{DCECCB84-F9BA-43D5-87BE-67443E8EF086}">
      <p15:sldGuideLst xmlns:p15="http://schemas.microsoft.com/office/powerpoint/2012/main">
        <p15:guide id="1" pos="12319">
          <p15:clr>
            <a:srgbClr val="FBAE40"/>
          </p15:clr>
        </p15:guide>
        <p15:guide id="4" pos="211">
          <p15:clr>
            <a:srgbClr val="FBAE40"/>
          </p15:clr>
        </p15:guide>
        <p15:guide id="5" orient="horz" pos="6919">
          <p15:clr>
            <a:srgbClr val="FBAE40"/>
          </p15:clr>
        </p15:guide>
        <p15:guide id="6" orient="horz" pos="572">
          <p15:clr>
            <a:srgbClr val="FBAE40"/>
          </p15:clr>
        </p15:guide>
        <p15:guide id="7" orient="horz" pos="640">
          <p15:clr>
            <a:srgbClr val="FBAE40"/>
          </p15:clr>
        </p15:guide>
        <p15:guide id="8" orient="horz" pos="6714">
          <p15:clr>
            <a:srgbClr val="FBAE40"/>
          </p15:clr>
        </p15:guide>
        <p15:guide id="9" orient="horz" pos="504">
          <p15:clr>
            <a:srgbClr val="FBAE40"/>
          </p15:clr>
        </p15:guide>
        <p15:guide id="10" pos="7469">
          <p15:clr>
            <a:srgbClr val="FBAE40"/>
          </p15:clr>
        </p15:guide>
        <p15:guide id="11" orient="horz" pos="96">
          <p15:clr>
            <a:srgbClr val="FBAE40"/>
          </p15:clr>
        </p15:guide>
        <p15:guide id="12" orient="horz" pos="4201">
          <p15:clr>
            <a:srgbClr val="FBAE40"/>
          </p15:clr>
        </p15:guide>
        <p15:guide id="13" orient="horz" pos="4065">
          <p15:clr>
            <a:srgbClr val="FBAE40"/>
          </p15:clr>
        </p15:guide>
        <p15:guide id="14" orient="horz" pos="232">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33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4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3398281806"/>
      </p:ext>
    </p:extLst>
  </p:cSld>
  <p:clrMapOvr>
    <a:masterClrMapping/>
  </p:clrMapOvr>
  <p:extLst>
    <p:ext uri="{DCECCB84-F9BA-43D5-87BE-67443E8EF086}">
      <p15:sldGuideLst xmlns:p15="http://schemas.microsoft.com/office/powerpoint/2012/main">
        <p15:guide id="1" pos="12319">
          <p15:clr>
            <a:srgbClr val="FBAE40"/>
          </p15:clr>
        </p15:guide>
        <p15:guide id="4" pos="189">
          <p15:clr>
            <a:srgbClr val="FBAE40"/>
          </p15:clr>
        </p15:guide>
        <p15:guide id="5" orient="horz" pos="6919">
          <p15:clr>
            <a:srgbClr val="FBAE40"/>
          </p15:clr>
        </p15:guide>
        <p15:guide id="6" orient="horz" pos="572">
          <p15:clr>
            <a:srgbClr val="FBAE40"/>
          </p15:clr>
        </p15:guide>
        <p15:guide id="7" orient="horz" pos="640">
          <p15:clr>
            <a:srgbClr val="FBAE40"/>
          </p15:clr>
        </p15:guide>
        <p15:guide id="8" orient="horz" pos="6714">
          <p15:clr>
            <a:srgbClr val="FBAE40"/>
          </p15:clr>
        </p15:guide>
        <p15:guide id="9" orient="horz" pos="504">
          <p15:clr>
            <a:srgbClr val="FBAE40"/>
          </p15:clr>
        </p15:guide>
        <p15:guide id="10" pos="7469">
          <p15:clr>
            <a:srgbClr val="FBAE40"/>
          </p15:clr>
        </p15:guide>
        <p15:guide id="11" orient="horz" pos="96">
          <p15:clr>
            <a:srgbClr val="FBAE40"/>
          </p15:clr>
        </p15:guide>
        <p15:guide id="12" orient="horz" pos="4201">
          <p15:clr>
            <a:srgbClr val="FBAE40"/>
          </p15:clr>
        </p15:guide>
        <p15:guide id="13" orient="horz" pos="4065">
          <p15:clr>
            <a:srgbClr val="FBAE40"/>
          </p15:clr>
        </p15:guide>
        <p15:guide id="14" orient="horz" pos="232">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29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4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458146"/>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3667280833"/>
      </p:ext>
    </p:extLst>
  </p:cSld>
  <p:clrMapOvr>
    <a:masterClrMapping/>
  </p:clrMapOvr>
  <p:extLst>
    <p:ext uri="{DCECCB84-F9BA-43D5-87BE-67443E8EF086}">
      <p15:sldGuideLst xmlns:p15="http://schemas.microsoft.com/office/powerpoint/2012/main">
        <p15:guide id="1" pos="12319">
          <p15:clr>
            <a:srgbClr val="FBAE40"/>
          </p15:clr>
        </p15:guide>
        <p15:guide id="4" pos="189">
          <p15:clr>
            <a:srgbClr val="FBAE40"/>
          </p15:clr>
        </p15:guide>
        <p15:guide id="5" orient="horz" pos="6919">
          <p15:clr>
            <a:srgbClr val="FBAE40"/>
          </p15:clr>
        </p15:guide>
        <p15:guide id="7" orient="horz" pos="640">
          <p15:clr>
            <a:srgbClr val="FBAE40"/>
          </p15:clr>
        </p15:guide>
        <p15:guide id="8" orient="horz" pos="6714">
          <p15:clr>
            <a:srgbClr val="FBAE40"/>
          </p15:clr>
        </p15:guide>
        <p15:guide id="9" orient="horz" pos="504">
          <p15:clr>
            <a:srgbClr val="FBAE40"/>
          </p15:clr>
        </p15:guide>
        <p15:guide id="10" pos="7469">
          <p15:clr>
            <a:srgbClr val="FBAE40"/>
          </p15:clr>
        </p15:guide>
        <p15:guide id="11" orient="horz" pos="96">
          <p15:clr>
            <a:srgbClr val="FBAE40"/>
          </p15:clr>
        </p15:guide>
        <p15:guide id="12" orient="horz" pos="4201">
          <p15:clr>
            <a:srgbClr val="FBAE40"/>
          </p15:clr>
        </p15:guide>
        <p15:guide id="13" orient="horz" pos="4065">
          <p15:clr>
            <a:srgbClr val="FBAE40"/>
          </p15:clr>
        </p15:guide>
        <p15:guide id="14" orient="horz" pos="232">
          <p15:clr>
            <a:srgbClr val="FBAE40"/>
          </p15:clr>
        </p15:guide>
        <p15:guide id="15" orient="horz" pos="777">
          <p15:clr>
            <a:srgbClr val="FBAE40"/>
          </p15:clr>
        </p15:guide>
        <p15:guide id="16" orient="horz" pos="913">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4913360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4742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2626228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1216693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7370432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1482042"/>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148204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148204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148204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148204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148204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148204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148204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148204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148204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obj"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48496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44565452"/>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58418391"/>
      </p:ext>
    </p:extLst>
  </p:cSld>
  <p:clrMapOvr>
    <a:masterClrMapping/>
  </p:clrMapOvr>
  <p:extLst>
    <p:ext uri="{DCECCB84-F9BA-43D5-87BE-67443E8EF086}">
      <p15:sldGuideLst xmlns:p15="http://schemas.microsoft.com/office/powerpoint/2012/main">
        <p15:guide id="2" pos="12047">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21147205"/>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435329011"/>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77974939"/>
      </p:ext>
    </p:extLst>
  </p:cSld>
  <p:clrMapOvr>
    <a:masterClrMapping/>
  </p:clrMapOvr>
  <p:extLst>
    <p:ext uri="{DCECCB84-F9BA-43D5-87BE-67443E8EF086}">
      <p15:sldGuideLst xmlns:p15="http://schemas.microsoft.com/office/powerpoint/2012/main">
        <p15:guide id="1" orient="horz" pos="7124">
          <p15:clr>
            <a:srgbClr val="FBAE40"/>
          </p15:clr>
        </p15:guide>
        <p15:guide id="2" pos="4">
          <p15:clr>
            <a:srgbClr val="FBAE40"/>
          </p15:clr>
        </p15:guide>
        <p15:guide id="3" pos="594">
          <p15:clr>
            <a:srgbClr val="FBAE40"/>
          </p15:clr>
        </p15:guide>
        <p15:guide id="4" pos="12047">
          <p15:clr>
            <a:srgbClr val="FBAE40"/>
          </p15:clr>
        </p15:guide>
        <p15:guide id="5" orient="horz" pos="1">
          <p15:clr>
            <a:srgbClr val="FBAE40"/>
          </p15:clr>
        </p15:guide>
        <p15:guide id="6" orient="horz" pos="500">
          <p15:clr>
            <a:srgbClr val="FBAE40"/>
          </p15:clr>
        </p15:guide>
        <p15:guide id="7" orient="horz" pos="659">
          <p15:clr>
            <a:srgbClr val="FBAE40"/>
          </p15:clr>
        </p15:guide>
        <p15:guide id="8" orient="horz" pos="818">
          <p15:clr>
            <a:srgbClr val="FBAE40"/>
          </p15:clr>
        </p15:guide>
        <p15:guide id="9" orient="horz" pos="7009">
          <p15:clr>
            <a:srgbClr val="FBAE40"/>
          </p15:clr>
        </p15:guide>
        <p15:guide id="10" orient="horz" pos="6601">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7" name="Imagem 36" descr="Uma imagem contendo Forma&#10;&#10;O conteúdo gerado por IA pode estar incorreto.">
            <a:extLst>
              <a:ext uri="{FF2B5EF4-FFF2-40B4-BE49-F238E27FC236}">
                <a16:creationId xmlns:a16="http://schemas.microsoft.com/office/drawing/2014/main" id="{CDA188C2-FAB4-A07A-A11A-4501F9364378}"/>
              </a:ext>
            </a:extLst>
          </p:cNvPr>
          <p:cNvPicPr>
            <a:picLocks noChangeAspect="1"/>
          </p:cNvPicPr>
          <p:nvPr userDrawn="1"/>
        </p:nvPicPr>
        <p:blipFill>
          <a:blip r:embed="rId2">
            <a:extLst>
              <a:ext uri="{28A0092B-C50C-407E-A947-70E740481C1C}">
                <a14:useLocalDpi xmlns:a14="http://schemas.microsoft.com/office/drawing/2010/main" val="0"/>
              </a:ext>
            </a:extLst>
          </a:blip>
          <a:srcRect t="1" b="530"/>
          <a:stretch>
            <a:fillRect/>
          </a:stretch>
        </p:blipFill>
        <p:spPr>
          <a:xfrm>
            <a:off x="-1" y="-3352"/>
            <a:ext cx="12230469" cy="6861353"/>
          </a:xfrm>
          <a:prstGeom prst="rect">
            <a:avLst/>
          </a:prstGeom>
        </p:spPr>
      </p:pic>
    </p:spTree>
    <p:extLst>
      <p:ext uri="{BB962C8B-B14F-4D97-AF65-F5344CB8AC3E}">
        <p14:creationId xmlns:p14="http://schemas.microsoft.com/office/powerpoint/2010/main" val="65779327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15321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838751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ítulo | 1 linha - Branco ">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4"/>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6699502"/>
            <a:ext cx="121920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6776531"/>
            <a:ext cx="121920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97237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ítulo | 2 linhas - Branco ">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34963" y="1949414"/>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6208640" y="1949414"/>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334963" y="1518527"/>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6208640" y="1518527"/>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334963"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569979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p15:clr>
            <a:srgbClr val="FBAE40"/>
          </p15:clr>
        </p15:guide>
        <p15:guide id="7" orient="horz" pos="935">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ítulo | Box superior - Branco ">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lumMod val="95000"/>
                    <a:lumOff val="5000"/>
                  </a:schemeClr>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334963"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041756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ítulo | Box lateral - Branco ">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5085057"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6" y="1751285"/>
            <a:ext cx="4369353" cy="156104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6" y="1484313"/>
            <a:ext cx="6077927" cy="4458722"/>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0" y="1482784"/>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0" y="3580828"/>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125448307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Blank - Branco">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C84EE7A-B951-B061-6439-B39DDC01B709}"/>
              </a:ext>
            </a:extLst>
          </p:cNvPr>
          <p:cNvCxnSpPr/>
          <p:nvPr userDrawn="1"/>
        </p:nvCxnSpPr>
        <p:spPr>
          <a:xfrm>
            <a:off x="334963"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993342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396259470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3_Título | 1 linha - 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22620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2_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230687576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_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2099285" y="0"/>
            <a:ext cx="91438" cy="1832748"/>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18126887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ítulo | 1 linha - High Yie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586354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ítulo | 6 Boxes - High Yie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81850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ítulo | 5 Boxes - High Yie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960694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ítulo | 4 Boxes - High Yie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419799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ítulo | 2 linhas - High Yie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3"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0"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3"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0"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600156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ítulo | Box superior - High Yie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292475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8_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412284541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7_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297771873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12_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5094081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7_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297771873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12_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5094081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 Id="rId14" Type="http://schemas.openxmlformats.org/officeDocument/2006/relationships/slideLayout" Target="../slideLayouts/slideLayout37.xml"/><Relationship Id="rId15" Type="http://schemas.openxmlformats.org/officeDocument/2006/relationships/slideLayout" Target="../slideLayouts/slideLayout38.xml"/><Relationship Id="rId16" Type="http://schemas.openxmlformats.org/officeDocument/2006/relationships/slideLayout" Target="../slideLayouts/slideLayout39.xml"/><Relationship Id="rId17" Type="http://schemas.openxmlformats.org/officeDocument/2006/relationships/slideLayout" Target="../slideLayouts/slideLayout40.xml"/><Relationship Id="rId18" Type="http://schemas.openxmlformats.org/officeDocument/2006/relationships/slideLayout" Target="../slideLayouts/slideLayout41.xml"/><Relationship Id="rId19" Type="http://schemas.openxmlformats.org/officeDocument/2006/relationships/slideLayout" Target="../slideLayouts/slideLayout42.xml"/><Relationship Id="rId20" Type="http://schemas.openxmlformats.org/officeDocument/2006/relationships/slideLayout" Target="../slideLayouts/slideLayout43.xml"/><Relationship Id="rId21" Type="http://schemas.openxmlformats.org/officeDocument/2006/relationships/slideLayout" Target="../slideLayouts/slideLayout44.xml"/><Relationship Id="rId22" Type="http://schemas.openxmlformats.org/officeDocument/2006/relationships/slideLayout" Target="../slideLayouts/slideLayout45.xml"/><Relationship Id="rId23" Type="http://schemas.openxmlformats.org/officeDocument/2006/relationships/slideLayout" Target="../slideLayouts/slideLayout46.xml"/><Relationship Id="rId24" Type="http://schemas.openxmlformats.org/officeDocument/2006/relationships/slideLayout" Target="../slideLayouts/slideLayout47.xml"/><Relationship Id="rId25" Type="http://schemas.openxmlformats.org/officeDocument/2006/relationships/slideLayout" Target="../slideLayouts/slideLayout48.xml"/><Relationship Id="rId26" Type="http://schemas.openxmlformats.org/officeDocument/2006/relationships/slideLayout" Target="../slideLayouts/slideLayout49.xml"/><Relationship Id="rId27" Type="http://schemas.openxmlformats.org/officeDocument/2006/relationships/slideLayout" Target="../slideLayouts/slideLayout50.xml"/><Relationship Id="rId28" Type="http://schemas.openxmlformats.org/officeDocument/2006/relationships/slideLayout" Target="../slideLayouts/slideLayout51.xml"/><Relationship Id="rId29" Type="http://schemas.openxmlformats.org/officeDocument/2006/relationships/slideLayout" Target="../slideLayouts/slideLayout52.xml"/><Relationship Id="rId30" Type="http://schemas.openxmlformats.org/officeDocument/2006/relationships/slideLayout" Target="../slideLayouts/slideLayout53.xml"/><Relationship Id="rId31" Type="http://schemas.openxmlformats.org/officeDocument/2006/relationships/slideLayout" Target="../slideLayouts/slideLayout54.xml"/><Relationship Id="rId32" Type="http://schemas.openxmlformats.org/officeDocument/2006/relationships/slideLayout" Target="../slideLayouts/slideLayout55.xml"/><Relationship Id="rId33" Type="http://schemas.openxmlformats.org/officeDocument/2006/relationships/slideLayout" Target="../slideLayouts/slideLayout56.xml"/><Relationship Id="rId34" Type="http://schemas.openxmlformats.org/officeDocument/2006/relationships/slideLayout" Target="../slideLayouts/slideLayout57.xml"/><Relationship Id="rId35" Type="http://schemas.openxmlformats.org/officeDocument/2006/relationships/slideLayout" Target="../slideLayouts/slideLayout58.xml"/><Relationship Id="rId36" Type="http://schemas.openxmlformats.org/officeDocument/2006/relationships/slideLayout" Target="../slideLayouts/slideLayout59.xml"/><Relationship Id="rId37" Type="http://schemas.openxmlformats.org/officeDocument/2006/relationships/slideLayout" Target="../slideLayouts/slideLayout60.xml"/><Relationship Id="rId38" Type="http://schemas.openxmlformats.org/officeDocument/2006/relationships/slideLayout" Target="../slideLayouts/slideLayout61.xml"/><Relationship Id="rId39" Type="http://schemas.openxmlformats.org/officeDocument/2006/relationships/slideLayout" Target="../slideLayouts/slideLayout62.xml"/><Relationship Id="rId40" Type="http://schemas.openxmlformats.org/officeDocument/2006/relationships/slideLayout" Target="../slideLayouts/slideLayout63.xml"/><Relationship Id="rId41" Type="http://schemas.openxmlformats.org/officeDocument/2006/relationships/slideLayout" Target="../slideLayouts/slideLayout64.xml"/><Relationship Id="rId42" Type="http://schemas.openxmlformats.org/officeDocument/2006/relationships/slideLayout" Target="../slideLayouts/slideLayout65.xml"/><Relationship Id="rId43" Type="http://schemas.openxmlformats.org/officeDocument/2006/relationships/slideLayout" Target="../slideLayouts/slideLayout66.xml"/><Relationship Id="rId44" Type="http://schemas.openxmlformats.org/officeDocument/2006/relationships/slideLayout" Target="../slideLayouts/slideLayout67.xml"/><Relationship Id="rId45" Type="http://schemas.openxmlformats.org/officeDocument/2006/relationships/slideLayout" Target="../slideLayouts/slideLayout68.xml"/><Relationship Id="rId46" Type="http://schemas.openxmlformats.org/officeDocument/2006/relationships/slideLayout" Target="../slideLayouts/slideLayout69.xml"/><Relationship Id="rId47" Type="http://schemas.openxmlformats.org/officeDocument/2006/relationships/slideLayout" Target="../slideLayouts/slideLayout70.xml"/><Relationship Id="rId48" Type="http://schemas.openxmlformats.org/officeDocument/2006/relationships/slideLayout" Target="../slideLayouts/slideLayout71.xml"/><Relationship Id="rId49" Type="http://schemas.openxmlformats.org/officeDocument/2006/relationships/slideLayout" Target="../slideLayouts/slideLayout72.xml"/><Relationship Id="rId50" Type="http://schemas.openxmlformats.org/officeDocument/2006/relationships/slideLayout" Target="../slideLayouts/slideLayout73.xml"/><Relationship Id="rId51" Type="http://schemas.openxmlformats.org/officeDocument/2006/relationships/slideLayout" Target="../slideLayouts/slideLayout74.xml"/><Relationship Id="rId52" Type="http://schemas.openxmlformats.org/officeDocument/2006/relationships/slideLayout" Target="../slideLayouts/slideLayout75.xml"/><Relationship Id="rId53" Type="http://schemas.openxmlformats.org/officeDocument/2006/relationships/slideLayout" Target="../slideLayouts/slideLayout76.xml"/><Relationship Id="rId54" Type="http://schemas.openxmlformats.org/officeDocument/2006/relationships/slideLayout" Target="../slideLayouts/slideLayout77.xml"/><Relationship Id="rId55" Type="http://schemas.openxmlformats.org/officeDocument/2006/relationships/slideLayout" Target="../slideLayouts/slideLayout78.xml"/><Relationship Id="rId56" Type="http://schemas.openxmlformats.org/officeDocument/2006/relationships/slideLayout" Target="../slideLayouts/slideLayout79.xml"/><Relationship Id="rId57" Type="http://schemas.openxmlformats.org/officeDocument/2006/relationships/slideLayout" Target="../slideLayouts/slideLayout80.xml"/><Relationship Id="rId58" Type="http://schemas.openxmlformats.org/officeDocument/2006/relationships/slideLayout" Target="../slideLayouts/slideLayout81.xml"/><Relationship Id="rId59" Type="http://schemas.openxmlformats.org/officeDocument/2006/relationships/slideLayout" Target="../slideLayouts/slideLayout82.xml"/><Relationship Id="rId60" Type="http://schemas.openxmlformats.org/officeDocument/2006/relationships/slideLayout" Target="../slideLayouts/slideLayout83.xml"/><Relationship Id="rId61" Type="http://schemas.openxmlformats.org/officeDocument/2006/relationships/slideLayout" Target="../slideLayouts/slideLayout84.xml"/><Relationship Id="rId62" Type="http://schemas.openxmlformats.org/officeDocument/2006/relationships/slideLayout" Target="../slideLayouts/slideLayout85.xml"/><Relationship Id="rId63" Type="http://schemas.openxmlformats.org/officeDocument/2006/relationships/slideLayout" Target="../slideLayouts/slideLayout86.xml"/><Relationship Id="rId64" Type="http://schemas.openxmlformats.org/officeDocument/2006/relationships/slideLayout" Target="../slideLayouts/slideLayout87.xml"/><Relationship Id="rId65" Type="http://schemas.openxmlformats.org/officeDocument/2006/relationships/slideLayout" Target="../slideLayouts/slideLayout88.xml"/><Relationship Id="rId66" Type="http://schemas.openxmlformats.org/officeDocument/2006/relationships/slideLayout" Target="../slideLayouts/slideLayout89.xml"/><Relationship Id="rId67" Type="http://schemas.openxmlformats.org/officeDocument/2006/relationships/slideLayout" Target="../slideLayouts/slideLayout90.xml"/><Relationship Id="rId68" Type="http://schemas.openxmlformats.org/officeDocument/2006/relationships/slideLayout" Target="../slideLayouts/slideLayout91.xml"/><Relationship Id="rId69" Type="http://schemas.openxmlformats.org/officeDocument/2006/relationships/slideLayout" Target="../slideLayouts/slideLayout92.xml"/><Relationship Id="rId70" Type="http://schemas.openxmlformats.org/officeDocument/2006/relationships/slideLayout" Target="../slideLayouts/slideLayout93.xml"/><Relationship Id="rId71" Type="http://schemas.openxmlformats.org/officeDocument/2006/relationships/slideLayout" Target="../slideLayouts/slideLayout94.xml"/><Relationship Id="rId72" Type="http://schemas.openxmlformats.org/officeDocument/2006/relationships/slideLayout" Target="../slideLayouts/slideLayout95.xml"/><Relationship Id="rId73" Type="http://schemas.openxmlformats.org/officeDocument/2006/relationships/slideLayout" Target="../slideLayouts/slideLayout96.xml"/><Relationship Id="rId74" Type="http://schemas.openxmlformats.org/officeDocument/2006/relationships/slideLayout" Target="../slideLayouts/slideLayout97.xml"/><Relationship Id="rId75" Type="http://schemas.openxmlformats.org/officeDocument/2006/relationships/slideLayout" Target="../slideLayouts/slideLayout98.xml"/><Relationship Id="rId76" Type="http://schemas.openxmlformats.org/officeDocument/2006/relationships/slideLayout" Target="../slideLayouts/slideLayout99.xml"/><Relationship Id="rId77" Type="http://schemas.openxmlformats.org/officeDocument/2006/relationships/slideLayout" Target="../slideLayouts/slideLayout100.xml"/><Relationship Id="rId78" Type="http://schemas.openxmlformats.org/officeDocument/2006/relationships/slideLayout" Target="../slideLayouts/slideLayout101.xml"/><Relationship Id="rId79" Type="http://schemas.openxmlformats.org/officeDocument/2006/relationships/slideLayout" Target="../slideLayouts/slideLayout102.xml"/><Relationship Id="rId80" Type="http://schemas.openxmlformats.org/officeDocument/2006/relationships/slideLayout" Target="../slideLayouts/slideLayout103.xml"/><Relationship Id="rId81" Type="http://schemas.openxmlformats.org/officeDocument/2006/relationships/slideLayout" Target="../slideLayouts/slideLayout104.xml"/><Relationship Id="rId82" Type="http://schemas.openxmlformats.org/officeDocument/2006/relationships/slideLayout" Target="../slideLayouts/slideLayout105.xml"/><Relationship Id="rId83" Type="http://schemas.openxmlformats.org/officeDocument/2006/relationships/slideLayout" Target="../slideLayouts/slideLayout106.xml"/><Relationship Id="rId84" Type="http://schemas.openxmlformats.org/officeDocument/2006/relationships/slideLayout" Target="../slideLayouts/slideLayout107.xml"/><Relationship Id="rId85" Type="http://schemas.openxmlformats.org/officeDocument/2006/relationships/slideLayout" Target="../slideLayouts/slideLayout108.xml"/><Relationship Id="rId86" Type="http://schemas.openxmlformats.org/officeDocument/2006/relationships/slideLayout" Target="../slideLayouts/slideLayout109.xml"/><Relationship Id="rId87" Type="http://schemas.openxmlformats.org/officeDocument/2006/relationships/slideLayout" Target="../slideLayouts/slideLayout110.xml"/><Relationship Id="rId88" Type="http://schemas.openxmlformats.org/officeDocument/2006/relationships/slideLayout" Target="../slideLayouts/slideLayout111.xml"/><Relationship Id="rId89" Type="http://schemas.openxmlformats.org/officeDocument/2006/relationships/slideLayout" Target="../slideLayouts/slideLayout112.xml"/><Relationship Id="rId90" Type="http://schemas.openxmlformats.org/officeDocument/2006/relationships/slideLayout" Target="../slideLayouts/slideLayout113.xml"/><Relationship Id="rId91" Type="http://schemas.openxmlformats.org/officeDocument/2006/relationships/slideLayout" Target="../slideLayouts/slideLayout114.xml"/><Relationship Id="rId92" Type="http://schemas.openxmlformats.org/officeDocument/2006/relationships/slideLayout" Target="../slideLayouts/slideLayout115.xml"/><Relationship Id="rId93" Type="http://schemas.openxmlformats.org/officeDocument/2006/relationships/slideLayout" Target="../slideLayouts/slideLayout116.xml"/><Relationship Id="rId94" Type="http://schemas.openxmlformats.org/officeDocument/2006/relationships/slideLayout" Target="../slideLayouts/slideLayout117.xml"/><Relationship Id="rId95" Type="http://schemas.openxmlformats.org/officeDocument/2006/relationships/slideLayout" Target="../slideLayouts/slideLayout118.xml"/><Relationship Id="rId96" Type="http://schemas.openxmlformats.org/officeDocument/2006/relationships/slideLayout" Target="../slideLayouts/slideLayout119.xml"/><Relationship Id="rId97" Type="http://schemas.openxmlformats.org/officeDocument/2006/relationships/slideLayout" Target="../slideLayouts/slideLayout120.xml"/><Relationship Id="rId98" Type="http://schemas.openxmlformats.org/officeDocument/2006/relationships/slideLayout" Target="../slideLayouts/slideLayout121.xml"/><Relationship Id="rId99" Type="http://schemas.openxmlformats.org/officeDocument/2006/relationships/slideLayout" Target="../slideLayouts/slideLayout122.xml"/><Relationship Id="rId100" Type="http://schemas.openxmlformats.org/officeDocument/2006/relationships/slideLayout" Target="../slideLayouts/slideLayout123.xml"/><Relationship Id="rId101" Type="http://schemas.openxmlformats.org/officeDocument/2006/relationships/slideLayout" Target="../slideLayouts/slideLayout124.xml"/><Relationship Id="rId102" Type="http://schemas.openxmlformats.org/officeDocument/2006/relationships/slideLayout" Target="../slideLayouts/slideLayout125.xml"/><Relationship Id="rId103" Type="http://schemas.openxmlformats.org/officeDocument/2006/relationships/slideLayout" Target="../slideLayouts/slideLayout126.xml"/><Relationship Id="rId104" Type="http://schemas.openxmlformats.org/officeDocument/2006/relationships/slideLayout" Target="../slideLayouts/slideLayout127.xml"/><Relationship Id="rId105" Type="http://schemas.openxmlformats.org/officeDocument/2006/relationships/slideLayout" Target="../slideLayouts/slideLayout128.xml"/><Relationship Id="rId106" Type="http://schemas.openxmlformats.org/officeDocument/2006/relationships/slideLayout" Target="../slideLayouts/slideLayout129.xml"/><Relationship Id="rId107" Type="http://schemas.openxmlformats.org/officeDocument/2006/relationships/slideLayout" Target="../slideLayouts/slideLayout130.xml"/><Relationship Id="rId108" Type="http://schemas.openxmlformats.org/officeDocument/2006/relationships/slideLayout" Target="../slideLayouts/slideLayout131.xml"/><Relationship Id="rId109" Type="http://schemas.openxmlformats.org/officeDocument/2006/relationships/slideLayout" Target="../slideLayouts/slideLayout132.xml"/><Relationship Id="rId110" Type="http://schemas.openxmlformats.org/officeDocument/2006/relationships/slideLayout" Target="../slideLayouts/slideLayout133.xml"/><Relationship Id="rId111" Type="http://schemas.openxmlformats.org/officeDocument/2006/relationships/slideLayout" Target="../slideLayouts/slideLayout134.xml"/><Relationship Id="rId1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5.xml"/><Relationship Id="rId2" Type="http://schemas.openxmlformats.org/officeDocument/2006/relationships/slideLayout" Target="../slideLayouts/slideLayout136.xml"/><Relationship Id="rId3" Type="http://schemas.openxmlformats.org/officeDocument/2006/relationships/slideLayout" Target="../slideLayouts/slideLayout137.xml"/><Relationship Id="rId4" Type="http://schemas.openxmlformats.org/officeDocument/2006/relationships/slideLayout" Target="../slideLayouts/slideLayout138.xml"/><Relationship Id="rId5" Type="http://schemas.openxmlformats.org/officeDocument/2006/relationships/slideLayout" Target="../slideLayouts/slideLayout139.xml"/><Relationship Id="rId6" Type="http://schemas.openxmlformats.org/officeDocument/2006/relationships/slideLayout" Target="../slideLayouts/slideLayout140.xml"/><Relationship Id="rId7" Type="http://schemas.openxmlformats.org/officeDocument/2006/relationships/slideLayout" Target="../slideLayouts/slideLayout141.xml"/><Relationship Id="rId8" Type="http://schemas.openxmlformats.org/officeDocument/2006/relationships/slideLayout" Target="../slideLayouts/slideLayout142.xml"/><Relationship Id="rId9" Type="http://schemas.openxmlformats.org/officeDocument/2006/relationships/slideLayout" Target="../slideLayouts/slideLayout143.xml"/><Relationship Id="rId10" Type="http://schemas.openxmlformats.org/officeDocument/2006/relationships/slideLayout" Target="../slideLayouts/slideLayout144.xml"/><Relationship Id="rId11" Type="http://schemas.openxmlformats.org/officeDocument/2006/relationships/slideLayout" Target="../slideLayouts/slideLayout145.xml"/><Relationship Id="rId12" Type="http://schemas.openxmlformats.org/officeDocument/2006/relationships/slideLayout" Target="../slideLayouts/slideLayout146.xml"/><Relationship Id="rId13" Type="http://schemas.openxmlformats.org/officeDocument/2006/relationships/slideLayout" Target="../slideLayouts/slideLayout147.xml"/><Relationship Id="rId14" Type="http://schemas.openxmlformats.org/officeDocument/2006/relationships/slideLayout" Target="../slideLayouts/slideLayout148.xml"/><Relationship Id="rId15" Type="http://schemas.openxmlformats.org/officeDocument/2006/relationships/slideLayout" Target="../slideLayouts/slideLayout149.xml"/><Relationship Id="rId16" Type="http://schemas.openxmlformats.org/officeDocument/2006/relationships/slideLayout" Target="../slideLayouts/slideLayout150.xml"/><Relationship Id="rId1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51.xml"/><Relationship Id="rId2" Type="http://schemas.openxmlformats.org/officeDocument/2006/relationships/slideLayout" Target="../slideLayouts/slideLayout152.xml"/><Relationship Id="rId3" Type="http://schemas.openxmlformats.org/officeDocument/2006/relationships/slideLayout" Target="../slideLayouts/slideLayout153.xml"/><Relationship Id="rId4" Type="http://schemas.openxmlformats.org/officeDocument/2006/relationships/slideLayout" Target="../slideLayouts/slideLayout154.xml"/><Relationship Id="rId5" Type="http://schemas.openxmlformats.org/officeDocument/2006/relationships/slideLayout" Target="../slideLayouts/slideLayout155.xml"/><Relationship Id="rId6" Type="http://schemas.openxmlformats.org/officeDocument/2006/relationships/slideLayout" Target="../slideLayouts/slideLayout156.xml"/><Relationship Id="rId7" Type="http://schemas.openxmlformats.org/officeDocument/2006/relationships/slideLayout" Target="../slideLayouts/slideLayout157.xml"/><Relationship Id="rId8" Type="http://schemas.openxmlformats.org/officeDocument/2006/relationships/slideLayout" Target="../slideLayouts/slideLayout15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59.xml"/><Relationship Id="rId2" Type="http://schemas.openxmlformats.org/officeDocument/2006/relationships/slideLayout" Target="../slideLayouts/slideLayout160.xml"/><Relationship Id="rId3" Type="http://schemas.openxmlformats.org/officeDocument/2006/relationships/slideLayout" Target="../slideLayouts/slideLayout161.xml"/><Relationship Id="rId4" Type="http://schemas.openxmlformats.org/officeDocument/2006/relationships/slideLayout" Target="../slideLayouts/slideLayout162.xml"/><Relationship Id="rId5" Type="http://schemas.openxmlformats.org/officeDocument/2006/relationships/slideLayout" Target="../slideLayouts/slideLayout163.xml"/><Relationship Id="rId6" Type="http://schemas.openxmlformats.org/officeDocument/2006/relationships/slideLayout" Target="../slideLayouts/slideLayout164.xml"/><Relationship Id="rId7" Type="http://schemas.openxmlformats.org/officeDocument/2006/relationships/slideLayout" Target="../slideLayouts/slideLayout165.xml"/><Relationship Id="rId8" Type="http://schemas.openxmlformats.org/officeDocument/2006/relationships/slideLayout" Target="../slideLayouts/slideLayout166.xml"/><Relationship Id="rId9" Type="http://schemas.openxmlformats.org/officeDocument/2006/relationships/slideLayout" Target="../slideLayouts/slideLayout167.xml"/><Relationship Id="rId10" Type="http://schemas.openxmlformats.org/officeDocument/2006/relationships/slideLayout" Target="../slideLayouts/slideLayout168.xml"/><Relationship Id="rId11" Type="http://schemas.openxmlformats.org/officeDocument/2006/relationships/slideLayout" Target="../slideLayouts/slideLayout169.xml"/><Relationship Id="rId12" Type="http://schemas.openxmlformats.org/officeDocument/2006/relationships/slideLayout" Target="../slideLayouts/slideLayout170.xml"/><Relationship Id="rId13" Type="http://schemas.openxmlformats.org/officeDocument/2006/relationships/slideLayout" Target="../slideLayouts/slideLayout171.xml"/><Relationship Id="rId14" Type="http://schemas.openxmlformats.org/officeDocument/2006/relationships/slideLayout" Target="../slideLayouts/slideLayout172.xml"/><Relationship Id="rId15" Type="http://schemas.openxmlformats.org/officeDocument/2006/relationships/slideLayout" Target="../slideLayouts/slideLayout173.xml"/><Relationship Id="rId16" Type="http://schemas.openxmlformats.org/officeDocument/2006/relationships/slideLayout" Target="../slideLayouts/slideLayout174.xml"/><Relationship Id="rId17" Type="http://schemas.openxmlformats.org/officeDocument/2006/relationships/slideLayout" Target="../slideLayouts/slideLayout175.xml"/><Relationship Id="rId18" Type="http://schemas.openxmlformats.org/officeDocument/2006/relationships/slideLayout" Target="../slideLayouts/slideLayout176.xml"/><Relationship Id="rId19" Type="http://schemas.openxmlformats.org/officeDocument/2006/relationships/slideLayout" Target="../slideLayouts/slideLayout177.xml"/><Relationship Id="rId20" Type="http://schemas.openxmlformats.org/officeDocument/2006/relationships/slideLayout" Target="../slideLayouts/slideLayout178.xml"/><Relationship Id="rId21"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0195052"/>
      </p:ext>
    </p:extLst>
  </p:cSld>
  <p:clrMap bg1="lt1" tx1="dk1" bg2="lt2" tx2="dk2" accent1="accent1" accent2="accent2" accent3="accent3" accent4="accent4" accent5="accent5" accent6="accent6" hlink="hlink" folHlink="folHlink"/>
  <p:sldLayoutIdLst>
    <p:sldLayoutId id="2147483788" r:id="rId1"/>
    <p:sldLayoutId id="2147483787" r:id="rId2"/>
    <p:sldLayoutId id="2147483851" r:id="rId3"/>
    <p:sldLayoutId id="2147483790" r:id="rId4"/>
    <p:sldLayoutId id="2147483791" r:id="rId5"/>
    <p:sldLayoutId id="2147483852" r:id="rId6"/>
    <p:sldLayoutId id="2147483856" r:id="rId7"/>
    <p:sldLayoutId id="2147483821" r:id="rId8"/>
    <p:sldLayoutId id="2147483839" r:id="rId9"/>
    <p:sldLayoutId id="2147483838" r:id="rId10"/>
    <p:sldLayoutId id="2147483848" r:id="rId11"/>
    <p:sldLayoutId id="2147483849" r:id="rId12"/>
    <p:sldLayoutId id="2147483850" r:id="rId13"/>
    <p:sldLayoutId id="2147483858" r:id="rId14"/>
    <p:sldLayoutId id="2147483860" r:id="rId15"/>
    <p:sldLayoutId id="2147483861" r:id="rId16"/>
    <p:sldLayoutId id="2147483863" r:id="rId17"/>
    <p:sldLayoutId id="2147484266" r:id="rId18"/>
    <p:sldLayoutId id="2147484267" r:id="rId19"/>
    <p:sldLayoutId id="2147484268" r:id="rId20"/>
    <p:sldLayoutId id="2147484269" r:id="rId21"/>
    <p:sldLayoutId id="2147484278" r:id="rId22"/>
    <p:sldLayoutId id="2147484566" r:id="rId23"/>
  </p:sldLayoutIdLst>
  <p:hf hdr="0" ftr="0" dt="0"/>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bodyStyle>
    <p:otherStyle>
      <a:lvl1pPr marL="0" eaLnBrk="1" hangingPunct="1">
        <a:defRPr>
          <a:latin typeface="+mn-lt"/>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5236821"/>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73" r:id="rId3"/>
    <p:sldLayoutId id="2147483775" r:id="rId4"/>
    <p:sldLayoutId id="2147483797" r:id="rId5"/>
    <p:sldLayoutId id="2147483854" r:id="rId6"/>
    <p:sldLayoutId id="2147483857"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53" r:id="rId24"/>
    <p:sldLayoutId id="2147483855" r:id="rId25"/>
    <p:sldLayoutId id="2147484201" r:id="rId26"/>
    <p:sldLayoutId id="2147484202" r:id="rId27"/>
    <p:sldLayoutId id="2147484203" r:id="rId28"/>
    <p:sldLayoutId id="2147484204" r:id="rId29"/>
    <p:sldLayoutId id="2147484205" r:id="rId30"/>
    <p:sldLayoutId id="2147484206" r:id="rId31"/>
    <p:sldLayoutId id="2147484207" r:id="rId32"/>
    <p:sldLayoutId id="2147484208" r:id="rId33"/>
    <p:sldLayoutId id="2147484209" r:id="rId34"/>
    <p:sldLayoutId id="2147484210" r:id="rId35"/>
    <p:sldLayoutId id="2147484211" r:id="rId36"/>
    <p:sldLayoutId id="2147484212" r:id="rId37"/>
    <p:sldLayoutId id="2147484213" r:id="rId38"/>
    <p:sldLayoutId id="2147484214" r:id="rId39"/>
    <p:sldLayoutId id="2147484215" r:id="rId40"/>
    <p:sldLayoutId id="2147484216" r:id="rId41"/>
    <p:sldLayoutId id="2147484218" r:id="rId42"/>
    <p:sldLayoutId id="2147484219" r:id="rId43"/>
    <p:sldLayoutId id="2147484220" r:id="rId44"/>
    <p:sldLayoutId id="2147484221" r:id="rId45"/>
    <p:sldLayoutId id="2147484222" r:id="rId46"/>
    <p:sldLayoutId id="2147484223" r:id="rId47"/>
    <p:sldLayoutId id="2147484224" r:id="rId48"/>
    <p:sldLayoutId id="2147484227" r:id="rId49"/>
    <p:sldLayoutId id="2147484228" r:id="rId50"/>
    <p:sldLayoutId id="2147484234" r:id="rId51"/>
    <p:sldLayoutId id="2147484256" r:id="rId52"/>
    <p:sldLayoutId id="2147484257" r:id="rId53"/>
    <p:sldLayoutId id="2147484280" r:id="rId54"/>
    <p:sldLayoutId id="2147484281" r:id="rId55"/>
    <p:sldLayoutId id="2147484282" r:id="rId56"/>
    <p:sldLayoutId id="2147484283" r:id="rId57"/>
    <p:sldLayoutId id="2147484285" r:id="rId58"/>
    <p:sldLayoutId id="2147484288" r:id="rId59"/>
    <p:sldLayoutId id="2147484289" r:id="rId60"/>
    <p:sldLayoutId id="2147484290" r:id="rId61"/>
    <p:sldLayoutId id="2147484291" r:id="rId62"/>
    <p:sldLayoutId id="2147484292" r:id="rId63"/>
    <p:sldLayoutId id="2147484293" r:id="rId64"/>
    <p:sldLayoutId id="2147484294" r:id="rId65"/>
    <p:sldLayoutId id="2147484295" r:id="rId66"/>
    <p:sldLayoutId id="2147484297" r:id="rId67"/>
    <p:sldLayoutId id="2147484298" r:id="rId68"/>
    <p:sldLayoutId id="2147484299" r:id="rId69"/>
    <p:sldLayoutId id="2147484300" r:id="rId70"/>
    <p:sldLayoutId id="2147484301" r:id="rId71"/>
    <p:sldLayoutId id="2147484302" r:id="rId72"/>
    <p:sldLayoutId id="2147484303" r:id="rId73"/>
    <p:sldLayoutId id="2147484306" r:id="rId74"/>
    <p:sldLayoutId id="2147484307" r:id="rId75"/>
    <p:sldLayoutId id="2147484318" r:id="rId76"/>
    <p:sldLayoutId id="2147484457" r:id="rId77"/>
    <p:sldLayoutId id="2147484459" r:id="rId78"/>
    <p:sldLayoutId id="2147484460" r:id="rId79"/>
    <p:sldLayoutId id="2147484461" r:id="rId80"/>
    <p:sldLayoutId id="2147484462" r:id="rId81"/>
    <p:sldLayoutId id="2147484463" r:id="rId82"/>
    <p:sldLayoutId id="2147484464" r:id="rId83"/>
    <p:sldLayoutId id="2147484465" r:id="rId84"/>
    <p:sldLayoutId id="2147484466" r:id="rId85"/>
    <p:sldLayoutId id="2147484467" r:id="rId86"/>
    <p:sldLayoutId id="2147484468" r:id="rId87"/>
    <p:sldLayoutId id="2147484469" r:id="rId88"/>
    <p:sldLayoutId id="2147484470" r:id="rId89"/>
    <p:sldLayoutId id="2147484471" r:id="rId90"/>
    <p:sldLayoutId id="2147484472" r:id="rId91"/>
    <p:sldLayoutId id="2147484473" r:id="rId92"/>
    <p:sldLayoutId id="2147484474" r:id="rId93"/>
    <p:sldLayoutId id="2147484475" r:id="rId94"/>
    <p:sldLayoutId id="2147484476" r:id="rId95"/>
    <p:sldLayoutId id="2147484477" r:id="rId96"/>
    <p:sldLayoutId id="2147484478" r:id="rId97"/>
    <p:sldLayoutId id="2147484479" r:id="rId98"/>
    <p:sldLayoutId id="2147484480" r:id="rId99"/>
    <p:sldLayoutId id="2147484481" r:id="rId100"/>
    <p:sldLayoutId id="2147484483" r:id="rId101"/>
    <p:sldLayoutId id="2147484484" r:id="rId102"/>
    <p:sldLayoutId id="2147484485" r:id="rId103"/>
    <p:sldLayoutId id="2147484486" r:id="rId104"/>
    <p:sldLayoutId id="2147484487" r:id="rId105"/>
    <p:sldLayoutId id="2147484488" r:id="rId106"/>
    <p:sldLayoutId id="2147484489" r:id="rId107"/>
    <p:sldLayoutId id="2147484490" r:id="rId108"/>
    <p:sldLayoutId id="2147484491" r:id="rId109"/>
    <p:sldLayoutId id="2147484492" r:id="rId110"/>
    <p:sldLayoutId id="2147484493" r:id="rId111"/>
  </p:sldLayoutIdLst>
  <p:hf hdr="0" ftr="0" dt="0"/>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bodyStyle>
    <p:otherStyle>
      <a:lvl1pPr marL="0" eaLnBrk="1" hangingPunct="1">
        <a:defRPr>
          <a:latin typeface="+mn-lt"/>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630942"/>
          </a:xfrm>
          <a:prstGeom prst="rect">
            <a:avLst/>
          </a:prstGeom>
        </p:spPr>
        <p:txBody>
          <a:bodyPr wrap="square" lIns="0" tIns="0" rIns="0" bIns="0">
            <a:spAutoFit/>
          </a:bodyPr>
          <a:lstStyle>
            <a:lvl1pPr>
              <a:defRPr sz="4100" b="1" i="0">
                <a:solidFill>
                  <a:schemeClr val="bg1"/>
                </a:solidFill>
                <a:latin typeface="Versos"/>
                <a:cs typeface="Versos"/>
              </a:defRPr>
            </a:lvl1pPr>
          </a:lstStyle>
          <a:p>
            <a:endParaRPr/>
          </a:p>
        </p:txBody>
      </p:sp>
      <p:sp>
        <p:nvSpPr>
          <p:cNvPr id="3" name="Holder 3"/>
          <p:cNvSpPr>
            <a:spLocks noGrp="1"/>
          </p:cNvSpPr>
          <p:nvPr>
            <p:ph type="body" idx="1"/>
          </p:nvPr>
        </p:nvSpPr>
        <p:spPr>
          <a:xfrm>
            <a:off x="609600" y="1577340"/>
            <a:ext cx="10972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62040149"/>
      </p:ext>
    </p:extLst>
  </p:cSld>
  <p:clrMap bg1="lt1" tx1="dk1" bg2="lt2" tx2="dk2" accent1="accent1" accent2="accent2" accent3="accent3" accent4="accent4" accent5="accent5" accent6="accent6" hlink="hlink" folHlink="folHlink"/>
  <p:sldLayoutIdLst>
    <p:sldLayoutId id="2147484195" r:id="rId1"/>
    <p:sldLayoutId id="2147484196" r:id="rId2"/>
    <p:sldLayoutId id="2147484197" r:id="rId3"/>
    <p:sldLayoutId id="2147484198" r:id="rId4"/>
    <p:sldLayoutId id="2147484199" r:id="rId5"/>
    <p:sldLayoutId id="2147484259" r:id="rId6"/>
    <p:sldLayoutId id="2147484368" r:id="rId7"/>
    <p:sldLayoutId id="2147484511" r:id="rId8"/>
    <p:sldLayoutId id="2147484509" r:id="rId9"/>
    <p:sldLayoutId id="2147484528" r:id="rId10"/>
    <p:sldLayoutId id="2147484525" r:id="rId11"/>
    <p:sldLayoutId id="2147484521" r:id="rId12"/>
    <p:sldLayoutId id="2147484535" r:id="rId13"/>
    <p:sldLayoutId id="2147484575" r:id="rId14"/>
    <p:sldLayoutId id="2147484597" r:id="rId15"/>
    <p:sldLayoutId id="2147484264" r:id="rId16"/>
  </p:sldLayoutIdLst>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630942"/>
          </a:xfrm>
          <a:prstGeom prst="rect">
            <a:avLst/>
          </a:prstGeom>
        </p:spPr>
        <p:txBody>
          <a:bodyPr wrap="square" lIns="0" tIns="0" rIns="0" bIns="0">
            <a:spAutoFit/>
          </a:bodyPr>
          <a:lstStyle>
            <a:lvl1pPr>
              <a:defRPr sz="4100" b="1" i="0">
                <a:solidFill>
                  <a:schemeClr val="bg1"/>
                </a:solidFill>
                <a:latin typeface="Versos"/>
                <a:cs typeface="Versos"/>
              </a:defRPr>
            </a:lvl1pPr>
          </a:lstStyle>
          <a:p>
            <a:endParaRPr/>
          </a:p>
        </p:txBody>
      </p:sp>
      <p:sp>
        <p:nvSpPr>
          <p:cNvPr id="3" name="Holder 3"/>
          <p:cNvSpPr>
            <a:spLocks noGrp="1"/>
          </p:cNvSpPr>
          <p:nvPr>
            <p:ph type="body" idx="1"/>
          </p:nvPr>
        </p:nvSpPr>
        <p:spPr>
          <a:xfrm>
            <a:off x="609600" y="1577340"/>
            <a:ext cx="10972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45548791"/>
      </p:ext>
    </p:extLst>
  </p:cSld>
  <p:clrMap bg1="lt1" tx1="dk1" bg2="lt2" tx2="dk2" accent1="accent1" accent2="accent2" accent3="accent3" accent4="accent4" accent5="accent5" accent6="accent6" hlink="hlink" folHlink="folHlink"/>
  <p:sldLayoutIdLst>
    <p:sldLayoutId id="2147484495" r:id="rId1"/>
    <p:sldLayoutId id="2147484496" r:id="rId2"/>
    <p:sldLayoutId id="2147484497" r:id="rId3"/>
    <p:sldLayoutId id="2147484498" r:id="rId4"/>
    <p:sldLayoutId id="2147484499" r:id="rId5"/>
    <p:sldLayoutId id="2147484500" r:id="rId6"/>
    <p:sldLayoutId id="2147484501" r:id="rId7"/>
    <p:sldLayoutId id="2147484502" r:id="rId8"/>
  </p:sldLayoutIdLst>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7315575"/>
      </p:ext>
    </p:extLst>
  </p:cSld>
  <p:clrMap bg1="lt1" tx1="dk1" bg2="lt2" tx2="dk2" accent1="accent1" accent2="accent2" accent3="accent3" accent4="accent4" accent5="accent5" accent6="accent6" hlink="hlink" folHlink="folHlink"/>
  <p:sldLayoutIdLst>
    <p:sldLayoutId id="2147484537" r:id="rId1"/>
    <p:sldLayoutId id="2147484538" r:id="rId2"/>
    <p:sldLayoutId id="2147484539" r:id="rId3"/>
    <p:sldLayoutId id="2147484540" r:id="rId4"/>
    <p:sldLayoutId id="2147484541" r:id="rId5"/>
    <p:sldLayoutId id="2147484542" r:id="rId6"/>
    <p:sldLayoutId id="2147484543" r:id="rId7"/>
    <p:sldLayoutId id="2147484544" r:id="rId8"/>
    <p:sldLayoutId id="2147484545" r:id="rId9"/>
    <p:sldLayoutId id="2147484546" r:id="rId10"/>
    <p:sldLayoutId id="2147484547" r:id="rId11"/>
    <p:sldLayoutId id="2147484548" r:id="rId12"/>
    <p:sldLayoutId id="2147484549" r:id="rId13"/>
    <p:sldLayoutId id="2147484550" r:id="rId14"/>
    <p:sldLayoutId id="2147484551" r:id="rId15"/>
    <p:sldLayoutId id="2147484552" r:id="rId16"/>
    <p:sldLayoutId id="2147484553" r:id="rId17"/>
    <p:sldLayoutId id="2147484554" r:id="rId18"/>
    <p:sldLayoutId id="2147484599" r:id="rId19"/>
    <p:sldLayoutId id="2147484600" r:id="rId20"/>
  </p:sldLayoutIdLst>
  <p:hf hdr="0" ftr="0" dt="0"/>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bodyStyle>
    <p:otherStyle>
      <a:lvl1pPr marL="0" eaLnBrk="1" hangingPunct="1">
        <a:defRPr>
          <a:latin typeface="+mn-lt"/>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svg"/><Relationship Id="rId3"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7.xml"/><Relationship Id="rId2" Type="http://schemas.openxmlformats.org/officeDocument/2006/relationships/notesSlide" Target="../notesSlides/notesSlide1.xml"/><Relationship Id="rId3" Type="http://schemas.openxmlformats.org/officeDocument/2006/relationships/image" Target="../media/image8.jpeg"/><Relationship Id="rId4" Type="http://schemas.openxmlformats.org/officeDocument/2006/relationships/image" Target="../media/image9.png"/><Relationship Id="rId5" Type="http://schemas.microsoft.com/office/2007/relationships/hdphoto" Target="../media/hdphoto1.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1.jpg"/><Relationship Id="rId5" Type="http://schemas.openxmlformats.org/officeDocument/2006/relationships/image" Target="../media/image12.jpeg"/><Relationship Id="rId6" Type="http://schemas.openxmlformats.org/officeDocument/2006/relationships/image" Target="../media/image13.jpeg"/><Relationship Id="rId7" Type="http://schemas.openxmlformats.org/officeDocument/2006/relationships/image" Target="../media/image14.png"/><Relationship Id="rId8" Type="http://schemas.openxmlformats.org/officeDocument/2006/relationships/image" Target="../media/image1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3.xml"/><Relationship Id="rId2" Type="http://schemas.openxmlformats.org/officeDocument/2006/relationships/notesSlide" Target="../notesSlides/notesSlide3.xml"/><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png"/><Relationship Id="rId6" Type="http://schemas.microsoft.com/office/2007/relationships/hdphoto" Target="../media/hdphoto2.wdp"/><Relationship Id="rId7" Type="http://schemas.openxmlformats.org/officeDocument/2006/relationships/image" Target="../media/image19.png"/><Relationship Id="rId8" Type="http://schemas.microsoft.com/office/2007/relationships/hdphoto" Target="../media/hdphoto3.wdp"/><Relationship Id="rId9" Type="http://schemas.openxmlformats.org/officeDocument/2006/relationships/image" Target="../media/image20.png"/><Relationship Id="rId10" Type="http://schemas.microsoft.com/office/2007/relationships/hdphoto" Target="../media/hdphoto4.wdp"/><Relationship Id="rId11" Type="http://schemas.openxmlformats.org/officeDocument/2006/relationships/image" Target="../media/image21.png"/><Relationship Id="rId12" Type="http://schemas.microsoft.com/office/2007/relationships/hdphoto" Target="../media/hdphoto5.wdp"/><Relationship Id="rId13" Type="http://schemas.openxmlformats.org/officeDocument/2006/relationships/image" Target="../media/image22.jpeg"/><Relationship Id="rId14" Type="http://schemas.openxmlformats.org/officeDocument/2006/relationships/image" Target="../media/image23.png"/><Relationship Id="rId15" Type="http://schemas.microsoft.com/office/2007/relationships/hdphoto" Target="../media/hdphoto6.wdp"/><Relationship Id="rId16" Type="http://schemas.openxmlformats.org/officeDocument/2006/relationships/image" Target="../media/image24.png"/><Relationship Id="rId17" Type="http://schemas.microsoft.com/office/2007/relationships/hdphoto" Target="../media/hdphoto7.wdp"/><Relationship Id="rId18" Type="http://schemas.openxmlformats.org/officeDocument/2006/relationships/image" Target="../media/image25.png"/><Relationship Id="rId19" Type="http://schemas.openxmlformats.org/officeDocument/2006/relationships/image" Target="../media/image26.jpeg"/><Relationship Id="rId20" Type="http://schemas.openxmlformats.org/officeDocument/2006/relationships/image" Target="../media/image27.png"/><Relationship Id="rId21" Type="http://schemas.microsoft.com/office/2007/relationships/hdphoto" Target="../media/hdphoto8.wdp"/><Relationship Id="rId22" Type="http://schemas.openxmlformats.org/officeDocument/2006/relationships/image" Target="../media/image28.png"/><Relationship Id="rId23" Type="http://schemas.microsoft.com/office/2007/relationships/hdphoto" Target="../media/hdphoto9.wdp"/><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jpeg"/><Relationship Id="rId27" Type="http://schemas.openxmlformats.org/officeDocument/2006/relationships/image" Target="../media/image32.png"/><Relationship Id="rId28" Type="http://schemas.microsoft.com/office/2007/relationships/hdphoto" Target="../media/hdphoto10.wdp"/><Relationship Id="rId29" Type="http://schemas.openxmlformats.org/officeDocument/2006/relationships/image" Target="../media/image33.png"/><Relationship Id="rId30" Type="http://schemas.microsoft.com/office/2007/relationships/hdphoto" Target="../media/hdphoto11.wdp"/><Relationship Id="rId31" Type="http://schemas.openxmlformats.org/officeDocument/2006/relationships/image" Target="../media/image34.png"/><Relationship Id="rId32" Type="http://schemas.microsoft.com/office/2007/relationships/hdphoto" Target="../media/hdphoto12.wdp"/><Relationship Id="rId33" Type="http://schemas.openxmlformats.org/officeDocument/2006/relationships/image" Target="../media/image35.jpeg"/><Relationship Id="rId34" Type="http://schemas.openxmlformats.org/officeDocument/2006/relationships/image" Target="../media/image36.png"/><Relationship Id="rId35" Type="http://schemas.microsoft.com/office/2007/relationships/hdphoto" Target="../media/hdphoto13.wdp"/><Relationship Id="rId36" Type="http://schemas.openxmlformats.org/officeDocument/2006/relationships/image" Target="../media/image37.png"/><Relationship Id="rId37" Type="http://schemas.microsoft.com/office/2007/relationships/hdphoto" Target="../media/hdphoto14.wdp"/><Relationship Id="rId38" Type="http://schemas.openxmlformats.org/officeDocument/2006/relationships/image" Target="../media/image38.jpeg"/><Relationship Id="rId39" Type="http://schemas.openxmlformats.org/officeDocument/2006/relationships/image" Target="../media/image39.jpeg"/><Relationship Id="rId40" Type="http://schemas.openxmlformats.org/officeDocument/2006/relationships/image" Target="../media/image40.png"/><Relationship Id="rId41" Type="http://schemas.microsoft.com/office/2007/relationships/hdphoto" Target="../media/hdphoto15.wdp"/><Relationship Id="rId42" Type="http://schemas.openxmlformats.org/officeDocument/2006/relationships/image" Target="../media/image41.png"/><Relationship Id="rId43" Type="http://schemas.microsoft.com/office/2007/relationships/hdphoto" Target="../media/hdphoto16.wdp"/><Relationship Id="rId44" Type="http://schemas.openxmlformats.org/officeDocument/2006/relationships/image" Target="../media/image42.jpeg"/><Relationship Id="rId45" Type="http://schemas.openxmlformats.org/officeDocument/2006/relationships/image" Target="../media/image43.png"/><Relationship Id="rId46" Type="http://schemas.microsoft.com/office/2007/relationships/hdphoto" Target="../media/hdphoto17.wdp"/><Relationship Id="rId47" Type="http://schemas.openxmlformats.org/officeDocument/2006/relationships/image" Target="../media/image44.png"/><Relationship Id="rId48" Type="http://schemas.microsoft.com/office/2007/relationships/hdphoto" Target="../media/hdphoto18.wdp"/><Relationship Id="rId49" Type="http://schemas.openxmlformats.org/officeDocument/2006/relationships/image" Target="../media/image45.png"/><Relationship Id="rId50" Type="http://schemas.openxmlformats.org/officeDocument/2006/relationships/image" Target="../media/image46.png"/><Relationship Id="rId51" Type="http://schemas.microsoft.com/office/2007/relationships/hdphoto" Target="../media/hdphoto19.wdp"/><Relationship Id="rId52" Type="http://schemas.openxmlformats.org/officeDocument/2006/relationships/image" Target="../media/image4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48.jpeg"/><Relationship Id="rId4" Type="http://schemas.microsoft.com/office/2007/relationships/hdphoto" Target="../media/hdphoto20.wdp"/><Relationship Id="rId5" Type="http://schemas.openxmlformats.org/officeDocument/2006/relationships/image" Target="../media/image6.svg"/><Relationship Id="rId6" Type="http://schemas.openxmlformats.org/officeDocument/2006/relationships/image" Target="../media/image49.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4.xml"/><Relationship Id="rId2" Type="http://schemas.openxmlformats.org/officeDocument/2006/relationships/notesSlide" Target="../notesSlides/notesSlide5.xml"/><Relationship Id="rId3" Type="http://schemas.openxmlformats.org/officeDocument/2006/relationships/image" Target="../media/image50.png"/><Relationship Id="rId4" Type="http://schemas.microsoft.com/office/2007/relationships/hdphoto" Target="../media/hdphoto21.wdp"/><Relationship Id="rId5" Type="http://schemas.openxmlformats.org/officeDocument/2006/relationships/image" Target="../media/image49.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51.jpeg"/><Relationship Id="rId4" Type="http://schemas.openxmlformats.org/officeDocument/2006/relationships/image" Target="../media/image6.svg"/><Relationship Id="rId5" Type="http://schemas.openxmlformats.org/officeDocument/2006/relationships/image" Target="../media/image49.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8.xml"/><Relationship Id="rId3" Type="http://schemas.microsoft.com/office/2018/10/relationships/comments" Target="../comments/modernComment_7FFFDC5A_6E084BF.xml"/><Relationship Id="rId4" Type="http://schemas.openxmlformats.org/officeDocument/2006/relationships/image" Target="../media/image52.svg"/><Relationship Id="rId5" Type="http://schemas.openxmlformats.org/officeDocument/2006/relationships/image" Target="../media/image53.svg"/><Relationship Id="rId6" Type="http://schemas.openxmlformats.org/officeDocument/2006/relationships/image" Target="../media/image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image" Target="../media/image5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55.jpeg"/><Relationship Id="rId4" Type="http://schemas.openxmlformats.org/officeDocument/2006/relationships/image" Target="../media/image6.svg"/><Relationship Id="rId5" Type="http://schemas.openxmlformats.org/officeDocument/2006/relationships/image" Target="../media/image49.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0.xml"/><Relationship Id="rId3" Type="http://schemas.openxmlformats.org/officeDocument/2006/relationships/hyperlink" Target="mailto:sami.karlik@tivio.com" TargetMode="External"/><Relationship Id="rId4" Type="http://schemas.openxmlformats.org/officeDocument/2006/relationships/image" Target="../media/image56.jpeg"/><Relationship Id="rId5" Type="http://schemas.openxmlformats.org/officeDocument/2006/relationships/image" Target="../media/image57.png"/><Relationship Id="rId6" Type="http://schemas.microsoft.com/office/2007/relationships/hdphoto" Target="../media/hdphoto22.wdp"/><Relationship Id="rId7" Type="http://schemas.openxmlformats.org/officeDocument/2006/relationships/image" Target="../media/image58.png"/><Relationship Id="rId8" Type="http://schemas.microsoft.com/office/2007/relationships/hdphoto" Target="../media/hdphoto23.wdp"/><Relationship Id="rId9" Type="http://schemas.openxmlformats.org/officeDocument/2006/relationships/image" Target="../media/image59.png"/><Relationship Id="rId10" Type="http://schemas.openxmlformats.org/officeDocument/2006/relationships/hyperlink" Target="mailto:pedro.bento@tivio.com" TargetMode="External"/><Relationship Id="rId11" Type="http://schemas.openxmlformats.org/officeDocument/2006/relationships/image" Target="../media/image60.png"/><Relationship Id="rId12" Type="http://schemas.openxmlformats.org/officeDocument/2006/relationships/hyperlink" Target="mailto:pedro.nobre@tivio.com" TargetMode="External"/><Relationship Id="rId13" Type="http://schemas.openxmlformats.org/officeDocument/2006/relationships/image" Target="../media/image61.jpeg"/><Relationship Id="rId14" Type="http://schemas.openxmlformats.org/officeDocument/2006/relationships/hyperlink" Target="mailto:jose.avila@tivio.com" TargetMode="External"/><Relationship Id="rId15" Type="http://schemas.openxmlformats.org/officeDocument/2006/relationships/image" Target="../media/image62.png"/><Relationship Id="rId16" Type="http://schemas.openxmlformats.org/officeDocument/2006/relationships/hyperlink" Target="mailto:luciana.pimentel@tivio.com" TargetMode="External"/><Relationship Id="rId17" Type="http://schemas.openxmlformats.org/officeDocument/2006/relationships/image" Target="../media/image63.jpeg"/><Relationship Id="rId18" Type="http://schemas.openxmlformats.org/officeDocument/2006/relationships/hyperlink" Target="mailto:Gabriel.bernasconi@tivio.com" TargetMode="External"/><Relationship Id="rId19" Type="http://schemas.openxmlformats.org/officeDocument/2006/relationships/image" Target="../media/image64.png"/><Relationship Id="rId20" Type="http://schemas.openxmlformats.org/officeDocument/2006/relationships/hyperlink" Target="mailto:gabriel.real@tivio.com" TargetMode="External"/><Relationship Id="rId21" Type="http://schemas.openxmlformats.org/officeDocument/2006/relationships/image" Target="../media/image65.png"/><Relationship Id="rId22" Type="http://schemas.openxmlformats.org/officeDocument/2006/relationships/image" Target="../media/image66.png"/><Relationship Id="rId23" Type="http://schemas.microsoft.com/office/2007/relationships/hdphoto" Target="../media/hdphoto24.wdp"/><Relationship Id="rId24" Type="http://schemas.openxmlformats.org/officeDocument/2006/relationships/image" Target="../media/image67.png"/><Relationship Id="rId25" Type="http://schemas.microsoft.com/office/2007/relationships/hdphoto" Target="../media/hdphoto25.wdp"/><Relationship Id="rId26" Type="http://schemas.openxmlformats.org/officeDocument/2006/relationships/image" Target="../media/image68.png"/><Relationship Id="rId27" Type="http://schemas.openxmlformats.org/officeDocument/2006/relationships/image" Target="../media/image69.png"/><Relationship Id="rId28" Type="http://schemas.microsoft.com/office/2007/relationships/hdphoto" Target="../media/hdphoto26.wdp"/><Relationship Id="rId29" Type="http://schemas.openxmlformats.org/officeDocument/2006/relationships/image" Target="../media/image70.svg"/><Relationship Id="rId30" Type="http://schemas.openxmlformats.org/officeDocument/2006/relationships/image" Target="../media/image71.png"/><Relationship Id="rId31" Type="http://schemas.microsoft.com/office/2007/relationships/hdphoto" Target="../media/hdphoto27.wdp"/><Relationship Id="rId32" Type="http://schemas.openxmlformats.org/officeDocument/2006/relationships/image" Target="../media/image72.png"/><Relationship Id="rId33" Type="http://schemas.microsoft.com/office/2007/relationships/hdphoto" Target="../media/hdphoto28.wdp"/><Relationship Id="rId34" Type="http://schemas.openxmlformats.org/officeDocument/2006/relationships/image" Target="../media/image73.png"/><Relationship Id="rId35" Type="http://schemas.openxmlformats.org/officeDocument/2006/relationships/image" Target="../media/image7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75.png"/><Relationship Id="rId3" Type="http://schemas.microsoft.com/office/2007/relationships/hdphoto" Target="../media/hdphoto29.wdp"/><Relationship Id="rId4" Type="http://schemas.openxmlformats.org/officeDocument/2006/relationships/hyperlink" Target="https://tivio.com/fundos/" TargetMode="External"/><Relationship Id="rId5" Type="http://schemas.openxmlformats.org/officeDocument/2006/relationships/image" Target="../media/image76.png"/><Relationship Id="rId6" Type="http://schemas.openxmlformats.org/officeDocument/2006/relationships/image" Target="../media/image77.png"/><Relationship Id="rId7" Type="http://schemas.openxmlformats.org/officeDocument/2006/relationships/image" Target="../media/image7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0.xml"/><Relationship Id="rId2" Type="http://schemas.openxmlformats.org/officeDocument/2006/relationships/notesSlide" Target="../notesSlides/notesSlide11.xml"/><Relationship Id="rId3" Type="http://schemas.openxmlformats.org/officeDocument/2006/relationships/image" Target="../media/image79.png"/><Relationship Id="rId4" Type="http://schemas.openxmlformats.org/officeDocument/2006/relationships/image" Target="../media/image8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image" Target="../media/image81.jpeg"/><Relationship Id="rId3" Type="http://schemas.openxmlformats.org/officeDocument/2006/relationships/image" Target="../media/image56.jpeg"/><Relationship Id="rId4" Type="http://schemas.openxmlformats.org/officeDocument/2006/relationships/image" Target="../media/image82.png"/><Relationship Id="rId5" Type="http://schemas.openxmlformats.org/officeDocument/2006/relationships/image" Target="../media/image83.jpeg"/><Relationship Id="rId6" Type="http://schemas.openxmlformats.org/officeDocument/2006/relationships/image" Target="../media/image84.svg"/><Relationship Id="rId7" Type="http://schemas.openxmlformats.org/officeDocument/2006/relationships/image" Target="../media/image85.svg"/><Relationship Id="rId8" Type="http://schemas.openxmlformats.org/officeDocument/2006/relationships/image" Target="../media/image86.svg"/><Relationship Id="rId9" Type="http://schemas.openxmlformats.org/officeDocument/2006/relationships/image" Target="../media/image8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AEF78-3E28-48F4-D00C-A6C69B967F96}"/>
            </a:ext>
          </a:extLst>
        </p:cNvPr>
        <p:cNvGrpSpPr/>
        <p:nvPr/>
      </p:nvGrpSpPr>
      <p:grpSpPr>
        <a:xfrm>
          <a:off x="0" y="0"/>
          <a:ext cx="0" cy="0"/>
          <a:chOff x="0" y="0"/>
          <a:chExt cx="0" cy="0"/>
        </a:xfrm>
      </p:grpSpPr>
      <p:sp>
        <p:nvSpPr>
          <p:cNvPr id="2" name="Text Placeholder 14">
            <a:extLst>
              <a:ext uri="{FF2B5EF4-FFF2-40B4-BE49-F238E27FC236}">
                <a16:creationId xmlns:a16="http://schemas.microsoft.com/office/drawing/2014/main" id="{2AE6D765-FD6E-405F-17D4-A9C513D850F8}"/>
              </a:ext>
            </a:extLst>
          </p:cNvPr>
          <p:cNvSpPr txBox="1">
            <a:spLocks/>
          </p:cNvSpPr>
          <p:nvPr/>
        </p:nvSpPr>
        <p:spPr>
          <a:xfrm>
            <a:off x="407987" y="5844520"/>
            <a:ext cx="6115360" cy="553998"/>
          </a:xfrm>
          <a:prstGeom prst="rect">
            <a:avLst/>
          </a:prstGeom>
        </p:spPr>
        <p:txBody>
          <a:bodyPr lIns="0" tIns="0" rIns="0" bIns="0" anchor="ctr" anchorCtr="0"/>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a:lstStyle>
          <a:p>
            <a:r>
              <a:rPr lang="pt-BR" sz="1800" b="1"/>
              <a:t>TIVIO </a:t>
            </a:r>
          </a:p>
          <a:p>
            <a:r>
              <a:rPr lang="pt-BR" sz="1800"/>
              <a:t>CRÉDITO</a:t>
            </a:r>
          </a:p>
        </p:txBody>
      </p:sp>
      <p:sp>
        <p:nvSpPr>
          <p:cNvPr id="4" name="object 2">
            <a:extLst>
              <a:ext uri="{FF2B5EF4-FFF2-40B4-BE49-F238E27FC236}">
                <a16:creationId xmlns:a16="http://schemas.microsoft.com/office/drawing/2014/main" id="{6DA58046-8660-DF3A-5838-A495A99CF645}"/>
              </a:ext>
            </a:extLst>
          </p:cNvPr>
          <p:cNvSpPr txBox="1"/>
          <p:nvPr/>
        </p:nvSpPr>
        <p:spPr>
          <a:xfrm>
            <a:off x="9625010" y="6229457"/>
            <a:ext cx="2239763" cy="253609"/>
          </a:xfrm>
          <a:prstGeom prst="rect">
            <a:avLst/>
          </a:prstGeom>
        </p:spPr>
        <p:txBody>
          <a:bodyPr vert="horz" wrap="square" lIns="0" tIns="7316" rIns="0" bIns="0" rtlCol="0">
            <a:spAutoFit/>
          </a:bodyPr>
          <a:lstStyle/>
          <a:p>
            <a:pPr marR="3081" algn="r" defTabSz="554492">
              <a:buClrTx/>
            </a:pPr>
            <a:r>
              <a:rPr lang="pt-BR" sz="1600" dirty="0">
                <a:solidFill>
                  <a:srgbClr val="FFFFFF"/>
                </a:solidFill>
                <a:latin typeface="Versos" panose="020B0503020204030204" pitchFamily="34" charset="0"/>
              </a:rPr>
              <a:t>Agosto de 2026</a:t>
            </a:r>
            <a:endParaRPr lang="pt-BR" sz="1600" b="1" dirty="0">
              <a:solidFill>
                <a:sysClr val="windowText" lastClr="000000"/>
              </a:solidFill>
              <a:latin typeface="Versos" panose="020B0503020204030204" pitchFamily="34" charset="0"/>
            </a:endParaRPr>
          </a:p>
        </p:txBody>
      </p:sp>
      <p:pic>
        <p:nvPicPr>
          <p:cNvPr id="6" name="Picture 8">
            <a:extLst>
              <a:ext uri="{FF2B5EF4-FFF2-40B4-BE49-F238E27FC236}">
                <a16:creationId xmlns:a16="http://schemas.microsoft.com/office/drawing/2014/main" id="{48056F19-CCFC-690E-5449-A6BB1177C998}"/>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266079" y="487928"/>
            <a:ext cx="1516296" cy="656621"/>
          </a:xfrm>
          <a:prstGeom prst="rect">
            <a:avLst/>
          </a:prstGeom>
        </p:spPr>
      </p:pic>
      <p:pic>
        <p:nvPicPr>
          <p:cNvPr id="7" name="Graphic 6">
            <a:extLst>
              <a:ext uri="{FF2B5EF4-FFF2-40B4-BE49-F238E27FC236}">
                <a16:creationId xmlns:a16="http://schemas.microsoft.com/office/drawing/2014/main" id="{CC0E0C03-1E25-C4B7-0724-4CB95315BA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7101" y="1297521"/>
            <a:ext cx="3469296" cy="1912403"/>
          </a:xfrm>
          <a:prstGeom prst="rect">
            <a:avLst/>
          </a:prstGeom>
        </p:spPr>
      </p:pic>
    </p:spTree>
    <p:extLst>
      <p:ext uri="{BB962C8B-B14F-4D97-AF65-F5344CB8AC3E}">
        <p14:creationId xmlns:p14="http://schemas.microsoft.com/office/powerpoint/2010/main" val="1052709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39E4D81C-126D-8E06-FD25-407A6316C8B7}"/>
            </a:ext>
          </a:extLst>
        </p:cNvPr>
        <p:cNvGrpSpPr/>
        <p:nvPr/>
      </p:nvGrpSpPr>
      <p:grpSpPr>
        <a:xfrm>
          <a:off x="0" y="0"/>
          <a:ext cx="0" cy="0"/>
          <a:chOff x="0" y="0"/>
          <a:chExt cx="0" cy="0"/>
        </a:xfrm>
      </p:grpSpPr>
      <p:pic>
        <p:nvPicPr>
          <p:cNvPr id="5" name="background">
            <a:extLst>
              <a:ext uri="{FF2B5EF4-FFF2-40B4-BE49-F238E27FC236}">
                <a16:creationId xmlns:a16="http://schemas.microsoft.com/office/drawing/2014/main" id="{58451C93-7DBF-5D36-B4A9-99DBFC011B4D}"/>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2792" t="4350" r="2346"/>
          <a:stretch>
            <a:fillRect/>
          </a:stretch>
        </p:blipFill>
        <p:spPr>
          <a:xfrm>
            <a:off x="0" y="-1"/>
            <a:ext cx="12192000" cy="6858001"/>
          </a:xfrm>
          <a:prstGeom prst="rect">
            <a:avLst/>
          </a:prstGeom>
        </p:spPr>
      </p:pic>
      <p:grpSp>
        <p:nvGrpSpPr>
          <p:cNvPr id="13" name="frase-destaque">
            <a:extLst>
              <a:ext uri="{FF2B5EF4-FFF2-40B4-BE49-F238E27FC236}">
                <a16:creationId xmlns:a16="http://schemas.microsoft.com/office/drawing/2014/main" id="{77A01888-88AC-BCCD-CFD7-A4444EB45DC9}"/>
              </a:ext>
            </a:extLst>
          </p:cNvPr>
          <p:cNvGrpSpPr/>
          <p:nvPr/>
        </p:nvGrpSpPr>
        <p:grpSpPr>
          <a:xfrm>
            <a:off x="6348738" y="978973"/>
            <a:ext cx="4555414" cy="2141976"/>
            <a:chOff x="6348738" y="678267"/>
            <a:chExt cx="4555414" cy="2141976"/>
          </a:xfrm>
        </p:grpSpPr>
        <p:grpSp>
          <p:nvGrpSpPr>
            <p:cNvPr id="3" name="Group 2">
              <a:extLst>
                <a:ext uri="{FF2B5EF4-FFF2-40B4-BE49-F238E27FC236}">
                  <a16:creationId xmlns:a16="http://schemas.microsoft.com/office/drawing/2014/main" id="{B4284237-ADFA-22A5-793A-065A467EC1C3}"/>
                </a:ext>
              </a:extLst>
            </p:cNvPr>
            <p:cNvGrpSpPr/>
            <p:nvPr/>
          </p:nvGrpSpPr>
          <p:grpSpPr>
            <a:xfrm>
              <a:off x="6529676" y="1952575"/>
              <a:ext cx="4193538" cy="867668"/>
              <a:chOff x="6724902" y="1889019"/>
              <a:chExt cx="4193538" cy="867668"/>
            </a:xfrm>
          </p:grpSpPr>
          <p:sp>
            <p:nvSpPr>
              <p:cNvPr id="25" name="texto">
                <a:extLst>
                  <a:ext uri="{FF2B5EF4-FFF2-40B4-BE49-F238E27FC236}">
                    <a16:creationId xmlns:a16="http://schemas.microsoft.com/office/drawing/2014/main" id="{C8C2820F-7BB9-AB0C-C250-74966247A4AB}"/>
                  </a:ext>
                </a:extLst>
              </p:cNvPr>
              <p:cNvSpPr/>
              <p:nvPr/>
            </p:nvSpPr>
            <p:spPr>
              <a:xfrm>
                <a:off x="9322625" y="2089006"/>
                <a:ext cx="1595815" cy="6676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srgbClr val="FFFFFF"/>
                    </a:solidFill>
                    <a:effectLst/>
                    <a:uLnTx/>
                    <a:uFillTx/>
                    <a:latin typeface="Versos"/>
                    <a:ea typeface="+mn-ea"/>
                    <a:cs typeface="Versos"/>
                    <a:sym typeface="Arial"/>
                  </a:rPr>
                  <a:t>A 2ª maior instituição financeira do Brasil</a:t>
                </a:r>
                <a:endParaRPr kumimoji="0" lang="en-GB" sz="1200" b="0" i="0" u="none" strike="noStrike" kern="1200" cap="none" spc="0" normalizeH="0" baseline="0" noProof="0">
                  <a:ln>
                    <a:noFill/>
                  </a:ln>
                  <a:solidFill>
                    <a:srgbClr val="FFFFFF"/>
                  </a:solidFill>
                  <a:effectLst/>
                  <a:uLnTx/>
                  <a:uFillTx/>
                  <a:latin typeface="Versos"/>
                  <a:ea typeface="+mn-ea"/>
                  <a:cs typeface="Versos"/>
                  <a:sym typeface="Arial"/>
                </a:endParaRPr>
              </a:p>
            </p:txBody>
          </p:sp>
          <p:pic>
            <p:nvPicPr>
              <p:cNvPr id="28" name="bradesco">
                <a:extLst>
                  <a:ext uri="{FF2B5EF4-FFF2-40B4-BE49-F238E27FC236}">
                    <a16:creationId xmlns:a16="http://schemas.microsoft.com/office/drawing/2014/main" id="{3C1CBFF2-D1C1-3028-1C6C-3312A2D9BC27}"/>
                  </a:ext>
                </a:extLst>
              </p:cNvPr>
              <p:cNvPicPr/>
              <p:nvPr/>
            </p:nvPicPr>
            <p:blipFill>
              <a:blip r:embed="rId4" cstate="hq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p:blipFill>
            <p:spPr>
              <a:xfrm>
                <a:off x="6724902" y="1889019"/>
                <a:ext cx="2597723" cy="842095"/>
              </a:xfrm>
              <a:prstGeom prst="rect">
                <a:avLst/>
              </a:prstGeom>
            </p:spPr>
          </p:pic>
        </p:grpSp>
        <p:sp>
          <p:nvSpPr>
            <p:cNvPr id="6" name="texto">
              <a:extLst>
                <a:ext uri="{FF2B5EF4-FFF2-40B4-BE49-F238E27FC236}">
                  <a16:creationId xmlns:a16="http://schemas.microsoft.com/office/drawing/2014/main" id="{E580E9F2-3BCF-2069-ED91-9FA9DDFABD74}"/>
                </a:ext>
              </a:extLst>
            </p:cNvPr>
            <p:cNvSpPr txBox="1"/>
            <p:nvPr/>
          </p:nvSpPr>
          <p:spPr>
            <a:xfrm>
              <a:off x="6348738" y="678267"/>
              <a:ext cx="4555414" cy="1300826"/>
            </a:xfrm>
            <a:prstGeom prst="rect">
              <a:avLst/>
            </a:prstGeom>
          </p:spPr>
          <p:txBody>
            <a:bodyPr vert="horz" wrap="square" lIns="0" tIns="0" rIns="0" bIns="0" rtlCol="0">
              <a:spAutoFit/>
            </a:bodyPr>
            <a:lstStyle/>
            <a:p>
              <a:pPr marL="7701" marR="3081" lvl="0" indent="0" algn="ctr" defTabSz="554466" rtl="0" eaLnBrk="1" fontAlgn="auto" latinLnBrk="0" hangingPunct="1">
                <a:lnSpc>
                  <a:spcPct val="100000"/>
                </a:lnSpc>
                <a:spcBef>
                  <a:spcPts val="64"/>
                </a:spcBef>
                <a:spcAft>
                  <a:spcPts val="0"/>
                </a:spcAft>
                <a:buClrTx/>
                <a:buSzTx/>
                <a:buFontTx/>
                <a:buNone/>
                <a:tabLst/>
                <a:defRPr/>
              </a:pPr>
              <a:r>
                <a:rPr kumimoji="0" lang="pt-BR" sz="2800" b="0" i="0" u="none" strike="noStrike" kern="0" cap="none" spc="0" normalizeH="0" baseline="0" noProof="0">
                  <a:ln>
                    <a:noFill/>
                  </a:ln>
                  <a:solidFill>
                    <a:srgbClr val="FFFFFF"/>
                  </a:solidFill>
                  <a:effectLst/>
                  <a:uLnTx/>
                  <a:uFillTx/>
                  <a:latin typeface="Versos Light"/>
                  <a:ea typeface="+mn-ea"/>
                  <a:cs typeface="Versos Light"/>
                  <a:sym typeface="Arial"/>
                </a:rPr>
                <a:t>Estamos entre as maiores </a:t>
              </a:r>
              <a:br>
                <a:rPr kumimoji="0" lang="pt-BR" sz="2800" b="0" i="0" u="none" strike="noStrike" kern="0" cap="none" spc="0" normalizeH="0" baseline="0" noProof="0">
                  <a:ln>
                    <a:noFill/>
                  </a:ln>
                  <a:solidFill>
                    <a:srgbClr val="FFFFFF"/>
                  </a:solidFill>
                  <a:effectLst/>
                  <a:uLnTx/>
                  <a:uFillTx/>
                  <a:latin typeface="Versos Light"/>
                  <a:ea typeface="+mn-ea"/>
                  <a:cs typeface="Versos Light"/>
                  <a:sym typeface="Arial"/>
                </a:rPr>
              </a:br>
              <a:r>
                <a:rPr kumimoji="0" lang="pt-BR" sz="2800" b="0" i="0" u="none" strike="noStrike" kern="0" cap="none" spc="0" normalizeH="0" baseline="0" noProof="0">
                  <a:ln>
                    <a:noFill/>
                  </a:ln>
                  <a:solidFill>
                    <a:srgbClr val="FFFFFF"/>
                  </a:solidFill>
                  <a:effectLst/>
                  <a:uLnTx/>
                  <a:uFillTx/>
                  <a:latin typeface="Versos Light"/>
                  <a:ea typeface="+mn-ea"/>
                  <a:cs typeface="Versos Light"/>
                  <a:sym typeface="Arial"/>
                </a:rPr>
                <a:t>gestoras de investimentos </a:t>
              </a:r>
              <a:br>
                <a:rPr kumimoji="0" lang="pt-BR" sz="2800" b="0" i="0" u="none" strike="noStrike" kern="0" cap="none" spc="0" normalizeH="0" baseline="0" noProof="0">
                  <a:ln>
                    <a:noFill/>
                  </a:ln>
                  <a:solidFill>
                    <a:srgbClr val="FFFFFF"/>
                  </a:solidFill>
                  <a:effectLst/>
                  <a:uLnTx/>
                  <a:uFillTx/>
                  <a:latin typeface="Versos Light"/>
                  <a:ea typeface="+mn-ea"/>
                  <a:cs typeface="Versos Light"/>
                  <a:sym typeface="Arial"/>
                </a:rPr>
              </a:br>
              <a:r>
                <a:rPr kumimoji="0" lang="pt-BR" sz="2800" b="0" i="0" u="none" strike="noStrike" kern="0" cap="none" spc="0" normalizeH="0" baseline="0" noProof="0">
                  <a:ln>
                    <a:noFill/>
                  </a:ln>
                  <a:solidFill>
                    <a:srgbClr val="FFFFFF"/>
                  </a:solidFill>
                  <a:effectLst/>
                  <a:uLnTx/>
                  <a:uFillTx/>
                  <a:latin typeface="Versos Light"/>
                  <a:ea typeface="+mn-ea"/>
                  <a:cs typeface="Versos Light"/>
                  <a:sym typeface="Arial"/>
                </a:rPr>
                <a:t>do Brasil</a:t>
              </a:r>
              <a:r>
                <a:rPr kumimoji="0" lang="en-US" sz="2800" b="0" i="0" u="none" strike="noStrike" kern="0" cap="none" spc="0" normalizeH="0" baseline="0" noProof="0">
                  <a:ln>
                    <a:noFill/>
                  </a:ln>
                  <a:solidFill>
                    <a:srgbClr val="FFFFFF"/>
                  </a:solidFill>
                  <a:effectLst/>
                  <a:uLnTx/>
                  <a:uFillTx/>
                  <a:latin typeface="Versos Light"/>
                  <a:ea typeface="+mn-ea"/>
                  <a:cs typeface="Versos Light"/>
                  <a:sym typeface="Arial"/>
                </a:rPr>
                <a:t>, </a:t>
              </a:r>
              <a:r>
                <a:rPr kumimoji="0" lang="en-US" sz="2800" b="0" i="0" u="none" strike="noStrike" kern="0" cap="none" spc="0" normalizeH="0" baseline="0" noProof="0" err="1">
                  <a:ln>
                    <a:noFill/>
                  </a:ln>
                  <a:solidFill>
                    <a:srgbClr val="FFFFFF"/>
                  </a:solidFill>
                  <a:effectLst/>
                  <a:uLnTx/>
                  <a:uFillTx/>
                  <a:latin typeface="Versos Light"/>
                  <a:ea typeface="+mn-ea"/>
                  <a:cs typeface="Versos Light"/>
                  <a:sym typeface="Arial"/>
                </a:rPr>
                <a:t>parte</a:t>
              </a:r>
              <a:r>
                <a:rPr kumimoji="0" lang="en-US" sz="2800" b="0" i="0" u="none" strike="noStrike" kern="0" cap="none" spc="0" normalizeH="0" baseline="0" noProof="0">
                  <a:ln>
                    <a:noFill/>
                  </a:ln>
                  <a:solidFill>
                    <a:srgbClr val="FFFFFF"/>
                  </a:solidFill>
                  <a:effectLst/>
                  <a:uLnTx/>
                  <a:uFillTx/>
                  <a:latin typeface="Versos Light"/>
                  <a:ea typeface="+mn-ea"/>
                  <a:cs typeface="Versos Light"/>
                  <a:sym typeface="Arial"/>
                </a:rPr>
                <a:t> do </a:t>
              </a:r>
              <a:r>
                <a:rPr kumimoji="0" lang="en-US" sz="2800" b="0" i="0" u="none" strike="noStrike" kern="0" cap="none" spc="0" normalizeH="0" baseline="0" noProof="0" err="1">
                  <a:ln>
                    <a:noFill/>
                  </a:ln>
                  <a:solidFill>
                    <a:srgbClr val="FFFFFF"/>
                  </a:solidFill>
                  <a:effectLst/>
                  <a:uLnTx/>
                  <a:uFillTx/>
                  <a:latin typeface="Versos Light"/>
                  <a:ea typeface="+mn-ea"/>
                  <a:cs typeface="Versos Light"/>
                  <a:sym typeface="Arial"/>
                </a:rPr>
                <a:t>grupo</a:t>
              </a:r>
              <a:endParaRPr kumimoji="0" lang="en-US" sz="2800" b="0"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endParaRPr>
            </a:p>
          </p:txBody>
        </p:sp>
      </p:grpSp>
      <p:sp>
        <p:nvSpPr>
          <p:cNvPr id="10" name="base">
            <a:extLst>
              <a:ext uri="{FF2B5EF4-FFF2-40B4-BE49-F238E27FC236}">
                <a16:creationId xmlns:a16="http://schemas.microsoft.com/office/drawing/2014/main" id="{6C97D18A-E100-16AF-293D-A7B55250A0A6}"/>
              </a:ext>
            </a:extLst>
          </p:cNvPr>
          <p:cNvSpPr/>
          <p:nvPr/>
        </p:nvSpPr>
        <p:spPr>
          <a:xfrm>
            <a:off x="8791745" y="3533633"/>
            <a:ext cx="2427829" cy="2388157"/>
          </a:xfrm>
          <a:prstGeom prst="roundRect">
            <a:avLst>
              <a:gd name="adj" fmla="val 10177"/>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30" name="texto">
            <a:extLst>
              <a:ext uri="{FF2B5EF4-FFF2-40B4-BE49-F238E27FC236}">
                <a16:creationId xmlns:a16="http://schemas.microsoft.com/office/drawing/2014/main" id="{B043FD76-09F2-AF8C-23B9-5DEC9B2D3617}"/>
              </a:ext>
            </a:extLst>
          </p:cNvPr>
          <p:cNvSpPr txBox="1">
            <a:spLocks/>
          </p:cNvSpPr>
          <p:nvPr/>
        </p:nvSpPr>
        <p:spPr>
          <a:xfrm>
            <a:off x="9116826" y="4672371"/>
            <a:ext cx="1777666" cy="726482"/>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r>
              <a:rPr kumimoji="0" lang="pt-BR" sz="1800" b="0" i="0" u="none" strike="noStrike" kern="0" cap="none" spc="-6" normalizeH="0" baseline="0" noProof="0">
                <a:ln>
                  <a:noFill/>
                </a:ln>
                <a:solidFill>
                  <a:srgbClr val="E6EDF1"/>
                </a:solidFill>
                <a:effectLst/>
                <a:uLnTx/>
                <a:uFillTx/>
                <a:latin typeface="Versos Light"/>
                <a:ea typeface="+mj-ea"/>
                <a:cs typeface="Versos Light"/>
                <a:sym typeface="Arial"/>
              </a:rPr>
              <a:t>Fundos de investimento desde a criação</a:t>
            </a:r>
          </a:p>
        </p:txBody>
      </p:sp>
      <p:sp>
        <p:nvSpPr>
          <p:cNvPr id="31" name="fundos_criacao">
            <a:extLst>
              <a:ext uri="{FF2B5EF4-FFF2-40B4-BE49-F238E27FC236}">
                <a16:creationId xmlns:a16="http://schemas.microsoft.com/office/drawing/2014/main" id="{B5F376A1-3D5D-E5B6-1B49-EF21F2E558B8}"/>
              </a:ext>
            </a:extLst>
          </p:cNvPr>
          <p:cNvSpPr txBox="1">
            <a:spLocks/>
          </p:cNvSpPr>
          <p:nvPr/>
        </p:nvSpPr>
        <p:spPr>
          <a:xfrm>
            <a:off x="9116826" y="4009162"/>
            <a:ext cx="1777666" cy="6438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0"/>
              </a:spcBef>
              <a:spcAft>
                <a:spcPts val="0"/>
              </a:spcAft>
              <a:buClrTx/>
              <a:buSzTx/>
              <a:buFontTx/>
              <a:buNone/>
              <a:tabLst>
                <a:tab pos="1313392" algn="l"/>
              </a:tabLst>
              <a:defRPr/>
            </a:pPr>
            <a:r>
              <a:rPr kumimoji="0" lang="pt-BR" sz="3820" b="1" i="0" u="none" strike="noStrike" kern="0" cap="none" spc="-15" normalizeH="0" baseline="0" noProof="0">
                <a:ln>
                  <a:noFill/>
                </a:ln>
                <a:solidFill>
                  <a:srgbClr val="FFFFFF">
                    <a:lumMod val="85000"/>
                  </a:srgbClr>
                </a:solidFill>
                <a:effectLst/>
                <a:uLnTx/>
                <a:uFillTx/>
                <a:latin typeface="Versos" panose="020B0503020204030204" pitchFamily="34" charset="0"/>
                <a:ea typeface="+mj-ea"/>
                <a:sym typeface="Arial"/>
              </a:rPr>
              <a:t>+135</a:t>
            </a:r>
            <a:endParaRPr kumimoji="0" lang="pt-BR" sz="1800" b="0" i="0" u="none" strike="noStrike" kern="0" cap="none" spc="-6" normalizeH="0" baseline="0" noProof="0">
              <a:ln>
                <a:noFill/>
              </a:ln>
              <a:solidFill>
                <a:srgbClr val="E6EDF1"/>
              </a:solidFill>
              <a:effectLst/>
              <a:uLnTx/>
              <a:uFillTx/>
              <a:latin typeface="Versos Light"/>
              <a:ea typeface="+mj-ea"/>
              <a:cs typeface="Versos Light"/>
              <a:sym typeface="Arial"/>
            </a:endParaRPr>
          </a:p>
        </p:txBody>
      </p:sp>
      <p:sp>
        <p:nvSpPr>
          <p:cNvPr id="9" name="base">
            <a:extLst>
              <a:ext uri="{FF2B5EF4-FFF2-40B4-BE49-F238E27FC236}">
                <a16:creationId xmlns:a16="http://schemas.microsoft.com/office/drawing/2014/main" id="{C772FA42-06EA-3B34-2AC2-37A37EBDCECD}"/>
              </a:ext>
            </a:extLst>
          </p:cNvPr>
          <p:cNvSpPr/>
          <p:nvPr/>
        </p:nvSpPr>
        <p:spPr>
          <a:xfrm>
            <a:off x="6185306" y="3533633"/>
            <a:ext cx="2427829" cy="2388157"/>
          </a:xfrm>
          <a:prstGeom prst="roundRect">
            <a:avLst>
              <a:gd name="adj" fmla="val 10826"/>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27" name="texto">
            <a:extLst>
              <a:ext uri="{FF2B5EF4-FFF2-40B4-BE49-F238E27FC236}">
                <a16:creationId xmlns:a16="http://schemas.microsoft.com/office/drawing/2014/main" id="{162574FA-37D3-2095-E7F4-79EF5FDC0E3F}"/>
              </a:ext>
            </a:extLst>
          </p:cNvPr>
          <p:cNvSpPr txBox="1">
            <a:spLocks/>
          </p:cNvSpPr>
          <p:nvPr/>
        </p:nvSpPr>
        <p:spPr>
          <a:xfrm>
            <a:off x="6603250" y="4744942"/>
            <a:ext cx="1649998" cy="726482"/>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r>
              <a:rPr kumimoji="0" lang="en-US" sz="1800" b="0" i="0" u="none" strike="noStrike" kern="0" cap="none" spc="-6" normalizeH="0" baseline="0" noProof="0" err="1">
                <a:ln>
                  <a:noFill/>
                </a:ln>
                <a:solidFill>
                  <a:srgbClr val="E6EDF1"/>
                </a:solidFill>
                <a:effectLst/>
                <a:uLnTx/>
                <a:uFillTx/>
                <a:latin typeface="Versos Light"/>
                <a:ea typeface="+mj-ea"/>
                <a:cs typeface="Versos Light"/>
                <a:sym typeface="Arial"/>
              </a:rPr>
              <a:t>Proﬁssionais</a:t>
            </a:r>
            <a:endPar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endParaRPr>
          </a:p>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endPar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endParaRPr>
          </a:p>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endParaRPr kumimoji="0" lang="pt-BR" sz="1800" b="0" i="0" u="none" strike="noStrike" kern="0" cap="none" spc="-6" normalizeH="0" baseline="0" noProof="0">
              <a:ln>
                <a:noFill/>
              </a:ln>
              <a:solidFill>
                <a:srgbClr val="E6EDF1"/>
              </a:solidFill>
              <a:effectLst/>
              <a:uLnTx/>
              <a:uFillTx/>
              <a:latin typeface="Versos Light"/>
              <a:ea typeface="+mj-ea"/>
              <a:cs typeface="Versos Light"/>
              <a:sym typeface="Arial"/>
            </a:endParaRPr>
          </a:p>
        </p:txBody>
      </p:sp>
      <p:sp>
        <p:nvSpPr>
          <p:cNvPr id="29" name="profissionais">
            <a:extLst>
              <a:ext uri="{FF2B5EF4-FFF2-40B4-BE49-F238E27FC236}">
                <a16:creationId xmlns:a16="http://schemas.microsoft.com/office/drawing/2014/main" id="{A7FB7710-A1DF-D8FE-A0AA-5C18F5653E24}"/>
              </a:ext>
            </a:extLst>
          </p:cNvPr>
          <p:cNvSpPr txBox="1">
            <a:spLocks/>
          </p:cNvSpPr>
          <p:nvPr/>
        </p:nvSpPr>
        <p:spPr>
          <a:xfrm>
            <a:off x="6574221" y="4009162"/>
            <a:ext cx="1649998" cy="6438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0"/>
              </a:spcBef>
              <a:spcAft>
                <a:spcPts val="0"/>
              </a:spcAft>
              <a:buClrTx/>
              <a:buSzTx/>
              <a:buFontTx/>
              <a:buNone/>
              <a:tabLst>
                <a:tab pos="1313392" algn="l"/>
              </a:tabLst>
              <a:defRPr/>
            </a:pPr>
            <a:r>
              <a:rPr kumimoji="0" lang="pt-BR" sz="3800" b="1" i="0" u="none" strike="noStrike" kern="0" cap="none" spc="-15" normalizeH="0" baseline="0" noProof="0">
                <a:ln>
                  <a:noFill/>
                </a:ln>
                <a:solidFill>
                  <a:srgbClr val="FFFFFF">
                    <a:lumMod val="85000"/>
                  </a:srgbClr>
                </a:solidFill>
                <a:effectLst/>
                <a:uLnTx/>
                <a:uFillTx/>
                <a:latin typeface="Versos"/>
                <a:ea typeface="+mj-ea"/>
                <a:sym typeface="Arial"/>
              </a:rPr>
              <a:t>+8</a:t>
            </a:r>
            <a:r>
              <a:rPr lang="pt-BR" sz="3800" spc="-15">
                <a:solidFill>
                  <a:srgbClr val="FFFFFF">
                    <a:lumMod val="85000"/>
                  </a:srgbClr>
                </a:solidFill>
              </a:rPr>
              <a:t>5</a:t>
            </a:r>
            <a:endParaRPr kumimoji="0" lang="pt-BR" sz="3820" b="1" i="0" u="none" strike="noStrike" kern="0" cap="none" spc="-15" normalizeH="0" baseline="0" noProof="0">
              <a:ln>
                <a:noFill/>
              </a:ln>
              <a:solidFill>
                <a:srgbClr val="FFFFFF">
                  <a:lumMod val="85000"/>
                </a:srgbClr>
              </a:solidFill>
              <a:effectLst/>
              <a:uLnTx/>
              <a:uFillTx/>
              <a:latin typeface="Versos" panose="020B0503020204030204" pitchFamily="34" charset="0"/>
              <a:ea typeface="+mj-ea"/>
              <a:sym typeface="Arial"/>
            </a:endParaRPr>
          </a:p>
        </p:txBody>
      </p:sp>
      <p:sp>
        <p:nvSpPr>
          <p:cNvPr id="8" name="base">
            <a:extLst>
              <a:ext uri="{FF2B5EF4-FFF2-40B4-BE49-F238E27FC236}">
                <a16:creationId xmlns:a16="http://schemas.microsoft.com/office/drawing/2014/main" id="{45119BE1-4748-C64D-05D3-FAC4C9EEB6A7}"/>
              </a:ext>
            </a:extLst>
          </p:cNvPr>
          <p:cNvSpPr/>
          <p:nvPr/>
        </p:nvSpPr>
        <p:spPr>
          <a:xfrm>
            <a:off x="3578866" y="3533633"/>
            <a:ext cx="2427829" cy="2388157"/>
          </a:xfrm>
          <a:prstGeom prst="roundRect">
            <a:avLst>
              <a:gd name="adj" fmla="val 10826"/>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32" name="texto">
            <a:extLst>
              <a:ext uri="{FF2B5EF4-FFF2-40B4-BE49-F238E27FC236}">
                <a16:creationId xmlns:a16="http://schemas.microsoft.com/office/drawing/2014/main" id="{012BBE19-3EF8-991C-934E-B87BEA7078D1}"/>
              </a:ext>
            </a:extLst>
          </p:cNvPr>
          <p:cNvSpPr txBox="1">
            <a:spLocks/>
          </p:cNvSpPr>
          <p:nvPr/>
        </p:nvSpPr>
        <p:spPr>
          <a:xfrm>
            <a:off x="3867285" y="4672371"/>
            <a:ext cx="1850990" cy="726482"/>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r>
              <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rPr>
              <a:t>Anos de </a:t>
            </a:r>
            <a:br>
              <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rPr>
            </a:br>
            <a:r>
              <a:rPr kumimoji="0" lang="en-US" sz="1800" b="0" i="0" u="none" strike="noStrike" kern="0" cap="none" spc="-6" normalizeH="0" baseline="0" noProof="0" err="1">
                <a:ln>
                  <a:noFill/>
                </a:ln>
                <a:solidFill>
                  <a:srgbClr val="E6EDF1"/>
                </a:solidFill>
                <a:effectLst/>
                <a:uLnTx/>
                <a:uFillTx/>
                <a:latin typeface="Versos Light"/>
                <a:ea typeface="+mj-ea"/>
                <a:cs typeface="Versos Light"/>
                <a:sym typeface="Arial"/>
              </a:rPr>
              <a:t>história</a:t>
            </a:r>
            <a:endPar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endParaRPr>
          </a:p>
        </p:txBody>
      </p:sp>
      <p:sp>
        <p:nvSpPr>
          <p:cNvPr id="33" name="anos_historia">
            <a:extLst>
              <a:ext uri="{FF2B5EF4-FFF2-40B4-BE49-F238E27FC236}">
                <a16:creationId xmlns:a16="http://schemas.microsoft.com/office/drawing/2014/main" id="{D7CCF729-3F3F-304E-4496-0ED828696854}"/>
              </a:ext>
            </a:extLst>
          </p:cNvPr>
          <p:cNvSpPr txBox="1">
            <a:spLocks/>
          </p:cNvSpPr>
          <p:nvPr/>
        </p:nvSpPr>
        <p:spPr>
          <a:xfrm>
            <a:off x="3867285" y="4009162"/>
            <a:ext cx="1850990" cy="6438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0"/>
              </a:spcBef>
              <a:spcAft>
                <a:spcPts val="0"/>
              </a:spcAft>
              <a:buClrTx/>
              <a:buSzTx/>
              <a:buFontTx/>
              <a:buNone/>
              <a:tabLst>
                <a:tab pos="1313392" algn="l"/>
              </a:tabLst>
              <a:defRPr/>
            </a:pPr>
            <a:r>
              <a:rPr kumimoji="0" lang="pt-BR" sz="3820" b="1" i="0" u="none" strike="noStrike" kern="0" cap="none" spc="-15" normalizeH="0" baseline="0" noProof="0">
                <a:ln>
                  <a:noFill/>
                </a:ln>
                <a:solidFill>
                  <a:srgbClr val="FFFFFF">
                    <a:lumMod val="85000"/>
                  </a:srgbClr>
                </a:solidFill>
                <a:effectLst/>
                <a:uLnTx/>
                <a:uFillTx/>
                <a:latin typeface="Versos" panose="020B0503020204030204" pitchFamily="34" charset="0"/>
                <a:ea typeface="+mj-ea"/>
                <a:cs typeface="Versos SemiBold"/>
                <a:sym typeface="Arial"/>
              </a:rPr>
              <a:t>26</a:t>
            </a:r>
            <a:endPar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endParaRPr>
          </a:p>
        </p:txBody>
      </p:sp>
      <p:sp>
        <p:nvSpPr>
          <p:cNvPr id="7" name="base">
            <a:extLst>
              <a:ext uri="{FF2B5EF4-FFF2-40B4-BE49-F238E27FC236}">
                <a16:creationId xmlns:a16="http://schemas.microsoft.com/office/drawing/2014/main" id="{D5BF0590-B3AC-EA37-CF4C-8962DEE64621}"/>
              </a:ext>
            </a:extLst>
          </p:cNvPr>
          <p:cNvSpPr/>
          <p:nvPr/>
        </p:nvSpPr>
        <p:spPr>
          <a:xfrm>
            <a:off x="972426" y="3533633"/>
            <a:ext cx="2427829" cy="2388157"/>
          </a:xfrm>
          <a:prstGeom prst="roundRect">
            <a:avLst>
              <a:gd name="adj" fmla="val 8879"/>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24" name="texto">
            <a:extLst>
              <a:ext uri="{FF2B5EF4-FFF2-40B4-BE49-F238E27FC236}">
                <a16:creationId xmlns:a16="http://schemas.microsoft.com/office/drawing/2014/main" id="{0EB0D84E-5747-36C4-6359-F306EC1F39CE}"/>
              </a:ext>
            </a:extLst>
          </p:cNvPr>
          <p:cNvSpPr txBox="1">
            <a:spLocks/>
          </p:cNvSpPr>
          <p:nvPr/>
        </p:nvSpPr>
        <p:spPr>
          <a:xfrm>
            <a:off x="972426" y="4672371"/>
            <a:ext cx="2427829" cy="726482"/>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r>
              <a:rPr kumimoji="0" lang="en-US" sz="1800" b="0" i="0" u="none" strike="noStrike" kern="0" cap="none" spc="-6" normalizeH="0" baseline="0" noProof="0" err="1">
                <a:ln>
                  <a:noFill/>
                </a:ln>
                <a:solidFill>
                  <a:srgbClr val="E6EDF1"/>
                </a:solidFill>
                <a:effectLst/>
                <a:uLnTx/>
                <a:uFillTx/>
                <a:latin typeface="Versos Light"/>
                <a:ea typeface="+mj-ea"/>
                <a:cs typeface="Versos Light"/>
                <a:sym typeface="Arial"/>
              </a:rPr>
              <a:t>Ativos</a:t>
            </a:r>
            <a:r>
              <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rPr>
              <a:t> sob </a:t>
            </a:r>
            <a:br>
              <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rPr>
            </a:br>
            <a:r>
              <a:rPr kumimoji="0" lang="en-US" sz="1800" b="0" i="0" u="none" strike="noStrike" kern="0" cap="none" spc="-6" normalizeH="0" baseline="0" noProof="0" err="1">
                <a:ln>
                  <a:noFill/>
                </a:ln>
                <a:solidFill>
                  <a:srgbClr val="E6EDF1"/>
                </a:solidFill>
                <a:effectLst/>
                <a:uLnTx/>
                <a:uFillTx/>
                <a:latin typeface="Versos Light"/>
                <a:ea typeface="+mj-ea"/>
                <a:cs typeface="Versos Light"/>
                <a:sym typeface="Arial"/>
              </a:rPr>
              <a:t>gestão</a:t>
            </a:r>
            <a:endPar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endParaRPr>
          </a:p>
        </p:txBody>
      </p:sp>
      <p:sp>
        <p:nvSpPr>
          <p:cNvPr id="26" name="ativos_sob_gestão">
            <a:extLst>
              <a:ext uri="{FF2B5EF4-FFF2-40B4-BE49-F238E27FC236}">
                <a16:creationId xmlns:a16="http://schemas.microsoft.com/office/drawing/2014/main" id="{7C873CEE-6F57-13CC-6D69-C783CD20E2F2}"/>
              </a:ext>
            </a:extLst>
          </p:cNvPr>
          <p:cNvSpPr txBox="1">
            <a:spLocks/>
          </p:cNvSpPr>
          <p:nvPr/>
        </p:nvSpPr>
        <p:spPr>
          <a:xfrm>
            <a:off x="972426" y="4009162"/>
            <a:ext cx="2427829" cy="6438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0"/>
              </a:spcBef>
              <a:spcAft>
                <a:spcPts val="0"/>
              </a:spcAft>
              <a:buClrTx/>
              <a:buSzTx/>
              <a:buFontTx/>
              <a:buNone/>
              <a:tabLst>
                <a:tab pos="1313392" algn="l"/>
              </a:tabLst>
              <a:defRPr/>
            </a:pPr>
            <a:r>
              <a:rPr kumimoji="0" lang="pt-BR" sz="2800" b="1" i="0" u="none" strike="noStrike" kern="0" cap="none" spc="-15" normalizeH="0" baseline="0" noProof="0" dirty="0">
                <a:ln>
                  <a:noFill/>
                </a:ln>
                <a:solidFill>
                  <a:srgbClr val="C1F4D4"/>
                </a:solidFill>
                <a:effectLst/>
                <a:uLnTx/>
                <a:uFillTx/>
                <a:latin typeface="Versos" panose="020B0503020204030204" pitchFamily="34" charset="0"/>
                <a:ea typeface="+mj-ea"/>
                <a:cs typeface="Versos SemiBold"/>
                <a:sym typeface="Arial"/>
              </a:rPr>
              <a:t>+</a:t>
            </a:r>
            <a:r>
              <a:rPr kumimoji="0" lang="pt-BR" sz="2800" b="1" i="0" u="none" strike="noStrike" kern="0" cap="none" spc="-12" normalizeH="0" baseline="0" noProof="0" dirty="0">
                <a:ln>
                  <a:noFill/>
                </a:ln>
                <a:solidFill>
                  <a:srgbClr val="C1F4D4"/>
                </a:solidFill>
                <a:effectLst/>
                <a:uLnTx/>
                <a:uFillTx/>
                <a:latin typeface="Versos" panose="020B0503020204030204" pitchFamily="34" charset="0"/>
                <a:ea typeface="+mj-ea"/>
                <a:cs typeface="Versos SemiBold"/>
                <a:sym typeface="Arial"/>
              </a:rPr>
              <a:t>R$ </a:t>
            </a:r>
            <a:r>
              <a:rPr kumimoji="0" lang="pt-BR" sz="3820" b="1" i="0" u="none" strike="noStrike" kern="0" cap="none" spc="-12" normalizeH="0" baseline="0" noProof="0" dirty="0">
                <a:ln>
                  <a:noFill/>
                </a:ln>
                <a:solidFill>
                  <a:srgbClr val="C1F4D4"/>
                </a:solidFill>
                <a:effectLst/>
                <a:uLnTx/>
                <a:uFillTx/>
                <a:latin typeface="Versos" panose="020B0503020204030204" pitchFamily="34" charset="0"/>
                <a:ea typeface="+mj-ea"/>
                <a:cs typeface="Versos SemiBold"/>
                <a:sym typeface="Arial"/>
              </a:rPr>
              <a:t>32 </a:t>
            </a:r>
            <a:r>
              <a:rPr kumimoji="0" lang="pt-BR" sz="3200" b="1" i="0" u="none" strike="noStrike" kern="0" cap="none" spc="-15" normalizeH="0" baseline="0" noProof="0" dirty="0">
                <a:ln>
                  <a:noFill/>
                </a:ln>
                <a:solidFill>
                  <a:srgbClr val="C1F4D4"/>
                </a:solidFill>
                <a:effectLst/>
                <a:uLnTx/>
                <a:uFillTx/>
                <a:latin typeface="Versos" panose="020B0503020204030204" pitchFamily="34" charset="0"/>
                <a:ea typeface="+mj-ea"/>
                <a:cs typeface="Versos SemiBold"/>
                <a:sym typeface="Arial"/>
              </a:rPr>
              <a:t>bi</a:t>
            </a:r>
          </a:p>
        </p:txBody>
      </p:sp>
      <p:sp>
        <p:nvSpPr>
          <p:cNvPr id="38" name="logo-tivio-capital">
            <a:extLst>
              <a:ext uri="{FF2B5EF4-FFF2-40B4-BE49-F238E27FC236}">
                <a16:creationId xmlns:a16="http://schemas.microsoft.com/office/drawing/2014/main" id="{F9A0D4D6-EF68-1D55-3E2C-001CDB3F5DB0}"/>
              </a:ext>
            </a:extLst>
          </p:cNvPr>
          <p:cNvSpPr/>
          <p:nvPr/>
        </p:nvSpPr>
        <p:spPr>
          <a:xfrm>
            <a:off x="1937484" y="1484470"/>
            <a:ext cx="3123407" cy="1060597"/>
          </a:xfrm>
          <a:custGeom>
            <a:avLst/>
            <a:gdLst/>
            <a:ahLst/>
            <a:cxnLst/>
            <a:rect l="l" t="t" r="r" b="b"/>
            <a:pathLst>
              <a:path w="4892040" h="1661159">
                <a:moveTo>
                  <a:pt x="598157" y="162128"/>
                </a:moveTo>
                <a:lnTo>
                  <a:pt x="552208" y="107619"/>
                </a:lnTo>
                <a:lnTo>
                  <a:pt x="517258" y="77089"/>
                </a:lnTo>
                <a:lnTo>
                  <a:pt x="478993" y="51600"/>
                </a:lnTo>
                <a:lnTo>
                  <a:pt x="437870" y="31381"/>
                </a:lnTo>
                <a:lnTo>
                  <a:pt x="394347" y="16649"/>
                </a:lnTo>
                <a:lnTo>
                  <a:pt x="348894" y="7645"/>
                </a:lnTo>
                <a:lnTo>
                  <a:pt x="301955" y="4597"/>
                </a:lnTo>
                <a:lnTo>
                  <a:pt x="0" y="4597"/>
                </a:lnTo>
                <a:lnTo>
                  <a:pt x="0" y="162128"/>
                </a:lnTo>
                <a:lnTo>
                  <a:pt x="598157" y="162128"/>
                </a:lnTo>
                <a:close/>
              </a:path>
              <a:path w="4892040" h="1661159">
                <a:moveTo>
                  <a:pt x="686130" y="667334"/>
                </a:moveTo>
                <a:lnTo>
                  <a:pt x="681558" y="664121"/>
                </a:lnTo>
                <a:lnTo>
                  <a:pt x="681558" y="391325"/>
                </a:lnTo>
                <a:lnTo>
                  <a:pt x="678510" y="344347"/>
                </a:lnTo>
                <a:lnTo>
                  <a:pt x="669455" y="298767"/>
                </a:lnTo>
                <a:lnTo>
                  <a:pt x="654519" y="254977"/>
                </a:lnTo>
                <a:lnTo>
                  <a:pt x="633844" y="213360"/>
                </a:lnTo>
                <a:lnTo>
                  <a:pt x="607568" y="174294"/>
                </a:lnTo>
                <a:lnTo>
                  <a:pt x="598157" y="162128"/>
                </a:lnTo>
                <a:lnTo>
                  <a:pt x="588746" y="174294"/>
                </a:lnTo>
                <a:lnTo>
                  <a:pt x="562470" y="213360"/>
                </a:lnTo>
                <a:lnTo>
                  <a:pt x="541794" y="254977"/>
                </a:lnTo>
                <a:lnTo>
                  <a:pt x="526859" y="298767"/>
                </a:lnTo>
                <a:lnTo>
                  <a:pt x="517804" y="344347"/>
                </a:lnTo>
                <a:lnTo>
                  <a:pt x="514743" y="391325"/>
                </a:lnTo>
                <a:lnTo>
                  <a:pt x="514629" y="1019911"/>
                </a:lnTo>
                <a:lnTo>
                  <a:pt x="514743" y="1031824"/>
                </a:lnTo>
                <a:lnTo>
                  <a:pt x="681685" y="1031824"/>
                </a:lnTo>
                <a:lnTo>
                  <a:pt x="681558" y="673976"/>
                </a:lnTo>
                <a:lnTo>
                  <a:pt x="686130" y="667334"/>
                </a:lnTo>
                <a:close/>
              </a:path>
              <a:path w="4892040" h="1661159">
                <a:moveTo>
                  <a:pt x="1196327" y="4597"/>
                </a:moveTo>
                <a:lnTo>
                  <a:pt x="894384" y="4597"/>
                </a:lnTo>
                <a:lnTo>
                  <a:pt x="847432" y="7645"/>
                </a:lnTo>
                <a:lnTo>
                  <a:pt x="801966" y="16649"/>
                </a:lnTo>
                <a:lnTo>
                  <a:pt x="758444" y="31381"/>
                </a:lnTo>
                <a:lnTo>
                  <a:pt x="717321" y="51600"/>
                </a:lnTo>
                <a:lnTo>
                  <a:pt x="679056" y="77089"/>
                </a:lnTo>
                <a:lnTo>
                  <a:pt x="644105" y="107619"/>
                </a:lnTo>
                <a:lnTo>
                  <a:pt x="612952" y="142976"/>
                </a:lnTo>
                <a:lnTo>
                  <a:pt x="598182" y="162128"/>
                </a:lnTo>
                <a:lnTo>
                  <a:pt x="1196327" y="162128"/>
                </a:lnTo>
                <a:lnTo>
                  <a:pt x="1196327" y="4597"/>
                </a:lnTo>
                <a:close/>
              </a:path>
              <a:path w="4892040" h="1661159">
                <a:moveTo>
                  <a:pt x="1602905" y="13525"/>
                </a:moveTo>
                <a:lnTo>
                  <a:pt x="1440751" y="13525"/>
                </a:lnTo>
                <a:lnTo>
                  <a:pt x="1440751" y="1051445"/>
                </a:lnTo>
                <a:lnTo>
                  <a:pt x="1602905" y="1051445"/>
                </a:lnTo>
                <a:lnTo>
                  <a:pt x="1602905" y="13525"/>
                </a:lnTo>
                <a:close/>
              </a:path>
              <a:path w="4892040" h="1661159">
                <a:moveTo>
                  <a:pt x="1772564" y="1390700"/>
                </a:moveTo>
                <a:lnTo>
                  <a:pt x="1752968" y="1335557"/>
                </a:lnTo>
                <a:lnTo>
                  <a:pt x="1716811" y="1293393"/>
                </a:lnTo>
                <a:lnTo>
                  <a:pt x="1667090" y="1266647"/>
                </a:lnTo>
                <a:lnTo>
                  <a:pt x="1606765" y="1257731"/>
                </a:lnTo>
                <a:lnTo>
                  <a:pt x="1579333" y="1259306"/>
                </a:lnTo>
                <a:lnTo>
                  <a:pt x="1529537" y="1271905"/>
                </a:lnTo>
                <a:lnTo>
                  <a:pt x="1486928" y="1296797"/>
                </a:lnTo>
                <a:lnTo>
                  <a:pt x="1453819" y="1332306"/>
                </a:lnTo>
                <a:lnTo>
                  <a:pt x="1430832" y="1377696"/>
                </a:lnTo>
                <a:lnTo>
                  <a:pt x="1419212" y="1430312"/>
                </a:lnTo>
                <a:lnTo>
                  <a:pt x="1417751" y="1459179"/>
                </a:lnTo>
                <a:lnTo>
                  <a:pt x="1419212" y="1488262"/>
                </a:lnTo>
                <a:lnTo>
                  <a:pt x="1430832" y="1541030"/>
                </a:lnTo>
                <a:lnTo>
                  <a:pt x="1453819" y="1586204"/>
                </a:lnTo>
                <a:lnTo>
                  <a:pt x="1486928" y="1621561"/>
                </a:lnTo>
                <a:lnTo>
                  <a:pt x="1529537" y="1646440"/>
                </a:lnTo>
                <a:lnTo>
                  <a:pt x="1579333" y="1659026"/>
                </a:lnTo>
                <a:lnTo>
                  <a:pt x="1606765" y="1660588"/>
                </a:lnTo>
                <a:lnTo>
                  <a:pt x="1638477" y="1658366"/>
                </a:lnTo>
                <a:lnTo>
                  <a:pt x="1693494" y="1640547"/>
                </a:lnTo>
                <a:lnTo>
                  <a:pt x="1736712" y="1605508"/>
                </a:lnTo>
                <a:lnTo>
                  <a:pt x="1764296" y="1556854"/>
                </a:lnTo>
                <a:lnTo>
                  <a:pt x="1722767" y="1527644"/>
                </a:lnTo>
                <a:lnTo>
                  <a:pt x="1715897" y="1547393"/>
                </a:lnTo>
                <a:lnTo>
                  <a:pt x="1706638" y="1564779"/>
                </a:lnTo>
                <a:lnTo>
                  <a:pt x="1664652" y="1602447"/>
                </a:lnTo>
                <a:lnTo>
                  <a:pt x="1626476" y="1613916"/>
                </a:lnTo>
                <a:lnTo>
                  <a:pt x="1604518" y="1615351"/>
                </a:lnTo>
                <a:lnTo>
                  <a:pt x="1584744" y="1614106"/>
                </a:lnTo>
                <a:lnTo>
                  <a:pt x="1532648" y="1595551"/>
                </a:lnTo>
                <a:lnTo>
                  <a:pt x="1494091" y="1556931"/>
                </a:lnTo>
                <a:lnTo>
                  <a:pt x="1477530" y="1521663"/>
                </a:lnTo>
                <a:lnTo>
                  <a:pt x="1469186" y="1481213"/>
                </a:lnTo>
                <a:lnTo>
                  <a:pt x="1468145" y="1459179"/>
                </a:lnTo>
                <a:lnTo>
                  <a:pt x="1469186" y="1436916"/>
                </a:lnTo>
                <a:lnTo>
                  <a:pt x="1477530" y="1396326"/>
                </a:lnTo>
                <a:lnTo>
                  <a:pt x="1494091" y="1361274"/>
                </a:lnTo>
                <a:lnTo>
                  <a:pt x="1532648" y="1322819"/>
                </a:lnTo>
                <a:lnTo>
                  <a:pt x="1584744" y="1304239"/>
                </a:lnTo>
                <a:lnTo>
                  <a:pt x="1604518" y="1303007"/>
                </a:lnTo>
                <a:lnTo>
                  <a:pt x="1626273" y="1304455"/>
                </a:lnTo>
                <a:lnTo>
                  <a:pt x="1664601" y="1316075"/>
                </a:lnTo>
                <a:lnTo>
                  <a:pt x="1695577" y="1338948"/>
                </a:lnTo>
                <a:lnTo>
                  <a:pt x="1716659" y="1371193"/>
                </a:lnTo>
                <a:lnTo>
                  <a:pt x="1723339" y="1390700"/>
                </a:lnTo>
                <a:lnTo>
                  <a:pt x="1772564" y="1390700"/>
                </a:lnTo>
                <a:close/>
              </a:path>
              <a:path w="4892040" h="1661159">
                <a:moveTo>
                  <a:pt x="2362708" y="1657223"/>
                </a:moveTo>
                <a:lnTo>
                  <a:pt x="2322068" y="1550276"/>
                </a:lnTo>
                <a:lnTo>
                  <a:pt x="2305075" y="1505572"/>
                </a:lnTo>
                <a:lnTo>
                  <a:pt x="2253475" y="1369783"/>
                </a:lnTo>
                <a:lnTo>
                  <a:pt x="2253475" y="1505572"/>
                </a:lnTo>
                <a:lnTo>
                  <a:pt x="2110333" y="1505572"/>
                </a:lnTo>
                <a:lnTo>
                  <a:pt x="2181618" y="1314869"/>
                </a:lnTo>
                <a:lnTo>
                  <a:pt x="2253475" y="1505572"/>
                </a:lnTo>
                <a:lnTo>
                  <a:pt x="2253475" y="1369783"/>
                </a:lnTo>
                <a:lnTo>
                  <a:pt x="2232609" y="1314869"/>
                </a:lnTo>
                <a:lnTo>
                  <a:pt x="2212200" y="1261135"/>
                </a:lnTo>
                <a:lnTo>
                  <a:pt x="2153907" y="1261135"/>
                </a:lnTo>
                <a:lnTo>
                  <a:pt x="2002853" y="1657223"/>
                </a:lnTo>
                <a:lnTo>
                  <a:pt x="2053755" y="1657223"/>
                </a:lnTo>
                <a:lnTo>
                  <a:pt x="2095627" y="1550276"/>
                </a:lnTo>
                <a:lnTo>
                  <a:pt x="2268194" y="1550276"/>
                </a:lnTo>
                <a:lnTo>
                  <a:pt x="2310066" y="1657223"/>
                </a:lnTo>
                <a:lnTo>
                  <a:pt x="2362708" y="1657223"/>
                </a:lnTo>
                <a:close/>
              </a:path>
              <a:path w="4892040" h="1661159">
                <a:moveTo>
                  <a:pt x="2445664" y="1051445"/>
                </a:moveTo>
                <a:lnTo>
                  <a:pt x="2028228" y="13512"/>
                </a:lnTo>
                <a:lnTo>
                  <a:pt x="1841347" y="13512"/>
                </a:lnTo>
                <a:lnTo>
                  <a:pt x="2215438" y="905535"/>
                </a:lnTo>
                <a:lnTo>
                  <a:pt x="2236724" y="944880"/>
                </a:lnTo>
                <a:lnTo>
                  <a:pt x="2264943" y="978966"/>
                </a:lnTo>
                <a:lnTo>
                  <a:pt x="2299144" y="1007224"/>
                </a:lnTo>
                <a:lnTo>
                  <a:pt x="2338362" y="1029017"/>
                </a:lnTo>
                <a:lnTo>
                  <a:pt x="2381643" y="1043762"/>
                </a:lnTo>
                <a:lnTo>
                  <a:pt x="2428036" y="1050874"/>
                </a:lnTo>
                <a:lnTo>
                  <a:pt x="2427795" y="1051445"/>
                </a:lnTo>
                <a:lnTo>
                  <a:pt x="2445664" y="1051445"/>
                </a:lnTo>
                <a:close/>
              </a:path>
              <a:path w="4892040" h="1661159">
                <a:moveTo>
                  <a:pt x="2905874" y="1382776"/>
                </a:moveTo>
                <a:lnTo>
                  <a:pt x="2904934" y="1366151"/>
                </a:lnTo>
                <a:lnTo>
                  <a:pt x="2904871" y="1364983"/>
                </a:lnTo>
                <a:lnTo>
                  <a:pt x="2901848" y="1348333"/>
                </a:lnTo>
                <a:lnTo>
                  <a:pt x="2896806" y="1332865"/>
                </a:lnTo>
                <a:lnTo>
                  <a:pt x="2889745" y="1318564"/>
                </a:lnTo>
                <a:lnTo>
                  <a:pt x="2881350" y="1306410"/>
                </a:lnTo>
                <a:lnTo>
                  <a:pt x="2880817" y="1305623"/>
                </a:lnTo>
                <a:lnTo>
                  <a:pt x="2870149" y="1294244"/>
                </a:lnTo>
                <a:lnTo>
                  <a:pt x="2857754" y="1284414"/>
                </a:lnTo>
                <a:lnTo>
                  <a:pt x="2855506" y="1283106"/>
                </a:lnTo>
                <a:lnTo>
                  <a:pt x="2855506" y="1382776"/>
                </a:lnTo>
                <a:lnTo>
                  <a:pt x="2854058" y="1399451"/>
                </a:lnTo>
                <a:lnTo>
                  <a:pt x="2832316" y="1438795"/>
                </a:lnTo>
                <a:lnTo>
                  <a:pt x="2788602" y="1458429"/>
                </a:lnTo>
                <a:lnTo>
                  <a:pt x="2770060" y="1459738"/>
                </a:lnTo>
                <a:lnTo>
                  <a:pt x="2671622" y="1459738"/>
                </a:lnTo>
                <a:lnTo>
                  <a:pt x="2671622" y="1306410"/>
                </a:lnTo>
                <a:lnTo>
                  <a:pt x="2770644" y="1306410"/>
                </a:lnTo>
                <a:lnTo>
                  <a:pt x="2820136" y="1318031"/>
                </a:lnTo>
                <a:lnTo>
                  <a:pt x="2849778" y="1351330"/>
                </a:lnTo>
                <a:lnTo>
                  <a:pt x="2855506" y="1382776"/>
                </a:lnTo>
                <a:lnTo>
                  <a:pt x="2855506" y="1283106"/>
                </a:lnTo>
                <a:lnTo>
                  <a:pt x="2811373" y="1264894"/>
                </a:lnTo>
                <a:lnTo>
                  <a:pt x="2774607" y="1261135"/>
                </a:lnTo>
                <a:lnTo>
                  <a:pt x="2622410" y="1261135"/>
                </a:lnTo>
                <a:lnTo>
                  <a:pt x="2622410" y="1657210"/>
                </a:lnTo>
                <a:lnTo>
                  <a:pt x="2671622" y="1657210"/>
                </a:lnTo>
                <a:lnTo>
                  <a:pt x="2671622" y="1505000"/>
                </a:lnTo>
                <a:lnTo>
                  <a:pt x="2774607" y="1505000"/>
                </a:lnTo>
                <a:lnTo>
                  <a:pt x="2827909" y="1496568"/>
                </a:lnTo>
                <a:lnTo>
                  <a:pt x="2869730" y="1471841"/>
                </a:lnTo>
                <a:lnTo>
                  <a:pt x="2896641" y="1432864"/>
                </a:lnTo>
                <a:lnTo>
                  <a:pt x="2904845" y="1400606"/>
                </a:lnTo>
                <a:lnTo>
                  <a:pt x="2905874" y="1382776"/>
                </a:lnTo>
                <a:close/>
              </a:path>
              <a:path w="4892040" h="1661159">
                <a:moveTo>
                  <a:pt x="3049994" y="13512"/>
                </a:moveTo>
                <a:lnTo>
                  <a:pt x="2863088" y="13512"/>
                </a:lnTo>
                <a:lnTo>
                  <a:pt x="2445664" y="1051445"/>
                </a:lnTo>
                <a:lnTo>
                  <a:pt x="2463546" y="1051445"/>
                </a:lnTo>
                <a:lnTo>
                  <a:pt x="2463304" y="1050874"/>
                </a:lnTo>
                <a:lnTo>
                  <a:pt x="2509697" y="1043762"/>
                </a:lnTo>
                <a:lnTo>
                  <a:pt x="2552979" y="1029017"/>
                </a:lnTo>
                <a:lnTo>
                  <a:pt x="2592197" y="1007224"/>
                </a:lnTo>
                <a:lnTo>
                  <a:pt x="2626385" y="978966"/>
                </a:lnTo>
                <a:lnTo>
                  <a:pt x="2654604" y="944880"/>
                </a:lnTo>
                <a:lnTo>
                  <a:pt x="2675902" y="905535"/>
                </a:lnTo>
                <a:lnTo>
                  <a:pt x="3049994" y="13512"/>
                </a:lnTo>
                <a:close/>
              </a:path>
              <a:path w="4892040" h="1661159">
                <a:moveTo>
                  <a:pt x="3222739" y="1261122"/>
                </a:moveTo>
                <a:lnTo>
                  <a:pt x="3173526" y="1261122"/>
                </a:lnTo>
                <a:lnTo>
                  <a:pt x="3173526" y="1657197"/>
                </a:lnTo>
                <a:lnTo>
                  <a:pt x="3222739" y="1657197"/>
                </a:lnTo>
                <a:lnTo>
                  <a:pt x="3222739" y="1261122"/>
                </a:lnTo>
                <a:close/>
              </a:path>
              <a:path w="4892040" h="1661159">
                <a:moveTo>
                  <a:pt x="3450590" y="13525"/>
                </a:moveTo>
                <a:lnTo>
                  <a:pt x="3288436" y="13525"/>
                </a:lnTo>
                <a:lnTo>
                  <a:pt x="3288436" y="1051445"/>
                </a:lnTo>
                <a:lnTo>
                  <a:pt x="3450590" y="1051445"/>
                </a:lnTo>
                <a:lnTo>
                  <a:pt x="3450590" y="13525"/>
                </a:lnTo>
                <a:close/>
              </a:path>
              <a:path w="4892040" h="1661159">
                <a:moveTo>
                  <a:pt x="3796487" y="1261135"/>
                </a:moveTo>
                <a:lnTo>
                  <a:pt x="3490379" y="1261135"/>
                </a:lnTo>
                <a:lnTo>
                  <a:pt x="3490379" y="1306855"/>
                </a:lnTo>
                <a:lnTo>
                  <a:pt x="3618801" y="1306855"/>
                </a:lnTo>
                <a:lnTo>
                  <a:pt x="3618801" y="1657375"/>
                </a:lnTo>
                <a:lnTo>
                  <a:pt x="3668064" y="1657375"/>
                </a:lnTo>
                <a:lnTo>
                  <a:pt x="3668064" y="1306855"/>
                </a:lnTo>
                <a:lnTo>
                  <a:pt x="3796487" y="1306855"/>
                </a:lnTo>
                <a:lnTo>
                  <a:pt x="3796487" y="1261135"/>
                </a:lnTo>
                <a:close/>
              </a:path>
              <a:path w="4892040" h="1661159">
                <a:moveTo>
                  <a:pt x="4335157" y="1657223"/>
                </a:moveTo>
                <a:lnTo>
                  <a:pt x="4294517" y="1550276"/>
                </a:lnTo>
                <a:lnTo>
                  <a:pt x="4277525" y="1505572"/>
                </a:lnTo>
                <a:lnTo>
                  <a:pt x="4225925" y="1369758"/>
                </a:lnTo>
                <a:lnTo>
                  <a:pt x="4225925" y="1505572"/>
                </a:lnTo>
                <a:lnTo>
                  <a:pt x="4082783" y="1505572"/>
                </a:lnTo>
                <a:lnTo>
                  <a:pt x="4154068" y="1314869"/>
                </a:lnTo>
                <a:lnTo>
                  <a:pt x="4225925" y="1505572"/>
                </a:lnTo>
                <a:lnTo>
                  <a:pt x="4225925" y="1369758"/>
                </a:lnTo>
                <a:lnTo>
                  <a:pt x="4205071" y="1314869"/>
                </a:lnTo>
                <a:lnTo>
                  <a:pt x="4184650" y="1261135"/>
                </a:lnTo>
                <a:lnTo>
                  <a:pt x="4126369" y="1261135"/>
                </a:lnTo>
                <a:lnTo>
                  <a:pt x="3975303" y="1657223"/>
                </a:lnTo>
                <a:lnTo>
                  <a:pt x="4026217" y="1657223"/>
                </a:lnTo>
                <a:lnTo>
                  <a:pt x="4068089" y="1550276"/>
                </a:lnTo>
                <a:lnTo>
                  <a:pt x="4240644" y="1550276"/>
                </a:lnTo>
                <a:lnTo>
                  <a:pt x="4282516" y="1657223"/>
                </a:lnTo>
                <a:lnTo>
                  <a:pt x="4335157" y="1657223"/>
                </a:lnTo>
                <a:close/>
              </a:path>
              <a:path w="4892040" h="1661159">
                <a:moveTo>
                  <a:pt x="4824552" y="1611490"/>
                </a:moveTo>
                <a:lnTo>
                  <a:pt x="4644060" y="1611490"/>
                </a:lnTo>
                <a:lnTo>
                  <a:pt x="4644060" y="1260970"/>
                </a:lnTo>
                <a:lnTo>
                  <a:pt x="4594847" y="1260970"/>
                </a:lnTo>
                <a:lnTo>
                  <a:pt x="4594847" y="1611490"/>
                </a:lnTo>
                <a:lnTo>
                  <a:pt x="4594847" y="1657210"/>
                </a:lnTo>
                <a:lnTo>
                  <a:pt x="4824552" y="1657210"/>
                </a:lnTo>
                <a:lnTo>
                  <a:pt x="4824552" y="1611490"/>
                </a:lnTo>
                <a:close/>
              </a:path>
              <a:path w="4892040" h="1661159">
                <a:moveTo>
                  <a:pt x="4891735" y="532498"/>
                </a:moveTo>
                <a:lnTo>
                  <a:pt x="4889538" y="482015"/>
                </a:lnTo>
                <a:lnTo>
                  <a:pt x="4883023" y="432930"/>
                </a:lnTo>
                <a:lnTo>
                  <a:pt x="4872266" y="385470"/>
                </a:lnTo>
                <a:lnTo>
                  <a:pt x="4857369" y="339839"/>
                </a:lnTo>
                <a:lnTo>
                  <a:pt x="4838408" y="296240"/>
                </a:lnTo>
                <a:lnTo>
                  <a:pt x="4815497" y="254889"/>
                </a:lnTo>
                <a:lnTo>
                  <a:pt x="4788700" y="215976"/>
                </a:lnTo>
                <a:lnTo>
                  <a:pt x="4758131" y="179717"/>
                </a:lnTo>
                <a:lnTo>
                  <a:pt x="4725047" y="147472"/>
                </a:lnTo>
                <a:lnTo>
                  <a:pt x="4725047" y="532498"/>
                </a:lnTo>
                <a:lnTo>
                  <a:pt x="4721745" y="585076"/>
                </a:lnTo>
                <a:lnTo>
                  <a:pt x="4711941" y="634657"/>
                </a:lnTo>
                <a:lnTo>
                  <a:pt x="4695736" y="680986"/>
                </a:lnTo>
                <a:lnTo>
                  <a:pt x="4673270" y="723773"/>
                </a:lnTo>
                <a:lnTo>
                  <a:pt x="4644644" y="762762"/>
                </a:lnTo>
                <a:lnTo>
                  <a:pt x="4609973" y="797648"/>
                </a:lnTo>
                <a:lnTo>
                  <a:pt x="4574832" y="824598"/>
                </a:lnTo>
                <a:lnTo>
                  <a:pt x="4535983" y="847598"/>
                </a:lnTo>
                <a:lnTo>
                  <a:pt x="4493628" y="866559"/>
                </a:lnTo>
                <a:lnTo>
                  <a:pt x="4447984" y="881418"/>
                </a:lnTo>
                <a:lnTo>
                  <a:pt x="4399254" y="892124"/>
                </a:lnTo>
                <a:lnTo>
                  <a:pt x="4347654" y="898601"/>
                </a:lnTo>
                <a:lnTo>
                  <a:pt x="4293374" y="900772"/>
                </a:lnTo>
                <a:lnTo>
                  <a:pt x="4239095" y="898601"/>
                </a:lnTo>
                <a:lnTo>
                  <a:pt x="4187494" y="892124"/>
                </a:lnTo>
                <a:lnTo>
                  <a:pt x="4138765" y="881418"/>
                </a:lnTo>
                <a:lnTo>
                  <a:pt x="4093121" y="866559"/>
                </a:lnTo>
                <a:lnTo>
                  <a:pt x="4050766" y="847598"/>
                </a:lnTo>
                <a:lnTo>
                  <a:pt x="4011917" y="824598"/>
                </a:lnTo>
                <a:lnTo>
                  <a:pt x="3976763" y="797648"/>
                </a:lnTo>
                <a:lnTo>
                  <a:pt x="3942105" y="762762"/>
                </a:lnTo>
                <a:lnTo>
                  <a:pt x="3913479" y="723773"/>
                </a:lnTo>
                <a:lnTo>
                  <a:pt x="3891000" y="680986"/>
                </a:lnTo>
                <a:lnTo>
                  <a:pt x="3874795" y="634657"/>
                </a:lnTo>
                <a:lnTo>
                  <a:pt x="3864991" y="585076"/>
                </a:lnTo>
                <a:lnTo>
                  <a:pt x="3861701" y="532498"/>
                </a:lnTo>
                <a:lnTo>
                  <a:pt x="3864991" y="479907"/>
                </a:lnTo>
                <a:lnTo>
                  <a:pt x="3874795" y="430314"/>
                </a:lnTo>
                <a:lnTo>
                  <a:pt x="3891000" y="383997"/>
                </a:lnTo>
                <a:lnTo>
                  <a:pt x="3913479" y="341198"/>
                </a:lnTo>
                <a:lnTo>
                  <a:pt x="3942105" y="302234"/>
                </a:lnTo>
                <a:lnTo>
                  <a:pt x="3976763" y="267347"/>
                </a:lnTo>
                <a:lnTo>
                  <a:pt x="4011917" y="240398"/>
                </a:lnTo>
                <a:lnTo>
                  <a:pt x="4050766" y="217398"/>
                </a:lnTo>
                <a:lnTo>
                  <a:pt x="4093121" y="198437"/>
                </a:lnTo>
                <a:lnTo>
                  <a:pt x="4138765" y="183578"/>
                </a:lnTo>
                <a:lnTo>
                  <a:pt x="4187494" y="172872"/>
                </a:lnTo>
                <a:lnTo>
                  <a:pt x="4239095" y="166395"/>
                </a:lnTo>
                <a:lnTo>
                  <a:pt x="4293374" y="164223"/>
                </a:lnTo>
                <a:lnTo>
                  <a:pt x="4347654" y="166395"/>
                </a:lnTo>
                <a:lnTo>
                  <a:pt x="4399254" y="172872"/>
                </a:lnTo>
                <a:lnTo>
                  <a:pt x="4447984" y="183578"/>
                </a:lnTo>
                <a:lnTo>
                  <a:pt x="4493628" y="198437"/>
                </a:lnTo>
                <a:lnTo>
                  <a:pt x="4535983" y="217398"/>
                </a:lnTo>
                <a:lnTo>
                  <a:pt x="4574832" y="240398"/>
                </a:lnTo>
                <a:lnTo>
                  <a:pt x="4609973" y="267347"/>
                </a:lnTo>
                <a:lnTo>
                  <a:pt x="4644644" y="302234"/>
                </a:lnTo>
                <a:lnTo>
                  <a:pt x="4673270" y="341198"/>
                </a:lnTo>
                <a:lnTo>
                  <a:pt x="4695736" y="383997"/>
                </a:lnTo>
                <a:lnTo>
                  <a:pt x="4711941" y="430314"/>
                </a:lnTo>
                <a:lnTo>
                  <a:pt x="4721745" y="479907"/>
                </a:lnTo>
                <a:lnTo>
                  <a:pt x="4725047" y="532498"/>
                </a:lnTo>
                <a:lnTo>
                  <a:pt x="4725047" y="147472"/>
                </a:lnTo>
                <a:lnTo>
                  <a:pt x="4686300" y="116103"/>
                </a:lnTo>
                <a:lnTo>
                  <a:pt x="4645838" y="89255"/>
                </a:lnTo>
                <a:lnTo>
                  <a:pt x="4602645" y="65849"/>
                </a:lnTo>
                <a:lnTo>
                  <a:pt x="4556836" y="45910"/>
                </a:lnTo>
                <a:lnTo>
                  <a:pt x="4508563" y="29502"/>
                </a:lnTo>
                <a:lnTo>
                  <a:pt x="4457941" y="16662"/>
                </a:lnTo>
                <a:lnTo>
                  <a:pt x="4405109" y="7442"/>
                </a:lnTo>
                <a:lnTo>
                  <a:pt x="4350207" y="1866"/>
                </a:lnTo>
                <a:lnTo>
                  <a:pt x="4293374" y="0"/>
                </a:lnTo>
                <a:lnTo>
                  <a:pt x="4236529" y="1866"/>
                </a:lnTo>
                <a:lnTo>
                  <a:pt x="4181627" y="7442"/>
                </a:lnTo>
                <a:lnTo>
                  <a:pt x="4128795" y="16662"/>
                </a:lnTo>
                <a:lnTo>
                  <a:pt x="4078186" y="29502"/>
                </a:lnTo>
                <a:lnTo>
                  <a:pt x="4029913" y="45910"/>
                </a:lnTo>
                <a:lnTo>
                  <a:pt x="3984104" y="65849"/>
                </a:lnTo>
                <a:lnTo>
                  <a:pt x="3940911" y="89255"/>
                </a:lnTo>
                <a:lnTo>
                  <a:pt x="3900449" y="116103"/>
                </a:lnTo>
                <a:lnTo>
                  <a:pt x="3862857" y="146329"/>
                </a:lnTo>
                <a:lnTo>
                  <a:pt x="3828592" y="179717"/>
                </a:lnTo>
                <a:lnTo>
                  <a:pt x="3798024" y="215976"/>
                </a:lnTo>
                <a:lnTo>
                  <a:pt x="3771239" y="254889"/>
                </a:lnTo>
                <a:lnTo>
                  <a:pt x="3748328" y="296240"/>
                </a:lnTo>
                <a:lnTo>
                  <a:pt x="3729393" y="339839"/>
                </a:lnTo>
                <a:lnTo>
                  <a:pt x="3714496" y="385470"/>
                </a:lnTo>
                <a:lnTo>
                  <a:pt x="3703751" y="432930"/>
                </a:lnTo>
                <a:lnTo>
                  <a:pt x="3697236" y="482015"/>
                </a:lnTo>
                <a:lnTo>
                  <a:pt x="3695039" y="532498"/>
                </a:lnTo>
                <a:lnTo>
                  <a:pt x="3697236" y="582980"/>
                </a:lnTo>
                <a:lnTo>
                  <a:pt x="3703751" y="632053"/>
                </a:lnTo>
                <a:lnTo>
                  <a:pt x="3714496" y="679513"/>
                </a:lnTo>
                <a:lnTo>
                  <a:pt x="3729393" y="725144"/>
                </a:lnTo>
                <a:lnTo>
                  <a:pt x="3748328" y="768743"/>
                </a:lnTo>
                <a:lnTo>
                  <a:pt x="3771239" y="810094"/>
                </a:lnTo>
                <a:lnTo>
                  <a:pt x="3798024" y="849007"/>
                </a:lnTo>
                <a:lnTo>
                  <a:pt x="3828592" y="885253"/>
                </a:lnTo>
                <a:lnTo>
                  <a:pt x="3862857" y="918641"/>
                </a:lnTo>
                <a:lnTo>
                  <a:pt x="3900449" y="948880"/>
                </a:lnTo>
                <a:lnTo>
                  <a:pt x="3940911" y="975728"/>
                </a:lnTo>
                <a:lnTo>
                  <a:pt x="3984104" y="999147"/>
                </a:lnTo>
                <a:lnTo>
                  <a:pt x="4029913" y="1019073"/>
                </a:lnTo>
                <a:lnTo>
                  <a:pt x="4078186" y="1035481"/>
                </a:lnTo>
                <a:lnTo>
                  <a:pt x="4128795" y="1048334"/>
                </a:lnTo>
                <a:lnTo>
                  <a:pt x="4181627" y="1057554"/>
                </a:lnTo>
                <a:lnTo>
                  <a:pt x="4236529" y="1063129"/>
                </a:lnTo>
                <a:lnTo>
                  <a:pt x="4293374" y="1064996"/>
                </a:lnTo>
                <a:lnTo>
                  <a:pt x="4350207" y="1063129"/>
                </a:lnTo>
                <a:lnTo>
                  <a:pt x="4405109" y="1057554"/>
                </a:lnTo>
                <a:lnTo>
                  <a:pt x="4457941" y="1048334"/>
                </a:lnTo>
                <a:lnTo>
                  <a:pt x="4508563" y="1035481"/>
                </a:lnTo>
                <a:lnTo>
                  <a:pt x="4556836" y="1019073"/>
                </a:lnTo>
                <a:lnTo>
                  <a:pt x="4602645" y="999147"/>
                </a:lnTo>
                <a:lnTo>
                  <a:pt x="4645838" y="975728"/>
                </a:lnTo>
                <a:lnTo>
                  <a:pt x="4686300" y="948880"/>
                </a:lnTo>
                <a:lnTo>
                  <a:pt x="4723879" y="918641"/>
                </a:lnTo>
                <a:lnTo>
                  <a:pt x="4758131" y="885253"/>
                </a:lnTo>
                <a:lnTo>
                  <a:pt x="4788700" y="849007"/>
                </a:lnTo>
                <a:lnTo>
                  <a:pt x="4815497" y="810094"/>
                </a:lnTo>
                <a:lnTo>
                  <a:pt x="4838408" y="768743"/>
                </a:lnTo>
                <a:lnTo>
                  <a:pt x="4857369" y="725144"/>
                </a:lnTo>
                <a:lnTo>
                  <a:pt x="4872266" y="679513"/>
                </a:lnTo>
                <a:lnTo>
                  <a:pt x="4883023" y="632053"/>
                </a:lnTo>
                <a:lnTo>
                  <a:pt x="4889538" y="582980"/>
                </a:lnTo>
                <a:lnTo>
                  <a:pt x="4891735" y="532498"/>
                </a:lnTo>
                <a:close/>
              </a:path>
            </a:pathLst>
          </a:custGeom>
          <a:solidFill>
            <a:srgbClr val="FFFFFF"/>
          </a:solidFill>
        </p:spPr>
        <p:txBody>
          <a:bodyPr wrap="square" lIns="0" tIns="0" rIns="0" bIns="0" rtlCol="0"/>
          <a:lstStyle/>
          <a:p>
            <a:pPr marL="0" marR="0" lvl="0" indent="0" algn="l" defTabSz="554466"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34" name="texto">
            <a:extLst>
              <a:ext uri="{FF2B5EF4-FFF2-40B4-BE49-F238E27FC236}">
                <a16:creationId xmlns:a16="http://schemas.microsoft.com/office/drawing/2014/main" id="{8B4E48BF-2B0E-BB3F-7D7C-74CED1B99786}"/>
              </a:ext>
            </a:extLst>
          </p:cNvPr>
          <p:cNvSpPr/>
          <p:nvPr/>
        </p:nvSpPr>
        <p:spPr>
          <a:xfrm>
            <a:off x="1450577" y="5921791"/>
            <a:ext cx="1471527" cy="306290"/>
          </a:xfrm>
          <a:prstGeom prst="roundRect">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850" b="0" i="0" u="none" strike="noStrike" kern="1200" cap="none" spc="0" normalizeH="0" baseline="0" noProof="0" dirty="0">
                <a:ln>
                  <a:noFill/>
                </a:ln>
                <a:solidFill>
                  <a:srgbClr val="FFFFFF"/>
                </a:solidFill>
                <a:effectLst/>
                <a:uLnTx/>
                <a:uFillTx/>
                <a:latin typeface="Versos Light"/>
                <a:ea typeface="+mn-ea"/>
                <a:cs typeface="Versos"/>
                <a:sym typeface="Arial"/>
              </a:rPr>
              <a:t>Fonte: </a:t>
            </a:r>
            <a:r>
              <a:rPr kumimoji="0" lang="pt-BR" sz="850" b="0" i="0" u="none" strike="noStrike" kern="1200" cap="none" spc="0" normalizeH="0" baseline="0" noProof="0" dirty="0" err="1">
                <a:ln>
                  <a:noFill/>
                </a:ln>
                <a:solidFill>
                  <a:srgbClr val="FFFFFF"/>
                </a:solidFill>
                <a:effectLst/>
                <a:uLnTx/>
                <a:uFillTx/>
                <a:latin typeface="Versos Light"/>
                <a:ea typeface="+mn-ea"/>
                <a:cs typeface="Versos"/>
                <a:sym typeface="Arial"/>
              </a:rPr>
              <a:t>Anbima</a:t>
            </a:r>
            <a:r>
              <a:rPr kumimoji="0" lang="pt-BR" sz="850" b="0" i="0" u="none" strike="noStrike" kern="1200" cap="none" spc="0" normalizeH="0" baseline="0" noProof="0" dirty="0">
                <a:ln>
                  <a:noFill/>
                </a:ln>
                <a:solidFill>
                  <a:srgbClr val="FFFFFF"/>
                </a:solidFill>
                <a:effectLst/>
                <a:uLnTx/>
                <a:uFillTx/>
                <a:latin typeface="Versos Light"/>
                <a:ea typeface="+mn-ea"/>
                <a:cs typeface="Versos"/>
                <a:sym typeface="Arial"/>
              </a:rPr>
              <a:t> - </a:t>
            </a:r>
            <a:r>
              <a:rPr kumimoji="0" lang="pt-BR" sz="850" b="0" i="0" u="none" strike="noStrike" kern="1200" cap="none" spc="0" normalizeH="0" baseline="0" noProof="0" dirty="0" err="1">
                <a:ln>
                  <a:noFill/>
                </a:ln>
                <a:solidFill>
                  <a:srgbClr val="FFFFFF"/>
                </a:solidFill>
                <a:effectLst/>
                <a:uLnTx/>
                <a:uFillTx/>
                <a:latin typeface="Versos Light"/>
                <a:ea typeface="+mn-ea"/>
                <a:cs typeface="Versos"/>
                <a:sym typeface="Arial"/>
              </a:rPr>
              <a:t>Jun</a:t>
            </a:r>
            <a:r>
              <a:rPr kumimoji="0" lang="pt-BR" sz="850" b="0" i="0" u="none" strike="noStrike" kern="1200" cap="none" spc="0" normalizeH="0" baseline="0" noProof="0" dirty="0">
                <a:ln>
                  <a:noFill/>
                </a:ln>
                <a:solidFill>
                  <a:srgbClr val="FFFFFF"/>
                </a:solidFill>
                <a:effectLst/>
                <a:uLnTx/>
                <a:uFillTx/>
                <a:latin typeface="Versos Light"/>
                <a:ea typeface="+mn-ea"/>
                <a:cs typeface="Versos"/>
                <a:sym typeface="Arial"/>
              </a:rPr>
              <a:t>/2026</a:t>
            </a:r>
            <a:endParaRPr kumimoji="0" lang="en-GB" sz="850" b="0" i="0" u="none" strike="noStrike" kern="1200" cap="none" spc="0" normalizeH="0" baseline="0" noProof="0" dirty="0">
              <a:ln>
                <a:noFill/>
              </a:ln>
              <a:solidFill>
                <a:srgbClr val="FFFFFF"/>
              </a:solidFill>
              <a:effectLst/>
              <a:uLnTx/>
              <a:uFillTx/>
              <a:latin typeface="Versos Light"/>
              <a:ea typeface="+mn-ea"/>
              <a:cs typeface="Versos"/>
              <a:sym typeface="Arial"/>
            </a:endParaRPr>
          </a:p>
        </p:txBody>
      </p:sp>
    </p:spTree>
    <p:extLst>
      <p:ext uri="{BB962C8B-B14F-4D97-AF65-F5344CB8AC3E}">
        <p14:creationId xmlns:p14="http://schemas.microsoft.com/office/powerpoint/2010/main" val="1605975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lumOff val="5000"/>
          </a:schemeClr>
        </a:solidFill>
        <a:effectLst/>
      </p:bgPr>
    </p:bg>
    <p:spTree>
      <p:nvGrpSpPr>
        <p:cNvPr id="1" name="">
          <a:extLst>
            <a:ext uri="{FF2B5EF4-FFF2-40B4-BE49-F238E27FC236}">
              <a16:creationId xmlns:a16="http://schemas.microsoft.com/office/drawing/2014/main" id="{A9C67B5E-B219-F26E-5611-87BCB39BA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097415-C9E9-FB1A-581D-5C576B434D2E}"/>
              </a:ext>
            </a:extLst>
          </p:cNvPr>
          <p:cNvSpPr>
            <a:spLocks noGrp="1"/>
          </p:cNvSpPr>
          <p:nvPr>
            <p:ph type="sldNum" sz="quarter" idx="12"/>
          </p:nvPr>
        </p:nvSpPr>
        <p:spPr/>
        <p:txBody>
          <a:bodyPr/>
          <a:lstStyle/>
          <a:p>
            <a:pPr marL="0" marR="0" lvl="0" indent="0" algn="r" defTabSz="914358"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pt-BR" sz="1100" b="0" i="0" u="none" strike="noStrike" kern="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914358" rtl="0" eaLnBrk="1" fontAlgn="auto" latinLnBrk="0" hangingPunct="1">
                <a:lnSpc>
                  <a:spcPct val="100000"/>
                </a:lnSpc>
                <a:spcBef>
                  <a:spcPts val="0"/>
                </a:spcBef>
                <a:spcAft>
                  <a:spcPts val="0"/>
                </a:spcAft>
                <a:buClr>
                  <a:srgbClr val="000000"/>
                </a:buClr>
                <a:buSzTx/>
                <a:buFont typeface="Arial"/>
                <a:buNone/>
                <a:tabLst/>
                <a:defRPr/>
              </a:pPr>
              <a:t>3</a:t>
            </a:fld>
            <a:endParaRPr kumimoji="0" lang="pt-BR" sz="1100" b="0" i="0" u="none" strike="noStrike" kern="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4" name="Text Placeholder 3">
            <a:extLst>
              <a:ext uri="{FF2B5EF4-FFF2-40B4-BE49-F238E27FC236}">
                <a16:creationId xmlns:a16="http://schemas.microsoft.com/office/drawing/2014/main" id="{B5F33ED6-52B0-57D6-1C79-4036ED4D4903}"/>
              </a:ext>
            </a:extLst>
          </p:cNvPr>
          <p:cNvSpPr>
            <a:spLocks noGrp="1"/>
          </p:cNvSpPr>
          <p:nvPr>
            <p:ph type="body" sz="quarter" idx="13"/>
          </p:nvPr>
        </p:nvSpPr>
        <p:spPr/>
        <p:txBody>
          <a:bodyPr/>
          <a:lstStyle/>
          <a:p>
            <a:r>
              <a:rPr lang="pt-BR"/>
              <a:t>Estratégias de Investimento</a:t>
            </a:r>
          </a:p>
        </p:txBody>
      </p:sp>
      <p:sp>
        <p:nvSpPr>
          <p:cNvPr id="76" name="Picture 8">
            <a:extLst>
              <a:ext uri="{FF2B5EF4-FFF2-40B4-BE49-F238E27FC236}">
                <a16:creationId xmlns:a16="http://schemas.microsoft.com/office/drawing/2014/main" id="{3BF50C3F-D746-8C7E-97CE-E9CFE4605A66}"/>
              </a:ext>
            </a:extLst>
          </p:cNvPr>
          <p:cNvSpPr/>
          <p:nvPr/>
        </p:nvSpPr>
        <p:spPr>
          <a:xfrm>
            <a:off x="11090836" y="377393"/>
            <a:ext cx="765798" cy="260068"/>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914358" rtl="0" eaLnBrk="1" fontAlgn="auto" latinLnBrk="0" hangingPunct="1">
              <a:lnSpc>
                <a:spcPct val="100000"/>
              </a:lnSpc>
              <a:spcBef>
                <a:spcPts val="0"/>
              </a:spcBef>
              <a:spcAft>
                <a:spcPts val="0"/>
              </a:spcAft>
              <a:buClrTx/>
              <a:buSzTx/>
              <a:buFont typeface="Arial"/>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Arial"/>
              <a:sym typeface="Arial"/>
            </a:endParaRPr>
          </a:p>
        </p:txBody>
      </p:sp>
      <p:grpSp>
        <p:nvGrpSpPr>
          <p:cNvPr id="3" name="Group 2">
            <a:extLst>
              <a:ext uri="{FF2B5EF4-FFF2-40B4-BE49-F238E27FC236}">
                <a16:creationId xmlns:a16="http://schemas.microsoft.com/office/drawing/2014/main" id="{D701768B-40D0-855C-D0D4-28AB97D8F853}"/>
              </a:ext>
            </a:extLst>
          </p:cNvPr>
          <p:cNvGrpSpPr/>
          <p:nvPr/>
        </p:nvGrpSpPr>
        <p:grpSpPr>
          <a:xfrm>
            <a:off x="2770486" y="1244402"/>
            <a:ext cx="2065335" cy="2926975"/>
            <a:chOff x="335367" y="1244402"/>
            <a:chExt cx="2749107" cy="2926975"/>
          </a:xfrm>
        </p:grpSpPr>
        <p:pic>
          <p:nvPicPr>
            <p:cNvPr id="27" name="object 4">
              <a:extLst>
                <a:ext uri="{FF2B5EF4-FFF2-40B4-BE49-F238E27FC236}">
                  <a16:creationId xmlns:a16="http://schemas.microsoft.com/office/drawing/2014/main" id="{EE869548-13D0-5C1E-C340-7B4334624596}"/>
                </a:ext>
              </a:extLst>
            </p:cNvPr>
            <p:cNvPicPr/>
            <p:nvPr/>
          </p:nvPicPr>
          <p:blipFill rotWithShape="1">
            <a:blip r:embed="rId3" cstate="print">
              <a:alphaModFix amt="50000"/>
            </a:blip>
            <a:srcRect l="8187" r="20673"/>
            <a:stretch>
              <a:fillRect/>
            </a:stretch>
          </p:blipFill>
          <p:spPr>
            <a:xfrm>
              <a:off x="335367" y="1244402"/>
              <a:ext cx="2749107" cy="1150844"/>
            </a:xfrm>
            <a:prstGeom prst="rect">
              <a:avLst/>
            </a:prstGeom>
          </p:spPr>
        </p:pic>
        <p:sp>
          <p:nvSpPr>
            <p:cNvPr id="28" name="object 13">
              <a:extLst>
                <a:ext uri="{FF2B5EF4-FFF2-40B4-BE49-F238E27FC236}">
                  <a16:creationId xmlns:a16="http://schemas.microsoft.com/office/drawing/2014/main" id="{17118882-71F7-4199-B259-1B08CD84BBC8}"/>
                </a:ext>
              </a:extLst>
            </p:cNvPr>
            <p:cNvSpPr txBox="1"/>
            <p:nvPr/>
          </p:nvSpPr>
          <p:spPr>
            <a:xfrm>
              <a:off x="335368" y="1951694"/>
              <a:ext cx="2749106" cy="443593"/>
            </a:xfrm>
            <a:prstGeom prst="rect">
              <a:avLst/>
            </a:prstGeom>
          </p:spPr>
          <p:txBody>
            <a:bodyPr vert="horz" wrap="square" lIns="179988" tIns="107993" rIns="0" bIns="107993" rtlCol="0" anchor="b" anchorCtr="0">
              <a:noAutofit/>
            </a:bodyPr>
            <a:lstStyle/>
            <a:p>
              <a:pPr marL="7701" marR="0" lvl="0" indent="0" algn="l" defTabSz="554440" rtl="0" eaLnBrk="1" fontAlgn="auto" latinLnBrk="0" hangingPunct="1">
                <a:lnSpc>
                  <a:spcPct val="100000"/>
                </a:lnSpc>
                <a:spcBef>
                  <a:spcPts val="79"/>
                </a:spcBef>
                <a:spcAft>
                  <a:spcPts val="0"/>
                </a:spcAft>
                <a:buClrTx/>
                <a:buSzTx/>
                <a:buFontTx/>
                <a:buNone/>
                <a:tabLst/>
                <a:defRPr/>
              </a:pPr>
              <a:r>
                <a:rPr kumimoji="0" lang="pt-BR" sz="188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Imobiliário</a:t>
              </a:r>
              <a:endParaRPr kumimoji="0" sz="188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29" name="object 17">
              <a:extLst>
                <a:ext uri="{FF2B5EF4-FFF2-40B4-BE49-F238E27FC236}">
                  <a16:creationId xmlns:a16="http://schemas.microsoft.com/office/drawing/2014/main" id="{6D49421A-CC31-C25F-835F-5CDDF0AEDB00}"/>
                </a:ext>
              </a:extLst>
            </p:cNvPr>
            <p:cNvSpPr txBox="1"/>
            <p:nvPr/>
          </p:nvSpPr>
          <p:spPr>
            <a:xfrm>
              <a:off x="335367" y="2914382"/>
              <a:ext cx="2749107" cy="544612"/>
            </a:xfrm>
            <a:prstGeom prst="rect">
              <a:avLst/>
            </a:prstGeom>
            <a:ln w="10470">
              <a:solidFill>
                <a:schemeClr val="bg2">
                  <a:lumMod val="50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6" normalizeH="0" baseline="0" noProof="0">
                  <a:ln>
                    <a:noFill/>
                  </a:ln>
                  <a:solidFill>
                    <a:srgbClr val="E6EDF1">
                      <a:lumMod val="90000"/>
                    </a:srgbClr>
                  </a:solidFill>
                  <a:effectLst/>
                  <a:uLnTx/>
                  <a:uFillTx/>
                  <a:latin typeface="Versos Light"/>
                  <a:ea typeface="+mn-ea"/>
                  <a:cs typeface="Versos Light"/>
                  <a:sym typeface="Arial"/>
                </a:rPr>
                <a:t>Fundos de </a:t>
              </a:r>
              <a:br>
                <a:rPr kumimoji="0" lang="pt-BR" sz="1334" b="0" i="0" u="none" strike="noStrike" kern="0" cap="none" spc="-6" normalizeH="0" baseline="0" noProof="0">
                  <a:ln>
                    <a:noFill/>
                  </a:ln>
                  <a:solidFill>
                    <a:srgbClr val="E6EDF1">
                      <a:lumMod val="90000"/>
                    </a:srgbClr>
                  </a:solidFill>
                  <a:effectLst/>
                  <a:uLnTx/>
                  <a:uFillTx/>
                  <a:latin typeface="Versos Light"/>
                  <a:ea typeface="+mn-ea"/>
                  <a:cs typeface="Versos Light"/>
                  <a:sym typeface="Arial"/>
                </a:rPr>
              </a:br>
              <a:r>
                <a:rPr kumimoji="0" lang="pt-BR" sz="1334" b="0" i="0" u="none" strike="noStrike" kern="0" cap="none" spc="-6" normalizeH="0" baseline="0" noProof="0">
                  <a:ln>
                    <a:noFill/>
                  </a:ln>
                  <a:solidFill>
                    <a:srgbClr val="E6EDF1">
                      <a:lumMod val="90000"/>
                    </a:srgbClr>
                  </a:solidFill>
                  <a:effectLst/>
                  <a:uLnTx/>
                  <a:uFillTx/>
                  <a:latin typeface="Versos Light"/>
                  <a:ea typeface="+mn-ea"/>
                  <a:cs typeface="Versos Light"/>
                  <a:sym typeface="Arial"/>
                </a:rPr>
                <a:t>Tijolo/Ativos Reais</a:t>
              </a:r>
              <a:endParaRPr kumimoji="0" sz="1334" b="0" i="0" u="none" strike="noStrike" kern="0" cap="none" spc="0" normalizeH="0" baseline="0" noProof="0">
                <a:ln>
                  <a:noFill/>
                </a:ln>
                <a:solidFill>
                  <a:srgbClr val="E6EDF1">
                    <a:lumMod val="90000"/>
                  </a:srgbClr>
                </a:solidFill>
                <a:effectLst/>
                <a:uLnTx/>
                <a:uFillTx/>
                <a:latin typeface="Versos Light"/>
                <a:ea typeface="+mn-ea"/>
                <a:cs typeface="Versos Light"/>
                <a:sym typeface="Arial"/>
              </a:endParaRPr>
            </a:p>
          </p:txBody>
        </p:sp>
        <p:sp>
          <p:nvSpPr>
            <p:cNvPr id="30" name="object 31">
              <a:extLst>
                <a:ext uri="{FF2B5EF4-FFF2-40B4-BE49-F238E27FC236}">
                  <a16:creationId xmlns:a16="http://schemas.microsoft.com/office/drawing/2014/main" id="{AD82FD9A-3D23-9698-0AB8-CB804D3CAB55}"/>
                </a:ext>
              </a:extLst>
            </p:cNvPr>
            <p:cNvSpPr/>
            <p:nvPr/>
          </p:nvSpPr>
          <p:spPr>
            <a:xfrm flipV="1">
              <a:off x="335367" y="2553950"/>
              <a:ext cx="2749107" cy="103198"/>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40"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rgbClr val="E6EDF1">
                    <a:lumMod val="75000"/>
                  </a:srgbClr>
                </a:solidFill>
                <a:effectLst/>
                <a:uLnTx/>
                <a:uFillTx/>
                <a:latin typeface="Calibri"/>
                <a:ea typeface="+mn-ea"/>
                <a:cs typeface="Arial"/>
                <a:sym typeface="Arial"/>
              </a:endParaRPr>
            </a:p>
          </p:txBody>
        </p:sp>
        <p:sp>
          <p:nvSpPr>
            <p:cNvPr id="31" name="object 28">
              <a:extLst>
                <a:ext uri="{FF2B5EF4-FFF2-40B4-BE49-F238E27FC236}">
                  <a16:creationId xmlns:a16="http://schemas.microsoft.com/office/drawing/2014/main" id="{614B8503-7B0A-ADC1-F2F3-9EE5496F6DCB}"/>
                </a:ext>
              </a:extLst>
            </p:cNvPr>
            <p:cNvSpPr txBox="1"/>
            <p:nvPr/>
          </p:nvSpPr>
          <p:spPr>
            <a:xfrm>
              <a:off x="335367" y="3626765"/>
              <a:ext cx="2749107" cy="544612"/>
            </a:xfrm>
            <a:prstGeom prst="rect">
              <a:avLst/>
            </a:prstGeom>
            <a:ln w="10470">
              <a:solidFill>
                <a:schemeClr val="bg2">
                  <a:lumMod val="50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6" normalizeH="0" baseline="0" noProof="0">
                  <a:ln>
                    <a:noFill/>
                  </a:ln>
                  <a:solidFill>
                    <a:srgbClr val="E6EDF1">
                      <a:lumMod val="90000"/>
                    </a:srgbClr>
                  </a:solidFill>
                  <a:effectLst/>
                  <a:uLnTx/>
                  <a:uFillTx/>
                  <a:latin typeface="Versos Light"/>
                  <a:ea typeface="+mn-ea"/>
                  <a:cs typeface="Versos Light"/>
                  <a:sym typeface="Arial"/>
                </a:rPr>
                <a:t>Fundos de Papel</a:t>
              </a:r>
              <a:endParaRPr kumimoji="0" sz="1334" b="0" i="0" u="none" strike="noStrike" kern="0" cap="none" spc="0" normalizeH="0" baseline="0" noProof="0">
                <a:ln>
                  <a:noFill/>
                </a:ln>
                <a:solidFill>
                  <a:srgbClr val="E6EDF1">
                    <a:lumMod val="90000"/>
                  </a:srgbClr>
                </a:solidFill>
                <a:effectLst/>
                <a:uLnTx/>
                <a:uFillTx/>
                <a:latin typeface="Versos Light"/>
                <a:ea typeface="+mn-ea"/>
                <a:cs typeface="Versos Light"/>
                <a:sym typeface="Arial"/>
              </a:endParaRPr>
            </a:p>
          </p:txBody>
        </p:sp>
      </p:grpSp>
      <p:grpSp>
        <p:nvGrpSpPr>
          <p:cNvPr id="32" name="Group 31">
            <a:extLst>
              <a:ext uri="{FF2B5EF4-FFF2-40B4-BE49-F238E27FC236}">
                <a16:creationId xmlns:a16="http://schemas.microsoft.com/office/drawing/2014/main" id="{252B0AC3-1AA9-914C-62FA-DC8FC5E63038}"/>
              </a:ext>
            </a:extLst>
          </p:cNvPr>
          <p:cNvGrpSpPr/>
          <p:nvPr/>
        </p:nvGrpSpPr>
        <p:grpSpPr>
          <a:xfrm>
            <a:off x="460694" y="1235375"/>
            <a:ext cx="2065337" cy="4360765"/>
            <a:chOff x="3940879" y="1235375"/>
            <a:chExt cx="2749110" cy="4360765"/>
          </a:xfrm>
        </p:grpSpPr>
        <p:pic>
          <p:nvPicPr>
            <p:cNvPr id="33" name="object 7">
              <a:extLst>
                <a:ext uri="{FF2B5EF4-FFF2-40B4-BE49-F238E27FC236}">
                  <a16:creationId xmlns:a16="http://schemas.microsoft.com/office/drawing/2014/main" id="{D2C8FD3D-4F0C-7B7D-DD8F-860B6D190CA7}"/>
                </a:ext>
              </a:extLst>
            </p:cNvPr>
            <p:cNvPicPr/>
            <p:nvPr/>
          </p:nvPicPr>
          <p:blipFill rotWithShape="1">
            <a:blip r:embed="rId4" cstate="print"/>
            <a:srcRect l="8303" r="8303"/>
            <a:stretch>
              <a:fillRect/>
            </a:stretch>
          </p:blipFill>
          <p:spPr>
            <a:xfrm>
              <a:off x="3940879" y="1235375"/>
              <a:ext cx="2749110" cy="1159911"/>
            </a:xfrm>
            <a:prstGeom prst="rect">
              <a:avLst/>
            </a:prstGeom>
          </p:spPr>
        </p:pic>
        <p:sp>
          <p:nvSpPr>
            <p:cNvPr id="34" name="object 14">
              <a:extLst>
                <a:ext uri="{FF2B5EF4-FFF2-40B4-BE49-F238E27FC236}">
                  <a16:creationId xmlns:a16="http://schemas.microsoft.com/office/drawing/2014/main" id="{07C869F0-CEA7-8605-BFC6-B5D75892CAE7}"/>
                </a:ext>
              </a:extLst>
            </p:cNvPr>
            <p:cNvSpPr txBox="1"/>
            <p:nvPr/>
          </p:nvSpPr>
          <p:spPr>
            <a:xfrm>
              <a:off x="3940879" y="1951694"/>
              <a:ext cx="2749107" cy="443593"/>
            </a:xfrm>
            <a:prstGeom prst="rect">
              <a:avLst/>
            </a:prstGeom>
          </p:spPr>
          <p:txBody>
            <a:bodyPr vert="horz" wrap="square" lIns="179988" tIns="107993" rIns="0" bIns="107993" rtlCol="0" anchor="b" anchorCtr="0">
              <a:noAutofit/>
            </a:bodyPr>
            <a:lstStyle/>
            <a:p>
              <a:pPr marL="7701" marR="0" lvl="0" indent="0" algn="l" defTabSz="554440" rtl="0" eaLnBrk="1" fontAlgn="auto" latinLnBrk="0" hangingPunct="1">
                <a:lnSpc>
                  <a:spcPct val="100000"/>
                </a:lnSpc>
                <a:spcBef>
                  <a:spcPts val="79"/>
                </a:spcBef>
                <a:spcAft>
                  <a:spcPts val="0"/>
                </a:spcAft>
                <a:buClrTx/>
                <a:buSzTx/>
                <a:buFontTx/>
                <a:buNone/>
                <a:tabLst/>
                <a:defRPr/>
              </a:pPr>
              <a:r>
                <a:rPr kumimoji="0" sz="1880" b="1" i="0" u="none" strike="noStrike" kern="0" cap="none" spc="-6" normalizeH="0" baseline="0" noProof="0">
                  <a:ln>
                    <a:noFill/>
                  </a:ln>
                  <a:solidFill>
                    <a:srgbClr val="FFFFFF"/>
                  </a:solidFill>
                  <a:effectLst/>
                  <a:uLnTx/>
                  <a:uFillTx/>
                  <a:latin typeface="Versos" panose="020B0503020204030204" pitchFamily="34" charset="0"/>
                  <a:ea typeface="+mn-ea"/>
                  <a:cs typeface="Versos Light"/>
                  <a:sym typeface="Arial"/>
                </a:rPr>
                <a:t>Crédito</a:t>
              </a:r>
              <a:endParaRPr kumimoji="0" sz="188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35" name="object 18">
              <a:extLst>
                <a:ext uri="{FF2B5EF4-FFF2-40B4-BE49-F238E27FC236}">
                  <a16:creationId xmlns:a16="http://schemas.microsoft.com/office/drawing/2014/main" id="{7FCDB647-DFC6-121F-A6E4-1DFEF6122D12}"/>
                </a:ext>
              </a:extLst>
            </p:cNvPr>
            <p:cNvSpPr txBox="1"/>
            <p:nvPr/>
          </p:nvSpPr>
          <p:spPr>
            <a:xfrm>
              <a:off x="3940880" y="2914382"/>
              <a:ext cx="2749108" cy="544612"/>
            </a:xfrm>
            <a:prstGeom prst="rect">
              <a:avLst/>
            </a:prstGeom>
            <a:ln w="10470">
              <a:gradFill>
                <a:gsLst>
                  <a:gs pos="100000">
                    <a:schemeClr val="accent1"/>
                  </a:gs>
                  <a:gs pos="0">
                    <a:schemeClr val="bg2">
                      <a:lumMod val="50000"/>
                    </a:schemeClr>
                  </a:gs>
                </a:gsLst>
                <a:lin ang="2700000" scaled="0"/>
              </a:gra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Crédito</a:t>
              </a:r>
              <a:r>
                <a:rPr kumimoji="0" sz="1334" b="0" i="0" u="none" strike="noStrike" kern="0" cap="none" spc="-9"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6" normalizeH="0" baseline="0" noProof="0">
                  <a:ln>
                    <a:noFill/>
                  </a:ln>
                  <a:solidFill>
                    <a:srgbClr val="FFFFFF"/>
                  </a:solidFill>
                  <a:effectLst/>
                  <a:uLnTx/>
                  <a:uFillTx/>
                  <a:latin typeface="Versos Light"/>
                  <a:ea typeface="+mn-ea"/>
                  <a:cs typeface="Versos Light"/>
                  <a:sym typeface="Arial"/>
                </a:rPr>
                <a:t>Privado</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36" name="object 27">
              <a:extLst>
                <a:ext uri="{FF2B5EF4-FFF2-40B4-BE49-F238E27FC236}">
                  <a16:creationId xmlns:a16="http://schemas.microsoft.com/office/drawing/2014/main" id="{C4EC032C-6E00-B723-304A-EBA0D368F188}"/>
                </a:ext>
              </a:extLst>
            </p:cNvPr>
            <p:cNvSpPr txBox="1"/>
            <p:nvPr/>
          </p:nvSpPr>
          <p:spPr>
            <a:xfrm>
              <a:off x="3940880" y="4339147"/>
              <a:ext cx="2749108" cy="544612"/>
            </a:xfrm>
            <a:prstGeom prst="rect">
              <a:avLst/>
            </a:prstGeom>
            <a:ln w="10470">
              <a:gradFill>
                <a:gsLst>
                  <a:gs pos="100000">
                    <a:schemeClr val="accent1"/>
                  </a:gs>
                  <a:gs pos="0">
                    <a:schemeClr val="bg2">
                      <a:lumMod val="50000"/>
                    </a:schemeClr>
                  </a:gs>
                </a:gsLst>
                <a:lin ang="2700000" scaled="0"/>
              </a:gra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Legal</a:t>
              </a:r>
              <a:r>
                <a:rPr kumimoji="0" sz="1334" b="0" i="0" u="none" strike="noStrike" kern="0" cap="none" spc="-24"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6" normalizeH="0" baseline="0" noProof="0">
                  <a:ln>
                    <a:noFill/>
                  </a:ln>
                  <a:solidFill>
                    <a:srgbClr val="FFFFFF"/>
                  </a:solidFill>
                  <a:effectLst/>
                  <a:uLnTx/>
                  <a:uFillTx/>
                  <a:latin typeface="Versos Light"/>
                  <a:ea typeface="+mn-ea"/>
                  <a:cs typeface="Versos Light"/>
                  <a:sym typeface="Arial"/>
                </a:rPr>
                <a:t>Claims</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39" name="object 32">
              <a:extLst>
                <a:ext uri="{FF2B5EF4-FFF2-40B4-BE49-F238E27FC236}">
                  <a16:creationId xmlns:a16="http://schemas.microsoft.com/office/drawing/2014/main" id="{6BCC9126-34B0-210F-0B5C-765DDBE28E4A}"/>
                </a:ext>
              </a:extLst>
            </p:cNvPr>
            <p:cNvSpPr/>
            <p:nvPr/>
          </p:nvSpPr>
          <p:spPr>
            <a:xfrm flipV="1">
              <a:off x="3940880" y="2518853"/>
              <a:ext cx="2749108" cy="138295"/>
            </a:xfrm>
            <a:custGeom>
              <a:avLst/>
              <a:gdLst/>
              <a:ahLst/>
              <a:cxnLst/>
              <a:rect l="l" t="t" r="r" b="b"/>
              <a:pathLst>
                <a:path w="3848734">
                  <a:moveTo>
                    <a:pt x="0" y="0"/>
                  </a:moveTo>
                  <a:lnTo>
                    <a:pt x="3848699" y="0"/>
                  </a:lnTo>
                </a:path>
              </a:pathLst>
            </a:custGeom>
            <a:ln w="10470">
              <a:solidFill>
                <a:schemeClr val="bg1"/>
              </a:solidFill>
            </a:ln>
          </p:spPr>
          <p:txBody>
            <a:bodyPr wrap="square" lIns="0" tIns="0" rIns="0" bIns="0" rtlCol="0"/>
            <a:lstStyle/>
            <a:p>
              <a:pPr marL="0" marR="0" lvl="0" indent="0" algn="l" defTabSz="554440"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40" name="object 18">
              <a:extLst>
                <a:ext uri="{FF2B5EF4-FFF2-40B4-BE49-F238E27FC236}">
                  <a16:creationId xmlns:a16="http://schemas.microsoft.com/office/drawing/2014/main" id="{56C597E4-179D-1492-BAFE-424ADB6181DA}"/>
                </a:ext>
              </a:extLst>
            </p:cNvPr>
            <p:cNvSpPr txBox="1"/>
            <p:nvPr/>
          </p:nvSpPr>
          <p:spPr>
            <a:xfrm>
              <a:off x="3940880" y="5051528"/>
              <a:ext cx="2749108" cy="544612"/>
            </a:xfrm>
            <a:prstGeom prst="rect">
              <a:avLst/>
            </a:prstGeom>
            <a:ln w="10470">
              <a:gradFill>
                <a:gsLst>
                  <a:gs pos="100000">
                    <a:schemeClr val="accent1"/>
                  </a:gs>
                  <a:gs pos="0">
                    <a:schemeClr val="bg2">
                      <a:lumMod val="50000"/>
                    </a:schemeClr>
                  </a:gs>
                </a:gsLst>
                <a:lin ang="2700000" scaled="0"/>
              </a:gra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0" normalizeH="0" baseline="0" noProof="0" err="1">
                  <a:ln>
                    <a:noFill/>
                  </a:ln>
                  <a:solidFill>
                    <a:srgbClr val="FFFFFF"/>
                  </a:solidFill>
                  <a:effectLst/>
                  <a:uLnTx/>
                  <a:uFillTx/>
                  <a:latin typeface="Versos Light"/>
                  <a:ea typeface="+mn-ea"/>
                  <a:cs typeface="Versos Light"/>
                  <a:sym typeface="Arial"/>
                </a:rPr>
                <a:t>Credit</a:t>
              </a:r>
              <a:r>
                <a:rPr kumimoji="0" lang="pt-BR" sz="1334" b="0" i="0" u="none" strike="noStrike" kern="0" cap="none" spc="0" normalizeH="0" baseline="0" noProof="0">
                  <a:ln>
                    <a:noFill/>
                  </a:ln>
                  <a:solidFill>
                    <a:srgbClr val="FFFFFF"/>
                  </a:solidFill>
                  <a:effectLst/>
                  <a:uLnTx/>
                  <a:uFillTx/>
                  <a:latin typeface="Versos Light"/>
                  <a:ea typeface="+mn-ea"/>
                  <a:cs typeface="Versos Light"/>
                  <a:sym typeface="Arial"/>
                </a:rPr>
                <a:t> </a:t>
              </a:r>
              <a:r>
                <a:rPr kumimoji="0" lang="pt-BR" sz="1334" b="0" i="0" u="none" strike="noStrike" kern="0" cap="none" spc="0" normalizeH="0" baseline="0" noProof="0" err="1">
                  <a:ln>
                    <a:noFill/>
                  </a:ln>
                  <a:solidFill>
                    <a:srgbClr val="FFFFFF"/>
                  </a:solidFill>
                  <a:effectLst/>
                  <a:uLnTx/>
                  <a:uFillTx/>
                  <a:latin typeface="Versos Light"/>
                  <a:ea typeface="+mn-ea"/>
                  <a:cs typeface="Versos Light"/>
                  <a:sym typeface="Arial"/>
                </a:rPr>
                <a:t>Solutions</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41" name="object 18">
              <a:extLst>
                <a:ext uri="{FF2B5EF4-FFF2-40B4-BE49-F238E27FC236}">
                  <a16:creationId xmlns:a16="http://schemas.microsoft.com/office/drawing/2014/main" id="{465DADC9-D864-ACC8-3DD9-EA795D317EE8}"/>
                </a:ext>
              </a:extLst>
            </p:cNvPr>
            <p:cNvSpPr txBox="1"/>
            <p:nvPr/>
          </p:nvSpPr>
          <p:spPr>
            <a:xfrm>
              <a:off x="3940880" y="3626765"/>
              <a:ext cx="2749108" cy="544612"/>
            </a:xfrm>
            <a:prstGeom prst="rect">
              <a:avLst/>
            </a:prstGeom>
            <a:ln w="10470">
              <a:gradFill>
                <a:gsLst>
                  <a:gs pos="0">
                    <a:schemeClr val="accent1"/>
                  </a:gs>
                  <a:gs pos="100000">
                    <a:schemeClr val="bg2">
                      <a:lumMod val="50000"/>
                    </a:schemeClr>
                  </a:gs>
                </a:gsLst>
                <a:lin ang="2700000" scaled="0"/>
              </a:gra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Crédito</a:t>
              </a:r>
              <a:r>
                <a:rPr kumimoji="0" sz="1334" b="0" i="0" u="none" strike="noStrike" kern="0" cap="none" spc="-9" normalizeH="0" baseline="0" noProof="0">
                  <a:ln>
                    <a:noFill/>
                  </a:ln>
                  <a:solidFill>
                    <a:srgbClr val="FFFFFF"/>
                  </a:solidFill>
                  <a:effectLst/>
                  <a:uLnTx/>
                  <a:uFillTx/>
                  <a:latin typeface="Versos Light"/>
                  <a:ea typeface="+mn-ea"/>
                  <a:cs typeface="Versos Light"/>
                  <a:sym typeface="Arial"/>
                </a:rPr>
                <a:t> </a:t>
              </a:r>
              <a:r>
                <a:rPr kumimoji="0" lang="pt-BR" sz="1334" b="0" i="0" u="none" strike="noStrike" kern="0" cap="none" spc="-6" normalizeH="0" baseline="0" noProof="0">
                  <a:ln>
                    <a:noFill/>
                  </a:ln>
                  <a:solidFill>
                    <a:srgbClr val="FFFFFF"/>
                  </a:solidFill>
                  <a:effectLst/>
                  <a:uLnTx/>
                  <a:uFillTx/>
                  <a:latin typeface="Versos Light"/>
                  <a:ea typeface="+mn-ea"/>
                  <a:cs typeface="Versos Light"/>
                  <a:sym typeface="Arial"/>
                </a:rPr>
                <a:t>Estruturado</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grpSp>
        <p:nvGrpSpPr>
          <p:cNvPr id="51" name="Group 50">
            <a:extLst>
              <a:ext uri="{FF2B5EF4-FFF2-40B4-BE49-F238E27FC236}">
                <a16:creationId xmlns:a16="http://schemas.microsoft.com/office/drawing/2014/main" id="{039E89C6-2F49-1BB7-89FD-7E1C556262DA}"/>
              </a:ext>
            </a:extLst>
          </p:cNvPr>
          <p:cNvGrpSpPr/>
          <p:nvPr/>
        </p:nvGrpSpPr>
        <p:grpSpPr>
          <a:xfrm>
            <a:off x="9791299" y="1244402"/>
            <a:ext cx="2065335" cy="2214592"/>
            <a:chOff x="335367" y="1244402"/>
            <a:chExt cx="2749107" cy="2214592"/>
          </a:xfrm>
        </p:grpSpPr>
        <p:pic>
          <p:nvPicPr>
            <p:cNvPr id="52" name="object 4">
              <a:extLst>
                <a:ext uri="{FF2B5EF4-FFF2-40B4-BE49-F238E27FC236}">
                  <a16:creationId xmlns:a16="http://schemas.microsoft.com/office/drawing/2014/main" id="{E2550AF4-8283-FF52-6634-844D87612CDB}"/>
                </a:ext>
              </a:extLst>
            </p:cNvPr>
            <p:cNvPicPr/>
            <p:nvPr/>
          </p:nvPicPr>
          <p:blipFill>
            <a:blip r:embed="rId5">
              <a:duotone>
                <a:prstClr val="black"/>
                <a:schemeClr val="accent3">
                  <a:tint val="45000"/>
                  <a:satMod val="400000"/>
                </a:schemeClr>
              </a:duotone>
              <a:alphaModFix amt="50000"/>
            </a:blip>
            <a:srcRect t="7865" r="14932" b="7865"/>
            <a:stretch>
              <a:fillRect/>
            </a:stretch>
          </p:blipFill>
          <p:spPr>
            <a:xfrm>
              <a:off x="335367" y="1244402"/>
              <a:ext cx="2749107" cy="1150844"/>
            </a:xfrm>
            <a:prstGeom prst="rect">
              <a:avLst/>
            </a:prstGeom>
            <a:blipFill dpi="0" rotWithShape="1">
              <a:blip r:embed="rId6">
                <a:duotone>
                  <a:prstClr val="black"/>
                  <a:schemeClr val="accent3">
                    <a:tint val="45000"/>
                    <a:satMod val="400000"/>
                  </a:schemeClr>
                </a:duotone>
                <a:alphaModFix amt="50000"/>
                <a:extLst>
                  <a:ext uri="{28A0092B-C50C-407E-A947-70E740481C1C}">
                    <a14:useLocalDpi xmlns:a14="http://schemas.microsoft.com/office/drawing/2010/main" val="0"/>
                  </a:ext>
                </a:extLst>
              </a:blip>
              <a:srcRect/>
              <a:stretch>
                <a:fillRect/>
              </a:stretch>
            </a:blipFill>
          </p:spPr>
        </p:pic>
        <p:sp>
          <p:nvSpPr>
            <p:cNvPr id="53" name="object 13">
              <a:extLst>
                <a:ext uri="{FF2B5EF4-FFF2-40B4-BE49-F238E27FC236}">
                  <a16:creationId xmlns:a16="http://schemas.microsoft.com/office/drawing/2014/main" id="{E7700E37-CB6B-2B51-5F7F-BC8F4DEF6AC5}"/>
                </a:ext>
              </a:extLst>
            </p:cNvPr>
            <p:cNvSpPr txBox="1"/>
            <p:nvPr/>
          </p:nvSpPr>
          <p:spPr>
            <a:xfrm>
              <a:off x="335367" y="1951694"/>
              <a:ext cx="2749107" cy="443593"/>
            </a:xfrm>
            <a:prstGeom prst="rect">
              <a:avLst/>
            </a:prstGeom>
          </p:spPr>
          <p:txBody>
            <a:bodyPr vert="horz" wrap="square" lIns="179988" tIns="107993" rIns="0" bIns="107993" rtlCol="0" anchor="b" anchorCtr="0">
              <a:noAutofit/>
            </a:bodyPr>
            <a:lstStyle/>
            <a:p>
              <a:pPr marL="7701" marR="0" lvl="0" indent="0" algn="l" defTabSz="554440" rtl="0" eaLnBrk="1" fontAlgn="auto" latinLnBrk="0" hangingPunct="1">
                <a:lnSpc>
                  <a:spcPct val="100000"/>
                </a:lnSpc>
                <a:spcBef>
                  <a:spcPts val="79"/>
                </a:spcBef>
                <a:spcAft>
                  <a:spcPts val="0"/>
                </a:spcAft>
                <a:buClrTx/>
                <a:buSzTx/>
                <a:buFontTx/>
                <a:buNone/>
                <a:tabLst/>
                <a:defRPr/>
              </a:pPr>
              <a:r>
                <a:rPr kumimoji="0" lang="pt-BR" sz="188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Private </a:t>
              </a:r>
              <a:br>
                <a:rPr kumimoji="0" lang="pt-BR" sz="188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br>
              <a:r>
                <a:rPr kumimoji="0" lang="pt-BR" sz="1880" b="1" i="0" u="none" strike="noStrike" kern="0" cap="none" spc="0" normalizeH="0" baseline="0" noProof="0" err="1">
                  <a:ln>
                    <a:noFill/>
                  </a:ln>
                  <a:solidFill>
                    <a:srgbClr val="FFFFFF"/>
                  </a:solidFill>
                  <a:effectLst/>
                  <a:uLnTx/>
                  <a:uFillTx/>
                  <a:latin typeface="Versos" panose="020B0503020204030204" pitchFamily="34" charset="0"/>
                  <a:ea typeface="+mn-ea"/>
                  <a:cs typeface="Versos Light"/>
                  <a:sym typeface="Arial"/>
                </a:rPr>
                <a:t>Solutions</a:t>
              </a:r>
              <a:endParaRPr kumimoji="0" sz="188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54" name="object 17">
              <a:extLst>
                <a:ext uri="{FF2B5EF4-FFF2-40B4-BE49-F238E27FC236}">
                  <a16:creationId xmlns:a16="http://schemas.microsoft.com/office/drawing/2014/main" id="{E18A5AD0-1A8A-1CAD-4E41-D5D4722D4F6D}"/>
                </a:ext>
              </a:extLst>
            </p:cNvPr>
            <p:cNvSpPr txBox="1"/>
            <p:nvPr/>
          </p:nvSpPr>
          <p:spPr>
            <a:xfrm>
              <a:off x="335368" y="2914382"/>
              <a:ext cx="2749106" cy="544612"/>
            </a:xfrm>
            <a:prstGeom prst="rect">
              <a:avLst/>
            </a:prstGeom>
            <a:ln w="10470">
              <a:solidFill>
                <a:schemeClr val="bg1">
                  <a:lumMod val="8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6" normalizeH="0" baseline="0" noProof="0">
                  <a:ln>
                    <a:noFill/>
                  </a:ln>
                  <a:solidFill>
                    <a:srgbClr val="E6EDF1">
                      <a:lumMod val="90000"/>
                    </a:srgbClr>
                  </a:solidFill>
                  <a:effectLst/>
                  <a:uLnTx/>
                  <a:uFillTx/>
                  <a:latin typeface="Versos Light"/>
                  <a:ea typeface="+mn-ea"/>
                  <a:cs typeface="Versos Light"/>
                  <a:sym typeface="Arial"/>
                </a:rPr>
                <a:t>Estruturas Exclusivas</a:t>
              </a:r>
              <a:endParaRPr kumimoji="0" sz="1334" b="0" i="0" u="none" strike="noStrike" kern="0" cap="none" spc="0" normalizeH="0" baseline="0" noProof="0">
                <a:ln>
                  <a:noFill/>
                </a:ln>
                <a:solidFill>
                  <a:srgbClr val="E6EDF1">
                    <a:lumMod val="90000"/>
                  </a:srgbClr>
                </a:solidFill>
                <a:effectLst/>
                <a:uLnTx/>
                <a:uFillTx/>
                <a:latin typeface="Versos Light"/>
                <a:ea typeface="+mn-ea"/>
                <a:cs typeface="Versos Light"/>
                <a:sym typeface="Arial"/>
              </a:endParaRPr>
            </a:p>
          </p:txBody>
        </p:sp>
        <p:sp>
          <p:nvSpPr>
            <p:cNvPr id="55" name="object 31">
              <a:extLst>
                <a:ext uri="{FF2B5EF4-FFF2-40B4-BE49-F238E27FC236}">
                  <a16:creationId xmlns:a16="http://schemas.microsoft.com/office/drawing/2014/main" id="{86E02262-3149-6124-9BFE-72C8614BD85C}"/>
                </a:ext>
              </a:extLst>
            </p:cNvPr>
            <p:cNvSpPr/>
            <p:nvPr/>
          </p:nvSpPr>
          <p:spPr>
            <a:xfrm flipV="1">
              <a:off x="335367" y="2611429"/>
              <a:ext cx="2749107" cy="4571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40"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rgbClr val="E6EDF1">
                    <a:lumMod val="75000"/>
                  </a:srgbClr>
                </a:solidFill>
                <a:effectLst/>
                <a:uLnTx/>
                <a:uFillTx/>
                <a:latin typeface="Calibri"/>
                <a:ea typeface="+mn-ea"/>
                <a:cs typeface="Arial"/>
                <a:sym typeface="Arial"/>
              </a:endParaRPr>
            </a:p>
          </p:txBody>
        </p:sp>
      </p:grpSp>
      <p:grpSp>
        <p:nvGrpSpPr>
          <p:cNvPr id="5" name="Group 4">
            <a:extLst>
              <a:ext uri="{FF2B5EF4-FFF2-40B4-BE49-F238E27FC236}">
                <a16:creationId xmlns:a16="http://schemas.microsoft.com/office/drawing/2014/main" id="{0EDB423A-CC27-9068-337B-377BC34C13FA}"/>
              </a:ext>
            </a:extLst>
          </p:cNvPr>
          <p:cNvGrpSpPr/>
          <p:nvPr/>
        </p:nvGrpSpPr>
        <p:grpSpPr>
          <a:xfrm>
            <a:off x="7390067" y="1246631"/>
            <a:ext cx="2156776" cy="4349509"/>
            <a:chOff x="7419767" y="1246631"/>
            <a:chExt cx="2870822" cy="4349509"/>
          </a:xfrm>
        </p:grpSpPr>
        <p:pic>
          <p:nvPicPr>
            <p:cNvPr id="6" name="object 8">
              <a:extLst>
                <a:ext uri="{FF2B5EF4-FFF2-40B4-BE49-F238E27FC236}">
                  <a16:creationId xmlns:a16="http://schemas.microsoft.com/office/drawing/2014/main" id="{25093FD8-15DF-3676-E496-B63FBC86BB00}"/>
                </a:ext>
              </a:extLst>
            </p:cNvPr>
            <p:cNvPicPr/>
            <p:nvPr/>
          </p:nvPicPr>
          <p:blipFill rotWithShape="1">
            <a:blip r:embed="rId7" cstate="print">
              <a:duotone>
                <a:prstClr val="black"/>
                <a:schemeClr val="tx2">
                  <a:tint val="45000"/>
                  <a:satMod val="400000"/>
                </a:schemeClr>
              </a:duotone>
            </a:blip>
            <a:srcRect l="8453" r="20862"/>
            <a:stretch>
              <a:fillRect/>
            </a:stretch>
          </p:blipFill>
          <p:spPr>
            <a:xfrm>
              <a:off x="7541479" y="1246631"/>
              <a:ext cx="2749108" cy="1148655"/>
            </a:xfrm>
            <a:prstGeom prst="rect">
              <a:avLst/>
            </a:prstGeom>
          </p:spPr>
        </p:pic>
        <p:sp>
          <p:nvSpPr>
            <p:cNvPr id="7" name="object 15">
              <a:extLst>
                <a:ext uri="{FF2B5EF4-FFF2-40B4-BE49-F238E27FC236}">
                  <a16:creationId xmlns:a16="http://schemas.microsoft.com/office/drawing/2014/main" id="{4FD7B875-F3BE-311C-A575-B6A180300BE1}"/>
                </a:ext>
              </a:extLst>
            </p:cNvPr>
            <p:cNvSpPr txBox="1"/>
            <p:nvPr/>
          </p:nvSpPr>
          <p:spPr>
            <a:xfrm>
              <a:off x="7419767" y="1538039"/>
              <a:ext cx="2870822" cy="857247"/>
            </a:xfrm>
            <a:prstGeom prst="rect">
              <a:avLst/>
            </a:prstGeom>
          </p:spPr>
          <p:txBody>
            <a:bodyPr vert="horz" wrap="square" lIns="179988" tIns="107993" rIns="0" bIns="107993" rtlCol="0" anchor="b" anchorCtr="0">
              <a:noAutofit/>
            </a:bodyPr>
            <a:lstStyle/>
            <a:p>
              <a:pPr marL="7701" marR="3081" lvl="0" indent="0" algn="l" defTabSz="554440" rtl="0" eaLnBrk="1" fontAlgn="auto" latinLnBrk="0" hangingPunct="1">
                <a:lnSpc>
                  <a:spcPct val="101099"/>
                </a:lnSpc>
                <a:spcBef>
                  <a:spcPts val="55"/>
                </a:spcBef>
                <a:spcAft>
                  <a:spcPts val="0"/>
                </a:spcAft>
                <a:buClrTx/>
                <a:buSzTx/>
                <a:buFontTx/>
                <a:buNone/>
                <a:tabLst/>
                <a:defRPr/>
              </a:pPr>
              <a:r>
                <a:rPr kumimoji="0" sz="1880" b="1" i="0" u="none" strike="noStrike" kern="0" cap="none" spc="-6" normalizeH="0" baseline="0" noProof="0">
                  <a:ln>
                    <a:noFill/>
                  </a:ln>
                  <a:solidFill>
                    <a:srgbClr val="FFFFFF"/>
                  </a:solidFill>
                  <a:effectLst/>
                  <a:uLnTx/>
                  <a:uFillTx/>
                  <a:latin typeface="Versos" panose="020B0503020204030204" pitchFamily="34" charset="0"/>
                  <a:ea typeface="+mn-ea"/>
                  <a:cs typeface="Versos Light"/>
                  <a:sym typeface="Arial"/>
                </a:rPr>
                <a:t>Investment </a:t>
              </a:r>
              <a:br>
                <a:rPr kumimoji="0" lang="pt-BR" sz="1880" b="1" i="0" u="none" strike="noStrike" kern="0" cap="none" spc="-6" normalizeH="0" baseline="0" noProof="0">
                  <a:ln>
                    <a:noFill/>
                  </a:ln>
                  <a:solidFill>
                    <a:srgbClr val="FFFFFF"/>
                  </a:solidFill>
                  <a:effectLst/>
                  <a:uLnTx/>
                  <a:uFillTx/>
                  <a:latin typeface="Versos" panose="020B0503020204030204" pitchFamily="34" charset="0"/>
                  <a:ea typeface="+mn-ea"/>
                  <a:cs typeface="Versos Light"/>
                  <a:sym typeface="Arial"/>
                </a:rPr>
              </a:br>
              <a:r>
                <a:rPr kumimoji="0" sz="188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Solutions</a:t>
              </a:r>
              <a:r>
                <a:rPr kumimoji="0" sz="1880" b="1" i="0" u="none" strike="noStrike" kern="0" cap="none" spc="49" normalizeH="0" baseline="0" noProof="0">
                  <a:ln>
                    <a:noFill/>
                  </a:ln>
                  <a:solidFill>
                    <a:srgbClr val="FFFFFF"/>
                  </a:solidFill>
                  <a:effectLst/>
                  <a:uLnTx/>
                  <a:uFillTx/>
                  <a:latin typeface="Versos" panose="020B0503020204030204" pitchFamily="34" charset="0"/>
                  <a:ea typeface="+mn-ea"/>
                  <a:cs typeface="Versos Light"/>
                  <a:sym typeface="Arial"/>
                </a:rPr>
                <a:t> </a:t>
              </a:r>
              <a:r>
                <a:rPr kumimoji="0" sz="188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&amp;</a:t>
              </a:r>
              <a:r>
                <a:rPr kumimoji="0" sz="1880" b="1" i="0" u="none" strike="noStrike" kern="0" cap="none" spc="52" normalizeH="0" baseline="0" noProof="0">
                  <a:ln>
                    <a:noFill/>
                  </a:ln>
                  <a:solidFill>
                    <a:srgbClr val="FFFFFF"/>
                  </a:solidFill>
                  <a:effectLst/>
                  <a:uLnTx/>
                  <a:uFillTx/>
                  <a:latin typeface="Versos" panose="020B0503020204030204" pitchFamily="34" charset="0"/>
                  <a:ea typeface="+mn-ea"/>
                  <a:cs typeface="Versos Light"/>
                  <a:sym typeface="Arial"/>
                </a:rPr>
                <a:t> </a:t>
              </a:r>
              <a:r>
                <a:rPr kumimoji="0" sz="1880" b="1" i="0" u="none" strike="noStrike" kern="0" cap="none" spc="-15" normalizeH="0" baseline="0" noProof="0" err="1">
                  <a:ln>
                    <a:noFill/>
                  </a:ln>
                  <a:solidFill>
                    <a:srgbClr val="FFFFFF"/>
                  </a:solidFill>
                  <a:effectLst/>
                  <a:uLnTx/>
                  <a:uFillTx/>
                  <a:latin typeface="Versos" panose="020B0503020204030204" pitchFamily="34" charset="0"/>
                  <a:ea typeface="+mn-ea"/>
                  <a:cs typeface="Versos Light"/>
                  <a:sym typeface="Arial"/>
                </a:rPr>
                <a:t>FoF</a:t>
              </a:r>
              <a:endParaRPr kumimoji="0" sz="188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8" name="object 19">
              <a:extLst>
                <a:ext uri="{FF2B5EF4-FFF2-40B4-BE49-F238E27FC236}">
                  <a16:creationId xmlns:a16="http://schemas.microsoft.com/office/drawing/2014/main" id="{B6D85DCB-BE83-0C2B-59E4-E91607EEAA0A}"/>
                </a:ext>
              </a:extLst>
            </p:cNvPr>
            <p:cNvSpPr txBox="1"/>
            <p:nvPr/>
          </p:nvSpPr>
          <p:spPr>
            <a:xfrm>
              <a:off x="7541479" y="2914382"/>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Fundo</a:t>
              </a:r>
              <a:r>
                <a:rPr kumimoji="0" sz="1334" b="0" i="0" u="none" strike="noStrike" kern="0" cap="none" spc="24"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de</a:t>
              </a:r>
              <a:r>
                <a:rPr kumimoji="0" sz="1334" b="0" i="0" u="none" strike="noStrike" kern="0" cap="none" spc="27"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6" normalizeH="0" baseline="0" noProof="0" err="1">
                  <a:ln>
                    <a:noFill/>
                  </a:ln>
                  <a:solidFill>
                    <a:srgbClr val="FFFFFF"/>
                  </a:solidFill>
                  <a:effectLst/>
                  <a:uLnTx/>
                  <a:uFillTx/>
                  <a:latin typeface="Versos Light"/>
                  <a:ea typeface="+mn-ea"/>
                  <a:cs typeface="Versos Light"/>
                  <a:sym typeface="Arial"/>
                </a:rPr>
                <a:t>Fundos</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9" name="object 23">
              <a:extLst>
                <a:ext uri="{FF2B5EF4-FFF2-40B4-BE49-F238E27FC236}">
                  <a16:creationId xmlns:a16="http://schemas.microsoft.com/office/drawing/2014/main" id="{B7EB7961-2F04-33C0-CB75-AD92DD33FE54}"/>
                </a:ext>
              </a:extLst>
            </p:cNvPr>
            <p:cNvSpPr txBox="1"/>
            <p:nvPr/>
          </p:nvSpPr>
          <p:spPr>
            <a:xfrm>
              <a:off x="7541479" y="4339147"/>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Renda</a:t>
              </a:r>
              <a:r>
                <a:rPr kumimoji="0" sz="1334" b="0" i="0" u="none" strike="noStrike" kern="0" cap="none" spc="12"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12" normalizeH="0" baseline="0" noProof="0">
                  <a:ln>
                    <a:noFill/>
                  </a:ln>
                  <a:solidFill>
                    <a:srgbClr val="FFFFFF"/>
                  </a:solidFill>
                  <a:effectLst/>
                  <a:uLnTx/>
                  <a:uFillTx/>
                  <a:latin typeface="Versos Light"/>
                  <a:ea typeface="+mn-ea"/>
                  <a:cs typeface="Versos Light"/>
                  <a:sym typeface="Arial"/>
                </a:rPr>
                <a:t>Fixa</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10" name="object 33">
              <a:extLst>
                <a:ext uri="{FF2B5EF4-FFF2-40B4-BE49-F238E27FC236}">
                  <a16:creationId xmlns:a16="http://schemas.microsoft.com/office/drawing/2014/main" id="{B17D03E9-81FE-03C8-425C-5B14A8DACBF0}"/>
                </a:ext>
              </a:extLst>
            </p:cNvPr>
            <p:cNvSpPr/>
            <p:nvPr/>
          </p:nvSpPr>
          <p:spPr>
            <a:xfrm flipV="1">
              <a:off x="7541479" y="2611429"/>
              <a:ext cx="2749108" cy="45719"/>
            </a:xfrm>
            <a:custGeom>
              <a:avLst/>
              <a:gdLst/>
              <a:ahLst/>
              <a:cxnLst/>
              <a:rect l="l" t="t" r="r" b="b"/>
              <a:pathLst>
                <a:path w="3848734">
                  <a:moveTo>
                    <a:pt x="0" y="0"/>
                  </a:moveTo>
                  <a:lnTo>
                    <a:pt x="3848699" y="0"/>
                  </a:lnTo>
                </a:path>
              </a:pathLst>
            </a:custGeom>
            <a:ln w="10470">
              <a:solidFill>
                <a:schemeClr val="bg1"/>
              </a:solidFill>
            </a:ln>
          </p:spPr>
          <p:txBody>
            <a:bodyPr wrap="square" lIns="0" tIns="0" rIns="0" bIns="0" rtlCol="0"/>
            <a:lstStyle/>
            <a:p>
              <a:pPr marL="0" marR="0" lvl="0" indent="0" algn="l" defTabSz="554440"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11" name="object 22">
              <a:extLst>
                <a:ext uri="{FF2B5EF4-FFF2-40B4-BE49-F238E27FC236}">
                  <a16:creationId xmlns:a16="http://schemas.microsoft.com/office/drawing/2014/main" id="{1DE14D37-9410-06A1-CF73-4645AD927DFA}"/>
                </a:ext>
              </a:extLst>
            </p:cNvPr>
            <p:cNvSpPr txBox="1"/>
            <p:nvPr/>
          </p:nvSpPr>
          <p:spPr>
            <a:xfrm>
              <a:off x="7541479" y="3626765"/>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Asset</a:t>
              </a:r>
              <a:r>
                <a:rPr kumimoji="0" sz="1334" b="0" i="0" u="none" strike="noStrike" kern="0" cap="none" spc="15"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6" normalizeH="0" baseline="0" noProof="0">
                  <a:ln>
                    <a:noFill/>
                  </a:ln>
                  <a:solidFill>
                    <a:srgbClr val="FFFFFF"/>
                  </a:solidFill>
                  <a:effectLst/>
                  <a:uLnTx/>
                  <a:uFillTx/>
                  <a:latin typeface="Versos Light"/>
                  <a:ea typeface="+mn-ea"/>
                  <a:cs typeface="Versos Light"/>
                  <a:sym typeface="Arial"/>
                </a:rPr>
                <a:t>Allocation</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12" name="object 24">
              <a:extLst>
                <a:ext uri="{FF2B5EF4-FFF2-40B4-BE49-F238E27FC236}">
                  <a16:creationId xmlns:a16="http://schemas.microsoft.com/office/drawing/2014/main" id="{962DF96F-9FAB-3266-B3EE-E81EDA36CCEB}"/>
                </a:ext>
              </a:extLst>
            </p:cNvPr>
            <p:cNvSpPr txBox="1"/>
            <p:nvPr/>
          </p:nvSpPr>
          <p:spPr>
            <a:xfrm>
              <a:off x="7541479" y="5051528"/>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6" normalizeH="0" baseline="0" noProof="0">
                  <a:ln>
                    <a:noFill/>
                  </a:ln>
                  <a:solidFill>
                    <a:srgbClr val="FFFFFF"/>
                  </a:solidFill>
                  <a:effectLst/>
                  <a:uLnTx/>
                  <a:uFillTx/>
                  <a:latin typeface="Versos Light"/>
                  <a:ea typeface="+mn-ea"/>
                  <a:cs typeface="Versos Light"/>
                  <a:sym typeface="Arial"/>
                </a:rPr>
                <a:t>Equities</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grpSp>
        <p:nvGrpSpPr>
          <p:cNvPr id="20" name="Group 4">
            <a:extLst>
              <a:ext uri="{FF2B5EF4-FFF2-40B4-BE49-F238E27FC236}">
                <a16:creationId xmlns:a16="http://schemas.microsoft.com/office/drawing/2014/main" id="{1BC12B95-60A7-1673-04BB-C6454E61C740}"/>
              </a:ext>
            </a:extLst>
          </p:cNvPr>
          <p:cNvGrpSpPr/>
          <p:nvPr/>
        </p:nvGrpSpPr>
        <p:grpSpPr>
          <a:xfrm>
            <a:off x="5080276" y="1246631"/>
            <a:ext cx="2065336" cy="3637128"/>
            <a:chOff x="7541478" y="1246631"/>
            <a:chExt cx="2749109" cy="3637128"/>
          </a:xfrm>
        </p:grpSpPr>
        <p:pic>
          <p:nvPicPr>
            <p:cNvPr id="21" name="object 8">
              <a:extLst>
                <a:ext uri="{FF2B5EF4-FFF2-40B4-BE49-F238E27FC236}">
                  <a16:creationId xmlns:a16="http://schemas.microsoft.com/office/drawing/2014/main" id="{BCC56E5E-D8F2-2369-8DDC-6CFB3924B057}"/>
                </a:ext>
              </a:extLst>
            </p:cNvPr>
            <p:cNvPicPr/>
            <p:nvPr/>
          </p:nvPicPr>
          <p:blipFill>
            <a:blip r:embed="rId8">
              <a:alphaModFix amt="64000"/>
            </a:blip>
            <a:srcRect l="3005" r="17042"/>
            <a:stretch>
              <a:fillRect/>
            </a:stretch>
          </p:blipFill>
          <p:spPr>
            <a:xfrm>
              <a:off x="7541479" y="1246631"/>
              <a:ext cx="2749108" cy="1148655"/>
            </a:xfrm>
            <a:prstGeom prst="rect">
              <a:avLst/>
            </a:prstGeom>
          </p:spPr>
        </p:pic>
        <p:sp>
          <p:nvSpPr>
            <p:cNvPr id="22" name="object 15">
              <a:extLst>
                <a:ext uri="{FF2B5EF4-FFF2-40B4-BE49-F238E27FC236}">
                  <a16:creationId xmlns:a16="http://schemas.microsoft.com/office/drawing/2014/main" id="{1DAF4297-9FF5-1447-F931-E2C5EF4277DB}"/>
                </a:ext>
              </a:extLst>
            </p:cNvPr>
            <p:cNvSpPr txBox="1"/>
            <p:nvPr/>
          </p:nvSpPr>
          <p:spPr>
            <a:xfrm>
              <a:off x="7541478" y="1538039"/>
              <a:ext cx="2749107" cy="857247"/>
            </a:xfrm>
            <a:prstGeom prst="rect">
              <a:avLst/>
            </a:prstGeom>
          </p:spPr>
          <p:txBody>
            <a:bodyPr vert="horz" wrap="square" lIns="179988" tIns="107993" rIns="0" bIns="107993" rtlCol="0" anchor="b" anchorCtr="0">
              <a:noAutofit/>
            </a:bodyPr>
            <a:lstStyle/>
            <a:p>
              <a:pPr marL="7701" marR="3081" lvl="0" indent="0" algn="l" defTabSz="554440" rtl="0" eaLnBrk="1" fontAlgn="auto" latinLnBrk="0" hangingPunct="1">
                <a:lnSpc>
                  <a:spcPct val="101099"/>
                </a:lnSpc>
                <a:spcBef>
                  <a:spcPts val="55"/>
                </a:spcBef>
                <a:spcAft>
                  <a:spcPts val="0"/>
                </a:spcAft>
                <a:buClrTx/>
                <a:buSzTx/>
                <a:buFontTx/>
                <a:buNone/>
                <a:tabLst/>
                <a:defRPr/>
              </a:pPr>
              <a:r>
                <a:rPr kumimoji="0" lang="pt-BR" sz="1880" b="1" i="0" u="none" strike="noStrike" kern="0" cap="none" spc="-6" normalizeH="0" baseline="0" noProof="0">
                  <a:ln>
                    <a:noFill/>
                  </a:ln>
                  <a:solidFill>
                    <a:srgbClr val="FFFFFF"/>
                  </a:solidFill>
                  <a:effectLst/>
                  <a:uLnTx/>
                  <a:uFillTx/>
                  <a:latin typeface="Versos" panose="020B0503020204030204" pitchFamily="34" charset="0"/>
                  <a:ea typeface="+mn-ea"/>
                  <a:cs typeface="Versos Light"/>
                  <a:sym typeface="Arial"/>
                </a:rPr>
                <a:t>Energia </a:t>
              </a:r>
            </a:p>
            <a:p>
              <a:pPr marL="7701" marR="3081" lvl="0" indent="0" algn="l" defTabSz="554440" rtl="0" eaLnBrk="1" fontAlgn="auto" latinLnBrk="0" hangingPunct="1">
                <a:lnSpc>
                  <a:spcPct val="101099"/>
                </a:lnSpc>
                <a:spcBef>
                  <a:spcPts val="55"/>
                </a:spcBef>
                <a:spcAft>
                  <a:spcPts val="0"/>
                </a:spcAft>
                <a:buClrTx/>
                <a:buSzTx/>
                <a:buFontTx/>
                <a:buNone/>
                <a:tabLst/>
                <a:defRPr/>
              </a:pPr>
              <a:r>
                <a:rPr kumimoji="0" lang="pt-BR" sz="1880" b="1" i="0" u="none" strike="noStrike" kern="0" cap="none" spc="-6" normalizeH="0" baseline="0" noProof="0">
                  <a:ln>
                    <a:noFill/>
                  </a:ln>
                  <a:solidFill>
                    <a:srgbClr val="FFFFFF"/>
                  </a:solidFill>
                  <a:effectLst/>
                  <a:uLnTx/>
                  <a:uFillTx/>
                  <a:latin typeface="Versos" panose="020B0503020204030204" pitchFamily="34" charset="0"/>
                  <a:ea typeface="+mn-ea"/>
                  <a:cs typeface="Versos Light"/>
                  <a:sym typeface="Arial"/>
                </a:rPr>
                <a:t>&amp; Infra</a:t>
              </a:r>
              <a:endParaRPr kumimoji="0" sz="188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23" name="object 19">
              <a:extLst>
                <a:ext uri="{FF2B5EF4-FFF2-40B4-BE49-F238E27FC236}">
                  <a16:creationId xmlns:a16="http://schemas.microsoft.com/office/drawing/2014/main" id="{75F7E7E5-2FEC-D386-2065-0B2C6B3464B6}"/>
                </a:ext>
              </a:extLst>
            </p:cNvPr>
            <p:cNvSpPr txBox="1"/>
            <p:nvPr/>
          </p:nvSpPr>
          <p:spPr>
            <a:xfrm>
              <a:off x="7541479" y="2914382"/>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0" normalizeH="0" baseline="0" noProof="0" err="1">
                  <a:ln>
                    <a:noFill/>
                  </a:ln>
                  <a:solidFill>
                    <a:srgbClr val="FFFFFF"/>
                  </a:solidFill>
                  <a:effectLst/>
                  <a:uLnTx/>
                  <a:uFillTx/>
                  <a:latin typeface="Versos Light"/>
                  <a:ea typeface="+mn-ea"/>
                  <a:cs typeface="Versos Light"/>
                  <a:sym typeface="Arial"/>
                </a:rPr>
                <a:t>Equity</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4" name="object 23">
              <a:extLst>
                <a:ext uri="{FF2B5EF4-FFF2-40B4-BE49-F238E27FC236}">
                  <a16:creationId xmlns:a16="http://schemas.microsoft.com/office/drawing/2014/main" id="{B8B24C3A-CCDF-C9FF-AEEE-EBCE3A015E67}"/>
                </a:ext>
              </a:extLst>
            </p:cNvPr>
            <p:cNvSpPr txBox="1"/>
            <p:nvPr/>
          </p:nvSpPr>
          <p:spPr>
            <a:xfrm>
              <a:off x="7541479" y="4339147"/>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0" normalizeH="0" baseline="0" noProof="0" err="1">
                  <a:ln>
                    <a:noFill/>
                  </a:ln>
                  <a:solidFill>
                    <a:srgbClr val="FFFFFF"/>
                  </a:solidFill>
                  <a:effectLst/>
                  <a:uLnTx/>
                  <a:uFillTx/>
                  <a:latin typeface="Versos Light"/>
                  <a:ea typeface="+mn-ea"/>
                  <a:cs typeface="Versos Light"/>
                  <a:sym typeface="Arial"/>
                </a:rPr>
                <a:t>Yielding</a:t>
              </a:r>
              <a:r>
                <a:rPr kumimoji="0" lang="pt-BR" sz="1334" b="0" i="0" u="none" strike="noStrike" kern="0" cap="none" spc="0" normalizeH="0" baseline="0" noProof="0">
                  <a:ln>
                    <a:noFill/>
                  </a:ln>
                  <a:solidFill>
                    <a:srgbClr val="FFFFFF"/>
                  </a:solidFill>
                  <a:effectLst/>
                  <a:uLnTx/>
                  <a:uFillTx/>
                  <a:latin typeface="Versos Light"/>
                  <a:ea typeface="+mn-ea"/>
                  <a:cs typeface="Versos Light"/>
                  <a:sym typeface="Arial"/>
                </a:rPr>
                <a:t> Asset</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5" name="object 33">
              <a:extLst>
                <a:ext uri="{FF2B5EF4-FFF2-40B4-BE49-F238E27FC236}">
                  <a16:creationId xmlns:a16="http://schemas.microsoft.com/office/drawing/2014/main" id="{98332802-2536-B0FE-66FC-88DCAB6685CC}"/>
                </a:ext>
              </a:extLst>
            </p:cNvPr>
            <p:cNvSpPr/>
            <p:nvPr/>
          </p:nvSpPr>
          <p:spPr>
            <a:xfrm flipV="1">
              <a:off x="7541479" y="2611429"/>
              <a:ext cx="2749108" cy="45719"/>
            </a:xfrm>
            <a:custGeom>
              <a:avLst/>
              <a:gdLst/>
              <a:ahLst/>
              <a:cxnLst/>
              <a:rect l="l" t="t" r="r" b="b"/>
              <a:pathLst>
                <a:path w="3848734">
                  <a:moveTo>
                    <a:pt x="0" y="0"/>
                  </a:moveTo>
                  <a:lnTo>
                    <a:pt x="3848699" y="0"/>
                  </a:lnTo>
                </a:path>
              </a:pathLst>
            </a:custGeom>
            <a:ln w="10470">
              <a:solidFill>
                <a:schemeClr val="bg1"/>
              </a:solidFill>
            </a:ln>
          </p:spPr>
          <p:txBody>
            <a:bodyPr wrap="square" lIns="0" tIns="0" rIns="0" bIns="0" rtlCol="0"/>
            <a:lstStyle/>
            <a:p>
              <a:pPr marL="0" marR="0" lvl="0" indent="0" algn="l" defTabSz="554440"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26" name="object 22">
              <a:extLst>
                <a:ext uri="{FF2B5EF4-FFF2-40B4-BE49-F238E27FC236}">
                  <a16:creationId xmlns:a16="http://schemas.microsoft.com/office/drawing/2014/main" id="{0CAE564D-776A-DEDB-CB3D-1276A7B6B245}"/>
                </a:ext>
              </a:extLst>
            </p:cNvPr>
            <p:cNvSpPr txBox="1"/>
            <p:nvPr/>
          </p:nvSpPr>
          <p:spPr>
            <a:xfrm>
              <a:off x="7541479" y="3626765"/>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0" normalizeH="0" baseline="0" noProof="0">
                  <a:ln>
                    <a:noFill/>
                  </a:ln>
                  <a:solidFill>
                    <a:srgbClr val="FFFFFF"/>
                  </a:solidFill>
                  <a:effectLst/>
                  <a:uLnTx/>
                  <a:uFillTx/>
                  <a:latin typeface="Versos Light"/>
                  <a:ea typeface="+mn-ea"/>
                  <a:cs typeface="Versos Light"/>
                  <a:sym typeface="Arial"/>
                </a:rPr>
                <a:t>Crédito Estruturado</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spTree>
    <p:extLst>
      <p:ext uri="{BB962C8B-B14F-4D97-AF65-F5344CB8AC3E}">
        <p14:creationId xmlns:p14="http://schemas.microsoft.com/office/powerpoint/2010/main" val="2504776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lumOff val="5000"/>
          </a:schemeClr>
        </a:solidFill>
        <a:effectLst/>
      </p:bgPr>
    </p:bg>
    <p:spTree>
      <p:nvGrpSpPr>
        <p:cNvPr id="1" name="">
          <a:extLst>
            <a:ext uri="{FF2B5EF4-FFF2-40B4-BE49-F238E27FC236}">
              <a16:creationId xmlns:a16="http://schemas.microsoft.com/office/drawing/2014/main" id="{720852B0-EE03-985F-EA29-9AF3E45F9314}"/>
            </a:ext>
          </a:extLst>
        </p:cNvPr>
        <p:cNvGrpSpPr/>
        <p:nvPr/>
      </p:nvGrpSpPr>
      <p:grpSpPr>
        <a:xfrm>
          <a:off x="0" y="0"/>
          <a:ext cx="0" cy="0"/>
          <a:chOff x="0" y="0"/>
          <a:chExt cx="0" cy="0"/>
        </a:xfrm>
      </p:grpSpPr>
      <p:pic>
        <p:nvPicPr>
          <p:cNvPr id="382" name="leticia-albuquerque-foto">
            <a:extLst>
              <a:ext uri="{FF2B5EF4-FFF2-40B4-BE49-F238E27FC236}">
                <a16:creationId xmlns:a16="http://schemas.microsoft.com/office/drawing/2014/main" id="{612C20D6-2F40-85A5-F121-3611DE0AEE07}"/>
              </a:ext>
            </a:extLst>
          </p:cNvPr>
          <p:cNvPicPr preferRelativeResize="0">
            <a:picLocks/>
          </p:cNvPicPr>
          <p:nvPr/>
        </p:nvPicPr>
        <p:blipFill>
          <a:blip r:embed="rId3"/>
          <a:srcRect l="15144" r="15144"/>
          <a:stretch/>
        </p:blipFill>
        <p:spPr>
          <a:xfrm>
            <a:off x="4242648" y="2970510"/>
            <a:ext cx="775553" cy="775553"/>
          </a:xfrm>
          <a:prstGeom prst="rect">
            <a:avLst/>
          </a:prstGeom>
        </p:spPr>
      </p:pic>
      <p:grpSp>
        <p:nvGrpSpPr>
          <p:cNvPr id="9" name="Group 8">
            <a:extLst>
              <a:ext uri="{FF2B5EF4-FFF2-40B4-BE49-F238E27FC236}">
                <a16:creationId xmlns:a16="http://schemas.microsoft.com/office/drawing/2014/main" id="{194002D9-02DB-1521-B2EE-7F011A1954CE}"/>
              </a:ext>
            </a:extLst>
          </p:cNvPr>
          <p:cNvGrpSpPr/>
          <p:nvPr/>
        </p:nvGrpSpPr>
        <p:grpSpPr>
          <a:xfrm>
            <a:off x="308942" y="1150503"/>
            <a:ext cx="3701568" cy="1667086"/>
            <a:chOff x="4230449" y="1150503"/>
            <a:chExt cx="3701568" cy="1667086"/>
          </a:xfrm>
        </p:grpSpPr>
        <p:pic>
          <p:nvPicPr>
            <p:cNvPr id="118" name="rodrigo-freire-foto">
              <a:extLst>
                <a:ext uri="{FF2B5EF4-FFF2-40B4-BE49-F238E27FC236}">
                  <a16:creationId xmlns:a16="http://schemas.microsoft.com/office/drawing/2014/main" id="{5976B27E-DC61-9990-1BB9-D2C6A85B1113}"/>
                </a:ext>
              </a:extLst>
            </p:cNvPr>
            <p:cNvPicPr preferRelativeResize="0">
              <a:picLocks/>
            </p:cNvPicPr>
            <p:nvPr/>
          </p:nvPicPr>
          <p:blipFill rotWithShape="1">
            <a:blip r:embed="rId4"/>
            <a:srcRect l="25331" r="25154" b="25717"/>
            <a:stretch>
              <a:fillRect/>
            </a:stretch>
          </p:blipFill>
          <p:spPr>
            <a:xfrm>
              <a:off x="4233593" y="1150503"/>
              <a:ext cx="775554" cy="775554"/>
            </a:xfrm>
            <a:prstGeom prst="rect">
              <a:avLst/>
            </a:prstGeom>
          </p:spPr>
        </p:pic>
        <p:sp>
          <p:nvSpPr>
            <p:cNvPr id="121" name="chris-egan-bio">
              <a:extLst>
                <a:ext uri="{FF2B5EF4-FFF2-40B4-BE49-F238E27FC236}">
                  <a16:creationId xmlns:a16="http://schemas.microsoft.com/office/drawing/2014/main" id="{A1DD51A3-C95D-4C58-6BCC-68C4D6C06688}"/>
                </a:ext>
              </a:extLst>
            </p:cNvPr>
            <p:cNvSpPr txBox="1"/>
            <p:nvPr/>
          </p:nvSpPr>
          <p:spPr>
            <a:xfrm>
              <a:off x="6099783" y="1364593"/>
              <a:ext cx="1699231" cy="1405513"/>
            </a:xfrm>
            <a:prstGeom prst="rect">
              <a:avLst/>
            </a:prstGeom>
          </p:spPr>
          <p:txBody>
            <a:bodyPr vert="horz" wrap="square" lIns="0" tIns="0" rIns="0" bIns="0" rtlCol="0" anchor="t">
              <a:spAutoFit/>
            </a:bodyPr>
            <a:lstStyle/>
            <a:p>
              <a:pPr marL="0" marR="0" lvl="0" indent="0" algn="l" defTabSz="554440" rtl="0" eaLnBrk="1" fontAlgn="auto" latinLnBrk="0" hangingPunct="1">
                <a:lnSpc>
                  <a:spcPct val="100000"/>
                </a:lnSpc>
                <a:spcBef>
                  <a:spcPts val="200"/>
                </a:spcBef>
                <a:spcAft>
                  <a:spcPts val="200"/>
                </a:spcAft>
                <a:buClrTx/>
                <a:buSzTx/>
                <a:buFontTx/>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mais de 20 anos de experiência em M&amp;A e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private</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originou, executou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 administrou bilhões em investimentos privados.</a:t>
              </a:r>
            </a:p>
            <a:p>
              <a:pPr marL="0" marR="0" lvl="0" indent="0" algn="l" defTabSz="554440" rtl="0" eaLnBrk="1" fontAlgn="auto" latinLnBrk="0" hangingPunct="1">
                <a:lnSpc>
                  <a:spcPct val="100000"/>
                </a:lnSpc>
                <a:spcBef>
                  <a:spcPts val="200"/>
                </a:spcBef>
                <a:spcAft>
                  <a:spcPts val="200"/>
                </a:spcAft>
                <a:buClrTx/>
                <a:buSzTx/>
                <a:buFontTx/>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Anteriormente, foi General Manager na Uber e CEO na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Holu</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Energia, além de ter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integrado o Private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da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BRZ Investimentos e sido membro do conselho em diversas empresas.</a:t>
              </a:r>
            </a:p>
          </p:txBody>
        </p:sp>
        <p:sp>
          <p:nvSpPr>
            <p:cNvPr id="158" name="object 17">
              <a:extLst>
                <a:ext uri="{FF2B5EF4-FFF2-40B4-BE49-F238E27FC236}">
                  <a16:creationId xmlns:a16="http://schemas.microsoft.com/office/drawing/2014/main" id="{D8A14C6A-8E3F-E988-6538-BD5CCCA9BD94}"/>
                </a:ext>
              </a:extLst>
            </p:cNvPr>
            <p:cNvSpPr txBox="1"/>
            <p:nvPr/>
          </p:nvSpPr>
          <p:spPr>
            <a:xfrm>
              <a:off x="4230449" y="1150504"/>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50" name="Group 49">
              <a:extLst>
                <a:ext uri="{FF2B5EF4-FFF2-40B4-BE49-F238E27FC236}">
                  <a16:creationId xmlns:a16="http://schemas.microsoft.com/office/drawing/2014/main" id="{FA44209F-21CA-2E8F-AD82-24106815AFAF}"/>
                </a:ext>
              </a:extLst>
            </p:cNvPr>
            <p:cNvGrpSpPr/>
            <p:nvPr/>
          </p:nvGrpSpPr>
          <p:grpSpPr>
            <a:xfrm>
              <a:off x="5078677" y="1365165"/>
              <a:ext cx="1107252" cy="718368"/>
              <a:chOff x="1166158" y="1365165"/>
              <a:chExt cx="1107252" cy="718368"/>
            </a:xfrm>
          </p:grpSpPr>
          <p:sp>
            <p:nvSpPr>
              <p:cNvPr id="119" name="object 13">
                <a:extLst>
                  <a:ext uri="{FF2B5EF4-FFF2-40B4-BE49-F238E27FC236}">
                    <a16:creationId xmlns:a16="http://schemas.microsoft.com/office/drawing/2014/main" id="{176C4704-457F-B21F-8181-322B75BDD402}"/>
                  </a:ext>
                </a:extLst>
              </p:cNvPr>
              <p:cNvSpPr txBox="1"/>
              <p:nvPr/>
            </p:nvSpPr>
            <p:spPr>
              <a:xfrm>
                <a:off x="1166158" y="1365165"/>
                <a:ext cx="1107252"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Rodrigo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Freire</a:t>
                </a:r>
              </a:p>
            </p:txBody>
          </p:sp>
          <p:sp>
            <p:nvSpPr>
              <p:cNvPr id="27" name="object 31">
                <a:extLst>
                  <a:ext uri="{FF2B5EF4-FFF2-40B4-BE49-F238E27FC236}">
                    <a16:creationId xmlns:a16="http://schemas.microsoft.com/office/drawing/2014/main" id="{E5EC0D25-BEEA-7CB4-315D-22122D39AF47}"/>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8" name="chris-egan-titulo">
                <a:extLst>
                  <a:ext uri="{FF2B5EF4-FFF2-40B4-BE49-F238E27FC236}">
                    <a16:creationId xmlns:a16="http://schemas.microsoft.com/office/drawing/2014/main" id="{BFBA0B1A-F1ED-03EA-B1E4-7588E9DD3635}"/>
                  </a:ext>
                </a:extLst>
              </p:cNvPr>
              <p:cNvSpPr txBox="1"/>
              <p:nvPr/>
            </p:nvSpPr>
            <p:spPr>
              <a:xfrm>
                <a:off x="1166158" y="1976260"/>
                <a:ext cx="909759" cy="10727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CEO</a:t>
                </a:r>
              </a:p>
            </p:txBody>
          </p:sp>
        </p:grpSp>
        <p:sp>
          <p:nvSpPr>
            <p:cNvPr id="4" name="rodrigo-freire-experiencia">
              <a:extLst>
                <a:ext uri="{FF2B5EF4-FFF2-40B4-BE49-F238E27FC236}">
                  <a16:creationId xmlns:a16="http://schemas.microsoft.com/office/drawing/2014/main" id="{01BF0E3B-DE08-12D6-7D61-F7B8CFB2C484}"/>
                </a:ext>
              </a:extLst>
            </p:cNvPr>
            <p:cNvSpPr txBox="1"/>
            <p:nvPr/>
          </p:nvSpPr>
          <p:spPr>
            <a:xfrm>
              <a:off x="4230449" y="2303405"/>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120" name="Group 119">
              <a:extLst>
                <a:ext uri="{FF2B5EF4-FFF2-40B4-BE49-F238E27FC236}">
                  <a16:creationId xmlns:a16="http://schemas.microsoft.com/office/drawing/2014/main" id="{4AF4820C-74BA-43AF-2CD8-F7FA53096331}"/>
                </a:ext>
              </a:extLst>
            </p:cNvPr>
            <p:cNvGrpSpPr/>
            <p:nvPr/>
          </p:nvGrpSpPr>
          <p:grpSpPr>
            <a:xfrm>
              <a:off x="4379594" y="2482194"/>
              <a:ext cx="1459697" cy="156607"/>
              <a:chOff x="429087" y="2458416"/>
              <a:chExt cx="1459697" cy="156607"/>
            </a:xfrm>
          </p:grpSpPr>
          <p:pic>
            <p:nvPicPr>
              <p:cNvPr id="111" name="logo-imd">
                <a:extLst>
                  <a:ext uri="{FF2B5EF4-FFF2-40B4-BE49-F238E27FC236}">
                    <a16:creationId xmlns:a16="http://schemas.microsoft.com/office/drawing/2014/main" id="{5AE733C2-9508-77D3-8BCA-2C84EA378B6B}"/>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t="-7892" b="-7892"/>
              <a:stretch/>
            </p:blipFill>
            <p:spPr bwMode="auto">
              <a:xfrm>
                <a:off x="1607621" y="2473548"/>
                <a:ext cx="281163" cy="119368"/>
              </a:xfrm>
              <a:prstGeom prst="rect">
                <a:avLst/>
              </a:prstGeom>
              <a:noFill/>
              <a:extLst>
                <a:ext uri="{909E8E84-426E-40DD-AFC4-6F175D3DCCD1}">
                  <a14:hiddenFill xmlns:a14="http://schemas.microsoft.com/office/drawing/2010/main">
                    <a:solidFill>
                      <a:srgbClr val="FFFFFF"/>
                    </a:solidFill>
                  </a14:hiddenFill>
                </a:ext>
              </a:extLst>
            </p:spPr>
          </p:pic>
          <p:pic>
            <p:nvPicPr>
              <p:cNvPr id="112" name="logo-brz" descr="BRZ Investimentos - Crunchbase Company Profile &amp; Funding">
                <a:extLst>
                  <a:ext uri="{FF2B5EF4-FFF2-40B4-BE49-F238E27FC236}">
                    <a16:creationId xmlns:a16="http://schemas.microsoft.com/office/drawing/2014/main" id="{810A2B87-5DAB-A39F-4A74-6DF1D3848BE6}"/>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l="13721" t="30781" r="13721" b="30781"/>
              <a:stretch/>
            </p:blipFill>
            <p:spPr bwMode="auto">
              <a:xfrm>
                <a:off x="1222757" y="2458416"/>
                <a:ext cx="297149" cy="156607"/>
              </a:xfrm>
              <a:prstGeom prst="rect">
                <a:avLst/>
              </a:prstGeom>
              <a:extLst>
                <a:ext uri="{909E8E84-426E-40DD-AFC4-6F175D3DCCD1}">
                  <a14:hiddenFill xmlns:a14="http://schemas.microsoft.com/office/drawing/2010/main">
                    <a:solidFill>
                      <a:srgbClr val="FFFFFF"/>
                    </a:solidFill>
                  </a14:hiddenFill>
                </a:ext>
              </a:extLst>
            </p:spPr>
          </p:pic>
          <p:pic>
            <p:nvPicPr>
              <p:cNvPr id="113" name="logo-holu">
                <a:extLst>
                  <a:ext uri="{FF2B5EF4-FFF2-40B4-BE49-F238E27FC236}">
                    <a16:creationId xmlns:a16="http://schemas.microsoft.com/office/drawing/2014/main" id="{3526F9EA-254A-6C4D-4E7E-92CADBEF3B26}"/>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16140" b="16140"/>
              <a:stretch/>
            </p:blipFill>
            <p:spPr bwMode="auto">
              <a:xfrm>
                <a:off x="793693" y="2481419"/>
                <a:ext cx="341348" cy="115580"/>
              </a:xfrm>
              <a:prstGeom prst="rect">
                <a:avLst/>
              </a:prstGeom>
              <a:noFill/>
              <a:extLst>
                <a:ext uri="{909E8E84-426E-40DD-AFC4-6F175D3DCCD1}">
                  <a14:hiddenFill xmlns:a14="http://schemas.microsoft.com/office/drawing/2010/main">
                    <a:solidFill>
                      <a:srgbClr val="FFFFFF"/>
                    </a:solidFill>
                  </a14:hiddenFill>
                </a:ext>
              </a:extLst>
            </p:spPr>
          </p:pic>
          <p:pic>
            <p:nvPicPr>
              <p:cNvPr id="114" name="logo-uber" descr="Tudo sobre a Uber - A Uber é um aplicativo de transporte - 55content">
                <a:extLst>
                  <a:ext uri="{FF2B5EF4-FFF2-40B4-BE49-F238E27FC236}">
                    <a16:creationId xmlns:a16="http://schemas.microsoft.com/office/drawing/2014/main" id="{26761D98-87DF-58CE-533B-68ABC918D430}"/>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rcRect l="19576" t="31219" r="19025" b="29431"/>
              <a:stretch/>
            </p:blipFill>
            <p:spPr bwMode="auto">
              <a:xfrm>
                <a:off x="429087" y="2484492"/>
                <a:ext cx="276891" cy="10801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5" name="Group 4">
            <a:extLst>
              <a:ext uri="{FF2B5EF4-FFF2-40B4-BE49-F238E27FC236}">
                <a16:creationId xmlns:a16="http://schemas.microsoft.com/office/drawing/2014/main" id="{3B33AA13-31C5-F4C2-666F-BAC3899CE712}"/>
              </a:ext>
            </a:extLst>
          </p:cNvPr>
          <p:cNvGrpSpPr/>
          <p:nvPr/>
        </p:nvGrpSpPr>
        <p:grpSpPr>
          <a:xfrm>
            <a:off x="4230335" y="1147567"/>
            <a:ext cx="3701568" cy="1667129"/>
            <a:chOff x="8152830" y="1147567"/>
            <a:chExt cx="3701568" cy="1667129"/>
          </a:xfrm>
        </p:grpSpPr>
        <p:pic>
          <p:nvPicPr>
            <p:cNvPr id="245" name="sami-karlik-foto">
              <a:extLst>
                <a:ext uri="{FF2B5EF4-FFF2-40B4-BE49-F238E27FC236}">
                  <a16:creationId xmlns:a16="http://schemas.microsoft.com/office/drawing/2014/main" id="{34938072-F1B9-8EB0-A72D-AD3CC4438307}"/>
                </a:ext>
              </a:extLst>
            </p:cNvPr>
            <p:cNvPicPr preferRelativeResize="0">
              <a:picLocks/>
            </p:cNvPicPr>
            <p:nvPr/>
          </p:nvPicPr>
          <p:blipFill>
            <a:blip r:embed="rId13"/>
            <a:srcRect l="15144" r="15144"/>
            <a:stretch/>
          </p:blipFill>
          <p:spPr>
            <a:xfrm>
              <a:off x="8152830" y="1147567"/>
              <a:ext cx="775554" cy="775555"/>
            </a:xfrm>
            <a:prstGeom prst="rect">
              <a:avLst/>
            </a:prstGeom>
          </p:spPr>
        </p:pic>
        <p:sp>
          <p:nvSpPr>
            <p:cNvPr id="161" name="chris-egan-bio">
              <a:extLst>
                <a:ext uri="{FF2B5EF4-FFF2-40B4-BE49-F238E27FC236}">
                  <a16:creationId xmlns:a16="http://schemas.microsoft.com/office/drawing/2014/main" id="{711921A8-8565-067C-A754-EC2518F6C684}"/>
                </a:ext>
              </a:extLst>
            </p:cNvPr>
            <p:cNvSpPr txBox="1"/>
            <p:nvPr/>
          </p:nvSpPr>
          <p:spPr>
            <a:xfrm>
              <a:off x="10022164" y="1361700"/>
              <a:ext cx="1701871" cy="738664"/>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mais de 20 anos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de experiência no mercado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financeiro, com passagem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pela AIG, Unibanco, Banco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Fator e Banco Votorantim,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como Head de Large Corporate.</a:t>
              </a:r>
            </a:p>
          </p:txBody>
        </p:sp>
        <p:sp>
          <p:nvSpPr>
            <p:cNvPr id="163" name="object 17">
              <a:extLst>
                <a:ext uri="{FF2B5EF4-FFF2-40B4-BE49-F238E27FC236}">
                  <a16:creationId xmlns:a16="http://schemas.microsoft.com/office/drawing/2014/main" id="{EDDF6919-DBE4-15F4-7C35-8C13C65FFEA5}"/>
                </a:ext>
              </a:extLst>
            </p:cNvPr>
            <p:cNvSpPr txBox="1"/>
            <p:nvPr/>
          </p:nvSpPr>
          <p:spPr>
            <a:xfrm>
              <a:off x="8152830" y="1147611"/>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07" name="object 13">
              <a:extLst>
                <a:ext uri="{FF2B5EF4-FFF2-40B4-BE49-F238E27FC236}">
                  <a16:creationId xmlns:a16="http://schemas.microsoft.com/office/drawing/2014/main" id="{F1D3B1F7-617D-3B97-D4CF-CE88EB4C0B6D}"/>
                </a:ext>
              </a:extLst>
            </p:cNvPr>
            <p:cNvSpPr txBox="1"/>
            <p:nvPr/>
          </p:nvSpPr>
          <p:spPr>
            <a:xfrm>
              <a:off x="9001058" y="1362272"/>
              <a:ext cx="909759"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Sami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Karlik</a:t>
              </a:r>
            </a:p>
          </p:txBody>
        </p:sp>
        <p:sp>
          <p:nvSpPr>
            <p:cNvPr id="208" name="object 31">
              <a:extLst>
                <a:ext uri="{FF2B5EF4-FFF2-40B4-BE49-F238E27FC236}">
                  <a16:creationId xmlns:a16="http://schemas.microsoft.com/office/drawing/2014/main" id="{E598EBE3-532E-8A88-DF00-F7BF8DE25664}"/>
                </a:ext>
              </a:extLst>
            </p:cNvPr>
            <p:cNvSpPr/>
            <p:nvPr/>
          </p:nvSpPr>
          <p:spPr>
            <a:xfrm flipV="1">
              <a:off x="9001058" y="1702759"/>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09" name="chris-egan-titulo">
              <a:extLst>
                <a:ext uri="{FF2B5EF4-FFF2-40B4-BE49-F238E27FC236}">
                  <a16:creationId xmlns:a16="http://schemas.microsoft.com/office/drawing/2014/main" id="{9FDAA81E-D7C4-62B0-CDE8-B16AEF0CAB29}"/>
                </a:ext>
              </a:extLst>
            </p:cNvPr>
            <p:cNvSpPr txBox="1"/>
            <p:nvPr/>
          </p:nvSpPr>
          <p:spPr>
            <a:xfrm>
              <a:off x="9001058" y="1973368"/>
              <a:ext cx="909759" cy="10727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CRÉDITO</a:t>
              </a:r>
            </a:p>
          </p:txBody>
        </p:sp>
        <p:sp>
          <p:nvSpPr>
            <p:cNvPr id="198" name="rodrigo-freire-experiencia">
              <a:extLst>
                <a:ext uri="{FF2B5EF4-FFF2-40B4-BE49-F238E27FC236}">
                  <a16:creationId xmlns:a16="http://schemas.microsoft.com/office/drawing/2014/main" id="{6833A8F8-C01B-2134-4BC0-42B9A43C7D7A}"/>
                </a:ext>
              </a:extLst>
            </p:cNvPr>
            <p:cNvSpPr txBox="1"/>
            <p:nvPr/>
          </p:nvSpPr>
          <p:spPr>
            <a:xfrm>
              <a:off x="8152830" y="2300512"/>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243" name="Group 242">
              <a:extLst>
                <a:ext uri="{FF2B5EF4-FFF2-40B4-BE49-F238E27FC236}">
                  <a16:creationId xmlns:a16="http://schemas.microsoft.com/office/drawing/2014/main" id="{54F2C9F4-29D0-BE10-A04C-2CC0B0984702}"/>
                </a:ext>
              </a:extLst>
            </p:cNvPr>
            <p:cNvGrpSpPr/>
            <p:nvPr/>
          </p:nvGrpSpPr>
          <p:grpSpPr>
            <a:xfrm>
              <a:off x="8326717" y="2473817"/>
              <a:ext cx="1483845" cy="171299"/>
              <a:chOff x="4406976" y="2476710"/>
              <a:chExt cx="1483845" cy="171299"/>
            </a:xfrm>
          </p:grpSpPr>
          <p:pic>
            <p:nvPicPr>
              <p:cNvPr id="240" name="logo-unibanco">
                <a:extLst>
                  <a:ext uri="{FF2B5EF4-FFF2-40B4-BE49-F238E27FC236}">
                    <a16:creationId xmlns:a16="http://schemas.microsoft.com/office/drawing/2014/main" id="{B601A3A5-6BCA-30C7-89E6-21AC30F9D994}"/>
                  </a:ext>
                </a:extLst>
              </p:cNvPr>
              <p:cNvPicPr>
                <a:picLocks noChangeAspect="1" noChangeArrowheads="1"/>
              </p:cNvPicPr>
              <p:nvPr/>
            </p:nvPicPr>
            <p:blipFill>
              <a:blip r:embed="rId14" cstate="hqprint">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a:ext>
                </a:extLst>
              </a:blip>
              <a:srcRect t="13484" b="13484"/>
              <a:stretch/>
            </p:blipFill>
            <p:spPr bwMode="auto">
              <a:xfrm>
                <a:off x="5144648" y="2480054"/>
                <a:ext cx="746173" cy="148227"/>
              </a:xfrm>
              <a:prstGeom prst="rect">
                <a:avLst/>
              </a:prstGeom>
              <a:noFill/>
              <a:extLst>
                <a:ext uri="{909E8E84-426E-40DD-AFC4-6F175D3DCCD1}">
                  <a14:hiddenFill xmlns:a14="http://schemas.microsoft.com/office/drawing/2010/main">
                    <a:solidFill>
                      <a:srgbClr val="FFFFFF"/>
                    </a:solidFill>
                  </a14:hiddenFill>
                </a:ext>
              </a:extLst>
            </p:spPr>
          </p:pic>
          <p:pic>
            <p:nvPicPr>
              <p:cNvPr id="241" name="logo-aig">
                <a:extLst>
                  <a:ext uri="{FF2B5EF4-FFF2-40B4-BE49-F238E27FC236}">
                    <a16:creationId xmlns:a16="http://schemas.microsoft.com/office/drawing/2014/main" id="{19BB254F-1187-2B8B-E476-81A1A38E2743}"/>
                  </a:ext>
                </a:extLst>
              </p:cNvPr>
              <p:cNvPicPr>
                <a:picLocks noChangeAspect="1" noChangeArrowheads="1"/>
              </p:cNvPicPr>
              <p:nvPr/>
            </p:nvPicPr>
            <p:blipFill>
              <a:blip r:embed="rId16" cstate="hq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a:ext>
                </a:extLst>
              </a:blip>
              <a:stretch/>
            </p:blipFill>
            <p:spPr bwMode="auto">
              <a:xfrm>
                <a:off x="4745152" y="2476710"/>
                <a:ext cx="345262" cy="171299"/>
              </a:xfrm>
              <a:prstGeom prst="rect">
                <a:avLst/>
              </a:prstGeom>
              <a:extLst>
                <a:ext uri="{909E8E84-426E-40DD-AFC4-6F175D3DCCD1}">
                  <a14:hiddenFill xmlns:a14="http://schemas.microsoft.com/office/drawing/2010/main">
                    <a:solidFill>
                      <a:srgbClr val="FFFFFF"/>
                    </a:solidFill>
                  </a14:hiddenFill>
                </a:ext>
              </a:extLst>
            </p:spPr>
          </p:pic>
          <p:pic>
            <p:nvPicPr>
              <p:cNvPr id="242" name="logo-bv">
                <a:extLst>
                  <a:ext uri="{FF2B5EF4-FFF2-40B4-BE49-F238E27FC236}">
                    <a16:creationId xmlns:a16="http://schemas.microsoft.com/office/drawing/2014/main" id="{0DBCC5BD-6CDE-8E96-7049-20D75ED641A0}"/>
                  </a:ext>
                </a:extLst>
              </p:cNvPr>
              <p:cNvPicPr>
                <a:picLocks noChangeAspect="1" noChangeArrowheads="1"/>
              </p:cNvPicPr>
              <p:nvPr/>
            </p:nvPicPr>
            <p:blipFill>
              <a:blip r:embed="rId18" cstate="hqprint">
                <a:extLst>
                  <a:ext uri="{28A0092B-C50C-407E-A947-70E740481C1C}">
                    <a14:useLocalDpi xmlns:a14="http://schemas.microsoft.com/office/drawing/2010/main"/>
                  </a:ext>
                </a:extLst>
              </a:blip>
              <a:srcRect/>
              <a:stretch/>
            </p:blipFill>
            <p:spPr bwMode="auto">
              <a:xfrm>
                <a:off x="4406976" y="2480844"/>
                <a:ext cx="210024" cy="163033"/>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46" name="adriano-mantesso-foto">
            <a:extLst>
              <a:ext uri="{FF2B5EF4-FFF2-40B4-BE49-F238E27FC236}">
                <a16:creationId xmlns:a16="http://schemas.microsoft.com/office/drawing/2014/main" id="{B7326618-40E4-9C1E-2EB2-EB2AEF61ED47}"/>
              </a:ext>
            </a:extLst>
          </p:cNvPr>
          <p:cNvPicPr preferRelativeResize="0">
            <a:picLocks/>
          </p:cNvPicPr>
          <p:nvPr/>
        </p:nvPicPr>
        <p:blipFill rotWithShape="1">
          <a:blip r:embed="rId19"/>
          <a:srcRect l="15471" r="15471"/>
          <a:stretch>
            <a:fillRect/>
          </a:stretch>
        </p:blipFill>
        <p:spPr>
          <a:xfrm>
            <a:off x="8159674" y="1154423"/>
            <a:ext cx="775554" cy="782903"/>
          </a:xfrm>
          <a:prstGeom prst="rect">
            <a:avLst/>
          </a:prstGeom>
        </p:spPr>
      </p:pic>
      <p:sp>
        <p:nvSpPr>
          <p:cNvPr id="212" name="chris-egan-bio">
            <a:extLst>
              <a:ext uri="{FF2B5EF4-FFF2-40B4-BE49-F238E27FC236}">
                <a16:creationId xmlns:a16="http://schemas.microsoft.com/office/drawing/2014/main" id="{B565D5C7-A185-3877-B3B1-F7F14EB44761}"/>
              </a:ext>
            </a:extLst>
          </p:cNvPr>
          <p:cNvSpPr txBox="1"/>
          <p:nvPr/>
        </p:nvSpPr>
        <p:spPr>
          <a:xfrm>
            <a:off x="10024804" y="1361700"/>
            <a:ext cx="1699231" cy="1159292"/>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Tx/>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Head de alguns dos maiores </a:t>
            </a:r>
            <a:b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FIIs do Brasil, executou </a:t>
            </a:r>
            <a:b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e gerenciou bilhões em </a:t>
            </a:r>
            <a:b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transações imobiliárias.</a:t>
            </a:r>
          </a:p>
          <a:p>
            <a:pPr marL="0" marR="0" lvl="0" indent="0" algn="l" defTabSz="554440" rtl="0" eaLnBrk="1" fontAlgn="auto" latinLnBrk="0" hangingPunct="1">
              <a:lnSpc>
                <a:spcPct val="100000"/>
              </a:lnSpc>
              <a:spcBef>
                <a:spcPts val="200"/>
              </a:spcBef>
              <a:spcAft>
                <a:spcPts val="200"/>
              </a:spcAft>
              <a:buClrTx/>
              <a:buSzTx/>
              <a:buFontTx/>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Experiências anteriores </a:t>
            </a:r>
            <a:b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como Head Latam na Ivanhoé Cambridge, </a:t>
            </a:r>
            <a:r>
              <a:rPr kumimoji="0" lang="pt-BR" sz="800" b="0" i="0" u="none" strike="noStrike" kern="0" cap="none" spc="0" normalizeH="0" baseline="0" noProof="0" err="1">
                <a:ln>
                  <a:noFill/>
                </a:ln>
                <a:solidFill>
                  <a:srgbClr val="FFFFFF"/>
                </a:solidFill>
                <a:effectLst/>
                <a:uLnTx/>
                <a:uFillTx/>
                <a:latin typeface="Versos Light"/>
                <a:ea typeface="+mn-ea"/>
                <a:cs typeface="Versos"/>
                <a:sym typeface="Arial"/>
              </a:rPr>
              <a:t>Partner</a:t>
            </a: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 do BTG e </a:t>
            </a:r>
            <a:b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Diretor Executivo da </a:t>
            </a:r>
            <a:r>
              <a:rPr kumimoji="0" lang="pt-BR" sz="800" b="0" i="0" u="none" strike="noStrike" kern="0" cap="none" spc="0" normalizeH="0" baseline="0" noProof="0" err="1">
                <a:ln>
                  <a:noFill/>
                </a:ln>
                <a:solidFill>
                  <a:srgbClr val="FFFFFF"/>
                </a:solidFill>
                <a:effectLst/>
                <a:uLnTx/>
                <a:uFillTx/>
                <a:latin typeface="Versos Light"/>
                <a:ea typeface="+mn-ea"/>
                <a:cs typeface="Versos"/>
                <a:sym typeface="Arial"/>
              </a:rPr>
              <a:t>Brazilian</a:t>
            </a: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 Capital</a:t>
            </a:r>
          </a:p>
        </p:txBody>
      </p:sp>
      <p:sp>
        <p:nvSpPr>
          <p:cNvPr id="213" name="object 17">
            <a:extLst>
              <a:ext uri="{FF2B5EF4-FFF2-40B4-BE49-F238E27FC236}">
                <a16:creationId xmlns:a16="http://schemas.microsoft.com/office/drawing/2014/main" id="{952A5D5C-9BB2-D3BB-5B0B-5B30890F5900}"/>
              </a:ext>
            </a:extLst>
          </p:cNvPr>
          <p:cNvSpPr txBox="1"/>
          <p:nvPr/>
        </p:nvSpPr>
        <p:spPr>
          <a:xfrm>
            <a:off x="8155470" y="1147611"/>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21" name="object 13">
            <a:extLst>
              <a:ext uri="{FF2B5EF4-FFF2-40B4-BE49-F238E27FC236}">
                <a16:creationId xmlns:a16="http://schemas.microsoft.com/office/drawing/2014/main" id="{2C744284-22A1-E75B-01F0-67482DEC8E05}"/>
              </a:ext>
            </a:extLst>
          </p:cNvPr>
          <p:cNvSpPr txBox="1"/>
          <p:nvPr/>
        </p:nvSpPr>
        <p:spPr>
          <a:xfrm>
            <a:off x="9001058" y="1362272"/>
            <a:ext cx="1107252"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Adriano </a:t>
            </a:r>
            <a:r>
              <a:rPr kumimoji="0" lang="en-US" sz="1150" b="1" i="0" u="none" strike="noStrike" kern="0" cap="none" spc="0" normalizeH="0" baseline="0" noProof="0" err="1">
                <a:ln>
                  <a:noFill/>
                </a:ln>
                <a:solidFill>
                  <a:srgbClr val="FFFFFF"/>
                </a:solidFill>
                <a:effectLst/>
                <a:uLnTx/>
                <a:uFillTx/>
                <a:latin typeface="Versos" panose="020B0503020204030204" pitchFamily="34" charset="0"/>
                <a:ea typeface="+mn-ea"/>
                <a:cs typeface="Versos"/>
                <a:sym typeface="Arial"/>
              </a:rPr>
              <a:t>Mantesso</a:t>
            </a:r>
            <a:endPar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endParaRPr>
          </a:p>
        </p:txBody>
      </p:sp>
      <p:sp>
        <p:nvSpPr>
          <p:cNvPr id="222" name="object 31">
            <a:extLst>
              <a:ext uri="{FF2B5EF4-FFF2-40B4-BE49-F238E27FC236}">
                <a16:creationId xmlns:a16="http://schemas.microsoft.com/office/drawing/2014/main" id="{46DF6C28-8139-1AF5-E1C1-980F43C0E810}"/>
              </a:ext>
            </a:extLst>
          </p:cNvPr>
          <p:cNvSpPr/>
          <p:nvPr/>
        </p:nvSpPr>
        <p:spPr>
          <a:xfrm flipV="1">
            <a:off x="9001058" y="1702759"/>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23" name="chris-egan-titulo">
            <a:extLst>
              <a:ext uri="{FF2B5EF4-FFF2-40B4-BE49-F238E27FC236}">
                <a16:creationId xmlns:a16="http://schemas.microsoft.com/office/drawing/2014/main" id="{7A5EF3A2-96FC-67A1-20C4-A66F527A00C2}"/>
              </a:ext>
            </a:extLst>
          </p:cNvPr>
          <p:cNvSpPr txBox="1"/>
          <p:nvPr/>
        </p:nvSpPr>
        <p:spPr>
          <a:xfrm>
            <a:off x="9001058" y="1981845"/>
            <a:ext cx="1014090" cy="10727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IMOBILIÁRIO</a:t>
            </a:r>
          </a:p>
        </p:txBody>
      </p:sp>
      <p:sp>
        <p:nvSpPr>
          <p:cNvPr id="215" name="rodrigo-freire-experiencia">
            <a:extLst>
              <a:ext uri="{FF2B5EF4-FFF2-40B4-BE49-F238E27FC236}">
                <a16:creationId xmlns:a16="http://schemas.microsoft.com/office/drawing/2014/main" id="{AE079B11-05A2-07F4-B3B8-95B15F8C732E}"/>
              </a:ext>
            </a:extLst>
          </p:cNvPr>
          <p:cNvSpPr txBox="1"/>
          <p:nvPr/>
        </p:nvSpPr>
        <p:spPr>
          <a:xfrm>
            <a:off x="8155470" y="2300512"/>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251" name="Group 250">
            <a:extLst>
              <a:ext uri="{FF2B5EF4-FFF2-40B4-BE49-F238E27FC236}">
                <a16:creationId xmlns:a16="http://schemas.microsoft.com/office/drawing/2014/main" id="{3083E467-CB14-7349-5B29-8490B5C0FDCB}"/>
              </a:ext>
            </a:extLst>
          </p:cNvPr>
          <p:cNvGrpSpPr/>
          <p:nvPr/>
        </p:nvGrpSpPr>
        <p:grpSpPr>
          <a:xfrm>
            <a:off x="8266695" y="2471302"/>
            <a:ext cx="1523516" cy="171827"/>
            <a:chOff x="7655855" y="3764910"/>
            <a:chExt cx="1822784" cy="205580"/>
          </a:xfrm>
        </p:grpSpPr>
        <p:pic>
          <p:nvPicPr>
            <p:cNvPr id="252" name="logo-pitsburgh">
              <a:extLst>
                <a:ext uri="{FF2B5EF4-FFF2-40B4-BE49-F238E27FC236}">
                  <a16:creationId xmlns:a16="http://schemas.microsoft.com/office/drawing/2014/main" id="{F61B0D6E-8971-47E2-6C9C-F94F4D697B09}"/>
                </a:ext>
              </a:extLst>
            </p:cNvPr>
            <p:cNvPicPr/>
            <p:nvPr/>
          </p:nvPicPr>
          <p:blipFill>
            <a:blip r:embed="rId20">
              <a:extLst>
                <a:ext uri="{BEBA8EAE-BF5A-486C-A8C5-ECC9F3942E4B}">
                  <a14:imgProps xmlns:a14="http://schemas.microsoft.com/office/drawing/2010/main">
                    <a14:imgLayer r:embed="rId21">
                      <a14:imgEffect>
                        <a14:brightnessContrast bright="100000"/>
                      </a14:imgEffect>
                    </a14:imgLayer>
                  </a14:imgProps>
                </a:ext>
                <a:ext uri="{28A0092B-C50C-407E-A947-70E740481C1C}">
                  <a14:useLocalDpi xmlns:a14="http://schemas.microsoft.com/office/drawing/2010/main" val="0"/>
                </a:ext>
              </a:extLst>
            </a:blip>
            <a:srcRect t="20388" b="20388"/>
            <a:stretch/>
          </p:blipFill>
          <p:spPr>
            <a:xfrm>
              <a:off x="8961456" y="3781632"/>
              <a:ext cx="517183" cy="172136"/>
            </a:xfrm>
            <a:prstGeom prst="rect">
              <a:avLst/>
            </a:prstGeom>
          </p:spPr>
        </p:pic>
        <p:pic>
          <p:nvPicPr>
            <p:cNvPr id="253" name="logo-btg-pactual">
              <a:extLst>
                <a:ext uri="{FF2B5EF4-FFF2-40B4-BE49-F238E27FC236}">
                  <a16:creationId xmlns:a16="http://schemas.microsoft.com/office/drawing/2014/main" id="{A2BF133E-D39B-47EE-3BC1-BDF5F4593DAF}"/>
                </a:ext>
              </a:extLst>
            </p:cNvPr>
            <p:cNvPicPr>
              <a:picLocks noChangeAspect="1" noChangeArrowheads="1"/>
            </p:cNvPicPr>
            <p:nvPr/>
          </p:nvPicPr>
          <p:blipFill>
            <a:blip r:embed="rId22">
              <a:extLst>
                <a:ext uri="{BEBA8EAE-BF5A-486C-A8C5-ECC9F3942E4B}">
                  <a14:imgProps xmlns:a14="http://schemas.microsoft.com/office/drawing/2010/main">
                    <a14:imgLayer r:embed="rId23">
                      <a14:imgEffect>
                        <a14:brightnessContrast bright="100000"/>
                      </a14:imgEffect>
                    </a14:imgLayer>
                  </a14:imgProps>
                </a:ext>
              </a:extLst>
            </a:blip>
            <a:stretch/>
          </p:blipFill>
          <p:spPr bwMode="auto">
            <a:xfrm>
              <a:off x="8341514" y="3764910"/>
              <a:ext cx="517182" cy="205580"/>
            </a:xfrm>
            <a:prstGeom prst="rect">
              <a:avLst/>
            </a:prstGeom>
            <a:extLst>
              <a:ext uri="{909E8E84-426E-40DD-AFC4-6F175D3DCCD1}">
                <a14:hiddenFill xmlns:a14="http://schemas.microsoft.com/office/drawing/2010/main">
                  <a:solidFill>
                    <a:srgbClr val="FFFFFF"/>
                  </a:solidFill>
                </a14:hiddenFill>
              </a:ext>
            </a:extLst>
          </p:spPr>
        </p:pic>
        <p:pic>
          <p:nvPicPr>
            <p:cNvPr id="254" name="logo-cdpq">
              <a:extLst>
                <a:ext uri="{FF2B5EF4-FFF2-40B4-BE49-F238E27FC236}">
                  <a16:creationId xmlns:a16="http://schemas.microsoft.com/office/drawing/2014/main" id="{D85776F6-4B0F-1DDA-7FF6-8AC5324E816F}"/>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t="18568" b="18568"/>
            <a:stretch/>
          </p:blipFill>
          <p:spPr bwMode="auto">
            <a:xfrm>
              <a:off x="7655855" y="3782198"/>
              <a:ext cx="582899" cy="171004"/>
            </a:xfrm>
            <a:prstGeom prst="rect">
              <a:avLst/>
            </a:prstGeom>
            <a:noFill/>
            <a:extLst>
              <a:ext uri="{909E8E84-426E-40DD-AFC4-6F175D3DCCD1}">
                <a14:hiddenFill xmlns:a14="http://schemas.microsoft.com/office/drawing/2010/main">
                  <a:solidFill>
                    <a:srgbClr val="FFFFFF"/>
                  </a:solidFill>
                </a14:hiddenFill>
              </a:ext>
            </a:extLst>
          </p:spPr>
        </p:pic>
      </p:grpSp>
      <p:sp>
        <p:nvSpPr>
          <p:cNvPr id="277" name="chris-egan-bio">
            <a:extLst>
              <a:ext uri="{FF2B5EF4-FFF2-40B4-BE49-F238E27FC236}">
                <a16:creationId xmlns:a16="http://schemas.microsoft.com/office/drawing/2014/main" id="{3373331B-270C-A6DA-6A85-AEF0077858EF}"/>
              </a:ext>
            </a:extLst>
          </p:cNvPr>
          <p:cNvSpPr txBox="1"/>
          <p:nvPr/>
        </p:nvSpPr>
        <p:spPr>
          <a:xfrm>
            <a:off x="6102423" y="3180150"/>
            <a:ext cx="1699231" cy="1159292"/>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mais de 23 anos de experiência em investimentos, atuou como sócia e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diretora de investimentos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no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family</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office Focus Invest.</a:t>
            </a:r>
          </a:p>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Experiências anteriores incluem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o segmento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private</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do Unibanco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 gestão de fundos de ações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na antiga BV Asset.</a:t>
            </a:r>
          </a:p>
        </p:txBody>
      </p:sp>
      <p:sp>
        <p:nvSpPr>
          <p:cNvPr id="278" name="object 17">
            <a:extLst>
              <a:ext uri="{FF2B5EF4-FFF2-40B4-BE49-F238E27FC236}">
                <a16:creationId xmlns:a16="http://schemas.microsoft.com/office/drawing/2014/main" id="{DE862069-5D12-2915-1167-A0FC0F0B37C9}"/>
              </a:ext>
            </a:extLst>
          </p:cNvPr>
          <p:cNvSpPr txBox="1"/>
          <p:nvPr/>
        </p:nvSpPr>
        <p:spPr>
          <a:xfrm>
            <a:off x="4233089" y="2966061"/>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279" name="Group 278">
            <a:extLst>
              <a:ext uri="{FF2B5EF4-FFF2-40B4-BE49-F238E27FC236}">
                <a16:creationId xmlns:a16="http://schemas.microsoft.com/office/drawing/2014/main" id="{1090BA05-7560-9083-BA90-6D0764D79A13}"/>
              </a:ext>
            </a:extLst>
          </p:cNvPr>
          <p:cNvGrpSpPr/>
          <p:nvPr/>
        </p:nvGrpSpPr>
        <p:grpSpPr>
          <a:xfrm>
            <a:off x="5081317" y="3180722"/>
            <a:ext cx="1008261" cy="824198"/>
            <a:chOff x="1166158" y="1365165"/>
            <a:chExt cx="1008261" cy="824198"/>
          </a:xfrm>
        </p:grpSpPr>
        <p:sp>
          <p:nvSpPr>
            <p:cNvPr id="281" name="object 13">
              <a:extLst>
                <a:ext uri="{FF2B5EF4-FFF2-40B4-BE49-F238E27FC236}">
                  <a16:creationId xmlns:a16="http://schemas.microsoft.com/office/drawing/2014/main" id="{4E6B1E5F-0BE8-96C3-F0F5-526778323F45}"/>
                </a:ext>
              </a:extLst>
            </p:cNvPr>
            <p:cNvSpPr txBox="1"/>
            <p:nvPr/>
          </p:nvSpPr>
          <p:spPr>
            <a:xfrm>
              <a:off x="1166158" y="1365165"/>
              <a:ext cx="1008261"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Letícia Albuquerque</a:t>
              </a:r>
            </a:p>
          </p:txBody>
        </p:sp>
        <p:sp>
          <p:nvSpPr>
            <p:cNvPr id="282" name="object 31">
              <a:extLst>
                <a:ext uri="{FF2B5EF4-FFF2-40B4-BE49-F238E27FC236}">
                  <a16:creationId xmlns:a16="http://schemas.microsoft.com/office/drawing/2014/main" id="{1A08F453-8F9C-172E-3718-60C2FA223D2C}"/>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83" name="chris-egan-titulo">
              <a:extLst>
                <a:ext uri="{FF2B5EF4-FFF2-40B4-BE49-F238E27FC236}">
                  <a16:creationId xmlns:a16="http://schemas.microsoft.com/office/drawing/2014/main" id="{6A2E6226-C9C0-CA03-DF10-E6219857DE63}"/>
                </a:ext>
              </a:extLst>
            </p:cNvPr>
            <p:cNvSpPr txBox="1"/>
            <p:nvPr/>
          </p:nvSpPr>
          <p:spPr>
            <a:xfrm>
              <a:off x="1166158" y="1974817"/>
              <a:ext cx="921293" cy="214546"/>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INVESTMENT SOLUTIONS</a:t>
              </a:r>
            </a:p>
          </p:txBody>
        </p:sp>
      </p:grpSp>
      <p:sp>
        <p:nvSpPr>
          <p:cNvPr id="280" name="rodrigo-freire-experiencia">
            <a:extLst>
              <a:ext uri="{FF2B5EF4-FFF2-40B4-BE49-F238E27FC236}">
                <a16:creationId xmlns:a16="http://schemas.microsoft.com/office/drawing/2014/main" id="{B52F903B-6132-8D56-82A6-3E9CB59E4912}"/>
              </a:ext>
            </a:extLst>
          </p:cNvPr>
          <p:cNvSpPr txBox="1"/>
          <p:nvPr/>
        </p:nvSpPr>
        <p:spPr>
          <a:xfrm>
            <a:off x="4233089" y="4118962"/>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386" name="Group 385">
            <a:extLst>
              <a:ext uri="{FF2B5EF4-FFF2-40B4-BE49-F238E27FC236}">
                <a16:creationId xmlns:a16="http://schemas.microsoft.com/office/drawing/2014/main" id="{9849E8DC-2895-75CF-B4C7-17FDBEBCE239}"/>
              </a:ext>
            </a:extLst>
          </p:cNvPr>
          <p:cNvGrpSpPr/>
          <p:nvPr/>
        </p:nvGrpSpPr>
        <p:grpSpPr>
          <a:xfrm>
            <a:off x="4563580" y="4263883"/>
            <a:ext cx="1170240" cy="221280"/>
            <a:chOff x="4406976" y="4263883"/>
            <a:chExt cx="1170240" cy="221280"/>
          </a:xfrm>
        </p:grpSpPr>
        <p:pic>
          <p:nvPicPr>
            <p:cNvPr id="384" name="logo-bv">
              <a:extLst>
                <a:ext uri="{FF2B5EF4-FFF2-40B4-BE49-F238E27FC236}">
                  <a16:creationId xmlns:a16="http://schemas.microsoft.com/office/drawing/2014/main" id="{E8860544-D7BE-A8DE-93D6-F87FE639041A}"/>
                </a:ext>
              </a:extLst>
            </p:cNvPr>
            <p:cNvPicPr>
              <a:picLocks noChangeAspect="1" noChangeArrowheads="1"/>
            </p:cNvPicPr>
            <p:nvPr/>
          </p:nvPicPr>
          <p:blipFill>
            <a:blip r:embed="rId25" cstate="hqprint">
              <a:extLst>
                <a:ext uri="{28A0092B-C50C-407E-A947-70E740481C1C}">
                  <a14:useLocalDpi xmlns:a14="http://schemas.microsoft.com/office/drawing/2010/main"/>
                </a:ext>
              </a:extLst>
            </a:blip>
            <a:srcRect/>
            <a:stretch/>
          </p:blipFill>
          <p:spPr bwMode="auto">
            <a:xfrm>
              <a:off x="4406976" y="4263883"/>
              <a:ext cx="285061" cy="221280"/>
            </a:xfrm>
            <a:prstGeom prst="rect">
              <a:avLst/>
            </a:prstGeom>
            <a:noFill/>
            <a:extLst>
              <a:ext uri="{909E8E84-426E-40DD-AFC4-6F175D3DCCD1}">
                <a14:hiddenFill xmlns:a14="http://schemas.microsoft.com/office/drawing/2010/main">
                  <a:solidFill>
                    <a:srgbClr val="FFFFFF"/>
                  </a:solidFill>
                </a14:hiddenFill>
              </a:ext>
            </a:extLst>
          </p:spPr>
        </p:pic>
        <p:pic>
          <p:nvPicPr>
            <p:cNvPr id="385" name="logo-unibanco">
              <a:extLst>
                <a:ext uri="{FF2B5EF4-FFF2-40B4-BE49-F238E27FC236}">
                  <a16:creationId xmlns:a16="http://schemas.microsoft.com/office/drawing/2014/main" id="{DB64EDD5-6625-720B-6D31-64CECEFF1920}"/>
                </a:ext>
              </a:extLst>
            </p:cNvPr>
            <p:cNvPicPr>
              <a:picLocks noChangeAspect="1" noChangeArrowheads="1"/>
            </p:cNvPicPr>
            <p:nvPr/>
          </p:nvPicPr>
          <p:blipFill>
            <a:blip r:embed="rId14" cstate="hqprint">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a:ext>
              </a:extLst>
            </a:blip>
            <a:srcRect t="13484" b="13484"/>
            <a:stretch/>
          </p:blipFill>
          <p:spPr bwMode="auto">
            <a:xfrm>
              <a:off x="4826473" y="4288146"/>
              <a:ext cx="750743" cy="14913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5" name="Group 454">
            <a:extLst>
              <a:ext uri="{FF2B5EF4-FFF2-40B4-BE49-F238E27FC236}">
                <a16:creationId xmlns:a16="http://schemas.microsoft.com/office/drawing/2014/main" id="{F39EE54C-B019-265B-E8E2-0E3E5EDC26AE}"/>
              </a:ext>
            </a:extLst>
          </p:cNvPr>
          <p:cNvGrpSpPr/>
          <p:nvPr/>
        </p:nvGrpSpPr>
        <p:grpSpPr>
          <a:xfrm>
            <a:off x="322242" y="4781618"/>
            <a:ext cx="3701568" cy="1667085"/>
            <a:chOff x="2284026" y="4781618"/>
            <a:chExt cx="3701568" cy="1667085"/>
          </a:xfrm>
        </p:grpSpPr>
        <p:pic>
          <p:nvPicPr>
            <p:cNvPr id="445" name="paola-moussatche-foto">
              <a:extLst>
                <a:ext uri="{FF2B5EF4-FFF2-40B4-BE49-F238E27FC236}">
                  <a16:creationId xmlns:a16="http://schemas.microsoft.com/office/drawing/2014/main" id="{160C00D6-5087-6CC6-FEE7-C0ACFCCE1D39}"/>
                </a:ext>
              </a:extLst>
            </p:cNvPr>
            <p:cNvPicPr preferRelativeResize="0">
              <a:picLocks/>
            </p:cNvPicPr>
            <p:nvPr/>
          </p:nvPicPr>
          <p:blipFill>
            <a:blip r:embed="rId26"/>
            <a:srcRect l="15144" r="15144"/>
            <a:stretch/>
          </p:blipFill>
          <p:spPr>
            <a:xfrm>
              <a:off x="2288689" y="4781618"/>
              <a:ext cx="770891" cy="770891"/>
            </a:xfrm>
            <a:prstGeom prst="rect">
              <a:avLst/>
            </a:prstGeom>
          </p:spPr>
        </p:pic>
        <p:sp>
          <p:nvSpPr>
            <p:cNvPr id="367" name="chris-egan-bio">
              <a:extLst>
                <a:ext uri="{FF2B5EF4-FFF2-40B4-BE49-F238E27FC236}">
                  <a16:creationId xmlns:a16="http://schemas.microsoft.com/office/drawing/2014/main" id="{714A014F-2022-9C79-CD4F-F5F775CFDB6A}"/>
                </a:ext>
              </a:extLst>
            </p:cNvPr>
            <p:cNvSpPr txBox="1"/>
            <p:nvPr/>
          </p:nvSpPr>
          <p:spPr>
            <a:xfrm>
              <a:off x="4153360" y="4995707"/>
              <a:ext cx="1757987" cy="984885"/>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experiência prévia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em escritórios de advocacia,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nas áreas de M&amp;A, mercado de capitais e tributária, passou a atuar diretamente no mercado financeiro em 2013, com passagens pela Squadra Investimentos,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MAF e VELT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Partners</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a:t>
              </a:r>
            </a:p>
          </p:txBody>
        </p:sp>
        <p:sp>
          <p:nvSpPr>
            <p:cNvPr id="368" name="object 17">
              <a:extLst>
                <a:ext uri="{FF2B5EF4-FFF2-40B4-BE49-F238E27FC236}">
                  <a16:creationId xmlns:a16="http://schemas.microsoft.com/office/drawing/2014/main" id="{D6BCE49A-1D9E-F185-12C3-AAFE7678878B}"/>
                </a:ext>
              </a:extLst>
            </p:cNvPr>
            <p:cNvSpPr txBox="1"/>
            <p:nvPr/>
          </p:nvSpPr>
          <p:spPr>
            <a:xfrm>
              <a:off x="2284026" y="4781618"/>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369" name="Group 368">
              <a:extLst>
                <a:ext uri="{FF2B5EF4-FFF2-40B4-BE49-F238E27FC236}">
                  <a16:creationId xmlns:a16="http://schemas.microsoft.com/office/drawing/2014/main" id="{811F4656-349C-3B9C-4948-DCC89E62E782}"/>
                </a:ext>
              </a:extLst>
            </p:cNvPr>
            <p:cNvGrpSpPr/>
            <p:nvPr/>
          </p:nvGrpSpPr>
          <p:grpSpPr>
            <a:xfrm>
              <a:off x="3132254" y="4996279"/>
              <a:ext cx="1107252" cy="726153"/>
              <a:chOff x="1166158" y="1365165"/>
              <a:chExt cx="1107252" cy="726153"/>
            </a:xfrm>
          </p:grpSpPr>
          <p:sp>
            <p:nvSpPr>
              <p:cNvPr id="376" name="object 13">
                <a:extLst>
                  <a:ext uri="{FF2B5EF4-FFF2-40B4-BE49-F238E27FC236}">
                    <a16:creationId xmlns:a16="http://schemas.microsoft.com/office/drawing/2014/main" id="{D9074F08-F193-590E-8A62-CC62C833CE0A}"/>
                  </a:ext>
                </a:extLst>
              </p:cNvPr>
              <p:cNvSpPr txBox="1"/>
              <p:nvPr/>
            </p:nvSpPr>
            <p:spPr>
              <a:xfrm>
                <a:off x="1166158" y="1365165"/>
                <a:ext cx="1107252"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Paola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Moussatche</a:t>
                </a:r>
              </a:p>
            </p:txBody>
          </p:sp>
          <p:sp>
            <p:nvSpPr>
              <p:cNvPr id="377" name="object 31">
                <a:extLst>
                  <a:ext uri="{FF2B5EF4-FFF2-40B4-BE49-F238E27FC236}">
                    <a16:creationId xmlns:a16="http://schemas.microsoft.com/office/drawing/2014/main" id="{44C7EF44-10FF-DA7E-62D4-05FF642915D7}"/>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378" name="chris-egan-titulo">
                <a:extLst>
                  <a:ext uri="{FF2B5EF4-FFF2-40B4-BE49-F238E27FC236}">
                    <a16:creationId xmlns:a16="http://schemas.microsoft.com/office/drawing/2014/main" id="{CA7A9955-505E-11A6-17E3-3ED6463E2BAE}"/>
                  </a:ext>
                </a:extLst>
              </p:cNvPr>
              <p:cNvSpPr txBox="1"/>
              <p:nvPr/>
            </p:nvSpPr>
            <p:spPr>
              <a:xfrm>
                <a:off x="1166158" y="1984045"/>
                <a:ext cx="1014090" cy="10727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LEGAL</a:t>
                </a:r>
              </a:p>
            </p:txBody>
          </p:sp>
        </p:grpSp>
        <p:sp>
          <p:nvSpPr>
            <p:cNvPr id="370" name="rodrigo-freire-experiencia">
              <a:extLst>
                <a:ext uri="{FF2B5EF4-FFF2-40B4-BE49-F238E27FC236}">
                  <a16:creationId xmlns:a16="http://schemas.microsoft.com/office/drawing/2014/main" id="{9E5E3F8D-B3D8-E866-AB04-621367F1A742}"/>
                </a:ext>
              </a:extLst>
            </p:cNvPr>
            <p:cNvSpPr txBox="1"/>
            <p:nvPr/>
          </p:nvSpPr>
          <p:spPr>
            <a:xfrm>
              <a:off x="2284026" y="5934519"/>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450" name="Group 449">
              <a:extLst>
                <a:ext uri="{FF2B5EF4-FFF2-40B4-BE49-F238E27FC236}">
                  <a16:creationId xmlns:a16="http://schemas.microsoft.com/office/drawing/2014/main" id="{033D9855-0CAC-9538-0608-4F11E48AA73F}"/>
                </a:ext>
              </a:extLst>
            </p:cNvPr>
            <p:cNvGrpSpPr/>
            <p:nvPr/>
          </p:nvGrpSpPr>
          <p:grpSpPr>
            <a:xfrm>
              <a:off x="2353661" y="6129574"/>
              <a:ext cx="1591850" cy="160146"/>
              <a:chOff x="2446348" y="6034292"/>
              <a:chExt cx="1499157" cy="150820"/>
            </a:xfrm>
          </p:grpSpPr>
          <p:pic>
            <p:nvPicPr>
              <p:cNvPr id="447" name="logos-velt" descr="A black and white text&#10;&#10;AI-generated content may be incorrect.">
                <a:extLst>
                  <a:ext uri="{FF2B5EF4-FFF2-40B4-BE49-F238E27FC236}">
                    <a16:creationId xmlns:a16="http://schemas.microsoft.com/office/drawing/2014/main" id="{2D01F484-734D-1C54-A38C-F157A0290719}"/>
                  </a:ext>
                </a:extLst>
              </p:cNvPr>
              <p:cNvPicPr>
                <a:picLocks noChangeAspect="1"/>
              </p:cNvPicPr>
              <p:nvPr/>
            </p:nvPicPr>
            <p:blipFill>
              <a:blip r:embed="rId27" cstate="hqprint">
                <a:extLst>
                  <a:ext uri="{BEBA8EAE-BF5A-486C-A8C5-ECC9F3942E4B}">
                    <a14:imgProps xmlns:a14="http://schemas.microsoft.com/office/drawing/2010/main">
                      <a14:imgLayer r:embed="rId28">
                        <a14:imgEffect>
                          <a14:brightnessContrast bright="100000"/>
                        </a14:imgEffect>
                      </a14:imgLayer>
                    </a14:imgProps>
                  </a:ext>
                  <a:ext uri="{28A0092B-C50C-407E-A947-70E740481C1C}">
                    <a14:useLocalDpi xmlns:a14="http://schemas.microsoft.com/office/drawing/2010/main"/>
                  </a:ext>
                </a:extLst>
              </a:blip>
              <a:stretch>
                <a:fillRect/>
              </a:stretch>
            </p:blipFill>
            <p:spPr>
              <a:xfrm>
                <a:off x="3531676" y="6079864"/>
                <a:ext cx="413829" cy="101613"/>
              </a:xfrm>
              <a:prstGeom prst="rect">
                <a:avLst/>
              </a:prstGeom>
            </p:spPr>
          </p:pic>
          <p:pic>
            <p:nvPicPr>
              <p:cNvPr id="448" name="logos-modal">
                <a:extLst>
                  <a:ext uri="{FF2B5EF4-FFF2-40B4-BE49-F238E27FC236}">
                    <a16:creationId xmlns:a16="http://schemas.microsoft.com/office/drawing/2014/main" id="{BB6678C4-6657-5EF4-89D6-100C9E9DC4ED}"/>
                  </a:ext>
                </a:extLst>
              </p:cNvPr>
              <p:cNvPicPr>
                <a:picLocks noChangeAspect="1"/>
              </p:cNvPicPr>
              <p:nvPr/>
            </p:nvPicPr>
            <p:blipFill>
              <a:blip r:embed="rId29">
                <a:extLst>
                  <a:ext uri="{BEBA8EAE-BF5A-486C-A8C5-ECC9F3942E4B}">
                    <a14:imgProps xmlns:a14="http://schemas.microsoft.com/office/drawing/2010/main">
                      <a14:imgLayer r:embed="rId30">
                        <a14:imgEffect>
                          <a14:brightnessContrast bright="100000"/>
                        </a14:imgEffect>
                      </a14:imgLayer>
                    </a14:imgProps>
                  </a:ext>
                  <a:ext uri="{28A0092B-C50C-407E-A947-70E740481C1C}">
                    <a14:useLocalDpi xmlns:a14="http://schemas.microsoft.com/office/drawing/2010/main" val="0"/>
                  </a:ext>
                </a:extLst>
              </a:blip>
              <a:srcRect/>
              <a:stretch/>
            </p:blipFill>
            <p:spPr>
              <a:xfrm>
                <a:off x="3046816" y="6034292"/>
                <a:ext cx="413304" cy="127220"/>
              </a:xfrm>
              <a:prstGeom prst="rect">
                <a:avLst/>
              </a:prstGeom>
            </p:spPr>
          </p:pic>
          <p:pic>
            <p:nvPicPr>
              <p:cNvPr id="449" name="logos-squadra" descr="A black background with text&#10;&#10;AI-generated content may be incorrect.">
                <a:extLst>
                  <a:ext uri="{FF2B5EF4-FFF2-40B4-BE49-F238E27FC236}">
                    <a16:creationId xmlns:a16="http://schemas.microsoft.com/office/drawing/2014/main" id="{E08D0892-31F8-71DE-7612-78301C5009F4}"/>
                  </a:ext>
                </a:extLst>
              </p:cNvPr>
              <p:cNvPicPr>
                <a:picLocks noChangeAspect="1"/>
              </p:cNvPicPr>
              <p:nvPr/>
            </p:nvPicPr>
            <p:blipFill>
              <a:blip r:embed="rId31" cstate="hqprint">
                <a:extLst>
                  <a:ext uri="{BEBA8EAE-BF5A-486C-A8C5-ECC9F3942E4B}">
                    <a14:imgProps xmlns:a14="http://schemas.microsoft.com/office/drawing/2010/main">
                      <a14:imgLayer r:embed="rId32">
                        <a14:imgEffect>
                          <a14:brightnessContrast bright="100000"/>
                        </a14:imgEffect>
                      </a14:imgLayer>
                    </a14:imgProps>
                  </a:ext>
                  <a:ext uri="{28A0092B-C50C-407E-A947-70E740481C1C}">
                    <a14:useLocalDpi xmlns:a14="http://schemas.microsoft.com/office/drawing/2010/main"/>
                  </a:ext>
                </a:extLst>
              </a:blip>
              <a:stretch>
                <a:fillRect/>
              </a:stretch>
            </p:blipFill>
            <p:spPr>
              <a:xfrm>
                <a:off x="2446348" y="6077678"/>
                <a:ext cx="528911" cy="107434"/>
              </a:xfrm>
              <a:prstGeom prst="rect">
                <a:avLst/>
              </a:prstGeom>
            </p:spPr>
          </p:pic>
        </p:grpSp>
      </p:grpSp>
      <p:grpSp>
        <p:nvGrpSpPr>
          <p:cNvPr id="476" name="Group 475">
            <a:extLst>
              <a:ext uri="{FF2B5EF4-FFF2-40B4-BE49-F238E27FC236}">
                <a16:creationId xmlns:a16="http://schemas.microsoft.com/office/drawing/2014/main" id="{3498125C-2E86-5CBD-302B-6BAE0D907992}"/>
              </a:ext>
            </a:extLst>
          </p:cNvPr>
          <p:cNvGrpSpPr/>
          <p:nvPr/>
        </p:nvGrpSpPr>
        <p:grpSpPr>
          <a:xfrm>
            <a:off x="8149203" y="4781618"/>
            <a:ext cx="3707050" cy="1667085"/>
            <a:chOff x="8149203" y="4781618"/>
            <a:chExt cx="3707050" cy="1667085"/>
          </a:xfrm>
        </p:grpSpPr>
        <p:pic>
          <p:nvPicPr>
            <p:cNvPr id="446" name="marilia-romero-foto">
              <a:extLst>
                <a:ext uri="{FF2B5EF4-FFF2-40B4-BE49-F238E27FC236}">
                  <a16:creationId xmlns:a16="http://schemas.microsoft.com/office/drawing/2014/main" id="{635CC60D-35F8-B50A-BE6C-427728A6E293}"/>
                </a:ext>
              </a:extLst>
            </p:cNvPr>
            <p:cNvPicPr preferRelativeResize="0">
              <a:picLocks/>
            </p:cNvPicPr>
            <p:nvPr/>
          </p:nvPicPr>
          <p:blipFill>
            <a:blip r:embed="rId33"/>
            <a:srcRect l="15144" r="15144"/>
            <a:stretch/>
          </p:blipFill>
          <p:spPr>
            <a:xfrm>
              <a:off x="8149203" y="4781618"/>
              <a:ext cx="770891" cy="770891"/>
            </a:xfrm>
            <a:prstGeom prst="rect">
              <a:avLst/>
            </a:prstGeom>
            <a:solidFill>
              <a:srgbClr val="FFFFFF">
                <a:lumMod val="95000"/>
              </a:srgbClr>
            </a:solidFill>
          </p:spPr>
        </p:pic>
        <p:grpSp>
          <p:nvGrpSpPr>
            <p:cNvPr id="342" name="Group 341">
              <a:extLst>
                <a:ext uri="{FF2B5EF4-FFF2-40B4-BE49-F238E27FC236}">
                  <a16:creationId xmlns:a16="http://schemas.microsoft.com/office/drawing/2014/main" id="{2650D8ED-C108-8D72-3F23-4D55E918F235}"/>
                </a:ext>
              </a:extLst>
            </p:cNvPr>
            <p:cNvGrpSpPr/>
            <p:nvPr/>
          </p:nvGrpSpPr>
          <p:grpSpPr>
            <a:xfrm>
              <a:off x="8149203" y="4781618"/>
              <a:ext cx="3707050" cy="1667085"/>
              <a:chOff x="310708" y="1150504"/>
              <a:chExt cx="3707050" cy="1667085"/>
            </a:xfrm>
          </p:grpSpPr>
          <p:sp>
            <p:nvSpPr>
              <p:cNvPr id="359" name="chris-egan-bio">
                <a:extLst>
                  <a:ext uri="{FF2B5EF4-FFF2-40B4-BE49-F238E27FC236}">
                    <a16:creationId xmlns:a16="http://schemas.microsoft.com/office/drawing/2014/main" id="{722FAE95-F849-6B99-5328-1DE06704B593}"/>
                  </a:ext>
                </a:extLst>
              </p:cNvPr>
              <p:cNvSpPr txBox="1"/>
              <p:nvPr/>
            </p:nvSpPr>
            <p:spPr>
              <a:xfrm>
                <a:off x="2180042" y="1364593"/>
                <a:ext cx="1837716" cy="984885"/>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Atuou em gestão de pessoas,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Business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Partner</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e remuneração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no setor financeiro, com atuação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em transformação cultural no Banco BV e Crefisa, e passagens pela Amil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 Volkswagen do Brasil, focado em estratégias de remuneração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de curto e longo prazo.</a:t>
                </a:r>
              </a:p>
            </p:txBody>
          </p:sp>
          <p:sp>
            <p:nvSpPr>
              <p:cNvPr id="360" name="object 17">
                <a:extLst>
                  <a:ext uri="{FF2B5EF4-FFF2-40B4-BE49-F238E27FC236}">
                    <a16:creationId xmlns:a16="http://schemas.microsoft.com/office/drawing/2014/main" id="{6DECD09D-7211-8641-D412-FA2B6CABCCAA}"/>
                  </a:ext>
                </a:extLst>
              </p:cNvPr>
              <p:cNvSpPr txBox="1"/>
              <p:nvPr/>
            </p:nvSpPr>
            <p:spPr>
              <a:xfrm>
                <a:off x="310708" y="1150504"/>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361" name="Group 360">
                <a:extLst>
                  <a:ext uri="{FF2B5EF4-FFF2-40B4-BE49-F238E27FC236}">
                    <a16:creationId xmlns:a16="http://schemas.microsoft.com/office/drawing/2014/main" id="{344F0E96-8041-9CD8-1433-9C82E3DF442E}"/>
                  </a:ext>
                </a:extLst>
              </p:cNvPr>
              <p:cNvGrpSpPr/>
              <p:nvPr/>
            </p:nvGrpSpPr>
            <p:grpSpPr>
              <a:xfrm>
                <a:off x="1158936" y="1365165"/>
                <a:ext cx="909759" cy="833426"/>
                <a:chOff x="1166158" y="1365165"/>
                <a:chExt cx="909759" cy="833426"/>
              </a:xfrm>
            </p:grpSpPr>
            <p:sp>
              <p:nvSpPr>
                <p:cNvPr id="363" name="object 13">
                  <a:extLst>
                    <a:ext uri="{FF2B5EF4-FFF2-40B4-BE49-F238E27FC236}">
                      <a16:creationId xmlns:a16="http://schemas.microsoft.com/office/drawing/2014/main" id="{E1BB871F-E159-BEC3-3F33-166AAFA127F2}"/>
                    </a:ext>
                  </a:extLst>
                </p:cNvPr>
                <p:cNvSpPr txBox="1"/>
                <p:nvPr/>
              </p:nvSpPr>
              <p:spPr>
                <a:xfrm>
                  <a:off x="1166158" y="1365165"/>
                  <a:ext cx="909759"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Marília</a:t>
                  </a:r>
                </a:p>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Romero</a:t>
                  </a:r>
                </a:p>
              </p:txBody>
            </p:sp>
            <p:sp>
              <p:nvSpPr>
                <p:cNvPr id="364" name="object 31">
                  <a:extLst>
                    <a:ext uri="{FF2B5EF4-FFF2-40B4-BE49-F238E27FC236}">
                      <a16:creationId xmlns:a16="http://schemas.microsoft.com/office/drawing/2014/main" id="{7451F718-41F6-D378-F4BD-714D000F0761}"/>
                    </a:ext>
                  </a:extLst>
                </p:cNvPr>
                <p:cNvSpPr/>
                <p:nvPr/>
              </p:nvSpPr>
              <p:spPr>
                <a:xfrm flipV="1">
                  <a:off x="1166158" y="1705654"/>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365" name="chris-egan-titulo">
                  <a:extLst>
                    <a:ext uri="{FF2B5EF4-FFF2-40B4-BE49-F238E27FC236}">
                      <a16:creationId xmlns:a16="http://schemas.microsoft.com/office/drawing/2014/main" id="{23687EF9-E402-027E-1542-168EC2741EF6}"/>
                    </a:ext>
                  </a:extLst>
                </p:cNvPr>
                <p:cNvSpPr txBox="1"/>
                <p:nvPr/>
              </p:nvSpPr>
              <p:spPr>
                <a:xfrm>
                  <a:off x="1166158" y="1984045"/>
                  <a:ext cx="909759" cy="214546"/>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PESSOAS </a:t>
                  </a:r>
                  <a:br>
                    <a:rPr kumimoji="0" lang="en-US" sz="697" b="0" i="0" u="none" strike="noStrike" kern="0" cap="none" spc="33" normalizeH="0" baseline="0" noProof="0">
                      <a:ln>
                        <a:noFill/>
                      </a:ln>
                      <a:solidFill>
                        <a:srgbClr val="FFFFFF"/>
                      </a:solidFill>
                      <a:effectLst/>
                      <a:uLnTx/>
                      <a:uFillTx/>
                      <a:latin typeface="Versos"/>
                      <a:ea typeface="+mn-ea"/>
                      <a:cs typeface="Arial"/>
                      <a:sym typeface="Arial"/>
                    </a:rPr>
                  </a:b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&amp; CULTURA</a:t>
                  </a:r>
                </a:p>
              </p:txBody>
            </p:sp>
          </p:grpSp>
          <p:sp>
            <p:nvSpPr>
              <p:cNvPr id="362" name="rodrigo-freire-experiencia">
                <a:extLst>
                  <a:ext uri="{FF2B5EF4-FFF2-40B4-BE49-F238E27FC236}">
                    <a16:creationId xmlns:a16="http://schemas.microsoft.com/office/drawing/2014/main" id="{55BAA4EF-739D-74E8-1A3D-EB9B7440BE89}"/>
                  </a:ext>
                </a:extLst>
              </p:cNvPr>
              <p:cNvSpPr txBox="1"/>
              <p:nvPr/>
            </p:nvSpPr>
            <p:spPr>
              <a:xfrm>
                <a:off x="310708" y="2303405"/>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pic>
          <p:nvPicPr>
            <p:cNvPr id="451" name="logo-volkswagen" descr="A blue and black logo&#10;&#10;AI-generated content may be incorrect.">
              <a:extLst>
                <a:ext uri="{FF2B5EF4-FFF2-40B4-BE49-F238E27FC236}">
                  <a16:creationId xmlns:a16="http://schemas.microsoft.com/office/drawing/2014/main" id="{BBB725B5-742F-6E6B-0E14-75FE02E37624}"/>
                </a:ext>
              </a:extLst>
            </p:cNvPr>
            <p:cNvPicPr>
              <a:picLocks noChangeAspect="1"/>
            </p:cNvPicPr>
            <p:nvPr/>
          </p:nvPicPr>
          <p:blipFill>
            <a:blip r:embed="rId34">
              <a:extLst>
                <a:ext uri="{BEBA8EAE-BF5A-486C-A8C5-ECC9F3942E4B}">
                  <a14:imgProps xmlns:a14="http://schemas.microsoft.com/office/drawing/2010/main">
                    <a14:imgLayer r:embed="rId35">
                      <a14:imgEffect>
                        <a14:brightnessContrast bright="100000"/>
                      </a14:imgEffect>
                    </a14:imgLayer>
                  </a14:imgProps>
                </a:ext>
              </a:extLst>
            </a:blip>
            <a:stretch>
              <a:fillRect/>
            </a:stretch>
          </p:blipFill>
          <p:spPr>
            <a:xfrm>
              <a:off x="9479457" y="6037806"/>
              <a:ext cx="284067" cy="284067"/>
            </a:xfrm>
            <a:prstGeom prst="rect">
              <a:avLst/>
            </a:prstGeom>
          </p:spPr>
        </p:pic>
        <p:pic>
          <p:nvPicPr>
            <p:cNvPr id="452" name="logo-crefisa" descr="A blue text on a black background&#10;&#10;AI-generated content may be incorrect.">
              <a:extLst>
                <a:ext uri="{FF2B5EF4-FFF2-40B4-BE49-F238E27FC236}">
                  <a16:creationId xmlns:a16="http://schemas.microsoft.com/office/drawing/2014/main" id="{D97CA482-5982-46B2-AA27-A0D604640F42}"/>
                </a:ext>
              </a:extLst>
            </p:cNvPr>
            <p:cNvPicPr>
              <a:picLocks noChangeAspect="1"/>
            </p:cNvPicPr>
            <p:nvPr/>
          </p:nvPicPr>
          <p:blipFill>
            <a:blip r:embed="rId36">
              <a:extLst>
                <a:ext uri="{BEBA8EAE-BF5A-486C-A8C5-ECC9F3942E4B}">
                  <a14:imgProps xmlns:a14="http://schemas.microsoft.com/office/drawing/2010/main">
                    <a14:imgLayer r:embed="rId37">
                      <a14:imgEffect>
                        <a14:brightnessContrast bright="100000"/>
                      </a14:imgEffect>
                    </a14:imgLayer>
                  </a14:imgProps>
                </a:ext>
              </a:extLst>
            </a:blip>
            <a:stretch>
              <a:fillRect/>
            </a:stretch>
          </p:blipFill>
          <p:spPr>
            <a:xfrm>
              <a:off x="8802843" y="6073278"/>
              <a:ext cx="543315" cy="204648"/>
            </a:xfrm>
            <a:prstGeom prst="rect">
              <a:avLst/>
            </a:prstGeom>
          </p:spPr>
        </p:pic>
        <p:pic>
          <p:nvPicPr>
            <p:cNvPr id="453" name="logo-bv">
              <a:extLst>
                <a:ext uri="{FF2B5EF4-FFF2-40B4-BE49-F238E27FC236}">
                  <a16:creationId xmlns:a16="http://schemas.microsoft.com/office/drawing/2014/main" id="{BD5D4C3B-3586-76FE-FF43-DD70C7212540}"/>
                </a:ext>
              </a:extLst>
            </p:cNvPr>
            <p:cNvPicPr>
              <a:picLocks noChangeAspect="1" noChangeArrowheads="1"/>
            </p:cNvPicPr>
            <p:nvPr/>
          </p:nvPicPr>
          <p:blipFill>
            <a:blip r:embed="rId25" cstate="hqprint">
              <a:extLst>
                <a:ext uri="{28A0092B-C50C-407E-A947-70E740481C1C}">
                  <a14:useLocalDpi xmlns:a14="http://schemas.microsoft.com/office/drawing/2010/main"/>
                </a:ext>
              </a:extLst>
            </a:blip>
            <a:srcRect/>
            <a:stretch/>
          </p:blipFill>
          <p:spPr bwMode="auto">
            <a:xfrm>
              <a:off x="8402791" y="6091482"/>
              <a:ext cx="264428" cy="205264"/>
            </a:xfrm>
            <a:prstGeom prst="rect">
              <a:avLst/>
            </a:prstGeom>
            <a:noFill/>
            <a:extLst>
              <a:ext uri="{909E8E84-426E-40DD-AFC4-6F175D3DCCD1}">
                <a14:hiddenFill xmlns:a14="http://schemas.microsoft.com/office/drawing/2010/main">
                  <a:solidFill>
                    <a:srgbClr val="FFFFFF"/>
                  </a:solidFill>
                </a14:hiddenFill>
              </a:ext>
            </a:extLst>
          </p:spPr>
        </p:pic>
      </p:grpSp>
      <p:sp>
        <p:nvSpPr>
          <p:cNvPr id="459" name="Picture 8">
            <a:extLst>
              <a:ext uri="{FF2B5EF4-FFF2-40B4-BE49-F238E27FC236}">
                <a16:creationId xmlns:a16="http://schemas.microsoft.com/office/drawing/2014/main" id="{8A4EA67A-F74C-2EC3-1C36-D25BE90DDED7}"/>
              </a:ext>
            </a:extLst>
          </p:cNvPr>
          <p:cNvSpPr/>
          <p:nvPr/>
        </p:nvSpPr>
        <p:spPr>
          <a:xfrm>
            <a:off x="289753" y="372740"/>
            <a:ext cx="1395827" cy="474028"/>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849" b="0" i="0" u="none" strike="noStrike" kern="1200" cap="none" spc="0" normalizeH="0" baseline="0" noProof="0">
              <a:ln>
                <a:noFill/>
              </a:ln>
              <a:solidFill>
                <a:srgbClr val="FFFFFF"/>
              </a:solidFill>
              <a:effectLst/>
              <a:uLnTx/>
              <a:uFillTx/>
              <a:latin typeface="Calibri"/>
              <a:ea typeface="+mn-ea"/>
              <a:cs typeface="Arial"/>
              <a:sym typeface="Arial"/>
            </a:endParaRPr>
          </a:p>
        </p:txBody>
      </p:sp>
      <p:cxnSp>
        <p:nvCxnSpPr>
          <p:cNvPr id="461" name="Straight Connector 460">
            <a:extLst>
              <a:ext uri="{FF2B5EF4-FFF2-40B4-BE49-F238E27FC236}">
                <a16:creationId xmlns:a16="http://schemas.microsoft.com/office/drawing/2014/main" id="{32ABBC33-E213-2D46-8BEE-E2308EDBB0F1}"/>
              </a:ext>
            </a:extLst>
          </p:cNvPr>
          <p:cNvCxnSpPr>
            <a:cxnSpLocks/>
          </p:cNvCxnSpPr>
          <p:nvPr/>
        </p:nvCxnSpPr>
        <p:spPr>
          <a:xfrm>
            <a:off x="1913148" y="609754"/>
            <a:ext cx="325677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7">
            <a:extLst>
              <a:ext uri="{FF2B5EF4-FFF2-40B4-BE49-F238E27FC236}">
                <a16:creationId xmlns:a16="http://schemas.microsoft.com/office/drawing/2014/main" id="{4963299D-336D-B75C-C33B-556D23326DA6}"/>
              </a:ext>
            </a:extLst>
          </p:cNvPr>
          <p:cNvSpPr>
            <a:spLocks noGrp="1"/>
          </p:cNvSpPr>
          <p:nvPr>
            <p:ph type="body" sz="quarter" idx="13"/>
          </p:nvPr>
        </p:nvSpPr>
        <p:spPr>
          <a:xfrm>
            <a:off x="5441578" y="394311"/>
            <a:ext cx="6396549" cy="430887"/>
          </a:xfrm>
        </p:spPr>
        <p:txBody>
          <a:bodyPr/>
          <a:lstStyle/>
          <a:p>
            <a:r>
              <a:rPr lang="pt-BR" sz="1400"/>
              <a:t>Nossa liderança combina mais +200 anos de experiência em investimentos </a:t>
            </a:r>
            <a:br>
              <a:rPr lang="pt-BR" sz="1400"/>
            </a:br>
            <a:r>
              <a:rPr lang="pt-BR" sz="1400"/>
              <a:t>com um sólido histórico de atuação em verticais de investimento.</a:t>
            </a:r>
          </a:p>
          <a:p>
            <a:endParaRPr lang="pt-BR" sz="1400"/>
          </a:p>
        </p:txBody>
      </p:sp>
      <p:grpSp>
        <p:nvGrpSpPr>
          <p:cNvPr id="6" name="Group 5">
            <a:extLst>
              <a:ext uri="{FF2B5EF4-FFF2-40B4-BE49-F238E27FC236}">
                <a16:creationId xmlns:a16="http://schemas.microsoft.com/office/drawing/2014/main" id="{4C6C994E-07DC-9E36-D7E8-8E9C05A65DE3}"/>
              </a:ext>
            </a:extLst>
          </p:cNvPr>
          <p:cNvGrpSpPr/>
          <p:nvPr/>
        </p:nvGrpSpPr>
        <p:grpSpPr>
          <a:xfrm>
            <a:off x="326068" y="2966039"/>
            <a:ext cx="3701568" cy="1667129"/>
            <a:chOff x="4230886" y="1137756"/>
            <a:chExt cx="3701568" cy="1667129"/>
          </a:xfrm>
        </p:grpSpPr>
        <p:pic>
          <p:nvPicPr>
            <p:cNvPr id="7" name="Picture 32">
              <a:extLst>
                <a:ext uri="{FF2B5EF4-FFF2-40B4-BE49-F238E27FC236}">
                  <a16:creationId xmlns:a16="http://schemas.microsoft.com/office/drawing/2014/main" id="{4DE616DA-F65D-D310-BFA8-2FD95C669FE2}"/>
                </a:ext>
              </a:extLst>
            </p:cNvPr>
            <p:cNvPicPr preferRelativeResize="0">
              <a:picLocks/>
            </p:cNvPicPr>
            <p:nvPr/>
          </p:nvPicPr>
          <p:blipFill rotWithShape="1">
            <a:blip r:embed="rId38"/>
            <a:srcRect l="15143" r="15143"/>
            <a:stretch>
              <a:fillRect/>
            </a:stretch>
          </p:blipFill>
          <p:spPr>
            <a:xfrm>
              <a:off x="4230886" y="1137756"/>
              <a:ext cx="770935" cy="770935"/>
            </a:xfrm>
            <a:prstGeom prst="rect">
              <a:avLst/>
            </a:prstGeom>
            <a:ln>
              <a:noFill/>
            </a:ln>
            <a:effectLst/>
          </p:spPr>
        </p:pic>
        <p:sp>
          <p:nvSpPr>
            <p:cNvPr id="8" name="chris-egan-bio">
              <a:extLst>
                <a:ext uri="{FF2B5EF4-FFF2-40B4-BE49-F238E27FC236}">
                  <a16:creationId xmlns:a16="http://schemas.microsoft.com/office/drawing/2014/main" id="{3C3BB19D-5C1D-0065-C19C-9B78851C0212}"/>
                </a:ext>
              </a:extLst>
            </p:cNvPr>
            <p:cNvSpPr txBox="1"/>
            <p:nvPr/>
          </p:nvSpPr>
          <p:spPr>
            <a:xfrm>
              <a:off x="6100220" y="1351889"/>
              <a:ext cx="1701871" cy="61555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Tx/>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mais de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20 anos de experiência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em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private</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e energia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passagem por BTG Pactual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Latin</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America</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Power.</a:t>
              </a:r>
            </a:p>
          </p:txBody>
        </p:sp>
        <p:sp>
          <p:nvSpPr>
            <p:cNvPr id="10" name="object 17">
              <a:extLst>
                <a:ext uri="{FF2B5EF4-FFF2-40B4-BE49-F238E27FC236}">
                  <a16:creationId xmlns:a16="http://schemas.microsoft.com/office/drawing/2014/main" id="{60ACCCCA-680B-3411-0EFF-5EBAC3099231}"/>
                </a:ext>
              </a:extLst>
            </p:cNvPr>
            <p:cNvSpPr txBox="1"/>
            <p:nvPr/>
          </p:nvSpPr>
          <p:spPr>
            <a:xfrm>
              <a:off x="4230886" y="1137800"/>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11" name="object 13">
              <a:extLst>
                <a:ext uri="{FF2B5EF4-FFF2-40B4-BE49-F238E27FC236}">
                  <a16:creationId xmlns:a16="http://schemas.microsoft.com/office/drawing/2014/main" id="{590934A3-BA83-0813-8F25-6FD5E7ADD07B}"/>
                </a:ext>
              </a:extLst>
            </p:cNvPr>
            <p:cNvSpPr txBox="1"/>
            <p:nvPr/>
          </p:nvSpPr>
          <p:spPr>
            <a:xfrm>
              <a:off x="5079114" y="1352461"/>
              <a:ext cx="909759"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Bruno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Franco</a:t>
              </a:r>
            </a:p>
          </p:txBody>
        </p:sp>
        <p:sp>
          <p:nvSpPr>
            <p:cNvPr id="12" name="object 31">
              <a:extLst>
                <a:ext uri="{FF2B5EF4-FFF2-40B4-BE49-F238E27FC236}">
                  <a16:creationId xmlns:a16="http://schemas.microsoft.com/office/drawing/2014/main" id="{628539E8-275B-3353-C037-9174C2512303}"/>
                </a:ext>
              </a:extLst>
            </p:cNvPr>
            <p:cNvSpPr/>
            <p:nvPr/>
          </p:nvSpPr>
          <p:spPr>
            <a:xfrm flipV="1">
              <a:off x="5079114" y="1692948"/>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19" name="chris-egan-titulo">
              <a:extLst>
                <a:ext uri="{FF2B5EF4-FFF2-40B4-BE49-F238E27FC236}">
                  <a16:creationId xmlns:a16="http://schemas.microsoft.com/office/drawing/2014/main" id="{EED83993-3DA9-FD92-A240-6D1B406B3CA7}"/>
                </a:ext>
              </a:extLst>
            </p:cNvPr>
            <p:cNvSpPr txBox="1"/>
            <p:nvPr/>
          </p:nvSpPr>
          <p:spPr>
            <a:xfrm>
              <a:off x="5079114" y="1963557"/>
              <a:ext cx="909759" cy="10727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ENERGIA &amp; INFRA</a:t>
              </a:r>
            </a:p>
          </p:txBody>
        </p:sp>
        <p:sp>
          <p:nvSpPr>
            <p:cNvPr id="20" name="rodrigo-freire-experiencia">
              <a:extLst>
                <a:ext uri="{FF2B5EF4-FFF2-40B4-BE49-F238E27FC236}">
                  <a16:creationId xmlns:a16="http://schemas.microsoft.com/office/drawing/2014/main" id="{2FE5238F-355E-999F-6067-2112EBF0EB12}"/>
                </a:ext>
              </a:extLst>
            </p:cNvPr>
            <p:cNvSpPr txBox="1"/>
            <p:nvPr/>
          </p:nvSpPr>
          <p:spPr>
            <a:xfrm>
              <a:off x="4230886" y="2290701"/>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pic>
          <p:nvPicPr>
            <p:cNvPr id="21" name="Picture 4" descr="LAP Latin America Power - Wikipedia, la enciclopedia libre">
              <a:extLst>
                <a:ext uri="{FF2B5EF4-FFF2-40B4-BE49-F238E27FC236}">
                  <a16:creationId xmlns:a16="http://schemas.microsoft.com/office/drawing/2014/main" id="{AAD262F8-B2C2-CC6E-CF4A-D50050EAC457}"/>
                </a:ext>
              </a:extLst>
            </p:cNvPr>
            <p:cNvPicPr>
              <a:picLocks noChangeAspect="1" noChangeArrowheads="1"/>
            </p:cNvPicPr>
            <p:nvPr/>
          </p:nvPicPr>
          <p:blipFill>
            <a:blip r:embed="rId39">
              <a:clrChange>
                <a:clrFrom>
                  <a:srgbClr val="FEFFFD"/>
                </a:clrFrom>
                <a:clrTo>
                  <a:srgbClr val="FEFFFD">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65449" y="2521014"/>
              <a:ext cx="326852" cy="139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059" descr="A blue and black logo&#10;&#10;Description automatically generated">
              <a:extLst>
                <a:ext uri="{FF2B5EF4-FFF2-40B4-BE49-F238E27FC236}">
                  <a16:creationId xmlns:a16="http://schemas.microsoft.com/office/drawing/2014/main" id="{AF252FBE-4EE5-CF9E-74E2-52D225D92AEC}"/>
                </a:ext>
              </a:extLst>
            </p:cNvPr>
            <p:cNvPicPr>
              <a:picLocks noChangeAspect="1"/>
            </p:cNvPicPr>
            <p:nvPr/>
          </p:nvPicPr>
          <p:blipFill>
            <a:blip r:embed="rId40">
              <a:extLst>
                <a:ext uri="{BEBA8EAE-BF5A-486C-A8C5-ECC9F3942E4B}">
                  <a14:imgProps xmlns:a14="http://schemas.microsoft.com/office/drawing/2010/main">
                    <a14:imgLayer r:embed="rId4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335204" y="2468697"/>
              <a:ext cx="508827" cy="200650"/>
            </a:xfrm>
            <a:prstGeom prst="rect">
              <a:avLst/>
            </a:prstGeom>
          </p:spPr>
        </p:pic>
        <p:pic>
          <p:nvPicPr>
            <p:cNvPr id="23" name="Picture 4" descr="Identidade visual – Universidade Federal do Rio de Janeiro">
              <a:extLst>
                <a:ext uri="{FF2B5EF4-FFF2-40B4-BE49-F238E27FC236}">
                  <a16:creationId xmlns:a16="http://schemas.microsoft.com/office/drawing/2014/main" id="{C62D34E8-B820-2741-9EDE-4C3F678D75BE}"/>
                </a:ext>
              </a:extLst>
            </p:cNvPr>
            <p:cNvPicPr>
              <a:picLocks noChangeAspect="1" noChangeArrowheads="1"/>
            </p:cNvPicPr>
            <p:nvPr/>
          </p:nvPicPr>
          <p:blipFill rotWithShape="1">
            <a:blip r:embed="rId42">
              <a:extLst>
                <a:ext uri="{BEBA8EAE-BF5A-486C-A8C5-ECC9F3942E4B}">
                  <a14:imgProps xmlns:a14="http://schemas.microsoft.com/office/drawing/2010/main">
                    <a14:imgLayer r:embed="rId43">
                      <a14:imgEffect>
                        <a14:brightnessContrast bright="100000"/>
                      </a14:imgEffect>
                    </a14:imgLayer>
                  </a14:imgProps>
                </a:ext>
                <a:ext uri="{28A0092B-C50C-407E-A947-70E740481C1C}">
                  <a14:useLocalDpi xmlns:a14="http://schemas.microsoft.com/office/drawing/2010/main" val="0"/>
                </a:ext>
              </a:extLst>
            </a:blip>
            <a:srcRect t="11580" b="11580"/>
            <a:stretch/>
          </p:blipFill>
          <p:spPr bwMode="auto">
            <a:xfrm>
              <a:off x="5312050" y="2464131"/>
              <a:ext cx="562393" cy="2097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Group 1">
            <a:extLst>
              <a:ext uri="{FF2B5EF4-FFF2-40B4-BE49-F238E27FC236}">
                <a16:creationId xmlns:a16="http://schemas.microsoft.com/office/drawing/2014/main" id="{7BDF14C9-70E3-E32D-D8B4-55A42B796300}"/>
              </a:ext>
            </a:extLst>
          </p:cNvPr>
          <p:cNvGrpSpPr/>
          <p:nvPr/>
        </p:nvGrpSpPr>
        <p:grpSpPr>
          <a:xfrm>
            <a:off x="8160433" y="2963746"/>
            <a:ext cx="3701568" cy="1668820"/>
            <a:chOff x="310708" y="2964326"/>
            <a:chExt cx="3701568" cy="1668820"/>
          </a:xfrm>
        </p:grpSpPr>
        <p:pic>
          <p:nvPicPr>
            <p:cNvPr id="13" name="enrico-trotta-foto">
              <a:extLst>
                <a:ext uri="{FF2B5EF4-FFF2-40B4-BE49-F238E27FC236}">
                  <a16:creationId xmlns:a16="http://schemas.microsoft.com/office/drawing/2014/main" id="{59F3F738-F604-F4D1-1F14-159B4408853A}"/>
                </a:ext>
              </a:extLst>
            </p:cNvPr>
            <p:cNvPicPr preferRelativeResize="0">
              <a:picLocks/>
            </p:cNvPicPr>
            <p:nvPr/>
          </p:nvPicPr>
          <p:blipFill>
            <a:blip r:embed="rId44"/>
            <a:srcRect l="15144" r="15144"/>
            <a:stretch/>
          </p:blipFill>
          <p:spPr>
            <a:xfrm>
              <a:off x="310708" y="2964326"/>
              <a:ext cx="775554" cy="775554"/>
            </a:xfrm>
            <a:prstGeom prst="rect">
              <a:avLst/>
            </a:prstGeom>
          </p:spPr>
        </p:pic>
        <p:grpSp>
          <p:nvGrpSpPr>
            <p:cNvPr id="14" name="Group 13">
              <a:extLst>
                <a:ext uri="{FF2B5EF4-FFF2-40B4-BE49-F238E27FC236}">
                  <a16:creationId xmlns:a16="http://schemas.microsoft.com/office/drawing/2014/main" id="{DBBC2246-D793-CBE2-26A9-DB4AF5258E4C}"/>
                </a:ext>
              </a:extLst>
            </p:cNvPr>
            <p:cNvGrpSpPr/>
            <p:nvPr/>
          </p:nvGrpSpPr>
          <p:grpSpPr>
            <a:xfrm>
              <a:off x="310708" y="2966061"/>
              <a:ext cx="3701568" cy="1667085"/>
              <a:chOff x="310708" y="1150504"/>
              <a:chExt cx="3701568" cy="1667085"/>
            </a:xfrm>
          </p:grpSpPr>
          <p:sp>
            <p:nvSpPr>
              <p:cNvPr id="61" name="chris-egan-bio">
                <a:extLst>
                  <a:ext uri="{FF2B5EF4-FFF2-40B4-BE49-F238E27FC236}">
                    <a16:creationId xmlns:a16="http://schemas.microsoft.com/office/drawing/2014/main" id="{6BEA6DB3-8378-8A35-C3D1-4CA35B60C968}"/>
                  </a:ext>
                </a:extLst>
              </p:cNvPr>
              <p:cNvSpPr txBox="1"/>
              <p:nvPr/>
            </p:nvSpPr>
            <p:spPr>
              <a:xfrm>
                <a:off x="2180042" y="1364593"/>
                <a:ext cx="1699231" cy="1036181"/>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de 15 anos em Mercado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de Capitais, participando em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mais de 50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IPOs</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e follow-ons durante os 12 anos de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Research</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no Itaú BBA, onde cobriu os setores Imobiliário e Tecnologia.  </a:t>
                </a:r>
              </a:p>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Anteriormente, trabalhou com venture capital e consultoria.</a:t>
                </a:r>
              </a:p>
            </p:txBody>
          </p:sp>
          <p:sp>
            <p:nvSpPr>
              <p:cNvPr id="62" name="object 17">
                <a:extLst>
                  <a:ext uri="{FF2B5EF4-FFF2-40B4-BE49-F238E27FC236}">
                    <a16:creationId xmlns:a16="http://schemas.microsoft.com/office/drawing/2014/main" id="{51F193BA-5DA8-432E-1E22-B7127A146894}"/>
                  </a:ext>
                </a:extLst>
              </p:cNvPr>
              <p:cNvSpPr txBox="1"/>
              <p:nvPr/>
            </p:nvSpPr>
            <p:spPr>
              <a:xfrm>
                <a:off x="310708" y="1150504"/>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63" name="Group 62">
                <a:extLst>
                  <a:ext uri="{FF2B5EF4-FFF2-40B4-BE49-F238E27FC236}">
                    <a16:creationId xmlns:a16="http://schemas.microsoft.com/office/drawing/2014/main" id="{55869811-BFAB-33EF-E68D-48F8CB6BF7CA}"/>
                  </a:ext>
                </a:extLst>
              </p:cNvPr>
              <p:cNvGrpSpPr/>
              <p:nvPr/>
            </p:nvGrpSpPr>
            <p:grpSpPr>
              <a:xfrm>
                <a:off x="1158936" y="1365165"/>
                <a:ext cx="1107252" cy="817890"/>
                <a:chOff x="1166158" y="1365165"/>
                <a:chExt cx="1107252" cy="817890"/>
              </a:xfrm>
            </p:grpSpPr>
            <p:sp>
              <p:nvSpPr>
                <p:cNvPr id="456" name="object 13">
                  <a:extLst>
                    <a:ext uri="{FF2B5EF4-FFF2-40B4-BE49-F238E27FC236}">
                      <a16:creationId xmlns:a16="http://schemas.microsoft.com/office/drawing/2014/main" id="{2488E4D4-E0DC-E11C-9C0C-D7E10CA16517}"/>
                    </a:ext>
                  </a:extLst>
                </p:cNvPr>
                <p:cNvSpPr txBox="1"/>
                <p:nvPr/>
              </p:nvSpPr>
              <p:spPr>
                <a:xfrm>
                  <a:off x="1166158" y="1365165"/>
                  <a:ext cx="1107252"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Enrico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Trotta</a:t>
                  </a:r>
                </a:p>
              </p:txBody>
            </p:sp>
            <p:sp>
              <p:nvSpPr>
                <p:cNvPr id="457" name="object 31">
                  <a:extLst>
                    <a:ext uri="{FF2B5EF4-FFF2-40B4-BE49-F238E27FC236}">
                      <a16:creationId xmlns:a16="http://schemas.microsoft.com/office/drawing/2014/main" id="{47DD10A4-9CD4-2078-BAF6-0FAC0E810C5A}"/>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458" name="chris-egan-titulo">
                  <a:extLst>
                    <a:ext uri="{FF2B5EF4-FFF2-40B4-BE49-F238E27FC236}">
                      <a16:creationId xmlns:a16="http://schemas.microsoft.com/office/drawing/2014/main" id="{49EB294E-F54F-A288-5D3C-E8911294CD4A}"/>
                    </a:ext>
                  </a:extLst>
                </p:cNvPr>
                <p:cNvSpPr txBox="1"/>
                <p:nvPr/>
              </p:nvSpPr>
              <p:spPr>
                <a:xfrm>
                  <a:off x="1166158" y="1968509"/>
                  <a:ext cx="921293" cy="214546"/>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DISTRIBUIÇÃO, </a:t>
                  </a:r>
                  <a:br>
                    <a:rPr kumimoji="0" lang="en-US" sz="697" b="0" i="0" u="none" strike="noStrike" kern="0" cap="none" spc="33" normalizeH="0" baseline="0" noProof="0">
                      <a:ln>
                        <a:noFill/>
                      </a:ln>
                      <a:solidFill>
                        <a:srgbClr val="FFFFFF"/>
                      </a:solidFill>
                      <a:effectLst/>
                      <a:uLnTx/>
                      <a:uFillTx/>
                      <a:latin typeface="Versos"/>
                      <a:ea typeface="+mn-ea"/>
                      <a:cs typeface="Arial"/>
                      <a:sym typeface="Arial"/>
                    </a:rPr>
                  </a:b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RI &amp; RESEARCH</a:t>
                  </a:r>
                </a:p>
              </p:txBody>
            </p:sp>
          </p:grpSp>
          <p:sp>
            <p:nvSpPr>
              <p:cNvPr id="454" name="rodrigo-freire-experiencia">
                <a:extLst>
                  <a:ext uri="{FF2B5EF4-FFF2-40B4-BE49-F238E27FC236}">
                    <a16:creationId xmlns:a16="http://schemas.microsoft.com/office/drawing/2014/main" id="{6B6268B4-2BE0-74B4-F32B-3097EB67F581}"/>
                  </a:ext>
                </a:extLst>
              </p:cNvPr>
              <p:cNvSpPr txBox="1"/>
              <p:nvPr/>
            </p:nvSpPr>
            <p:spPr>
              <a:xfrm>
                <a:off x="310708" y="2303405"/>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nvGrpSpPr>
            <p:cNvPr id="15" name="Group 14">
              <a:extLst>
                <a:ext uri="{FF2B5EF4-FFF2-40B4-BE49-F238E27FC236}">
                  <a16:creationId xmlns:a16="http://schemas.microsoft.com/office/drawing/2014/main" id="{F1E5968B-06CD-6F62-9497-BC2F9C2CFF3C}"/>
                </a:ext>
              </a:extLst>
            </p:cNvPr>
            <p:cNvGrpSpPr/>
            <p:nvPr/>
          </p:nvGrpSpPr>
          <p:grpSpPr>
            <a:xfrm>
              <a:off x="408341" y="4263883"/>
              <a:ext cx="1550871" cy="205727"/>
              <a:chOff x="470410" y="4263883"/>
              <a:chExt cx="1550871" cy="205727"/>
            </a:xfrm>
          </p:grpSpPr>
          <p:grpSp>
            <p:nvGrpSpPr>
              <p:cNvPr id="16" name="Group 15">
                <a:extLst>
                  <a:ext uri="{FF2B5EF4-FFF2-40B4-BE49-F238E27FC236}">
                    <a16:creationId xmlns:a16="http://schemas.microsoft.com/office/drawing/2014/main" id="{3E204204-73E8-B471-C193-B200D85AE372}"/>
                  </a:ext>
                </a:extLst>
              </p:cNvPr>
              <p:cNvGrpSpPr/>
              <p:nvPr/>
            </p:nvGrpSpPr>
            <p:grpSpPr>
              <a:xfrm>
                <a:off x="1290232" y="4327728"/>
                <a:ext cx="731049" cy="121844"/>
                <a:chOff x="456030" y="4672370"/>
                <a:chExt cx="851372" cy="141899"/>
              </a:xfrm>
            </p:grpSpPr>
            <p:grpSp>
              <p:nvGrpSpPr>
                <p:cNvPr id="26" name="Graphic 19">
                  <a:extLst>
                    <a:ext uri="{FF2B5EF4-FFF2-40B4-BE49-F238E27FC236}">
                      <a16:creationId xmlns:a16="http://schemas.microsoft.com/office/drawing/2014/main" id="{CBBB64BA-AB13-7483-ABEA-B201A67A01F9}"/>
                    </a:ext>
                  </a:extLst>
                </p:cNvPr>
                <p:cNvGrpSpPr/>
                <p:nvPr/>
              </p:nvGrpSpPr>
              <p:grpSpPr>
                <a:xfrm>
                  <a:off x="654677" y="4694334"/>
                  <a:ext cx="652725" cy="119185"/>
                  <a:chOff x="4883848" y="3158204"/>
                  <a:chExt cx="3517010" cy="642175"/>
                </a:xfrm>
                <a:solidFill>
                  <a:sysClr val="window" lastClr="FFFFFF"/>
                </a:solidFill>
              </p:grpSpPr>
              <p:sp>
                <p:nvSpPr>
                  <p:cNvPr id="49" name="Freeform: Shape 44">
                    <a:extLst>
                      <a:ext uri="{FF2B5EF4-FFF2-40B4-BE49-F238E27FC236}">
                        <a16:creationId xmlns:a16="http://schemas.microsoft.com/office/drawing/2014/main" id="{F800CD2A-0DE1-230D-42E6-2002B6BB47F3}"/>
                      </a:ext>
                    </a:extLst>
                  </p:cNvPr>
                  <p:cNvSpPr/>
                  <p:nvPr/>
                </p:nvSpPr>
                <p:spPr>
                  <a:xfrm>
                    <a:off x="4883848" y="3158204"/>
                    <a:ext cx="178403" cy="531971"/>
                  </a:xfrm>
                  <a:custGeom>
                    <a:avLst/>
                    <a:gdLst>
                      <a:gd name="connsiteX0" fmla="*/ 0 w 178403"/>
                      <a:gd name="connsiteY0" fmla="*/ 484918 h 531971"/>
                      <a:gd name="connsiteX1" fmla="*/ 47815 w 178403"/>
                      <a:gd name="connsiteY1" fmla="*/ 484918 h 531971"/>
                      <a:gd name="connsiteX2" fmla="*/ 47815 w 178403"/>
                      <a:gd name="connsiteY2" fmla="*/ 48578 h 531971"/>
                      <a:gd name="connsiteX3" fmla="*/ 0 w 178403"/>
                      <a:gd name="connsiteY3" fmla="*/ 48578 h 531971"/>
                      <a:gd name="connsiteX4" fmla="*/ 0 w 178403"/>
                      <a:gd name="connsiteY4" fmla="*/ 0 h 531971"/>
                      <a:gd name="connsiteX5" fmla="*/ 178403 w 178403"/>
                      <a:gd name="connsiteY5" fmla="*/ 0 h 531971"/>
                      <a:gd name="connsiteX6" fmla="*/ 178403 w 178403"/>
                      <a:gd name="connsiteY6" fmla="*/ 48578 h 531971"/>
                      <a:gd name="connsiteX7" fmla="*/ 128206 w 178403"/>
                      <a:gd name="connsiteY7" fmla="*/ 48578 h 531971"/>
                      <a:gd name="connsiteX8" fmla="*/ 128206 w 178403"/>
                      <a:gd name="connsiteY8" fmla="*/ 484918 h 531971"/>
                      <a:gd name="connsiteX9" fmla="*/ 178403 w 178403"/>
                      <a:gd name="connsiteY9" fmla="*/ 484918 h 531971"/>
                      <a:gd name="connsiteX10" fmla="*/ 178403 w 178403"/>
                      <a:gd name="connsiteY10" fmla="*/ 531971 h 531971"/>
                      <a:gd name="connsiteX11" fmla="*/ 0 w 178403"/>
                      <a:gd name="connsiteY11" fmla="*/ 531971 h 531971"/>
                      <a:gd name="connsiteX12" fmla="*/ 0 w 178403"/>
                      <a:gd name="connsiteY12" fmla="*/ 484918 h 53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403" h="531971">
                        <a:moveTo>
                          <a:pt x="0" y="484918"/>
                        </a:moveTo>
                        <a:lnTo>
                          <a:pt x="47815" y="484918"/>
                        </a:lnTo>
                        <a:lnTo>
                          <a:pt x="47815" y="48578"/>
                        </a:lnTo>
                        <a:lnTo>
                          <a:pt x="0" y="48578"/>
                        </a:lnTo>
                        <a:lnTo>
                          <a:pt x="0" y="0"/>
                        </a:lnTo>
                        <a:lnTo>
                          <a:pt x="178403" y="0"/>
                        </a:lnTo>
                        <a:lnTo>
                          <a:pt x="178403" y="48578"/>
                        </a:lnTo>
                        <a:lnTo>
                          <a:pt x="128206" y="48578"/>
                        </a:lnTo>
                        <a:lnTo>
                          <a:pt x="128206" y="484918"/>
                        </a:lnTo>
                        <a:lnTo>
                          <a:pt x="178403" y="484918"/>
                        </a:lnTo>
                        <a:lnTo>
                          <a:pt x="178403" y="531971"/>
                        </a:lnTo>
                        <a:lnTo>
                          <a:pt x="0" y="531971"/>
                        </a:lnTo>
                        <a:lnTo>
                          <a:pt x="0" y="484918"/>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1" name="Freeform: Shape 45">
                    <a:extLst>
                      <a:ext uri="{FF2B5EF4-FFF2-40B4-BE49-F238E27FC236}">
                        <a16:creationId xmlns:a16="http://schemas.microsoft.com/office/drawing/2014/main" id="{931EFF18-0D89-B327-C717-4F1848A387F2}"/>
                      </a:ext>
                    </a:extLst>
                  </p:cNvPr>
                  <p:cNvSpPr/>
                  <p:nvPr/>
                </p:nvSpPr>
                <p:spPr>
                  <a:xfrm>
                    <a:off x="5178075" y="3301650"/>
                    <a:ext cx="277558" cy="388715"/>
                  </a:xfrm>
                  <a:custGeom>
                    <a:avLst/>
                    <a:gdLst>
                      <a:gd name="connsiteX0" fmla="*/ 0 w 277558"/>
                      <a:gd name="connsiteY0" fmla="*/ 24098 h 388715"/>
                      <a:gd name="connsiteX1" fmla="*/ 63341 w 277558"/>
                      <a:gd name="connsiteY1" fmla="*/ 0 h 388715"/>
                      <a:gd name="connsiteX2" fmla="*/ 63341 w 277558"/>
                      <a:gd name="connsiteY2" fmla="*/ 74009 h 388715"/>
                      <a:gd name="connsiteX3" fmla="*/ 69723 w 277558"/>
                      <a:gd name="connsiteY3" fmla="*/ 81343 h 388715"/>
                      <a:gd name="connsiteX4" fmla="*/ 82772 w 277558"/>
                      <a:gd name="connsiteY4" fmla="*/ 71056 h 388715"/>
                      <a:gd name="connsiteX5" fmla="*/ 98298 w 277558"/>
                      <a:gd name="connsiteY5" fmla="*/ 51625 h 388715"/>
                      <a:gd name="connsiteX6" fmla="*/ 195453 w 277558"/>
                      <a:gd name="connsiteY6" fmla="*/ 2953 h 388715"/>
                      <a:gd name="connsiteX7" fmla="*/ 248126 w 277558"/>
                      <a:gd name="connsiteY7" fmla="*/ 17526 h 388715"/>
                      <a:gd name="connsiteX8" fmla="*/ 277559 w 277558"/>
                      <a:gd name="connsiteY8" fmla="*/ 99441 h 388715"/>
                      <a:gd name="connsiteX9" fmla="*/ 277559 w 277558"/>
                      <a:gd name="connsiteY9" fmla="*/ 388620 h 388715"/>
                      <a:gd name="connsiteX10" fmla="*/ 209550 w 277558"/>
                      <a:gd name="connsiteY10" fmla="*/ 388620 h 388715"/>
                      <a:gd name="connsiteX11" fmla="*/ 209550 w 277558"/>
                      <a:gd name="connsiteY11" fmla="*/ 100965 h 388715"/>
                      <a:gd name="connsiteX12" fmla="*/ 169354 w 277558"/>
                      <a:gd name="connsiteY12" fmla="*/ 50959 h 388715"/>
                      <a:gd name="connsiteX13" fmla="*/ 99917 w 277558"/>
                      <a:gd name="connsiteY13" fmla="*/ 91535 h 388715"/>
                      <a:gd name="connsiteX14" fmla="*/ 69913 w 277558"/>
                      <a:gd name="connsiteY14" fmla="*/ 132207 h 388715"/>
                      <a:gd name="connsiteX15" fmla="*/ 69913 w 277558"/>
                      <a:gd name="connsiteY15" fmla="*/ 388715 h 388715"/>
                      <a:gd name="connsiteX16" fmla="*/ 286 w 277558"/>
                      <a:gd name="connsiteY16" fmla="*/ 388715 h 388715"/>
                      <a:gd name="connsiteX17" fmla="*/ 286 w 277558"/>
                      <a:gd name="connsiteY17" fmla="*/ 24098 h 38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7558" h="388715">
                        <a:moveTo>
                          <a:pt x="0" y="24098"/>
                        </a:moveTo>
                        <a:lnTo>
                          <a:pt x="63341" y="0"/>
                        </a:lnTo>
                        <a:lnTo>
                          <a:pt x="63341" y="74009"/>
                        </a:lnTo>
                        <a:cubicBezTo>
                          <a:pt x="63341" y="76867"/>
                          <a:pt x="65722" y="81343"/>
                          <a:pt x="69723" y="81343"/>
                        </a:cubicBezTo>
                        <a:cubicBezTo>
                          <a:pt x="73438" y="81343"/>
                          <a:pt x="78772" y="75438"/>
                          <a:pt x="82772" y="71056"/>
                        </a:cubicBezTo>
                        <a:lnTo>
                          <a:pt x="98298" y="51625"/>
                        </a:lnTo>
                        <a:cubicBezTo>
                          <a:pt x="122110" y="21050"/>
                          <a:pt x="154686" y="2953"/>
                          <a:pt x="195453" y="2953"/>
                        </a:cubicBezTo>
                        <a:cubicBezTo>
                          <a:pt x="214122" y="2953"/>
                          <a:pt x="232696" y="7334"/>
                          <a:pt x="248126" y="17526"/>
                        </a:cubicBezTo>
                        <a:cubicBezTo>
                          <a:pt x="264223" y="27622"/>
                          <a:pt x="277559" y="44482"/>
                          <a:pt x="277559" y="99441"/>
                        </a:cubicBezTo>
                        <a:lnTo>
                          <a:pt x="277559" y="388620"/>
                        </a:lnTo>
                        <a:lnTo>
                          <a:pt x="209550" y="388620"/>
                        </a:lnTo>
                        <a:lnTo>
                          <a:pt x="209550" y="100965"/>
                        </a:lnTo>
                        <a:cubicBezTo>
                          <a:pt x="209550" y="90773"/>
                          <a:pt x="209550" y="50959"/>
                          <a:pt x="169354" y="50959"/>
                        </a:cubicBezTo>
                        <a:cubicBezTo>
                          <a:pt x="132969" y="50959"/>
                          <a:pt x="103727" y="87249"/>
                          <a:pt x="99917" y="91535"/>
                        </a:cubicBezTo>
                        <a:cubicBezTo>
                          <a:pt x="75914" y="121253"/>
                          <a:pt x="69913" y="131445"/>
                          <a:pt x="69913" y="132207"/>
                        </a:cubicBezTo>
                        <a:lnTo>
                          <a:pt x="69913" y="388715"/>
                        </a:lnTo>
                        <a:lnTo>
                          <a:pt x="286" y="388715"/>
                        </a:lnTo>
                        <a:lnTo>
                          <a:pt x="286" y="24098"/>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2" name="Freeform: Shape 46">
                    <a:extLst>
                      <a:ext uri="{FF2B5EF4-FFF2-40B4-BE49-F238E27FC236}">
                        <a16:creationId xmlns:a16="http://schemas.microsoft.com/office/drawing/2014/main" id="{2E90C2A0-B62D-8DD6-2DAB-DEA3C997DDA1}"/>
                      </a:ext>
                    </a:extLst>
                  </p:cNvPr>
                  <p:cNvSpPr/>
                  <p:nvPr/>
                </p:nvSpPr>
                <p:spPr>
                  <a:xfrm>
                    <a:off x="5518689" y="3196685"/>
                    <a:ext cx="228600" cy="500919"/>
                  </a:xfrm>
                  <a:custGeom>
                    <a:avLst/>
                    <a:gdLst>
                      <a:gd name="connsiteX0" fmla="*/ 95 w 228600"/>
                      <a:gd name="connsiteY0" fmla="*/ 144875 h 500919"/>
                      <a:gd name="connsiteX1" fmla="*/ 58103 w 228600"/>
                      <a:gd name="connsiteY1" fmla="*/ 144875 h 500919"/>
                      <a:gd name="connsiteX2" fmla="*/ 58103 w 228600"/>
                      <a:gd name="connsiteY2" fmla="*/ 58579 h 500919"/>
                      <a:gd name="connsiteX3" fmla="*/ 122872 w 228600"/>
                      <a:gd name="connsiteY3" fmla="*/ 0 h 500919"/>
                      <a:gd name="connsiteX4" fmla="*/ 130588 w 228600"/>
                      <a:gd name="connsiteY4" fmla="*/ 0 h 500919"/>
                      <a:gd name="connsiteX5" fmla="*/ 130588 w 228600"/>
                      <a:gd name="connsiteY5" fmla="*/ 144875 h 500919"/>
                      <a:gd name="connsiteX6" fmla="*/ 194691 w 228600"/>
                      <a:gd name="connsiteY6" fmla="*/ 144875 h 500919"/>
                      <a:gd name="connsiteX7" fmla="*/ 194691 w 228600"/>
                      <a:gd name="connsiteY7" fmla="*/ 186309 h 500919"/>
                      <a:gd name="connsiteX8" fmla="*/ 126778 w 228600"/>
                      <a:gd name="connsiteY8" fmla="*/ 186309 h 500919"/>
                      <a:gd name="connsiteX9" fmla="*/ 126778 w 228600"/>
                      <a:gd name="connsiteY9" fmla="*/ 411671 h 500919"/>
                      <a:gd name="connsiteX10" fmla="*/ 160687 w 228600"/>
                      <a:gd name="connsiteY10" fmla="*/ 445865 h 500919"/>
                      <a:gd name="connsiteX11" fmla="*/ 228600 w 228600"/>
                      <a:gd name="connsiteY11" fmla="*/ 424720 h 500919"/>
                      <a:gd name="connsiteX12" fmla="*/ 228600 w 228600"/>
                      <a:gd name="connsiteY12" fmla="*/ 481965 h 500919"/>
                      <a:gd name="connsiteX13" fmla="*/ 149828 w 228600"/>
                      <a:gd name="connsiteY13" fmla="*/ 500920 h 500919"/>
                      <a:gd name="connsiteX14" fmla="*/ 57055 w 228600"/>
                      <a:gd name="connsiteY14" fmla="*/ 419767 h 500919"/>
                      <a:gd name="connsiteX15" fmla="*/ 57055 w 228600"/>
                      <a:gd name="connsiteY15" fmla="*/ 186309 h 500919"/>
                      <a:gd name="connsiteX16" fmla="*/ 0 w 228600"/>
                      <a:gd name="connsiteY16" fmla="*/ 186309 h 500919"/>
                      <a:gd name="connsiteX17" fmla="*/ 0 w 228600"/>
                      <a:gd name="connsiteY17" fmla="*/ 144875 h 500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8600" h="500919">
                        <a:moveTo>
                          <a:pt x="95" y="144875"/>
                        </a:moveTo>
                        <a:lnTo>
                          <a:pt x="58103" y="144875"/>
                        </a:lnTo>
                        <a:lnTo>
                          <a:pt x="58103" y="58579"/>
                        </a:lnTo>
                        <a:lnTo>
                          <a:pt x="122872" y="0"/>
                        </a:lnTo>
                        <a:lnTo>
                          <a:pt x="130588" y="0"/>
                        </a:lnTo>
                        <a:lnTo>
                          <a:pt x="130588" y="144875"/>
                        </a:lnTo>
                        <a:lnTo>
                          <a:pt x="194691" y="144875"/>
                        </a:lnTo>
                        <a:lnTo>
                          <a:pt x="194691" y="186309"/>
                        </a:lnTo>
                        <a:lnTo>
                          <a:pt x="126778" y="186309"/>
                        </a:lnTo>
                        <a:lnTo>
                          <a:pt x="126778" y="411671"/>
                        </a:lnTo>
                        <a:cubicBezTo>
                          <a:pt x="126778" y="418909"/>
                          <a:pt x="126778" y="445865"/>
                          <a:pt x="160687" y="445865"/>
                        </a:cubicBezTo>
                        <a:cubicBezTo>
                          <a:pt x="183737" y="445865"/>
                          <a:pt x="209264" y="434150"/>
                          <a:pt x="228600" y="424720"/>
                        </a:cubicBezTo>
                        <a:lnTo>
                          <a:pt x="228600" y="481965"/>
                        </a:lnTo>
                        <a:cubicBezTo>
                          <a:pt x="207740" y="492823"/>
                          <a:pt x="172974" y="500920"/>
                          <a:pt x="149828" y="500920"/>
                        </a:cubicBezTo>
                        <a:cubicBezTo>
                          <a:pt x="131254" y="500920"/>
                          <a:pt x="57055" y="495014"/>
                          <a:pt x="57055" y="419767"/>
                        </a:cubicBezTo>
                        <a:lnTo>
                          <a:pt x="57055" y="186309"/>
                        </a:lnTo>
                        <a:lnTo>
                          <a:pt x="0" y="186309"/>
                        </a:lnTo>
                        <a:lnTo>
                          <a:pt x="0" y="14487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3" name="Freeform: Shape 47">
                    <a:extLst>
                      <a:ext uri="{FF2B5EF4-FFF2-40B4-BE49-F238E27FC236}">
                        <a16:creationId xmlns:a16="http://schemas.microsoft.com/office/drawing/2014/main" id="{5BFB07F0-5AF9-CA47-3C85-D35E5F442B0B}"/>
                      </a:ext>
                    </a:extLst>
                  </p:cNvPr>
                  <p:cNvSpPr/>
                  <p:nvPr/>
                </p:nvSpPr>
                <p:spPr>
                  <a:xfrm>
                    <a:off x="5799200" y="3302412"/>
                    <a:ext cx="310419" cy="397287"/>
                  </a:xfrm>
                  <a:custGeom>
                    <a:avLst/>
                    <a:gdLst>
                      <a:gd name="connsiteX0" fmla="*/ 310420 w 310419"/>
                      <a:gd name="connsiteY0" fmla="*/ 205073 h 397287"/>
                      <a:gd name="connsiteX1" fmla="*/ 71057 w 310419"/>
                      <a:gd name="connsiteY1" fmla="*/ 205073 h 397287"/>
                      <a:gd name="connsiteX2" fmla="*/ 168307 w 310419"/>
                      <a:gd name="connsiteY2" fmla="*/ 346519 h 397287"/>
                      <a:gd name="connsiteX3" fmla="*/ 250222 w 310419"/>
                      <a:gd name="connsiteY3" fmla="*/ 314516 h 397287"/>
                      <a:gd name="connsiteX4" fmla="*/ 290417 w 310419"/>
                      <a:gd name="connsiteY4" fmla="*/ 349377 h 397287"/>
                      <a:gd name="connsiteX5" fmla="*/ 158972 w 310419"/>
                      <a:gd name="connsiteY5" fmla="*/ 397288 h 397287"/>
                      <a:gd name="connsiteX6" fmla="*/ 0 w 310419"/>
                      <a:gd name="connsiteY6" fmla="*/ 208788 h 397287"/>
                      <a:gd name="connsiteX7" fmla="*/ 158401 w 310419"/>
                      <a:gd name="connsiteY7" fmla="*/ 0 h 397287"/>
                      <a:gd name="connsiteX8" fmla="*/ 309753 w 310419"/>
                      <a:gd name="connsiteY8" fmla="*/ 170402 h 397287"/>
                      <a:gd name="connsiteX9" fmla="*/ 310420 w 310419"/>
                      <a:gd name="connsiteY9" fmla="*/ 205073 h 397287"/>
                      <a:gd name="connsiteX10" fmla="*/ 240887 w 310419"/>
                      <a:gd name="connsiteY10" fmla="*/ 160973 h 397287"/>
                      <a:gd name="connsiteX11" fmla="*/ 159925 w 310419"/>
                      <a:gd name="connsiteY11" fmla="*/ 47054 h 397287"/>
                      <a:gd name="connsiteX12" fmla="*/ 87154 w 310419"/>
                      <a:gd name="connsiteY12" fmla="*/ 94869 h 397287"/>
                      <a:gd name="connsiteX13" fmla="*/ 73152 w 310419"/>
                      <a:gd name="connsiteY13" fmla="*/ 160877 h 397287"/>
                      <a:gd name="connsiteX14" fmla="*/ 240887 w 310419"/>
                      <a:gd name="connsiteY14" fmla="*/ 160877 h 39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419" h="397287">
                        <a:moveTo>
                          <a:pt x="310420" y="205073"/>
                        </a:moveTo>
                        <a:lnTo>
                          <a:pt x="71057" y="205073"/>
                        </a:lnTo>
                        <a:cubicBezTo>
                          <a:pt x="70295" y="289846"/>
                          <a:pt x="96583" y="346519"/>
                          <a:pt x="168307" y="346519"/>
                        </a:cubicBezTo>
                        <a:cubicBezTo>
                          <a:pt x="215456" y="346519"/>
                          <a:pt x="237744" y="325469"/>
                          <a:pt x="250222" y="314516"/>
                        </a:cubicBezTo>
                        <a:lnTo>
                          <a:pt x="290417" y="349377"/>
                        </a:lnTo>
                        <a:cubicBezTo>
                          <a:pt x="264223" y="371189"/>
                          <a:pt x="232505" y="397288"/>
                          <a:pt x="158972" y="397288"/>
                        </a:cubicBezTo>
                        <a:cubicBezTo>
                          <a:pt x="65627" y="397288"/>
                          <a:pt x="0" y="327660"/>
                          <a:pt x="0" y="208788"/>
                        </a:cubicBezTo>
                        <a:cubicBezTo>
                          <a:pt x="0" y="16097"/>
                          <a:pt x="122111" y="0"/>
                          <a:pt x="158401" y="0"/>
                        </a:cubicBezTo>
                        <a:cubicBezTo>
                          <a:pt x="255651" y="0"/>
                          <a:pt x="307372" y="77533"/>
                          <a:pt x="309753" y="170402"/>
                        </a:cubicBezTo>
                        <a:lnTo>
                          <a:pt x="310420" y="205073"/>
                        </a:lnTo>
                        <a:close/>
                        <a:moveTo>
                          <a:pt x="240887" y="160973"/>
                        </a:moveTo>
                        <a:cubicBezTo>
                          <a:pt x="240887" y="95726"/>
                          <a:pt x="214694" y="47054"/>
                          <a:pt x="159925" y="47054"/>
                        </a:cubicBezTo>
                        <a:cubicBezTo>
                          <a:pt x="126587" y="47054"/>
                          <a:pt x="100394" y="65913"/>
                          <a:pt x="87154" y="94869"/>
                        </a:cubicBezTo>
                        <a:cubicBezTo>
                          <a:pt x="74771" y="122396"/>
                          <a:pt x="73914" y="147733"/>
                          <a:pt x="73152" y="160877"/>
                        </a:cubicBezTo>
                        <a:lnTo>
                          <a:pt x="240887" y="160877"/>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4" name="Freeform: Shape 48">
                    <a:extLst>
                      <a:ext uri="{FF2B5EF4-FFF2-40B4-BE49-F238E27FC236}">
                        <a16:creationId xmlns:a16="http://schemas.microsoft.com/office/drawing/2014/main" id="{4973FC47-8C1B-0D67-8A4C-042A5B687AE5}"/>
                      </a:ext>
                    </a:extLst>
                  </p:cNvPr>
                  <p:cNvSpPr/>
                  <p:nvPr/>
                </p:nvSpPr>
                <p:spPr>
                  <a:xfrm>
                    <a:off x="6179914" y="3302508"/>
                    <a:ext cx="305942" cy="497871"/>
                  </a:xfrm>
                  <a:custGeom>
                    <a:avLst/>
                    <a:gdLst>
                      <a:gd name="connsiteX0" fmla="*/ 250317 w 305942"/>
                      <a:gd name="connsiteY0" fmla="*/ 7239 h 497871"/>
                      <a:gd name="connsiteX1" fmla="*/ 305943 w 305942"/>
                      <a:gd name="connsiteY1" fmla="*/ 7239 h 497871"/>
                      <a:gd name="connsiteX2" fmla="*/ 305943 w 305942"/>
                      <a:gd name="connsiteY2" fmla="*/ 348615 h 497871"/>
                      <a:gd name="connsiteX3" fmla="*/ 296704 w 305942"/>
                      <a:gd name="connsiteY3" fmla="*/ 412432 h 497871"/>
                      <a:gd name="connsiteX4" fmla="*/ 229457 w 305942"/>
                      <a:gd name="connsiteY4" fmla="*/ 481298 h 497871"/>
                      <a:gd name="connsiteX5" fmla="*/ 139922 w 305942"/>
                      <a:gd name="connsiteY5" fmla="*/ 497872 h 497871"/>
                      <a:gd name="connsiteX6" fmla="*/ 44958 w 305942"/>
                      <a:gd name="connsiteY6" fmla="*/ 486346 h 497871"/>
                      <a:gd name="connsiteX7" fmla="*/ 44958 w 305942"/>
                      <a:gd name="connsiteY7" fmla="*/ 420338 h 497871"/>
                      <a:gd name="connsiteX8" fmla="*/ 73533 w 305942"/>
                      <a:gd name="connsiteY8" fmla="*/ 420338 h 497871"/>
                      <a:gd name="connsiteX9" fmla="*/ 140684 w 305942"/>
                      <a:gd name="connsiteY9" fmla="*/ 447104 h 497871"/>
                      <a:gd name="connsiteX10" fmla="*/ 204692 w 305942"/>
                      <a:gd name="connsiteY10" fmla="*/ 429863 h 497871"/>
                      <a:gd name="connsiteX11" fmla="*/ 237935 w 305942"/>
                      <a:gd name="connsiteY11" fmla="*/ 348615 h 497871"/>
                      <a:gd name="connsiteX12" fmla="*/ 237935 w 305942"/>
                      <a:gd name="connsiteY12" fmla="*/ 293561 h 497871"/>
                      <a:gd name="connsiteX13" fmla="*/ 234887 w 305942"/>
                      <a:gd name="connsiteY13" fmla="*/ 289846 h 497871"/>
                      <a:gd name="connsiteX14" fmla="*/ 221742 w 305942"/>
                      <a:gd name="connsiteY14" fmla="*/ 302895 h 497871"/>
                      <a:gd name="connsiteX15" fmla="*/ 129826 w 305942"/>
                      <a:gd name="connsiteY15" fmla="*/ 349377 h 497871"/>
                      <a:gd name="connsiteX16" fmla="*/ 23146 w 305942"/>
                      <a:gd name="connsiteY16" fmla="*/ 281273 h 497871"/>
                      <a:gd name="connsiteX17" fmla="*/ 0 w 305942"/>
                      <a:gd name="connsiteY17" fmla="*/ 158782 h 497871"/>
                      <a:gd name="connsiteX18" fmla="*/ 128302 w 305942"/>
                      <a:gd name="connsiteY18" fmla="*/ 0 h 497871"/>
                      <a:gd name="connsiteX19" fmla="*/ 232505 w 305942"/>
                      <a:gd name="connsiteY19" fmla="*/ 59436 h 497871"/>
                      <a:gd name="connsiteX20" fmla="*/ 243269 w 305942"/>
                      <a:gd name="connsiteY20" fmla="*/ 73247 h 497871"/>
                      <a:gd name="connsiteX21" fmla="*/ 250222 w 305942"/>
                      <a:gd name="connsiteY21" fmla="*/ 63817 h 497871"/>
                      <a:gd name="connsiteX22" fmla="*/ 250222 w 305942"/>
                      <a:gd name="connsiteY22" fmla="*/ 7239 h 497871"/>
                      <a:gd name="connsiteX23" fmla="*/ 240982 w 305942"/>
                      <a:gd name="connsiteY23" fmla="*/ 174593 h 497871"/>
                      <a:gd name="connsiteX24" fmla="*/ 149162 w 305942"/>
                      <a:gd name="connsiteY24" fmla="*/ 48482 h 497871"/>
                      <a:gd name="connsiteX25" fmla="*/ 68771 w 305942"/>
                      <a:gd name="connsiteY25" fmla="*/ 184690 h 497871"/>
                      <a:gd name="connsiteX26" fmla="*/ 148495 w 305942"/>
                      <a:gd name="connsiteY26" fmla="*/ 296418 h 497871"/>
                      <a:gd name="connsiteX27" fmla="*/ 240982 w 305942"/>
                      <a:gd name="connsiteY27" fmla="*/ 174593 h 49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5942" h="497871">
                        <a:moveTo>
                          <a:pt x="250317" y="7239"/>
                        </a:moveTo>
                        <a:lnTo>
                          <a:pt x="305943" y="7239"/>
                        </a:lnTo>
                        <a:lnTo>
                          <a:pt x="305943" y="348615"/>
                        </a:lnTo>
                        <a:cubicBezTo>
                          <a:pt x="305943" y="369665"/>
                          <a:pt x="298990" y="405194"/>
                          <a:pt x="296704" y="412432"/>
                        </a:cubicBezTo>
                        <a:cubicBezTo>
                          <a:pt x="295942" y="416052"/>
                          <a:pt x="281178" y="460915"/>
                          <a:pt x="229457" y="481298"/>
                        </a:cubicBezTo>
                        <a:cubicBezTo>
                          <a:pt x="218599" y="485680"/>
                          <a:pt x="187738" y="497872"/>
                          <a:pt x="139922" y="497872"/>
                        </a:cubicBezTo>
                        <a:cubicBezTo>
                          <a:pt x="126682" y="497872"/>
                          <a:pt x="85058" y="496348"/>
                          <a:pt x="44958" y="486346"/>
                        </a:cubicBezTo>
                        <a:lnTo>
                          <a:pt x="44958" y="420338"/>
                        </a:lnTo>
                        <a:lnTo>
                          <a:pt x="73533" y="420338"/>
                        </a:lnTo>
                        <a:cubicBezTo>
                          <a:pt x="84296" y="433388"/>
                          <a:pt x="96774" y="447104"/>
                          <a:pt x="140684" y="447104"/>
                        </a:cubicBezTo>
                        <a:cubicBezTo>
                          <a:pt x="178594" y="447104"/>
                          <a:pt x="202406" y="431197"/>
                          <a:pt x="204692" y="429863"/>
                        </a:cubicBezTo>
                        <a:cubicBezTo>
                          <a:pt x="237935" y="408051"/>
                          <a:pt x="237935" y="366141"/>
                          <a:pt x="237935" y="348615"/>
                        </a:cubicBezTo>
                        <a:lnTo>
                          <a:pt x="237935" y="293561"/>
                        </a:lnTo>
                        <a:lnTo>
                          <a:pt x="234887" y="289846"/>
                        </a:lnTo>
                        <a:cubicBezTo>
                          <a:pt x="229457" y="289846"/>
                          <a:pt x="228790" y="291370"/>
                          <a:pt x="221742" y="302895"/>
                        </a:cubicBezTo>
                        <a:cubicBezTo>
                          <a:pt x="214789" y="314515"/>
                          <a:pt x="186119" y="349377"/>
                          <a:pt x="129826" y="349377"/>
                        </a:cubicBezTo>
                        <a:cubicBezTo>
                          <a:pt x="77343" y="349377"/>
                          <a:pt x="42386" y="317468"/>
                          <a:pt x="23146" y="281273"/>
                        </a:cubicBezTo>
                        <a:cubicBezTo>
                          <a:pt x="1714" y="240602"/>
                          <a:pt x="0" y="197929"/>
                          <a:pt x="0" y="158782"/>
                        </a:cubicBezTo>
                        <a:cubicBezTo>
                          <a:pt x="0" y="68104"/>
                          <a:pt x="58007" y="0"/>
                          <a:pt x="128302" y="0"/>
                        </a:cubicBezTo>
                        <a:cubicBezTo>
                          <a:pt x="190119" y="0"/>
                          <a:pt x="216313" y="30385"/>
                          <a:pt x="232505" y="59436"/>
                        </a:cubicBezTo>
                        <a:cubicBezTo>
                          <a:pt x="238792" y="69628"/>
                          <a:pt x="238792" y="71056"/>
                          <a:pt x="243269" y="73247"/>
                        </a:cubicBezTo>
                        <a:cubicBezTo>
                          <a:pt x="246317" y="71818"/>
                          <a:pt x="250222" y="70294"/>
                          <a:pt x="250222" y="63817"/>
                        </a:cubicBezTo>
                        <a:lnTo>
                          <a:pt x="250222" y="7239"/>
                        </a:lnTo>
                        <a:close/>
                        <a:moveTo>
                          <a:pt x="240982" y="174593"/>
                        </a:moveTo>
                        <a:cubicBezTo>
                          <a:pt x="240982" y="86201"/>
                          <a:pt x="198596" y="48482"/>
                          <a:pt x="149162" y="48482"/>
                        </a:cubicBezTo>
                        <a:cubicBezTo>
                          <a:pt x="68771" y="48482"/>
                          <a:pt x="68771" y="151352"/>
                          <a:pt x="68771" y="184690"/>
                        </a:cubicBezTo>
                        <a:cubicBezTo>
                          <a:pt x="68771" y="208693"/>
                          <a:pt x="74867" y="296418"/>
                          <a:pt x="148495" y="296418"/>
                        </a:cubicBezTo>
                        <a:cubicBezTo>
                          <a:pt x="174593" y="296418"/>
                          <a:pt x="240982" y="279082"/>
                          <a:pt x="240982" y="174593"/>
                        </a:cubicBez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5" name="Freeform: Shape 49">
                    <a:extLst>
                      <a:ext uri="{FF2B5EF4-FFF2-40B4-BE49-F238E27FC236}">
                        <a16:creationId xmlns:a16="http://schemas.microsoft.com/office/drawing/2014/main" id="{68C54064-A3A9-0CEC-4D76-A9FE4DA8149F}"/>
                      </a:ext>
                    </a:extLst>
                  </p:cNvPr>
                  <p:cNvSpPr/>
                  <p:nvPr/>
                </p:nvSpPr>
                <p:spPr>
                  <a:xfrm>
                    <a:off x="6592442" y="3301079"/>
                    <a:ext cx="213169" cy="389096"/>
                  </a:xfrm>
                  <a:custGeom>
                    <a:avLst/>
                    <a:gdLst>
                      <a:gd name="connsiteX0" fmla="*/ 0 w 213169"/>
                      <a:gd name="connsiteY0" fmla="*/ 24670 h 389096"/>
                      <a:gd name="connsiteX1" fmla="*/ 64961 w 213169"/>
                      <a:gd name="connsiteY1" fmla="*/ 0 h 389096"/>
                      <a:gd name="connsiteX2" fmla="*/ 64961 w 213169"/>
                      <a:gd name="connsiteY2" fmla="*/ 89345 h 389096"/>
                      <a:gd name="connsiteX3" fmla="*/ 213170 w 213169"/>
                      <a:gd name="connsiteY3" fmla="*/ 0 h 389096"/>
                      <a:gd name="connsiteX4" fmla="*/ 213170 w 213169"/>
                      <a:gd name="connsiteY4" fmla="*/ 76295 h 389096"/>
                      <a:gd name="connsiteX5" fmla="*/ 187643 w 213169"/>
                      <a:gd name="connsiteY5" fmla="*/ 74104 h 389096"/>
                      <a:gd name="connsiteX6" fmla="*/ 71819 w 213169"/>
                      <a:gd name="connsiteY6" fmla="*/ 141542 h 389096"/>
                      <a:gd name="connsiteX7" fmla="*/ 71819 w 213169"/>
                      <a:gd name="connsiteY7" fmla="*/ 389096 h 389096"/>
                      <a:gd name="connsiteX8" fmla="*/ 95 w 213169"/>
                      <a:gd name="connsiteY8" fmla="*/ 389096 h 389096"/>
                      <a:gd name="connsiteX9" fmla="*/ 95 w 213169"/>
                      <a:gd name="connsiteY9" fmla="*/ 24670 h 38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169" h="389096">
                        <a:moveTo>
                          <a:pt x="0" y="24670"/>
                        </a:moveTo>
                        <a:lnTo>
                          <a:pt x="64961" y="0"/>
                        </a:lnTo>
                        <a:lnTo>
                          <a:pt x="64961" y="89345"/>
                        </a:lnTo>
                        <a:cubicBezTo>
                          <a:pt x="64961" y="93726"/>
                          <a:pt x="118872" y="2381"/>
                          <a:pt x="213170" y="0"/>
                        </a:cubicBezTo>
                        <a:lnTo>
                          <a:pt x="213170" y="76295"/>
                        </a:lnTo>
                        <a:cubicBezTo>
                          <a:pt x="204692" y="74771"/>
                          <a:pt x="196215" y="74104"/>
                          <a:pt x="187643" y="74104"/>
                        </a:cubicBezTo>
                        <a:cubicBezTo>
                          <a:pt x="139922" y="74104"/>
                          <a:pt x="100489" y="104584"/>
                          <a:pt x="71819" y="141542"/>
                        </a:cubicBezTo>
                        <a:lnTo>
                          <a:pt x="71819" y="389096"/>
                        </a:lnTo>
                        <a:lnTo>
                          <a:pt x="95" y="389096"/>
                        </a:lnTo>
                        <a:lnTo>
                          <a:pt x="95" y="2467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6" name="Freeform: Shape 50">
                    <a:extLst>
                      <a:ext uri="{FF2B5EF4-FFF2-40B4-BE49-F238E27FC236}">
                        <a16:creationId xmlns:a16="http://schemas.microsoft.com/office/drawing/2014/main" id="{F77BA3C4-B14E-62E0-34EA-962B63A5D849}"/>
                      </a:ext>
                    </a:extLst>
                  </p:cNvPr>
                  <p:cNvSpPr/>
                  <p:nvPr/>
                </p:nvSpPr>
                <p:spPr>
                  <a:xfrm>
                    <a:off x="6842759" y="3301841"/>
                    <a:ext cx="337661" cy="396430"/>
                  </a:xfrm>
                  <a:custGeom>
                    <a:avLst/>
                    <a:gdLst>
                      <a:gd name="connsiteX0" fmla="*/ 302895 w 337661"/>
                      <a:gd name="connsiteY0" fmla="*/ 303562 h 396430"/>
                      <a:gd name="connsiteX1" fmla="*/ 337661 w 337661"/>
                      <a:gd name="connsiteY1" fmla="*/ 344900 h 396430"/>
                      <a:gd name="connsiteX2" fmla="*/ 337661 w 337661"/>
                      <a:gd name="connsiteY2" fmla="*/ 396430 h 396430"/>
                      <a:gd name="connsiteX3" fmla="*/ 258794 w 337661"/>
                      <a:gd name="connsiteY3" fmla="*/ 371094 h 396430"/>
                      <a:gd name="connsiteX4" fmla="*/ 238601 w 337661"/>
                      <a:gd name="connsiteY4" fmla="*/ 333280 h 396430"/>
                      <a:gd name="connsiteX5" fmla="*/ 236315 w 337661"/>
                      <a:gd name="connsiteY5" fmla="*/ 331946 h 396430"/>
                      <a:gd name="connsiteX6" fmla="*/ 210788 w 337661"/>
                      <a:gd name="connsiteY6" fmla="*/ 354425 h 396430"/>
                      <a:gd name="connsiteX7" fmla="*/ 98012 w 337661"/>
                      <a:gd name="connsiteY7" fmla="*/ 395764 h 396430"/>
                      <a:gd name="connsiteX8" fmla="*/ 0 w 337661"/>
                      <a:gd name="connsiteY8" fmla="*/ 302895 h 396430"/>
                      <a:gd name="connsiteX9" fmla="*/ 59436 w 337661"/>
                      <a:gd name="connsiteY9" fmla="*/ 195739 h 396430"/>
                      <a:gd name="connsiteX10" fmla="*/ 231743 w 337661"/>
                      <a:gd name="connsiteY10" fmla="*/ 153638 h 396430"/>
                      <a:gd name="connsiteX11" fmla="*/ 231743 w 337661"/>
                      <a:gd name="connsiteY11" fmla="*/ 104394 h 396430"/>
                      <a:gd name="connsiteX12" fmla="*/ 168402 w 337661"/>
                      <a:gd name="connsiteY12" fmla="*/ 52197 h 396430"/>
                      <a:gd name="connsiteX13" fmla="*/ 51816 w 337661"/>
                      <a:gd name="connsiteY13" fmla="*/ 92012 h 396430"/>
                      <a:gd name="connsiteX14" fmla="*/ 21622 w 337661"/>
                      <a:gd name="connsiteY14" fmla="*/ 43529 h 396430"/>
                      <a:gd name="connsiteX15" fmla="*/ 172974 w 337661"/>
                      <a:gd name="connsiteY15" fmla="*/ 0 h 396430"/>
                      <a:gd name="connsiteX16" fmla="*/ 265557 w 337661"/>
                      <a:gd name="connsiteY16" fmla="*/ 25432 h 396430"/>
                      <a:gd name="connsiteX17" fmla="*/ 302800 w 337661"/>
                      <a:gd name="connsiteY17" fmla="*/ 112395 h 396430"/>
                      <a:gd name="connsiteX18" fmla="*/ 302800 w 337661"/>
                      <a:gd name="connsiteY18" fmla="*/ 303562 h 396430"/>
                      <a:gd name="connsiteX19" fmla="*/ 231743 w 337661"/>
                      <a:gd name="connsiteY19" fmla="*/ 192024 h 396430"/>
                      <a:gd name="connsiteX20" fmla="*/ 70295 w 337661"/>
                      <a:gd name="connsiteY20" fmla="*/ 289846 h 396430"/>
                      <a:gd name="connsiteX21" fmla="*/ 130493 w 337661"/>
                      <a:gd name="connsiteY21" fmla="*/ 349282 h 396430"/>
                      <a:gd name="connsiteX22" fmla="*/ 231743 w 337661"/>
                      <a:gd name="connsiteY22" fmla="*/ 295656 h 396430"/>
                      <a:gd name="connsiteX23" fmla="*/ 231743 w 337661"/>
                      <a:gd name="connsiteY23" fmla="*/ 192024 h 3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37661" h="396430">
                        <a:moveTo>
                          <a:pt x="302895" y="303562"/>
                        </a:moveTo>
                        <a:cubicBezTo>
                          <a:pt x="302895" y="323278"/>
                          <a:pt x="302895" y="346424"/>
                          <a:pt x="337661" y="344900"/>
                        </a:cubicBezTo>
                        <a:lnTo>
                          <a:pt x="337661" y="396430"/>
                        </a:lnTo>
                        <a:cubicBezTo>
                          <a:pt x="303657" y="394907"/>
                          <a:pt x="279654" y="392716"/>
                          <a:pt x="258794" y="371094"/>
                        </a:cubicBezTo>
                        <a:cubicBezTo>
                          <a:pt x="252603" y="365284"/>
                          <a:pt x="240983" y="350711"/>
                          <a:pt x="238601" y="333280"/>
                        </a:cubicBezTo>
                        <a:lnTo>
                          <a:pt x="236315" y="331946"/>
                        </a:lnTo>
                        <a:cubicBezTo>
                          <a:pt x="231743" y="334804"/>
                          <a:pt x="214694" y="351377"/>
                          <a:pt x="210788" y="354425"/>
                        </a:cubicBezTo>
                        <a:cubicBezTo>
                          <a:pt x="164497" y="392144"/>
                          <a:pt x="134398" y="395764"/>
                          <a:pt x="98012" y="395764"/>
                        </a:cubicBezTo>
                        <a:cubicBezTo>
                          <a:pt x="40767" y="395764"/>
                          <a:pt x="0" y="351473"/>
                          <a:pt x="0" y="302895"/>
                        </a:cubicBezTo>
                        <a:cubicBezTo>
                          <a:pt x="0" y="255937"/>
                          <a:pt x="23813" y="220313"/>
                          <a:pt x="59436" y="195739"/>
                        </a:cubicBezTo>
                        <a:cubicBezTo>
                          <a:pt x="103537" y="165259"/>
                          <a:pt x="165259" y="154305"/>
                          <a:pt x="231743" y="153638"/>
                        </a:cubicBezTo>
                        <a:lnTo>
                          <a:pt x="231743" y="104394"/>
                        </a:lnTo>
                        <a:cubicBezTo>
                          <a:pt x="231743" y="89154"/>
                          <a:pt x="231743" y="52197"/>
                          <a:pt x="168402" y="52197"/>
                        </a:cubicBezTo>
                        <a:cubicBezTo>
                          <a:pt x="128206" y="52197"/>
                          <a:pt x="86487" y="71818"/>
                          <a:pt x="51816" y="92012"/>
                        </a:cubicBezTo>
                        <a:lnTo>
                          <a:pt x="21622" y="43529"/>
                        </a:lnTo>
                        <a:cubicBezTo>
                          <a:pt x="71819" y="18097"/>
                          <a:pt x="108013" y="0"/>
                          <a:pt x="172974" y="0"/>
                        </a:cubicBezTo>
                        <a:cubicBezTo>
                          <a:pt x="201644" y="0"/>
                          <a:pt x="240887" y="7239"/>
                          <a:pt x="265557" y="25432"/>
                        </a:cubicBezTo>
                        <a:cubicBezTo>
                          <a:pt x="294227" y="46482"/>
                          <a:pt x="302800" y="74771"/>
                          <a:pt x="302800" y="112395"/>
                        </a:cubicBezTo>
                        <a:lnTo>
                          <a:pt x="302800" y="303562"/>
                        </a:lnTo>
                        <a:close/>
                        <a:moveTo>
                          <a:pt x="231743" y="192024"/>
                        </a:moveTo>
                        <a:cubicBezTo>
                          <a:pt x="146685" y="192691"/>
                          <a:pt x="70295" y="223171"/>
                          <a:pt x="70295" y="289846"/>
                        </a:cubicBezTo>
                        <a:cubicBezTo>
                          <a:pt x="70295" y="321564"/>
                          <a:pt x="93440" y="349282"/>
                          <a:pt x="130493" y="349282"/>
                        </a:cubicBezTo>
                        <a:cubicBezTo>
                          <a:pt x="175260" y="349282"/>
                          <a:pt x="210788" y="315182"/>
                          <a:pt x="231743" y="295656"/>
                        </a:cubicBezTo>
                        <a:lnTo>
                          <a:pt x="231743" y="192024"/>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7" name="Freeform: Shape 51">
                    <a:extLst>
                      <a:ext uri="{FF2B5EF4-FFF2-40B4-BE49-F238E27FC236}">
                        <a16:creationId xmlns:a16="http://schemas.microsoft.com/office/drawing/2014/main" id="{2518C706-BC80-7038-5A04-51B395A13DB3}"/>
                      </a:ext>
                    </a:extLst>
                  </p:cNvPr>
                  <p:cNvSpPr/>
                  <p:nvPr/>
                </p:nvSpPr>
                <p:spPr>
                  <a:xfrm>
                    <a:off x="7219759" y="3196685"/>
                    <a:ext cx="228600" cy="500919"/>
                  </a:xfrm>
                  <a:custGeom>
                    <a:avLst/>
                    <a:gdLst>
                      <a:gd name="connsiteX0" fmla="*/ 0 w 228600"/>
                      <a:gd name="connsiteY0" fmla="*/ 144875 h 500919"/>
                      <a:gd name="connsiteX1" fmla="*/ 57817 w 228600"/>
                      <a:gd name="connsiteY1" fmla="*/ 144875 h 500919"/>
                      <a:gd name="connsiteX2" fmla="*/ 57817 w 228600"/>
                      <a:gd name="connsiteY2" fmla="*/ 58579 h 500919"/>
                      <a:gd name="connsiteX3" fmla="*/ 122872 w 228600"/>
                      <a:gd name="connsiteY3" fmla="*/ 0 h 500919"/>
                      <a:gd name="connsiteX4" fmla="*/ 130492 w 228600"/>
                      <a:gd name="connsiteY4" fmla="*/ 0 h 500919"/>
                      <a:gd name="connsiteX5" fmla="*/ 130492 w 228600"/>
                      <a:gd name="connsiteY5" fmla="*/ 144875 h 500919"/>
                      <a:gd name="connsiteX6" fmla="*/ 194596 w 228600"/>
                      <a:gd name="connsiteY6" fmla="*/ 144875 h 500919"/>
                      <a:gd name="connsiteX7" fmla="*/ 194596 w 228600"/>
                      <a:gd name="connsiteY7" fmla="*/ 186309 h 500919"/>
                      <a:gd name="connsiteX8" fmla="*/ 126587 w 228600"/>
                      <a:gd name="connsiteY8" fmla="*/ 186309 h 500919"/>
                      <a:gd name="connsiteX9" fmla="*/ 126587 w 228600"/>
                      <a:gd name="connsiteY9" fmla="*/ 411671 h 500919"/>
                      <a:gd name="connsiteX10" fmla="*/ 160687 w 228600"/>
                      <a:gd name="connsiteY10" fmla="*/ 445865 h 500919"/>
                      <a:gd name="connsiteX11" fmla="*/ 228600 w 228600"/>
                      <a:gd name="connsiteY11" fmla="*/ 424720 h 500919"/>
                      <a:gd name="connsiteX12" fmla="*/ 228600 w 228600"/>
                      <a:gd name="connsiteY12" fmla="*/ 481965 h 500919"/>
                      <a:gd name="connsiteX13" fmla="*/ 149828 w 228600"/>
                      <a:gd name="connsiteY13" fmla="*/ 500920 h 500919"/>
                      <a:gd name="connsiteX14" fmla="*/ 57245 w 228600"/>
                      <a:gd name="connsiteY14" fmla="*/ 419767 h 500919"/>
                      <a:gd name="connsiteX15" fmla="*/ 57245 w 228600"/>
                      <a:gd name="connsiteY15" fmla="*/ 186309 h 500919"/>
                      <a:gd name="connsiteX16" fmla="*/ 0 w 228600"/>
                      <a:gd name="connsiteY16" fmla="*/ 186309 h 500919"/>
                      <a:gd name="connsiteX17" fmla="*/ 0 w 228600"/>
                      <a:gd name="connsiteY17" fmla="*/ 144875 h 500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8600" h="500919">
                        <a:moveTo>
                          <a:pt x="0" y="144875"/>
                        </a:moveTo>
                        <a:lnTo>
                          <a:pt x="57817" y="144875"/>
                        </a:lnTo>
                        <a:lnTo>
                          <a:pt x="57817" y="58579"/>
                        </a:lnTo>
                        <a:lnTo>
                          <a:pt x="122872" y="0"/>
                        </a:lnTo>
                        <a:lnTo>
                          <a:pt x="130492" y="0"/>
                        </a:lnTo>
                        <a:lnTo>
                          <a:pt x="130492" y="144875"/>
                        </a:lnTo>
                        <a:lnTo>
                          <a:pt x="194596" y="144875"/>
                        </a:lnTo>
                        <a:lnTo>
                          <a:pt x="194596" y="186309"/>
                        </a:lnTo>
                        <a:lnTo>
                          <a:pt x="126587" y="186309"/>
                        </a:lnTo>
                        <a:lnTo>
                          <a:pt x="126587" y="411671"/>
                        </a:lnTo>
                        <a:cubicBezTo>
                          <a:pt x="126587" y="418909"/>
                          <a:pt x="126587" y="445865"/>
                          <a:pt x="160687" y="445865"/>
                        </a:cubicBezTo>
                        <a:cubicBezTo>
                          <a:pt x="183642" y="445865"/>
                          <a:pt x="209169" y="434150"/>
                          <a:pt x="228600" y="424720"/>
                        </a:cubicBezTo>
                        <a:lnTo>
                          <a:pt x="228600" y="481965"/>
                        </a:lnTo>
                        <a:cubicBezTo>
                          <a:pt x="207740" y="492823"/>
                          <a:pt x="172974" y="500920"/>
                          <a:pt x="149828" y="500920"/>
                        </a:cubicBezTo>
                        <a:cubicBezTo>
                          <a:pt x="131254" y="500920"/>
                          <a:pt x="57245" y="495014"/>
                          <a:pt x="57245" y="419767"/>
                        </a:cubicBezTo>
                        <a:lnTo>
                          <a:pt x="57245" y="186309"/>
                        </a:lnTo>
                        <a:lnTo>
                          <a:pt x="0" y="186309"/>
                        </a:lnTo>
                        <a:lnTo>
                          <a:pt x="0" y="14487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8" name="Freeform: Shape 52">
                    <a:extLst>
                      <a:ext uri="{FF2B5EF4-FFF2-40B4-BE49-F238E27FC236}">
                        <a16:creationId xmlns:a16="http://schemas.microsoft.com/office/drawing/2014/main" id="{430DDCFE-8EC8-1A3F-93FE-39861C8DC13A}"/>
                      </a:ext>
                    </a:extLst>
                  </p:cNvPr>
                  <p:cNvSpPr/>
                  <p:nvPr/>
                </p:nvSpPr>
                <p:spPr>
                  <a:xfrm>
                    <a:off x="7541037" y="3171920"/>
                    <a:ext cx="69532" cy="518255"/>
                  </a:xfrm>
                  <a:custGeom>
                    <a:avLst/>
                    <a:gdLst>
                      <a:gd name="connsiteX0" fmla="*/ 95 w 69532"/>
                      <a:gd name="connsiteY0" fmla="*/ 0 h 518255"/>
                      <a:gd name="connsiteX1" fmla="*/ 69437 w 69532"/>
                      <a:gd name="connsiteY1" fmla="*/ 0 h 518255"/>
                      <a:gd name="connsiteX2" fmla="*/ 69437 w 69532"/>
                      <a:gd name="connsiteY2" fmla="*/ 68866 h 518255"/>
                      <a:gd name="connsiteX3" fmla="*/ 95 w 69532"/>
                      <a:gd name="connsiteY3" fmla="*/ 68866 h 518255"/>
                      <a:gd name="connsiteX4" fmla="*/ 95 w 69532"/>
                      <a:gd name="connsiteY4" fmla="*/ 0 h 518255"/>
                      <a:gd name="connsiteX5" fmla="*/ 0 w 69532"/>
                      <a:gd name="connsiteY5" fmla="*/ 139160 h 518255"/>
                      <a:gd name="connsiteX6" fmla="*/ 69533 w 69532"/>
                      <a:gd name="connsiteY6" fmla="*/ 139160 h 518255"/>
                      <a:gd name="connsiteX7" fmla="*/ 69533 w 69532"/>
                      <a:gd name="connsiteY7" fmla="*/ 518255 h 518255"/>
                      <a:gd name="connsiteX8" fmla="*/ 0 w 69532"/>
                      <a:gd name="connsiteY8" fmla="*/ 518255 h 518255"/>
                      <a:gd name="connsiteX9" fmla="*/ 0 w 69532"/>
                      <a:gd name="connsiteY9" fmla="*/ 139160 h 51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2" h="518255">
                        <a:moveTo>
                          <a:pt x="95" y="0"/>
                        </a:moveTo>
                        <a:lnTo>
                          <a:pt x="69437" y="0"/>
                        </a:lnTo>
                        <a:lnTo>
                          <a:pt x="69437" y="68866"/>
                        </a:lnTo>
                        <a:lnTo>
                          <a:pt x="95" y="68866"/>
                        </a:lnTo>
                        <a:lnTo>
                          <a:pt x="95" y="0"/>
                        </a:lnTo>
                        <a:close/>
                        <a:moveTo>
                          <a:pt x="0" y="139160"/>
                        </a:moveTo>
                        <a:lnTo>
                          <a:pt x="69533" y="139160"/>
                        </a:lnTo>
                        <a:lnTo>
                          <a:pt x="69533" y="518255"/>
                        </a:lnTo>
                        <a:lnTo>
                          <a:pt x="0" y="518255"/>
                        </a:lnTo>
                        <a:lnTo>
                          <a:pt x="0" y="13916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9" name="Freeform: Shape 53">
                    <a:extLst>
                      <a:ext uri="{FF2B5EF4-FFF2-40B4-BE49-F238E27FC236}">
                        <a16:creationId xmlns:a16="http://schemas.microsoft.com/office/drawing/2014/main" id="{2CD6A41F-6F43-0B21-49E1-D7B5D3E4154F}"/>
                      </a:ext>
                    </a:extLst>
                  </p:cNvPr>
                  <p:cNvSpPr/>
                  <p:nvPr/>
                </p:nvSpPr>
                <p:spPr>
                  <a:xfrm>
                    <a:off x="7715630" y="3301650"/>
                    <a:ext cx="319849" cy="396620"/>
                  </a:xfrm>
                  <a:custGeom>
                    <a:avLst/>
                    <a:gdLst>
                      <a:gd name="connsiteX0" fmla="*/ 155257 w 319849"/>
                      <a:gd name="connsiteY0" fmla="*/ 0 h 396620"/>
                      <a:gd name="connsiteX1" fmla="*/ 289750 w 319849"/>
                      <a:gd name="connsiteY1" fmla="*/ 74676 h 396620"/>
                      <a:gd name="connsiteX2" fmla="*/ 319849 w 319849"/>
                      <a:gd name="connsiteY2" fmla="*/ 200787 h 396620"/>
                      <a:gd name="connsiteX3" fmla="*/ 158496 w 319849"/>
                      <a:gd name="connsiteY3" fmla="*/ 396621 h 396620"/>
                      <a:gd name="connsiteX4" fmla="*/ 43243 w 319849"/>
                      <a:gd name="connsiteY4" fmla="*/ 344233 h 396620"/>
                      <a:gd name="connsiteX5" fmla="*/ 0 w 319849"/>
                      <a:gd name="connsiteY5" fmla="*/ 192215 h 396620"/>
                      <a:gd name="connsiteX6" fmla="*/ 155257 w 319849"/>
                      <a:gd name="connsiteY6" fmla="*/ 0 h 396620"/>
                      <a:gd name="connsiteX7" fmla="*/ 68008 w 319849"/>
                      <a:gd name="connsiteY7" fmla="*/ 203740 h 396620"/>
                      <a:gd name="connsiteX8" fmla="*/ 159163 w 319849"/>
                      <a:gd name="connsiteY8" fmla="*/ 339947 h 396620"/>
                      <a:gd name="connsiteX9" fmla="*/ 246412 w 319849"/>
                      <a:gd name="connsiteY9" fmla="*/ 197358 h 396620"/>
                      <a:gd name="connsiteX10" fmla="*/ 232505 w 319849"/>
                      <a:gd name="connsiteY10" fmla="*/ 107442 h 396620"/>
                      <a:gd name="connsiteX11" fmla="*/ 187642 w 319849"/>
                      <a:gd name="connsiteY11" fmla="*/ 59626 h 396620"/>
                      <a:gd name="connsiteX12" fmla="*/ 158496 w 319849"/>
                      <a:gd name="connsiteY12" fmla="*/ 54483 h 396620"/>
                      <a:gd name="connsiteX13" fmla="*/ 68008 w 319849"/>
                      <a:gd name="connsiteY13" fmla="*/ 203740 h 396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849" h="396620">
                        <a:moveTo>
                          <a:pt x="155257" y="0"/>
                        </a:moveTo>
                        <a:cubicBezTo>
                          <a:pt x="231743" y="0"/>
                          <a:pt x="268796" y="37814"/>
                          <a:pt x="289750" y="74676"/>
                        </a:cubicBezTo>
                        <a:cubicBezTo>
                          <a:pt x="308324" y="107918"/>
                          <a:pt x="319849" y="163735"/>
                          <a:pt x="319849" y="200787"/>
                        </a:cubicBezTo>
                        <a:cubicBezTo>
                          <a:pt x="319849" y="314706"/>
                          <a:pt x="257937" y="396621"/>
                          <a:pt x="158496" y="396621"/>
                        </a:cubicBezTo>
                        <a:cubicBezTo>
                          <a:pt x="88106" y="396621"/>
                          <a:pt x="58769" y="362426"/>
                          <a:pt x="43243" y="344233"/>
                        </a:cubicBezTo>
                        <a:cubicBezTo>
                          <a:pt x="13240" y="308801"/>
                          <a:pt x="0" y="257270"/>
                          <a:pt x="0" y="192215"/>
                        </a:cubicBezTo>
                        <a:cubicBezTo>
                          <a:pt x="-95" y="60198"/>
                          <a:pt x="71723" y="0"/>
                          <a:pt x="155257" y="0"/>
                        </a:cubicBezTo>
                        <a:close/>
                        <a:moveTo>
                          <a:pt x="68008" y="203740"/>
                        </a:moveTo>
                        <a:cubicBezTo>
                          <a:pt x="68008" y="232696"/>
                          <a:pt x="78867" y="339947"/>
                          <a:pt x="159163" y="339947"/>
                        </a:cubicBezTo>
                        <a:cubicBezTo>
                          <a:pt x="233267" y="339947"/>
                          <a:pt x="246412" y="251555"/>
                          <a:pt x="246412" y="197358"/>
                        </a:cubicBezTo>
                        <a:cubicBezTo>
                          <a:pt x="246412" y="172021"/>
                          <a:pt x="241935" y="132112"/>
                          <a:pt x="232505" y="107442"/>
                        </a:cubicBezTo>
                        <a:cubicBezTo>
                          <a:pt x="223171" y="82868"/>
                          <a:pt x="206312" y="66866"/>
                          <a:pt x="187642" y="59626"/>
                        </a:cubicBezTo>
                        <a:cubicBezTo>
                          <a:pt x="178403" y="56007"/>
                          <a:pt x="168307" y="54483"/>
                          <a:pt x="158496" y="54483"/>
                        </a:cubicBezTo>
                        <a:cubicBezTo>
                          <a:pt x="81915" y="54388"/>
                          <a:pt x="68008" y="144970"/>
                          <a:pt x="68008" y="203740"/>
                        </a:cubicBez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60" name="Freeform: Shape 54">
                    <a:extLst>
                      <a:ext uri="{FF2B5EF4-FFF2-40B4-BE49-F238E27FC236}">
                        <a16:creationId xmlns:a16="http://schemas.microsoft.com/office/drawing/2014/main" id="{08F18B6E-2624-A019-6B99-B19C886ABE10}"/>
                      </a:ext>
                    </a:extLst>
                  </p:cNvPr>
                  <p:cNvSpPr/>
                  <p:nvPr/>
                </p:nvSpPr>
                <p:spPr>
                  <a:xfrm>
                    <a:off x="8123586" y="3301650"/>
                    <a:ext cx="277272" cy="388715"/>
                  </a:xfrm>
                  <a:custGeom>
                    <a:avLst/>
                    <a:gdLst>
                      <a:gd name="connsiteX0" fmla="*/ 0 w 277272"/>
                      <a:gd name="connsiteY0" fmla="*/ 24098 h 388715"/>
                      <a:gd name="connsiteX1" fmla="*/ 63246 w 277272"/>
                      <a:gd name="connsiteY1" fmla="*/ 0 h 388715"/>
                      <a:gd name="connsiteX2" fmla="*/ 63246 w 277272"/>
                      <a:gd name="connsiteY2" fmla="*/ 74009 h 388715"/>
                      <a:gd name="connsiteX3" fmla="*/ 69437 w 277272"/>
                      <a:gd name="connsiteY3" fmla="*/ 81343 h 388715"/>
                      <a:gd name="connsiteX4" fmla="*/ 82582 w 277272"/>
                      <a:gd name="connsiteY4" fmla="*/ 71056 h 388715"/>
                      <a:gd name="connsiteX5" fmla="*/ 98108 w 277272"/>
                      <a:gd name="connsiteY5" fmla="*/ 51625 h 388715"/>
                      <a:gd name="connsiteX6" fmla="*/ 195358 w 277272"/>
                      <a:gd name="connsiteY6" fmla="*/ 2953 h 388715"/>
                      <a:gd name="connsiteX7" fmla="*/ 247936 w 277272"/>
                      <a:gd name="connsiteY7" fmla="*/ 17526 h 388715"/>
                      <a:gd name="connsiteX8" fmla="*/ 277273 w 277272"/>
                      <a:gd name="connsiteY8" fmla="*/ 99441 h 388715"/>
                      <a:gd name="connsiteX9" fmla="*/ 277273 w 277272"/>
                      <a:gd name="connsiteY9" fmla="*/ 388620 h 388715"/>
                      <a:gd name="connsiteX10" fmla="*/ 209264 w 277272"/>
                      <a:gd name="connsiteY10" fmla="*/ 388620 h 388715"/>
                      <a:gd name="connsiteX11" fmla="*/ 209264 w 277272"/>
                      <a:gd name="connsiteY11" fmla="*/ 100965 h 388715"/>
                      <a:gd name="connsiteX12" fmla="*/ 169164 w 277272"/>
                      <a:gd name="connsiteY12" fmla="*/ 50959 h 388715"/>
                      <a:gd name="connsiteX13" fmla="*/ 99727 w 277272"/>
                      <a:gd name="connsiteY13" fmla="*/ 91535 h 388715"/>
                      <a:gd name="connsiteX14" fmla="*/ 69533 w 277272"/>
                      <a:gd name="connsiteY14" fmla="*/ 132207 h 388715"/>
                      <a:gd name="connsiteX15" fmla="*/ 69533 w 277272"/>
                      <a:gd name="connsiteY15" fmla="*/ 388715 h 388715"/>
                      <a:gd name="connsiteX16" fmla="*/ 95 w 277272"/>
                      <a:gd name="connsiteY16" fmla="*/ 388715 h 388715"/>
                      <a:gd name="connsiteX17" fmla="*/ 95 w 277272"/>
                      <a:gd name="connsiteY17" fmla="*/ 24098 h 38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7272" h="388715">
                        <a:moveTo>
                          <a:pt x="0" y="24098"/>
                        </a:moveTo>
                        <a:lnTo>
                          <a:pt x="63246" y="0"/>
                        </a:lnTo>
                        <a:lnTo>
                          <a:pt x="63246" y="74009"/>
                        </a:lnTo>
                        <a:cubicBezTo>
                          <a:pt x="63246" y="76867"/>
                          <a:pt x="65532" y="81343"/>
                          <a:pt x="69437" y="81343"/>
                        </a:cubicBezTo>
                        <a:cubicBezTo>
                          <a:pt x="73247" y="81343"/>
                          <a:pt x="78677" y="75438"/>
                          <a:pt x="82582" y="71056"/>
                        </a:cubicBezTo>
                        <a:lnTo>
                          <a:pt x="98108" y="51625"/>
                        </a:lnTo>
                        <a:cubicBezTo>
                          <a:pt x="122015" y="21050"/>
                          <a:pt x="154400" y="2953"/>
                          <a:pt x="195358" y="2953"/>
                        </a:cubicBezTo>
                        <a:cubicBezTo>
                          <a:pt x="213931" y="2953"/>
                          <a:pt x="232505" y="7334"/>
                          <a:pt x="247936" y="17526"/>
                        </a:cubicBezTo>
                        <a:cubicBezTo>
                          <a:pt x="264223" y="27622"/>
                          <a:pt x="277273" y="44482"/>
                          <a:pt x="277273" y="99441"/>
                        </a:cubicBezTo>
                        <a:lnTo>
                          <a:pt x="277273" y="388620"/>
                        </a:lnTo>
                        <a:lnTo>
                          <a:pt x="209264" y="388620"/>
                        </a:lnTo>
                        <a:lnTo>
                          <a:pt x="209264" y="100965"/>
                        </a:lnTo>
                        <a:cubicBezTo>
                          <a:pt x="209264" y="90773"/>
                          <a:pt x="209264" y="50959"/>
                          <a:pt x="169164" y="50959"/>
                        </a:cubicBezTo>
                        <a:cubicBezTo>
                          <a:pt x="132779" y="50959"/>
                          <a:pt x="103442" y="87249"/>
                          <a:pt x="99727" y="91535"/>
                        </a:cubicBezTo>
                        <a:cubicBezTo>
                          <a:pt x="75724" y="121253"/>
                          <a:pt x="69533" y="131445"/>
                          <a:pt x="69533" y="132207"/>
                        </a:cubicBezTo>
                        <a:lnTo>
                          <a:pt x="69533" y="388715"/>
                        </a:lnTo>
                        <a:lnTo>
                          <a:pt x="95" y="388715"/>
                        </a:lnTo>
                        <a:lnTo>
                          <a:pt x="95" y="24098"/>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nvGrpSpPr>
                <p:cNvPr id="29" name="Graphic 19">
                  <a:extLst>
                    <a:ext uri="{FF2B5EF4-FFF2-40B4-BE49-F238E27FC236}">
                      <a16:creationId xmlns:a16="http://schemas.microsoft.com/office/drawing/2014/main" id="{AB2E143C-FE34-8CC4-E498-892D4880DC9D}"/>
                    </a:ext>
                  </a:extLst>
                </p:cNvPr>
                <p:cNvGrpSpPr/>
                <p:nvPr/>
              </p:nvGrpSpPr>
              <p:grpSpPr>
                <a:xfrm>
                  <a:off x="456030" y="4672370"/>
                  <a:ext cx="141900" cy="141899"/>
                  <a:chOff x="3813428" y="3039903"/>
                  <a:chExt cx="764571" cy="764571"/>
                </a:xfrm>
                <a:solidFill>
                  <a:sysClr val="window" lastClr="FFFFFF"/>
                </a:solidFill>
              </p:grpSpPr>
              <p:grpSp>
                <p:nvGrpSpPr>
                  <p:cNvPr id="30" name="Graphic 19">
                    <a:extLst>
                      <a:ext uri="{FF2B5EF4-FFF2-40B4-BE49-F238E27FC236}">
                        <a16:creationId xmlns:a16="http://schemas.microsoft.com/office/drawing/2014/main" id="{1BC973EB-52B0-2F3C-6287-1B8044E09681}"/>
                      </a:ext>
                    </a:extLst>
                  </p:cNvPr>
                  <p:cNvGrpSpPr/>
                  <p:nvPr/>
                </p:nvGrpSpPr>
                <p:grpSpPr>
                  <a:xfrm>
                    <a:off x="3813428" y="3043904"/>
                    <a:ext cx="764571" cy="756475"/>
                    <a:chOff x="3813428" y="3043904"/>
                    <a:chExt cx="764571" cy="756475"/>
                  </a:xfrm>
                  <a:grpFill/>
                </p:grpSpPr>
                <p:sp>
                  <p:nvSpPr>
                    <p:cNvPr id="41" name="Freeform: Shape 36">
                      <a:extLst>
                        <a:ext uri="{FF2B5EF4-FFF2-40B4-BE49-F238E27FC236}">
                          <a16:creationId xmlns:a16="http://schemas.microsoft.com/office/drawing/2014/main" id="{1733E668-8766-6BC2-5CB6-3A689E5739A2}"/>
                        </a:ext>
                      </a:extLst>
                    </p:cNvPr>
                    <p:cNvSpPr/>
                    <p:nvPr/>
                  </p:nvSpPr>
                  <p:spPr>
                    <a:xfrm>
                      <a:off x="4206429" y="3043904"/>
                      <a:ext cx="237744" cy="237743"/>
                    </a:xfrm>
                    <a:custGeom>
                      <a:avLst/>
                      <a:gdLst>
                        <a:gd name="connsiteX0" fmla="*/ 108204 w 237744"/>
                        <a:gd name="connsiteY0" fmla="*/ 237744 h 237743"/>
                        <a:gd name="connsiteX1" fmla="*/ 237744 w 237744"/>
                        <a:gd name="connsiteY1" fmla="*/ 108204 h 237743"/>
                        <a:gd name="connsiteX2" fmla="*/ 129635 w 237744"/>
                        <a:gd name="connsiteY2" fmla="*/ 0 h 237743"/>
                        <a:gd name="connsiteX3" fmla="*/ 0 w 237744"/>
                        <a:gd name="connsiteY3" fmla="*/ 129635 h 237743"/>
                      </a:gdLst>
                      <a:ahLst/>
                      <a:cxnLst>
                        <a:cxn ang="0">
                          <a:pos x="connsiteX0" y="connsiteY0"/>
                        </a:cxn>
                        <a:cxn ang="0">
                          <a:pos x="connsiteX1" y="connsiteY1"/>
                        </a:cxn>
                        <a:cxn ang="0">
                          <a:pos x="connsiteX2" y="connsiteY2"/>
                        </a:cxn>
                        <a:cxn ang="0">
                          <a:pos x="connsiteX3" y="connsiteY3"/>
                        </a:cxn>
                      </a:cxnLst>
                      <a:rect l="l" t="t" r="r" b="b"/>
                      <a:pathLst>
                        <a:path w="237744" h="237743">
                          <a:moveTo>
                            <a:pt x="108204" y="237744"/>
                          </a:moveTo>
                          <a:lnTo>
                            <a:pt x="237744" y="108204"/>
                          </a:lnTo>
                          <a:lnTo>
                            <a:pt x="129635"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2" name="Freeform: Shape 37">
                      <a:extLst>
                        <a:ext uri="{FF2B5EF4-FFF2-40B4-BE49-F238E27FC236}">
                          <a16:creationId xmlns:a16="http://schemas.microsoft.com/office/drawing/2014/main" id="{282BAFDF-A367-F1A0-3569-81A1832928B8}"/>
                        </a:ext>
                      </a:extLst>
                    </p:cNvPr>
                    <p:cNvSpPr/>
                    <p:nvPr/>
                  </p:nvSpPr>
                  <p:spPr>
                    <a:xfrm>
                      <a:off x="3946873" y="3562540"/>
                      <a:ext cx="238029" cy="237839"/>
                    </a:xfrm>
                    <a:custGeom>
                      <a:avLst/>
                      <a:gdLst>
                        <a:gd name="connsiteX0" fmla="*/ 108204 w 238029"/>
                        <a:gd name="connsiteY0" fmla="*/ 237839 h 237839"/>
                        <a:gd name="connsiteX1" fmla="*/ 238030 w 238029"/>
                        <a:gd name="connsiteY1" fmla="*/ 108204 h 237839"/>
                        <a:gd name="connsiteX2" fmla="*/ 129731 w 238029"/>
                        <a:gd name="connsiteY2" fmla="*/ 0 h 237839"/>
                        <a:gd name="connsiteX3" fmla="*/ 0 w 238029"/>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8029" h="237839">
                          <a:moveTo>
                            <a:pt x="108204" y="237839"/>
                          </a:moveTo>
                          <a:lnTo>
                            <a:pt x="238030" y="108204"/>
                          </a:lnTo>
                          <a:lnTo>
                            <a:pt x="129731"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3" name="Freeform: Shape 38">
                      <a:extLst>
                        <a:ext uri="{FF2B5EF4-FFF2-40B4-BE49-F238E27FC236}">
                          <a16:creationId xmlns:a16="http://schemas.microsoft.com/office/drawing/2014/main" id="{B67343F9-A638-8151-3C1B-786FDEC2252B}"/>
                        </a:ext>
                      </a:extLst>
                    </p:cNvPr>
                    <p:cNvSpPr/>
                    <p:nvPr/>
                  </p:nvSpPr>
                  <p:spPr>
                    <a:xfrm>
                      <a:off x="4206429" y="3303269"/>
                      <a:ext cx="237744" cy="237839"/>
                    </a:xfrm>
                    <a:custGeom>
                      <a:avLst/>
                      <a:gdLst>
                        <a:gd name="connsiteX0" fmla="*/ 108204 w 237744"/>
                        <a:gd name="connsiteY0" fmla="*/ 237839 h 237839"/>
                        <a:gd name="connsiteX1" fmla="*/ 237744 w 237744"/>
                        <a:gd name="connsiteY1" fmla="*/ 108109 h 237839"/>
                        <a:gd name="connsiteX2" fmla="*/ 129635 w 237744"/>
                        <a:gd name="connsiteY2" fmla="*/ 0 h 237839"/>
                        <a:gd name="connsiteX3" fmla="*/ 0 w 237744"/>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7744" h="237839">
                          <a:moveTo>
                            <a:pt x="108204" y="237839"/>
                          </a:moveTo>
                          <a:lnTo>
                            <a:pt x="237744" y="108109"/>
                          </a:lnTo>
                          <a:lnTo>
                            <a:pt x="129635"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4" name="Freeform: Shape 39">
                      <a:extLst>
                        <a:ext uri="{FF2B5EF4-FFF2-40B4-BE49-F238E27FC236}">
                          <a16:creationId xmlns:a16="http://schemas.microsoft.com/office/drawing/2014/main" id="{B7480528-3D97-6089-56CC-B860F600A5D3}"/>
                        </a:ext>
                      </a:extLst>
                    </p:cNvPr>
                    <p:cNvSpPr/>
                    <p:nvPr/>
                  </p:nvSpPr>
                  <p:spPr>
                    <a:xfrm>
                      <a:off x="3946873" y="3303269"/>
                      <a:ext cx="238029" cy="237839"/>
                    </a:xfrm>
                    <a:custGeom>
                      <a:avLst/>
                      <a:gdLst>
                        <a:gd name="connsiteX0" fmla="*/ 108204 w 238029"/>
                        <a:gd name="connsiteY0" fmla="*/ 237839 h 237839"/>
                        <a:gd name="connsiteX1" fmla="*/ 238030 w 238029"/>
                        <a:gd name="connsiteY1" fmla="*/ 108109 h 237839"/>
                        <a:gd name="connsiteX2" fmla="*/ 129731 w 238029"/>
                        <a:gd name="connsiteY2" fmla="*/ 0 h 237839"/>
                        <a:gd name="connsiteX3" fmla="*/ 0 w 238029"/>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8029" h="237839">
                          <a:moveTo>
                            <a:pt x="108204" y="237839"/>
                          </a:moveTo>
                          <a:lnTo>
                            <a:pt x="238030" y="108109"/>
                          </a:lnTo>
                          <a:lnTo>
                            <a:pt x="129731"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5" name="Freeform: Shape 40">
                      <a:extLst>
                        <a:ext uri="{FF2B5EF4-FFF2-40B4-BE49-F238E27FC236}">
                          <a16:creationId xmlns:a16="http://schemas.microsoft.com/office/drawing/2014/main" id="{691EC19B-0999-7B46-6292-C1080619F155}"/>
                        </a:ext>
                      </a:extLst>
                    </p:cNvPr>
                    <p:cNvSpPr/>
                    <p:nvPr/>
                  </p:nvSpPr>
                  <p:spPr>
                    <a:xfrm>
                      <a:off x="3946873" y="3043904"/>
                      <a:ext cx="238029" cy="237743"/>
                    </a:xfrm>
                    <a:custGeom>
                      <a:avLst/>
                      <a:gdLst>
                        <a:gd name="connsiteX0" fmla="*/ 108204 w 238029"/>
                        <a:gd name="connsiteY0" fmla="*/ 237744 h 237743"/>
                        <a:gd name="connsiteX1" fmla="*/ 238030 w 238029"/>
                        <a:gd name="connsiteY1" fmla="*/ 108204 h 237743"/>
                        <a:gd name="connsiteX2" fmla="*/ 129731 w 238029"/>
                        <a:gd name="connsiteY2" fmla="*/ 0 h 237743"/>
                        <a:gd name="connsiteX3" fmla="*/ 0 w 238029"/>
                        <a:gd name="connsiteY3" fmla="*/ 129635 h 237743"/>
                      </a:gdLst>
                      <a:ahLst/>
                      <a:cxnLst>
                        <a:cxn ang="0">
                          <a:pos x="connsiteX0" y="connsiteY0"/>
                        </a:cxn>
                        <a:cxn ang="0">
                          <a:pos x="connsiteX1" y="connsiteY1"/>
                        </a:cxn>
                        <a:cxn ang="0">
                          <a:pos x="connsiteX2" y="connsiteY2"/>
                        </a:cxn>
                        <a:cxn ang="0">
                          <a:pos x="connsiteX3" y="connsiteY3"/>
                        </a:cxn>
                      </a:cxnLst>
                      <a:rect l="l" t="t" r="r" b="b"/>
                      <a:pathLst>
                        <a:path w="238029" h="237743">
                          <a:moveTo>
                            <a:pt x="108204" y="237744"/>
                          </a:moveTo>
                          <a:lnTo>
                            <a:pt x="238030" y="108204"/>
                          </a:lnTo>
                          <a:lnTo>
                            <a:pt x="129731"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6" name="Freeform: Shape 41">
                      <a:extLst>
                        <a:ext uri="{FF2B5EF4-FFF2-40B4-BE49-F238E27FC236}">
                          <a16:creationId xmlns:a16="http://schemas.microsoft.com/office/drawing/2014/main" id="{949F3951-CE9F-992A-CBEE-A1075FFBE441}"/>
                        </a:ext>
                      </a:extLst>
                    </p:cNvPr>
                    <p:cNvSpPr/>
                    <p:nvPr/>
                  </p:nvSpPr>
                  <p:spPr>
                    <a:xfrm>
                      <a:off x="4206429" y="3562540"/>
                      <a:ext cx="237744" cy="237839"/>
                    </a:xfrm>
                    <a:custGeom>
                      <a:avLst/>
                      <a:gdLst>
                        <a:gd name="connsiteX0" fmla="*/ 108204 w 237744"/>
                        <a:gd name="connsiteY0" fmla="*/ 237839 h 237839"/>
                        <a:gd name="connsiteX1" fmla="*/ 237744 w 237744"/>
                        <a:gd name="connsiteY1" fmla="*/ 108204 h 237839"/>
                        <a:gd name="connsiteX2" fmla="*/ 129635 w 237744"/>
                        <a:gd name="connsiteY2" fmla="*/ 0 h 237839"/>
                        <a:gd name="connsiteX3" fmla="*/ 0 w 237744"/>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7744" h="237839">
                          <a:moveTo>
                            <a:pt x="108204" y="237839"/>
                          </a:moveTo>
                          <a:lnTo>
                            <a:pt x="237744" y="108204"/>
                          </a:lnTo>
                          <a:lnTo>
                            <a:pt x="129635"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7" name="Freeform: Shape 42">
                      <a:extLst>
                        <a:ext uri="{FF2B5EF4-FFF2-40B4-BE49-F238E27FC236}">
                          <a16:creationId xmlns:a16="http://schemas.microsoft.com/office/drawing/2014/main" id="{2AF16EFC-650B-5968-07CC-192C0132CE41}"/>
                        </a:ext>
                      </a:extLst>
                    </p:cNvPr>
                    <p:cNvSpPr/>
                    <p:nvPr/>
                  </p:nvSpPr>
                  <p:spPr>
                    <a:xfrm>
                      <a:off x="3813428" y="3303269"/>
                      <a:ext cx="112013" cy="220122"/>
                    </a:xfrm>
                    <a:custGeom>
                      <a:avLst/>
                      <a:gdLst>
                        <a:gd name="connsiteX0" fmla="*/ 112014 w 112013"/>
                        <a:gd name="connsiteY0" fmla="*/ 108109 h 220122"/>
                        <a:gd name="connsiteX1" fmla="*/ 3810 w 112013"/>
                        <a:gd name="connsiteY1" fmla="*/ 0 h 220122"/>
                        <a:gd name="connsiteX2" fmla="*/ 0 w 112013"/>
                        <a:gd name="connsiteY2" fmla="*/ 3905 h 220122"/>
                        <a:gd name="connsiteX3" fmla="*/ 0 w 112013"/>
                        <a:gd name="connsiteY3" fmla="*/ 220123 h 220122"/>
                      </a:gdLst>
                      <a:ahLst/>
                      <a:cxnLst>
                        <a:cxn ang="0">
                          <a:pos x="connsiteX0" y="connsiteY0"/>
                        </a:cxn>
                        <a:cxn ang="0">
                          <a:pos x="connsiteX1" y="connsiteY1"/>
                        </a:cxn>
                        <a:cxn ang="0">
                          <a:pos x="connsiteX2" y="connsiteY2"/>
                        </a:cxn>
                        <a:cxn ang="0">
                          <a:pos x="connsiteX3" y="connsiteY3"/>
                        </a:cxn>
                      </a:cxnLst>
                      <a:rect l="l" t="t" r="r" b="b"/>
                      <a:pathLst>
                        <a:path w="112013" h="220122">
                          <a:moveTo>
                            <a:pt x="112014" y="108109"/>
                          </a:moveTo>
                          <a:lnTo>
                            <a:pt x="3810" y="0"/>
                          </a:lnTo>
                          <a:lnTo>
                            <a:pt x="0" y="3905"/>
                          </a:lnTo>
                          <a:lnTo>
                            <a:pt x="0" y="220123"/>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8" name="Freeform: Shape 43">
                      <a:extLst>
                        <a:ext uri="{FF2B5EF4-FFF2-40B4-BE49-F238E27FC236}">
                          <a16:creationId xmlns:a16="http://schemas.microsoft.com/office/drawing/2014/main" id="{E36213EE-0753-EC07-4B3A-9C2E5765EDE7}"/>
                        </a:ext>
                      </a:extLst>
                    </p:cNvPr>
                    <p:cNvSpPr/>
                    <p:nvPr/>
                  </p:nvSpPr>
                  <p:spPr>
                    <a:xfrm>
                      <a:off x="4466081" y="3321081"/>
                      <a:ext cx="111918" cy="220218"/>
                    </a:xfrm>
                    <a:custGeom>
                      <a:avLst/>
                      <a:gdLst>
                        <a:gd name="connsiteX0" fmla="*/ 0 w 111918"/>
                        <a:gd name="connsiteY0" fmla="*/ 112014 h 220218"/>
                        <a:gd name="connsiteX1" fmla="*/ 108109 w 111918"/>
                        <a:gd name="connsiteY1" fmla="*/ 220218 h 220218"/>
                        <a:gd name="connsiteX2" fmla="*/ 111919 w 111918"/>
                        <a:gd name="connsiteY2" fmla="*/ 216408 h 220218"/>
                        <a:gd name="connsiteX3" fmla="*/ 111919 w 111918"/>
                        <a:gd name="connsiteY3" fmla="*/ 0 h 220218"/>
                      </a:gdLst>
                      <a:ahLst/>
                      <a:cxnLst>
                        <a:cxn ang="0">
                          <a:pos x="connsiteX0" y="connsiteY0"/>
                        </a:cxn>
                        <a:cxn ang="0">
                          <a:pos x="connsiteX1" y="connsiteY1"/>
                        </a:cxn>
                        <a:cxn ang="0">
                          <a:pos x="connsiteX2" y="connsiteY2"/>
                        </a:cxn>
                        <a:cxn ang="0">
                          <a:pos x="connsiteX3" y="connsiteY3"/>
                        </a:cxn>
                      </a:cxnLst>
                      <a:rect l="l" t="t" r="r" b="b"/>
                      <a:pathLst>
                        <a:path w="111918" h="220218">
                          <a:moveTo>
                            <a:pt x="0" y="112014"/>
                          </a:moveTo>
                          <a:lnTo>
                            <a:pt x="108109" y="220218"/>
                          </a:lnTo>
                          <a:lnTo>
                            <a:pt x="111919" y="216408"/>
                          </a:lnTo>
                          <a:lnTo>
                            <a:pt x="111919" y="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nvGrpSpPr>
                  <p:cNvPr id="31" name="Graphic 19">
                    <a:extLst>
                      <a:ext uri="{FF2B5EF4-FFF2-40B4-BE49-F238E27FC236}">
                        <a16:creationId xmlns:a16="http://schemas.microsoft.com/office/drawing/2014/main" id="{2CE213A6-BF7F-E0A9-6354-7C9580316784}"/>
                      </a:ext>
                    </a:extLst>
                  </p:cNvPr>
                  <p:cNvGrpSpPr/>
                  <p:nvPr/>
                </p:nvGrpSpPr>
                <p:grpSpPr>
                  <a:xfrm>
                    <a:off x="3816952" y="3039903"/>
                    <a:ext cx="757333" cy="764571"/>
                    <a:chOff x="3816952" y="3039903"/>
                    <a:chExt cx="757333" cy="764571"/>
                  </a:xfrm>
                  <a:grpFill/>
                </p:grpSpPr>
                <p:sp>
                  <p:nvSpPr>
                    <p:cNvPr id="32" name="Freeform: Shape 28">
                      <a:extLst>
                        <a:ext uri="{FF2B5EF4-FFF2-40B4-BE49-F238E27FC236}">
                          <a16:creationId xmlns:a16="http://schemas.microsoft.com/office/drawing/2014/main" id="{6942A176-B2FD-3F5A-604D-B9F3B0D7D1A4}"/>
                        </a:ext>
                      </a:extLst>
                    </p:cNvPr>
                    <p:cNvSpPr/>
                    <p:nvPr/>
                  </p:nvSpPr>
                  <p:spPr>
                    <a:xfrm>
                      <a:off x="3817333" y="3432714"/>
                      <a:ext cx="237839" cy="238029"/>
                    </a:xfrm>
                    <a:custGeom>
                      <a:avLst/>
                      <a:gdLst>
                        <a:gd name="connsiteX0" fmla="*/ 237839 w 237839"/>
                        <a:gd name="connsiteY0" fmla="*/ 129826 h 238029"/>
                        <a:gd name="connsiteX1" fmla="*/ 108204 w 237839"/>
                        <a:gd name="connsiteY1" fmla="*/ 0 h 238029"/>
                        <a:gd name="connsiteX2" fmla="*/ 0 w 237839"/>
                        <a:gd name="connsiteY2" fmla="*/ 108299 h 238029"/>
                        <a:gd name="connsiteX3" fmla="*/ 129635 w 237839"/>
                        <a:gd name="connsiteY3" fmla="*/ 238030 h 238029"/>
                      </a:gdLst>
                      <a:ahLst/>
                      <a:cxnLst>
                        <a:cxn ang="0">
                          <a:pos x="connsiteX0" y="connsiteY0"/>
                        </a:cxn>
                        <a:cxn ang="0">
                          <a:pos x="connsiteX1" y="connsiteY1"/>
                        </a:cxn>
                        <a:cxn ang="0">
                          <a:pos x="connsiteX2" y="connsiteY2"/>
                        </a:cxn>
                        <a:cxn ang="0">
                          <a:pos x="connsiteX3" y="connsiteY3"/>
                        </a:cxn>
                      </a:cxnLst>
                      <a:rect l="l" t="t" r="r" b="b"/>
                      <a:pathLst>
                        <a:path w="237839" h="238029">
                          <a:moveTo>
                            <a:pt x="237839" y="129826"/>
                          </a:moveTo>
                          <a:lnTo>
                            <a:pt x="108204" y="0"/>
                          </a:lnTo>
                          <a:lnTo>
                            <a:pt x="0" y="108299"/>
                          </a:lnTo>
                          <a:lnTo>
                            <a:pt x="129635" y="23803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4" name="Freeform: Shape 29">
                      <a:extLst>
                        <a:ext uri="{FF2B5EF4-FFF2-40B4-BE49-F238E27FC236}">
                          <a16:creationId xmlns:a16="http://schemas.microsoft.com/office/drawing/2014/main" id="{C89DD1E8-1EB6-2873-CA9E-DC4B5C6FB784}"/>
                        </a:ext>
                      </a:extLst>
                    </p:cNvPr>
                    <p:cNvSpPr/>
                    <p:nvPr/>
                  </p:nvSpPr>
                  <p:spPr>
                    <a:xfrm>
                      <a:off x="4076699" y="3432714"/>
                      <a:ext cx="238029" cy="238029"/>
                    </a:xfrm>
                    <a:custGeom>
                      <a:avLst/>
                      <a:gdLst>
                        <a:gd name="connsiteX0" fmla="*/ 238030 w 238029"/>
                        <a:gd name="connsiteY0" fmla="*/ 129826 h 238029"/>
                        <a:gd name="connsiteX1" fmla="*/ 108299 w 238029"/>
                        <a:gd name="connsiteY1" fmla="*/ 0 h 238029"/>
                        <a:gd name="connsiteX2" fmla="*/ 0 w 238029"/>
                        <a:gd name="connsiteY2" fmla="*/ 108299 h 238029"/>
                        <a:gd name="connsiteX3" fmla="*/ 129826 w 238029"/>
                        <a:gd name="connsiteY3" fmla="*/ 238030 h 238029"/>
                      </a:gdLst>
                      <a:ahLst/>
                      <a:cxnLst>
                        <a:cxn ang="0">
                          <a:pos x="connsiteX0" y="connsiteY0"/>
                        </a:cxn>
                        <a:cxn ang="0">
                          <a:pos x="connsiteX1" y="connsiteY1"/>
                        </a:cxn>
                        <a:cxn ang="0">
                          <a:pos x="connsiteX2" y="connsiteY2"/>
                        </a:cxn>
                        <a:cxn ang="0">
                          <a:pos x="connsiteX3" y="connsiteY3"/>
                        </a:cxn>
                      </a:cxnLst>
                      <a:rect l="l" t="t" r="r" b="b"/>
                      <a:pathLst>
                        <a:path w="238029" h="238029">
                          <a:moveTo>
                            <a:pt x="238030" y="129826"/>
                          </a:moveTo>
                          <a:lnTo>
                            <a:pt x="108299" y="0"/>
                          </a:lnTo>
                          <a:lnTo>
                            <a:pt x="0" y="108299"/>
                          </a:lnTo>
                          <a:lnTo>
                            <a:pt x="129826" y="23803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5" name="Freeform: Shape 30">
                      <a:extLst>
                        <a:ext uri="{FF2B5EF4-FFF2-40B4-BE49-F238E27FC236}">
                          <a16:creationId xmlns:a16="http://schemas.microsoft.com/office/drawing/2014/main" id="{4371BCFF-6737-4BC3-9BB0-A27CA12C1F93}"/>
                        </a:ext>
                      </a:extLst>
                    </p:cNvPr>
                    <p:cNvSpPr/>
                    <p:nvPr/>
                  </p:nvSpPr>
                  <p:spPr>
                    <a:xfrm>
                      <a:off x="3816952" y="3173158"/>
                      <a:ext cx="238029" cy="237839"/>
                    </a:xfrm>
                    <a:custGeom>
                      <a:avLst/>
                      <a:gdLst>
                        <a:gd name="connsiteX0" fmla="*/ 238030 w 238029"/>
                        <a:gd name="connsiteY0" fmla="*/ 129730 h 237839"/>
                        <a:gd name="connsiteX1" fmla="*/ 108299 w 238029"/>
                        <a:gd name="connsiteY1" fmla="*/ 0 h 237839"/>
                        <a:gd name="connsiteX2" fmla="*/ 0 w 238029"/>
                        <a:gd name="connsiteY2" fmla="*/ 108204 h 237839"/>
                        <a:gd name="connsiteX3" fmla="*/ 129826 w 238029"/>
                        <a:gd name="connsiteY3" fmla="*/ 237839 h 237839"/>
                      </a:gdLst>
                      <a:ahLst/>
                      <a:cxnLst>
                        <a:cxn ang="0">
                          <a:pos x="connsiteX0" y="connsiteY0"/>
                        </a:cxn>
                        <a:cxn ang="0">
                          <a:pos x="connsiteX1" y="connsiteY1"/>
                        </a:cxn>
                        <a:cxn ang="0">
                          <a:pos x="connsiteX2" y="connsiteY2"/>
                        </a:cxn>
                        <a:cxn ang="0">
                          <a:pos x="connsiteX3" y="connsiteY3"/>
                        </a:cxn>
                      </a:cxnLst>
                      <a:rect l="l" t="t" r="r" b="b"/>
                      <a:pathLst>
                        <a:path w="238029" h="237839">
                          <a:moveTo>
                            <a:pt x="238030" y="129730"/>
                          </a:moveTo>
                          <a:lnTo>
                            <a:pt x="108299" y="0"/>
                          </a:lnTo>
                          <a:lnTo>
                            <a:pt x="0" y="108204"/>
                          </a:lnTo>
                          <a:lnTo>
                            <a:pt x="129826" y="237839"/>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6" name="Freeform: Shape 31">
                      <a:extLst>
                        <a:ext uri="{FF2B5EF4-FFF2-40B4-BE49-F238E27FC236}">
                          <a16:creationId xmlns:a16="http://schemas.microsoft.com/office/drawing/2014/main" id="{056C2FD3-441A-7001-D003-3EAC307C0B32}"/>
                        </a:ext>
                      </a:extLst>
                    </p:cNvPr>
                    <p:cNvSpPr/>
                    <p:nvPr/>
                  </p:nvSpPr>
                  <p:spPr>
                    <a:xfrm>
                      <a:off x="4336446" y="3432524"/>
                      <a:ext cx="237839" cy="238029"/>
                    </a:xfrm>
                    <a:custGeom>
                      <a:avLst/>
                      <a:gdLst>
                        <a:gd name="connsiteX0" fmla="*/ 237839 w 237839"/>
                        <a:gd name="connsiteY0" fmla="*/ 129730 h 238029"/>
                        <a:gd name="connsiteX1" fmla="*/ 108204 w 237839"/>
                        <a:gd name="connsiteY1" fmla="*/ 0 h 238029"/>
                        <a:gd name="connsiteX2" fmla="*/ 0 w 237839"/>
                        <a:gd name="connsiteY2" fmla="*/ 108204 h 238029"/>
                        <a:gd name="connsiteX3" fmla="*/ 129731 w 237839"/>
                        <a:gd name="connsiteY3" fmla="*/ 238030 h 238029"/>
                      </a:gdLst>
                      <a:ahLst/>
                      <a:cxnLst>
                        <a:cxn ang="0">
                          <a:pos x="connsiteX0" y="connsiteY0"/>
                        </a:cxn>
                        <a:cxn ang="0">
                          <a:pos x="connsiteX1" y="connsiteY1"/>
                        </a:cxn>
                        <a:cxn ang="0">
                          <a:pos x="connsiteX2" y="connsiteY2"/>
                        </a:cxn>
                        <a:cxn ang="0">
                          <a:pos x="connsiteX3" y="connsiteY3"/>
                        </a:cxn>
                      </a:cxnLst>
                      <a:rect l="l" t="t" r="r" b="b"/>
                      <a:pathLst>
                        <a:path w="237839" h="238029">
                          <a:moveTo>
                            <a:pt x="237839" y="129730"/>
                          </a:moveTo>
                          <a:lnTo>
                            <a:pt x="108204" y="0"/>
                          </a:lnTo>
                          <a:lnTo>
                            <a:pt x="0" y="108204"/>
                          </a:lnTo>
                          <a:lnTo>
                            <a:pt x="129731" y="23803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7" name="Freeform: Shape 32">
                      <a:extLst>
                        <a:ext uri="{FF2B5EF4-FFF2-40B4-BE49-F238E27FC236}">
                          <a16:creationId xmlns:a16="http://schemas.microsoft.com/office/drawing/2014/main" id="{D4A444E5-B1B4-0427-F7FB-CF19774C3F73}"/>
                        </a:ext>
                      </a:extLst>
                    </p:cNvPr>
                    <p:cNvSpPr/>
                    <p:nvPr/>
                  </p:nvSpPr>
                  <p:spPr>
                    <a:xfrm>
                      <a:off x="4076985" y="3173158"/>
                      <a:ext cx="237934" cy="237839"/>
                    </a:xfrm>
                    <a:custGeom>
                      <a:avLst/>
                      <a:gdLst>
                        <a:gd name="connsiteX0" fmla="*/ 237935 w 237934"/>
                        <a:gd name="connsiteY0" fmla="*/ 129730 h 237839"/>
                        <a:gd name="connsiteX1" fmla="*/ 108299 w 237934"/>
                        <a:gd name="connsiteY1" fmla="*/ 0 h 237839"/>
                        <a:gd name="connsiteX2" fmla="*/ 0 w 237934"/>
                        <a:gd name="connsiteY2" fmla="*/ 108204 h 237839"/>
                        <a:gd name="connsiteX3" fmla="*/ 129731 w 237934"/>
                        <a:gd name="connsiteY3" fmla="*/ 237839 h 237839"/>
                      </a:gdLst>
                      <a:ahLst/>
                      <a:cxnLst>
                        <a:cxn ang="0">
                          <a:pos x="connsiteX0" y="connsiteY0"/>
                        </a:cxn>
                        <a:cxn ang="0">
                          <a:pos x="connsiteX1" y="connsiteY1"/>
                        </a:cxn>
                        <a:cxn ang="0">
                          <a:pos x="connsiteX2" y="connsiteY2"/>
                        </a:cxn>
                        <a:cxn ang="0">
                          <a:pos x="connsiteX3" y="connsiteY3"/>
                        </a:cxn>
                      </a:cxnLst>
                      <a:rect l="l" t="t" r="r" b="b"/>
                      <a:pathLst>
                        <a:path w="237934" h="237839">
                          <a:moveTo>
                            <a:pt x="237935" y="129730"/>
                          </a:moveTo>
                          <a:lnTo>
                            <a:pt x="108299" y="0"/>
                          </a:lnTo>
                          <a:lnTo>
                            <a:pt x="0" y="108204"/>
                          </a:lnTo>
                          <a:lnTo>
                            <a:pt x="129731" y="237839"/>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8" name="Freeform: Shape 33">
                      <a:extLst>
                        <a:ext uri="{FF2B5EF4-FFF2-40B4-BE49-F238E27FC236}">
                          <a16:creationId xmlns:a16="http://schemas.microsoft.com/office/drawing/2014/main" id="{0C85C35F-FA86-729B-CAA7-43F1393B711A}"/>
                        </a:ext>
                      </a:extLst>
                    </p:cNvPr>
                    <p:cNvSpPr/>
                    <p:nvPr/>
                  </p:nvSpPr>
                  <p:spPr>
                    <a:xfrm>
                      <a:off x="4336160" y="3173444"/>
                      <a:ext cx="238029" cy="237744"/>
                    </a:xfrm>
                    <a:custGeom>
                      <a:avLst/>
                      <a:gdLst>
                        <a:gd name="connsiteX0" fmla="*/ 238030 w 238029"/>
                        <a:gd name="connsiteY0" fmla="*/ 129731 h 237744"/>
                        <a:gd name="connsiteX1" fmla="*/ 108299 w 238029"/>
                        <a:gd name="connsiteY1" fmla="*/ 0 h 237744"/>
                        <a:gd name="connsiteX2" fmla="*/ 0 w 238029"/>
                        <a:gd name="connsiteY2" fmla="*/ 108109 h 237744"/>
                        <a:gd name="connsiteX3" fmla="*/ 129826 w 238029"/>
                        <a:gd name="connsiteY3" fmla="*/ 237744 h 237744"/>
                      </a:gdLst>
                      <a:ahLst/>
                      <a:cxnLst>
                        <a:cxn ang="0">
                          <a:pos x="connsiteX0" y="connsiteY0"/>
                        </a:cxn>
                        <a:cxn ang="0">
                          <a:pos x="connsiteX1" y="connsiteY1"/>
                        </a:cxn>
                        <a:cxn ang="0">
                          <a:pos x="connsiteX2" y="connsiteY2"/>
                        </a:cxn>
                        <a:cxn ang="0">
                          <a:pos x="connsiteX3" y="connsiteY3"/>
                        </a:cxn>
                      </a:cxnLst>
                      <a:rect l="l" t="t" r="r" b="b"/>
                      <a:pathLst>
                        <a:path w="238029" h="237744">
                          <a:moveTo>
                            <a:pt x="238030" y="129731"/>
                          </a:moveTo>
                          <a:lnTo>
                            <a:pt x="108299" y="0"/>
                          </a:lnTo>
                          <a:lnTo>
                            <a:pt x="0" y="108109"/>
                          </a:lnTo>
                          <a:lnTo>
                            <a:pt x="129826" y="237744"/>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9" name="Freeform: Shape 34">
                      <a:extLst>
                        <a:ext uri="{FF2B5EF4-FFF2-40B4-BE49-F238E27FC236}">
                          <a16:creationId xmlns:a16="http://schemas.microsoft.com/office/drawing/2014/main" id="{60F9F395-BF13-3864-CF78-4DB445EC66C1}"/>
                        </a:ext>
                      </a:extLst>
                    </p:cNvPr>
                    <p:cNvSpPr/>
                    <p:nvPr/>
                  </p:nvSpPr>
                  <p:spPr>
                    <a:xfrm>
                      <a:off x="4094511" y="3039903"/>
                      <a:ext cx="220122" cy="112014"/>
                    </a:xfrm>
                    <a:custGeom>
                      <a:avLst/>
                      <a:gdLst>
                        <a:gd name="connsiteX0" fmla="*/ 111919 w 220122"/>
                        <a:gd name="connsiteY0" fmla="*/ 112014 h 112014"/>
                        <a:gd name="connsiteX1" fmla="*/ 220123 w 220122"/>
                        <a:gd name="connsiteY1" fmla="*/ 3715 h 112014"/>
                        <a:gd name="connsiteX2" fmla="*/ 216313 w 220122"/>
                        <a:gd name="connsiteY2" fmla="*/ 0 h 112014"/>
                        <a:gd name="connsiteX3" fmla="*/ 0 w 220122"/>
                        <a:gd name="connsiteY3" fmla="*/ 0 h 112014"/>
                      </a:gdLst>
                      <a:ahLst/>
                      <a:cxnLst>
                        <a:cxn ang="0">
                          <a:pos x="connsiteX0" y="connsiteY0"/>
                        </a:cxn>
                        <a:cxn ang="0">
                          <a:pos x="connsiteX1" y="connsiteY1"/>
                        </a:cxn>
                        <a:cxn ang="0">
                          <a:pos x="connsiteX2" y="connsiteY2"/>
                        </a:cxn>
                        <a:cxn ang="0">
                          <a:pos x="connsiteX3" y="connsiteY3"/>
                        </a:cxn>
                      </a:cxnLst>
                      <a:rect l="l" t="t" r="r" b="b"/>
                      <a:pathLst>
                        <a:path w="220122" h="112014">
                          <a:moveTo>
                            <a:pt x="111919" y="112014"/>
                          </a:moveTo>
                          <a:lnTo>
                            <a:pt x="220123" y="3715"/>
                          </a:lnTo>
                          <a:lnTo>
                            <a:pt x="216313" y="0"/>
                          </a:lnTo>
                          <a:lnTo>
                            <a:pt x="0" y="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0" name="Freeform: Shape 35">
                      <a:extLst>
                        <a:ext uri="{FF2B5EF4-FFF2-40B4-BE49-F238E27FC236}">
                          <a16:creationId xmlns:a16="http://schemas.microsoft.com/office/drawing/2014/main" id="{B22E940B-9E69-38B4-7ADA-A70A0BF4AC36}"/>
                        </a:ext>
                      </a:extLst>
                    </p:cNvPr>
                    <p:cNvSpPr/>
                    <p:nvPr/>
                  </p:nvSpPr>
                  <p:spPr>
                    <a:xfrm>
                      <a:off x="4076604" y="3692556"/>
                      <a:ext cx="220122" cy="111918"/>
                    </a:xfrm>
                    <a:custGeom>
                      <a:avLst/>
                      <a:gdLst>
                        <a:gd name="connsiteX0" fmla="*/ 108204 w 220122"/>
                        <a:gd name="connsiteY0" fmla="*/ 0 h 111918"/>
                        <a:gd name="connsiteX1" fmla="*/ 0 w 220122"/>
                        <a:gd name="connsiteY1" fmla="*/ 108109 h 111918"/>
                        <a:gd name="connsiteX2" fmla="*/ 3810 w 220122"/>
                        <a:gd name="connsiteY2" fmla="*/ 111919 h 111918"/>
                        <a:gd name="connsiteX3" fmla="*/ 220123 w 220122"/>
                        <a:gd name="connsiteY3" fmla="*/ 111919 h 111918"/>
                      </a:gdLst>
                      <a:ahLst/>
                      <a:cxnLst>
                        <a:cxn ang="0">
                          <a:pos x="connsiteX0" y="connsiteY0"/>
                        </a:cxn>
                        <a:cxn ang="0">
                          <a:pos x="connsiteX1" y="connsiteY1"/>
                        </a:cxn>
                        <a:cxn ang="0">
                          <a:pos x="connsiteX2" y="connsiteY2"/>
                        </a:cxn>
                        <a:cxn ang="0">
                          <a:pos x="connsiteX3" y="connsiteY3"/>
                        </a:cxn>
                      </a:cxnLst>
                      <a:rect l="l" t="t" r="r" b="b"/>
                      <a:pathLst>
                        <a:path w="220122" h="111918">
                          <a:moveTo>
                            <a:pt x="108204" y="0"/>
                          </a:moveTo>
                          <a:lnTo>
                            <a:pt x="0" y="108109"/>
                          </a:lnTo>
                          <a:lnTo>
                            <a:pt x="3810" y="111919"/>
                          </a:lnTo>
                          <a:lnTo>
                            <a:pt x="220123" y="111919"/>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grpSp>
          <p:grpSp>
            <p:nvGrpSpPr>
              <p:cNvPr id="17" name="Group 16">
                <a:extLst>
                  <a:ext uri="{FF2B5EF4-FFF2-40B4-BE49-F238E27FC236}">
                    <a16:creationId xmlns:a16="http://schemas.microsoft.com/office/drawing/2014/main" id="{4B420357-F1F6-E288-5644-B85687365873}"/>
                  </a:ext>
                </a:extLst>
              </p:cNvPr>
              <p:cNvGrpSpPr/>
              <p:nvPr/>
            </p:nvGrpSpPr>
            <p:grpSpPr>
              <a:xfrm>
                <a:off x="751861" y="4313143"/>
                <a:ext cx="462643" cy="121129"/>
                <a:chOff x="916860" y="4313143"/>
                <a:chExt cx="538791" cy="141066"/>
              </a:xfrm>
            </p:grpSpPr>
            <p:sp>
              <p:nvSpPr>
                <p:cNvPr id="24" name="Freeform: Shape 22">
                  <a:extLst>
                    <a:ext uri="{FF2B5EF4-FFF2-40B4-BE49-F238E27FC236}">
                      <a16:creationId xmlns:a16="http://schemas.microsoft.com/office/drawing/2014/main" id="{365BAA36-0FCA-0A64-8952-5BE9C8F70294}"/>
                    </a:ext>
                  </a:extLst>
                </p:cNvPr>
                <p:cNvSpPr/>
                <p:nvPr/>
              </p:nvSpPr>
              <p:spPr>
                <a:xfrm>
                  <a:off x="916860" y="4327727"/>
                  <a:ext cx="538791" cy="126482"/>
                </a:xfrm>
                <a:custGeom>
                  <a:avLst/>
                  <a:gdLst>
                    <a:gd name="connsiteX0" fmla="*/ 1402185 w 3302819"/>
                    <a:gd name="connsiteY0" fmla="*/ 284740 h 775354"/>
                    <a:gd name="connsiteX1" fmla="*/ 1250213 w 3302819"/>
                    <a:gd name="connsiteY1" fmla="*/ 771239 h 775354"/>
                    <a:gd name="connsiteX2" fmla="*/ 1094661 w 3302819"/>
                    <a:gd name="connsiteY2" fmla="*/ 771239 h 775354"/>
                    <a:gd name="connsiteX3" fmla="*/ 942689 w 3302819"/>
                    <a:gd name="connsiteY3" fmla="*/ 284740 h 775354"/>
                    <a:gd name="connsiteX4" fmla="*/ 1071734 w 3302819"/>
                    <a:gd name="connsiteY4" fmla="*/ 284740 h 775354"/>
                    <a:gd name="connsiteX5" fmla="*/ 1129160 w 3302819"/>
                    <a:gd name="connsiteY5" fmla="*/ 481146 h 775354"/>
                    <a:gd name="connsiteX6" fmla="*/ 1172461 w 3302819"/>
                    <a:gd name="connsiteY6" fmla="*/ 657225 h 775354"/>
                    <a:gd name="connsiteX7" fmla="*/ 1179519 w 3302819"/>
                    <a:gd name="connsiteY7" fmla="*/ 657225 h 775354"/>
                    <a:gd name="connsiteX8" fmla="*/ 1222820 w 3302819"/>
                    <a:gd name="connsiteY8" fmla="*/ 481194 h 775354"/>
                    <a:gd name="connsiteX9" fmla="*/ 1278503 w 3302819"/>
                    <a:gd name="connsiteY9" fmla="*/ 284740 h 775354"/>
                    <a:gd name="connsiteX10" fmla="*/ 1638710 w 3302819"/>
                    <a:gd name="connsiteY10" fmla="*/ 771192 h 775354"/>
                    <a:gd name="connsiteX11" fmla="*/ 1752248 w 3302819"/>
                    <a:gd name="connsiteY11" fmla="*/ 750818 h 775354"/>
                    <a:gd name="connsiteX12" fmla="*/ 1833124 w 3302819"/>
                    <a:gd name="connsiteY12" fmla="*/ 694106 h 775354"/>
                    <a:gd name="connsiteX13" fmla="*/ 1767745 w 3302819"/>
                    <a:gd name="connsiteY13" fmla="*/ 612581 h 775354"/>
                    <a:gd name="connsiteX14" fmla="*/ 1720015 w 3302819"/>
                    <a:gd name="connsiteY14" fmla="*/ 651634 h 775354"/>
                    <a:gd name="connsiteX15" fmla="*/ 1653750 w 3302819"/>
                    <a:gd name="connsiteY15" fmla="*/ 667826 h 775354"/>
                    <a:gd name="connsiteX16" fmla="*/ 1575968 w 3302819"/>
                    <a:gd name="connsiteY16" fmla="*/ 641109 h 775354"/>
                    <a:gd name="connsiteX17" fmla="*/ 1551203 w 3302819"/>
                    <a:gd name="connsiteY17" fmla="*/ 568814 h 775354"/>
                    <a:gd name="connsiteX18" fmla="*/ 1551203 w 3302819"/>
                    <a:gd name="connsiteY18" fmla="*/ 561727 h 775354"/>
                    <a:gd name="connsiteX19" fmla="*/ 1849088 w 3302819"/>
                    <a:gd name="connsiteY19" fmla="*/ 561727 h 775354"/>
                    <a:gd name="connsiteX20" fmla="*/ 1849088 w 3302819"/>
                    <a:gd name="connsiteY20" fmla="*/ 522846 h 775354"/>
                    <a:gd name="connsiteX21" fmla="*/ 1837163 w 3302819"/>
                    <a:gd name="connsiteY21" fmla="*/ 433140 h 775354"/>
                    <a:gd name="connsiteX22" fmla="*/ 1799168 w 3302819"/>
                    <a:gd name="connsiteY22" fmla="*/ 357588 h 775354"/>
                    <a:gd name="connsiteX23" fmla="*/ 1732007 w 3302819"/>
                    <a:gd name="connsiteY23" fmla="*/ 305438 h 775354"/>
                    <a:gd name="connsiteX24" fmla="*/ 1633452 w 3302819"/>
                    <a:gd name="connsiteY24" fmla="*/ 286036 h 775354"/>
                    <a:gd name="connsiteX25" fmla="*/ 1540669 w 3302819"/>
                    <a:gd name="connsiteY25" fmla="*/ 303286 h 775354"/>
                    <a:gd name="connsiteX26" fmla="*/ 1472175 w 3302819"/>
                    <a:gd name="connsiteY26" fmla="*/ 352320 h 775354"/>
                    <a:gd name="connsiteX27" fmla="*/ 1430141 w 3302819"/>
                    <a:gd name="connsiteY27" fmla="*/ 428768 h 775354"/>
                    <a:gd name="connsiteX28" fmla="*/ 1416006 w 3302819"/>
                    <a:gd name="connsiteY28" fmla="*/ 528161 h 775354"/>
                    <a:gd name="connsiteX29" fmla="*/ 1430579 w 3302819"/>
                    <a:gd name="connsiteY29" fmla="*/ 628869 h 775354"/>
                    <a:gd name="connsiteX30" fmla="*/ 1473899 w 3302819"/>
                    <a:gd name="connsiteY30" fmla="*/ 705317 h 775354"/>
                    <a:gd name="connsiteX31" fmla="*/ 1544136 w 3302819"/>
                    <a:gd name="connsiteY31" fmla="*/ 753951 h 775354"/>
                    <a:gd name="connsiteX32" fmla="*/ 1638700 w 3302819"/>
                    <a:gd name="connsiteY32" fmla="*/ 771192 h 775354"/>
                    <a:gd name="connsiteX33" fmla="*/ 1636062 w 3302819"/>
                    <a:gd name="connsiteY33" fmla="*/ 382353 h 775354"/>
                    <a:gd name="connsiteX34" fmla="*/ 1694831 w 3302819"/>
                    <a:gd name="connsiteY34" fmla="*/ 408422 h 775354"/>
                    <a:gd name="connsiteX35" fmla="*/ 1713881 w 3302819"/>
                    <a:gd name="connsiteY35" fmla="*/ 476917 h 775354"/>
                    <a:gd name="connsiteX36" fmla="*/ 1713881 w 3302819"/>
                    <a:gd name="connsiteY36" fmla="*/ 484870 h 775354"/>
                    <a:gd name="connsiteX37" fmla="*/ 1551213 w 3302819"/>
                    <a:gd name="connsiteY37" fmla="*/ 484870 h 775354"/>
                    <a:gd name="connsiteX38" fmla="*/ 1551213 w 3302819"/>
                    <a:gd name="connsiteY38" fmla="*/ 477812 h 775354"/>
                    <a:gd name="connsiteX39" fmla="*/ 1573749 w 3302819"/>
                    <a:gd name="connsiteY39" fmla="*/ 408432 h 775354"/>
                    <a:gd name="connsiteX40" fmla="*/ 1636042 w 3302819"/>
                    <a:gd name="connsiteY40" fmla="*/ 382362 h 775354"/>
                    <a:gd name="connsiteX41" fmla="*/ 2115655 w 3302819"/>
                    <a:gd name="connsiteY41" fmla="*/ 771173 h 775354"/>
                    <a:gd name="connsiteX42" fmla="*/ 2232755 w 3302819"/>
                    <a:gd name="connsiteY42" fmla="*/ 740235 h 775354"/>
                    <a:gd name="connsiteX43" fmla="*/ 2303888 w 3302819"/>
                    <a:gd name="connsiteY43" fmla="*/ 643080 h 775354"/>
                    <a:gd name="connsiteX44" fmla="*/ 2202266 w 3302819"/>
                    <a:gd name="connsiteY44" fmla="*/ 598894 h 775354"/>
                    <a:gd name="connsiteX45" fmla="*/ 2171786 w 3302819"/>
                    <a:gd name="connsiteY45" fmla="*/ 648824 h 775354"/>
                    <a:gd name="connsiteX46" fmla="*/ 2115655 w 3302819"/>
                    <a:gd name="connsiteY46" fmla="*/ 667817 h 775354"/>
                    <a:gd name="connsiteX47" fmla="*/ 2055562 w 3302819"/>
                    <a:gd name="connsiteY47" fmla="*/ 642185 h 775354"/>
                    <a:gd name="connsiteX48" fmla="*/ 2035254 w 3302819"/>
                    <a:gd name="connsiteY48" fmla="*/ 572386 h 775354"/>
                    <a:gd name="connsiteX49" fmla="*/ 2035254 w 3302819"/>
                    <a:gd name="connsiteY49" fmla="*/ 485737 h 775354"/>
                    <a:gd name="connsiteX50" fmla="*/ 2055562 w 3302819"/>
                    <a:gd name="connsiteY50" fmla="*/ 415481 h 775354"/>
                    <a:gd name="connsiteX51" fmla="*/ 2115655 w 3302819"/>
                    <a:gd name="connsiteY51" fmla="*/ 389411 h 775354"/>
                    <a:gd name="connsiteX52" fmla="*/ 2169538 w 3302819"/>
                    <a:gd name="connsiteY52" fmla="*/ 407975 h 775354"/>
                    <a:gd name="connsiteX53" fmla="*/ 2195170 w 3302819"/>
                    <a:gd name="connsiteY53" fmla="*/ 453038 h 775354"/>
                    <a:gd name="connsiteX54" fmla="*/ 2301240 w 3302819"/>
                    <a:gd name="connsiteY54" fmla="*/ 407079 h 775354"/>
                    <a:gd name="connsiteX55" fmla="*/ 2233613 w 3302819"/>
                    <a:gd name="connsiteY55" fmla="*/ 317840 h 775354"/>
                    <a:gd name="connsiteX56" fmla="*/ 2115636 w 3302819"/>
                    <a:gd name="connsiteY56" fmla="*/ 286026 h 775354"/>
                    <a:gd name="connsiteX57" fmla="*/ 2022843 w 3302819"/>
                    <a:gd name="connsiteY57" fmla="*/ 302809 h 775354"/>
                    <a:gd name="connsiteX58" fmla="*/ 1954816 w 3302819"/>
                    <a:gd name="connsiteY58" fmla="*/ 351387 h 775354"/>
                    <a:gd name="connsiteX59" fmla="*/ 1913277 w 3302819"/>
                    <a:gd name="connsiteY59" fmla="*/ 427834 h 775354"/>
                    <a:gd name="connsiteX60" fmla="*/ 1899123 w 3302819"/>
                    <a:gd name="connsiteY60" fmla="*/ 528133 h 775354"/>
                    <a:gd name="connsiteX61" fmla="*/ 1913277 w 3302819"/>
                    <a:gd name="connsiteY61" fmla="*/ 628879 h 775354"/>
                    <a:gd name="connsiteX62" fmla="*/ 1954816 w 3302819"/>
                    <a:gd name="connsiteY62" fmla="*/ 705326 h 775354"/>
                    <a:gd name="connsiteX63" fmla="*/ 2022843 w 3302819"/>
                    <a:gd name="connsiteY63" fmla="*/ 753904 h 775354"/>
                    <a:gd name="connsiteX64" fmla="*/ 2115636 w 3302819"/>
                    <a:gd name="connsiteY64" fmla="*/ 771144 h 775354"/>
                    <a:gd name="connsiteX65" fmla="*/ 2621842 w 3302819"/>
                    <a:gd name="connsiteY65" fmla="*/ 771258 h 775354"/>
                    <a:gd name="connsiteX66" fmla="*/ 2621842 w 3302819"/>
                    <a:gd name="connsiteY66" fmla="*/ 667836 h 775354"/>
                    <a:gd name="connsiteX67" fmla="*/ 2529954 w 3302819"/>
                    <a:gd name="connsiteY67" fmla="*/ 667836 h 775354"/>
                    <a:gd name="connsiteX68" fmla="*/ 2529954 w 3302819"/>
                    <a:gd name="connsiteY68" fmla="*/ 391611 h 775354"/>
                    <a:gd name="connsiteX69" fmla="*/ 2621842 w 3302819"/>
                    <a:gd name="connsiteY69" fmla="*/ 391611 h 775354"/>
                    <a:gd name="connsiteX70" fmla="*/ 2621842 w 3302819"/>
                    <a:gd name="connsiteY70" fmla="*/ 288141 h 775354"/>
                    <a:gd name="connsiteX71" fmla="*/ 2529954 w 3302819"/>
                    <a:gd name="connsiteY71" fmla="*/ 288141 h 775354"/>
                    <a:gd name="connsiteX72" fmla="*/ 2529954 w 3302819"/>
                    <a:gd name="connsiteY72" fmla="*/ 171145 h 775354"/>
                    <a:gd name="connsiteX73" fmla="*/ 2412416 w 3302819"/>
                    <a:gd name="connsiteY73" fmla="*/ 171145 h 775354"/>
                    <a:gd name="connsiteX74" fmla="*/ 2412416 w 3302819"/>
                    <a:gd name="connsiteY74" fmla="*/ 237820 h 775354"/>
                    <a:gd name="connsiteX75" fmla="*/ 2402719 w 3302819"/>
                    <a:gd name="connsiteY75" fmla="*/ 275139 h 775354"/>
                    <a:gd name="connsiteX76" fmla="*/ 2366524 w 3302819"/>
                    <a:gd name="connsiteY76" fmla="*/ 288188 h 775354"/>
                    <a:gd name="connsiteX77" fmla="*/ 2333720 w 3302819"/>
                    <a:gd name="connsiteY77" fmla="*/ 288188 h 775354"/>
                    <a:gd name="connsiteX78" fmla="*/ 2333720 w 3302819"/>
                    <a:gd name="connsiteY78" fmla="*/ 391611 h 775354"/>
                    <a:gd name="connsiteX79" fmla="*/ 2399119 w 3302819"/>
                    <a:gd name="connsiteY79" fmla="*/ 391611 h 775354"/>
                    <a:gd name="connsiteX80" fmla="*/ 2399119 w 3302819"/>
                    <a:gd name="connsiteY80" fmla="*/ 633613 h 775354"/>
                    <a:gd name="connsiteX81" fmla="*/ 2434028 w 3302819"/>
                    <a:gd name="connsiteY81" fmla="*/ 736206 h 775354"/>
                    <a:gd name="connsiteX82" fmla="*/ 2536984 w 3302819"/>
                    <a:gd name="connsiteY82" fmla="*/ 771315 h 775354"/>
                    <a:gd name="connsiteX83" fmla="*/ 2775490 w 3302819"/>
                    <a:gd name="connsiteY83" fmla="*/ 249469 h 775354"/>
                    <a:gd name="connsiteX84" fmla="*/ 2833383 w 3302819"/>
                    <a:gd name="connsiteY84" fmla="*/ 231057 h 775354"/>
                    <a:gd name="connsiteX85" fmla="*/ 2851480 w 3302819"/>
                    <a:gd name="connsiteY85" fmla="*/ 183975 h 775354"/>
                    <a:gd name="connsiteX86" fmla="*/ 2851480 w 3302819"/>
                    <a:gd name="connsiteY86" fmla="*/ 164259 h 775354"/>
                    <a:gd name="connsiteX87" fmla="*/ 2833383 w 3302819"/>
                    <a:gd name="connsiteY87" fmla="*/ 117177 h 775354"/>
                    <a:gd name="connsiteX88" fmla="*/ 2775490 w 3302819"/>
                    <a:gd name="connsiteY88" fmla="*/ 98765 h 775354"/>
                    <a:gd name="connsiteX89" fmla="*/ 2717606 w 3302819"/>
                    <a:gd name="connsiteY89" fmla="*/ 117177 h 775354"/>
                    <a:gd name="connsiteX90" fmla="*/ 2699509 w 3302819"/>
                    <a:gd name="connsiteY90" fmla="*/ 164259 h 775354"/>
                    <a:gd name="connsiteX91" fmla="*/ 2699509 w 3302819"/>
                    <a:gd name="connsiteY91" fmla="*/ 183975 h 775354"/>
                    <a:gd name="connsiteX92" fmla="*/ 2717606 w 3302819"/>
                    <a:gd name="connsiteY92" fmla="*/ 231057 h 775354"/>
                    <a:gd name="connsiteX93" fmla="*/ 2775490 w 3302819"/>
                    <a:gd name="connsiteY93" fmla="*/ 249469 h 775354"/>
                    <a:gd name="connsiteX94" fmla="*/ 2710129 w 3302819"/>
                    <a:gd name="connsiteY94" fmla="*/ 771192 h 775354"/>
                    <a:gd name="connsiteX95" fmla="*/ 2840898 w 3302819"/>
                    <a:gd name="connsiteY95" fmla="*/ 771192 h 775354"/>
                    <a:gd name="connsiteX96" fmla="*/ 2840898 w 3302819"/>
                    <a:gd name="connsiteY96" fmla="*/ 285998 h 775354"/>
                    <a:gd name="connsiteX97" fmla="*/ 2710101 w 3302819"/>
                    <a:gd name="connsiteY97" fmla="*/ 285998 h 775354"/>
                    <a:gd name="connsiteX98" fmla="*/ 3103969 w 3302819"/>
                    <a:gd name="connsiteY98" fmla="*/ 771135 h 775354"/>
                    <a:gd name="connsiteX99" fmla="*/ 3185713 w 3302819"/>
                    <a:gd name="connsiteY99" fmla="*/ 759647 h 775354"/>
                    <a:gd name="connsiteX100" fmla="*/ 3248444 w 3302819"/>
                    <a:gd name="connsiteY100" fmla="*/ 727386 h 775354"/>
                    <a:gd name="connsiteX101" fmla="*/ 3288659 w 3302819"/>
                    <a:gd name="connsiteY101" fmla="*/ 678351 h 775354"/>
                    <a:gd name="connsiteX102" fmla="*/ 3302813 w 3302819"/>
                    <a:gd name="connsiteY102" fmla="*/ 616496 h 775354"/>
                    <a:gd name="connsiteX103" fmla="*/ 3149927 w 3302819"/>
                    <a:gd name="connsiteY103" fmla="*/ 476869 h 775354"/>
                    <a:gd name="connsiteX104" fmla="*/ 3097768 w 3302819"/>
                    <a:gd name="connsiteY104" fmla="*/ 469802 h 775354"/>
                    <a:gd name="connsiteX105" fmla="*/ 3059325 w 3302819"/>
                    <a:gd name="connsiteY105" fmla="*/ 455228 h 775354"/>
                    <a:gd name="connsiteX106" fmla="*/ 3049172 w 3302819"/>
                    <a:gd name="connsiteY106" fmla="*/ 426501 h 775354"/>
                    <a:gd name="connsiteX107" fmla="*/ 3063307 w 3302819"/>
                    <a:gd name="connsiteY107" fmla="*/ 398221 h 775354"/>
                    <a:gd name="connsiteX108" fmla="*/ 3111036 w 3302819"/>
                    <a:gd name="connsiteY108" fmla="*/ 387601 h 775354"/>
                    <a:gd name="connsiteX109" fmla="*/ 3168015 w 3302819"/>
                    <a:gd name="connsiteY109" fmla="*/ 400469 h 775354"/>
                    <a:gd name="connsiteX110" fmla="*/ 3217935 w 3302819"/>
                    <a:gd name="connsiteY110" fmla="*/ 435388 h 775354"/>
                    <a:gd name="connsiteX111" fmla="*/ 3293059 w 3302819"/>
                    <a:gd name="connsiteY111" fmla="*/ 358492 h 775354"/>
                    <a:gd name="connsiteX112" fmla="*/ 3257274 w 3302819"/>
                    <a:gd name="connsiteY112" fmla="*/ 328012 h 775354"/>
                    <a:gd name="connsiteX113" fmla="*/ 3217498 w 3302819"/>
                    <a:gd name="connsiteY113" fmla="*/ 305048 h 775354"/>
                    <a:gd name="connsiteX114" fmla="*/ 3167920 w 3302819"/>
                    <a:gd name="connsiteY114" fmla="*/ 290884 h 775354"/>
                    <a:gd name="connsiteX115" fmla="*/ 3103846 w 3302819"/>
                    <a:gd name="connsiteY115" fmla="*/ 286036 h 775354"/>
                    <a:gd name="connsiteX116" fmla="*/ 3029170 w 3302819"/>
                    <a:gd name="connsiteY116" fmla="*/ 297085 h 775354"/>
                    <a:gd name="connsiteX117" fmla="*/ 2972610 w 3302819"/>
                    <a:gd name="connsiteY117" fmla="*/ 328003 h 775354"/>
                    <a:gd name="connsiteX118" fmla="*/ 2936415 w 3302819"/>
                    <a:gd name="connsiteY118" fmla="*/ 375733 h 775354"/>
                    <a:gd name="connsiteX119" fmla="*/ 2923595 w 3302819"/>
                    <a:gd name="connsiteY119" fmla="*/ 437159 h 775354"/>
                    <a:gd name="connsiteX120" fmla="*/ 3080014 w 3302819"/>
                    <a:gd name="connsiteY120" fmla="*/ 580320 h 775354"/>
                    <a:gd name="connsiteX121" fmla="*/ 3130382 w 3302819"/>
                    <a:gd name="connsiteY121" fmla="*/ 586511 h 775354"/>
                    <a:gd name="connsiteX122" fmla="*/ 3177226 w 3302819"/>
                    <a:gd name="connsiteY122" fmla="*/ 625392 h 775354"/>
                    <a:gd name="connsiteX123" fmla="*/ 3162195 w 3302819"/>
                    <a:gd name="connsiteY123" fmla="*/ 657644 h 775354"/>
                    <a:gd name="connsiteX124" fmla="*/ 3108312 w 3302819"/>
                    <a:gd name="connsiteY124" fmla="*/ 669569 h 775354"/>
                    <a:gd name="connsiteX125" fmla="*/ 3040266 w 3302819"/>
                    <a:gd name="connsiteY125" fmla="*/ 653663 h 775354"/>
                    <a:gd name="connsiteX126" fmla="*/ 2985478 w 3302819"/>
                    <a:gd name="connsiteY126" fmla="*/ 610362 h 775354"/>
                    <a:gd name="connsiteX127" fmla="*/ 2908583 w 3302819"/>
                    <a:gd name="connsiteY127" fmla="*/ 688124 h 775354"/>
                    <a:gd name="connsiteX128" fmla="*/ 2990774 w 3302819"/>
                    <a:gd name="connsiteY128" fmla="*/ 749560 h 775354"/>
                    <a:gd name="connsiteX129" fmla="*/ 3103941 w 3302819"/>
                    <a:gd name="connsiteY129" fmla="*/ 771201 h 775354"/>
                    <a:gd name="connsiteX130" fmla="*/ 854593 w 3302819"/>
                    <a:gd name="connsiteY130" fmla="*/ 284407 h 775354"/>
                    <a:gd name="connsiteX131" fmla="*/ 452371 w 3302819"/>
                    <a:gd name="connsiteY131" fmla="*/ 284407 h 775354"/>
                    <a:gd name="connsiteX132" fmla="*/ 452371 w 3302819"/>
                    <a:gd name="connsiteY132" fmla="*/ 284407 h 775354"/>
                    <a:gd name="connsiteX133" fmla="*/ 360931 w 3302819"/>
                    <a:gd name="connsiteY133" fmla="*/ 284407 h 775354"/>
                    <a:gd name="connsiteX134" fmla="*/ 360931 w 3302819"/>
                    <a:gd name="connsiteY134" fmla="*/ 192967 h 775354"/>
                    <a:gd name="connsiteX135" fmla="*/ 167964 w 3302819"/>
                    <a:gd name="connsiteY135" fmla="*/ 0 h 775354"/>
                    <a:gd name="connsiteX136" fmla="*/ 79229 w 3302819"/>
                    <a:gd name="connsiteY136" fmla="*/ 88725 h 775354"/>
                    <a:gd name="connsiteX137" fmla="*/ 274920 w 3302819"/>
                    <a:gd name="connsiteY137" fmla="*/ 284407 h 775354"/>
                    <a:gd name="connsiteX138" fmla="*/ 0 w 3302819"/>
                    <a:gd name="connsiteY138" fmla="*/ 284407 h 775354"/>
                    <a:gd name="connsiteX139" fmla="*/ 0 w 3302819"/>
                    <a:gd name="connsiteY139" fmla="*/ 409899 h 775354"/>
                    <a:gd name="connsiteX140" fmla="*/ 274920 w 3302819"/>
                    <a:gd name="connsiteY140" fmla="*/ 409899 h 775354"/>
                    <a:gd name="connsiteX141" fmla="*/ 79229 w 3302819"/>
                    <a:gd name="connsiteY141" fmla="*/ 605571 h 775354"/>
                    <a:gd name="connsiteX142" fmla="*/ 167964 w 3302819"/>
                    <a:gd name="connsiteY142" fmla="*/ 694287 h 775354"/>
                    <a:gd name="connsiteX143" fmla="*/ 363636 w 3302819"/>
                    <a:gd name="connsiteY143" fmla="*/ 498615 h 775354"/>
                    <a:gd name="connsiteX144" fmla="*/ 363636 w 3302819"/>
                    <a:gd name="connsiteY144" fmla="*/ 775354 h 775354"/>
                    <a:gd name="connsiteX145" fmla="*/ 489128 w 3302819"/>
                    <a:gd name="connsiteY145" fmla="*/ 775354 h 775354"/>
                    <a:gd name="connsiteX146" fmla="*/ 489128 w 3302819"/>
                    <a:gd name="connsiteY146" fmla="*/ 498615 h 775354"/>
                    <a:gd name="connsiteX147" fmla="*/ 684848 w 3302819"/>
                    <a:gd name="connsiteY147" fmla="*/ 694287 h 775354"/>
                    <a:gd name="connsiteX148" fmla="*/ 773573 w 3302819"/>
                    <a:gd name="connsiteY148" fmla="*/ 605571 h 775354"/>
                    <a:gd name="connsiteX149" fmla="*/ 577863 w 3302819"/>
                    <a:gd name="connsiteY149" fmla="*/ 409899 h 775354"/>
                    <a:gd name="connsiteX150" fmla="*/ 854593 w 3302819"/>
                    <a:gd name="connsiteY150" fmla="*/ 409899 h 775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3302819" h="775354">
                      <a:moveTo>
                        <a:pt x="1402185" y="284740"/>
                      </a:moveTo>
                      <a:lnTo>
                        <a:pt x="1250213" y="771239"/>
                      </a:lnTo>
                      <a:lnTo>
                        <a:pt x="1094661" y="771239"/>
                      </a:lnTo>
                      <a:lnTo>
                        <a:pt x="942689" y="284740"/>
                      </a:lnTo>
                      <a:lnTo>
                        <a:pt x="1071734" y="284740"/>
                      </a:lnTo>
                      <a:lnTo>
                        <a:pt x="1129160" y="481146"/>
                      </a:lnTo>
                      <a:lnTo>
                        <a:pt x="1172461" y="657225"/>
                      </a:lnTo>
                      <a:lnTo>
                        <a:pt x="1179519" y="657225"/>
                      </a:lnTo>
                      <a:lnTo>
                        <a:pt x="1222820" y="481194"/>
                      </a:lnTo>
                      <a:lnTo>
                        <a:pt x="1278503" y="284740"/>
                      </a:lnTo>
                      <a:close/>
                      <a:moveTo>
                        <a:pt x="1638710" y="771192"/>
                      </a:moveTo>
                      <a:cubicBezTo>
                        <a:pt x="1677521" y="771852"/>
                        <a:pt x="1716088" y="764932"/>
                        <a:pt x="1752248" y="750818"/>
                      </a:cubicBezTo>
                      <a:cubicBezTo>
                        <a:pt x="1783402" y="738743"/>
                        <a:pt x="1811157" y="719281"/>
                        <a:pt x="1833124" y="694106"/>
                      </a:cubicBezTo>
                      <a:lnTo>
                        <a:pt x="1767745" y="612581"/>
                      </a:lnTo>
                      <a:cubicBezTo>
                        <a:pt x="1753435" y="627440"/>
                        <a:pt x="1737413" y="640549"/>
                        <a:pt x="1720015" y="651634"/>
                      </a:cubicBezTo>
                      <a:cubicBezTo>
                        <a:pt x="1699912" y="663214"/>
                        <a:pt x="1676928" y="668830"/>
                        <a:pt x="1653750" y="667826"/>
                      </a:cubicBezTo>
                      <a:cubicBezTo>
                        <a:pt x="1618386" y="667826"/>
                        <a:pt x="1592459" y="658920"/>
                        <a:pt x="1575968" y="641109"/>
                      </a:cubicBezTo>
                      <a:cubicBezTo>
                        <a:pt x="1558678" y="621118"/>
                        <a:pt x="1549803" y="595208"/>
                        <a:pt x="1551203" y="568814"/>
                      </a:cubicBezTo>
                      <a:lnTo>
                        <a:pt x="1551203" y="561727"/>
                      </a:lnTo>
                      <a:lnTo>
                        <a:pt x="1849088" y="561727"/>
                      </a:lnTo>
                      <a:lnTo>
                        <a:pt x="1849088" y="522846"/>
                      </a:lnTo>
                      <a:cubicBezTo>
                        <a:pt x="1849203" y="492541"/>
                        <a:pt x="1845191" y="462362"/>
                        <a:pt x="1837163" y="433140"/>
                      </a:cubicBezTo>
                      <a:cubicBezTo>
                        <a:pt x="1829747" y="405642"/>
                        <a:pt x="1816821" y="379938"/>
                        <a:pt x="1799168" y="357588"/>
                      </a:cubicBezTo>
                      <a:cubicBezTo>
                        <a:pt x="1781100" y="335260"/>
                        <a:pt x="1758114" y="317412"/>
                        <a:pt x="1732007" y="305438"/>
                      </a:cubicBezTo>
                      <a:cubicBezTo>
                        <a:pt x="1700994" y="291764"/>
                        <a:pt x="1667334" y="285137"/>
                        <a:pt x="1633452" y="286036"/>
                      </a:cubicBezTo>
                      <a:cubicBezTo>
                        <a:pt x="1601677" y="285469"/>
                        <a:pt x="1570117" y="291337"/>
                        <a:pt x="1540669" y="303286"/>
                      </a:cubicBezTo>
                      <a:cubicBezTo>
                        <a:pt x="1514382" y="314166"/>
                        <a:pt x="1490947" y="330943"/>
                        <a:pt x="1472175" y="352320"/>
                      </a:cubicBezTo>
                      <a:cubicBezTo>
                        <a:pt x="1452993" y="374598"/>
                        <a:pt x="1438676" y="400637"/>
                        <a:pt x="1430141" y="428768"/>
                      </a:cubicBezTo>
                      <a:cubicBezTo>
                        <a:pt x="1420351" y="460976"/>
                        <a:pt x="1415584" y="494501"/>
                        <a:pt x="1416006" y="528161"/>
                      </a:cubicBezTo>
                      <a:cubicBezTo>
                        <a:pt x="1415576" y="562286"/>
                        <a:pt x="1420493" y="596267"/>
                        <a:pt x="1430579" y="628869"/>
                      </a:cubicBezTo>
                      <a:cubicBezTo>
                        <a:pt x="1439314" y="657188"/>
                        <a:pt x="1454094" y="683271"/>
                        <a:pt x="1473899" y="705317"/>
                      </a:cubicBezTo>
                      <a:cubicBezTo>
                        <a:pt x="1493426" y="726524"/>
                        <a:pt x="1517415" y="743134"/>
                        <a:pt x="1544136" y="753951"/>
                      </a:cubicBezTo>
                      <a:cubicBezTo>
                        <a:pt x="1574210" y="765885"/>
                        <a:pt x="1606350" y="771745"/>
                        <a:pt x="1638700" y="771192"/>
                      </a:cubicBezTo>
                      <a:moveTo>
                        <a:pt x="1636062" y="382353"/>
                      </a:moveTo>
                      <a:cubicBezTo>
                        <a:pt x="1658785" y="380629"/>
                        <a:pt x="1680858" y="390420"/>
                        <a:pt x="1694831" y="408422"/>
                      </a:cubicBezTo>
                      <a:cubicBezTo>
                        <a:pt x="1708353" y="428624"/>
                        <a:pt x="1715031" y="452634"/>
                        <a:pt x="1713881" y="476917"/>
                      </a:cubicBezTo>
                      <a:lnTo>
                        <a:pt x="1713881" y="484870"/>
                      </a:lnTo>
                      <a:lnTo>
                        <a:pt x="1551213" y="484870"/>
                      </a:lnTo>
                      <a:lnTo>
                        <a:pt x="1551213" y="477812"/>
                      </a:lnTo>
                      <a:cubicBezTo>
                        <a:pt x="1549950" y="452703"/>
                        <a:pt x="1557972" y="428007"/>
                        <a:pt x="1573749" y="408432"/>
                      </a:cubicBezTo>
                      <a:cubicBezTo>
                        <a:pt x="1589479" y="390736"/>
                        <a:pt x="1612397" y="381145"/>
                        <a:pt x="1636042" y="382362"/>
                      </a:cubicBezTo>
                      <a:moveTo>
                        <a:pt x="2115655" y="771173"/>
                      </a:moveTo>
                      <a:cubicBezTo>
                        <a:pt x="2156865" y="772451"/>
                        <a:pt x="2197555" y="761701"/>
                        <a:pt x="2232755" y="740235"/>
                      </a:cubicBezTo>
                      <a:cubicBezTo>
                        <a:pt x="2266879" y="716937"/>
                        <a:pt x="2291985" y="682647"/>
                        <a:pt x="2303888" y="643080"/>
                      </a:cubicBezTo>
                      <a:lnTo>
                        <a:pt x="2202266" y="598894"/>
                      </a:lnTo>
                      <a:cubicBezTo>
                        <a:pt x="2196733" y="617954"/>
                        <a:pt x="2186211" y="635192"/>
                        <a:pt x="2171786" y="648824"/>
                      </a:cubicBezTo>
                      <a:cubicBezTo>
                        <a:pt x="2156196" y="662106"/>
                        <a:pt x="2136107" y="668903"/>
                        <a:pt x="2115655" y="667817"/>
                      </a:cubicBezTo>
                      <a:cubicBezTo>
                        <a:pt x="2092678" y="669369"/>
                        <a:pt x="2070344" y="659843"/>
                        <a:pt x="2055562" y="642185"/>
                      </a:cubicBezTo>
                      <a:cubicBezTo>
                        <a:pt x="2041036" y="621913"/>
                        <a:pt x="2033871" y="597287"/>
                        <a:pt x="2035254" y="572386"/>
                      </a:cubicBezTo>
                      <a:lnTo>
                        <a:pt x="2035254" y="485737"/>
                      </a:lnTo>
                      <a:cubicBezTo>
                        <a:pt x="2033928" y="460701"/>
                        <a:pt x="2041082" y="435948"/>
                        <a:pt x="2055562" y="415481"/>
                      </a:cubicBezTo>
                      <a:cubicBezTo>
                        <a:pt x="2070206" y="397595"/>
                        <a:pt x="2092589" y="387885"/>
                        <a:pt x="2115655" y="389411"/>
                      </a:cubicBezTo>
                      <a:cubicBezTo>
                        <a:pt x="2135360" y="388260"/>
                        <a:pt x="2154723" y="394931"/>
                        <a:pt x="2169538" y="407975"/>
                      </a:cubicBezTo>
                      <a:cubicBezTo>
                        <a:pt x="2182354" y="420127"/>
                        <a:pt x="2191275" y="435811"/>
                        <a:pt x="2195170" y="453038"/>
                      </a:cubicBezTo>
                      <a:lnTo>
                        <a:pt x="2301240" y="407079"/>
                      </a:lnTo>
                      <a:cubicBezTo>
                        <a:pt x="2289134" y="370700"/>
                        <a:pt x="2265363" y="339332"/>
                        <a:pt x="2233613" y="317840"/>
                      </a:cubicBezTo>
                      <a:cubicBezTo>
                        <a:pt x="2198392" y="295588"/>
                        <a:pt x="2157269" y="284499"/>
                        <a:pt x="2115636" y="286026"/>
                      </a:cubicBezTo>
                      <a:cubicBezTo>
                        <a:pt x="2083902" y="285461"/>
                        <a:pt x="2052369" y="291165"/>
                        <a:pt x="2022843" y="302809"/>
                      </a:cubicBezTo>
                      <a:cubicBezTo>
                        <a:pt x="1996630" y="313367"/>
                        <a:pt x="1973310" y="330019"/>
                        <a:pt x="1954816" y="351387"/>
                      </a:cubicBezTo>
                      <a:cubicBezTo>
                        <a:pt x="1935900" y="373769"/>
                        <a:pt x="1921764" y="399785"/>
                        <a:pt x="1913277" y="427834"/>
                      </a:cubicBezTo>
                      <a:cubicBezTo>
                        <a:pt x="1903439" y="460343"/>
                        <a:pt x="1898665" y="494172"/>
                        <a:pt x="1899123" y="528133"/>
                      </a:cubicBezTo>
                      <a:cubicBezTo>
                        <a:pt x="1898685" y="562239"/>
                        <a:pt x="1903458" y="596213"/>
                        <a:pt x="1913277" y="628879"/>
                      </a:cubicBezTo>
                      <a:cubicBezTo>
                        <a:pt x="1921625" y="656986"/>
                        <a:pt x="1935776" y="683029"/>
                        <a:pt x="1954816" y="705326"/>
                      </a:cubicBezTo>
                      <a:cubicBezTo>
                        <a:pt x="1973468" y="726520"/>
                        <a:pt x="1996743" y="743141"/>
                        <a:pt x="2022843" y="753904"/>
                      </a:cubicBezTo>
                      <a:cubicBezTo>
                        <a:pt x="2052298" y="765841"/>
                        <a:pt x="2083860" y="771705"/>
                        <a:pt x="2115636" y="771144"/>
                      </a:cubicBezTo>
                      <a:moveTo>
                        <a:pt x="2621842" y="771258"/>
                      </a:moveTo>
                      <a:lnTo>
                        <a:pt x="2621842" y="667836"/>
                      </a:lnTo>
                      <a:lnTo>
                        <a:pt x="2529954" y="667836"/>
                      </a:lnTo>
                      <a:lnTo>
                        <a:pt x="2529954" y="391611"/>
                      </a:lnTo>
                      <a:lnTo>
                        <a:pt x="2621842" y="391611"/>
                      </a:lnTo>
                      <a:lnTo>
                        <a:pt x="2621842" y="288141"/>
                      </a:lnTo>
                      <a:lnTo>
                        <a:pt x="2529954" y="288141"/>
                      </a:lnTo>
                      <a:lnTo>
                        <a:pt x="2529954" y="171145"/>
                      </a:lnTo>
                      <a:lnTo>
                        <a:pt x="2412416" y="171145"/>
                      </a:lnTo>
                      <a:lnTo>
                        <a:pt x="2412416" y="237820"/>
                      </a:lnTo>
                      <a:cubicBezTo>
                        <a:pt x="2413253" y="250976"/>
                        <a:pt x="2409855" y="264054"/>
                        <a:pt x="2402719" y="275139"/>
                      </a:cubicBezTo>
                      <a:cubicBezTo>
                        <a:pt x="2396223" y="283832"/>
                        <a:pt x="2384158" y="288182"/>
                        <a:pt x="2366524" y="288188"/>
                      </a:cubicBezTo>
                      <a:lnTo>
                        <a:pt x="2333720" y="288188"/>
                      </a:lnTo>
                      <a:lnTo>
                        <a:pt x="2333720" y="391611"/>
                      </a:lnTo>
                      <a:lnTo>
                        <a:pt x="2399119" y="391611"/>
                      </a:lnTo>
                      <a:lnTo>
                        <a:pt x="2399119" y="633613"/>
                      </a:lnTo>
                      <a:cubicBezTo>
                        <a:pt x="2399119" y="678602"/>
                        <a:pt x="2410755" y="712800"/>
                        <a:pt x="2434028" y="736206"/>
                      </a:cubicBezTo>
                      <a:cubicBezTo>
                        <a:pt x="2457301" y="759612"/>
                        <a:pt x="2491620" y="771315"/>
                        <a:pt x="2536984" y="771315"/>
                      </a:cubicBezTo>
                      <a:close/>
                      <a:moveTo>
                        <a:pt x="2775490" y="249469"/>
                      </a:moveTo>
                      <a:cubicBezTo>
                        <a:pt x="2801995" y="249469"/>
                        <a:pt x="2821292" y="243332"/>
                        <a:pt x="2833383" y="231057"/>
                      </a:cubicBezTo>
                      <a:cubicBezTo>
                        <a:pt x="2845576" y="218483"/>
                        <a:pt x="2852112" y="201479"/>
                        <a:pt x="2851480" y="183975"/>
                      </a:cubicBezTo>
                      <a:lnTo>
                        <a:pt x="2851480" y="164259"/>
                      </a:lnTo>
                      <a:cubicBezTo>
                        <a:pt x="2852096" y="146757"/>
                        <a:pt x="2845562" y="129759"/>
                        <a:pt x="2833383" y="117177"/>
                      </a:cubicBezTo>
                      <a:cubicBezTo>
                        <a:pt x="2821318" y="104889"/>
                        <a:pt x="2802020" y="98752"/>
                        <a:pt x="2775490" y="98765"/>
                      </a:cubicBezTo>
                      <a:cubicBezTo>
                        <a:pt x="2748960" y="98777"/>
                        <a:pt x="2729665" y="104915"/>
                        <a:pt x="2717606" y="117177"/>
                      </a:cubicBezTo>
                      <a:cubicBezTo>
                        <a:pt x="2705422" y="129756"/>
                        <a:pt x="2698887" y="146757"/>
                        <a:pt x="2699509" y="164259"/>
                      </a:cubicBezTo>
                      <a:lnTo>
                        <a:pt x="2699509" y="183975"/>
                      </a:lnTo>
                      <a:cubicBezTo>
                        <a:pt x="2698878" y="201479"/>
                        <a:pt x="2705414" y="218483"/>
                        <a:pt x="2717606" y="231057"/>
                      </a:cubicBezTo>
                      <a:cubicBezTo>
                        <a:pt x="2729671" y="243332"/>
                        <a:pt x="2748966" y="249469"/>
                        <a:pt x="2775490" y="249469"/>
                      </a:cubicBezTo>
                      <a:moveTo>
                        <a:pt x="2710129" y="771192"/>
                      </a:moveTo>
                      <a:lnTo>
                        <a:pt x="2840898" y="771192"/>
                      </a:lnTo>
                      <a:lnTo>
                        <a:pt x="2840898" y="285998"/>
                      </a:lnTo>
                      <a:lnTo>
                        <a:pt x="2710101" y="285998"/>
                      </a:lnTo>
                      <a:close/>
                      <a:moveTo>
                        <a:pt x="3103969" y="771135"/>
                      </a:moveTo>
                      <a:cubicBezTo>
                        <a:pt x="3131642" y="771475"/>
                        <a:pt x="3159206" y="767602"/>
                        <a:pt x="3185713" y="759647"/>
                      </a:cubicBezTo>
                      <a:cubicBezTo>
                        <a:pt x="3208446" y="752883"/>
                        <a:pt x="3229719" y="741943"/>
                        <a:pt x="3248444" y="727386"/>
                      </a:cubicBezTo>
                      <a:cubicBezTo>
                        <a:pt x="3265301" y="714207"/>
                        <a:pt x="3279034" y="697462"/>
                        <a:pt x="3288659" y="678351"/>
                      </a:cubicBezTo>
                      <a:cubicBezTo>
                        <a:pt x="3298173" y="659132"/>
                        <a:pt x="3303022" y="637940"/>
                        <a:pt x="3302813" y="616496"/>
                      </a:cubicBezTo>
                      <a:cubicBezTo>
                        <a:pt x="3302813" y="536981"/>
                        <a:pt x="3251851" y="490439"/>
                        <a:pt x="3149927" y="476869"/>
                      </a:cubicBezTo>
                      <a:lnTo>
                        <a:pt x="3097768" y="469802"/>
                      </a:lnTo>
                      <a:cubicBezTo>
                        <a:pt x="3083794" y="468856"/>
                        <a:pt x="3070415" y="463784"/>
                        <a:pt x="3059325" y="455228"/>
                      </a:cubicBezTo>
                      <a:cubicBezTo>
                        <a:pt x="3052173" y="447433"/>
                        <a:pt x="3048507" y="437059"/>
                        <a:pt x="3049172" y="426501"/>
                      </a:cubicBezTo>
                      <a:cubicBezTo>
                        <a:pt x="3048878" y="415308"/>
                        <a:pt x="3054178" y="404704"/>
                        <a:pt x="3063307" y="398221"/>
                      </a:cubicBezTo>
                      <a:cubicBezTo>
                        <a:pt x="3077754" y="389879"/>
                        <a:pt x="3094414" y="386171"/>
                        <a:pt x="3111036" y="387601"/>
                      </a:cubicBezTo>
                      <a:cubicBezTo>
                        <a:pt x="3130739" y="387697"/>
                        <a:pt x="3150183" y="392088"/>
                        <a:pt x="3168015" y="400469"/>
                      </a:cubicBezTo>
                      <a:cubicBezTo>
                        <a:pt x="3186600" y="409045"/>
                        <a:pt x="3203506" y="420870"/>
                        <a:pt x="3217935" y="435388"/>
                      </a:cubicBezTo>
                      <a:lnTo>
                        <a:pt x="3293059" y="358492"/>
                      </a:lnTo>
                      <a:cubicBezTo>
                        <a:pt x="3281696" y="347687"/>
                        <a:pt x="3269750" y="337512"/>
                        <a:pt x="3257274" y="328012"/>
                      </a:cubicBezTo>
                      <a:cubicBezTo>
                        <a:pt x="3244996" y="318773"/>
                        <a:pt x="3231639" y="311061"/>
                        <a:pt x="3217498" y="305048"/>
                      </a:cubicBezTo>
                      <a:cubicBezTo>
                        <a:pt x="3201574" y="298429"/>
                        <a:pt x="3184937" y="293676"/>
                        <a:pt x="3167920" y="290884"/>
                      </a:cubicBezTo>
                      <a:cubicBezTo>
                        <a:pt x="3146739" y="287447"/>
                        <a:pt x="3125303" y="285825"/>
                        <a:pt x="3103846" y="286036"/>
                      </a:cubicBezTo>
                      <a:cubicBezTo>
                        <a:pt x="3078522" y="285680"/>
                        <a:pt x="3053306" y="289411"/>
                        <a:pt x="3029170" y="297085"/>
                      </a:cubicBezTo>
                      <a:cubicBezTo>
                        <a:pt x="3008503" y="303656"/>
                        <a:pt x="2989298" y="314154"/>
                        <a:pt x="2972610" y="328003"/>
                      </a:cubicBezTo>
                      <a:cubicBezTo>
                        <a:pt x="2957173" y="341049"/>
                        <a:pt x="2944812" y="357348"/>
                        <a:pt x="2936415" y="375733"/>
                      </a:cubicBezTo>
                      <a:cubicBezTo>
                        <a:pt x="2927712" y="395028"/>
                        <a:pt x="2923336" y="415994"/>
                        <a:pt x="2923595" y="437159"/>
                      </a:cubicBezTo>
                      <a:cubicBezTo>
                        <a:pt x="2923594" y="519665"/>
                        <a:pt x="2975734" y="567385"/>
                        <a:pt x="3080014" y="580320"/>
                      </a:cubicBezTo>
                      <a:lnTo>
                        <a:pt x="3130382" y="586511"/>
                      </a:lnTo>
                      <a:cubicBezTo>
                        <a:pt x="3161611" y="590658"/>
                        <a:pt x="3177226" y="603618"/>
                        <a:pt x="3177226" y="625392"/>
                      </a:cubicBezTo>
                      <a:cubicBezTo>
                        <a:pt x="3177689" y="637934"/>
                        <a:pt x="3172096" y="649933"/>
                        <a:pt x="3162195" y="657644"/>
                      </a:cubicBezTo>
                      <a:cubicBezTo>
                        <a:pt x="3152194" y="665594"/>
                        <a:pt x="3134233" y="669569"/>
                        <a:pt x="3108312" y="669569"/>
                      </a:cubicBezTo>
                      <a:cubicBezTo>
                        <a:pt x="3084665" y="669968"/>
                        <a:pt x="3061286" y="664503"/>
                        <a:pt x="3040266" y="653663"/>
                      </a:cubicBezTo>
                      <a:cubicBezTo>
                        <a:pt x="3019601" y="642560"/>
                        <a:pt x="3001055" y="627902"/>
                        <a:pt x="2985478" y="610362"/>
                      </a:cubicBezTo>
                      <a:lnTo>
                        <a:pt x="2908583" y="688124"/>
                      </a:lnTo>
                      <a:cubicBezTo>
                        <a:pt x="2931653" y="713831"/>
                        <a:pt x="2959588" y="734712"/>
                        <a:pt x="2990774" y="749560"/>
                      </a:cubicBezTo>
                      <a:cubicBezTo>
                        <a:pt x="3026445" y="765011"/>
                        <a:pt x="3065086" y="772400"/>
                        <a:pt x="3103941" y="771201"/>
                      </a:cubicBezTo>
                      <a:moveTo>
                        <a:pt x="854593" y="284407"/>
                      </a:moveTo>
                      <a:lnTo>
                        <a:pt x="452371" y="284407"/>
                      </a:lnTo>
                      <a:lnTo>
                        <a:pt x="452371" y="284407"/>
                      </a:lnTo>
                      <a:lnTo>
                        <a:pt x="360931" y="284407"/>
                      </a:lnTo>
                      <a:lnTo>
                        <a:pt x="360931" y="192967"/>
                      </a:lnTo>
                      <a:lnTo>
                        <a:pt x="167964" y="0"/>
                      </a:lnTo>
                      <a:lnTo>
                        <a:pt x="79229" y="88725"/>
                      </a:lnTo>
                      <a:lnTo>
                        <a:pt x="274920" y="284407"/>
                      </a:lnTo>
                      <a:lnTo>
                        <a:pt x="0" y="284407"/>
                      </a:lnTo>
                      <a:lnTo>
                        <a:pt x="0" y="409899"/>
                      </a:lnTo>
                      <a:lnTo>
                        <a:pt x="274920" y="409899"/>
                      </a:lnTo>
                      <a:lnTo>
                        <a:pt x="79229" y="605571"/>
                      </a:lnTo>
                      <a:lnTo>
                        <a:pt x="167964" y="694287"/>
                      </a:lnTo>
                      <a:lnTo>
                        <a:pt x="363636" y="498615"/>
                      </a:lnTo>
                      <a:lnTo>
                        <a:pt x="363636" y="775354"/>
                      </a:lnTo>
                      <a:lnTo>
                        <a:pt x="489128" y="775354"/>
                      </a:lnTo>
                      <a:lnTo>
                        <a:pt x="489128" y="498615"/>
                      </a:lnTo>
                      <a:lnTo>
                        <a:pt x="684848" y="694287"/>
                      </a:lnTo>
                      <a:lnTo>
                        <a:pt x="773573" y="605571"/>
                      </a:lnTo>
                      <a:lnTo>
                        <a:pt x="577863" y="409899"/>
                      </a:lnTo>
                      <a:lnTo>
                        <a:pt x="854593" y="409899"/>
                      </a:lnTo>
                      <a:close/>
                    </a:path>
                  </a:pathLst>
                </a:custGeom>
                <a:solidFill>
                  <a:sysClr val="window" lastClr="FFFFFF"/>
                </a:solid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25" name="Freeform: Shape 23">
                  <a:extLst>
                    <a:ext uri="{FF2B5EF4-FFF2-40B4-BE49-F238E27FC236}">
                      <a16:creationId xmlns:a16="http://schemas.microsoft.com/office/drawing/2014/main" id="{60C88768-31F9-031C-4CC7-21BF43A7B185}"/>
                    </a:ext>
                  </a:extLst>
                </p:cNvPr>
                <p:cNvSpPr/>
                <p:nvPr/>
              </p:nvSpPr>
              <p:spPr>
                <a:xfrm>
                  <a:off x="977249" y="4313143"/>
                  <a:ext cx="67928" cy="59469"/>
                </a:xfrm>
                <a:custGeom>
                  <a:avLst/>
                  <a:gdLst>
                    <a:gd name="connsiteX0" fmla="*/ 412594 w 416404"/>
                    <a:gd name="connsiteY0" fmla="*/ 168678 h 364550"/>
                    <a:gd name="connsiteX1" fmla="*/ 327708 w 416404"/>
                    <a:gd name="connsiteY1" fmla="*/ 83734 h 364550"/>
                    <a:gd name="connsiteX2" fmla="*/ 323898 w 416404"/>
                    <a:gd name="connsiteY2" fmla="*/ 79924 h 364550"/>
                    <a:gd name="connsiteX3" fmla="*/ 320088 w 416404"/>
                    <a:gd name="connsiteY3" fmla="*/ 83734 h 364550"/>
                    <a:gd name="connsiteX4" fmla="*/ 130873 w 416404"/>
                    <a:gd name="connsiteY4" fmla="*/ 272929 h 364550"/>
                    <a:gd name="connsiteX5" fmla="*/ 130873 w 416404"/>
                    <a:gd name="connsiteY5" fmla="*/ 0 h 364550"/>
                    <a:gd name="connsiteX6" fmla="*/ 0 w 416404"/>
                    <a:gd name="connsiteY6" fmla="*/ 0 h 364550"/>
                    <a:gd name="connsiteX7" fmla="*/ 0 w 416404"/>
                    <a:gd name="connsiteY7" fmla="*/ 364550 h 364550"/>
                    <a:gd name="connsiteX8" fmla="*/ 224342 w 416404"/>
                    <a:gd name="connsiteY8" fmla="*/ 364550 h 364550"/>
                    <a:gd name="connsiteX9" fmla="*/ 412594 w 416404"/>
                    <a:gd name="connsiteY9" fmla="*/ 176298 h 364550"/>
                    <a:gd name="connsiteX10" fmla="*/ 416404 w 416404"/>
                    <a:gd name="connsiteY10" fmla="*/ 172488 h 36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6404" h="364550">
                      <a:moveTo>
                        <a:pt x="412594" y="168678"/>
                      </a:moveTo>
                      <a:lnTo>
                        <a:pt x="327708" y="83734"/>
                      </a:lnTo>
                      <a:lnTo>
                        <a:pt x="323898" y="79924"/>
                      </a:lnTo>
                      <a:lnTo>
                        <a:pt x="320088" y="83734"/>
                      </a:lnTo>
                      <a:lnTo>
                        <a:pt x="130873" y="272929"/>
                      </a:lnTo>
                      <a:lnTo>
                        <a:pt x="130873" y="0"/>
                      </a:lnTo>
                      <a:lnTo>
                        <a:pt x="0" y="0"/>
                      </a:lnTo>
                      <a:lnTo>
                        <a:pt x="0" y="364550"/>
                      </a:lnTo>
                      <a:lnTo>
                        <a:pt x="224342" y="364550"/>
                      </a:lnTo>
                      <a:lnTo>
                        <a:pt x="412594" y="176298"/>
                      </a:lnTo>
                      <a:lnTo>
                        <a:pt x="416404" y="172488"/>
                      </a:lnTo>
                      <a:close/>
                    </a:path>
                  </a:pathLst>
                </a:custGeom>
                <a:solidFill>
                  <a:sysClr val="window" lastClr="FFFFFF"/>
                </a:solid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pic>
            <p:nvPicPr>
              <p:cNvPr id="18" name="logo-itaú">
                <a:extLst>
                  <a:ext uri="{FF2B5EF4-FFF2-40B4-BE49-F238E27FC236}">
                    <a16:creationId xmlns:a16="http://schemas.microsoft.com/office/drawing/2014/main" id="{E6ED488E-EF7F-21B9-D7EA-1F638FD21DC2}"/>
                  </a:ext>
                </a:extLst>
              </p:cNvPr>
              <p:cNvPicPr/>
              <p:nvPr/>
            </p:nvPicPr>
            <p:blipFill>
              <a:blip r:embed="rId45">
                <a:extLst>
                  <a:ext uri="{BEBA8EAE-BF5A-486C-A8C5-ECC9F3942E4B}">
                    <a14:imgProps xmlns:a14="http://schemas.microsoft.com/office/drawing/2010/main">
                      <a14:imgLayer r:embed="rId46">
                        <a14:imgEffect>
                          <a14:brightnessContrast bright="100000"/>
                        </a14:imgEffect>
                      </a14:imgLayer>
                    </a14:imgProps>
                  </a:ext>
                  <a:ext uri="{28A0092B-C50C-407E-A947-70E740481C1C}">
                    <a14:useLocalDpi xmlns:a14="http://schemas.microsoft.com/office/drawing/2010/main" val="0"/>
                  </a:ext>
                </a:extLst>
              </a:blip>
              <a:srcRect/>
              <a:stretch/>
            </p:blipFill>
            <p:spPr>
              <a:xfrm>
                <a:off x="470410" y="4263883"/>
                <a:ext cx="205727" cy="205727"/>
              </a:xfrm>
              <a:prstGeom prst="rect">
                <a:avLst/>
              </a:prstGeom>
            </p:spPr>
          </p:pic>
        </p:grpSp>
      </p:grpSp>
      <p:grpSp>
        <p:nvGrpSpPr>
          <p:cNvPr id="462" name="Group 461">
            <a:extLst>
              <a:ext uri="{FF2B5EF4-FFF2-40B4-BE49-F238E27FC236}">
                <a16:creationId xmlns:a16="http://schemas.microsoft.com/office/drawing/2014/main" id="{6108C1F5-2E2B-C41F-F6DC-97E2149B5DDC}"/>
              </a:ext>
            </a:extLst>
          </p:cNvPr>
          <p:cNvGrpSpPr/>
          <p:nvPr/>
        </p:nvGrpSpPr>
        <p:grpSpPr>
          <a:xfrm>
            <a:off x="4238794" y="4781617"/>
            <a:ext cx="3701568" cy="1667085"/>
            <a:chOff x="8155470" y="4781617"/>
            <a:chExt cx="3701568" cy="1667085"/>
          </a:xfrm>
        </p:grpSpPr>
        <p:sp>
          <p:nvSpPr>
            <p:cNvPr id="463" name="chris-egan-bio">
              <a:extLst>
                <a:ext uri="{FF2B5EF4-FFF2-40B4-BE49-F238E27FC236}">
                  <a16:creationId xmlns:a16="http://schemas.microsoft.com/office/drawing/2014/main" id="{8A394BB0-A5E7-7B3C-CE05-16F691260699}"/>
                </a:ext>
              </a:extLst>
            </p:cNvPr>
            <p:cNvSpPr txBox="1"/>
            <p:nvPr/>
          </p:nvSpPr>
          <p:spPr>
            <a:xfrm>
              <a:off x="10024804" y="4995706"/>
              <a:ext cx="1699231" cy="1036181"/>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+18 anos de experiência na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área de Riscos e Compliance,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tendo atuado como Gerente de Riscos e Controles Internos na Canvas Capital.  </a:t>
              </a:r>
            </a:p>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Anteriormente, trabalhou como especialista em riscos no Itaú Unibanco e na  FRAM Capital.</a:t>
              </a:r>
            </a:p>
          </p:txBody>
        </p:sp>
        <p:sp>
          <p:nvSpPr>
            <p:cNvPr id="464" name="object 17">
              <a:extLst>
                <a:ext uri="{FF2B5EF4-FFF2-40B4-BE49-F238E27FC236}">
                  <a16:creationId xmlns:a16="http://schemas.microsoft.com/office/drawing/2014/main" id="{52BD3275-F8DC-AAD6-6342-D19FA0AA5D9F}"/>
                </a:ext>
              </a:extLst>
            </p:cNvPr>
            <p:cNvSpPr txBox="1"/>
            <p:nvPr/>
          </p:nvSpPr>
          <p:spPr>
            <a:xfrm>
              <a:off x="8155470" y="4781617"/>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465" name="object 13">
              <a:extLst>
                <a:ext uri="{FF2B5EF4-FFF2-40B4-BE49-F238E27FC236}">
                  <a16:creationId xmlns:a16="http://schemas.microsoft.com/office/drawing/2014/main" id="{2A93C8DF-AB75-6A2D-D6D3-2AC013231726}"/>
                </a:ext>
              </a:extLst>
            </p:cNvPr>
            <p:cNvSpPr txBox="1"/>
            <p:nvPr/>
          </p:nvSpPr>
          <p:spPr>
            <a:xfrm>
              <a:off x="9001058" y="4996278"/>
              <a:ext cx="1107252"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Alice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Singer</a:t>
              </a:r>
            </a:p>
          </p:txBody>
        </p:sp>
        <p:sp>
          <p:nvSpPr>
            <p:cNvPr id="466" name="object 31">
              <a:extLst>
                <a:ext uri="{FF2B5EF4-FFF2-40B4-BE49-F238E27FC236}">
                  <a16:creationId xmlns:a16="http://schemas.microsoft.com/office/drawing/2014/main" id="{F8F681C1-DCB9-7F80-1269-B8BEC15E094C}"/>
                </a:ext>
              </a:extLst>
            </p:cNvPr>
            <p:cNvSpPr/>
            <p:nvPr/>
          </p:nvSpPr>
          <p:spPr>
            <a:xfrm flipV="1">
              <a:off x="9001058" y="5336765"/>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467" name="chris-egan-titulo">
              <a:extLst>
                <a:ext uri="{FF2B5EF4-FFF2-40B4-BE49-F238E27FC236}">
                  <a16:creationId xmlns:a16="http://schemas.microsoft.com/office/drawing/2014/main" id="{E47B7EA9-E9DC-9C90-0547-7A63528249DE}"/>
                </a:ext>
              </a:extLst>
            </p:cNvPr>
            <p:cNvSpPr txBox="1"/>
            <p:nvPr/>
          </p:nvSpPr>
          <p:spPr>
            <a:xfrm>
              <a:off x="9001058" y="5607219"/>
              <a:ext cx="912399" cy="276999"/>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pt-BR" sz="600" b="0" i="0" u="none" strike="noStrike" kern="0" cap="none" spc="33" normalizeH="0" baseline="0" noProof="0">
                  <a:ln>
                    <a:noFill/>
                  </a:ln>
                  <a:solidFill>
                    <a:srgbClr val="FFFFFF"/>
                  </a:solidFill>
                  <a:effectLst/>
                  <a:uLnTx/>
                  <a:uFillTx/>
                  <a:latin typeface="Versos"/>
                  <a:ea typeface="+mn-ea"/>
                  <a:cs typeface="Arial"/>
                  <a:sym typeface="Arial"/>
                </a:rPr>
                <a:t>RISCOS, </a:t>
              </a:r>
              <a:br>
                <a:rPr kumimoji="0" lang="pt-BR" sz="600" b="0" i="0" u="none" strike="noStrike" kern="0" cap="none" spc="33" normalizeH="0" baseline="0" noProof="0">
                  <a:ln>
                    <a:noFill/>
                  </a:ln>
                  <a:solidFill>
                    <a:srgbClr val="FFFFFF"/>
                  </a:solidFill>
                  <a:effectLst/>
                  <a:uLnTx/>
                  <a:uFillTx/>
                  <a:latin typeface="Versos"/>
                  <a:ea typeface="+mn-ea"/>
                  <a:cs typeface="Arial"/>
                  <a:sym typeface="Arial"/>
                </a:rPr>
              </a:br>
              <a:r>
                <a:rPr kumimoji="0" lang="pt-BR" sz="600" b="0" i="0" u="none" strike="noStrike" kern="0" cap="none" spc="33" normalizeH="0" baseline="0" noProof="0">
                  <a:ln>
                    <a:noFill/>
                  </a:ln>
                  <a:solidFill>
                    <a:srgbClr val="FFFFFF"/>
                  </a:solidFill>
                  <a:effectLst/>
                  <a:uLnTx/>
                  <a:uFillTx/>
                  <a:latin typeface="Versos"/>
                  <a:ea typeface="+mn-ea"/>
                  <a:cs typeface="Arial"/>
                  <a:sym typeface="Arial"/>
                </a:rPr>
                <a:t>COMPLIANCE, </a:t>
              </a:r>
              <a:br>
                <a:rPr kumimoji="0" lang="pt-BR" sz="600" b="0" i="0" u="none" strike="noStrike" kern="0" cap="none" spc="33" normalizeH="0" baseline="0" noProof="0">
                  <a:ln>
                    <a:noFill/>
                  </a:ln>
                  <a:solidFill>
                    <a:srgbClr val="FFFFFF"/>
                  </a:solidFill>
                  <a:effectLst/>
                  <a:uLnTx/>
                  <a:uFillTx/>
                  <a:latin typeface="Versos"/>
                  <a:ea typeface="+mn-ea"/>
                  <a:cs typeface="Arial"/>
                  <a:sym typeface="Arial"/>
                </a:rPr>
              </a:br>
              <a:r>
                <a:rPr kumimoji="0" lang="pt-BR" sz="600" b="0" i="0" u="none" strike="noStrike" kern="0" cap="none" spc="33" normalizeH="0" baseline="0" noProof="0">
                  <a:ln>
                    <a:noFill/>
                  </a:ln>
                  <a:solidFill>
                    <a:srgbClr val="FFFFFF"/>
                  </a:solidFill>
                  <a:effectLst/>
                  <a:uLnTx/>
                  <a:uFillTx/>
                  <a:latin typeface="Versos"/>
                  <a:ea typeface="+mn-ea"/>
                  <a:cs typeface="Arial"/>
                  <a:sym typeface="Arial"/>
                </a:rPr>
                <a:t>PLD &amp; OPERAÇÕES </a:t>
              </a:r>
              <a:endParaRPr kumimoji="0" lang="en-US" sz="600" b="0" i="0" u="none" strike="noStrike" kern="0" cap="none" spc="33" normalizeH="0" baseline="0" noProof="0">
                <a:ln>
                  <a:noFill/>
                </a:ln>
                <a:solidFill>
                  <a:srgbClr val="FFFFFF"/>
                </a:solidFill>
                <a:effectLst/>
                <a:uLnTx/>
                <a:uFillTx/>
                <a:latin typeface="Versos"/>
                <a:ea typeface="+mn-ea"/>
                <a:cs typeface="Arial"/>
                <a:sym typeface="Arial"/>
              </a:endParaRPr>
            </a:p>
          </p:txBody>
        </p:sp>
        <p:sp>
          <p:nvSpPr>
            <p:cNvPr id="468" name="rodrigo-freire-experiencia">
              <a:extLst>
                <a:ext uri="{FF2B5EF4-FFF2-40B4-BE49-F238E27FC236}">
                  <a16:creationId xmlns:a16="http://schemas.microsoft.com/office/drawing/2014/main" id="{4A559D1F-6A5F-0157-0C1E-FB04B62E28C0}"/>
                </a:ext>
              </a:extLst>
            </p:cNvPr>
            <p:cNvSpPr txBox="1"/>
            <p:nvPr/>
          </p:nvSpPr>
          <p:spPr>
            <a:xfrm>
              <a:off x="8155470" y="5934518"/>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469" name="Group 468">
              <a:extLst>
                <a:ext uri="{FF2B5EF4-FFF2-40B4-BE49-F238E27FC236}">
                  <a16:creationId xmlns:a16="http://schemas.microsoft.com/office/drawing/2014/main" id="{182B4DD0-0A02-F651-B8E9-15E9F6A393D6}"/>
                </a:ext>
              </a:extLst>
            </p:cNvPr>
            <p:cNvGrpSpPr/>
            <p:nvPr/>
          </p:nvGrpSpPr>
          <p:grpSpPr>
            <a:xfrm>
              <a:off x="8225266" y="6051212"/>
              <a:ext cx="1630001" cy="287485"/>
              <a:chOff x="8430213" y="4221333"/>
              <a:chExt cx="1425053" cy="251338"/>
            </a:xfrm>
          </p:grpSpPr>
          <p:grpSp>
            <p:nvGrpSpPr>
              <p:cNvPr id="471" name="Group 470">
                <a:extLst>
                  <a:ext uri="{FF2B5EF4-FFF2-40B4-BE49-F238E27FC236}">
                    <a16:creationId xmlns:a16="http://schemas.microsoft.com/office/drawing/2014/main" id="{A0839326-287C-6B10-666A-8A14B0BC9254}"/>
                  </a:ext>
                </a:extLst>
              </p:cNvPr>
              <p:cNvGrpSpPr/>
              <p:nvPr/>
            </p:nvGrpSpPr>
            <p:grpSpPr>
              <a:xfrm>
                <a:off x="8698070" y="4221333"/>
                <a:ext cx="1157196" cy="251338"/>
                <a:chOff x="8678773" y="4221333"/>
                <a:chExt cx="1498223" cy="325408"/>
              </a:xfrm>
            </p:grpSpPr>
            <p:pic>
              <p:nvPicPr>
                <p:cNvPr id="473" name="logo-quadra" descr="Homepage - Spectra Investments">
                  <a:extLst>
                    <a:ext uri="{FF2B5EF4-FFF2-40B4-BE49-F238E27FC236}">
                      <a16:creationId xmlns:a16="http://schemas.microsoft.com/office/drawing/2014/main" id="{B55C980E-110D-40B9-5FFA-1146E106A903}"/>
                    </a:ext>
                  </a:extLst>
                </p:cNvPr>
                <p:cNvPicPr>
                  <a:picLocks noChangeAspect="1" noChangeArrowheads="1"/>
                </p:cNvPicPr>
                <p:nvPr/>
              </p:nvPicPr>
              <p:blipFill>
                <a:blip r:embed="rId47" cstate="hqprint">
                  <a:extLst>
                    <a:ext uri="{BEBA8EAE-BF5A-486C-A8C5-ECC9F3942E4B}">
                      <a14:imgProps xmlns:a14="http://schemas.microsoft.com/office/drawing/2010/main">
                        <a14:imgLayer r:embed="rId48">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699826" y="4228627"/>
                  <a:ext cx="477170" cy="318114"/>
                </a:xfrm>
                <a:prstGeom prst="rect">
                  <a:avLst/>
                </a:prstGeom>
                <a:noFill/>
                <a:extLst>
                  <a:ext uri="{909E8E84-426E-40DD-AFC4-6F175D3DCCD1}">
                    <a14:hiddenFill xmlns:a14="http://schemas.microsoft.com/office/drawing/2010/main">
                      <a:solidFill>
                        <a:srgbClr val="FFFFFF"/>
                      </a:solidFill>
                    </a14:hiddenFill>
                  </a:ext>
                </a:extLst>
              </p:spPr>
            </p:pic>
            <p:pic>
              <p:nvPicPr>
                <p:cNvPr id="474" name="logo-fram">
                  <a:extLst>
                    <a:ext uri="{FF2B5EF4-FFF2-40B4-BE49-F238E27FC236}">
                      <a16:creationId xmlns:a16="http://schemas.microsoft.com/office/drawing/2014/main" id="{CB4C4244-0025-A161-F648-FD43A4637A49}"/>
                    </a:ext>
                  </a:extLst>
                </p:cNvPr>
                <p:cNvPicPr>
                  <a:picLocks noChangeAspect="1" noChangeArrowheads="1"/>
                </p:cNvPicPr>
                <p:nvPr/>
              </p:nvPicPr>
              <p:blipFill>
                <a:blip r:embed="rId49">
                  <a:extLst>
                    <a:ext uri="{28A0092B-C50C-407E-A947-70E740481C1C}">
                      <a14:useLocalDpi xmlns:a14="http://schemas.microsoft.com/office/drawing/2010/main"/>
                    </a:ext>
                  </a:extLst>
                </a:blip>
                <a:stretch/>
              </p:blipFill>
              <p:spPr bwMode="auto">
                <a:xfrm>
                  <a:off x="9181496" y="4285129"/>
                  <a:ext cx="437891" cy="170776"/>
                </a:xfrm>
                <a:prstGeom prst="rect">
                  <a:avLst/>
                </a:prstGeom>
                <a:extLst>
                  <a:ext uri="{909E8E84-426E-40DD-AFC4-6F175D3DCCD1}">
                    <a14:hiddenFill xmlns:a14="http://schemas.microsoft.com/office/drawing/2010/main">
                      <a:solidFill>
                        <a:srgbClr val="FFFFFF"/>
                      </a:solidFill>
                    </a14:hiddenFill>
                  </a:ext>
                </a:extLst>
              </p:spPr>
            </p:pic>
            <p:pic>
              <p:nvPicPr>
                <p:cNvPr id="475" name="logo-canvas">
                  <a:extLst>
                    <a:ext uri="{FF2B5EF4-FFF2-40B4-BE49-F238E27FC236}">
                      <a16:creationId xmlns:a16="http://schemas.microsoft.com/office/drawing/2014/main" id="{A48EB7C5-933B-7B3B-C818-02EA15BE4FF3}"/>
                    </a:ext>
                  </a:extLst>
                </p:cNvPr>
                <p:cNvPicPr>
                  <a:picLocks noChangeAspect="1"/>
                </p:cNvPicPr>
                <p:nvPr/>
              </p:nvPicPr>
              <p:blipFill>
                <a:blip r:embed="rId50" cstate="hqprint">
                  <a:extLst>
                    <a:ext uri="{BEBA8EAE-BF5A-486C-A8C5-ECC9F3942E4B}">
                      <a14:imgProps xmlns:a14="http://schemas.microsoft.com/office/drawing/2010/main">
                        <a14:imgLayer r:embed="rId51">
                          <a14:imgEffect>
                            <a14:brightnessContrast bright="100000"/>
                          </a14:imgEffect>
                        </a14:imgLayer>
                      </a14:imgProps>
                    </a:ext>
                    <a:ext uri="{28A0092B-C50C-407E-A947-70E740481C1C}">
                      <a14:useLocalDpi xmlns:a14="http://schemas.microsoft.com/office/drawing/2010/main"/>
                    </a:ext>
                  </a:extLst>
                </a:blip>
                <a:srcRect/>
                <a:stretch/>
              </p:blipFill>
              <p:spPr>
                <a:xfrm>
                  <a:off x="8678773" y="4221333"/>
                  <a:ext cx="422284" cy="298369"/>
                </a:xfrm>
                <a:prstGeom prst="rect">
                  <a:avLst/>
                </a:prstGeom>
              </p:spPr>
            </p:pic>
          </p:grpSp>
          <p:pic>
            <p:nvPicPr>
              <p:cNvPr id="472" name="logo-itaú">
                <a:extLst>
                  <a:ext uri="{FF2B5EF4-FFF2-40B4-BE49-F238E27FC236}">
                    <a16:creationId xmlns:a16="http://schemas.microsoft.com/office/drawing/2014/main" id="{D14683C5-623D-7682-034C-276B5158BB0A}"/>
                  </a:ext>
                </a:extLst>
              </p:cNvPr>
              <p:cNvPicPr/>
              <p:nvPr/>
            </p:nvPicPr>
            <p:blipFill>
              <a:blip r:embed="rId45">
                <a:extLst>
                  <a:ext uri="{BEBA8EAE-BF5A-486C-A8C5-ECC9F3942E4B}">
                    <a14:imgProps xmlns:a14="http://schemas.microsoft.com/office/drawing/2010/main">
                      <a14:imgLayer r:embed="rId46">
                        <a14:imgEffect>
                          <a14:brightnessContrast bright="100000"/>
                        </a14:imgEffect>
                      </a14:imgLayer>
                    </a14:imgProps>
                  </a:ext>
                  <a:ext uri="{28A0092B-C50C-407E-A947-70E740481C1C}">
                    <a14:useLocalDpi xmlns:a14="http://schemas.microsoft.com/office/drawing/2010/main" val="0"/>
                  </a:ext>
                </a:extLst>
              </a:blip>
              <a:srcRect/>
              <a:stretch/>
            </p:blipFill>
            <p:spPr>
              <a:xfrm>
                <a:off x="8430213" y="4226967"/>
                <a:ext cx="205727" cy="205727"/>
              </a:xfrm>
              <a:prstGeom prst="rect">
                <a:avLst/>
              </a:prstGeom>
            </p:spPr>
          </p:pic>
        </p:grpSp>
        <p:pic>
          <p:nvPicPr>
            <p:cNvPr id="470" name="alice-singer-foto">
              <a:extLst>
                <a:ext uri="{FF2B5EF4-FFF2-40B4-BE49-F238E27FC236}">
                  <a16:creationId xmlns:a16="http://schemas.microsoft.com/office/drawing/2014/main" id="{F83CC7E8-A7BA-6A2C-DCF5-069B17AAA207}"/>
                </a:ext>
              </a:extLst>
            </p:cNvPr>
            <p:cNvPicPr preferRelativeResize="0">
              <a:picLocks/>
            </p:cNvPicPr>
            <p:nvPr/>
          </p:nvPicPr>
          <p:blipFill>
            <a:blip r:embed="rId52"/>
            <a:srcRect l="15144" r="15144"/>
            <a:stretch/>
          </p:blipFill>
          <p:spPr>
            <a:xfrm>
              <a:off x="8159674" y="4784347"/>
              <a:ext cx="775554" cy="775555"/>
            </a:xfrm>
            <a:prstGeom prst="rect">
              <a:avLst/>
            </a:prstGeom>
          </p:spPr>
        </p:pic>
      </p:grpSp>
    </p:spTree>
    <p:extLst>
      <p:ext uri="{BB962C8B-B14F-4D97-AF65-F5344CB8AC3E}">
        <p14:creationId xmlns:p14="http://schemas.microsoft.com/office/powerpoint/2010/main" val="118375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C1EF4E87-704D-A741-55B1-86207BD198D1}"/>
            </a:ext>
          </a:extLst>
        </p:cNvPr>
        <p:cNvGrpSpPr/>
        <p:nvPr/>
      </p:nvGrpSpPr>
      <p:grpSpPr>
        <a:xfrm>
          <a:off x="0" y="0"/>
          <a:ext cx="0" cy="0"/>
          <a:chOff x="0" y="0"/>
          <a:chExt cx="0" cy="0"/>
        </a:xfrm>
      </p:grpSpPr>
      <p:sp>
        <p:nvSpPr>
          <p:cNvPr id="19" name="object 14">
            <a:extLst>
              <a:ext uri="{FF2B5EF4-FFF2-40B4-BE49-F238E27FC236}">
                <a16:creationId xmlns:a16="http://schemas.microsoft.com/office/drawing/2014/main" id="{DE0C705B-62F6-CC94-C5B9-E47606F4CA53}"/>
              </a:ext>
            </a:extLst>
          </p:cNvPr>
          <p:cNvSpPr/>
          <p:nvPr/>
        </p:nvSpPr>
        <p:spPr>
          <a:xfrm>
            <a:off x="7681208" y="1007534"/>
            <a:ext cx="1975766" cy="2519863"/>
          </a:xfrm>
          <a:prstGeom prst="roundRect">
            <a:avLst>
              <a:gd name="adj" fmla="val 6437"/>
            </a:avLst>
          </a:prstGeom>
          <a:gradFill>
            <a:gsLst>
              <a:gs pos="100000">
                <a:schemeClr val="bg1">
                  <a:alpha val="18000"/>
                </a:schemeClr>
              </a:gs>
              <a:gs pos="0">
                <a:schemeClr val="bg2">
                  <a:lumMod val="75000"/>
                  <a:alpha val="10000"/>
                </a:schemeClr>
              </a:gs>
            </a:gsLst>
            <a:lin ang="8400000" scaled="0"/>
          </a:gradFill>
          <a:ln w="12700">
            <a:solidFill>
              <a:schemeClr val="bg2">
                <a:lumMod val="50000"/>
              </a:schemeClr>
            </a:solidFill>
          </a:ln>
        </p:spPr>
        <p:txBody>
          <a:bodyPr wrap="square" lIns="108000" tIns="180000" rIns="0" bIns="0" rtlCol="0"/>
          <a:lstStyle/>
          <a:p>
            <a:pPr marL="12707" marR="3081" lvl="0" indent="-5391" algn="l" defTabSz="914400" rtl="0" eaLnBrk="1" fontAlgn="auto" latinLnBrk="0" hangingPunct="1">
              <a:lnSpc>
                <a:spcPts val="1783"/>
              </a:lnSpc>
              <a:spcBef>
                <a:spcPts val="240"/>
              </a:spcBef>
              <a:spcAft>
                <a:spcPts val="0"/>
              </a:spcAft>
              <a:buClr>
                <a:srgbClr val="000000"/>
              </a:buClr>
              <a:buSzTx/>
              <a:buFont typeface="Arial"/>
              <a:buNone/>
              <a:tabLst/>
              <a:defRPr/>
            </a:pPr>
            <a:r>
              <a:rPr kumimoji="0" lang="pt-BR" sz="1607" b="0" i="0" u="none" strike="noStrike" kern="0" cap="none" spc="0" normalizeH="0" baseline="0" noProof="0">
                <a:ln>
                  <a:noFill/>
                </a:ln>
                <a:solidFill>
                  <a:srgbClr val="FFFFFF"/>
                </a:solidFill>
                <a:effectLst/>
                <a:uLnTx/>
                <a:uFillTx/>
                <a:latin typeface="Versos"/>
                <a:cs typeface="Arial"/>
                <a:sym typeface="Arial"/>
              </a:rPr>
              <a:t>Ativos</a:t>
            </a:r>
          </a:p>
          <a:p>
            <a:pPr marL="12707" marR="3081" lvl="0" indent="-5391" algn="l" defTabSz="914400" rtl="0" eaLnBrk="1" fontAlgn="auto" latinLnBrk="0" hangingPunct="1">
              <a:lnSpc>
                <a:spcPts val="1783"/>
              </a:lnSpc>
              <a:spcBef>
                <a:spcPts val="240"/>
              </a:spcBef>
              <a:spcAft>
                <a:spcPts val="0"/>
              </a:spcAft>
              <a:buClr>
                <a:srgbClr val="000000"/>
              </a:buClr>
              <a:buSzTx/>
              <a:buFont typeface="Arial"/>
              <a:buNone/>
              <a:tabLst/>
              <a:defRPr/>
            </a:pPr>
            <a:r>
              <a:rPr kumimoji="0" lang="pt-BR" sz="1607" b="0" i="0" u="none" strike="noStrike" kern="0" cap="none" spc="0" normalizeH="0" baseline="0" noProof="0">
                <a:ln>
                  <a:noFill/>
                </a:ln>
                <a:solidFill>
                  <a:srgbClr val="FFFFFF"/>
                </a:solidFill>
                <a:effectLst/>
                <a:uLnTx/>
                <a:uFillTx/>
                <a:latin typeface="Versos"/>
                <a:cs typeface="Arial"/>
                <a:sym typeface="Arial"/>
              </a:rPr>
              <a:t>sob gestão</a:t>
            </a:r>
          </a:p>
        </p:txBody>
      </p:sp>
      <p:sp>
        <p:nvSpPr>
          <p:cNvPr id="45" name="object 14">
            <a:extLst>
              <a:ext uri="{FF2B5EF4-FFF2-40B4-BE49-F238E27FC236}">
                <a16:creationId xmlns:a16="http://schemas.microsoft.com/office/drawing/2014/main" id="{431E1DBA-8B41-CACE-B4F9-AE64B6916304}"/>
              </a:ext>
            </a:extLst>
          </p:cNvPr>
          <p:cNvSpPr/>
          <p:nvPr/>
        </p:nvSpPr>
        <p:spPr>
          <a:xfrm>
            <a:off x="9881271" y="1007534"/>
            <a:ext cx="1975766" cy="2519863"/>
          </a:xfrm>
          <a:prstGeom prst="roundRect">
            <a:avLst>
              <a:gd name="adj" fmla="val 5949"/>
            </a:avLst>
          </a:prstGeom>
          <a:gradFill>
            <a:gsLst>
              <a:gs pos="100000">
                <a:schemeClr val="bg1">
                  <a:alpha val="18000"/>
                </a:schemeClr>
              </a:gs>
              <a:gs pos="0">
                <a:schemeClr val="bg2">
                  <a:lumMod val="75000"/>
                  <a:alpha val="10000"/>
                </a:schemeClr>
              </a:gs>
            </a:gsLst>
            <a:lin ang="8400000" scaled="0"/>
          </a:gradFill>
          <a:ln w="12700">
            <a:solidFill>
              <a:schemeClr val="bg2">
                <a:lumMod val="50000"/>
              </a:schemeClr>
            </a:solidFill>
          </a:ln>
        </p:spPr>
        <p:txBody>
          <a:bodyPr wrap="square" lIns="108000" tIns="108000" rIns="0" bIns="0" rtlCol="0" anchor="t"/>
          <a:lstStyle/>
          <a:p>
            <a:pPr marL="12700" marR="2540" lvl="0" indent="-5080" algn="l" defTabSz="914400" rtl="0" eaLnBrk="1" fontAlgn="auto" latinLnBrk="0" hangingPunct="1">
              <a:lnSpc>
                <a:spcPts val="1782"/>
              </a:lnSpc>
              <a:spcBef>
                <a:spcPts val="240"/>
              </a:spcBef>
              <a:spcAft>
                <a:spcPts val="0"/>
              </a:spcAft>
              <a:buClr>
                <a:srgbClr val="000000"/>
              </a:buClr>
              <a:buSzTx/>
              <a:buFont typeface="Arial"/>
              <a:buNone/>
              <a:tabLst/>
              <a:defRPr/>
            </a:pPr>
            <a:r>
              <a:rPr kumimoji="0" lang="pt-BR" sz="1600" b="0" i="0" u="none" strike="noStrike" kern="0" cap="none" spc="0" normalizeH="0" baseline="0" noProof="0">
                <a:ln>
                  <a:noFill/>
                </a:ln>
                <a:solidFill>
                  <a:srgbClr val="FFFFFF"/>
                </a:solidFill>
                <a:effectLst/>
                <a:uLnTx/>
                <a:uFillTx/>
                <a:latin typeface="Versos"/>
                <a:cs typeface="Arial"/>
                <a:sym typeface="Arial"/>
              </a:rPr>
              <a:t>Emissores </a:t>
            </a:r>
            <a:br>
              <a:rPr kumimoji="0" lang="pt-BR" sz="1600" b="0" i="0" u="none" strike="noStrike" kern="0" cap="none" spc="0" normalizeH="0" baseline="0" noProof="0">
                <a:ln>
                  <a:noFill/>
                </a:ln>
                <a:solidFill>
                  <a:srgbClr val="FFFFFF"/>
                </a:solidFill>
                <a:effectLst/>
                <a:uLnTx/>
                <a:uFillTx/>
                <a:latin typeface="Versos"/>
                <a:cs typeface="Arial"/>
                <a:sym typeface="Arial"/>
              </a:rPr>
            </a:br>
            <a:r>
              <a:rPr kumimoji="0" lang="pt-BR" sz="1600" b="0" i="0" u="none" strike="noStrike" kern="0" cap="none" spc="0" normalizeH="0" baseline="0" noProof="0">
                <a:ln>
                  <a:noFill/>
                </a:ln>
                <a:solidFill>
                  <a:srgbClr val="FFFFFF"/>
                </a:solidFill>
                <a:effectLst/>
                <a:uLnTx/>
                <a:uFillTx/>
                <a:latin typeface="Versos"/>
                <a:cs typeface="Arial"/>
                <a:sym typeface="Arial"/>
              </a:rPr>
              <a:t>em carteira</a:t>
            </a:r>
            <a:endParaRPr kumimoji="0" lang="pt-BR" sz="1400" b="0" i="0" u="none" strike="noStrike" kern="0" cap="none" spc="0" normalizeH="0" baseline="0" noProof="0">
              <a:ln>
                <a:noFill/>
              </a:ln>
              <a:solidFill>
                <a:srgbClr val="FFFFFF"/>
              </a:solidFill>
              <a:effectLst/>
              <a:uLnTx/>
              <a:uFillTx/>
              <a:latin typeface="Arial"/>
              <a:cs typeface="Arial"/>
              <a:sym typeface="Arial"/>
            </a:endParaRPr>
          </a:p>
        </p:txBody>
      </p:sp>
      <p:sp>
        <p:nvSpPr>
          <p:cNvPr id="48" name="object 14">
            <a:extLst>
              <a:ext uri="{FF2B5EF4-FFF2-40B4-BE49-F238E27FC236}">
                <a16:creationId xmlns:a16="http://schemas.microsoft.com/office/drawing/2014/main" id="{8E4A544B-223B-D056-6272-C4ADE192088D}"/>
              </a:ext>
            </a:extLst>
          </p:cNvPr>
          <p:cNvSpPr/>
          <p:nvPr/>
        </p:nvSpPr>
        <p:spPr>
          <a:xfrm>
            <a:off x="7681208" y="3788862"/>
            <a:ext cx="1975766" cy="2519863"/>
          </a:xfrm>
          <a:prstGeom prst="roundRect">
            <a:avLst>
              <a:gd name="adj" fmla="val 5462"/>
            </a:avLst>
          </a:prstGeom>
          <a:gradFill>
            <a:gsLst>
              <a:gs pos="100000">
                <a:schemeClr val="bg1">
                  <a:alpha val="18000"/>
                </a:schemeClr>
              </a:gs>
              <a:gs pos="0">
                <a:schemeClr val="bg2">
                  <a:lumMod val="75000"/>
                  <a:alpha val="10000"/>
                </a:schemeClr>
              </a:gs>
            </a:gsLst>
            <a:lin ang="8400000" scaled="0"/>
          </a:gradFill>
          <a:ln w="12700">
            <a:solidFill>
              <a:schemeClr val="bg2">
                <a:lumMod val="50000"/>
              </a:schemeClr>
            </a:solidFill>
          </a:ln>
        </p:spPr>
        <p:txBody>
          <a:bodyPr wrap="square" lIns="108000" tIns="108000" rIns="0" bIns="0" rtlCol="0"/>
          <a:lstStyle/>
          <a:p>
            <a:pPr marL="12707" marR="3081" lvl="0" indent="-5391" algn="l" defTabSz="914400" rtl="0" eaLnBrk="1" fontAlgn="auto" latinLnBrk="0" hangingPunct="1">
              <a:lnSpc>
                <a:spcPts val="1783"/>
              </a:lnSpc>
              <a:spcBef>
                <a:spcPts val="240"/>
              </a:spcBef>
              <a:spcAft>
                <a:spcPts val="0"/>
              </a:spcAft>
              <a:buClr>
                <a:srgbClr val="000000"/>
              </a:buClr>
              <a:buSzTx/>
              <a:buFont typeface="Arial"/>
              <a:buNone/>
              <a:tabLst/>
              <a:defRPr/>
            </a:pPr>
            <a:r>
              <a:rPr kumimoji="0" lang="pt-BR" sz="1607" b="0" i="0" u="none" strike="noStrike" kern="0" cap="none" spc="0" normalizeH="0" baseline="0" noProof="0" err="1">
                <a:ln>
                  <a:noFill/>
                </a:ln>
                <a:solidFill>
                  <a:srgbClr val="FFFFFF"/>
                </a:solidFill>
                <a:effectLst/>
                <a:uLnTx/>
                <a:uFillTx/>
                <a:latin typeface="Versos"/>
                <a:cs typeface="Arial"/>
                <a:sym typeface="Arial"/>
              </a:rPr>
              <a:t>AuM</a:t>
            </a:r>
            <a:r>
              <a:rPr kumimoji="0" lang="pt-BR" sz="1607" b="0" i="0" u="none" strike="noStrike" kern="0" cap="none" spc="0" normalizeH="0" baseline="0" noProof="0">
                <a:ln>
                  <a:noFill/>
                </a:ln>
                <a:solidFill>
                  <a:srgbClr val="FFFFFF"/>
                </a:solidFill>
                <a:effectLst/>
                <a:uLnTx/>
                <a:uFillTx/>
                <a:latin typeface="Versos"/>
                <a:cs typeface="Arial"/>
                <a:sym typeface="Arial"/>
              </a:rPr>
              <a:t> captado </a:t>
            </a:r>
            <a:br>
              <a:rPr kumimoji="0" lang="pt-BR" sz="1607" b="0" i="0" u="none" strike="noStrike" kern="0" cap="none" spc="0" normalizeH="0" baseline="0" noProof="0">
                <a:ln>
                  <a:noFill/>
                </a:ln>
                <a:solidFill>
                  <a:srgbClr val="FFFFFF"/>
                </a:solidFill>
                <a:effectLst/>
                <a:uLnTx/>
                <a:uFillTx/>
                <a:latin typeface="Versos"/>
                <a:cs typeface="Arial"/>
                <a:sym typeface="Arial"/>
              </a:rPr>
            </a:br>
            <a:r>
              <a:rPr kumimoji="0" lang="pt-BR" sz="1607" b="0" i="0" u="none" strike="noStrike" kern="0" cap="none" spc="0" normalizeH="0" baseline="0" noProof="0">
                <a:ln>
                  <a:noFill/>
                </a:ln>
                <a:solidFill>
                  <a:srgbClr val="FFFFFF"/>
                </a:solidFill>
                <a:effectLst/>
                <a:uLnTx/>
                <a:uFillTx/>
                <a:latin typeface="Versos"/>
                <a:cs typeface="Arial"/>
                <a:sym typeface="Arial"/>
              </a:rPr>
              <a:t>nos últimos </a:t>
            </a:r>
            <a:br>
              <a:rPr kumimoji="0" lang="pt-BR" sz="1607" b="0" i="0" u="none" strike="noStrike" kern="0" cap="none" spc="0" normalizeH="0" baseline="0" noProof="0">
                <a:ln>
                  <a:noFill/>
                </a:ln>
                <a:solidFill>
                  <a:srgbClr val="FFFFFF"/>
                </a:solidFill>
                <a:effectLst/>
                <a:uLnTx/>
                <a:uFillTx/>
                <a:latin typeface="Versos"/>
                <a:cs typeface="Arial"/>
                <a:sym typeface="Arial"/>
              </a:rPr>
            </a:br>
            <a:r>
              <a:rPr kumimoji="0" lang="pt-BR" sz="1607" b="0" i="0" u="none" strike="noStrike" kern="0" cap="none" spc="0" normalizeH="0" baseline="0" noProof="0">
                <a:ln>
                  <a:noFill/>
                </a:ln>
                <a:solidFill>
                  <a:srgbClr val="FFFFFF"/>
                </a:solidFill>
                <a:effectLst/>
                <a:uLnTx/>
                <a:uFillTx/>
                <a:latin typeface="Versos"/>
                <a:cs typeface="Arial"/>
                <a:sym typeface="Arial"/>
              </a:rPr>
              <a:t>12 meses</a:t>
            </a:r>
          </a:p>
        </p:txBody>
      </p:sp>
      <p:sp>
        <p:nvSpPr>
          <p:cNvPr id="57" name="object 14">
            <a:extLst>
              <a:ext uri="{FF2B5EF4-FFF2-40B4-BE49-F238E27FC236}">
                <a16:creationId xmlns:a16="http://schemas.microsoft.com/office/drawing/2014/main" id="{DA13EBEC-7DB4-908D-73CC-DF338397B7E2}"/>
              </a:ext>
            </a:extLst>
          </p:cNvPr>
          <p:cNvSpPr/>
          <p:nvPr/>
        </p:nvSpPr>
        <p:spPr>
          <a:xfrm>
            <a:off x="9881271" y="3788862"/>
            <a:ext cx="1975766" cy="2519863"/>
          </a:xfrm>
          <a:prstGeom prst="roundRect">
            <a:avLst>
              <a:gd name="adj" fmla="val 4975"/>
            </a:avLst>
          </a:prstGeom>
          <a:gradFill>
            <a:gsLst>
              <a:gs pos="100000">
                <a:schemeClr val="bg1">
                  <a:alpha val="18000"/>
                </a:schemeClr>
              </a:gs>
              <a:gs pos="0">
                <a:schemeClr val="bg2">
                  <a:lumMod val="75000"/>
                  <a:alpha val="10000"/>
                </a:schemeClr>
              </a:gs>
            </a:gsLst>
            <a:lin ang="8400000" scaled="0"/>
          </a:gradFill>
          <a:ln w="12700">
            <a:solidFill>
              <a:schemeClr val="bg2">
                <a:lumMod val="50000"/>
              </a:schemeClr>
            </a:solidFill>
          </a:ln>
        </p:spPr>
        <p:txBody>
          <a:bodyPr wrap="square" lIns="108000" tIns="108000" rIns="0" bIns="0" rtlCol="0"/>
          <a:lstStyle/>
          <a:p>
            <a:pPr marL="12707" marR="3081" lvl="0" indent="-5391" algn="l" defTabSz="914400" rtl="0" eaLnBrk="1" fontAlgn="auto" latinLnBrk="0" hangingPunct="1">
              <a:lnSpc>
                <a:spcPts val="1783"/>
              </a:lnSpc>
              <a:spcBef>
                <a:spcPts val="240"/>
              </a:spcBef>
              <a:spcAft>
                <a:spcPts val="0"/>
              </a:spcAft>
              <a:buClr>
                <a:srgbClr val="000000"/>
              </a:buClr>
              <a:buSzTx/>
              <a:buFont typeface="Arial"/>
              <a:buNone/>
              <a:tabLst/>
              <a:defRPr/>
            </a:pPr>
            <a:r>
              <a:rPr kumimoji="0" lang="pt-BR" sz="1607" b="0" i="0" u="none" strike="noStrike" kern="0" cap="none" spc="0" normalizeH="0" baseline="0" noProof="0">
                <a:ln>
                  <a:noFill/>
                </a:ln>
                <a:solidFill>
                  <a:srgbClr val="FFFFFF"/>
                </a:solidFill>
                <a:effectLst/>
                <a:uLnTx/>
                <a:uFillTx/>
                <a:latin typeface="Versos"/>
                <a:cs typeface="Arial"/>
                <a:sym typeface="Arial"/>
              </a:rPr>
              <a:t>Profissionais dedicados </a:t>
            </a:r>
            <a:br>
              <a:rPr kumimoji="0" lang="pt-BR" sz="1607" b="0" i="0" u="none" strike="noStrike" kern="0" cap="none" spc="0" normalizeH="0" baseline="0" noProof="0">
                <a:ln>
                  <a:noFill/>
                </a:ln>
                <a:solidFill>
                  <a:srgbClr val="FFFFFF"/>
                </a:solidFill>
                <a:effectLst/>
                <a:uLnTx/>
                <a:uFillTx/>
                <a:latin typeface="Versos"/>
                <a:cs typeface="Arial"/>
                <a:sym typeface="Arial"/>
              </a:rPr>
            </a:br>
            <a:r>
              <a:rPr kumimoji="0" lang="pt-BR" sz="1607" b="0" i="0" u="none" strike="noStrike" kern="0" cap="none" spc="0" normalizeH="0" baseline="0" noProof="0">
                <a:ln>
                  <a:noFill/>
                </a:ln>
                <a:solidFill>
                  <a:srgbClr val="FFFFFF"/>
                </a:solidFill>
                <a:effectLst/>
                <a:uLnTx/>
                <a:uFillTx/>
                <a:latin typeface="Versos"/>
                <a:cs typeface="Arial"/>
                <a:sym typeface="Arial"/>
              </a:rPr>
              <a:t>ao Crédito</a:t>
            </a:r>
          </a:p>
        </p:txBody>
      </p:sp>
      <p:sp>
        <p:nvSpPr>
          <p:cNvPr id="2" name="degrade-destaque">
            <a:extLst>
              <a:ext uri="{FF2B5EF4-FFF2-40B4-BE49-F238E27FC236}">
                <a16:creationId xmlns:a16="http://schemas.microsoft.com/office/drawing/2014/main" id="{3E08C499-07C8-0BFA-D896-FE59D844E272}"/>
              </a:ext>
            </a:extLst>
          </p:cNvPr>
          <p:cNvSpPr/>
          <p:nvPr/>
        </p:nvSpPr>
        <p:spPr>
          <a:xfrm>
            <a:off x="1484406" y="1700379"/>
            <a:ext cx="5360443" cy="500843"/>
          </a:xfrm>
          <a:prstGeom prst="rect">
            <a:avLst/>
          </a:prstGeom>
          <a:gradFill>
            <a:gsLst>
              <a:gs pos="100000">
                <a:schemeClr val="accent4"/>
              </a:gs>
              <a:gs pos="0">
                <a:schemeClr val="bg2"/>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849"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29" name="texto">
            <a:extLst>
              <a:ext uri="{FF2B5EF4-FFF2-40B4-BE49-F238E27FC236}">
                <a16:creationId xmlns:a16="http://schemas.microsoft.com/office/drawing/2014/main" id="{81AD745A-D4A9-9787-422A-D788AEC00436}"/>
              </a:ext>
            </a:extLst>
          </p:cNvPr>
          <p:cNvSpPr txBox="1"/>
          <p:nvPr/>
        </p:nvSpPr>
        <p:spPr>
          <a:xfrm>
            <a:off x="1523596" y="3529813"/>
            <a:ext cx="4943074" cy="1385713"/>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0600"/>
              </a:lnSpc>
              <a:spcBef>
                <a:spcPts val="58"/>
              </a:spcBef>
              <a:spcAft>
                <a:spcPts val="0"/>
              </a:spcAft>
              <a:buClr>
                <a:srgbClr val="000000"/>
              </a:buClr>
              <a:buSzTx/>
              <a:buFont typeface="Arial"/>
              <a:buNone/>
              <a:tabLst/>
              <a:defRPr/>
            </a:pPr>
            <a:r>
              <a:rPr kumimoji="0" lang="pt-BR" sz="1789" b="0" i="0" u="none" strike="noStrike" kern="0" cap="none" spc="0" normalizeH="0" baseline="0" noProof="0">
                <a:ln>
                  <a:noFill/>
                </a:ln>
                <a:solidFill>
                  <a:srgbClr val="FFFFFF"/>
                </a:solidFill>
                <a:effectLst/>
                <a:uLnTx/>
                <a:uFillTx/>
                <a:latin typeface="Versos"/>
                <a:cs typeface="Versos"/>
                <a:sym typeface="Arial"/>
              </a:rPr>
              <a:t>Atuamos nas estratégias de soluções de investimentos, alocação para fundações, previdências, fundos exclusivos para clientes alta renda e crédito privado voltado para o investidor pessoa física.</a:t>
            </a:r>
            <a:endParaRPr kumimoji="0" sz="1789" b="0" i="0" u="none" strike="noStrike" kern="0" cap="none" spc="0" normalizeH="0" baseline="0" noProof="0">
              <a:ln>
                <a:noFill/>
              </a:ln>
              <a:solidFill>
                <a:srgbClr val="000000"/>
              </a:solidFill>
              <a:effectLst/>
              <a:uLnTx/>
              <a:uFillTx/>
              <a:latin typeface="Versos"/>
              <a:cs typeface="Versos"/>
              <a:sym typeface="Arial"/>
            </a:endParaRPr>
          </a:p>
        </p:txBody>
      </p:sp>
      <p:sp>
        <p:nvSpPr>
          <p:cNvPr id="4" name="título">
            <a:extLst>
              <a:ext uri="{FF2B5EF4-FFF2-40B4-BE49-F238E27FC236}">
                <a16:creationId xmlns:a16="http://schemas.microsoft.com/office/drawing/2014/main" id="{F7CECF02-8C44-FD2C-E629-16E29847EAD4}"/>
              </a:ext>
            </a:extLst>
          </p:cNvPr>
          <p:cNvSpPr txBox="1"/>
          <p:nvPr/>
        </p:nvSpPr>
        <p:spPr>
          <a:xfrm>
            <a:off x="1523596" y="1713442"/>
            <a:ext cx="6261780" cy="1393344"/>
          </a:xfrm>
          <a:prstGeom prst="rect">
            <a:avLst/>
          </a:prstGeom>
        </p:spPr>
        <p:txBody>
          <a:bodyPr vert="horz" wrap="square" lIns="0" tIns="7316" rIns="0" bIns="0" rtlCol="0">
            <a:spAutoFit/>
          </a:bodyPr>
          <a:lstStyle/>
          <a:p>
            <a:pPr marL="7701" marR="624189" lvl="0" indent="0" algn="l" defTabSz="914400" rtl="0" eaLnBrk="1" fontAlgn="auto" latinLnBrk="0" hangingPunct="1">
              <a:lnSpc>
                <a:spcPct val="100000"/>
              </a:lnSpc>
              <a:spcBef>
                <a:spcPts val="58"/>
              </a:spcBef>
              <a:spcAft>
                <a:spcPts val="0"/>
              </a:spcAft>
              <a:buClr>
                <a:srgbClr val="000000"/>
              </a:buClr>
              <a:buSzTx/>
              <a:buFont typeface="Arial"/>
              <a:buNone/>
              <a:tabLst/>
              <a:defRPr/>
            </a:pPr>
            <a:r>
              <a:rPr kumimoji="0" lang="pt-BR" sz="3002" b="0" i="0" u="none" strike="noStrike" kern="0" cap="none" spc="0" normalizeH="0" baseline="0" noProof="0">
                <a:ln>
                  <a:noFill/>
                </a:ln>
                <a:solidFill>
                  <a:srgbClr val="000000"/>
                </a:solidFill>
                <a:effectLst/>
                <a:uLnTx/>
                <a:uFillTx/>
                <a:latin typeface="Versos"/>
                <a:cs typeface="Versos"/>
                <a:sym typeface="Arial"/>
              </a:rPr>
              <a:t>Credibilidade e performance </a:t>
            </a:r>
            <a:r>
              <a:rPr kumimoji="0" lang="pt-BR" sz="3002" b="0" i="0" u="none" strike="noStrike" kern="0" cap="none" spc="0" normalizeH="0" baseline="0" noProof="0">
                <a:ln>
                  <a:noFill/>
                </a:ln>
                <a:solidFill>
                  <a:srgbClr val="FFFFFF"/>
                </a:solidFill>
                <a:effectLst/>
                <a:uLnTx/>
                <a:uFillTx/>
                <a:latin typeface="Versos"/>
                <a:cs typeface="Versos"/>
                <a:sym typeface="Arial"/>
              </a:rPr>
              <a:t>da </a:t>
            </a:r>
            <a:r>
              <a:rPr kumimoji="0" lang="pt-BR" sz="3002" b="0" i="0" u="none" strike="noStrike" kern="0" cap="none" spc="0" normalizeH="0" baseline="0" noProof="0" err="1">
                <a:ln>
                  <a:noFill/>
                </a:ln>
                <a:solidFill>
                  <a:srgbClr val="FFFFFF"/>
                </a:solidFill>
                <a:effectLst/>
                <a:uLnTx/>
                <a:uFillTx/>
                <a:latin typeface="Versos"/>
                <a:cs typeface="Versos"/>
                <a:sym typeface="Arial"/>
              </a:rPr>
              <a:t>Tivio</a:t>
            </a:r>
            <a:r>
              <a:rPr kumimoji="0" lang="pt-BR" sz="3002" b="0" i="0" u="none" strike="noStrike" kern="0" cap="none" spc="0" normalizeH="0" baseline="0" noProof="0">
                <a:ln>
                  <a:noFill/>
                </a:ln>
                <a:solidFill>
                  <a:srgbClr val="FFFFFF"/>
                </a:solidFill>
                <a:effectLst/>
                <a:uLnTx/>
                <a:uFillTx/>
                <a:latin typeface="Versos"/>
                <a:cs typeface="Versos"/>
                <a:sym typeface="Arial"/>
              </a:rPr>
              <a:t> Capital no mercado </a:t>
            </a:r>
            <a:br>
              <a:rPr kumimoji="0" lang="pt-BR" sz="3002" b="0" i="0" u="none" strike="noStrike" kern="0" cap="none" spc="0" normalizeH="0" baseline="0" noProof="0">
                <a:ln>
                  <a:noFill/>
                </a:ln>
                <a:solidFill>
                  <a:srgbClr val="FFFFFF"/>
                </a:solidFill>
                <a:effectLst/>
                <a:uLnTx/>
                <a:uFillTx/>
                <a:latin typeface="Versos"/>
                <a:cs typeface="Versos"/>
                <a:sym typeface="Arial"/>
              </a:rPr>
            </a:br>
            <a:r>
              <a:rPr kumimoji="0" lang="pt-BR" sz="3002" b="0" i="0" u="none" strike="noStrike" kern="0" cap="none" spc="0" normalizeH="0" baseline="0" noProof="0">
                <a:ln>
                  <a:noFill/>
                </a:ln>
                <a:solidFill>
                  <a:srgbClr val="FFFFFF"/>
                </a:solidFill>
                <a:effectLst/>
                <a:uLnTx/>
                <a:uFillTx/>
                <a:latin typeface="Versos"/>
                <a:cs typeface="Versos"/>
                <a:sym typeface="Arial"/>
              </a:rPr>
              <a:t>de crédito privado</a:t>
            </a:r>
            <a:endParaRPr kumimoji="0" lang="pt-BR" sz="3002" b="0" i="0" u="none" strike="noStrike" kern="0" cap="none" spc="0" normalizeH="0" baseline="0" noProof="0">
              <a:ln>
                <a:noFill/>
              </a:ln>
              <a:solidFill>
                <a:srgbClr val="000000"/>
              </a:solidFill>
              <a:effectLst/>
              <a:uLnTx/>
              <a:uFillTx/>
              <a:latin typeface="Versos"/>
              <a:cs typeface="Versos"/>
              <a:sym typeface="Arial"/>
            </a:endParaRPr>
          </a:p>
        </p:txBody>
      </p:sp>
      <p:sp>
        <p:nvSpPr>
          <p:cNvPr id="63" name="logo-tivio-capital">
            <a:extLst>
              <a:ext uri="{FF2B5EF4-FFF2-40B4-BE49-F238E27FC236}">
                <a16:creationId xmlns:a16="http://schemas.microsoft.com/office/drawing/2014/main" id="{4AD61B30-3D46-8AE1-B122-DFB2D232C8E6}"/>
              </a:ext>
            </a:extLst>
          </p:cNvPr>
          <p:cNvSpPr/>
          <p:nvPr/>
        </p:nvSpPr>
        <p:spPr>
          <a:xfrm>
            <a:off x="1523595" y="5338554"/>
            <a:ext cx="990941" cy="336527"/>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Arial"/>
              <a:cs typeface="Arial"/>
              <a:sym typeface="Arial"/>
            </a:endParaRPr>
          </a:p>
        </p:txBody>
      </p:sp>
      <p:sp>
        <p:nvSpPr>
          <p:cNvPr id="66" name="Rectangle 65">
            <a:extLst>
              <a:ext uri="{FF2B5EF4-FFF2-40B4-BE49-F238E27FC236}">
                <a16:creationId xmlns:a16="http://schemas.microsoft.com/office/drawing/2014/main" id="{26A81056-1605-4167-4F27-3CB64EE18EBC}"/>
              </a:ext>
            </a:extLst>
          </p:cNvPr>
          <p:cNvSpPr/>
          <p:nvPr/>
        </p:nvSpPr>
        <p:spPr>
          <a:xfrm>
            <a:off x="1" y="0"/>
            <a:ext cx="1031966" cy="3429000"/>
          </a:xfrm>
          <a:prstGeom prst="rect">
            <a:avLst/>
          </a:prstGeom>
          <a:gradFill>
            <a:gsLst>
              <a:gs pos="100000">
                <a:schemeClr val="tx1">
                  <a:lumMod val="95000"/>
                  <a:lumOff val="5000"/>
                </a:schemeClr>
              </a:gs>
              <a:gs pos="16000">
                <a:schemeClr val="accent3">
                  <a:lumMod val="75000"/>
                </a:schemeClr>
              </a:gs>
              <a:gs pos="0">
                <a:schemeClr val="accent3"/>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7" name="TextBox 6">
            <a:extLst>
              <a:ext uri="{FF2B5EF4-FFF2-40B4-BE49-F238E27FC236}">
                <a16:creationId xmlns:a16="http://schemas.microsoft.com/office/drawing/2014/main" id="{3406B749-92BB-4007-5A7F-AAC57D8F9598}"/>
              </a:ext>
            </a:extLst>
          </p:cNvPr>
          <p:cNvSpPr txBox="1"/>
          <p:nvPr/>
        </p:nvSpPr>
        <p:spPr>
          <a:xfrm>
            <a:off x="10331038" y="2444817"/>
            <a:ext cx="1379143" cy="150206"/>
          </a:xfrm>
          <a:prstGeom prst="rect">
            <a:avLst/>
          </a:prstGeom>
          <a:noFill/>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200" b="1" i="0" u="none" strike="noStrike" kern="0" cap="none" spc="0" normalizeH="0" baseline="0" noProof="0">
                <a:ln>
                  <a:noFill/>
                </a:ln>
                <a:solidFill>
                  <a:srgbClr val="FFFFFF"/>
                </a:solidFill>
                <a:effectLst/>
                <a:uLnTx/>
                <a:uFillTx/>
                <a:latin typeface="Versos"/>
                <a:cs typeface="Arial"/>
                <a:sym typeface="Arial"/>
              </a:rPr>
              <a:t>Bancários</a:t>
            </a:r>
          </a:p>
        </p:txBody>
      </p:sp>
      <p:sp>
        <p:nvSpPr>
          <p:cNvPr id="11" name="TextBox 10">
            <a:extLst>
              <a:ext uri="{FF2B5EF4-FFF2-40B4-BE49-F238E27FC236}">
                <a16:creationId xmlns:a16="http://schemas.microsoft.com/office/drawing/2014/main" id="{2C648EEF-E583-AEDB-CE14-F8CB6EA02E2C}"/>
              </a:ext>
            </a:extLst>
          </p:cNvPr>
          <p:cNvSpPr txBox="1"/>
          <p:nvPr/>
        </p:nvSpPr>
        <p:spPr>
          <a:xfrm>
            <a:off x="10325527" y="3208551"/>
            <a:ext cx="1379143" cy="150206"/>
          </a:xfrm>
          <a:prstGeom prst="rect">
            <a:avLst/>
          </a:prstGeom>
          <a:noFill/>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200" b="1" i="0" u="none" strike="noStrike" kern="0" cap="none" spc="0" normalizeH="0" baseline="0" noProof="0">
                <a:ln>
                  <a:noFill/>
                </a:ln>
                <a:solidFill>
                  <a:srgbClr val="FFFFFF"/>
                </a:solidFill>
                <a:effectLst/>
                <a:uLnTx/>
                <a:uFillTx/>
                <a:latin typeface="Versos"/>
                <a:cs typeface="Arial"/>
                <a:sym typeface="Arial"/>
              </a:rPr>
              <a:t>Corporativos</a:t>
            </a:r>
          </a:p>
        </p:txBody>
      </p:sp>
      <p:sp>
        <p:nvSpPr>
          <p:cNvPr id="60" name="profissionais_credito">
            <a:extLst>
              <a:ext uri="{FF2B5EF4-FFF2-40B4-BE49-F238E27FC236}">
                <a16:creationId xmlns:a16="http://schemas.microsoft.com/office/drawing/2014/main" id="{C58B7459-9528-9CB5-2829-7476EF5FB566}"/>
              </a:ext>
            </a:extLst>
          </p:cNvPr>
          <p:cNvSpPr txBox="1"/>
          <p:nvPr/>
        </p:nvSpPr>
        <p:spPr>
          <a:xfrm>
            <a:off x="9881271" y="5675081"/>
            <a:ext cx="1975766" cy="633644"/>
          </a:xfrm>
          <a:prstGeom prst="rect">
            <a:avLst/>
          </a:prstGeom>
          <a:noFill/>
        </p:spPr>
        <p:txBody>
          <a:bodyPr wrap="square" lIns="0" tIns="0" rIns="72000" bIns="720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760" b="1" i="0" u="none" strike="noStrike" kern="0" cap="none" spc="-55" normalizeH="0" baseline="0" noProof="0">
                <a:ln>
                  <a:noFill/>
                </a:ln>
                <a:solidFill>
                  <a:srgbClr val="FFFFFF"/>
                </a:solidFill>
                <a:effectLst/>
                <a:uLnTx/>
                <a:uFillTx/>
                <a:latin typeface="Versos"/>
                <a:cs typeface="Arial"/>
                <a:sym typeface="Arial"/>
              </a:rPr>
              <a:t>10</a:t>
            </a:r>
          </a:p>
        </p:txBody>
      </p:sp>
      <p:sp>
        <p:nvSpPr>
          <p:cNvPr id="10" name="emissores_corporativos">
            <a:extLst>
              <a:ext uri="{FF2B5EF4-FFF2-40B4-BE49-F238E27FC236}">
                <a16:creationId xmlns:a16="http://schemas.microsoft.com/office/drawing/2014/main" id="{E6D00CFD-5240-E0BF-24F6-1788672F1A41}"/>
              </a:ext>
            </a:extLst>
          </p:cNvPr>
          <p:cNvSpPr txBox="1"/>
          <p:nvPr/>
        </p:nvSpPr>
        <p:spPr>
          <a:xfrm>
            <a:off x="10033638" y="2674027"/>
            <a:ext cx="1671032" cy="534524"/>
          </a:xfrm>
          <a:prstGeom prst="rect">
            <a:avLst/>
          </a:prstGeom>
          <a:noFill/>
        </p:spPr>
        <p:txBody>
          <a:bodyPr wrap="square" lIns="0" tIns="0" rIns="0" bIns="0" anchor="b" anchorCtr="0">
            <a:noAutofit/>
          </a:bodyPr>
          <a:lstStyle/>
          <a:p>
            <a:pPr marL="0" marR="0" lvl="0" indent="0" algn="r" defTabSz="914400" rtl="0" eaLnBrk="1" fontAlgn="auto" latinLnBrk="0" hangingPunct="1">
              <a:lnSpc>
                <a:spcPts val="2000"/>
              </a:lnSpc>
              <a:spcBef>
                <a:spcPts val="0"/>
              </a:spcBef>
              <a:spcAft>
                <a:spcPts val="0"/>
              </a:spcAft>
              <a:buClr>
                <a:srgbClr val="000000"/>
              </a:buClr>
              <a:buSzTx/>
              <a:buFont typeface="Arial"/>
              <a:buNone/>
              <a:tabLst/>
              <a:defRPr/>
            </a:pPr>
            <a:r>
              <a:rPr kumimoji="0" lang="pt-BR" sz="3760" b="1" i="0" u="none" strike="noStrike" kern="0" cap="none" spc="0" normalizeH="0" baseline="0" noProof="0">
                <a:ln>
                  <a:noFill/>
                </a:ln>
                <a:solidFill>
                  <a:srgbClr val="FFFFFF"/>
                </a:solidFill>
                <a:effectLst/>
                <a:uLnTx/>
                <a:uFillTx/>
                <a:latin typeface="Versos"/>
                <a:cs typeface="Arial"/>
                <a:sym typeface="Arial"/>
              </a:rPr>
              <a:t>+100</a:t>
            </a:r>
            <a:endParaRPr kumimoji="0" lang="pt-BR" sz="1200" b="1" i="0" u="none" strike="noStrike" kern="0" cap="none" spc="0" normalizeH="0" baseline="0" noProof="0">
              <a:ln>
                <a:noFill/>
              </a:ln>
              <a:solidFill>
                <a:srgbClr val="FFFFFF"/>
              </a:solidFill>
              <a:effectLst/>
              <a:uLnTx/>
              <a:uFillTx/>
              <a:latin typeface="Versos"/>
              <a:cs typeface="Arial"/>
              <a:sym typeface="Arial"/>
            </a:endParaRPr>
          </a:p>
        </p:txBody>
      </p:sp>
      <p:sp>
        <p:nvSpPr>
          <p:cNvPr id="6" name="emissores_bancarios">
            <a:extLst>
              <a:ext uri="{FF2B5EF4-FFF2-40B4-BE49-F238E27FC236}">
                <a16:creationId xmlns:a16="http://schemas.microsoft.com/office/drawing/2014/main" id="{2724FB50-3A71-E999-41F1-A9708703B878}"/>
              </a:ext>
            </a:extLst>
          </p:cNvPr>
          <p:cNvSpPr txBox="1"/>
          <p:nvPr/>
        </p:nvSpPr>
        <p:spPr>
          <a:xfrm>
            <a:off x="10039149" y="1910293"/>
            <a:ext cx="1671032" cy="534524"/>
          </a:xfrm>
          <a:prstGeom prst="rect">
            <a:avLst/>
          </a:prstGeom>
          <a:noFill/>
        </p:spPr>
        <p:txBody>
          <a:bodyPr wrap="square" lIns="0" tIns="0" rIns="0" bIns="0" anchor="b" anchorCtr="0">
            <a:noAutofit/>
          </a:bodyPr>
          <a:lstStyle/>
          <a:p>
            <a:pPr marL="0" marR="0" lvl="0" indent="0" algn="r" defTabSz="914400" rtl="0" eaLnBrk="1" fontAlgn="auto" latinLnBrk="0" hangingPunct="1">
              <a:lnSpc>
                <a:spcPts val="2000"/>
              </a:lnSpc>
              <a:spcBef>
                <a:spcPts val="0"/>
              </a:spcBef>
              <a:spcAft>
                <a:spcPts val="0"/>
              </a:spcAft>
              <a:buClr>
                <a:srgbClr val="000000"/>
              </a:buClr>
              <a:buSzTx/>
              <a:buFont typeface="Arial"/>
              <a:buNone/>
              <a:tabLst/>
              <a:defRPr/>
            </a:pPr>
            <a:r>
              <a:rPr kumimoji="0" lang="pt-BR" sz="3760" b="1" i="0" u="none" strike="noStrike" kern="0" cap="none" spc="0" normalizeH="0" baseline="0" noProof="0">
                <a:ln>
                  <a:noFill/>
                </a:ln>
                <a:solidFill>
                  <a:srgbClr val="FFFFFF"/>
                </a:solidFill>
                <a:effectLst/>
                <a:uLnTx/>
                <a:uFillTx/>
                <a:latin typeface="Versos"/>
                <a:cs typeface="Arial"/>
                <a:sym typeface="Arial"/>
              </a:rPr>
              <a:t>+30</a:t>
            </a:r>
            <a:endParaRPr kumimoji="0" lang="pt-BR" sz="1200" b="1" i="0" u="none" strike="noStrike" kern="0" cap="none" spc="0" normalizeH="0" baseline="0" noProof="0">
              <a:ln>
                <a:noFill/>
              </a:ln>
              <a:solidFill>
                <a:srgbClr val="FFFFFF"/>
              </a:solidFill>
              <a:effectLst/>
              <a:uLnTx/>
              <a:uFillTx/>
              <a:latin typeface="Versos"/>
              <a:cs typeface="Arial"/>
              <a:sym typeface="Arial"/>
            </a:endParaRPr>
          </a:p>
        </p:txBody>
      </p:sp>
      <p:sp>
        <p:nvSpPr>
          <p:cNvPr id="55" name="ativos_sob_gestao_credito_12M">
            <a:extLst>
              <a:ext uri="{FF2B5EF4-FFF2-40B4-BE49-F238E27FC236}">
                <a16:creationId xmlns:a16="http://schemas.microsoft.com/office/drawing/2014/main" id="{53C50901-1A34-4E72-23E3-81DBEC9B270E}"/>
              </a:ext>
            </a:extLst>
          </p:cNvPr>
          <p:cNvSpPr txBox="1"/>
          <p:nvPr/>
        </p:nvSpPr>
        <p:spPr>
          <a:xfrm>
            <a:off x="7681208" y="5675081"/>
            <a:ext cx="1975766" cy="633644"/>
          </a:xfrm>
          <a:prstGeom prst="rect">
            <a:avLst/>
          </a:prstGeom>
          <a:noFill/>
        </p:spPr>
        <p:txBody>
          <a:bodyPr wrap="square" lIns="0" tIns="0" rIns="72000" bIns="720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400" b="1" i="0" u="none" strike="noStrike" kern="0" cap="none" spc="-55" normalizeH="0" baseline="0" noProof="0">
                <a:ln>
                  <a:noFill/>
                </a:ln>
                <a:solidFill>
                  <a:srgbClr val="FFFFFF"/>
                </a:solidFill>
                <a:effectLst/>
                <a:uLnTx/>
                <a:uFillTx/>
                <a:latin typeface="Versos"/>
                <a:cs typeface="Arial"/>
                <a:sym typeface="Arial"/>
              </a:rPr>
              <a:t>+R$ </a:t>
            </a:r>
            <a:r>
              <a:rPr kumimoji="0" lang="pt-BR" sz="3760" b="1" i="0" u="none" strike="noStrike" kern="0" cap="none" spc="-55" normalizeH="0" baseline="0" noProof="0">
                <a:ln>
                  <a:noFill/>
                </a:ln>
                <a:solidFill>
                  <a:srgbClr val="FFFFFF"/>
                </a:solidFill>
                <a:effectLst/>
                <a:uLnTx/>
                <a:uFillTx/>
                <a:latin typeface="Versos"/>
                <a:cs typeface="Arial"/>
                <a:sym typeface="Arial"/>
              </a:rPr>
              <a:t>3,5 bi</a:t>
            </a:r>
          </a:p>
        </p:txBody>
      </p:sp>
      <p:sp>
        <p:nvSpPr>
          <p:cNvPr id="33" name="ativos_sob_gestao_credito">
            <a:extLst>
              <a:ext uri="{FF2B5EF4-FFF2-40B4-BE49-F238E27FC236}">
                <a16:creationId xmlns:a16="http://schemas.microsoft.com/office/drawing/2014/main" id="{E97E3F42-DF08-12F0-9233-3D336B9FAE2D}"/>
              </a:ext>
            </a:extLst>
          </p:cNvPr>
          <p:cNvSpPr txBox="1"/>
          <p:nvPr/>
        </p:nvSpPr>
        <p:spPr>
          <a:xfrm>
            <a:off x="7681208" y="2819400"/>
            <a:ext cx="1975766" cy="694239"/>
          </a:xfrm>
          <a:prstGeom prst="rect">
            <a:avLst/>
          </a:prstGeom>
          <a:noFill/>
        </p:spPr>
        <p:txBody>
          <a:bodyPr wrap="square" lIns="0" tIns="0" rIns="72000" bIns="720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400" b="1" i="0" u="none" strike="noStrike" kern="0" cap="none" spc="-55" normalizeH="0" baseline="0" noProof="0">
                <a:ln>
                  <a:noFill/>
                </a:ln>
                <a:solidFill>
                  <a:srgbClr val="FFFFFF"/>
                </a:solidFill>
                <a:effectLst/>
                <a:uLnTx/>
                <a:uFillTx/>
                <a:latin typeface="Versos"/>
                <a:cs typeface="Arial"/>
                <a:sym typeface="Arial"/>
              </a:rPr>
              <a:t>+R$ </a:t>
            </a:r>
            <a:r>
              <a:rPr kumimoji="0" lang="pt-BR" sz="3760" b="1" i="0" u="none" strike="noStrike" kern="0" cap="none" spc="-55" normalizeH="0" baseline="0" noProof="0">
                <a:ln>
                  <a:noFill/>
                </a:ln>
                <a:solidFill>
                  <a:srgbClr val="FFFFFF"/>
                </a:solidFill>
                <a:effectLst/>
                <a:uLnTx/>
                <a:uFillTx/>
                <a:latin typeface="Versos"/>
                <a:cs typeface="Arial"/>
                <a:sym typeface="Arial"/>
              </a:rPr>
              <a:t>11 bi</a:t>
            </a:r>
          </a:p>
        </p:txBody>
      </p:sp>
    </p:spTree>
    <p:extLst>
      <p:ext uri="{BB962C8B-B14F-4D97-AF65-F5344CB8AC3E}">
        <p14:creationId xmlns:p14="http://schemas.microsoft.com/office/powerpoint/2010/main" val="825526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F956C6D-DB4F-6D85-263F-BAADE85B8F48}"/>
            </a:ext>
          </a:extLst>
        </p:cNvPr>
        <p:cNvGrpSpPr/>
        <p:nvPr/>
      </p:nvGrpSpPr>
      <p:grpSpPr>
        <a:xfrm>
          <a:off x="0" y="0"/>
          <a:ext cx="0" cy="0"/>
          <a:chOff x="0" y="0"/>
          <a:chExt cx="0" cy="0"/>
        </a:xfrm>
      </p:grpSpPr>
      <p:pic>
        <p:nvPicPr>
          <p:cNvPr id="5" name="Imagem 4">
            <a:extLst>
              <a:ext uri="{FF2B5EF4-FFF2-40B4-BE49-F238E27FC236}">
                <a16:creationId xmlns:a16="http://schemas.microsoft.com/office/drawing/2014/main" id="{E124049F-DDA9-2CA5-5923-75EEBA4F7D82}"/>
              </a:ext>
            </a:extLst>
          </p:cNvPr>
          <p:cNvPicPr>
            <a:picLocks noChangeAspect="1"/>
          </p:cNvPicPr>
          <p:nvPr/>
        </p:nvPicPr>
        <p:blipFill>
          <a:blip r:embed="rId3">
            <a:alphaModFix amt="43000"/>
            <a:extLst>
              <a:ext uri="{BEBA8EAE-BF5A-486C-A8C5-ECC9F3942E4B}">
                <a14:imgProps xmlns:a14="http://schemas.microsoft.com/office/drawing/2010/main">
                  <a14:imgLayer r:embed="rId4">
                    <a14:imgEffect>
                      <a14:colorTemperature colorTemp="4150"/>
                    </a14:imgEffect>
                    <a14:imgEffect>
                      <a14:saturation sat="38000"/>
                    </a14:imgEffect>
                  </a14:imgLayer>
                </a14:imgProps>
              </a:ext>
            </a:extLst>
          </a:blip>
          <a:srcRect r="40469"/>
          <a:stretch>
            <a:fillRect/>
          </a:stretch>
        </p:blipFill>
        <p:spPr>
          <a:xfrm>
            <a:off x="0" y="0"/>
            <a:ext cx="12241838" cy="6858000"/>
          </a:xfrm>
          <a:prstGeom prst="rect">
            <a:avLst/>
          </a:prstGeom>
        </p:spPr>
      </p:pic>
      <p:pic>
        <p:nvPicPr>
          <p:cNvPr id="25" name="Picture 8">
            <a:extLst>
              <a:ext uri="{FF2B5EF4-FFF2-40B4-BE49-F238E27FC236}">
                <a16:creationId xmlns:a16="http://schemas.microsoft.com/office/drawing/2014/main" id="{3878A30B-2C5F-9462-AD77-8A8AC70158B8}"/>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8117" t="-23966" r="-8117" b="-23966"/>
          <a:stretch/>
        </p:blipFill>
        <p:spPr>
          <a:xfrm>
            <a:off x="10848670" y="396067"/>
            <a:ext cx="889019" cy="384983"/>
          </a:xfrm>
          <a:prstGeom prst="rect">
            <a:avLst/>
          </a:prstGeom>
        </p:spPr>
      </p:pic>
      <p:sp>
        <p:nvSpPr>
          <p:cNvPr id="10" name="Slide Number Placeholder 9">
            <a:extLst>
              <a:ext uri="{FF2B5EF4-FFF2-40B4-BE49-F238E27FC236}">
                <a16:creationId xmlns:a16="http://schemas.microsoft.com/office/drawing/2014/main" id="{33F537D7-8B3B-BC40-5C80-A6152C7C790E}"/>
              </a:ext>
            </a:extLst>
          </p:cNvPr>
          <p:cNvSpPr>
            <a:spLocks noGrp="1"/>
          </p:cNvSpPr>
          <p:nvPr>
            <p:ph type="sldNum" sz="quarter" idx="4294967295"/>
          </p:nvPr>
        </p:nvSpPr>
        <p:spPr/>
        <p:txBody>
          <a:bodyPr/>
          <a:lstStyle/>
          <a:p>
            <a:pPr marL="20023">
              <a:spcBef>
                <a:spcPts val="45"/>
              </a:spcBef>
            </a:pPr>
            <a:fld id="{81D60167-4931-47E6-BA6A-407CBD079E47}" type="slidenum">
              <a:rPr lang="pt-BR" spc="-15" smtClean="0"/>
              <a:pPr marL="20023">
                <a:spcBef>
                  <a:spcPts val="45"/>
                </a:spcBef>
              </a:pPr>
              <a:t>6</a:t>
            </a:fld>
            <a:endParaRPr lang="pt-BR" spc="-15"/>
          </a:p>
        </p:txBody>
      </p:sp>
      <p:pic>
        <p:nvPicPr>
          <p:cNvPr id="3" name="Graphic 2">
            <a:extLst>
              <a:ext uri="{FF2B5EF4-FFF2-40B4-BE49-F238E27FC236}">
                <a16:creationId xmlns:a16="http://schemas.microsoft.com/office/drawing/2014/main" id="{9C8ACBEE-27DA-7E62-B57F-71E0E923DDC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66938" y="3071813"/>
            <a:ext cx="7858125" cy="714375"/>
          </a:xfrm>
          <a:prstGeom prst="rect">
            <a:avLst/>
          </a:prstGeom>
        </p:spPr>
      </p:pic>
    </p:spTree>
    <p:extLst>
      <p:ext uri="{BB962C8B-B14F-4D97-AF65-F5344CB8AC3E}">
        <p14:creationId xmlns:p14="http://schemas.microsoft.com/office/powerpoint/2010/main" val="1923669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B7025-7D7F-2B43-13F0-7EF927A94655}"/>
            </a:ext>
          </a:extLst>
        </p:cNvPr>
        <p:cNvGrpSpPr/>
        <p:nvPr/>
      </p:nvGrpSpPr>
      <p:grpSpPr>
        <a:xfrm>
          <a:off x="0" y="0"/>
          <a:ext cx="0" cy="0"/>
          <a:chOff x="0" y="0"/>
          <a:chExt cx="0" cy="0"/>
        </a:xfrm>
      </p:grpSpPr>
      <p:sp>
        <p:nvSpPr>
          <p:cNvPr id="129" name="TextBox 128">
            <a:extLst>
              <a:ext uri="{FF2B5EF4-FFF2-40B4-BE49-F238E27FC236}">
                <a16:creationId xmlns:a16="http://schemas.microsoft.com/office/drawing/2014/main" id="{7F636D82-9C31-C45C-D311-A51F70697815}"/>
              </a:ext>
            </a:extLst>
          </p:cNvPr>
          <p:cNvSpPr txBox="1"/>
          <p:nvPr/>
        </p:nvSpPr>
        <p:spPr>
          <a:xfrm>
            <a:off x="8832851" y="0"/>
            <a:ext cx="3359150" cy="6858000"/>
          </a:xfrm>
          <a:prstGeom prst="rect">
            <a:avLst/>
          </a:prstGeom>
          <a:blipFill>
            <a:blip r:embed="rId3">
              <a:alphaModFix amt="42000"/>
              <a:extLst>
                <a:ext uri="{BEBA8EAE-BF5A-486C-A8C5-ECC9F3942E4B}">
                  <a14:imgProps xmlns:a14="http://schemas.microsoft.com/office/drawing/2010/main">
                    <a14:imgLayer r:embed="rId4">
                      <a14:imgEffect>
                        <a14:colorTemperature colorTemp="3106"/>
                      </a14:imgEffect>
                      <a14:imgEffect>
                        <a14:saturation sat="0"/>
                      </a14:imgEffect>
                    </a14:imgLayer>
                  </a14:imgProps>
                </a:ext>
              </a:extLst>
            </a:blip>
            <a:stretch>
              <a:fillRect l="-31490" t="145" r="-20778" b="-145"/>
            </a:stretch>
          </a:blipFill>
          <a:ln>
            <a:noFill/>
          </a:ln>
          <a:effectLst/>
        </p:spPr>
        <p:txBody>
          <a:bodyPr vert="horz" wrap="square" lIns="0" tIns="5715"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35"/>
              </a:spcBef>
              <a:spcAft>
                <a:spcPts val="0"/>
              </a:spcAft>
              <a:buClrTx/>
              <a:buSzTx/>
              <a:buFontTx/>
              <a:buNone/>
              <a:tabLst/>
              <a:defRPr/>
            </a:pPr>
            <a:endParaRPr kumimoji="0" sz="3100" b="0" i="0" u="none" strike="noStrike" kern="0" cap="none" spc="0" normalizeH="0" baseline="0" noProof="0">
              <a:ln>
                <a:noFill/>
              </a:ln>
              <a:solidFill>
                <a:sysClr val="windowText" lastClr="000000"/>
              </a:solidFill>
              <a:effectLst/>
              <a:uLnTx/>
              <a:uFillTx/>
              <a:latin typeface="Versos"/>
              <a:ea typeface="+mn-ea"/>
              <a:cs typeface="Versos"/>
              <a:sym typeface="Arial"/>
            </a:endParaRPr>
          </a:p>
        </p:txBody>
      </p:sp>
      <p:sp>
        <p:nvSpPr>
          <p:cNvPr id="131" name="object 38">
            <a:extLst>
              <a:ext uri="{FF2B5EF4-FFF2-40B4-BE49-F238E27FC236}">
                <a16:creationId xmlns:a16="http://schemas.microsoft.com/office/drawing/2014/main" id="{50444AD6-B781-AABD-1B4E-DBEC093605DA}"/>
              </a:ext>
            </a:extLst>
          </p:cNvPr>
          <p:cNvSpPr txBox="1">
            <a:spLocks/>
          </p:cNvSpPr>
          <p:nvPr/>
        </p:nvSpPr>
        <p:spPr>
          <a:xfrm>
            <a:off x="9083202" y="1049379"/>
            <a:ext cx="2858447" cy="225553"/>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7620" marR="0" lvl="0" indent="0" algn="l" defTabSz="914400" rtl="0" eaLnBrk="1" fontAlgn="auto" latinLnBrk="0" hangingPunct="1">
              <a:lnSpc>
                <a:spcPct val="100000"/>
              </a:lnSpc>
              <a:spcBef>
                <a:spcPts val="79"/>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CARACTERÍSTICAS GERAIS</a:t>
            </a:r>
          </a:p>
        </p:txBody>
      </p:sp>
      <p:sp>
        <p:nvSpPr>
          <p:cNvPr id="134" name="object 38">
            <a:extLst>
              <a:ext uri="{FF2B5EF4-FFF2-40B4-BE49-F238E27FC236}">
                <a16:creationId xmlns:a16="http://schemas.microsoft.com/office/drawing/2014/main" id="{70F97801-FC0F-5902-AE14-447CB5AE196A}"/>
              </a:ext>
            </a:extLst>
          </p:cNvPr>
          <p:cNvSpPr txBox="1">
            <a:spLocks/>
          </p:cNvSpPr>
          <p:nvPr/>
        </p:nvSpPr>
        <p:spPr>
          <a:xfrm>
            <a:off x="9083202" y="1456111"/>
            <a:ext cx="2859661" cy="1236086"/>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10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Aplicação Mínima Inicial: </a:t>
            </a:r>
            <a:r>
              <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R$ 100,00</a:t>
            </a: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10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Movimentação Mínima: </a:t>
            </a:r>
            <a:r>
              <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 Não Há</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Light" panose="020B0403020204030204" pitchFamily="34" charset="0"/>
                <a:ea typeface="+mj-ea"/>
                <a:cs typeface="+mj-cs"/>
                <a:sym typeface="Arial"/>
              </a:rPr>
              <a:t>Aplicação: </a:t>
            </a:r>
            <a:r>
              <a:rPr kumimoji="0" lang="pt-BR" sz="1050" b="1" i="0" u="none" strike="noStrike" kern="1200" cap="none" spc="0" normalizeH="0" baseline="0" noProof="0">
                <a:ln>
                  <a:noFill/>
                </a:ln>
                <a:solidFill>
                  <a:srgbClr val="FFFFFF"/>
                </a:solidFill>
                <a:effectLst/>
                <a:uLnTx/>
                <a:uFillTx/>
                <a:latin typeface="Versos" panose="020B0503020204030204" pitchFamily="34" charset="0"/>
                <a:ea typeface="+mj-ea"/>
                <a:cs typeface="+mj-cs"/>
                <a:sym typeface="Arial"/>
              </a:rPr>
              <a:t>D+0</a:t>
            </a:r>
            <a:endPar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endParaRP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lang="pt-BR" sz="1050" kern="1200">
                <a:solidFill>
                  <a:srgbClr val="FFFFFF"/>
                </a:solidFill>
                <a:latin typeface="Versos Light" panose="020B0403020204030204" pitchFamily="34" charset="0"/>
              </a:rPr>
              <a:t>R</a:t>
            </a:r>
            <a:r>
              <a:rPr kumimoji="0" lang="pt-BR" sz="1050" b="0" i="0" u="none" strike="noStrike" kern="1200" cap="none" spc="0" normalizeH="0" baseline="0" noProof="0" err="1">
                <a:ln>
                  <a:noFill/>
                </a:ln>
                <a:solidFill>
                  <a:srgbClr val="FFFFFF"/>
                </a:solidFill>
                <a:effectLst/>
                <a:uLnTx/>
                <a:uFillTx/>
                <a:latin typeface="Versos Light" panose="020B0403020204030204" pitchFamily="34" charset="0"/>
                <a:ea typeface="+mj-ea"/>
                <a:cs typeface="+mj-cs"/>
                <a:sym typeface="Arial"/>
              </a:rPr>
              <a:t>esgate</a:t>
            </a:r>
            <a:r>
              <a:rPr kumimoji="0" lang="pt-BR" sz="1050" b="0" i="0" u="none" strike="noStrike" kern="1200" cap="none" spc="0" normalizeH="0" baseline="0" noProof="0">
                <a:ln>
                  <a:noFill/>
                </a:ln>
                <a:solidFill>
                  <a:srgbClr val="FFFFFF"/>
                </a:solidFill>
                <a:effectLst/>
                <a:uLnTx/>
                <a:uFillTx/>
                <a:latin typeface="Versos Light" panose="020B0403020204030204" pitchFamily="34" charset="0"/>
                <a:ea typeface="+mj-ea"/>
                <a:cs typeface="+mj-cs"/>
                <a:sym typeface="Arial"/>
              </a:rPr>
              <a:t>: </a:t>
            </a:r>
            <a:r>
              <a:rPr kumimoji="0" lang="pt-BR" sz="1050" b="1" i="0" u="none" strike="noStrike" kern="1200" cap="none" spc="0" normalizeH="0" baseline="0" noProof="0">
                <a:ln>
                  <a:noFill/>
                </a:ln>
                <a:solidFill>
                  <a:srgbClr val="FFFFFF"/>
                </a:solidFill>
                <a:effectLst/>
                <a:uLnTx/>
                <a:uFillTx/>
                <a:latin typeface="Versos" panose="020B0503020204030204" pitchFamily="34" charset="0"/>
                <a:ea typeface="+mj-ea"/>
                <a:cs typeface="+mj-cs"/>
                <a:sym typeface="Arial"/>
              </a:rPr>
              <a:t>D+30</a:t>
            </a: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10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Taxa de administração: </a:t>
            </a:r>
            <a:r>
              <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0,</a:t>
            </a:r>
            <a:r>
              <a:rPr lang="pt-BR" sz="1050" b="1">
                <a:solidFill>
                  <a:srgbClr val="FFFFFF"/>
                </a:solidFill>
                <a:latin typeface="Versos" panose="020B0503020204030204" pitchFamily="34" charset="0"/>
              </a:rPr>
              <a:t>75</a:t>
            </a:r>
            <a:r>
              <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 a.a.</a:t>
            </a:r>
            <a:endParaRPr kumimoji="0" lang="pt-BR" sz="1050" b="1"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endParaRP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10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Taxa de performance: </a:t>
            </a:r>
            <a:r>
              <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a:t>
            </a:r>
          </a:p>
        </p:txBody>
      </p:sp>
      <p:grpSp>
        <p:nvGrpSpPr>
          <p:cNvPr id="135" name="Group 134">
            <a:extLst>
              <a:ext uri="{FF2B5EF4-FFF2-40B4-BE49-F238E27FC236}">
                <a16:creationId xmlns:a16="http://schemas.microsoft.com/office/drawing/2014/main" id="{184E008D-842C-F732-5575-74565611E18A}"/>
              </a:ext>
            </a:extLst>
          </p:cNvPr>
          <p:cNvGrpSpPr/>
          <p:nvPr/>
        </p:nvGrpSpPr>
        <p:grpSpPr>
          <a:xfrm>
            <a:off x="9083201" y="2873376"/>
            <a:ext cx="2858448" cy="1032864"/>
            <a:chOff x="9083201" y="3097831"/>
            <a:chExt cx="2858448" cy="1032864"/>
          </a:xfrm>
        </p:grpSpPr>
        <p:sp>
          <p:nvSpPr>
            <p:cNvPr id="136" name="object 38">
              <a:extLst>
                <a:ext uri="{FF2B5EF4-FFF2-40B4-BE49-F238E27FC236}">
                  <a16:creationId xmlns:a16="http://schemas.microsoft.com/office/drawing/2014/main" id="{733D0E86-A6B1-41C1-DCEB-C31DDE5524C7}"/>
                </a:ext>
              </a:extLst>
            </p:cNvPr>
            <p:cNvSpPr txBox="1">
              <a:spLocks/>
            </p:cNvSpPr>
            <p:nvPr/>
          </p:nvSpPr>
          <p:spPr>
            <a:xfrm>
              <a:off x="9083201" y="3097831"/>
              <a:ext cx="2858448" cy="687218"/>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Público-alvo: Investidores em geral</a:t>
              </a:r>
            </a:p>
            <a:p>
              <a:pPr>
                <a:spcBef>
                  <a:spcPts val="200"/>
                </a:spcBef>
                <a:spcAft>
                  <a:spcPts val="200"/>
                </a:spcAft>
                <a:defRPr/>
              </a:pPr>
              <a:r>
                <a:rPr lang="pt-BR" sz="850">
                  <a:solidFill>
                    <a:srgbClr val="FFFFFF"/>
                  </a:solidFill>
                  <a:latin typeface="Versos Light" panose="020B0403020204030204" pitchFamily="34" charset="0"/>
                </a:rPr>
                <a:t>Gestor: Tivio Capital</a:t>
              </a:r>
            </a:p>
            <a:p>
              <a:pPr>
                <a:spcBef>
                  <a:spcPts val="200"/>
                </a:spcBef>
                <a:spcAft>
                  <a:spcPts val="200"/>
                </a:spcAft>
                <a:defRPr/>
              </a:pPr>
              <a:endParaRPr kumimoji="0" lang="pt-BR" sz="8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endParaRP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PL: R$ </a:t>
              </a:r>
              <a:r>
                <a:rPr lang="pt-BR" sz="850">
                  <a:solidFill>
                    <a:srgbClr val="FFFFFF"/>
                  </a:solidFill>
                  <a:latin typeface="Versos Light" panose="020B0403020204030204" pitchFamily="34" charset="0"/>
                </a:rPr>
                <a:t>42,7</a:t>
              </a:r>
              <a:r>
                <a:rPr kumimoji="0" lang="pt-BR" sz="8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 bilhões</a:t>
              </a:r>
            </a:p>
          </p:txBody>
        </p:sp>
        <p:sp>
          <p:nvSpPr>
            <p:cNvPr id="137" name="object 38">
              <a:extLst>
                <a:ext uri="{FF2B5EF4-FFF2-40B4-BE49-F238E27FC236}">
                  <a16:creationId xmlns:a16="http://schemas.microsoft.com/office/drawing/2014/main" id="{BBCCFBA4-8D79-AAF7-CEA9-0026477BFE7F}"/>
                </a:ext>
              </a:extLst>
            </p:cNvPr>
            <p:cNvSpPr txBox="1">
              <a:spLocks/>
            </p:cNvSpPr>
            <p:nvPr/>
          </p:nvSpPr>
          <p:spPr>
            <a:xfrm>
              <a:off x="9083201" y="3807679"/>
              <a:ext cx="2253393" cy="323016"/>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PL médio (12 meses): R$ </a:t>
              </a:r>
              <a:r>
                <a:rPr lang="pt-BR" sz="850">
                  <a:solidFill>
                    <a:srgbClr val="FFFFFF"/>
                  </a:solidFill>
                  <a:latin typeface="Versos Light" panose="020B0403020204030204" pitchFamily="34" charset="0"/>
                </a:rPr>
                <a:t>35,8</a:t>
              </a:r>
              <a:r>
                <a:rPr kumimoji="0" lang="pt-BR" sz="8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 bilhões</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pt-BR" sz="850" b="0" i="0" u="none" strike="noStrike" kern="1200" cap="none" spc="0" normalizeH="0" baseline="0" noProof="0">
                  <a:ln>
                    <a:noFill/>
                  </a:ln>
                  <a:solidFill>
                    <a:srgbClr val="FFFFFF"/>
                  </a:solidFill>
                  <a:effectLst/>
                  <a:uLnTx/>
                  <a:uFillTx/>
                  <a:latin typeface="Versos Light" panose="020B0403020204030204" pitchFamily="34" charset="0"/>
                  <a:ea typeface="+mj-ea"/>
                  <a:cs typeface="+mj-cs"/>
                  <a:sym typeface="Arial"/>
                </a:rPr>
                <a:t>Data de início: </a:t>
              </a:r>
              <a:r>
                <a:rPr lang="pt-BR" sz="850" kern="1200">
                  <a:solidFill>
                    <a:srgbClr val="FFFFFF"/>
                  </a:solidFill>
                  <a:latin typeface="Versos Light" panose="020B0403020204030204" pitchFamily="34" charset="0"/>
                </a:rPr>
                <a:t>20</a:t>
              </a:r>
              <a:r>
                <a:rPr kumimoji="0" lang="pt-BR" sz="850" b="0" i="0" u="none" strike="noStrike" kern="1200" cap="none" spc="0" normalizeH="0" baseline="0" noProof="0">
                  <a:ln>
                    <a:noFill/>
                  </a:ln>
                  <a:solidFill>
                    <a:srgbClr val="FFFFFF"/>
                  </a:solidFill>
                  <a:effectLst/>
                  <a:uLnTx/>
                  <a:uFillTx/>
                  <a:latin typeface="Versos Light" panose="020B0403020204030204" pitchFamily="34" charset="0"/>
                  <a:ea typeface="+mj-ea"/>
                  <a:cs typeface="+mj-cs"/>
                  <a:sym typeface="Arial"/>
                </a:rPr>
                <a:t>/1</a:t>
              </a:r>
              <a:r>
                <a:rPr lang="pt-BR" sz="850" kern="1200">
                  <a:solidFill>
                    <a:srgbClr val="FFFFFF"/>
                  </a:solidFill>
                  <a:latin typeface="Versos Light" panose="020B0403020204030204" pitchFamily="34" charset="0"/>
                </a:rPr>
                <a:t>0</a:t>
              </a:r>
              <a:r>
                <a:rPr kumimoji="0" lang="pt-BR" sz="850" b="0" i="0" u="none" strike="noStrike" kern="1200" cap="none" spc="0" normalizeH="0" baseline="0" noProof="0">
                  <a:ln>
                    <a:noFill/>
                  </a:ln>
                  <a:solidFill>
                    <a:srgbClr val="FFFFFF"/>
                  </a:solidFill>
                  <a:effectLst/>
                  <a:uLnTx/>
                  <a:uFillTx/>
                  <a:latin typeface="Versos Light" panose="020B0403020204030204" pitchFamily="34" charset="0"/>
                  <a:ea typeface="+mj-ea"/>
                  <a:cs typeface="+mj-cs"/>
                  <a:sym typeface="Arial"/>
                </a:rPr>
                <a:t>/202</a:t>
              </a:r>
              <a:r>
                <a:rPr lang="pt-BR" sz="850" kern="1200">
                  <a:solidFill>
                    <a:srgbClr val="FFFFFF"/>
                  </a:solidFill>
                  <a:latin typeface="Versos Light" panose="020B0403020204030204" pitchFamily="34" charset="0"/>
                </a:rPr>
                <a:t>5</a:t>
              </a:r>
              <a:endParaRPr kumimoji="0" lang="pt-BR" sz="850" b="0" i="0" u="none" strike="noStrike" kern="1200" cap="none" spc="0" normalizeH="0" baseline="0" noProof="0">
                <a:ln>
                  <a:noFill/>
                </a:ln>
                <a:solidFill>
                  <a:srgbClr val="FFFFFF"/>
                </a:solidFill>
                <a:effectLst/>
                <a:uLnTx/>
                <a:uFillTx/>
                <a:latin typeface="Versos Light" panose="020B0403020204030204" pitchFamily="34" charset="0"/>
                <a:ea typeface="+mj-ea"/>
                <a:cs typeface="+mj-cs"/>
                <a:sym typeface="Arial"/>
              </a:endParaRPr>
            </a:p>
          </p:txBody>
        </p:sp>
      </p:grpSp>
      <p:sp>
        <p:nvSpPr>
          <p:cNvPr id="63" name="Rectangle 62">
            <a:extLst>
              <a:ext uri="{FF2B5EF4-FFF2-40B4-BE49-F238E27FC236}">
                <a16:creationId xmlns:a16="http://schemas.microsoft.com/office/drawing/2014/main" id="{787F54B9-13B8-53C8-983C-DFC579F559AC}"/>
              </a:ext>
            </a:extLst>
          </p:cNvPr>
          <p:cNvSpPr/>
          <p:nvPr/>
        </p:nvSpPr>
        <p:spPr>
          <a:xfrm>
            <a:off x="315194" y="3514728"/>
            <a:ext cx="8325885" cy="2457084"/>
          </a:xfrm>
          <a:prstGeom prst="rect">
            <a:avLst/>
          </a:prstGeom>
          <a:solidFill>
            <a:schemeClr val="bg2">
              <a:lumMod val="1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endParaRPr>
          </a:p>
        </p:txBody>
      </p:sp>
      <p:sp>
        <p:nvSpPr>
          <p:cNvPr id="34" name="object 38">
            <a:extLst>
              <a:ext uri="{FF2B5EF4-FFF2-40B4-BE49-F238E27FC236}">
                <a16:creationId xmlns:a16="http://schemas.microsoft.com/office/drawing/2014/main" id="{D69FD9C3-0E4A-1D0F-1A4C-D6BAC054E0C1}"/>
              </a:ext>
            </a:extLst>
          </p:cNvPr>
          <p:cNvSpPr txBox="1">
            <a:spLocks/>
          </p:cNvSpPr>
          <p:nvPr/>
        </p:nvSpPr>
        <p:spPr>
          <a:xfrm>
            <a:off x="315195" y="1278512"/>
            <a:ext cx="4571130" cy="225553"/>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7620" marR="0" lvl="0" indent="0" algn="l" defTabSz="914400" rtl="0" eaLnBrk="1" fontAlgn="auto" latinLnBrk="0" hangingPunct="1">
              <a:lnSpc>
                <a:spcPct val="100000"/>
              </a:lnSpc>
              <a:spcBef>
                <a:spcPts val="79"/>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RENTABILIDADE</a:t>
            </a:r>
          </a:p>
        </p:txBody>
      </p:sp>
      <p:grpSp>
        <p:nvGrpSpPr>
          <p:cNvPr id="23" name="Group 22">
            <a:extLst>
              <a:ext uri="{FF2B5EF4-FFF2-40B4-BE49-F238E27FC236}">
                <a16:creationId xmlns:a16="http://schemas.microsoft.com/office/drawing/2014/main" id="{4D6F3A7D-D078-F060-29BF-BFB1BB79E87D}"/>
              </a:ext>
            </a:extLst>
          </p:cNvPr>
          <p:cNvGrpSpPr/>
          <p:nvPr/>
        </p:nvGrpSpPr>
        <p:grpSpPr>
          <a:xfrm>
            <a:off x="334960" y="1593190"/>
            <a:ext cx="8306119" cy="1771260"/>
            <a:chOff x="334962" y="1234439"/>
            <a:chExt cx="6801507" cy="2075689"/>
          </a:xfrm>
        </p:grpSpPr>
        <p:sp>
          <p:nvSpPr>
            <p:cNvPr id="25" name="Rectangle 24">
              <a:extLst>
                <a:ext uri="{FF2B5EF4-FFF2-40B4-BE49-F238E27FC236}">
                  <a16:creationId xmlns:a16="http://schemas.microsoft.com/office/drawing/2014/main" id="{4281B638-D644-8656-2389-26779A81EF1D}"/>
                </a:ext>
              </a:extLst>
            </p:cNvPr>
            <p:cNvSpPr/>
            <p:nvPr/>
          </p:nvSpPr>
          <p:spPr>
            <a:xfrm>
              <a:off x="334962" y="1234440"/>
              <a:ext cx="3342566" cy="2075688"/>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0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MÊS</a:t>
              </a:r>
              <a:br>
                <a:rPr kumimoji="0" lang="pt-BR" sz="30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br>
              <a:r>
                <a:rPr kumimoji="0" lang="pt-BR" sz="40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155</a:t>
              </a:r>
              <a:r>
                <a:rPr kumimoji="0" lang="pt-BR" sz="20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a:t>
              </a:r>
              <a:r>
                <a:rPr kumimoji="0" lang="pt-BR" sz="40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 </a:t>
              </a:r>
              <a:r>
                <a:rPr kumimoji="0" lang="pt-BR" sz="30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do CDI</a:t>
              </a:r>
            </a:p>
          </p:txBody>
        </p:sp>
        <p:grpSp>
          <p:nvGrpSpPr>
            <p:cNvPr id="52" name="Group 51">
              <a:extLst>
                <a:ext uri="{FF2B5EF4-FFF2-40B4-BE49-F238E27FC236}">
                  <a16:creationId xmlns:a16="http://schemas.microsoft.com/office/drawing/2014/main" id="{7C02B27C-DD4F-FE49-82B7-C07125FBBDD0}"/>
                </a:ext>
              </a:extLst>
            </p:cNvPr>
            <p:cNvGrpSpPr/>
            <p:nvPr/>
          </p:nvGrpSpPr>
          <p:grpSpPr>
            <a:xfrm>
              <a:off x="3793903" y="1234439"/>
              <a:ext cx="3342566" cy="2075687"/>
              <a:chOff x="3793903" y="1234440"/>
              <a:chExt cx="3342566" cy="1746881"/>
            </a:xfrm>
          </p:grpSpPr>
          <p:sp>
            <p:nvSpPr>
              <p:cNvPr id="53" name="Rectangle 52">
                <a:extLst>
                  <a:ext uri="{FF2B5EF4-FFF2-40B4-BE49-F238E27FC236}">
                    <a16:creationId xmlns:a16="http://schemas.microsoft.com/office/drawing/2014/main" id="{1EA518C2-FC7D-507A-8DA4-C0332A60BE87}"/>
                  </a:ext>
                </a:extLst>
              </p:cNvPr>
              <p:cNvSpPr/>
              <p:nvPr/>
            </p:nvSpPr>
            <p:spPr>
              <a:xfrm>
                <a:off x="3793903" y="1234440"/>
                <a:ext cx="3342566" cy="795528"/>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ANO</a:t>
                </a:r>
                <a:br>
                  <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br>
                <a:r>
                  <a:rPr kumimoji="0" lang="pt-BR" sz="2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94</a:t>
                </a:r>
                <a:r>
                  <a:rPr kumimoji="0" lang="pt-BR" sz="20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a:t>
                </a:r>
                <a:r>
                  <a:rPr kumimoji="0" lang="pt-BR" sz="2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 </a:t>
                </a:r>
                <a:r>
                  <a:rPr kumimoji="0" lang="pt-BR" sz="1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do CDI</a:t>
                </a:r>
              </a:p>
            </p:txBody>
          </p:sp>
          <p:sp>
            <p:nvSpPr>
              <p:cNvPr id="54" name="Rectangle 53">
                <a:extLst>
                  <a:ext uri="{FF2B5EF4-FFF2-40B4-BE49-F238E27FC236}">
                    <a16:creationId xmlns:a16="http://schemas.microsoft.com/office/drawing/2014/main" id="{7ADF39A2-3D03-6F3D-94F8-BA201DFCD32A}"/>
                  </a:ext>
                </a:extLst>
              </p:cNvPr>
              <p:cNvSpPr/>
              <p:nvPr/>
            </p:nvSpPr>
            <p:spPr>
              <a:xfrm>
                <a:off x="3793903" y="2185793"/>
                <a:ext cx="3342566" cy="795528"/>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Desde o Início</a:t>
                </a:r>
                <a:br>
                  <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br>
                <a:r>
                  <a:rPr kumimoji="0" lang="pt-BR" sz="2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98</a:t>
                </a:r>
                <a:r>
                  <a:rPr kumimoji="0" lang="pt-BR" sz="20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a:t>
                </a:r>
                <a:r>
                  <a:rPr kumimoji="0" lang="pt-BR" sz="2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 </a:t>
                </a:r>
                <a:r>
                  <a:rPr kumimoji="0" lang="pt-BR" sz="1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do CDI</a:t>
                </a:r>
              </a:p>
            </p:txBody>
          </p:sp>
        </p:grpSp>
      </p:grpSp>
      <p:sp>
        <p:nvSpPr>
          <p:cNvPr id="57" name="Rectangle 56">
            <a:extLst>
              <a:ext uri="{FF2B5EF4-FFF2-40B4-BE49-F238E27FC236}">
                <a16:creationId xmlns:a16="http://schemas.microsoft.com/office/drawing/2014/main" id="{0EA1FDEE-FE17-2623-A353-BE2720047773}"/>
              </a:ext>
            </a:extLst>
          </p:cNvPr>
          <p:cNvSpPr/>
          <p:nvPr/>
        </p:nvSpPr>
        <p:spPr>
          <a:xfrm>
            <a:off x="501907" y="3719459"/>
            <a:ext cx="3674946" cy="2055320"/>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14400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Alocação de crédito</a:t>
            </a:r>
          </a:p>
        </p:txBody>
      </p:sp>
      <p:sp>
        <p:nvSpPr>
          <p:cNvPr id="58" name="Rectangle 57">
            <a:extLst>
              <a:ext uri="{FF2B5EF4-FFF2-40B4-BE49-F238E27FC236}">
                <a16:creationId xmlns:a16="http://schemas.microsoft.com/office/drawing/2014/main" id="{A4942221-60A1-0918-AEC4-29567735D3FB}"/>
              </a:ext>
            </a:extLst>
          </p:cNvPr>
          <p:cNvSpPr/>
          <p:nvPr/>
        </p:nvSpPr>
        <p:spPr>
          <a:xfrm>
            <a:off x="4358011" y="3711761"/>
            <a:ext cx="1983761" cy="2055320"/>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14400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a:ea typeface="+mn-ea"/>
                <a:cs typeface="+mn-cs"/>
                <a:sym typeface="Arial"/>
              </a:rPr>
              <a:t>Carrego bruto</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pt-BR" sz="1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br>
            <a:r>
              <a:rPr kumimoji="0" lang="pt-BR" sz="1200" b="1" i="0" u="none" strike="noStrike" kern="1200" cap="none" spc="0" normalizeH="0" baseline="0" noProof="0">
                <a:ln>
                  <a:noFill/>
                </a:ln>
                <a:solidFill>
                  <a:srgbClr val="FFFFFF"/>
                </a:solidFill>
                <a:effectLst/>
                <a:uLnTx/>
                <a:uFillTx/>
                <a:latin typeface="Versos"/>
                <a:ea typeface="+mn-ea"/>
                <a:cs typeface="+mn-cs"/>
                <a:sym typeface="Arial"/>
              </a:rPr>
              <a:t>CDI+</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4000" b="1" kern="1200">
                <a:solidFill>
                  <a:srgbClr val="FFFFFF"/>
                </a:solidFill>
                <a:latin typeface="Versos"/>
              </a:rPr>
              <a:t>1,11</a:t>
            </a:r>
            <a:r>
              <a:rPr kumimoji="0" lang="pt-BR" sz="2000" b="1" i="0" u="none" strike="noStrike" kern="0" cap="none" spc="0" normalizeH="0" baseline="0" noProof="0">
                <a:ln>
                  <a:noFill/>
                </a:ln>
                <a:solidFill>
                  <a:srgbClr val="FFFFFF"/>
                </a:solidFill>
                <a:effectLst/>
                <a:uLnTx/>
                <a:uFillTx/>
                <a:latin typeface="Versos"/>
                <a:ea typeface="+mn-ea"/>
                <a:cs typeface="+mn-cs"/>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1" i="0" u="none" strike="noStrike" kern="0" cap="none" spc="0" normalizeH="0" baseline="0" noProof="0">
                <a:ln>
                  <a:noFill/>
                </a:ln>
                <a:solidFill>
                  <a:srgbClr val="FFFFFF"/>
                </a:solidFill>
                <a:effectLst/>
                <a:uLnTx/>
                <a:uFillTx/>
                <a:latin typeface="Versos"/>
                <a:ea typeface="+mn-ea"/>
                <a:cs typeface="+mn-cs"/>
                <a:sym typeface="Arial"/>
              </a:rPr>
              <a:t>a.a.</a:t>
            </a:r>
          </a:p>
        </p:txBody>
      </p:sp>
      <p:sp>
        <p:nvSpPr>
          <p:cNvPr id="59" name="Rectangle 58">
            <a:extLst>
              <a:ext uri="{FF2B5EF4-FFF2-40B4-BE49-F238E27FC236}">
                <a16:creationId xmlns:a16="http://schemas.microsoft.com/office/drawing/2014/main" id="{82C538A4-E989-F09E-F652-C3197DFF65F1}"/>
              </a:ext>
            </a:extLst>
          </p:cNvPr>
          <p:cNvSpPr/>
          <p:nvPr/>
        </p:nvSpPr>
        <p:spPr>
          <a:xfrm>
            <a:off x="6522930" y="3711761"/>
            <a:ext cx="1983761" cy="2055320"/>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14400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0" i="0" u="none" strike="noStrike" kern="0" cap="none" spc="0" normalizeH="0" baseline="0" noProof="0" err="1">
                <a:ln>
                  <a:noFill/>
                </a:ln>
                <a:solidFill>
                  <a:srgbClr val="FFFFFF"/>
                </a:solidFill>
                <a:effectLst/>
                <a:uLnTx/>
                <a:uFillTx/>
                <a:latin typeface="Versos Light" panose="020B0403020204030204" pitchFamily="34" charset="0"/>
                <a:ea typeface="+mn-ea"/>
                <a:cs typeface="+mn-cs"/>
                <a:sym typeface="Arial"/>
              </a:rPr>
              <a:t>Duration</a:t>
            </a:r>
            <a:endPar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pt-BR" sz="1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br>
            <a:r>
              <a:rPr kumimoji="0" lang="pt-BR" sz="40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11,7</a:t>
            </a:r>
            <a:endParaRPr kumimoji="0" lang="pt-BR" sz="20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anos</a:t>
            </a:r>
          </a:p>
        </p:txBody>
      </p:sp>
      <p:sp>
        <p:nvSpPr>
          <p:cNvPr id="60" name="object 38">
            <a:extLst>
              <a:ext uri="{FF2B5EF4-FFF2-40B4-BE49-F238E27FC236}">
                <a16:creationId xmlns:a16="http://schemas.microsoft.com/office/drawing/2014/main" id="{E3443F91-05CA-430C-19A6-4970CA7A91A7}"/>
              </a:ext>
            </a:extLst>
          </p:cNvPr>
          <p:cNvSpPr txBox="1">
            <a:spLocks/>
          </p:cNvSpPr>
          <p:nvPr/>
        </p:nvSpPr>
        <p:spPr>
          <a:xfrm>
            <a:off x="685474" y="4481322"/>
            <a:ext cx="1588149" cy="748774"/>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7620" marR="0" lvl="0" indent="0" algn="ctr" defTabSz="914400" rtl="0" eaLnBrk="1" fontAlgn="auto" latinLnBrk="0" hangingPunct="1">
              <a:lnSpc>
                <a:spcPct val="100000"/>
              </a:lnSpc>
              <a:spcBef>
                <a:spcPts val="79"/>
              </a:spcBef>
              <a:spcAft>
                <a:spcPts val="0"/>
              </a:spcAft>
              <a:buClr>
                <a:srgbClr val="000000"/>
              </a:buClr>
              <a:buSzTx/>
              <a:buFont typeface="Arial"/>
              <a:buNone/>
              <a:tabLst/>
              <a:defRPr/>
            </a:pPr>
            <a:r>
              <a:rPr kumimoji="0" lang="pt-BR" sz="480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72,2</a:t>
            </a:r>
            <a:r>
              <a:rPr kumimoji="0" lang="pt-BR" sz="200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a:t>
            </a:r>
          </a:p>
        </p:txBody>
      </p:sp>
      <p:cxnSp>
        <p:nvCxnSpPr>
          <p:cNvPr id="61" name="Straight Connector 60">
            <a:extLst>
              <a:ext uri="{FF2B5EF4-FFF2-40B4-BE49-F238E27FC236}">
                <a16:creationId xmlns:a16="http://schemas.microsoft.com/office/drawing/2014/main" id="{DB056FF7-581B-BD9D-54C0-D753BD0C67AB}"/>
              </a:ext>
            </a:extLst>
          </p:cNvPr>
          <p:cNvCxnSpPr/>
          <p:nvPr/>
        </p:nvCxnSpPr>
        <p:spPr>
          <a:xfrm>
            <a:off x="2399640" y="4387308"/>
            <a:ext cx="0" cy="1114594"/>
          </a:xfrm>
          <a:prstGeom prst="line">
            <a:avLst/>
          </a:prstGeom>
          <a:ln>
            <a:gradFill>
              <a:gsLst>
                <a:gs pos="50000">
                  <a:schemeClr val="bg2">
                    <a:lumMod val="90000"/>
                  </a:schemeClr>
                </a:gs>
                <a:gs pos="0">
                  <a:schemeClr val="bg1">
                    <a:alpha val="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38" name="object 44">
            <a:extLst>
              <a:ext uri="{FF2B5EF4-FFF2-40B4-BE49-F238E27FC236}">
                <a16:creationId xmlns:a16="http://schemas.microsoft.com/office/drawing/2014/main" id="{D15ED607-B35B-EDFA-9AEB-30F4415A0932}"/>
              </a:ext>
            </a:extLst>
          </p:cNvPr>
          <p:cNvSpPr txBox="1">
            <a:spLocks noGrp="1"/>
          </p:cNvSpPr>
          <p:nvPr>
            <p:ph type="sldNum" sz="quarter" idx="12"/>
          </p:nvPr>
        </p:nvSpPr>
        <p:spPr/>
        <p:txBody>
          <a:bodyPr vert="horz" wrap="square" lIns="0" tIns="5775" rIns="0" bIns="0" rtlCol="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81D60167-4931-47E6-BA6A-407CBD079E47}" type="slidenum">
              <a:rPr kumimoji="0" lang="pt-BR" sz="1100" b="0" i="0" u="none" strike="noStrike" kern="0" cap="none" spc="0" normalizeH="0" baseline="0" noProof="0" dirty="0">
                <a:ln>
                  <a:noFill/>
                </a:ln>
                <a:solidFill>
                  <a:srgbClr val="FFFFFF"/>
                </a:solidFill>
                <a:effectLst/>
                <a:uLnTx/>
                <a:uFillTx/>
                <a:latin typeface="Versos" panose="020B0503020204030204" pitchFamily="34" charset="0"/>
                <a:ea typeface="+mn-ea"/>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lang="pt-BR" sz="1100" b="0" i="0" u="none" strike="noStrike" kern="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188" name="CaixaDeTexto 4">
            <a:extLst>
              <a:ext uri="{FF2B5EF4-FFF2-40B4-BE49-F238E27FC236}">
                <a16:creationId xmlns:a16="http://schemas.microsoft.com/office/drawing/2014/main" id="{F7535BC7-F5A7-1137-5853-EE6BE21500BB}"/>
              </a:ext>
            </a:extLst>
          </p:cNvPr>
          <p:cNvSpPr txBox="1"/>
          <p:nvPr/>
        </p:nvSpPr>
        <p:spPr>
          <a:xfrm>
            <a:off x="6426200" y="383122"/>
            <a:ext cx="2113315" cy="346860"/>
          </a:xfrm>
          <a:prstGeom prst="rect">
            <a:avLst/>
          </a:prstGeom>
          <a:solidFill>
            <a:schemeClr val="tx1">
              <a:lumMod val="85000"/>
              <a:lumOff val="15000"/>
            </a:schemeClr>
          </a:solidFill>
          <a:ln>
            <a:noFill/>
          </a:ln>
        </p:spPr>
        <p:txBody>
          <a:bodyPr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200" b="0" i="0" u="none" strike="noStrike" kern="0" cap="none" spc="0" normalizeH="0" baseline="0" noProof="0">
              <a:ln>
                <a:noFill/>
              </a:ln>
              <a:solidFill>
                <a:srgbClr val="FFFFFF"/>
              </a:solidFill>
              <a:effectLst/>
              <a:uLnTx/>
              <a:uFillTx/>
              <a:latin typeface="Versos Light" panose="020B0403020204030204" pitchFamily="34" charset="0"/>
              <a:ea typeface="+mn-ea"/>
              <a:cs typeface="Arial"/>
              <a:sym typeface="Arial"/>
            </a:endParaRPr>
          </a:p>
        </p:txBody>
      </p:sp>
      <p:sp>
        <p:nvSpPr>
          <p:cNvPr id="3" name="database">
            <a:extLst>
              <a:ext uri="{FF2B5EF4-FFF2-40B4-BE49-F238E27FC236}">
                <a16:creationId xmlns:a16="http://schemas.microsoft.com/office/drawing/2014/main" id="{7BA809A5-0BA4-0947-1087-6F7FC0B179BA}"/>
              </a:ext>
            </a:extLst>
          </p:cNvPr>
          <p:cNvSpPr txBox="1"/>
          <p:nvPr/>
        </p:nvSpPr>
        <p:spPr>
          <a:xfrm>
            <a:off x="593653" y="6173912"/>
            <a:ext cx="8036114" cy="130805"/>
          </a:xfrm>
          <a:prstGeom prst="rect">
            <a:avLst/>
          </a:prstGeom>
          <a:noFill/>
          <a:ln cap="flat">
            <a:noFill/>
          </a:ln>
        </p:spPr>
        <p:txBody>
          <a:bodyPr vert="horz" wrap="square" lIns="0" tIns="0" rIns="0" bIns="0" anchor="t" anchorCtr="0" compatLnSpc="1">
            <a:spAutoFit/>
          </a:bodyPr>
          <a:lstStyle/>
          <a:p>
            <a:pPr marL="0" marR="0" lvl="0" indent="0" algn="r" defTabSz="877458" rtl="0" eaLnBrk="1" fontAlgn="auto" latinLnBrk="0" hangingPunct="1">
              <a:lnSpc>
                <a:spcPct val="100000"/>
              </a:lnSpc>
              <a:spcBef>
                <a:spcPts val="288"/>
              </a:spcBef>
              <a:spcAft>
                <a:spcPts val="288"/>
              </a:spcAft>
              <a:buClrTx/>
              <a:buSzTx/>
              <a:buFontTx/>
              <a:buNone/>
              <a:tabLst/>
              <a:defRPr sz="1800" b="0" i="0" u="none" strike="noStrike" kern="0" cap="none" spc="0" baseline="0">
                <a:solidFill>
                  <a:srgbClr val="000000"/>
                </a:solidFill>
                <a:uFillTx/>
              </a:defRPr>
            </a:pPr>
            <a:r>
              <a:rPr kumimoji="0" lang="pt-BR" sz="850" b="0" i="0" u="none" strike="noStrike" kern="0" cap="none" spc="0" normalizeH="0" baseline="0" noProof="0">
                <a:ln>
                  <a:noFill/>
                </a:ln>
                <a:solidFill>
                  <a:srgbClr val="FFFFFF"/>
                </a:solidFill>
                <a:effectLst/>
                <a:uLnTx/>
                <a:uFillTx/>
                <a:latin typeface="Versos" panose="020B0503020204030204" pitchFamily="34" charset="0"/>
                <a:ea typeface="+mn-ea"/>
                <a:cs typeface="helvetica"/>
                <a:sym typeface="Arial"/>
              </a:rPr>
              <a:t>Data base: 30/06/2026</a:t>
            </a:r>
          </a:p>
        </p:txBody>
      </p:sp>
      <p:sp>
        <p:nvSpPr>
          <p:cNvPr id="40" name="numero-top3">
            <a:extLst>
              <a:ext uri="{FF2B5EF4-FFF2-40B4-BE49-F238E27FC236}">
                <a16:creationId xmlns:a16="http://schemas.microsoft.com/office/drawing/2014/main" id="{3038436B-A9BA-B3EB-DD51-3AD41606D831}"/>
              </a:ext>
            </a:extLst>
          </p:cNvPr>
          <p:cNvSpPr txBox="1"/>
          <p:nvPr/>
        </p:nvSpPr>
        <p:spPr>
          <a:xfrm>
            <a:off x="2489465" y="5187073"/>
            <a:ext cx="1980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12,2%</a:t>
            </a:r>
          </a:p>
        </p:txBody>
      </p:sp>
      <p:sp>
        <p:nvSpPr>
          <p:cNvPr id="41" name="numero-top2">
            <a:extLst>
              <a:ext uri="{FF2B5EF4-FFF2-40B4-BE49-F238E27FC236}">
                <a16:creationId xmlns:a16="http://schemas.microsoft.com/office/drawing/2014/main" id="{EB57F8D6-B964-9BCA-A6F4-88B26B4A8238}"/>
              </a:ext>
            </a:extLst>
          </p:cNvPr>
          <p:cNvSpPr txBox="1"/>
          <p:nvPr/>
        </p:nvSpPr>
        <p:spPr>
          <a:xfrm>
            <a:off x="2489465" y="4728615"/>
            <a:ext cx="1980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22,5%</a:t>
            </a:r>
          </a:p>
        </p:txBody>
      </p:sp>
      <p:sp>
        <p:nvSpPr>
          <p:cNvPr id="42" name="numero-top1">
            <a:extLst>
              <a:ext uri="{FF2B5EF4-FFF2-40B4-BE49-F238E27FC236}">
                <a16:creationId xmlns:a16="http://schemas.microsoft.com/office/drawing/2014/main" id="{831C41D9-8D8C-9A86-0D14-1CF2A034518C}"/>
              </a:ext>
            </a:extLst>
          </p:cNvPr>
          <p:cNvSpPr txBox="1"/>
          <p:nvPr/>
        </p:nvSpPr>
        <p:spPr>
          <a:xfrm>
            <a:off x="2489466" y="4272231"/>
            <a:ext cx="1980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39%</a:t>
            </a:r>
          </a:p>
        </p:txBody>
      </p:sp>
      <p:sp>
        <p:nvSpPr>
          <p:cNvPr id="43" name="nome-top3">
            <a:extLst>
              <a:ext uri="{FF2B5EF4-FFF2-40B4-BE49-F238E27FC236}">
                <a16:creationId xmlns:a16="http://schemas.microsoft.com/office/drawing/2014/main" id="{0E110D4F-98E8-42B8-AF5B-DBB93CF490F8}"/>
              </a:ext>
            </a:extLst>
          </p:cNvPr>
          <p:cNvSpPr txBox="1"/>
          <p:nvPr/>
        </p:nvSpPr>
        <p:spPr>
          <a:xfrm>
            <a:off x="3208542" y="5163990"/>
            <a:ext cx="1064456"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transporte </a:t>
            </a:r>
            <a:b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b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e logística</a:t>
            </a:r>
          </a:p>
        </p:txBody>
      </p:sp>
      <p:sp>
        <p:nvSpPr>
          <p:cNvPr id="44" name="nome-top2">
            <a:extLst>
              <a:ext uri="{FF2B5EF4-FFF2-40B4-BE49-F238E27FC236}">
                <a16:creationId xmlns:a16="http://schemas.microsoft.com/office/drawing/2014/main" id="{CE421EDF-7F6B-99B5-4150-70E44832C5C2}"/>
              </a:ext>
            </a:extLst>
          </p:cNvPr>
          <p:cNvSpPr txBox="1"/>
          <p:nvPr/>
        </p:nvSpPr>
        <p:spPr>
          <a:xfrm>
            <a:off x="3345173" y="4779113"/>
            <a:ext cx="102345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FIDC</a:t>
            </a:r>
          </a:p>
        </p:txBody>
      </p:sp>
      <p:sp>
        <p:nvSpPr>
          <p:cNvPr id="46" name="nome-top1">
            <a:extLst>
              <a:ext uri="{FF2B5EF4-FFF2-40B4-BE49-F238E27FC236}">
                <a16:creationId xmlns:a16="http://schemas.microsoft.com/office/drawing/2014/main" id="{A84C6F2E-5716-ADB2-3EE7-88B17FB2B058}"/>
              </a:ext>
            </a:extLst>
          </p:cNvPr>
          <p:cNvSpPr txBox="1"/>
          <p:nvPr/>
        </p:nvSpPr>
        <p:spPr>
          <a:xfrm>
            <a:off x="3023330" y="3941902"/>
            <a:ext cx="761863"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Top 3</a:t>
            </a:r>
          </a:p>
        </p:txBody>
      </p:sp>
      <p:sp>
        <p:nvSpPr>
          <p:cNvPr id="4" name="object 19">
            <a:extLst>
              <a:ext uri="{FF2B5EF4-FFF2-40B4-BE49-F238E27FC236}">
                <a16:creationId xmlns:a16="http://schemas.microsoft.com/office/drawing/2014/main" id="{153D3A34-C357-776E-6FD0-52958D9B29AE}"/>
              </a:ext>
            </a:extLst>
          </p:cNvPr>
          <p:cNvSpPr txBox="1"/>
          <p:nvPr/>
        </p:nvSpPr>
        <p:spPr>
          <a:xfrm>
            <a:off x="6547205" y="425111"/>
            <a:ext cx="3089502" cy="421349"/>
          </a:xfrm>
          <a:prstGeom prst="rect">
            <a:avLst/>
          </a:prstGeom>
        </p:spPr>
        <p:txBody>
          <a:bodyPr vert="horz" wrap="square" lIns="0" tIns="43894" rIns="0" bIns="0" rtlCol="0" anchor="t">
            <a:spAutoFit/>
          </a:bodyPr>
          <a:lstStyle/>
          <a:p>
            <a:pPr marL="7620" marR="2540" defTabSz="554466">
              <a:spcBef>
                <a:spcPts val="346"/>
              </a:spcBef>
              <a:buClrTx/>
              <a:defRPr/>
            </a:pPr>
            <a:r>
              <a:rPr lang="pt-BR" sz="1100" dirty="0">
                <a:solidFill>
                  <a:schemeClr val="bg1"/>
                </a:solidFill>
                <a:latin typeface="Versos"/>
                <a:cs typeface="Versos"/>
              </a:rPr>
              <a:t>CNPJ: 62.791.756/0001-53</a:t>
            </a:r>
            <a:endParaRPr lang="pt-BR" sz="1100" dirty="0">
              <a:solidFill>
                <a:schemeClr val="bg1"/>
              </a:solidFill>
              <a:latin typeface="Versos"/>
              <a:cs typeface="Versos"/>
            </a:endParaRPr>
          </a:p>
          <a:p>
            <a:pPr marL="7620" marR="2540" lvl="0" indent="0" algn="l" defTabSz="554466" rtl="0" eaLnBrk="1" fontAlgn="auto" latinLnBrk="0" hangingPunct="1">
              <a:lnSpc>
                <a:spcPct val="100000"/>
              </a:lnSpc>
              <a:spcBef>
                <a:spcPts val="346"/>
              </a:spcBef>
              <a:spcAft>
                <a:spcPts val="0"/>
              </a:spcAft>
              <a:buClrTx/>
              <a:buSzTx/>
              <a:buFont typeface="Arial"/>
              <a:buNone/>
              <a:tabLst/>
              <a:defRPr/>
            </a:pPr>
            <a:endParaRPr kumimoji="0" lang="pt-BR" sz="1100" b="0" i="0" u="none" strike="noStrike" kern="0" cap="none" spc="0" normalizeH="0" baseline="0" noProof="0" dirty="0">
              <a:ln>
                <a:noFill/>
              </a:ln>
              <a:solidFill>
                <a:srgbClr val="FFFFFF"/>
              </a:solidFill>
              <a:effectLst/>
              <a:uLnTx/>
              <a:uFillTx/>
              <a:latin typeface="Versos"/>
              <a:cs typeface="Arial"/>
              <a:sym typeface="Arial"/>
            </a:endParaRPr>
          </a:p>
        </p:txBody>
      </p:sp>
      <p:sp>
        <p:nvSpPr>
          <p:cNvPr id="5" name="nome-top1">
            <a:extLst>
              <a:ext uri="{FF2B5EF4-FFF2-40B4-BE49-F238E27FC236}">
                <a16:creationId xmlns:a16="http://schemas.microsoft.com/office/drawing/2014/main" id="{E47893DE-8F28-8A22-7C2D-9936D7FB36CE}"/>
              </a:ext>
            </a:extLst>
          </p:cNvPr>
          <p:cNvSpPr txBox="1"/>
          <p:nvPr/>
        </p:nvSpPr>
        <p:spPr>
          <a:xfrm>
            <a:off x="3208542" y="4282870"/>
            <a:ext cx="1023452"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energia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elétrica</a:t>
            </a:r>
          </a:p>
        </p:txBody>
      </p:sp>
      <p:pic>
        <p:nvPicPr>
          <p:cNvPr id="9" name="Graphic 8">
            <a:extLst>
              <a:ext uri="{FF2B5EF4-FFF2-40B4-BE49-F238E27FC236}">
                <a16:creationId xmlns:a16="http://schemas.microsoft.com/office/drawing/2014/main" id="{557D2A84-CEC5-1731-6B54-E94EBA2D940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9192" y="383122"/>
            <a:ext cx="4492357" cy="408396"/>
          </a:xfrm>
          <a:prstGeom prst="rect">
            <a:avLst/>
          </a:prstGeom>
        </p:spPr>
      </p:pic>
    </p:spTree>
    <p:extLst>
      <p:ext uri="{BB962C8B-B14F-4D97-AF65-F5344CB8AC3E}">
        <p14:creationId xmlns:p14="http://schemas.microsoft.com/office/powerpoint/2010/main" val="3635349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0CE45C96-3BAD-5288-D590-76A332C91498}"/>
            </a:ext>
          </a:extLst>
        </p:cNvPr>
        <p:cNvGrpSpPr/>
        <p:nvPr/>
      </p:nvGrpSpPr>
      <p:grpSpPr>
        <a:xfrm>
          <a:off x="0" y="0"/>
          <a:ext cx="0" cy="0"/>
          <a:chOff x="0" y="0"/>
          <a:chExt cx="0" cy="0"/>
        </a:xfrm>
      </p:grpSpPr>
      <p:sp>
        <p:nvSpPr>
          <p:cNvPr id="16" name="Espaço Reservado para Número de Slide 5">
            <a:extLst>
              <a:ext uri="{FF2B5EF4-FFF2-40B4-BE49-F238E27FC236}">
                <a16:creationId xmlns:a16="http://schemas.microsoft.com/office/drawing/2014/main" id="{4490576C-BCCF-8CDE-EB63-BEEF77EAFBE3}"/>
              </a:ext>
            </a:extLst>
          </p:cNvPr>
          <p:cNvSpPr txBox="1">
            <a:spLocks/>
          </p:cNvSpPr>
          <p:nvPr/>
        </p:nvSpPr>
        <p:spPr>
          <a:xfrm>
            <a:off x="11561763" y="6473636"/>
            <a:ext cx="295275" cy="169277"/>
          </a:xfrm>
          <a:prstGeom prst="rect">
            <a:avLst/>
          </a:prstGeom>
        </p:spPr>
        <p:txBody>
          <a:bodyPr wrap="square" lIns="0" tIns="0" rIns="0" bIns="0">
            <a:sp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defRPr sz="1100" b="0" i="0" u="none" strike="noStrike" cap="none">
                <a:solidFill>
                  <a:schemeClr val="bg1"/>
                </a:solidFill>
                <a:latin typeface="Versos" panose="020B0503020204030204" pitchFamily="34" charset="0"/>
                <a:ea typeface="Arial"/>
                <a:cs typeface="Versos" panose="020B0503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pt-BR" sz="1100" b="0" i="0" u="none" strike="noStrike" kern="0" cap="none" spc="0" normalizeH="0" baseline="0" noProof="0" smtClean="0">
                <a:ln>
                  <a:noFill/>
                </a:ln>
                <a:solidFill>
                  <a:srgbClr val="FFFFFF"/>
                </a:solidFill>
                <a:effectLst/>
                <a:uLnTx/>
                <a:uFillTx/>
                <a:latin typeface="Versos" panose="020B0503020204030204" pitchFamily="34" charset="0"/>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lang="pt-BR" sz="1100" b="0" i="0" u="none" strike="noStrike" kern="0" cap="none" spc="0" normalizeH="0" baseline="0" noProof="0">
              <a:ln>
                <a:noFill/>
              </a:ln>
              <a:solidFill>
                <a:srgbClr val="FFFFFF"/>
              </a:solidFill>
              <a:effectLst/>
              <a:uLnTx/>
              <a:uFillTx/>
              <a:latin typeface="Versos" panose="020B0503020204030204" pitchFamily="34" charset="0"/>
              <a:sym typeface="Arial"/>
            </a:endParaRPr>
          </a:p>
        </p:txBody>
      </p:sp>
      <p:sp>
        <p:nvSpPr>
          <p:cNvPr id="11" name="object 38">
            <a:extLst>
              <a:ext uri="{FF2B5EF4-FFF2-40B4-BE49-F238E27FC236}">
                <a16:creationId xmlns:a16="http://schemas.microsoft.com/office/drawing/2014/main" id="{62460BAE-C677-B2E1-629C-646BE0202C9B}"/>
              </a:ext>
            </a:extLst>
          </p:cNvPr>
          <p:cNvSpPr txBox="1">
            <a:spLocks/>
          </p:cNvSpPr>
          <p:nvPr/>
        </p:nvSpPr>
        <p:spPr>
          <a:xfrm>
            <a:off x="315195" y="531264"/>
            <a:ext cx="7850404" cy="287109"/>
          </a:xfrm>
          <a:prstGeom prst="rect">
            <a:avLst/>
          </a:prstGeom>
        </p:spPr>
        <p:txBody>
          <a:bodyPr vert="horz" wrap="square" lIns="0" tIns="10012" rIns="0" bIns="0" rtlCol="0">
            <a:spAutoFit/>
          </a:bodyPr>
          <a:lstStyle>
            <a:lvl1pPr eaLnBrk="1" hangingPunct="1">
              <a:defRPr>
                <a:latin typeface="+mj-lt"/>
                <a:ea typeface="+mj-ea"/>
                <a:cs typeface="+mj-cs"/>
              </a:defRPr>
            </a:lvl1pPr>
          </a:lstStyle>
          <a:p>
            <a:pPr marL="7701" marR="0" lvl="0" indent="0" algn="l" defTabSz="914400" rtl="0" eaLnBrk="1" fontAlgn="auto" latinLnBrk="0" hangingPunct="1">
              <a:lnSpc>
                <a:spcPct val="100000"/>
              </a:lnSpc>
              <a:spcBef>
                <a:spcPts val="79"/>
              </a:spcBef>
              <a:spcAft>
                <a:spcPts val="0"/>
              </a:spcAft>
              <a:buClrTx/>
              <a:buSzTx/>
              <a:buFontTx/>
              <a:buNone/>
              <a:tabLst/>
              <a:defRPr/>
            </a:pPr>
            <a:r>
              <a:rPr kumimoji="0" lang="pt-BR" sz="1800" b="1" i="0" u="none" strike="noStrike" kern="0" cap="none" spc="0" normalizeH="0" baseline="0" noProof="0">
                <a:ln>
                  <a:noFill/>
                </a:ln>
                <a:solidFill>
                  <a:srgbClr val="FFFFFF"/>
                </a:solidFill>
                <a:effectLst/>
                <a:uLnTx/>
                <a:uFillTx/>
                <a:latin typeface="Versos" panose="020B0503020204030204" pitchFamily="34" charset="77"/>
                <a:ea typeface="+mj-ea"/>
                <a:cs typeface="+mj-cs"/>
                <a:sym typeface="Arial"/>
              </a:rPr>
              <a:t>Emissores, alocação de crédito e distribuição de rating</a:t>
            </a:r>
            <a:endParaRPr kumimoji="0" lang="pt-BR" sz="1800" b="0" i="0" u="none" strike="noStrike" kern="0" cap="none" spc="0" normalizeH="0" baseline="0" noProof="0">
              <a:ln>
                <a:noFill/>
              </a:ln>
              <a:solidFill>
                <a:srgbClr val="FFFFFF"/>
              </a:solidFill>
              <a:effectLst/>
              <a:uLnTx/>
              <a:uFillTx/>
              <a:latin typeface="Versos" panose="020B0503020204030204" pitchFamily="34" charset="77"/>
              <a:ea typeface="+mj-ea"/>
              <a:cs typeface="+mj-cs"/>
              <a:sym typeface="Arial"/>
            </a:endParaRPr>
          </a:p>
        </p:txBody>
      </p:sp>
      <p:sp>
        <p:nvSpPr>
          <p:cNvPr id="12" name="object 5">
            <a:extLst>
              <a:ext uri="{FF2B5EF4-FFF2-40B4-BE49-F238E27FC236}">
                <a16:creationId xmlns:a16="http://schemas.microsoft.com/office/drawing/2014/main" id="{755E4B44-DF8D-A05A-5A37-EBAEB2C2ED07}"/>
              </a:ext>
            </a:extLst>
          </p:cNvPr>
          <p:cNvSpPr/>
          <p:nvPr/>
        </p:nvSpPr>
        <p:spPr>
          <a:xfrm flipV="1">
            <a:off x="334963" y="87564"/>
            <a:ext cx="11520864"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23" name="object 5">
            <a:extLst>
              <a:ext uri="{FF2B5EF4-FFF2-40B4-BE49-F238E27FC236}">
                <a16:creationId xmlns:a16="http://schemas.microsoft.com/office/drawing/2014/main" id="{1B89647C-4ABC-B70A-C9FA-C501A90F3D72}"/>
              </a:ext>
            </a:extLst>
          </p:cNvPr>
          <p:cNvSpPr/>
          <p:nvPr/>
        </p:nvSpPr>
        <p:spPr>
          <a:xfrm flipV="1">
            <a:off x="334962" y="6294310"/>
            <a:ext cx="11097267"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ysClr val="windowText" lastClr="000000"/>
              </a:solidFill>
              <a:effectLst/>
              <a:uLnTx/>
              <a:uFillTx/>
              <a:latin typeface="Arial"/>
              <a:cs typeface="Arial"/>
              <a:sym typeface="Arial"/>
            </a:endParaRPr>
          </a:p>
        </p:txBody>
      </p:sp>
      <p:grpSp>
        <p:nvGrpSpPr>
          <p:cNvPr id="39" name="Group 38">
            <a:extLst>
              <a:ext uri="{FF2B5EF4-FFF2-40B4-BE49-F238E27FC236}">
                <a16:creationId xmlns:a16="http://schemas.microsoft.com/office/drawing/2014/main" id="{CBE2E032-3F54-F3A2-AD82-52A82E4921E2}"/>
              </a:ext>
            </a:extLst>
          </p:cNvPr>
          <p:cNvGrpSpPr/>
          <p:nvPr/>
        </p:nvGrpSpPr>
        <p:grpSpPr>
          <a:xfrm>
            <a:off x="315194" y="1470638"/>
            <a:ext cx="11540633" cy="302405"/>
            <a:chOff x="315194" y="1470638"/>
            <a:chExt cx="9943927" cy="302405"/>
          </a:xfrm>
        </p:grpSpPr>
        <p:grpSp>
          <p:nvGrpSpPr>
            <p:cNvPr id="14" name="Group 13">
              <a:extLst>
                <a:ext uri="{FF2B5EF4-FFF2-40B4-BE49-F238E27FC236}">
                  <a16:creationId xmlns:a16="http://schemas.microsoft.com/office/drawing/2014/main" id="{31051A2B-4EAC-3FAC-CBB0-9D363367BB2C}"/>
                </a:ext>
              </a:extLst>
            </p:cNvPr>
            <p:cNvGrpSpPr/>
            <p:nvPr/>
          </p:nvGrpSpPr>
          <p:grpSpPr>
            <a:xfrm>
              <a:off x="315194" y="1470638"/>
              <a:ext cx="4858971" cy="302405"/>
              <a:chOff x="315195" y="1470638"/>
              <a:chExt cx="3925202" cy="302405"/>
            </a:xfrm>
          </p:grpSpPr>
          <p:sp>
            <p:nvSpPr>
              <p:cNvPr id="3" name="object 19">
                <a:extLst>
                  <a:ext uri="{FF2B5EF4-FFF2-40B4-BE49-F238E27FC236}">
                    <a16:creationId xmlns:a16="http://schemas.microsoft.com/office/drawing/2014/main" id="{99E5494A-9545-89A2-3DE4-69BC44E05A0B}"/>
                  </a:ext>
                </a:extLst>
              </p:cNvPr>
              <p:cNvSpPr txBox="1"/>
              <p:nvPr/>
            </p:nvSpPr>
            <p:spPr>
              <a:xfrm>
                <a:off x="315195" y="1470638"/>
                <a:ext cx="3089502" cy="184666"/>
              </a:xfrm>
              <a:prstGeom prst="rect">
                <a:avLst/>
              </a:prstGeom>
            </p:spPr>
            <p:txBody>
              <a:bodyPr vert="horz" wrap="square" lIns="0" tIns="0" rIns="0" bIns="0" rtlCol="0" anchor="ctr" anchorCtr="0">
                <a:spAutoFit/>
              </a:bodyPr>
              <a:lstStyle/>
              <a:p>
                <a:pPr marL="7701" marR="3081" lvl="0" indent="0" algn="l" defTabSz="554466" rtl="0" eaLnBrk="1" fontAlgn="auto" latinLnBrk="0" hangingPunct="1">
                  <a:lnSpc>
                    <a:spcPct val="100000"/>
                  </a:lnSpc>
                  <a:spcBef>
                    <a:spcPts val="346"/>
                  </a:spcBef>
                  <a:spcAft>
                    <a:spcPts val="0"/>
                  </a:spcAft>
                  <a:buClrTx/>
                  <a:buSzTx/>
                  <a:buFont typeface="Arial"/>
                  <a:buNone/>
                  <a:tabLst/>
                  <a:defRPr/>
                </a:pPr>
                <a:r>
                  <a:rPr kumimoji="0" lang="pt-BR" sz="1200" b="0" i="0" u="none" strike="noStrike" kern="0" cap="none" spc="0" normalizeH="0" baseline="0" noProof="0">
                    <a:ln>
                      <a:noFill/>
                    </a:ln>
                    <a:solidFill>
                      <a:srgbClr val="FFFFFF"/>
                    </a:solidFill>
                    <a:effectLst/>
                    <a:uLnTx/>
                    <a:uFillTx/>
                    <a:latin typeface="Versos"/>
                    <a:cs typeface="Versos"/>
                    <a:sym typeface="Arial"/>
                  </a:rPr>
                  <a:t>PRINCIPAIS EMISSORES</a:t>
                </a:r>
              </a:p>
            </p:txBody>
          </p:sp>
          <p:cxnSp>
            <p:nvCxnSpPr>
              <p:cNvPr id="8" name="Straight Connector 7">
                <a:extLst>
                  <a:ext uri="{FF2B5EF4-FFF2-40B4-BE49-F238E27FC236}">
                    <a16:creationId xmlns:a16="http://schemas.microsoft.com/office/drawing/2014/main" id="{C871F396-4251-EAA7-5293-A2307158FE64}"/>
                  </a:ext>
                </a:extLst>
              </p:cNvPr>
              <p:cNvCxnSpPr>
                <a:cxnSpLocks/>
              </p:cNvCxnSpPr>
              <p:nvPr/>
            </p:nvCxnSpPr>
            <p:spPr>
              <a:xfrm>
                <a:off x="315195" y="1773043"/>
                <a:ext cx="3925202"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BC15E5B5-19D3-38F1-2C2C-994D3B4795D2}"/>
                </a:ext>
              </a:extLst>
            </p:cNvPr>
            <p:cNvGrpSpPr/>
            <p:nvPr/>
          </p:nvGrpSpPr>
          <p:grpSpPr>
            <a:xfrm>
              <a:off x="5400150" y="1470638"/>
              <a:ext cx="4858971" cy="302405"/>
              <a:chOff x="315195" y="1470638"/>
              <a:chExt cx="3925202" cy="302405"/>
            </a:xfrm>
          </p:grpSpPr>
          <p:sp>
            <p:nvSpPr>
              <p:cNvPr id="28" name="object 19">
                <a:extLst>
                  <a:ext uri="{FF2B5EF4-FFF2-40B4-BE49-F238E27FC236}">
                    <a16:creationId xmlns:a16="http://schemas.microsoft.com/office/drawing/2014/main" id="{780434EA-7021-3D50-A36C-1ACAECF92BC9}"/>
                  </a:ext>
                </a:extLst>
              </p:cNvPr>
              <p:cNvSpPr txBox="1"/>
              <p:nvPr/>
            </p:nvSpPr>
            <p:spPr>
              <a:xfrm>
                <a:off x="315195" y="1470638"/>
                <a:ext cx="3089502" cy="184666"/>
              </a:xfrm>
              <a:prstGeom prst="rect">
                <a:avLst/>
              </a:prstGeom>
            </p:spPr>
            <p:txBody>
              <a:bodyPr vert="horz" wrap="square" lIns="0" tIns="0" rIns="0" bIns="0" rtlCol="0" anchor="ctr" anchorCtr="0">
                <a:spAutoFit/>
              </a:bodyPr>
              <a:lstStyle/>
              <a:p>
                <a:pPr marL="7701" marR="3081" lvl="0" indent="0" algn="l" defTabSz="554466" rtl="0" eaLnBrk="1" fontAlgn="auto" latinLnBrk="0" hangingPunct="1">
                  <a:lnSpc>
                    <a:spcPct val="100000"/>
                  </a:lnSpc>
                  <a:spcBef>
                    <a:spcPts val="346"/>
                  </a:spcBef>
                  <a:spcAft>
                    <a:spcPts val="0"/>
                  </a:spcAft>
                  <a:buClrTx/>
                  <a:buSzTx/>
                  <a:buFont typeface="Arial"/>
                  <a:buNone/>
                  <a:tabLst/>
                  <a:defRPr/>
                </a:pPr>
                <a:r>
                  <a:rPr kumimoji="0" lang="pt-BR" sz="1200" b="0" i="0" u="none" strike="noStrike" kern="0" cap="none" spc="0" normalizeH="0" baseline="0" noProof="0">
                    <a:ln>
                      <a:noFill/>
                    </a:ln>
                    <a:solidFill>
                      <a:srgbClr val="FFFFFF"/>
                    </a:solidFill>
                    <a:effectLst/>
                    <a:uLnTx/>
                    <a:uFillTx/>
                    <a:latin typeface="Versos"/>
                    <a:cs typeface="Versos"/>
                    <a:sym typeface="Arial"/>
                  </a:rPr>
                  <a:t>ALOCAÇÃO DA CARTEIRA DE CRÉDITO POR SETOR</a:t>
                </a:r>
              </a:p>
            </p:txBody>
          </p:sp>
          <p:cxnSp>
            <p:nvCxnSpPr>
              <p:cNvPr id="32" name="Straight Connector 31">
                <a:extLst>
                  <a:ext uri="{FF2B5EF4-FFF2-40B4-BE49-F238E27FC236}">
                    <a16:creationId xmlns:a16="http://schemas.microsoft.com/office/drawing/2014/main" id="{5604D473-65D9-8C08-86D2-3B4F15FF2656}"/>
                  </a:ext>
                </a:extLst>
              </p:cNvPr>
              <p:cNvCxnSpPr>
                <a:cxnSpLocks/>
              </p:cNvCxnSpPr>
              <p:nvPr/>
            </p:nvCxnSpPr>
            <p:spPr>
              <a:xfrm>
                <a:off x="315195" y="1773043"/>
                <a:ext cx="3925202"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grpSp>
      <p:grpSp>
        <p:nvGrpSpPr>
          <p:cNvPr id="41" name="Group 40">
            <a:extLst>
              <a:ext uri="{FF2B5EF4-FFF2-40B4-BE49-F238E27FC236}">
                <a16:creationId xmlns:a16="http://schemas.microsoft.com/office/drawing/2014/main" id="{438C8426-DA1F-93A5-06B3-12C17F4D2834}"/>
              </a:ext>
            </a:extLst>
          </p:cNvPr>
          <p:cNvGrpSpPr/>
          <p:nvPr/>
        </p:nvGrpSpPr>
        <p:grpSpPr>
          <a:xfrm>
            <a:off x="315194" y="3941344"/>
            <a:ext cx="5639181" cy="302405"/>
            <a:chOff x="315195" y="1470638"/>
            <a:chExt cx="3925202" cy="302405"/>
          </a:xfrm>
        </p:grpSpPr>
        <p:sp>
          <p:nvSpPr>
            <p:cNvPr id="45" name="object 19">
              <a:extLst>
                <a:ext uri="{FF2B5EF4-FFF2-40B4-BE49-F238E27FC236}">
                  <a16:creationId xmlns:a16="http://schemas.microsoft.com/office/drawing/2014/main" id="{A32E9329-2FE9-3F6B-E8D7-3FE08DD8E570}"/>
                </a:ext>
              </a:extLst>
            </p:cNvPr>
            <p:cNvSpPr txBox="1"/>
            <p:nvPr/>
          </p:nvSpPr>
          <p:spPr>
            <a:xfrm>
              <a:off x="315195" y="1470638"/>
              <a:ext cx="3089502" cy="184666"/>
            </a:xfrm>
            <a:prstGeom prst="rect">
              <a:avLst/>
            </a:prstGeom>
          </p:spPr>
          <p:txBody>
            <a:bodyPr vert="horz" wrap="square" lIns="0" tIns="0" rIns="0" bIns="0" rtlCol="0" anchor="ctr" anchorCtr="0">
              <a:spAutoFit/>
            </a:bodyPr>
            <a:lstStyle/>
            <a:p>
              <a:pPr marL="7701" marR="3081" lvl="0" indent="0" algn="l" defTabSz="554466" rtl="0" eaLnBrk="1" fontAlgn="auto" latinLnBrk="0" hangingPunct="1">
                <a:lnSpc>
                  <a:spcPct val="100000"/>
                </a:lnSpc>
                <a:spcBef>
                  <a:spcPts val="346"/>
                </a:spcBef>
                <a:spcAft>
                  <a:spcPts val="0"/>
                </a:spcAft>
                <a:buClrTx/>
                <a:buSzTx/>
                <a:buFont typeface="Arial"/>
                <a:buNone/>
                <a:tabLst/>
                <a:defRPr/>
              </a:pPr>
              <a:r>
                <a:rPr kumimoji="0" lang="pt-BR" sz="1200" b="0" i="0" u="none" strike="noStrike" kern="0" cap="none" spc="0" normalizeH="0" baseline="0" noProof="0">
                  <a:ln>
                    <a:noFill/>
                  </a:ln>
                  <a:solidFill>
                    <a:srgbClr val="FFFFFF"/>
                  </a:solidFill>
                  <a:effectLst/>
                  <a:uLnTx/>
                  <a:uFillTx/>
                  <a:latin typeface="Versos"/>
                  <a:cs typeface="Versos"/>
                  <a:sym typeface="Arial"/>
                </a:rPr>
                <a:t>DISTRIBUIÇÃO DE RATING DA CARTEIRA DE CRÉDITO</a:t>
              </a:r>
            </a:p>
          </p:txBody>
        </p:sp>
        <p:cxnSp>
          <p:nvCxnSpPr>
            <p:cNvPr id="46" name="Straight Connector 45">
              <a:extLst>
                <a:ext uri="{FF2B5EF4-FFF2-40B4-BE49-F238E27FC236}">
                  <a16:creationId xmlns:a16="http://schemas.microsoft.com/office/drawing/2014/main" id="{9079B07D-5211-B5F5-C348-7A4C3B5DAB62}"/>
                </a:ext>
              </a:extLst>
            </p:cNvPr>
            <p:cNvCxnSpPr>
              <a:cxnSpLocks/>
            </p:cNvCxnSpPr>
            <p:nvPr/>
          </p:nvCxnSpPr>
          <p:spPr>
            <a:xfrm>
              <a:off x="315195" y="1773043"/>
              <a:ext cx="3925202"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2" name="Chart 5">
            <a:extLst>
              <a:ext uri="{FF2B5EF4-FFF2-40B4-BE49-F238E27FC236}">
                <a16:creationId xmlns:a16="http://schemas.microsoft.com/office/drawing/2014/main" id="{29BFDB38-69C4-44FC-8495-3DE934415DD7}"/>
              </a:ext>
            </a:extLst>
          </p:cNvPr>
          <p:cNvGraphicFramePr>
            <a:graphicFrameLocks/>
          </p:cNvGraphicFramePr>
          <p:nvPr>
            <p:extLst>
              <p:ext uri="{D42A27DB-BD31-4B8C-83A1-F6EECF244321}">
                <p14:modId xmlns:p14="http://schemas.microsoft.com/office/powerpoint/2010/main" val="1103625254"/>
              </p:ext>
            </p:extLst>
          </p:nvPr>
        </p:nvGraphicFramePr>
        <p:xfrm>
          <a:off x="-1574275" y="1890783"/>
          <a:ext cx="6747230" cy="1747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2">
            <a:extLst>
              <a:ext uri="{FF2B5EF4-FFF2-40B4-BE49-F238E27FC236}">
                <a16:creationId xmlns:a16="http://schemas.microsoft.com/office/drawing/2014/main" id="{82293668-AE76-577C-6592-447BBE290033}"/>
              </a:ext>
            </a:extLst>
          </p:cNvPr>
          <p:cNvGraphicFramePr>
            <a:graphicFrameLocks/>
          </p:cNvGraphicFramePr>
          <p:nvPr>
            <p:extLst>
              <p:ext uri="{D42A27DB-BD31-4B8C-83A1-F6EECF244321}">
                <p14:modId xmlns:p14="http://schemas.microsoft.com/office/powerpoint/2010/main" val="2795126133"/>
              </p:ext>
            </p:extLst>
          </p:nvPr>
        </p:nvGraphicFramePr>
        <p:xfrm>
          <a:off x="5335571" y="1865113"/>
          <a:ext cx="6226192" cy="412679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15">
            <a:extLst>
              <a:ext uri="{FF2B5EF4-FFF2-40B4-BE49-F238E27FC236}">
                <a16:creationId xmlns:a16="http://schemas.microsoft.com/office/drawing/2014/main" id="{078748AD-C907-8691-5733-636F2FCBCE98}"/>
              </a:ext>
            </a:extLst>
          </p:cNvPr>
          <p:cNvGraphicFramePr>
            <a:graphicFrameLocks/>
          </p:cNvGraphicFramePr>
          <p:nvPr>
            <p:extLst>
              <p:ext uri="{D42A27DB-BD31-4B8C-83A1-F6EECF244321}">
                <p14:modId xmlns:p14="http://schemas.microsoft.com/office/powerpoint/2010/main" val="237824261"/>
              </p:ext>
            </p:extLst>
          </p:nvPr>
        </p:nvGraphicFramePr>
        <p:xfrm>
          <a:off x="348040" y="4405332"/>
          <a:ext cx="4243421" cy="196405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088997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C47489E-452A-1490-BA30-9652D6DAE27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86EA905-AF15-8173-4A95-09B8AAE712BF}"/>
              </a:ext>
            </a:extLst>
          </p:cNvPr>
          <p:cNvPicPr>
            <a:picLocks noChangeAspect="1"/>
          </p:cNvPicPr>
          <p:nvPr/>
        </p:nvPicPr>
        <p:blipFill rotWithShape="1">
          <a:blip r:embed="rId3">
            <a:duotone>
              <a:prstClr val="black"/>
              <a:srgbClr val="D9C3A5">
                <a:tint val="50000"/>
                <a:satMod val="180000"/>
              </a:srgbClr>
            </a:duotone>
            <a:alphaModFix amt="35000"/>
          </a:blip>
          <a:srcRect b="15626"/>
          <a:stretch>
            <a:fillRect/>
          </a:stretch>
        </p:blipFill>
        <p:spPr>
          <a:xfrm>
            <a:off x="0" y="0"/>
            <a:ext cx="12192000" cy="6858000"/>
          </a:xfrm>
          <a:prstGeom prst="rect">
            <a:avLst/>
          </a:prstGeom>
        </p:spPr>
      </p:pic>
      <p:sp>
        <p:nvSpPr>
          <p:cNvPr id="31" name="object 6">
            <a:extLst>
              <a:ext uri="{FF2B5EF4-FFF2-40B4-BE49-F238E27FC236}">
                <a16:creationId xmlns:a16="http://schemas.microsoft.com/office/drawing/2014/main" id="{8DAA143C-46C3-3E50-DA9F-CAF64718ADAD}"/>
              </a:ext>
            </a:extLst>
          </p:cNvPr>
          <p:cNvSpPr txBox="1">
            <a:spLocks noGrp="1"/>
          </p:cNvSpPr>
          <p:nvPr>
            <p:ph type="title" idx="4294967295"/>
          </p:nvPr>
        </p:nvSpPr>
        <p:spPr>
          <a:xfrm>
            <a:off x="3063729" y="2862108"/>
            <a:ext cx="6064542" cy="905184"/>
          </a:xfrm>
          <a:prstGeom prst="rect">
            <a:avLst/>
          </a:prstGeom>
        </p:spPr>
        <p:txBody>
          <a:bodyPr vert="horz" wrap="square" lIns="0" tIns="0" rIns="0" bIns="0" rtlCol="0">
            <a:spAutoFit/>
          </a:bodyPr>
          <a:lstStyle/>
          <a:p>
            <a:pPr algn="ctr"/>
            <a:r>
              <a:rPr sz="5882">
                <a:solidFill>
                  <a:schemeClr val="bg1"/>
                </a:solidFill>
                <a:latin typeface="Versos" panose="020B0503020204030204" pitchFamily="34" charset="77"/>
              </a:rPr>
              <a:t>INVESTIMENTO</a:t>
            </a:r>
          </a:p>
        </p:txBody>
      </p:sp>
      <p:pic>
        <p:nvPicPr>
          <p:cNvPr id="11" name="Picture 8">
            <a:extLst>
              <a:ext uri="{FF2B5EF4-FFF2-40B4-BE49-F238E27FC236}">
                <a16:creationId xmlns:a16="http://schemas.microsoft.com/office/drawing/2014/main" id="{1EA23D6F-E8CA-81B0-8E30-74F02362BE4E}"/>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5549185" y="489021"/>
            <a:ext cx="1093631" cy="473589"/>
          </a:xfrm>
          <a:prstGeom prst="rect">
            <a:avLst/>
          </a:prstGeom>
        </p:spPr>
      </p:pic>
      <p:pic>
        <p:nvPicPr>
          <p:cNvPr id="7" name="Graphic 6">
            <a:extLst>
              <a:ext uri="{FF2B5EF4-FFF2-40B4-BE49-F238E27FC236}">
                <a16:creationId xmlns:a16="http://schemas.microsoft.com/office/drawing/2014/main" id="{97C93971-2B94-634A-CBF4-4C5F4F5E9F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49821" y="5691192"/>
            <a:ext cx="4492357" cy="408396"/>
          </a:xfrm>
          <a:prstGeom prst="rect">
            <a:avLst/>
          </a:prstGeom>
        </p:spPr>
      </p:pic>
    </p:spTree>
    <p:extLst>
      <p:ext uri="{BB962C8B-B14F-4D97-AF65-F5344CB8AC3E}">
        <p14:creationId xmlns:p14="http://schemas.microsoft.com/office/powerpoint/2010/main" val="4072987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8197830A-1AD2-ECD0-A7A4-13DBFEEE35F7}"/>
            </a:ext>
          </a:extLst>
        </p:cNvPr>
        <p:cNvGrpSpPr/>
        <p:nvPr/>
      </p:nvGrpSpPr>
      <p:grpSpPr>
        <a:xfrm>
          <a:off x="0" y="0"/>
          <a:ext cx="0" cy="0"/>
          <a:chOff x="0" y="0"/>
          <a:chExt cx="0" cy="0"/>
        </a:xfrm>
      </p:grpSpPr>
      <p:sp>
        <p:nvSpPr>
          <p:cNvPr id="63" name="Retângulo Arredondado 13">
            <a:extLst>
              <a:ext uri="{FF2B5EF4-FFF2-40B4-BE49-F238E27FC236}">
                <a16:creationId xmlns:a16="http://schemas.microsoft.com/office/drawing/2014/main" id="{729123A5-4998-1150-B75F-48D4BFA72233}"/>
              </a:ext>
            </a:extLst>
          </p:cNvPr>
          <p:cNvSpPr/>
          <p:nvPr/>
        </p:nvSpPr>
        <p:spPr>
          <a:xfrm>
            <a:off x="4172469" y="1006141"/>
            <a:ext cx="3707056" cy="2501293"/>
          </a:xfrm>
          <a:prstGeom prst="roundRect">
            <a:avLst>
              <a:gd name="adj" fmla="val 10356"/>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4492">
              <a:buClrTx/>
              <a:defRPr/>
            </a:pPr>
            <a:endParaRPr lang="pt-BR" sz="1092">
              <a:solidFill>
                <a:prstClr val="white"/>
              </a:solidFill>
              <a:latin typeface="Versos Light"/>
            </a:endParaRPr>
          </a:p>
        </p:txBody>
      </p:sp>
      <p:sp>
        <p:nvSpPr>
          <p:cNvPr id="64" name="Retângulo Arredondado 14">
            <a:extLst>
              <a:ext uri="{FF2B5EF4-FFF2-40B4-BE49-F238E27FC236}">
                <a16:creationId xmlns:a16="http://schemas.microsoft.com/office/drawing/2014/main" id="{86B29C2C-9873-6611-DF4D-BAEAE6843F22}"/>
              </a:ext>
            </a:extLst>
          </p:cNvPr>
          <p:cNvSpPr/>
          <p:nvPr/>
        </p:nvSpPr>
        <p:spPr>
          <a:xfrm>
            <a:off x="4171950" y="3750953"/>
            <a:ext cx="3707056" cy="2501293"/>
          </a:xfrm>
          <a:prstGeom prst="roundRect">
            <a:avLst>
              <a:gd name="adj" fmla="val 10356"/>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4492">
              <a:buClrTx/>
              <a:defRPr/>
            </a:pPr>
            <a:endParaRPr lang="pt-BR" sz="1092">
              <a:solidFill>
                <a:prstClr val="white"/>
              </a:solidFill>
              <a:latin typeface="Versos Light"/>
            </a:endParaRPr>
          </a:p>
        </p:txBody>
      </p:sp>
      <p:sp>
        <p:nvSpPr>
          <p:cNvPr id="65" name="object 18">
            <a:extLst>
              <a:ext uri="{FF2B5EF4-FFF2-40B4-BE49-F238E27FC236}">
                <a16:creationId xmlns:a16="http://schemas.microsoft.com/office/drawing/2014/main" id="{3C0DB6A7-0F23-96CA-D317-6977E0B7662F}"/>
              </a:ext>
            </a:extLst>
          </p:cNvPr>
          <p:cNvSpPr txBox="1"/>
          <p:nvPr/>
        </p:nvSpPr>
        <p:spPr>
          <a:xfrm>
            <a:off x="4383066" y="1793777"/>
            <a:ext cx="3070315" cy="454814"/>
          </a:xfrm>
          <a:prstGeom prst="rect">
            <a:avLst/>
          </a:prstGeom>
        </p:spPr>
        <p:txBody>
          <a:bodyPr vert="horz" wrap="square" lIns="0" tIns="6931" rIns="0" bIns="0" rtlCol="0">
            <a:spAutoFit/>
          </a:bodyPr>
          <a:lstStyle/>
          <a:p>
            <a:pPr marL="7701" marR="64691" defTabSz="554492">
              <a:spcBef>
                <a:spcPts val="55"/>
              </a:spcBef>
              <a:buClrTx/>
              <a:defRPr/>
            </a:pPr>
            <a:r>
              <a:rPr lang="pt-BR" sz="1455" b="1">
                <a:solidFill>
                  <a:schemeClr val="bg1"/>
                </a:solidFill>
                <a:latin typeface="Versos" panose="020B0503020204030204" pitchFamily="34" charset="0"/>
              </a:rPr>
              <a:t>Expertise de Crédito </a:t>
            </a:r>
            <a:br>
              <a:rPr lang="pt-BR" sz="1455" b="1">
                <a:solidFill>
                  <a:schemeClr val="bg1"/>
                </a:solidFill>
                <a:latin typeface="Versos" panose="020B0503020204030204" pitchFamily="34" charset="0"/>
              </a:rPr>
            </a:br>
            <a:r>
              <a:rPr lang="pt-BR" sz="1455" b="1">
                <a:solidFill>
                  <a:schemeClr val="bg1"/>
                </a:solidFill>
                <a:latin typeface="Versos" panose="020B0503020204030204" pitchFamily="34" charset="0"/>
              </a:rPr>
              <a:t>com Gestão Ativa</a:t>
            </a:r>
          </a:p>
        </p:txBody>
      </p:sp>
      <p:sp>
        <p:nvSpPr>
          <p:cNvPr id="66" name="object 18">
            <a:extLst>
              <a:ext uri="{FF2B5EF4-FFF2-40B4-BE49-F238E27FC236}">
                <a16:creationId xmlns:a16="http://schemas.microsoft.com/office/drawing/2014/main" id="{76BDA553-BA23-10BD-77ED-3AEE71DEB7AF}"/>
              </a:ext>
            </a:extLst>
          </p:cNvPr>
          <p:cNvSpPr txBox="1"/>
          <p:nvPr/>
        </p:nvSpPr>
        <p:spPr>
          <a:xfrm>
            <a:off x="4383066" y="4540333"/>
            <a:ext cx="3193592" cy="454814"/>
          </a:xfrm>
          <a:prstGeom prst="rect">
            <a:avLst/>
          </a:prstGeom>
        </p:spPr>
        <p:txBody>
          <a:bodyPr vert="horz" wrap="square" lIns="0" tIns="6931" rIns="0" bIns="0" rtlCol="0">
            <a:spAutoFit/>
          </a:bodyPr>
          <a:lstStyle/>
          <a:p>
            <a:pPr marL="7701" marR="64691" defTabSz="554492">
              <a:spcBef>
                <a:spcPts val="55"/>
              </a:spcBef>
              <a:buClrTx/>
              <a:defRPr/>
            </a:pPr>
            <a:r>
              <a:rPr lang="pt-BR" sz="1455" b="1">
                <a:solidFill>
                  <a:schemeClr val="bg1"/>
                </a:solidFill>
                <a:latin typeface="Versos" panose="020B0503020204030204" pitchFamily="34" charset="0"/>
              </a:rPr>
              <a:t>Ativos </a:t>
            </a:r>
            <a:br>
              <a:rPr lang="pt-BR" sz="1455" b="1">
                <a:solidFill>
                  <a:schemeClr val="bg1"/>
                </a:solidFill>
                <a:latin typeface="Versos" panose="020B0503020204030204" pitchFamily="34" charset="0"/>
              </a:rPr>
            </a:br>
            <a:r>
              <a:rPr lang="pt-BR" sz="1455" b="1">
                <a:solidFill>
                  <a:schemeClr val="bg1"/>
                </a:solidFill>
                <a:latin typeface="Versos" panose="020B0503020204030204" pitchFamily="34" charset="0"/>
              </a:rPr>
              <a:t>Diferenciados</a:t>
            </a:r>
          </a:p>
        </p:txBody>
      </p:sp>
      <p:sp>
        <p:nvSpPr>
          <p:cNvPr id="67" name="Retângulo Arredondado 18">
            <a:extLst>
              <a:ext uri="{FF2B5EF4-FFF2-40B4-BE49-F238E27FC236}">
                <a16:creationId xmlns:a16="http://schemas.microsoft.com/office/drawing/2014/main" id="{46B8E1C0-D5DD-BE95-03D7-1E53A9F57889}"/>
              </a:ext>
            </a:extLst>
          </p:cNvPr>
          <p:cNvSpPr/>
          <p:nvPr/>
        </p:nvSpPr>
        <p:spPr>
          <a:xfrm>
            <a:off x="8176251" y="1006141"/>
            <a:ext cx="3707056" cy="2501293"/>
          </a:xfrm>
          <a:prstGeom prst="roundRect">
            <a:avLst>
              <a:gd name="adj" fmla="val 10356"/>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4492">
              <a:buClrTx/>
              <a:defRPr/>
            </a:pPr>
            <a:endParaRPr lang="pt-BR" sz="1092">
              <a:solidFill>
                <a:prstClr val="white"/>
              </a:solidFill>
              <a:latin typeface="Versos Light"/>
            </a:endParaRPr>
          </a:p>
        </p:txBody>
      </p:sp>
      <p:sp>
        <p:nvSpPr>
          <p:cNvPr id="68" name="Retângulo Arredondado 19">
            <a:extLst>
              <a:ext uri="{FF2B5EF4-FFF2-40B4-BE49-F238E27FC236}">
                <a16:creationId xmlns:a16="http://schemas.microsoft.com/office/drawing/2014/main" id="{15D2A4DA-72AF-F3B2-8D5A-F2F38A9802F8}"/>
              </a:ext>
            </a:extLst>
          </p:cNvPr>
          <p:cNvSpPr/>
          <p:nvPr/>
        </p:nvSpPr>
        <p:spPr>
          <a:xfrm>
            <a:off x="8175733" y="3750953"/>
            <a:ext cx="3707056" cy="2501293"/>
          </a:xfrm>
          <a:prstGeom prst="roundRect">
            <a:avLst>
              <a:gd name="adj" fmla="val 10356"/>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4492">
              <a:buClrTx/>
              <a:defRPr/>
            </a:pPr>
            <a:endParaRPr lang="pt-BR" sz="1092">
              <a:solidFill>
                <a:prstClr val="white"/>
              </a:solidFill>
              <a:latin typeface="Versos Light"/>
            </a:endParaRPr>
          </a:p>
        </p:txBody>
      </p:sp>
      <p:sp>
        <p:nvSpPr>
          <p:cNvPr id="69" name="object 18">
            <a:extLst>
              <a:ext uri="{FF2B5EF4-FFF2-40B4-BE49-F238E27FC236}">
                <a16:creationId xmlns:a16="http://schemas.microsoft.com/office/drawing/2014/main" id="{5AFC77CF-6479-552B-6130-DA9772056412}"/>
              </a:ext>
            </a:extLst>
          </p:cNvPr>
          <p:cNvSpPr txBox="1"/>
          <p:nvPr/>
        </p:nvSpPr>
        <p:spPr>
          <a:xfrm>
            <a:off x="8395459" y="4540333"/>
            <a:ext cx="3141777" cy="454814"/>
          </a:xfrm>
          <a:prstGeom prst="rect">
            <a:avLst/>
          </a:prstGeom>
        </p:spPr>
        <p:txBody>
          <a:bodyPr vert="horz" wrap="square" lIns="0" tIns="6931" rIns="0" bIns="0" rtlCol="0" anchor="t">
            <a:spAutoFit/>
          </a:bodyPr>
          <a:lstStyle/>
          <a:p>
            <a:pPr marL="7620" marR="64135" defTabSz="554492">
              <a:spcBef>
                <a:spcPts val="55"/>
              </a:spcBef>
              <a:buClrTx/>
              <a:defRPr/>
            </a:pPr>
            <a:r>
              <a:rPr lang="pt-BR" sz="1450" b="1">
                <a:solidFill>
                  <a:schemeClr val="bg1"/>
                </a:solidFill>
                <a:latin typeface="Versos"/>
              </a:rPr>
              <a:t>Isenção de IR </a:t>
            </a:r>
            <a:br>
              <a:rPr lang="pt-BR" sz="1450" b="1">
                <a:latin typeface="Versos" panose="020B0503020204030204" pitchFamily="34" charset="0"/>
              </a:rPr>
            </a:br>
            <a:endParaRPr lang="pt-BR" sz="1450" b="1">
              <a:solidFill>
                <a:schemeClr val="bg1"/>
              </a:solidFill>
              <a:latin typeface="Versos" panose="020B0503020204030204" pitchFamily="34" charset="0"/>
            </a:endParaRPr>
          </a:p>
        </p:txBody>
      </p:sp>
      <p:sp>
        <p:nvSpPr>
          <p:cNvPr id="70" name="object 18">
            <a:extLst>
              <a:ext uri="{FF2B5EF4-FFF2-40B4-BE49-F238E27FC236}">
                <a16:creationId xmlns:a16="http://schemas.microsoft.com/office/drawing/2014/main" id="{C2FBB3D0-C953-A5DF-FC2A-965135ACE421}"/>
              </a:ext>
            </a:extLst>
          </p:cNvPr>
          <p:cNvSpPr txBox="1"/>
          <p:nvPr/>
        </p:nvSpPr>
        <p:spPr>
          <a:xfrm>
            <a:off x="8395459" y="1793777"/>
            <a:ext cx="3141777" cy="454814"/>
          </a:xfrm>
          <a:prstGeom prst="rect">
            <a:avLst/>
          </a:prstGeom>
        </p:spPr>
        <p:txBody>
          <a:bodyPr vert="horz" wrap="square" lIns="0" tIns="6931" rIns="0" bIns="0" rtlCol="0">
            <a:spAutoFit/>
          </a:bodyPr>
          <a:lstStyle/>
          <a:p>
            <a:pPr marL="7701" marR="64691" defTabSz="554492">
              <a:spcBef>
                <a:spcPts val="55"/>
              </a:spcBef>
              <a:buClrTx/>
              <a:defRPr/>
            </a:pPr>
            <a:r>
              <a:rPr lang="pt-BR" sz="1455" b="1">
                <a:solidFill>
                  <a:schemeClr val="bg1"/>
                </a:solidFill>
                <a:latin typeface="Versos" panose="020B0503020204030204" pitchFamily="34" charset="0"/>
              </a:rPr>
              <a:t>Análise de </a:t>
            </a:r>
            <a:br>
              <a:rPr lang="pt-BR" sz="1455" b="1">
                <a:solidFill>
                  <a:schemeClr val="bg1"/>
                </a:solidFill>
                <a:latin typeface="Versos" panose="020B0503020204030204" pitchFamily="34" charset="0"/>
              </a:rPr>
            </a:br>
            <a:r>
              <a:rPr lang="pt-BR" sz="1455" b="1">
                <a:solidFill>
                  <a:schemeClr val="bg1"/>
                </a:solidFill>
                <a:latin typeface="Versos" panose="020B0503020204030204" pitchFamily="34" charset="0"/>
              </a:rPr>
              <a:t>Crédito Criteriosa </a:t>
            </a:r>
          </a:p>
        </p:txBody>
      </p:sp>
      <p:sp>
        <p:nvSpPr>
          <p:cNvPr id="78" name="object 18">
            <a:extLst>
              <a:ext uri="{FF2B5EF4-FFF2-40B4-BE49-F238E27FC236}">
                <a16:creationId xmlns:a16="http://schemas.microsoft.com/office/drawing/2014/main" id="{631A4AEA-64DC-8C57-8A80-85B1BD31373D}"/>
              </a:ext>
            </a:extLst>
          </p:cNvPr>
          <p:cNvSpPr txBox="1"/>
          <p:nvPr/>
        </p:nvSpPr>
        <p:spPr>
          <a:xfrm>
            <a:off x="4383066" y="2456049"/>
            <a:ext cx="3447114" cy="744124"/>
          </a:xfrm>
          <a:prstGeom prst="rect">
            <a:avLst/>
          </a:prstGeom>
        </p:spPr>
        <p:txBody>
          <a:bodyPr vert="horz" wrap="square" lIns="0" tIns="6931" rIns="0" bIns="0" rtlCol="0" anchor="t">
            <a:spAutoFit/>
          </a:bodyPr>
          <a:lstStyle/>
          <a:p>
            <a:pPr marL="7620" marR="64135" defTabSz="554492">
              <a:spcBef>
                <a:spcPts val="200"/>
              </a:spcBef>
              <a:spcAft>
                <a:spcPts val="200"/>
              </a:spcAft>
              <a:buClrTx/>
              <a:defRPr/>
            </a:pPr>
            <a:r>
              <a:rPr lang="pt-BR" sz="1000">
                <a:solidFill>
                  <a:schemeClr val="bg1"/>
                </a:solidFill>
                <a:latin typeface="Versos"/>
              </a:rPr>
              <a:t>Ampla experiência para aproveitar </a:t>
            </a:r>
            <a:br>
              <a:rPr lang="pt-BR" sz="1000">
                <a:latin typeface="Versos" panose="020B0503020204030204" pitchFamily="34" charset="0"/>
              </a:rPr>
            </a:br>
            <a:r>
              <a:rPr lang="pt-BR" sz="1000">
                <a:solidFill>
                  <a:schemeClr val="bg1"/>
                </a:solidFill>
                <a:latin typeface="Versos"/>
              </a:rPr>
              <a:t>oportunidades no mercado primário e secundário.</a:t>
            </a:r>
          </a:p>
          <a:p>
            <a:pPr marL="7620" marR="64135" defTabSz="554492">
              <a:spcBef>
                <a:spcPts val="200"/>
              </a:spcBef>
              <a:spcAft>
                <a:spcPts val="200"/>
              </a:spcAft>
              <a:buClrTx/>
              <a:defRPr/>
            </a:pPr>
            <a:r>
              <a:rPr lang="pt-BR" sz="1000" err="1">
                <a:solidFill>
                  <a:schemeClr val="bg1"/>
                </a:solidFill>
                <a:latin typeface="Versos"/>
              </a:rPr>
              <a:t>Asset</a:t>
            </a:r>
            <a:r>
              <a:rPr lang="pt-BR" sz="1000">
                <a:solidFill>
                  <a:schemeClr val="bg1"/>
                </a:solidFill>
                <a:latin typeface="Versos"/>
              </a:rPr>
              <a:t> Independente com Acionistas Robustos. </a:t>
            </a:r>
          </a:p>
          <a:p>
            <a:pPr marL="7620" marR="64135" defTabSz="554492">
              <a:spcBef>
                <a:spcPts val="200"/>
              </a:spcBef>
              <a:spcAft>
                <a:spcPts val="200"/>
              </a:spcAft>
              <a:buClrTx/>
              <a:defRPr/>
            </a:pPr>
            <a:r>
              <a:rPr lang="pt-BR" sz="1000">
                <a:solidFill>
                  <a:schemeClr val="bg1"/>
                </a:solidFill>
                <a:latin typeface="Versos"/>
              </a:rPr>
              <a:t>Diversificação de emissores e setores.</a:t>
            </a:r>
          </a:p>
        </p:txBody>
      </p:sp>
      <p:sp>
        <p:nvSpPr>
          <p:cNvPr id="79" name="object 18">
            <a:extLst>
              <a:ext uri="{FF2B5EF4-FFF2-40B4-BE49-F238E27FC236}">
                <a16:creationId xmlns:a16="http://schemas.microsoft.com/office/drawing/2014/main" id="{A3E95022-7269-CD48-43F8-E174E727CC7F}"/>
              </a:ext>
            </a:extLst>
          </p:cNvPr>
          <p:cNvSpPr txBox="1"/>
          <p:nvPr/>
        </p:nvSpPr>
        <p:spPr>
          <a:xfrm>
            <a:off x="8395459" y="2456049"/>
            <a:ext cx="3141777" cy="482898"/>
          </a:xfrm>
          <a:prstGeom prst="rect">
            <a:avLst/>
          </a:prstGeom>
        </p:spPr>
        <p:txBody>
          <a:bodyPr vert="horz" wrap="square" lIns="0" tIns="6931" rIns="0" bIns="0" rtlCol="0">
            <a:spAutoFit/>
          </a:bodyPr>
          <a:lstStyle/>
          <a:p>
            <a:pPr marL="7701" marR="64691" defTabSz="554492">
              <a:spcBef>
                <a:spcPts val="200"/>
              </a:spcBef>
              <a:spcAft>
                <a:spcPts val="200"/>
              </a:spcAft>
              <a:buClrTx/>
              <a:defRPr/>
            </a:pPr>
            <a:r>
              <a:rPr lang="pt-BR" sz="1031">
                <a:solidFill>
                  <a:schemeClr val="bg1"/>
                </a:solidFill>
                <a:latin typeface="Versos" panose="020B0503020204030204" pitchFamily="34" charset="0"/>
              </a:rPr>
              <a:t>Análise independente e </a:t>
            </a:r>
            <a:br>
              <a:rPr lang="pt-BR" sz="1031">
                <a:solidFill>
                  <a:schemeClr val="bg1"/>
                </a:solidFill>
                <a:latin typeface="Versos" panose="020B0503020204030204" pitchFamily="34" charset="0"/>
              </a:rPr>
            </a:br>
            <a:r>
              <a:rPr lang="pt-BR" sz="1031">
                <a:solidFill>
                  <a:schemeClr val="bg1"/>
                </a:solidFill>
                <a:latin typeface="Versos" panose="020B0503020204030204" pitchFamily="34" charset="0"/>
              </a:rPr>
              <a:t>acompanhamento da carteira </a:t>
            </a:r>
            <a:br>
              <a:rPr lang="pt-BR" sz="1031">
                <a:solidFill>
                  <a:schemeClr val="bg1"/>
                </a:solidFill>
                <a:latin typeface="Versos" panose="020B0503020204030204" pitchFamily="34" charset="0"/>
              </a:rPr>
            </a:br>
            <a:r>
              <a:rPr lang="pt-BR" sz="1031">
                <a:solidFill>
                  <a:schemeClr val="bg1"/>
                </a:solidFill>
                <a:latin typeface="Versos" panose="020B0503020204030204" pitchFamily="34" charset="0"/>
              </a:rPr>
              <a:t>com ferramenta proprietária de rating.</a:t>
            </a:r>
          </a:p>
        </p:txBody>
      </p:sp>
      <p:sp>
        <p:nvSpPr>
          <p:cNvPr id="81" name="object 18">
            <a:extLst>
              <a:ext uri="{FF2B5EF4-FFF2-40B4-BE49-F238E27FC236}">
                <a16:creationId xmlns:a16="http://schemas.microsoft.com/office/drawing/2014/main" id="{A9ED4A73-A039-E1E0-4121-04CDCAE3F900}"/>
              </a:ext>
            </a:extLst>
          </p:cNvPr>
          <p:cNvSpPr txBox="1"/>
          <p:nvPr/>
        </p:nvSpPr>
        <p:spPr>
          <a:xfrm>
            <a:off x="4383066" y="5095281"/>
            <a:ext cx="3193592" cy="324265"/>
          </a:xfrm>
          <a:prstGeom prst="rect">
            <a:avLst/>
          </a:prstGeom>
        </p:spPr>
        <p:txBody>
          <a:bodyPr vert="horz" wrap="square" lIns="0" tIns="6931" rIns="0" bIns="0" rtlCol="0" anchor="t">
            <a:spAutoFit/>
          </a:bodyPr>
          <a:lstStyle/>
          <a:p>
            <a:pPr marL="7620" marR="64135" defTabSz="554492">
              <a:spcBef>
                <a:spcPts val="200"/>
              </a:spcBef>
              <a:spcAft>
                <a:spcPts val="200"/>
              </a:spcAft>
              <a:buClrTx/>
              <a:defRPr/>
            </a:pPr>
            <a:r>
              <a:rPr lang="pt-BR" sz="1000">
                <a:solidFill>
                  <a:schemeClr val="bg1"/>
                </a:solidFill>
                <a:latin typeface="Versos"/>
              </a:rPr>
              <a:t>Expertise na seleção de ativos high grade e estruturados para a carteira do fundo.</a:t>
            </a:r>
          </a:p>
        </p:txBody>
      </p:sp>
      <p:sp>
        <p:nvSpPr>
          <p:cNvPr id="82" name="object 18">
            <a:extLst>
              <a:ext uri="{FF2B5EF4-FFF2-40B4-BE49-F238E27FC236}">
                <a16:creationId xmlns:a16="http://schemas.microsoft.com/office/drawing/2014/main" id="{CC58442A-F89A-F2FD-E57E-ED2F91CF4164}"/>
              </a:ext>
            </a:extLst>
          </p:cNvPr>
          <p:cNvSpPr txBox="1"/>
          <p:nvPr/>
        </p:nvSpPr>
        <p:spPr>
          <a:xfrm>
            <a:off x="8395459" y="5095281"/>
            <a:ext cx="3141777" cy="324265"/>
          </a:xfrm>
          <a:prstGeom prst="rect">
            <a:avLst/>
          </a:prstGeom>
        </p:spPr>
        <p:txBody>
          <a:bodyPr vert="horz" wrap="square" lIns="0" tIns="6931" rIns="0" bIns="0" rtlCol="0" anchor="t">
            <a:spAutoFit/>
          </a:bodyPr>
          <a:lstStyle/>
          <a:p>
            <a:pPr marL="7620" marR="64135" defTabSz="554492">
              <a:spcBef>
                <a:spcPts val="200"/>
              </a:spcBef>
              <a:spcAft>
                <a:spcPts val="200"/>
              </a:spcAft>
              <a:buClrTx/>
              <a:defRPr/>
            </a:pPr>
            <a:r>
              <a:rPr lang="pt-BR" sz="1000">
                <a:solidFill>
                  <a:schemeClr val="bg1"/>
                </a:solidFill>
                <a:latin typeface="Versos"/>
              </a:rPr>
              <a:t>Isenção para Pessoas Físicas </a:t>
            </a:r>
            <a:br>
              <a:rPr lang="pt-BR" sz="1000">
                <a:latin typeface="Versos" panose="020B0503020204030204" pitchFamily="34" charset="0"/>
              </a:rPr>
            </a:br>
            <a:r>
              <a:rPr lang="pt-BR" sz="1000">
                <a:solidFill>
                  <a:schemeClr val="bg1"/>
                </a:solidFill>
                <a:latin typeface="Versos"/>
              </a:rPr>
              <a:t>para rendimentos e ganhos de capital.</a:t>
            </a:r>
          </a:p>
        </p:txBody>
      </p:sp>
      <p:pic>
        <p:nvPicPr>
          <p:cNvPr id="72" name="Gráfico 24">
            <a:extLst>
              <a:ext uri="{FF2B5EF4-FFF2-40B4-BE49-F238E27FC236}">
                <a16:creationId xmlns:a16="http://schemas.microsoft.com/office/drawing/2014/main" id="{3A9CC6FC-D0D2-3E00-0EB9-9CE2543E38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40191" y="1083341"/>
            <a:ext cx="670093" cy="825358"/>
          </a:xfrm>
          <a:prstGeom prst="rect">
            <a:avLst/>
          </a:prstGeom>
        </p:spPr>
      </p:pic>
      <p:sp>
        <p:nvSpPr>
          <p:cNvPr id="114" name="Gráfico 29">
            <a:extLst>
              <a:ext uri="{FF2B5EF4-FFF2-40B4-BE49-F238E27FC236}">
                <a16:creationId xmlns:a16="http://schemas.microsoft.com/office/drawing/2014/main" id="{DE365F53-9162-FE53-849D-ED35C5FC8AF7}"/>
              </a:ext>
            </a:extLst>
          </p:cNvPr>
          <p:cNvSpPr/>
          <p:nvPr/>
        </p:nvSpPr>
        <p:spPr>
          <a:xfrm>
            <a:off x="8395459" y="1214775"/>
            <a:ext cx="355021" cy="484032"/>
          </a:xfrm>
          <a:custGeom>
            <a:avLst/>
            <a:gdLst>
              <a:gd name="csX0" fmla="*/ 165655 w 355021"/>
              <a:gd name="csY0" fmla="*/ 89780 h 484032"/>
              <a:gd name="csX1" fmla="*/ 159544 w 355021"/>
              <a:gd name="csY1" fmla="*/ 92011 h 484032"/>
              <a:gd name="csX2" fmla="*/ 155098 w 355021"/>
              <a:gd name="csY2" fmla="*/ 96472 h 484032"/>
              <a:gd name="csX3" fmla="*/ 153987 w 355021"/>
              <a:gd name="csY3" fmla="*/ 99818 h 484032"/>
              <a:gd name="csX4" fmla="*/ 153987 w 355021"/>
              <a:gd name="csY4" fmla="*/ 111528 h 484032"/>
              <a:gd name="csX5" fmla="*/ 155654 w 355021"/>
              <a:gd name="csY5" fmla="*/ 113759 h 484032"/>
              <a:gd name="csX6" fmla="*/ 158988 w 355021"/>
              <a:gd name="csY6" fmla="*/ 115989 h 484032"/>
              <a:gd name="csX7" fmla="*/ 165655 w 355021"/>
              <a:gd name="csY7" fmla="*/ 119335 h 484032"/>
              <a:gd name="csX8" fmla="*/ 165655 w 355021"/>
              <a:gd name="csY8" fmla="*/ 89780 h 484032"/>
              <a:gd name="csX9" fmla="*/ 188992 w 355021"/>
              <a:gd name="csY9" fmla="*/ 151121 h 484032"/>
              <a:gd name="csX10" fmla="*/ 188992 w 355021"/>
              <a:gd name="csY10" fmla="*/ 180676 h 484032"/>
              <a:gd name="csX11" fmla="*/ 195104 w 355021"/>
              <a:gd name="csY11" fmla="*/ 178445 h 484032"/>
              <a:gd name="csX12" fmla="*/ 199549 w 355021"/>
              <a:gd name="csY12" fmla="*/ 173984 h 484032"/>
              <a:gd name="csX13" fmla="*/ 200660 w 355021"/>
              <a:gd name="csY13" fmla="*/ 170638 h 484032"/>
              <a:gd name="csX14" fmla="*/ 200660 w 355021"/>
              <a:gd name="csY14" fmla="*/ 159485 h 484032"/>
              <a:gd name="csX15" fmla="*/ 198993 w 355021"/>
              <a:gd name="csY15" fmla="*/ 157255 h 484032"/>
              <a:gd name="csX16" fmla="*/ 195660 w 355021"/>
              <a:gd name="csY16" fmla="*/ 155024 h 484032"/>
              <a:gd name="csX17" fmla="*/ 188992 w 355021"/>
              <a:gd name="csY17" fmla="*/ 152236 h 484032"/>
              <a:gd name="csX18" fmla="*/ 188992 w 355021"/>
              <a:gd name="csY18" fmla="*/ 152236 h 484032"/>
              <a:gd name="csX19" fmla="*/ 177324 w 355021"/>
              <a:gd name="csY19" fmla="*/ 45169 h 484032"/>
              <a:gd name="csX20" fmla="*/ 188992 w 355021"/>
              <a:gd name="csY20" fmla="*/ 56879 h 484032"/>
              <a:gd name="csX21" fmla="*/ 188992 w 355021"/>
              <a:gd name="csY21" fmla="*/ 66359 h 484032"/>
              <a:gd name="csX22" fmla="*/ 205661 w 355021"/>
              <a:gd name="csY22" fmla="*/ 71936 h 484032"/>
              <a:gd name="csX23" fmla="*/ 217329 w 355021"/>
              <a:gd name="csY23" fmla="*/ 81973 h 484032"/>
              <a:gd name="csX24" fmla="*/ 221774 w 355021"/>
              <a:gd name="csY24" fmla="*/ 90338 h 484032"/>
              <a:gd name="csX25" fmla="*/ 223441 w 355021"/>
              <a:gd name="csY25" fmla="*/ 97030 h 484032"/>
              <a:gd name="csX26" fmla="*/ 223441 w 355021"/>
              <a:gd name="csY26" fmla="*/ 100933 h 484032"/>
              <a:gd name="csX27" fmla="*/ 223441 w 355021"/>
              <a:gd name="csY27" fmla="*/ 105394 h 484032"/>
              <a:gd name="csX28" fmla="*/ 220107 w 355021"/>
              <a:gd name="csY28" fmla="*/ 113759 h 484032"/>
              <a:gd name="csX29" fmla="*/ 211773 w 355021"/>
              <a:gd name="csY29" fmla="*/ 117105 h 484032"/>
              <a:gd name="csX30" fmla="*/ 203439 w 355021"/>
              <a:gd name="csY30" fmla="*/ 113759 h 484032"/>
              <a:gd name="csX31" fmla="*/ 200105 w 355021"/>
              <a:gd name="csY31" fmla="*/ 105394 h 484032"/>
              <a:gd name="csX32" fmla="*/ 200105 w 355021"/>
              <a:gd name="csY32" fmla="*/ 100933 h 484032"/>
              <a:gd name="csX33" fmla="*/ 198993 w 355021"/>
              <a:gd name="csY33" fmla="*/ 97587 h 484032"/>
              <a:gd name="csX34" fmla="*/ 194548 w 355021"/>
              <a:gd name="csY34" fmla="*/ 93126 h 484032"/>
              <a:gd name="csX35" fmla="*/ 188436 w 355021"/>
              <a:gd name="csY35" fmla="*/ 90895 h 484032"/>
              <a:gd name="csX36" fmla="*/ 188436 w 355021"/>
              <a:gd name="csY36" fmla="*/ 90895 h 484032"/>
              <a:gd name="csX37" fmla="*/ 188436 w 355021"/>
              <a:gd name="csY37" fmla="*/ 127700 h 484032"/>
              <a:gd name="csX38" fmla="*/ 206217 w 355021"/>
              <a:gd name="csY38" fmla="*/ 134949 h 484032"/>
              <a:gd name="csX39" fmla="*/ 216774 w 355021"/>
              <a:gd name="csY39" fmla="*/ 143314 h 484032"/>
              <a:gd name="csX40" fmla="*/ 221774 w 355021"/>
              <a:gd name="csY40" fmla="*/ 151678 h 484032"/>
              <a:gd name="csX41" fmla="*/ 222886 w 355021"/>
              <a:gd name="csY41" fmla="*/ 159485 h 484032"/>
              <a:gd name="csX42" fmla="*/ 222886 w 355021"/>
              <a:gd name="csY42" fmla="*/ 171196 h 484032"/>
              <a:gd name="csX43" fmla="*/ 222886 w 355021"/>
              <a:gd name="csY43" fmla="*/ 174542 h 484032"/>
              <a:gd name="csX44" fmla="*/ 221219 w 355021"/>
              <a:gd name="csY44" fmla="*/ 181233 h 484032"/>
              <a:gd name="csX45" fmla="*/ 216774 w 355021"/>
              <a:gd name="csY45" fmla="*/ 189598 h 484032"/>
              <a:gd name="csX46" fmla="*/ 205105 w 355021"/>
              <a:gd name="csY46" fmla="*/ 199635 h 484032"/>
              <a:gd name="csX47" fmla="*/ 188436 w 355021"/>
              <a:gd name="csY47" fmla="*/ 205212 h 484032"/>
              <a:gd name="csX48" fmla="*/ 188436 w 355021"/>
              <a:gd name="csY48" fmla="*/ 214692 h 484032"/>
              <a:gd name="csX49" fmla="*/ 176768 w 355021"/>
              <a:gd name="csY49" fmla="*/ 226402 h 484032"/>
              <a:gd name="csX50" fmla="*/ 165100 w 355021"/>
              <a:gd name="csY50" fmla="*/ 214692 h 484032"/>
              <a:gd name="csX51" fmla="*/ 165100 w 355021"/>
              <a:gd name="csY51" fmla="*/ 205212 h 484032"/>
              <a:gd name="csX52" fmla="*/ 148431 w 355021"/>
              <a:gd name="csY52" fmla="*/ 199635 h 484032"/>
              <a:gd name="csX53" fmla="*/ 136763 w 355021"/>
              <a:gd name="csY53" fmla="*/ 189598 h 484032"/>
              <a:gd name="csX54" fmla="*/ 132318 w 355021"/>
              <a:gd name="csY54" fmla="*/ 181233 h 484032"/>
              <a:gd name="csX55" fmla="*/ 130651 w 355021"/>
              <a:gd name="csY55" fmla="*/ 174542 h 484032"/>
              <a:gd name="csX56" fmla="*/ 130651 w 355021"/>
              <a:gd name="csY56" fmla="*/ 170638 h 484032"/>
              <a:gd name="csX57" fmla="*/ 130651 w 355021"/>
              <a:gd name="csY57" fmla="*/ 166177 h 484032"/>
              <a:gd name="csX58" fmla="*/ 133984 w 355021"/>
              <a:gd name="csY58" fmla="*/ 157812 h 484032"/>
              <a:gd name="csX59" fmla="*/ 142319 w 355021"/>
              <a:gd name="csY59" fmla="*/ 154466 h 484032"/>
              <a:gd name="csX60" fmla="*/ 150653 w 355021"/>
              <a:gd name="csY60" fmla="*/ 157812 h 484032"/>
              <a:gd name="csX61" fmla="*/ 153987 w 355021"/>
              <a:gd name="csY61" fmla="*/ 166177 h 484032"/>
              <a:gd name="csX62" fmla="*/ 153987 w 355021"/>
              <a:gd name="csY62" fmla="*/ 170638 h 484032"/>
              <a:gd name="csX63" fmla="*/ 155098 w 355021"/>
              <a:gd name="csY63" fmla="*/ 173984 h 484032"/>
              <a:gd name="csX64" fmla="*/ 159544 w 355021"/>
              <a:gd name="csY64" fmla="*/ 178445 h 484032"/>
              <a:gd name="csX65" fmla="*/ 165655 w 355021"/>
              <a:gd name="csY65" fmla="*/ 181233 h 484032"/>
              <a:gd name="csX66" fmla="*/ 165655 w 355021"/>
              <a:gd name="csY66" fmla="*/ 144429 h 484032"/>
              <a:gd name="csX67" fmla="*/ 147875 w 355021"/>
              <a:gd name="csY67" fmla="*/ 137180 h 484032"/>
              <a:gd name="csX68" fmla="*/ 137318 w 355021"/>
              <a:gd name="csY68" fmla="*/ 128815 h 484032"/>
              <a:gd name="csX69" fmla="*/ 132318 w 355021"/>
              <a:gd name="csY69" fmla="*/ 120450 h 484032"/>
              <a:gd name="csX70" fmla="*/ 131206 w 355021"/>
              <a:gd name="csY70" fmla="*/ 112643 h 484032"/>
              <a:gd name="csX71" fmla="*/ 131206 w 355021"/>
              <a:gd name="csY71" fmla="*/ 100933 h 484032"/>
              <a:gd name="csX72" fmla="*/ 131206 w 355021"/>
              <a:gd name="csY72" fmla="*/ 97587 h 484032"/>
              <a:gd name="csX73" fmla="*/ 132873 w 355021"/>
              <a:gd name="csY73" fmla="*/ 90895 h 484032"/>
              <a:gd name="csX74" fmla="*/ 137318 w 355021"/>
              <a:gd name="csY74" fmla="*/ 82531 h 484032"/>
              <a:gd name="csX75" fmla="*/ 148987 w 355021"/>
              <a:gd name="csY75" fmla="*/ 72493 h 484032"/>
              <a:gd name="csX76" fmla="*/ 165655 w 355021"/>
              <a:gd name="csY76" fmla="*/ 66917 h 484032"/>
              <a:gd name="csX77" fmla="*/ 165655 w 355021"/>
              <a:gd name="csY77" fmla="*/ 57437 h 484032"/>
              <a:gd name="csX78" fmla="*/ 177324 w 355021"/>
              <a:gd name="csY78" fmla="*/ 45727 h 484032"/>
              <a:gd name="csX79" fmla="*/ 177324 w 355021"/>
              <a:gd name="csY79" fmla="*/ 45727 h 484032"/>
              <a:gd name="csX80" fmla="*/ 177324 w 355021"/>
              <a:gd name="csY80" fmla="*/ 1115 h 484032"/>
              <a:gd name="csX81" fmla="*/ 177324 w 355021"/>
              <a:gd name="csY81" fmla="*/ 1115 h 484032"/>
              <a:gd name="csX82" fmla="*/ 177324 w 355021"/>
              <a:gd name="csY82" fmla="*/ 1115 h 484032"/>
              <a:gd name="csX83" fmla="*/ 43416 w 355021"/>
              <a:gd name="csY83" fmla="*/ 135507 h 484032"/>
              <a:gd name="csX84" fmla="*/ 162322 w 355021"/>
              <a:gd name="csY84" fmla="*/ 268783 h 484032"/>
              <a:gd name="csX85" fmla="*/ 162322 w 355021"/>
              <a:gd name="csY85" fmla="*/ 316740 h 484032"/>
              <a:gd name="csX86" fmla="*/ 111759 w 355021"/>
              <a:gd name="csY86" fmla="*/ 269898 h 484032"/>
              <a:gd name="csX87" fmla="*/ 82311 w 355021"/>
              <a:gd name="csY87" fmla="*/ 264322 h 484032"/>
              <a:gd name="csX88" fmla="*/ 44528 w 355021"/>
              <a:gd name="csY88" fmla="*/ 270456 h 484032"/>
              <a:gd name="csX89" fmla="*/ 41749 w 355021"/>
              <a:gd name="csY89" fmla="*/ 271013 h 484032"/>
              <a:gd name="csX90" fmla="*/ 38971 w 355021"/>
              <a:gd name="csY90" fmla="*/ 271013 h 484032"/>
              <a:gd name="csX91" fmla="*/ 13412 w 355021"/>
              <a:gd name="csY91" fmla="*/ 277147 h 484032"/>
              <a:gd name="csX92" fmla="*/ 12301 w 355021"/>
              <a:gd name="csY92" fmla="*/ 277147 h 484032"/>
              <a:gd name="csX93" fmla="*/ 12301 w 355021"/>
              <a:gd name="csY93" fmla="*/ 277147 h 484032"/>
              <a:gd name="csX94" fmla="*/ 1744 w 355021"/>
              <a:gd name="csY94" fmla="*/ 284954 h 484032"/>
              <a:gd name="csX95" fmla="*/ 1188 w 355021"/>
              <a:gd name="csY95" fmla="*/ 297780 h 484032"/>
              <a:gd name="csX96" fmla="*/ 1188 w 355021"/>
              <a:gd name="csY96" fmla="*/ 297780 h 484032"/>
              <a:gd name="csX97" fmla="*/ 21191 w 355021"/>
              <a:gd name="csY97" fmla="*/ 332912 h 484032"/>
              <a:gd name="csX98" fmla="*/ 82311 w 355021"/>
              <a:gd name="csY98" fmla="*/ 369158 h 484032"/>
              <a:gd name="csX99" fmla="*/ 103425 w 355021"/>
              <a:gd name="csY99" fmla="*/ 370831 h 484032"/>
              <a:gd name="csX100" fmla="*/ 162322 w 355021"/>
              <a:gd name="csY100" fmla="*/ 363024 h 484032"/>
              <a:gd name="csX101" fmla="*/ 162322 w 355021"/>
              <a:gd name="csY101" fmla="*/ 394810 h 484032"/>
              <a:gd name="csX102" fmla="*/ 131206 w 355021"/>
              <a:gd name="csY102" fmla="*/ 414327 h 484032"/>
              <a:gd name="csX103" fmla="*/ 126206 w 355021"/>
              <a:gd name="csY103" fmla="*/ 414327 h 484032"/>
              <a:gd name="csX104" fmla="*/ 78421 w 355021"/>
              <a:gd name="csY104" fmla="*/ 453920 h 484032"/>
              <a:gd name="csX105" fmla="*/ 46750 w 355021"/>
              <a:gd name="csY105" fmla="*/ 453920 h 484032"/>
              <a:gd name="csX106" fmla="*/ 46750 w 355021"/>
              <a:gd name="csY106" fmla="*/ 453920 h 484032"/>
              <a:gd name="csX107" fmla="*/ 31748 w 355021"/>
              <a:gd name="csY107" fmla="*/ 468976 h 484032"/>
              <a:gd name="csX108" fmla="*/ 46750 w 355021"/>
              <a:gd name="csY108" fmla="*/ 484032 h 484032"/>
              <a:gd name="csX109" fmla="*/ 308453 w 355021"/>
              <a:gd name="csY109" fmla="*/ 484032 h 484032"/>
              <a:gd name="csX110" fmla="*/ 323455 w 355021"/>
              <a:gd name="csY110" fmla="*/ 468976 h 484032"/>
              <a:gd name="csX111" fmla="*/ 308453 w 355021"/>
              <a:gd name="csY111" fmla="*/ 453920 h 484032"/>
              <a:gd name="csX112" fmla="*/ 276782 w 355021"/>
              <a:gd name="csY112" fmla="*/ 453920 h 484032"/>
              <a:gd name="csX113" fmla="*/ 235665 w 355021"/>
              <a:gd name="csY113" fmla="*/ 414885 h 484032"/>
              <a:gd name="csX114" fmla="*/ 192881 w 355021"/>
              <a:gd name="csY114" fmla="*/ 392579 h 484032"/>
              <a:gd name="csX115" fmla="*/ 192881 w 355021"/>
              <a:gd name="csY115" fmla="*/ 363024 h 484032"/>
              <a:gd name="csX116" fmla="*/ 251779 w 355021"/>
              <a:gd name="csY116" fmla="*/ 370831 h 484032"/>
              <a:gd name="csX117" fmla="*/ 272893 w 355021"/>
              <a:gd name="csY117" fmla="*/ 369158 h 484032"/>
              <a:gd name="csX118" fmla="*/ 272893 w 355021"/>
              <a:gd name="csY118" fmla="*/ 369158 h 484032"/>
              <a:gd name="csX119" fmla="*/ 334012 w 355021"/>
              <a:gd name="csY119" fmla="*/ 332912 h 484032"/>
              <a:gd name="csX120" fmla="*/ 354015 w 355021"/>
              <a:gd name="csY120" fmla="*/ 297223 h 484032"/>
              <a:gd name="csX121" fmla="*/ 354015 w 355021"/>
              <a:gd name="csY121" fmla="*/ 297223 h 484032"/>
              <a:gd name="csX122" fmla="*/ 353459 w 355021"/>
              <a:gd name="csY122" fmla="*/ 284397 h 484032"/>
              <a:gd name="csX123" fmla="*/ 342902 w 355021"/>
              <a:gd name="csY123" fmla="*/ 276590 h 484032"/>
              <a:gd name="csX124" fmla="*/ 341791 w 355021"/>
              <a:gd name="csY124" fmla="*/ 276590 h 484032"/>
              <a:gd name="csX125" fmla="*/ 316232 w 355021"/>
              <a:gd name="csY125" fmla="*/ 271013 h 484032"/>
              <a:gd name="csX126" fmla="*/ 313454 w 355021"/>
              <a:gd name="csY126" fmla="*/ 271013 h 484032"/>
              <a:gd name="csX127" fmla="*/ 310676 w 355021"/>
              <a:gd name="csY127" fmla="*/ 269341 h 484032"/>
              <a:gd name="csX128" fmla="*/ 272893 w 355021"/>
              <a:gd name="csY128" fmla="*/ 263206 h 484032"/>
              <a:gd name="csX129" fmla="*/ 243444 w 355021"/>
              <a:gd name="csY129" fmla="*/ 268783 h 484032"/>
              <a:gd name="csX130" fmla="*/ 192881 w 355021"/>
              <a:gd name="csY130" fmla="*/ 315625 h 484032"/>
              <a:gd name="csX131" fmla="*/ 192881 w 355021"/>
              <a:gd name="csY131" fmla="*/ 267668 h 484032"/>
              <a:gd name="csX132" fmla="*/ 311231 w 355021"/>
              <a:gd name="csY132" fmla="*/ 134391 h 484032"/>
              <a:gd name="csX133" fmla="*/ 177324 w 355021"/>
              <a:gd name="csY133" fmla="*/ 0 h 484032"/>
              <a:gd name="csX134" fmla="*/ 177324 w 355021"/>
              <a:gd name="csY134" fmla="*/ 0 h 484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Lst>
            <a:rect l="l" t="t" r="r" b="b"/>
            <a:pathLst>
              <a:path w="355021" h="484032">
                <a:moveTo>
                  <a:pt x="165655" y="89780"/>
                </a:moveTo>
                <a:cubicBezTo>
                  <a:pt x="162877" y="90338"/>
                  <a:pt x="161210" y="91453"/>
                  <a:pt x="159544" y="92011"/>
                </a:cubicBezTo>
                <a:cubicBezTo>
                  <a:pt x="157321" y="93684"/>
                  <a:pt x="155654" y="95357"/>
                  <a:pt x="155098" y="96472"/>
                </a:cubicBezTo>
                <a:cubicBezTo>
                  <a:pt x="154543" y="98145"/>
                  <a:pt x="153987" y="99260"/>
                  <a:pt x="153987" y="99818"/>
                </a:cubicBezTo>
                <a:lnTo>
                  <a:pt x="153987" y="111528"/>
                </a:lnTo>
                <a:cubicBezTo>
                  <a:pt x="153987" y="112086"/>
                  <a:pt x="153987" y="112643"/>
                  <a:pt x="155654" y="113759"/>
                </a:cubicBezTo>
                <a:cubicBezTo>
                  <a:pt x="156765" y="114316"/>
                  <a:pt x="157877" y="115432"/>
                  <a:pt x="158988" y="115989"/>
                </a:cubicBezTo>
                <a:cubicBezTo>
                  <a:pt x="161210" y="117105"/>
                  <a:pt x="163433" y="118220"/>
                  <a:pt x="165655" y="119335"/>
                </a:cubicBezTo>
                <a:lnTo>
                  <a:pt x="165655" y="89780"/>
                </a:lnTo>
                <a:close/>
                <a:moveTo>
                  <a:pt x="188992" y="151121"/>
                </a:moveTo>
                <a:lnTo>
                  <a:pt x="188992" y="180676"/>
                </a:lnTo>
                <a:cubicBezTo>
                  <a:pt x="191215" y="180118"/>
                  <a:pt x="193437" y="179003"/>
                  <a:pt x="195104" y="178445"/>
                </a:cubicBezTo>
                <a:cubicBezTo>
                  <a:pt x="197327" y="176772"/>
                  <a:pt x="198993" y="175099"/>
                  <a:pt x="199549" y="173984"/>
                </a:cubicBezTo>
                <a:cubicBezTo>
                  <a:pt x="200105" y="172311"/>
                  <a:pt x="200660" y="171196"/>
                  <a:pt x="200660" y="170638"/>
                </a:cubicBezTo>
                <a:lnTo>
                  <a:pt x="200660" y="159485"/>
                </a:lnTo>
                <a:cubicBezTo>
                  <a:pt x="200660" y="158928"/>
                  <a:pt x="200660" y="158370"/>
                  <a:pt x="198993" y="157255"/>
                </a:cubicBezTo>
                <a:cubicBezTo>
                  <a:pt x="197882" y="156697"/>
                  <a:pt x="196771" y="155582"/>
                  <a:pt x="195660" y="155024"/>
                </a:cubicBezTo>
                <a:cubicBezTo>
                  <a:pt x="193437" y="153909"/>
                  <a:pt x="191215" y="152794"/>
                  <a:pt x="188992" y="152236"/>
                </a:cubicBezTo>
                <a:lnTo>
                  <a:pt x="188992" y="152236"/>
                </a:lnTo>
                <a:close/>
                <a:moveTo>
                  <a:pt x="177324" y="45169"/>
                </a:moveTo>
                <a:cubicBezTo>
                  <a:pt x="183991" y="45169"/>
                  <a:pt x="188992" y="50188"/>
                  <a:pt x="188992" y="56879"/>
                </a:cubicBezTo>
                <a:lnTo>
                  <a:pt x="188992" y="66359"/>
                </a:lnTo>
                <a:cubicBezTo>
                  <a:pt x="195660" y="67475"/>
                  <a:pt x="201216" y="69147"/>
                  <a:pt x="205661" y="71936"/>
                </a:cubicBezTo>
                <a:cubicBezTo>
                  <a:pt x="210662" y="75282"/>
                  <a:pt x="214551" y="78627"/>
                  <a:pt x="217329" y="81973"/>
                </a:cubicBezTo>
                <a:cubicBezTo>
                  <a:pt x="219552" y="84761"/>
                  <a:pt x="220663" y="87550"/>
                  <a:pt x="221774" y="90338"/>
                </a:cubicBezTo>
                <a:cubicBezTo>
                  <a:pt x="222886" y="93126"/>
                  <a:pt x="223441" y="95357"/>
                  <a:pt x="223441" y="97030"/>
                </a:cubicBezTo>
                <a:cubicBezTo>
                  <a:pt x="223441" y="98702"/>
                  <a:pt x="223441" y="100375"/>
                  <a:pt x="223441" y="100933"/>
                </a:cubicBezTo>
                <a:lnTo>
                  <a:pt x="223441" y="105394"/>
                </a:lnTo>
                <a:cubicBezTo>
                  <a:pt x="223441" y="108740"/>
                  <a:pt x="222330" y="111528"/>
                  <a:pt x="220107" y="113759"/>
                </a:cubicBezTo>
                <a:cubicBezTo>
                  <a:pt x="217885" y="115989"/>
                  <a:pt x="215107" y="117105"/>
                  <a:pt x="211773" y="117105"/>
                </a:cubicBezTo>
                <a:cubicBezTo>
                  <a:pt x="208439" y="117105"/>
                  <a:pt x="205661" y="115989"/>
                  <a:pt x="203439" y="113759"/>
                </a:cubicBezTo>
                <a:cubicBezTo>
                  <a:pt x="201216" y="111528"/>
                  <a:pt x="200105" y="108740"/>
                  <a:pt x="200105" y="105394"/>
                </a:cubicBezTo>
                <a:lnTo>
                  <a:pt x="200105" y="100933"/>
                </a:lnTo>
                <a:cubicBezTo>
                  <a:pt x="200105" y="100375"/>
                  <a:pt x="200105" y="99260"/>
                  <a:pt x="198993" y="97587"/>
                </a:cubicBezTo>
                <a:cubicBezTo>
                  <a:pt x="198438" y="95914"/>
                  <a:pt x="196771" y="94241"/>
                  <a:pt x="194548" y="93126"/>
                </a:cubicBezTo>
                <a:cubicBezTo>
                  <a:pt x="192881" y="92011"/>
                  <a:pt x="191215" y="91453"/>
                  <a:pt x="188436" y="90895"/>
                </a:cubicBezTo>
                <a:lnTo>
                  <a:pt x="188436" y="90895"/>
                </a:lnTo>
                <a:cubicBezTo>
                  <a:pt x="188436" y="90895"/>
                  <a:pt x="188436" y="127700"/>
                  <a:pt x="188436" y="127700"/>
                </a:cubicBezTo>
                <a:cubicBezTo>
                  <a:pt x="195104" y="129930"/>
                  <a:pt x="200660" y="132161"/>
                  <a:pt x="206217" y="134949"/>
                </a:cubicBezTo>
                <a:cubicBezTo>
                  <a:pt x="210662" y="137180"/>
                  <a:pt x="214551" y="140525"/>
                  <a:pt x="216774" y="143314"/>
                </a:cubicBezTo>
                <a:cubicBezTo>
                  <a:pt x="218996" y="146102"/>
                  <a:pt x="221219" y="148890"/>
                  <a:pt x="221774" y="151678"/>
                </a:cubicBezTo>
                <a:cubicBezTo>
                  <a:pt x="222886" y="154466"/>
                  <a:pt x="222886" y="157255"/>
                  <a:pt x="222886" y="159485"/>
                </a:cubicBezTo>
                <a:lnTo>
                  <a:pt x="222886" y="171196"/>
                </a:lnTo>
                <a:cubicBezTo>
                  <a:pt x="222886" y="171753"/>
                  <a:pt x="222886" y="172869"/>
                  <a:pt x="222886" y="174542"/>
                </a:cubicBezTo>
                <a:cubicBezTo>
                  <a:pt x="222886" y="176214"/>
                  <a:pt x="221774" y="179003"/>
                  <a:pt x="221219" y="181233"/>
                </a:cubicBezTo>
                <a:cubicBezTo>
                  <a:pt x="220107" y="184021"/>
                  <a:pt x="218441" y="186810"/>
                  <a:pt x="216774" y="189598"/>
                </a:cubicBezTo>
                <a:cubicBezTo>
                  <a:pt x="214551" y="192944"/>
                  <a:pt x="210662" y="196290"/>
                  <a:pt x="205105" y="199635"/>
                </a:cubicBezTo>
                <a:cubicBezTo>
                  <a:pt x="200660" y="202424"/>
                  <a:pt x="195104" y="204097"/>
                  <a:pt x="188436" y="205212"/>
                </a:cubicBezTo>
                <a:lnTo>
                  <a:pt x="188436" y="214692"/>
                </a:lnTo>
                <a:cubicBezTo>
                  <a:pt x="188436" y="221383"/>
                  <a:pt x="183436" y="226402"/>
                  <a:pt x="176768" y="226402"/>
                </a:cubicBezTo>
                <a:cubicBezTo>
                  <a:pt x="170101" y="226402"/>
                  <a:pt x="165100" y="221383"/>
                  <a:pt x="165100" y="214692"/>
                </a:cubicBezTo>
                <a:lnTo>
                  <a:pt x="165100" y="205212"/>
                </a:lnTo>
                <a:cubicBezTo>
                  <a:pt x="158432" y="204097"/>
                  <a:pt x="152876" y="202424"/>
                  <a:pt x="148431" y="199635"/>
                </a:cubicBezTo>
                <a:cubicBezTo>
                  <a:pt x="143430" y="196290"/>
                  <a:pt x="139541" y="192944"/>
                  <a:pt x="136763" y="189598"/>
                </a:cubicBezTo>
                <a:cubicBezTo>
                  <a:pt x="134540" y="186810"/>
                  <a:pt x="133429" y="184021"/>
                  <a:pt x="132318" y="181233"/>
                </a:cubicBezTo>
                <a:cubicBezTo>
                  <a:pt x="131206" y="178445"/>
                  <a:pt x="130651" y="176214"/>
                  <a:pt x="130651" y="174542"/>
                </a:cubicBezTo>
                <a:cubicBezTo>
                  <a:pt x="130651" y="172869"/>
                  <a:pt x="130651" y="171196"/>
                  <a:pt x="130651" y="170638"/>
                </a:cubicBezTo>
                <a:lnTo>
                  <a:pt x="130651" y="166177"/>
                </a:lnTo>
                <a:cubicBezTo>
                  <a:pt x="130651" y="162831"/>
                  <a:pt x="131762" y="160043"/>
                  <a:pt x="133984" y="157812"/>
                </a:cubicBezTo>
                <a:cubicBezTo>
                  <a:pt x="136207" y="155582"/>
                  <a:pt x="138985" y="154466"/>
                  <a:pt x="142319" y="154466"/>
                </a:cubicBezTo>
                <a:cubicBezTo>
                  <a:pt x="145653" y="154466"/>
                  <a:pt x="148431" y="155582"/>
                  <a:pt x="150653" y="157812"/>
                </a:cubicBezTo>
                <a:cubicBezTo>
                  <a:pt x="152876" y="160043"/>
                  <a:pt x="153987" y="162831"/>
                  <a:pt x="153987" y="166177"/>
                </a:cubicBezTo>
                <a:lnTo>
                  <a:pt x="153987" y="170638"/>
                </a:lnTo>
                <a:cubicBezTo>
                  <a:pt x="153987" y="171196"/>
                  <a:pt x="153987" y="172311"/>
                  <a:pt x="155098" y="173984"/>
                </a:cubicBezTo>
                <a:cubicBezTo>
                  <a:pt x="155654" y="175657"/>
                  <a:pt x="157321" y="177330"/>
                  <a:pt x="159544" y="178445"/>
                </a:cubicBezTo>
                <a:cubicBezTo>
                  <a:pt x="161210" y="179560"/>
                  <a:pt x="162877" y="180118"/>
                  <a:pt x="165655" y="181233"/>
                </a:cubicBezTo>
                <a:lnTo>
                  <a:pt x="165655" y="144429"/>
                </a:lnTo>
                <a:cubicBezTo>
                  <a:pt x="159544" y="142198"/>
                  <a:pt x="153432" y="139968"/>
                  <a:pt x="147875" y="137180"/>
                </a:cubicBezTo>
                <a:cubicBezTo>
                  <a:pt x="143430" y="134949"/>
                  <a:pt x="139541" y="131603"/>
                  <a:pt x="137318" y="128815"/>
                </a:cubicBezTo>
                <a:cubicBezTo>
                  <a:pt x="135096" y="126027"/>
                  <a:pt x="133429" y="123239"/>
                  <a:pt x="132318" y="120450"/>
                </a:cubicBezTo>
                <a:cubicBezTo>
                  <a:pt x="131206" y="117662"/>
                  <a:pt x="131206" y="114874"/>
                  <a:pt x="131206" y="112643"/>
                </a:cubicBezTo>
                <a:lnTo>
                  <a:pt x="131206" y="100933"/>
                </a:lnTo>
                <a:cubicBezTo>
                  <a:pt x="131206" y="100375"/>
                  <a:pt x="131206" y="99260"/>
                  <a:pt x="131206" y="97587"/>
                </a:cubicBezTo>
                <a:cubicBezTo>
                  <a:pt x="131206" y="95914"/>
                  <a:pt x="131762" y="93126"/>
                  <a:pt x="132873" y="90895"/>
                </a:cubicBezTo>
                <a:cubicBezTo>
                  <a:pt x="133984" y="88107"/>
                  <a:pt x="135651" y="85319"/>
                  <a:pt x="137318" y="82531"/>
                </a:cubicBezTo>
                <a:cubicBezTo>
                  <a:pt x="139541" y="79185"/>
                  <a:pt x="143430" y="75839"/>
                  <a:pt x="148987" y="72493"/>
                </a:cubicBezTo>
                <a:cubicBezTo>
                  <a:pt x="153432" y="69705"/>
                  <a:pt x="158988" y="68032"/>
                  <a:pt x="165655" y="66917"/>
                </a:cubicBezTo>
                <a:lnTo>
                  <a:pt x="165655" y="57437"/>
                </a:lnTo>
                <a:cubicBezTo>
                  <a:pt x="165655" y="50745"/>
                  <a:pt x="170656" y="45727"/>
                  <a:pt x="177324" y="45727"/>
                </a:cubicBezTo>
                <a:lnTo>
                  <a:pt x="177324" y="45727"/>
                </a:lnTo>
                <a:close/>
                <a:moveTo>
                  <a:pt x="177324" y="1115"/>
                </a:moveTo>
                <a:lnTo>
                  <a:pt x="177324" y="1115"/>
                </a:lnTo>
                <a:cubicBezTo>
                  <a:pt x="177324" y="1115"/>
                  <a:pt x="177324" y="1115"/>
                  <a:pt x="177324" y="1115"/>
                </a:cubicBezTo>
                <a:cubicBezTo>
                  <a:pt x="103425" y="1115"/>
                  <a:pt x="43416" y="61340"/>
                  <a:pt x="43416" y="135507"/>
                </a:cubicBezTo>
                <a:cubicBezTo>
                  <a:pt x="43416" y="209673"/>
                  <a:pt x="95090" y="261534"/>
                  <a:pt x="162322" y="268783"/>
                </a:cubicBezTo>
                <a:lnTo>
                  <a:pt x="162322" y="316740"/>
                </a:lnTo>
                <a:cubicBezTo>
                  <a:pt x="147875" y="297223"/>
                  <a:pt x="131206" y="278263"/>
                  <a:pt x="111759" y="269898"/>
                </a:cubicBezTo>
                <a:cubicBezTo>
                  <a:pt x="101758" y="265437"/>
                  <a:pt x="91756" y="264322"/>
                  <a:pt x="82311" y="264322"/>
                </a:cubicBezTo>
                <a:cubicBezTo>
                  <a:pt x="67864" y="264322"/>
                  <a:pt x="53973" y="267668"/>
                  <a:pt x="44528" y="270456"/>
                </a:cubicBezTo>
                <a:cubicBezTo>
                  <a:pt x="42861" y="270456"/>
                  <a:pt x="41749" y="271013"/>
                  <a:pt x="41749" y="271013"/>
                </a:cubicBezTo>
                <a:lnTo>
                  <a:pt x="38971" y="271013"/>
                </a:lnTo>
                <a:cubicBezTo>
                  <a:pt x="23969" y="276032"/>
                  <a:pt x="18968" y="276590"/>
                  <a:pt x="13412" y="277147"/>
                </a:cubicBezTo>
                <a:lnTo>
                  <a:pt x="12301" y="277147"/>
                </a:lnTo>
                <a:cubicBezTo>
                  <a:pt x="12301" y="277147"/>
                  <a:pt x="12301" y="277147"/>
                  <a:pt x="12301" y="277147"/>
                </a:cubicBezTo>
                <a:cubicBezTo>
                  <a:pt x="8411" y="277147"/>
                  <a:pt x="4522" y="280493"/>
                  <a:pt x="1744" y="284954"/>
                </a:cubicBezTo>
                <a:cubicBezTo>
                  <a:pt x="-479" y="288858"/>
                  <a:pt x="-479" y="293877"/>
                  <a:pt x="1188" y="297780"/>
                </a:cubicBezTo>
                <a:lnTo>
                  <a:pt x="1188" y="297780"/>
                </a:lnTo>
                <a:cubicBezTo>
                  <a:pt x="4522" y="307818"/>
                  <a:pt x="8967" y="318971"/>
                  <a:pt x="21191" y="332912"/>
                </a:cubicBezTo>
                <a:cubicBezTo>
                  <a:pt x="33415" y="346295"/>
                  <a:pt x="54529" y="363582"/>
                  <a:pt x="82311" y="369158"/>
                </a:cubicBezTo>
                <a:cubicBezTo>
                  <a:pt x="88978" y="370273"/>
                  <a:pt x="96201" y="370831"/>
                  <a:pt x="103425" y="370831"/>
                </a:cubicBezTo>
                <a:cubicBezTo>
                  <a:pt x="122316" y="370831"/>
                  <a:pt x="143430" y="366928"/>
                  <a:pt x="162322" y="363024"/>
                </a:cubicBezTo>
                <a:lnTo>
                  <a:pt x="162322" y="394810"/>
                </a:lnTo>
                <a:cubicBezTo>
                  <a:pt x="150098" y="398713"/>
                  <a:pt x="139541" y="405405"/>
                  <a:pt x="131206" y="414327"/>
                </a:cubicBezTo>
                <a:cubicBezTo>
                  <a:pt x="129539" y="414327"/>
                  <a:pt x="127872" y="414327"/>
                  <a:pt x="126206" y="414327"/>
                </a:cubicBezTo>
                <a:cubicBezTo>
                  <a:pt x="102313" y="414327"/>
                  <a:pt x="82866" y="431614"/>
                  <a:pt x="78421" y="453920"/>
                </a:cubicBezTo>
                <a:lnTo>
                  <a:pt x="46750" y="453920"/>
                </a:lnTo>
                <a:cubicBezTo>
                  <a:pt x="46750" y="453920"/>
                  <a:pt x="46750" y="453920"/>
                  <a:pt x="46750" y="453920"/>
                </a:cubicBezTo>
                <a:cubicBezTo>
                  <a:pt x="38416" y="453920"/>
                  <a:pt x="31748" y="460611"/>
                  <a:pt x="31748" y="468976"/>
                </a:cubicBezTo>
                <a:cubicBezTo>
                  <a:pt x="31748" y="477340"/>
                  <a:pt x="38416" y="484032"/>
                  <a:pt x="46750" y="484032"/>
                </a:cubicBezTo>
                <a:lnTo>
                  <a:pt x="308453" y="484032"/>
                </a:lnTo>
                <a:cubicBezTo>
                  <a:pt x="316788" y="484032"/>
                  <a:pt x="323455" y="477340"/>
                  <a:pt x="323455" y="468976"/>
                </a:cubicBezTo>
                <a:cubicBezTo>
                  <a:pt x="323455" y="460611"/>
                  <a:pt x="316788" y="453920"/>
                  <a:pt x="308453" y="453920"/>
                </a:cubicBezTo>
                <a:lnTo>
                  <a:pt x="276782" y="453920"/>
                </a:lnTo>
                <a:cubicBezTo>
                  <a:pt x="272893" y="433287"/>
                  <a:pt x="256224" y="417673"/>
                  <a:pt x="235665" y="414885"/>
                </a:cubicBezTo>
                <a:cubicBezTo>
                  <a:pt x="224553" y="403174"/>
                  <a:pt x="209550" y="394810"/>
                  <a:pt x="192881" y="392579"/>
                </a:cubicBezTo>
                <a:lnTo>
                  <a:pt x="192881" y="363024"/>
                </a:lnTo>
                <a:cubicBezTo>
                  <a:pt x="212329" y="366928"/>
                  <a:pt x="232887" y="370831"/>
                  <a:pt x="251779" y="370831"/>
                </a:cubicBezTo>
                <a:cubicBezTo>
                  <a:pt x="270670" y="370831"/>
                  <a:pt x="265669" y="370831"/>
                  <a:pt x="272893" y="369158"/>
                </a:cubicBezTo>
                <a:lnTo>
                  <a:pt x="272893" y="369158"/>
                </a:lnTo>
                <a:cubicBezTo>
                  <a:pt x="300674" y="363582"/>
                  <a:pt x="321788" y="346295"/>
                  <a:pt x="334012" y="332912"/>
                </a:cubicBezTo>
                <a:cubicBezTo>
                  <a:pt x="346792" y="318413"/>
                  <a:pt x="350681" y="307260"/>
                  <a:pt x="354015" y="297223"/>
                </a:cubicBezTo>
                <a:lnTo>
                  <a:pt x="354015" y="297223"/>
                </a:lnTo>
                <a:cubicBezTo>
                  <a:pt x="355682" y="293319"/>
                  <a:pt x="355126" y="288300"/>
                  <a:pt x="353459" y="284397"/>
                </a:cubicBezTo>
                <a:cubicBezTo>
                  <a:pt x="351237" y="279936"/>
                  <a:pt x="346792" y="277147"/>
                  <a:pt x="342902" y="276590"/>
                </a:cubicBezTo>
                <a:lnTo>
                  <a:pt x="341791" y="276590"/>
                </a:lnTo>
                <a:cubicBezTo>
                  <a:pt x="336235" y="276032"/>
                  <a:pt x="330678" y="274917"/>
                  <a:pt x="316232" y="271013"/>
                </a:cubicBezTo>
                <a:lnTo>
                  <a:pt x="313454" y="271013"/>
                </a:lnTo>
                <a:cubicBezTo>
                  <a:pt x="312343" y="269898"/>
                  <a:pt x="310676" y="269341"/>
                  <a:pt x="310676" y="269341"/>
                </a:cubicBezTo>
                <a:cubicBezTo>
                  <a:pt x="301230" y="266552"/>
                  <a:pt x="287339" y="263206"/>
                  <a:pt x="272893" y="263206"/>
                </a:cubicBezTo>
                <a:cubicBezTo>
                  <a:pt x="258446" y="263206"/>
                  <a:pt x="253445" y="264879"/>
                  <a:pt x="243444" y="268783"/>
                </a:cubicBezTo>
                <a:cubicBezTo>
                  <a:pt x="223997" y="277147"/>
                  <a:pt x="207328" y="296107"/>
                  <a:pt x="192881" y="315625"/>
                </a:cubicBezTo>
                <a:lnTo>
                  <a:pt x="192881" y="267668"/>
                </a:lnTo>
                <a:cubicBezTo>
                  <a:pt x="259557" y="260418"/>
                  <a:pt x="311231" y="203539"/>
                  <a:pt x="311231" y="134391"/>
                </a:cubicBezTo>
                <a:cubicBezTo>
                  <a:pt x="311231" y="65244"/>
                  <a:pt x="251223" y="0"/>
                  <a:pt x="177324" y="0"/>
                </a:cubicBezTo>
                <a:lnTo>
                  <a:pt x="177324" y="0"/>
                </a:lnTo>
                <a:close/>
              </a:path>
            </a:pathLst>
          </a:custGeom>
          <a:solidFill>
            <a:srgbClr val="293A42"/>
          </a:solidFill>
          <a:ln w="5542" cap="flat">
            <a:noFill/>
            <a:prstDash val="solid"/>
            <a:miter/>
          </a:ln>
        </p:spPr>
        <p:txBody>
          <a:bodyPr/>
          <a:lstStyle/>
          <a:p>
            <a:endParaRPr lang="pt-BR"/>
          </a:p>
        </p:txBody>
      </p:sp>
      <p:sp>
        <p:nvSpPr>
          <p:cNvPr id="2" name="Slide Number Placeholder 1">
            <a:extLst>
              <a:ext uri="{FF2B5EF4-FFF2-40B4-BE49-F238E27FC236}">
                <a16:creationId xmlns:a16="http://schemas.microsoft.com/office/drawing/2014/main" id="{9C1C00FC-B28E-5CB2-43BE-2B4E079927B1}"/>
              </a:ext>
            </a:extLst>
          </p:cNvPr>
          <p:cNvSpPr>
            <a:spLocks noGrp="1"/>
          </p:cNvSpPr>
          <p:nvPr>
            <p:ph type="sldNum" sz="quarter" idx="12"/>
          </p:nvPr>
        </p:nvSpPr>
        <p:spPr/>
        <p:txBody>
          <a:bodyPr/>
          <a:lstStyle/>
          <a:p>
            <a:pPr marL="0" marR="0" lvl="0" indent="0" algn="r" defTabSz="914358"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pt-BR" sz="1100" b="0" i="0" u="none" strike="noStrike" kern="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914358" rtl="0" eaLnBrk="1" fontAlgn="auto" latinLnBrk="0" hangingPunct="1">
                <a:lnSpc>
                  <a:spcPct val="100000"/>
                </a:lnSpc>
                <a:spcBef>
                  <a:spcPts val="0"/>
                </a:spcBef>
                <a:spcAft>
                  <a:spcPts val="0"/>
                </a:spcAft>
                <a:buClr>
                  <a:srgbClr val="000000"/>
                </a:buClr>
                <a:buSzTx/>
                <a:buFont typeface="Arial"/>
                <a:buNone/>
                <a:tabLst/>
                <a:defRPr/>
              </a:pPr>
              <a:t>10</a:t>
            </a:fld>
            <a:endParaRPr kumimoji="0" lang="pt-BR" sz="1100" b="0" i="0" u="none" strike="noStrike" kern="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4" name="object 19">
            <a:extLst>
              <a:ext uri="{FF2B5EF4-FFF2-40B4-BE49-F238E27FC236}">
                <a16:creationId xmlns:a16="http://schemas.microsoft.com/office/drawing/2014/main" id="{B9EE960C-9245-3663-AA2B-5718A263529F}"/>
              </a:ext>
            </a:extLst>
          </p:cNvPr>
          <p:cNvSpPr txBox="1"/>
          <p:nvPr/>
        </p:nvSpPr>
        <p:spPr>
          <a:xfrm>
            <a:off x="587376" y="4801179"/>
            <a:ext cx="2117970" cy="408136"/>
          </a:xfrm>
          <a:prstGeom prst="rect">
            <a:avLst/>
          </a:prstGeom>
          <a:noFill/>
          <a:ln>
            <a:solidFill>
              <a:schemeClr val="tx1">
                <a:lumMod val="75000"/>
                <a:lumOff val="25000"/>
              </a:schemeClr>
            </a:solidFill>
          </a:ln>
        </p:spPr>
        <p:txBody>
          <a:bodyPr vert="horz" wrap="square" lIns="36000" tIns="36000" rIns="36000" bIns="36000" rtlCol="0" anchor="ctr" anchorCtr="0">
            <a:noAutofit/>
          </a:bodyPr>
          <a:lstStyle/>
          <a:p>
            <a:pPr marL="7620" marR="2540" algn="ctr" defTabSz="554466">
              <a:spcBef>
                <a:spcPts val="346"/>
              </a:spcBef>
              <a:defRPr/>
            </a:pPr>
            <a:r>
              <a:rPr lang="pt-BR" sz="1100">
                <a:solidFill>
                  <a:schemeClr val="bg1"/>
                </a:solidFill>
                <a:latin typeface="Versos"/>
              </a:rPr>
              <a:t>CNPJ: 62.791.756/0001-53</a:t>
            </a:r>
            <a:endParaRPr lang="pt-BR">
              <a:solidFill>
                <a:schemeClr val="bg1"/>
              </a:solidFill>
            </a:endParaRPr>
          </a:p>
        </p:txBody>
      </p:sp>
      <p:grpSp>
        <p:nvGrpSpPr>
          <p:cNvPr id="5" name="Group 4">
            <a:extLst>
              <a:ext uri="{FF2B5EF4-FFF2-40B4-BE49-F238E27FC236}">
                <a16:creationId xmlns:a16="http://schemas.microsoft.com/office/drawing/2014/main" id="{8BB24E2F-8732-1CBA-6ED5-803C6C9E0FC0}"/>
              </a:ext>
            </a:extLst>
          </p:cNvPr>
          <p:cNvGrpSpPr/>
          <p:nvPr/>
        </p:nvGrpSpPr>
        <p:grpSpPr>
          <a:xfrm>
            <a:off x="531771" y="2559462"/>
            <a:ext cx="3089502" cy="2128237"/>
            <a:chOff x="656823" y="2247323"/>
            <a:chExt cx="3089502" cy="2128237"/>
          </a:xfrm>
        </p:grpSpPr>
        <p:sp>
          <p:nvSpPr>
            <p:cNvPr id="6" name="object 19">
              <a:extLst>
                <a:ext uri="{FF2B5EF4-FFF2-40B4-BE49-F238E27FC236}">
                  <a16:creationId xmlns:a16="http://schemas.microsoft.com/office/drawing/2014/main" id="{A7A720E2-53A4-B153-347E-E6ECB9430613}"/>
                </a:ext>
              </a:extLst>
            </p:cNvPr>
            <p:cNvSpPr txBox="1"/>
            <p:nvPr/>
          </p:nvSpPr>
          <p:spPr>
            <a:xfrm>
              <a:off x="656823" y="2247323"/>
              <a:ext cx="3089502" cy="352099"/>
            </a:xfrm>
            <a:prstGeom prst="rect">
              <a:avLst/>
            </a:prstGeom>
          </p:spPr>
          <p:txBody>
            <a:bodyPr vert="horz" wrap="square" lIns="0" tIns="43894" rIns="0" bIns="0" rtlCol="0">
              <a:spAutoFit/>
            </a:bodyPr>
            <a:lstStyle/>
            <a:p>
              <a:pPr marL="7701" marR="3081" lvl="0" indent="0" algn="l" defTabSz="554466" rtl="0" eaLnBrk="1" fontAlgn="auto" latinLnBrk="0" hangingPunct="1">
                <a:lnSpc>
                  <a:spcPct val="100000"/>
                </a:lnSpc>
                <a:spcBef>
                  <a:spcPts val="346"/>
                </a:spcBef>
                <a:spcAft>
                  <a:spcPts val="0"/>
                </a:spcAft>
                <a:buClrTx/>
                <a:buSzTx/>
                <a:buFont typeface="Arial"/>
                <a:buNone/>
                <a:tabLst/>
                <a:defRPr/>
              </a:pPr>
              <a:r>
                <a:rPr kumimoji="0" lang="pt-BR" sz="2000" b="0" i="0" u="none" strike="noStrike" kern="0" cap="none" spc="0" normalizeH="0" baseline="0" noProof="0">
                  <a:ln>
                    <a:noFill/>
                  </a:ln>
                  <a:solidFill>
                    <a:srgbClr val="FFFFFF"/>
                  </a:solidFill>
                  <a:effectLst/>
                  <a:uLnTx/>
                  <a:uFillTx/>
                  <a:latin typeface="Versos"/>
                  <a:cs typeface="Versos"/>
                  <a:sym typeface="Arial"/>
                </a:rPr>
                <a:t>Por que</a:t>
              </a:r>
            </a:p>
          </p:txBody>
        </p:sp>
        <p:sp>
          <p:nvSpPr>
            <p:cNvPr id="7" name="object 19">
              <a:extLst>
                <a:ext uri="{FF2B5EF4-FFF2-40B4-BE49-F238E27FC236}">
                  <a16:creationId xmlns:a16="http://schemas.microsoft.com/office/drawing/2014/main" id="{4245AA28-AE44-CB6B-8BA9-AB0C3791438B}"/>
                </a:ext>
              </a:extLst>
            </p:cNvPr>
            <p:cNvSpPr txBox="1"/>
            <p:nvPr/>
          </p:nvSpPr>
          <p:spPr>
            <a:xfrm>
              <a:off x="3266586" y="3654129"/>
              <a:ext cx="479739" cy="721431"/>
            </a:xfrm>
            <a:prstGeom prst="rect">
              <a:avLst/>
            </a:prstGeom>
          </p:spPr>
          <p:txBody>
            <a:bodyPr vert="horz" wrap="square" lIns="0" tIns="43894" rIns="0" bIns="0" rtlCol="0">
              <a:spAutoFit/>
            </a:bodyPr>
            <a:lstStyle/>
            <a:p>
              <a:pPr marL="7701" marR="3081" lvl="0" indent="0" algn="ctr" defTabSz="554466" rtl="0" eaLnBrk="1" fontAlgn="auto" latinLnBrk="0" hangingPunct="1">
                <a:lnSpc>
                  <a:spcPct val="100000"/>
                </a:lnSpc>
                <a:spcBef>
                  <a:spcPts val="346"/>
                </a:spcBef>
                <a:spcAft>
                  <a:spcPts val="0"/>
                </a:spcAft>
                <a:buClrTx/>
                <a:buSzTx/>
                <a:buFont typeface="Arial"/>
                <a:buNone/>
                <a:tabLst/>
                <a:defRPr/>
              </a:pPr>
              <a:r>
                <a:rPr kumimoji="0" lang="pt-BR" sz="4400" b="1" i="0" u="none" strike="noStrike" kern="0" cap="none" spc="0" normalizeH="0" baseline="0" noProof="0" dirty="0">
                  <a:ln>
                    <a:noFill/>
                  </a:ln>
                  <a:solidFill>
                    <a:srgbClr val="FFFFFF"/>
                  </a:solidFill>
                  <a:effectLst/>
                  <a:uLnTx/>
                  <a:uFillTx/>
                  <a:latin typeface="Versos"/>
                  <a:cs typeface="Versos"/>
                  <a:sym typeface="Arial"/>
                </a:rPr>
                <a:t>?</a:t>
              </a:r>
            </a:p>
          </p:txBody>
        </p:sp>
      </p:grpSp>
      <p:sp>
        <p:nvSpPr>
          <p:cNvPr id="115" name="Gráfico 27">
            <a:extLst>
              <a:ext uri="{FF2B5EF4-FFF2-40B4-BE49-F238E27FC236}">
                <a16:creationId xmlns:a16="http://schemas.microsoft.com/office/drawing/2014/main" id="{CF401765-C5CB-7F76-B520-9D78F881C606}"/>
              </a:ext>
            </a:extLst>
          </p:cNvPr>
          <p:cNvSpPr/>
          <p:nvPr/>
        </p:nvSpPr>
        <p:spPr>
          <a:xfrm>
            <a:off x="8395459" y="4042320"/>
            <a:ext cx="350683" cy="388335"/>
          </a:xfrm>
          <a:custGeom>
            <a:avLst/>
            <a:gdLst>
              <a:gd name="csX0" fmla="*/ 170366 w 350683"/>
              <a:gd name="csY0" fmla="*/ 199518 h 388335"/>
              <a:gd name="csX1" fmla="*/ 170366 w 350683"/>
              <a:gd name="csY1" fmla="*/ 224250 h 388335"/>
              <a:gd name="csX2" fmla="*/ 145723 w 350683"/>
              <a:gd name="csY2" fmla="*/ 224250 h 388335"/>
              <a:gd name="csX3" fmla="*/ 140511 w 350683"/>
              <a:gd name="csY3" fmla="*/ 219018 h 388335"/>
              <a:gd name="csX4" fmla="*/ 140511 w 350683"/>
              <a:gd name="csY4" fmla="*/ 370738 h 388335"/>
              <a:gd name="csX5" fmla="*/ 122976 w 350683"/>
              <a:gd name="csY5" fmla="*/ 388335 h 388335"/>
              <a:gd name="csX6" fmla="*/ 52366 w 350683"/>
              <a:gd name="csY6" fmla="*/ 388335 h 388335"/>
              <a:gd name="csX7" fmla="*/ 34831 w 350683"/>
              <a:gd name="csY7" fmla="*/ 370738 h 388335"/>
              <a:gd name="csX8" fmla="*/ 34831 w 350683"/>
              <a:gd name="csY8" fmla="*/ 219018 h 388335"/>
              <a:gd name="csX9" fmla="*/ 29619 w 350683"/>
              <a:gd name="csY9" fmla="*/ 224250 h 388335"/>
              <a:gd name="csX10" fmla="*/ 4976 w 350683"/>
              <a:gd name="csY10" fmla="*/ 224250 h 388335"/>
              <a:gd name="csX11" fmla="*/ 4976 w 350683"/>
              <a:gd name="csY11" fmla="*/ 199518 h 388335"/>
              <a:gd name="csX12" fmla="*/ 75587 w 350683"/>
              <a:gd name="csY12" fmla="*/ 128652 h 388335"/>
              <a:gd name="csX13" fmla="*/ 100229 w 350683"/>
              <a:gd name="csY13" fmla="*/ 128652 h 388335"/>
              <a:gd name="csX14" fmla="*/ 170840 w 350683"/>
              <a:gd name="csY14" fmla="*/ 199518 h 388335"/>
              <a:gd name="csX15" fmla="*/ 170840 w 350683"/>
              <a:gd name="csY15" fmla="*/ 199518 h 388335"/>
              <a:gd name="csX16" fmla="*/ 346182 w 350683"/>
              <a:gd name="csY16" fmla="*/ 75860 h 388335"/>
              <a:gd name="csX17" fmla="*/ 275571 w 350683"/>
              <a:gd name="csY17" fmla="*/ 4994 h 388335"/>
              <a:gd name="csX18" fmla="*/ 250929 w 350683"/>
              <a:gd name="csY18" fmla="*/ 4994 h 388335"/>
              <a:gd name="csX19" fmla="*/ 180318 w 350683"/>
              <a:gd name="csY19" fmla="*/ 75860 h 388335"/>
              <a:gd name="csX20" fmla="*/ 180318 w 350683"/>
              <a:gd name="csY20" fmla="*/ 100591 h 388335"/>
              <a:gd name="csX21" fmla="*/ 204961 w 350683"/>
              <a:gd name="csY21" fmla="*/ 100591 h 388335"/>
              <a:gd name="csX22" fmla="*/ 210173 w 350683"/>
              <a:gd name="csY22" fmla="*/ 95360 h 388335"/>
              <a:gd name="csX23" fmla="*/ 210173 w 350683"/>
              <a:gd name="csY23" fmla="*/ 370738 h 388335"/>
              <a:gd name="csX24" fmla="*/ 227708 w 350683"/>
              <a:gd name="csY24" fmla="*/ 388335 h 388335"/>
              <a:gd name="csX25" fmla="*/ 298318 w 350683"/>
              <a:gd name="csY25" fmla="*/ 388335 h 388335"/>
              <a:gd name="csX26" fmla="*/ 315853 w 350683"/>
              <a:gd name="csY26" fmla="*/ 370738 h 388335"/>
              <a:gd name="csX27" fmla="*/ 315853 w 350683"/>
              <a:gd name="csY27" fmla="*/ 95360 h 388335"/>
              <a:gd name="csX28" fmla="*/ 321065 w 350683"/>
              <a:gd name="csY28" fmla="*/ 100591 h 388335"/>
              <a:gd name="csX29" fmla="*/ 345708 w 350683"/>
              <a:gd name="csY29" fmla="*/ 100591 h 388335"/>
              <a:gd name="csX30" fmla="*/ 345708 w 350683"/>
              <a:gd name="csY30" fmla="*/ 75860 h 388335"/>
              <a:gd name="csX31" fmla="*/ 345708 w 350683"/>
              <a:gd name="csY31" fmla="*/ 75860 h 3883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350683" h="388335">
                <a:moveTo>
                  <a:pt x="170366" y="199518"/>
                </a:moveTo>
                <a:cubicBezTo>
                  <a:pt x="177001" y="206177"/>
                  <a:pt x="177001" y="217591"/>
                  <a:pt x="170366" y="224250"/>
                </a:cubicBezTo>
                <a:cubicBezTo>
                  <a:pt x="163732" y="230908"/>
                  <a:pt x="152358" y="230908"/>
                  <a:pt x="145723" y="224250"/>
                </a:cubicBezTo>
                <a:lnTo>
                  <a:pt x="140511" y="219018"/>
                </a:lnTo>
                <a:lnTo>
                  <a:pt x="140511" y="370738"/>
                </a:lnTo>
                <a:cubicBezTo>
                  <a:pt x="140511" y="380726"/>
                  <a:pt x="132454" y="388335"/>
                  <a:pt x="122976" y="388335"/>
                </a:cubicBezTo>
                <a:lnTo>
                  <a:pt x="52366" y="388335"/>
                </a:lnTo>
                <a:cubicBezTo>
                  <a:pt x="42414" y="388335"/>
                  <a:pt x="34831" y="380250"/>
                  <a:pt x="34831" y="370738"/>
                </a:cubicBezTo>
                <a:lnTo>
                  <a:pt x="34831" y="219018"/>
                </a:lnTo>
                <a:lnTo>
                  <a:pt x="29619" y="224250"/>
                </a:lnTo>
                <a:cubicBezTo>
                  <a:pt x="22984" y="230908"/>
                  <a:pt x="11610" y="230908"/>
                  <a:pt x="4976" y="224250"/>
                </a:cubicBezTo>
                <a:cubicBezTo>
                  <a:pt x="-1659" y="217591"/>
                  <a:pt x="-1659" y="206177"/>
                  <a:pt x="4976" y="199518"/>
                </a:cubicBezTo>
                <a:cubicBezTo>
                  <a:pt x="2606" y="201896"/>
                  <a:pt x="73217" y="131030"/>
                  <a:pt x="75587" y="128652"/>
                </a:cubicBezTo>
                <a:cubicBezTo>
                  <a:pt x="82221" y="121994"/>
                  <a:pt x="93595" y="121994"/>
                  <a:pt x="100229" y="128652"/>
                </a:cubicBezTo>
                <a:cubicBezTo>
                  <a:pt x="97860" y="126274"/>
                  <a:pt x="168470" y="197140"/>
                  <a:pt x="170840" y="199518"/>
                </a:cubicBezTo>
                <a:lnTo>
                  <a:pt x="170840" y="199518"/>
                </a:lnTo>
                <a:close/>
                <a:moveTo>
                  <a:pt x="346182" y="75860"/>
                </a:moveTo>
                <a:cubicBezTo>
                  <a:pt x="343812" y="73482"/>
                  <a:pt x="273676" y="3091"/>
                  <a:pt x="275571" y="4994"/>
                </a:cubicBezTo>
                <a:cubicBezTo>
                  <a:pt x="268937" y="-1665"/>
                  <a:pt x="257563" y="-1665"/>
                  <a:pt x="250929" y="4994"/>
                </a:cubicBezTo>
                <a:cubicBezTo>
                  <a:pt x="248559" y="7372"/>
                  <a:pt x="178422" y="77762"/>
                  <a:pt x="180318" y="75860"/>
                </a:cubicBezTo>
                <a:cubicBezTo>
                  <a:pt x="173683" y="82518"/>
                  <a:pt x="173683" y="93933"/>
                  <a:pt x="180318" y="100591"/>
                </a:cubicBezTo>
                <a:cubicBezTo>
                  <a:pt x="186952" y="107250"/>
                  <a:pt x="198326" y="107250"/>
                  <a:pt x="204961" y="100591"/>
                </a:cubicBezTo>
                <a:lnTo>
                  <a:pt x="210173" y="95360"/>
                </a:lnTo>
                <a:lnTo>
                  <a:pt x="210173" y="370738"/>
                </a:lnTo>
                <a:cubicBezTo>
                  <a:pt x="210173" y="380726"/>
                  <a:pt x="218230" y="388335"/>
                  <a:pt x="227708" y="388335"/>
                </a:cubicBezTo>
                <a:lnTo>
                  <a:pt x="298318" y="388335"/>
                </a:lnTo>
                <a:cubicBezTo>
                  <a:pt x="308270" y="388335"/>
                  <a:pt x="315853" y="380250"/>
                  <a:pt x="315853" y="370738"/>
                </a:cubicBezTo>
                <a:lnTo>
                  <a:pt x="315853" y="95360"/>
                </a:lnTo>
                <a:cubicBezTo>
                  <a:pt x="315853" y="95360"/>
                  <a:pt x="321065" y="100591"/>
                  <a:pt x="321065" y="100591"/>
                </a:cubicBezTo>
                <a:cubicBezTo>
                  <a:pt x="327700" y="107250"/>
                  <a:pt x="339074" y="107250"/>
                  <a:pt x="345708" y="100591"/>
                </a:cubicBezTo>
                <a:cubicBezTo>
                  <a:pt x="352343" y="93933"/>
                  <a:pt x="352343" y="82518"/>
                  <a:pt x="345708" y="75860"/>
                </a:cubicBezTo>
                <a:lnTo>
                  <a:pt x="345708" y="75860"/>
                </a:lnTo>
                <a:close/>
              </a:path>
            </a:pathLst>
          </a:custGeom>
          <a:solidFill>
            <a:schemeClr val="bg1"/>
          </a:solidFill>
          <a:ln w="4676" cap="flat">
            <a:noFill/>
            <a:prstDash val="solid"/>
            <a:miter/>
          </a:ln>
        </p:spPr>
        <p:txBody>
          <a:bodyPr/>
          <a:lstStyle/>
          <a:p>
            <a:endParaRPr lang="pt-BR"/>
          </a:p>
        </p:txBody>
      </p:sp>
      <p:pic>
        <p:nvPicPr>
          <p:cNvPr id="113" name="Gráfico 44">
            <a:extLst>
              <a:ext uri="{FF2B5EF4-FFF2-40B4-BE49-F238E27FC236}">
                <a16:creationId xmlns:a16="http://schemas.microsoft.com/office/drawing/2014/main" id="{8962635A-15B9-A2DA-463A-F46EDAE757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83066" y="3864496"/>
            <a:ext cx="603816" cy="743723"/>
          </a:xfrm>
          <a:prstGeom prst="rect">
            <a:avLst/>
          </a:prstGeom>
        </p:spPr>
      </p:pic>
      <p:pic>
        <p:nvPicPr>
          <p:cNvPr id="13" name="Graphic 12">
            <a:extLst>
              <a:ext uri="{FF2B5EF4-FFF2-40B4-BE49-F238E27FC236}">
                <a16:creationId xmlns:a16="http://schemas.microsoft.com/office/drawing/2014/main" id="{CB7C5B13-6085-05F3-FF98-1FB9B22949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8383" y="3191705"/>
            <a:ext cx="2539828" cy="1400046"/>
          </a:xfrm>
          <a:prstGeom prst="rect">
            <a:avLst/>
          </a:prstGeom>
        </p:spPr>
      </p:pic>
    </p:spTree>
    <p:extLst>
      <p:ext uri="{BB962C8B-B14F-4D97-AF65-F5344CB8AC3E}">
        <p14:creationId xmlns:p14="http://schemas.microsoft.com/office/powerpoint/2010/main" val="115377343"/>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16C4D5D7-527C-144F-DEC6-3879E73E32A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414E4B-CB26-29DC-E014-683275A4E922}"/>
              </a:ext>
            </a:extLst>
          </p:cNvPr>
          <p:cNvSpPr>
            <a:spLocks noGrp="1"/>
          </p:cNvSpPr>
          <p:nvPr>
            <p:ph type="sldNum" sz="quarter" idx="12"/>
          </p:nvPr>
        </p:nvSpPr>
        <p:spPr>
          <a:xfrm>
            <a:off x="11561763" y="6482556"/>
            <a:ext cx="295275" cy="169277"/>
          </a:xfrm>
        </p:spPr>
        <p:txBody>
          <a:bodyPr/>
          <a:lstStyle/>
          <a:p>
            <a:pPr lvl="0"/>
            <a:fld id="{77667D73-C69A-4DAA-9003-24A825D36FE9}" type="slidenum">
              <a:rPr lang="pt-BR" noProof="0" smtClean="0">
                <a:sym typeface="Arial"/>
              </a:rPr>
              <a:pPr lvl="0"/>
              <a:t>11</a:t>
            </a:fld>
            <a:endParaRPr lang="pt-BR" noProof="0">
              <a:sym typeface="Arial"/>
            </a:endParaRPr>
          </a:p>
        </p:txBody>
      </p:sp>
      <p:sp>
        <p:nvSpPr>
          <p:cNvPr id="35" name="Text Placeholder 34">
            <a:extLst>
              <a:ext uri="{FF2B5EF4-FFF2-40B4-BE49-F238E27FC236}">
                <a16:creationId xmlns:a16="http://schemas.microsoft.com/office/drawing/2014/main" id="{567904F5-3918-7E36-758A-F7DE6F076D73}"/>
              </a:ext>
            </a:extLst>
          </p:cNvPr>
          <p:cNvSpPr>
            <a:spLocks noGrp="1"/>
          </p:cNvSpPr>
          <p:nvPr>
            <p:ph type="body" sz="quarter" idx="13"/>
          </p:nvPr>
        </p:nvSpPr>
        <p:spPr/>
        <p:txBody>
          <a:bodyPr/>
          <a:lstStyle/>
          <a:p>
            <a:r>
              <a:rPr lang="pt-BR"/>
              <a:t>Processo de</a:t>
            </a:r>
          </a:p>
          <a:p>
            <a:r>
              <a:rPr lang="pt-BR"/>
              <a:t>Investimento</a:t>
            </a:r>
          </a:p>
        </p:txBody>
      </p:sp>
      <p:cxnSp>
        <p:nvCxnSpPr>
          <p:cNvPr id="37" name="Straight Connector 36">
            <a:extLst>
              <a:ext uri="{FF2B5EF4-FFF2-40B4-BE49-F238E27FC236}">
                <a16:creationId xmlns:a16="http://schemas.microsoft.com/office/drawing/2014/main" id="{1F5F4EDE-B941-A3A3-4DE8-7EC21EA4C3F6}"/>
              </a:ext>
            </a:extLst>
          </p:cNvPr>
          <p:cNvCxnSpPr>
            <a:cxnSpLocks/>
          </p:cNvCxnSpPr>
          <p:nvPr/>
        </p:nvCxnSpPr>
        <p:spPr>
          <a:xfrm>
            <a:off x="2547963" y="348155"/>
            <a:ext cx="0" cy="820769"/>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0" name="Text Placeholder 34">
            <a:extLst>
              <a:ext uri="{FF2B5EF4-FFF2-40B4-BE49-F238E27FC236}">
                <a16:creationId xmlns:a16="http://schemas.microsoft.com/office/drawing/2014/main" id="{0155B0EA-94EC-B07C-CAF0-93FD4358C8E5}"/>
              </a:ext>
            </a:extLst>
          </p:cNvPr>
          <p:cNvSpPr txBox="1">
            <a:spLocks/>
          </p:cNvSpPr>
          <p:nvPr/>
        </p:nvSpPr>
        <p:spPr>
          <a:xfrm>
            <a:off x="2727182" y="424616"/>
            <a:ext cx="10183813" cy="667845"/>
          </a:xfrm>
          <a:prstGeom prst="rect">
            <a:avLst/>
          </a:prstGeom>
        </p:spPr>
        <p:txBody>
          <a:bodyPr lIns="0" tIns="0" rIns="0" bIns="0" anchor="ctr" anchorCtr="0"/>
          <a:lstStyle>
            <a:lvl1pPr marL="0" indent="0" eaLnBrk="1" hangingPunct="1">
              <a:buNone/>
              <a:defRPr sz="2400" b="0" i="0">
                <a:solidFill>
                  <a:schemeClr val="bg1"/>
                </a:solidFill>
                <a:latin typeface="Versos" panose="020B0503020204030204" pitchFamily="34" charset="77"/>
                <a:ea typeface="+mn-ea"/>
                <a:cs typeface="+mn-cs"/>
              </a:defRPr>
            </a:lvl1pPr>
            <a:lvl2pPr marL="265301" eaLnBrk="1" hangingPunct="1">
              <a:defRPr>
                <a:latin typeface="+mn-lt"/>
                <a:ea typeface="+mn-ea"/>
                <a:cs typeface="+mn-cs"/>
              </a:defRPr>
            </a:lvl2pPr>
            <a:lvl3pPr marL="530601" eaLnBrk="1" hangingPunct="1">
              <a:defRPr>
                <a:latin typeface="+mn-lt"/>
                <a:ea typeface="+mn-ea"/>
                <a:cs typeface="+mn-cs"/>
              </a:defRPr>
            </a:lvl3pPr>
            <a:lvl4pPr marL="795902" eaLnBrk="1" hangingPunct="1">
              <a:defRPr>
                <a:latin typeface="+mn-lt"/>
                <a:ea typeface="+mn-ea"/>
                <a:cs typeface="+mn-cs"/>
              </a:defRPr>
            </a:lvl4pPr>
            <a:lvl5pPr marL="1061204" eaLnBrk="1" hangingPunct="1">
              <a:defRPr>
                <a:latin typeface="+mn-lt"/>
                <a:ea typeface="+mn-ea"/>
                <a:cs typeface="+mn-cs"/>
              </a:defRPr>
            </a:lvl5pPr>
            <a:lvl6pPr marL="1326504" eaLnBrk="1" hangingPunct="1">
              <a:defRPr>
                <a:latin typeface="+mn-lt"/>
                <a:ea typeface="+mn-ea"/>
                <a:cs typeface="+mn-cs"/>
              </a:defRPr>
            </a:lvl6pPr>
            <a:lvl7pPr marL="1591805" eaLnBrk="1" hangingPunct="1">
              <a:defRPr>
                <a:latin typeface="+mn-lt"/>
                <a:ea typeface="+mn-ea"/>
                <a:cs typeface="+mn-cs"/>
              </a:defRPr>
            </a:lvl7pPr>
            <a:lvl8pPr marL="1857106" eaLnBrk="1" hangingPunct="1">
              <a:defRPr>
                <a:latin typeface="+mn-lt"/>
                <a:ea typeface="+mn-ea"/>
                <a:cs typeface="+mn-cs"/>
              </a:defRPr>
            </a:lvl8pPr>
            <a:lvl9pPr marL="2122407" eaLnBrk="1" hangingPunct="1">
              <a:defRPr>
                <a:latin typeface="+mn-lt"/>
                <a:ea typeface="+mn-ea"/>
                <a:cs typeface="+mn-cs"/>
              </a:defRPr>
            </a:lvl9pPr>
          </a:lstStyle>
          <a:p>
            <a:pPr>
              <a:buClrTx/>
              <a:buFontTx/>
            </a:pPr>
            <a:r>
              <a:rPr lang="pt-BR" sz="1800">
                <a:latin typeface="Versos Light" panose="020B0403020204030204" pitchFamily="34" charset="0"/>
              </a:rPr>
              <a:t>Prezamos pela análise diligente e </a:t>
            </a:r>
            <a:br>
              <a:rPr lang="pt-BR" sz="1800">
                <a:latin typeface="Versos Light" panose="020B0403020204030204" pitchFamily="34" charset="0"/>
              </a:rPr>
            </a:br>
            <a:r>
              <a:rPr lang="pt-BR" sz="1800">
                <a:latin typeface="Versos Light" panose="020B0403020204030204" pitchFamily="34" charset="0"/>
              </a:rPr>
              <a:t>criteriosa de todas operações e contrapartes.</a:t>
            </a:r>
          </a:p>
        </p:txBody>
      </p:sp>
      <p:pic>
        <p:nvPicPr>
          <p:cNvPr id="42" name="Graphic 41">
            <a:extLst>
              <a:ext uri="{FF2B5EF4-FFF2-40B4-BE49-F238E27FC236}">
                <a16:creationId xmlns:a16="http://schemas.microsoft.com/office/drawing/2014/main" id="{328AD18B-EAC8-730F-D649-44832049B0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61416"/>
            <a:ext cx="12192000" cy="5535168"/>
          </a:xfrm>
          <a:prstGeom prst="rect">
            <a:avLst/>
          </a:prstGeom>
        </p:spPr>
      </p:pic>
      <p:grpSp>
        <p:nvGrpSpPr>
          <p:cNvPr id="43" name="Group 42">
            <a:extLst>
              <a:ext uri="{FF2B5EF4-FFF2-40B4-BE49-F238E27FC236}">
                <a16:creationId xmlns:a16="http://schemas.microsoft.com/office/drawing/2014/main" id="{CAD22464-13D4-977A-14C7-9C471203C80F}"/>
              </a:ext>
            </a:extLst>
          </p:cNvPr>
          <p:cNvGrpSpPr/>
          <p:nvPr/>
        </p:nvGrpSpPr>
        <p:grpSpPr>
          <a:xfrm>
            <a:off x="2432143" y="2838486"/>
            <a:ext cx="2221987" cy="1425248"/>
            <a:chOff x="2397639" y="2605516"/>
            <a:chExt cx="2221987" cy="1425248"/>
          </a:xfrm>
        </p:grpSpPr>
        <p:sp>
          <p:nvSpPr>
            <p:cNvPr id="44" name="CaixaDeTexto 24">
              <a:extLst>
                <a:ext uri="{FF2B5EF4-FFF2-40B4-BE49-F238E27FC236}">
                  <a16:creationId xmlns:a16="http://schemas.microsoft.com/office/drawing/2014/main" id="{F6F1209F-A15D-3160-89B8-4FD8D4D05720}"/>
                </a:ext>
              </a:extLst>
            </p:cNvPr>
            <p:cNvSpPr txBox="1"/>
            <p:nvPr/>
          </p:nvSpPr>
          <p:spPr>
            <a:xfrm>
              <a:off x="2397640" y="3661432"/>
              <a:ext cx="2221986" cy="369332"/>
            </a:xfrm>
            <a:prstGeom prst="rect">
              <a:avLst/>
            </a:prstGeom>
            <a:noFill/>
          </p:spPr>
          <p:txBody>
            <a:bodyPr wrap="square" lIns="0" tIns="0" rIns="0" bIns="0" rtlCol="0" anchor="ctr">
              <a:spAutoFit/>
            </a:bodyPr>
            <a:lstStyle/>
            <a:p>
              <a:pPr>
                <a:defRPr/>
              </a:pPr>
              <a:r>
                <a:rPr kumimoji="0" lang="pt-BR" sz="1200" b="1" i="0" u="none" strike="noStrike" kern="0" cap="none" spc="0" normalizeH="0" baseline="0" noProof="0">
                  <a:ln>
                    <a:noFill/>
                  </a:ln>
                  <a:solidFill>
                    <a:schemeClr val="bg1"/>
                  </a:solidFill>
                  <a:effectLst/>
                  <a:uLnTx/>
                  <a:uFillTx/>
                  <a:latin typeface="Versos"/>
                </a:rPr>
                <a:t>Avaliação da Oportunidade</a:t>
              </a:r>
            </a:p>
            <a:p>
              <a:pPr>
                <a:defRPr/>
              </a:pPr>
              <a:r>
                <a:rPr lang="pt-BR" sz="1200" b="1">
                  <a:solidFill>
                    <a:schemeClr val="bg1"/>
                  </a:solidFill>
                  <a:latin typeface="Versos"/>
                </a:rPr>
                <a:t> (Primário e Secundário)</a:t>
              </a:r>
              <a:endParaRPr kumimoji="0" lang="pt-BR" sz="1200" b="1" i="0" u="none" strike="noStrike" kern="0" cap="none" spc="0" normalizeH="0" baseline="0" noProof="0">
                <a:ln>
                  <a:noFill/>
                </a:ln>
                <a:solidFill>
                  <a:schemeClr val="bg1"/>
                </a:solidFill>
                <a:effectLst/>
                <a:uLnTx/>
                <a:uFillTx/>
                <a:latin typeface="Versos" panose="020B0503020204030204" pitchFamily="34" charset="77"/>
              </a:endParaRPr>
            </a:p>
          </p:txBody>
        </p:sp>
        <p:sp>
          <p:nvSpPr>
            <p:cNvPr id="45" name="object 133">
              <a:extLst>
                <a:ext uri="{FF2B5EF4-FFF2-40B4-BE49-F238E27FC236}">
                  <a16:creationId xmlns:a16="http://schemas.microsoft.com/office/drawing/2014/main" id="{CCF7121B-D823-3EB7-DE1B-03E48A0EFE10}"/>
                </a:ext>
              </a:extLst>
            </p:cNvPr>
            <p:cNvSpPr txBox="1"/>
            <p:nvPr/>
          </p:nvSpPr>
          <p:spPr>
            <a:xfrm>
              <a:off x="2397639" y="3062231"/>
              <a:ext cx="644898" cy="476411"/>
            </a:xfrm>
            <a:prstGeom prst="rect">
              <a:avLst/>
            </a:prstGeom>
          </p:spPr>
          <p:txBody>
            <a:bodyPr vert="horz" wrap="square" lIns="0" tIns="14604" rIns="0" bIns="0" rtlCol="0">
              <a:spAutoFit/>
            </a:bodyPr>
            <a:lstStyle/>
            <a:p>
              <a:pPr marL="12700">
                <a:lnSpc>
                  <a:spcPct val="100000"/>
                </a:lnSpc>
                <a:spcBef>
                  <a:spcPts val="114"/>
                </a:spcBef>
              </a:pPr>
              <a:r>
                <a:rPr lang="pt-BR" sz="3000" b="1" spc="45">
                  <a:solidFill>
                    <a:schemeClr val="bg2">
                      <a:lumMod val="90000"/>
                    </a:schemeClr>
                  </a:solidFill>
                  <a:latin typeface="Versos" panose="020B0503020204030204" pitchFamily="34" charset="0"/>
                  <a:cs typeface="Arial"/>
                </a:rPr>
                <a:t>02</a:t>
              </a:r>
              <a:endParaRPr sz="3000">
                <a:solidFill>
                  <a:schemeClr val="bg2">
                    <a:lumMod val="90000"/>
                  </a:schemeClr>
                </a:solidFill>
                <a:latin typeface="Versos" panose="020B0503020204030204" pitchFamily="34" charset="0"/>
                <a:cs typeface="Arial"/>
              </a:endParaRPr>
            </a:p>
          </p:txBody>
        </p:sp>
        <p:grpSp>
          <p:nvGrpSpPr>
            <p:cNvPr id="46" name="Group 45">
              <a:extLst>
                <a:ext uri="{FF2B5EF4-FFF2-40B4-BE49-F238E27FC236}">
                  <a16:creationId xmlns:a16="http://schemas.microsoft.com/office/drawing/2014/main" id="{32A89069-4D53-C872-2E82-E786CFC9FF61}"/>
                </a:ext>
              </a:extLst>
            </p:cNvPr>
            <p:cNvGrpSpPr/>
            <p:nvPr/>
          </p:nvGrpSpPr>
          <p:grpSpPr>
            <a:xfrm>
              <a:off x="2436651" y="2605516"/>
              <a:ext cx="1560724" cy="564675"/>
              <a:chOff x="413766" y="2180228"/>
              <a:chExt cx="1560724" cy="564675"/>
            </a:xfrm>
          </p:grpSpPr>
          <p:sp>
            <p:nvSpPr>
              <p:cNvPr id="75" name="Freeform: Shape 74">
                <a:extLst>
                  <a:ext uri="{FF2B5EF4-FFF2-40B4-BE49-F238E27FC236}">
                    <a16:creationId xmlns:a16="http://schemas.microsoft.com/office/drawing/2014/main" id="{077410EA-3FB2-B0FD-FD3C-0332874FB90A}"/>
                  </a:ext>
                </a:extLst>
              </p:cNvPr>
              <p:cNvSpPr/>
              <p:nvPr/>
            </p:nvSpPr>
            <p:spPr>
              <a:xfrm rot="5400000">
                <a:off x="994171" y="1660433"/>
                <a:ext cx="399914" cy="1560724"/>
              </a:xfrm>
              <a:custGeom>
                <a:avLst/>
                <a:gdLst>
                  <a:gd name="connsiteX0" fmla="*/ 199957 w 399914"/>
                  <a:gd name="connsiteY0" fmla="*/ 0 h 1560724"/>
                  <a:gd name="connsiteX1" fmla="*/ 0 w 399914"/>
                  <a:gd name="connsiteY1" fmla="*/ 780362 h 1560724"/>
                  <a:gd name="connsiteX2" fmla="*/ 199957 w 399914"/>
                  <a:gd name="connsiteY2" fmla="*/ 1560725 h 1560724"/>
                  <a:gd name="connsiteX3" fmla="*/ 399914 w 399914"/>
                  <a:gd name="connsiteY3" fmla="*/ 780362 h 1560724"/>
                  <a:gd name="connsiteX4" fmla="*/ 199957 w 399914"/>
                  <a:gd name="connsiteY4" fmla="*/ 0 h 1560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914" h="1560724">
                    <a:moveTo>
                      <a:pt x="199957" y="0"/>
                    </a:moveTo>
                    <a:cubicBezTo>
                      <a:pt x="149351" y="0"/>
                      <a:pt x="0" y="390197"/>
                      <a:pt x="0" y="780362"/>
                    </a:cubicBezTo>
                    <a:cubicBezTo>
                      <a:pt x="0" y="1170528"/>
                      <a:pt x="132241" y="1560725"/>
                      <a:pt x="199957" y="1560725"/>
                    </a:cubicBezTo>
                    <a:cubicBezTo>
                      <a:pt x="267673" y="1560725"/>
                      <a:pt x="399914" y="1171165"/>
                      <a:pt x="399914" y="780362"/>
                    </a:cubicBezTo>
                    <a:cubicBezTo>
                      <a:pt x="399914" y="389560"/>
                      <a:pt x="250563" y="0"/>
                      <a:pt x="199957" y="0"/>
                    </a:cubicBezTo>
                    <a:close/>
                  </a:path>
                </a:pathLst>
              </a:custGeom>
              <a:solidFill>
                <a:srgbClr val="759DB4"/>
              </a:solidFill>
              <a:ln w="354" cap="flat">
                <a:noFill/>
                <a:prstDash val="solid"/>
                <a:miter/>
              </a:ln>
            </p:spPr>
            <p:txBody>
              <a:bodyPr rtlCol="0" anchor="ctr"/>
              <a:lstStyle/>
              <a:p>
                <a:endParaRPr lang="pt-BR"/>
              </a:p>
            </p:txBody>
          </p:sp>
          <p:grpSp>
            <p:nvGrpSpPr>
              <p:cNvPr id="48" name="Graphic 7">
                <a:extLst>
                  <a:ext uri="{FF2B5EF4-FFF2-40B4-BE49-F238E27FC236}">
                    <a16:creationId xmlns:a16="http://schemas.microsoft.com/office/drawing/2014/main" id="{45FD6B48-3731-D04D-7BE6-11D38D5BE89E}"/>
                  </a:ext>
                </a:extLst>
              </p:cNvPr>
              <p:cNvGrpSpPr/>
              <p:nvPr/>
            </p:nvGrpSpPr>
            <p:grpSpPr>
              <a:xfrm rot="5400000">
                <a:off x="858015" y="2273448"/>
                <a:ext cx="564675" cy="378236"/>
                <a:chOff x="816818" y="2264412"/>
                <a:chExt cx="564675" cy="378236"/>
              </a:xfrm>
            </p:grpSpPr>
            <p:grpSp>
              <p:nvGrpSpPr>
                <p:cNvPr id="49" name="Graphic 7">
                  <a:extLst>
                    <a:ext uri="{FF2B5EF4-FFF2-40B4-BE49-F238E27FC236}">
                      <a16:creationId xmlns:a16="http://schemas.microsoft.com/office/drawing/2014/main" id="{965FF6CC-71C9-CC48-5BD1-E05557AB71A4}"/>
                    </a:ext>
                  </a:extLst>
                </p:cNvPr>
                <p:cNvGrpSpPr/>
                <p:nvPr/>
              </p:nvGrpSpPr>
              <p:grpSpPr>
                <a:xfrm>
                  <a:off x="818111" y="2500400"/>
                  <a:ext cx="201304" cy="114419"/>
                  <a:chOff x="818111" y="2500400"/>
                  <a:chExt cx="201304" cy="114419"/>
                </a:xfrm>
              </p:grpSpPr>
              <p:sp>
                <p:nvSpPr>
                  <p:cNvPr id="73" name="Freeform: Shape 72">
                    <a:extLst>
                      <a:ext uri="{FF2B5EF4-FFF2-40B4-BE49-F238E27FC236}">
                        <a16:creationId xmlns:a16="http://schemas.microsoft.com/office/drawing/2014/main" id="{E444C291-C82B-FFC2-40D8-907D42138526}"/>
                      </a:ext>
                    </a:extLst>
                  </p:cNvPr>
                  <p:cNvSpPr/>
                  <p:nvPr/>
                </p:nvSpPr>
                <p:spPr>
                  <a:xfrm>
                    <a:off x="818111" y="2500400"/>
                    <a:ext cx="201304" cy="111509"/>
                  </a:xfrm>
                  <a:custGeom>
                    <a:avLst/>
                    <a:gdLst>
                      <a:gd name="connsiteX0" fmla="*/ 158351 w 201304"/>
                      <a:gd name="connsiteY0" fmla="*/ 108024 h 111509"/>
                      <a:gd name="connsiteX1" fmla="*/ 15888 w 201304"/>
                      <a:gd name="connsiteY1" fmla="*/ 49979 h 111509"/>
                      <a:gd name="connsiteX2" fmla="*/ 1627 w 201304"/>
                      <a:gd name="connsiteY2" fmla="*/ 16523 h 111509"/>
                      <a:gd name="connsiteX3" fmla="*/ 36119 w 201304"/>
                      <a:gd name="connsiteY3" fmla="*/ 1575 h 111509"/>
                      <a:gd name="connsiteX4" fmla="*/ 181194 w 201304"/>
                      <a:gd name="connsiteY4" fmla="*/ 59443 h 111509"/>
                      <a:gd name="connsiteX5" fmla="*/ 198663 w 201304"/>
                      <a:gd name="connsiteY5" fmla="*/ 96333 h 111509"/>
                      <a:gd name="connsiteX6" fmla="*/ 158351 w 201304"/>
                      <a:gd name="connsiteY6" fmla="*/ 108028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304" h="111509">
                        <a:moveTo>
                          <a:pt x="158351" y="108024"/>
                        </a:moveTo>
                        <a:lnTo>
                          <a:pt x="15888" y="49979"/>
                        </a:lnTo>
                        <a:cubicBezTo>
                          <a:pt x="2923" y="44467"/>
                          <a:pt x="-3162" y="29129"/>
                          <a:pt x="1627" y="16523"/>
                        </a:cubicBezTo>
                        <a:cubicBezTo>
                          <a:pt x="6417" y="3913"/>
                          <a:pt x="19115" y="-3402"/>
                          <a:pt x="36119" y="1575"/>
                        </a:cubicBezTo>
                        <a:cubicBezTo>
                          <a:pt x="53123" y="6553"/>
                          <a:pt x="181194" y="59443"/>
                          <a:pt x="181194" y="59443"/>
                        </a:cubicBezTo>
                        <a:cubicBezTo>
                          <a:pt x="195902" y="65114"/>
                          <a:pt x="206463" y="81247"/>
                          <a:pt x="198663" y="96333"/>
                        </a:cubicBezTo>
                        <a:cubicBezTo>
                          <a:pt x="190864" y="111419"/>
                          <a:pt x="178493" y="115137"/>
                          <a:pt x="158351" y="108028"/>
                        </a:cubicBezTo>
                        <a:close/>
                      </a:path>
                    </a:pathLst>
                  </a:custGeom>
                  <a:solidFill>
                    <a:schemeClr val="bg2">
                      <a:lumMod val="50000"/>
                    </a:schemeClr>
                  </a:solidFill>
                  <a:ln w="354" cap="flat">
                    <a:noFill/>
                    <a:prstDash val="solid"/>
                    <a:miter/>
                  </a:ln>
                </p:spPr>
                <p:txBody>
                  <a:bodyPr rtlCol="0" anchor="ctr"/>
                  <a:lstStyle/>
                  <a:p>
                    <a:endParaRPr lang="pt-BR"/>
                  </a:p>
                </p:txBody>
              </p:sp>
              <p:sp>
                <p:nvSpPr>
                  <p:cNvPr id="74" name="Freeform: Shape 73">
                    <a:extLst>
                      <a:ext uri="{FF2B5EF4-FFF2-40B4-BE49-F238E27FC236}">
                        <a16:creationId xmlns:a16="http://schemas.microsoft.com/office/drawing/2014/main" id="{EAE595DB-64A4-085E-795B-0065E510C9D7}"/>
                      </a:ext>
                    </a:extLst>
                  </p:cNvPr>
                  <p:cNvSpPr/>
                  <p:nvPr/>
                </p:nvSpPr>
                <p:spPr>
                  <a:xfrm>
                    <a:off x="893094" y="2518840"/>
                    <a:ext cx="125872" cy="95978"/>
                  </a:xfrm>
                  <a:custGeom>
                    <a:avLst/>
                    <a:gdLst>
                      <a:gd name="connsiteX0" fmla="*/ 21490 w 125872"/>
                      <a:gd name="connsiteY0" fmla="*/ 0 h 95978"/>
                      <a:gd name="connsiteX1" fmla="*/ 103606 w 125872"/>
                      <a:gd name="connsiteY1" fmla="*/ 38327 h 95978"/>
                      <a:gd name="connsiteX2" fmla="*/ 123463 w 125872"/>
                      <a:gd name="connsiteY2" fmla="*/ 80162 h 95978"/>
                      <a:gd name="connsiteX3" fmla="*/ 68026 w 125872"/>
                      <a:gd name="connsiteY3" fmla="*/ 91338 h 95978"/>
                      <a:gd name="connsiteX4" fmla="*/ 0 w 125872"/>
                      <a:gd name="connsiteY4" fmla="*/ 71449 h 95978"/>
                      <a:gd name="connsiteX5" fmla="*/ 21490 w 125872"/>
                      <a:gd name="connsiteY5" fmla="*/ 0 h 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872" h="95978">
                        <a:moveTo>
                          <a:pt x="21490" y="0"/>
                        </a:moveTo>
                        <a:cubicBezTo>
                          <a:pt x="21490" y="0"/>
                          <a:pt x="77038" y="20569"/>
                          <a:pt x="103606" y="38327"/>
                        </a:cubicBezTo>
                        <a:cubicBezTo>
                          <a:pt x="120521" y="49634"/>
                          <a:pt x="130818" y="63383"/>
                          <a:pt x="123463" y="80162"/>
                        </a:cubicBezTo>
                        <a:cubicBezTo>
                          <a:pt x="114209" y="102791"/>
                          <a:pt x="84133" y="95817"/>
                          <a:pt x="68026" y="91338"/>
                        </a:cubicBezTo>
                        <a:cubicBezTo>
                          <a:pt x="51919" y="86858"/>
                          <a:pt x="0" y="71449"/>
                          <a:pt x="0" y="71449"/>
                        </a:cubicBezTo>
                        <a:lnTo>
                          <a:pt x="21490" y="0"/>
                        </a:lnTo>
                        <a:close/>
                      </a:path>
                    </a:pathLst>
                  </a:custGeom>
                  <a:solidFill>
                    <a:srgbClr val="E6EDF1"/>
                  </a:solidFill>
                  <a:ln w="354" cap="flat">
                    <a:noFill/>
                    <a:prstDash val="solid"/>
                    <a:miter/>
                  </a:ln>
                </p:spPr>
                <p:txBody>
                  <a:bodyPr rtlCol="0" anchor="ctr"/>
                  <a:lstStyle/>
                  <a:p>
                    <a:endParaRPr lang="pt-BR"/>
                  </a:p>
                </p:txBody>
              </p:sp>
            </p:grpSp>
            <p:grpSp>
              <p:nvGrpSpPr>
                <p:cNvPr id="50" name="Graphic 7">
                  <a:extLst>
                    <a:ext uri="{FF2B5EF4-FFF2-40B4-BE49-F238E27FC236}">
                      <a16:creationId xmlns:a16="http://schemas.microsoft.com/office/drawing/2014/main" id="{19EB7620-32A7-C321-CD85-F7DABAD8B571}"/>
                    </a:ext>
                  </a:extLst>
                </p:cNvPr>
                <p:cNvGrpSpPr/>
                <p:nvPr/>
              </p:nvGrpSpPr>
              <p:grpSpPr>
                <a:xfrm>
                  <a:off x="1127086" y="2551364"/>
                  <a:ext cx="209276" cy="91048"/>
                  <a:chOff x="1127086" y="2551364"/>
                  <a:chExt cx="209276" cy="91048"/>
                </a:xfrm>
              </p:grpSpPr>
              <p:sp>
                <p:nvSpPr>
                  <p:cNvPr id="71" name="Freeform: Shape 70">
                    <a:extLst>
                      <a:ext uri="{FF2B5EF4-FFF2-40B4-BE49-F238E27FC236}">
                        <a16:creationId xmlns:a16="http://schemas.microsoft.com/office/drawing/2014/main" id="{7FA76981-8A9E-5FC5-68D3-84BFB3371E6D}"/>
                      </a:ext>
                    </a:extLst>
                  </p:cNvPr>
                  <p:cNvSpPr/>
                  <p:nvPr/>
                </p:nvSpPr>
                <p:spPr>
                  <a:xfrm>
                    <a:off x="1128542" y="2551364"/>
                    <a:ext cx="207820" cy="91048"/>
                  </a:xfrm>
                  <a:custGeom>
                    <a:avLst/>
                    <a:gdLst>
                      <a:gd name="connsiteX0" fmla="*/ 26248 w 207820"/>
                      <a:gd name="connsiteY0" fmla="*/ 53872 h 91048"/>
                      <a:gd name="connsiteX1" fmla="*/ 175681 w 207820"/>
                      <a:gd name="connsiteY1" fmla="*/ 90413 h 91048"/>
                      <a:gd name="connsiteX2" fmla="*/ 206853 w 207820"/>
                      <a:gd name="connsiteY2" fmla="*/ 71676 h 91048"/>
                      <a:gd name="connsiteX3" fmla="*/ 187686 w 207820"/>
                      <a:gd name="connsiteY3" fmla="*/ 39341 h 91048"/>
                      <a:gd name="connsiteX4" fmla="*/ 36246 w 207820"/>
                      <a:gd name="connsiteY4" fmla="*/ 1124 h 91048"/>
                      <a:gd name="connsiteX5" fmla="*/ 459 w 207820"/>
                      <a:gd name="connsiteY5" fmla="*/ 20757 h 91048"/>
                      <a:gd name="connsiteX6" fmla="*/ 26251 w 207820"/>
                      <a:gd name="connsiteY6" fmla="*/ 53872 h 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820" h="91048">
                        <a:moveTo>
                          <a:pt x="26248" y="53872"/>
                        </a:moveTo>
                        <a:lnTo>
                          <a:pt x="175681" y="90413"/>
                        </a:lnTo>
                        <a:cubicBezTo>
                          <a:pt x="189418" y="93554"/>
                          <a:pt x="203337" y="84699"/>
                          <a:pt x="206853" y="71676"/>
                        </a:cubicBezTo>
                        <a:cubicBezTo>
                          <a:pt x="210368" y="58654"/>
                          <a:pt x="204376" y="45279"/>
                          <a:pt x="187686" y="39341"/>
                        </a:cubicBezTo>
                        <a:cubicBezTo>
                          <a:pt x="170995" y="33399"/>
                          <a:pt x="36246" y="1124"/>
                          <a:pt x="36246" y="1124"/>
                        </a:cubicBezTo>
                        <a:cubicBezTo>
                          <a:pt x="21007" y="-2907"/>
                          <a:pt x="2992" y="3964"/>
                          <a:pt x="459" y="20757"/>
                        </a:cubicBezTo>
                        <a:cubicBezTo>
                          <a:pt x="-2071" y="37551"/>
                          <a:pt x="5764" y="47816"/>
                          <a:pt x="26251" y="53872"/>
                        </a:cubicBezTo>
                        <a:close/>
                      </a:path>
                    </a:pathLst>
                  </a:custGeom>
                  <a:solidFill>
                    <a:schemeClr val="bg2">
                      <a:lumMod val="50000"/>
                    </a:schemeClr>
                  </a:solidFill>
                  <a:ln w="354" cap="flat">
                    <a:noFill/>
                    <a:prstDash val="solid"/>
                    <a:miter/>
                  </a:ln>
                </p:spPr>
                <p:txBody>
                  <a:bodyPr rtlCol="0" anchor="ctr"/>
                  <a:lstStyle/>
                  <a:p>
                    <a:endParaRPr lang="pt-BR"/>
                  </a:p>
                </p:txBody>
              </p:sp>
              <p:sp>
                <p:nvSpPr>
                  <p:cNvPr id="72" name="Freeform: Shape 71">
                    <a:extLst>
                      <a:ext uri="{FF2B5EF4-FFF2-40B4-BE49-F238E27FC236}">
                        <a16:creationId xmlns:a16="http://schemas.microsoft.com/office/drawing/2014/main" id="{90FD4BDC-DCD5-2887-928C-E7C9EEADDB87}"/>
                      </a:ext>
                    </a:extLst>
                  </p:cNvPr>
                  <p:cNvSpPr/>
                  <p:nvPr/>
                </p:nvSpPr>
                <p:spPr>
                  <a:xfrm>
                    <a:off x="1127086" y="2551665"/>
                    <a:ext cx="130167" cy="86468"/>
                  </a:xfrm>
                  <a:custGeom>
                    <a:avLst/>
                    <a:gdLst>
                      <a:gd name="connsiteX0" fmla="*/ 130168 w 130167"/>
                      <a:gd name="connsiteY0" fmla="*/ 15650 h 86468"/>
                      <a:gd name="connsiteX1" fmla="*/ 40908 w 130167"/>
                      <a:gd name="connsiteY1" fmla="*/ 23 h 86468"/>
                      <a:gd name="connsiteX2" fmla="*/ 663 w 130167"/>
                      <a:gd name="connsiteY2" fmla="*/ 22936 h 86468"/>
                      <a:gd name="connsiteX3" fmla="*/ 39698 w 130167"/>
                      <a:gd name="connsiteY3" fmla="*/ 63854 h 86468"/>
                      <a:gd name="connsiteX4" fmla="*/ 109987 w 130167"/>
                      <a:gd name="connsiteY4" fmla="*/ 86468 h 86468"/>
                      <a:gd name="connsiteX5" fmla="*/ 130168 w 130167"/>
                      <a:gd name="connsiteY5" fmla="*/ 15650 h 8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167" h="86468">
                        <a:moveTo>
                          <a:pt x="130168" y="15650"/>
                        </a:moveTo>
                        <a:cubicBezTo>
                          <a:pt x="130168" y="15650"/>
                          <a:pt x="72855" y="685"/>
                          <a:pt x="40908" y="23"/>
                        </a:cubicBezTo>
                        <a:cubicBezTo>
                          <a:pt x="20563" y="-401"/>
                          <a:pt x="4250" y="4972"/>
                          <a:pt x="663" y="22936"/>
                        </a:cubicBezTo>
                        <a:cubicBezTo>
                          <a:pt x="-4716" y="46782"/>
                          <a:pt x="23929" y="58300"/>
                          <a:pt x="39698" y="63854"/>
                        </a:cubicBezTo>
                        <a:cubicBezTo>
                          <a:pt x="55467" y="69408"/>
                          <a:pt x="109987" y="86468"/>
                          <a:pt x="109987" y="86468"/>
                        </a:cubicBezTo>
                        <a:lnTo>
                          <a:pt x="130168" y="15650"/>
                        </a:lnTo>
                        <a:close/>
                      </a:path>
                    </a:pathLst>
                  </a:custGeom>
                  <a:solidFill>
                    <a:srgbClr val="E6EDF1"/>
                  </a:solidFill>
                  <a:ln w="354" cap="flat">
                    <a:noFill/>
                    <a:prstDash val="solid"/>
                    <a:miter/>
                  </a:ln>
                </p:spPr>
                <p:txBody>
                  <a:bodyPr rtlCol="0" anchor="ctr"/>
                  <a:lstStyle/>
                  <a:p>
                    <a:endParaRPr lang="pt-BR"/>
                  </a:p>
                </p:txBody>
              </p:sp>
            </p:grpSp>
            <p:sp>
              <p:nvSpPr>
                <p:cNvPr id="51" name="Freeform: Shape 50">
                  <a:extLst>
                    <a:ext uri="{FF2B5EF4-FFF2-40B4-BE49-F238E27FC236}">
                      <a16:creationId xmlns:a16="http://schemas.microsoft.com/office/drawing/2014/main" id="{E659E85E-84FE-C70B-BFAA-F13068BE5C2F}"/>
                    </a:ext>
                  </a:extLst>
                </p:cNvPr>
                <p:cNvSpPr/>
                <p:nvPr/>
              </p:nvSpPr>
              <p:spPr>
                <a:xfrm>
                  <a:off x="1285211" y="2460365"/>
                  <a:ext cx="67830" cy="182283"/>
                </a:xfrm>
                <a:custGeom>
                  <a:avLst/>
                  <a:gdLst>
                    <a:gd name="connsiteX0" fmla="*/ 53280 w 67830"/>
                    <a:gd name="connsiteY0" fmla="*/ 153684 h 182283"/>
                    <a:gd name="connsiteX1" fmla="*/ 67733 w 67830"/>
                    <a:gd name="connsiteY1" fmla="*/ 40553 h 182283"/>
                    <a:gd name="connsiteX2" fmla="*/ 45378 w 67830"/>
                    <a:gd name="connsiteY2" fmla="*/ 607 h 182283"/>
                    <a:gd name="connsiteX3" fmla="*/ 10079 w 67830"/>
                    <a:gd name="connsiteY3" fmla="*/ 35885 h 182283"/>
                    <a:gd name="connsiteX4" fmla="*/ 13 w 67830"/>
                    <a:gd name="connsiteY4" fmla="*/ 148297 h 182283"/>
                    <a:gd name="connsiteX5" fmla="*/ 23428 w 67830"/>
                    <a:gd name="connsiteY5" fmla="*/ 182013 h 182283"/>
                    <a:gd name="connsiteX6" fmla="*/ 53276 w 67830"/>
                    <a:gd name="connsiteY6" fmla="*/ 153684 h 182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30" h="182283">
                      <a:moveTo>
                        <a:pt x="53280" y="153684"/>
                      </a:moveTo>
                      <a:cubicBezTo>
                        <a:pt x="53280" y="153684"/>
                        <a:pt x="66872" y="61823"/>
                        <a:pt x="67733" y="40553"/>
                      </a:cubicBezTo>
                      <a:cubicBezTo>
                        <a:pt x="68594" y="19279"/>
                        <a:pt x="64011" y="4151"/>
                        <a:pt x="45378" y="607"/>
                      </a:cubicBezTo>
                      <a:cubicBezTo>
                        <a:pt x="26744" y="-2937"/>
                        <a:pt x="13800" y="9064"/>
                        <a:pt x="10079" y="35885"/>
                      </a:cubicBezTo>
                      <a:cubicBezTo>
                        <a:pt x="6360" y="62705"/>
                        <a:pt x="283" y="134438"/>
                        <a:pt x="13" y="148297"/>
                      </a:cubicBezTo>
                      <a:cubicBezTo>
                        <a:pt x="-258" y="162159"/>
                        <a:pt x="3614" y="179597"/>
                        <a:pt x="23428" y="182013"/>
                      </a:cubicBezTo>
                      <a:cubicBezTo>
                        <a:pt x="43243" y="184428"/>
                        <a:pt x="51789" y="170328"/>
                        <a:pt x="53276" y="153684"/>
                      </a:cubicBezTo>
                      <a:close/>
                    </a:path>
                  </a:pathLst>
                </a:custGeom>
                <a:solidFill>
                  <a:schemeClr val="bg2">
                    <a:lumMod val="50000"/>
                  </a:schemeClr>
                </a:solidFill>
                <a:ln w="354" cap="flat">
                  <a:noFill/>
                  <a:prstDash val="solid"/>
                  <a:miter/>
                </a:ln>
              </p:spPr>
              <p:txBody>
                <a:bodyPr rtlCol="0" anchor="ctr"/>
                <a:lstStyle/>
                <a:p>
                  <a:endParaRPr lang="pt-BR"/>
                </a:p>
              </p:txBody>
            </p:sp>
            <p:grpSp>
              <p:nvGrpSpPr>
                <p:cNvPr id="52" name="Graphic 7">
                  <a:extLst>
                    <a:ext uri="{FF2B5EF4-FFF2-40B4-BE49-F238E27FC236}">
                      <a16:creationId xmlns:a16="http://schemas.microsoft.com/office/drawing/2014/main" id="{6FBAA4EA-A10F-4CD2-789C-62A5CD486031}"/>
                    </a:ext>
                  </a:extLst>
                </p:cNvPr>
                <p:cNvGrpSpPr/>
                <p:nvPr/>
              </p:nvGrpSpPr>
              <p:grpSpPr>
                <a:xfrm>
                  <a:off x="1088156" y="2264412"/>
                  <a:ext cx="72372" cy="207051"/>
                  <a:chOff x="1088156" y="2264412"/>
                  <a:chExt cx="72372" cy="207051"/>
                </a:xfrm>
                <a:solidFill>
                  <a:srgbClr val="ABDAEF"/>
                </a:solidFill>
              </p:grpSpPr>
              <p:sp>
                <p:nvSpPr>
                  <p:cNvPr id="69" name="Freeform: Shape 68">
                    <a:extLst>
                      <a:ext uri="{FF2B5EF4-FFF2-40B4-BE49-F238E27FC236}">
                        <a16:creationId xmlns:a16="http://schemas.microsoft.com/office/drawing/2014/main" id="{1856A2D2-4D02-95A0-4EA3-015578A53DBA}"/>
                      </a:ext>
                    </a:extLst>
                  </p:cNvPr>
                  <p:cNvSpPr/>
                  <p:nvPr/>
                </p:nvSpPr>
                <p:spPr>
                  <a:xfrm>
                    <a:off x="1107920" y="2321961"/>
                    <a:ext cx="52608" cy="149501"/>
                  </a:xfrm>
                  <a:custGeom>
                    <a:avLst/>
                    <a:gdLst>
                      <a:gd name="connsiteX0" fmla="*/ 20537 w 52608"/>
                      <a:gd name="connsiteY0" fmla="*/ 13 h 149501"/>
                      <a:gd name="connsiteX1" fmla="*/ 35363 w 52608"/>
                      <a:gd name="connsiteY1" fmla="*/ 13673 h 149501"/>
                      <a:gd name="connsiteX2" fmla="*/ 52445 w 52608"/>
                      <a:gd name="connsiteY2" fmla="*/ 120296 h 149501"/>
                      <a:gd name="connsiteX3" fmla="*/ 27305 w 52608"/>
                      <a:gd name="connsiteY3" fmla="*/ 149482 h 149501"/>
                      <a:gd name="connsiteX4" fmla="*/ 25 w 52608"/>
                      <a:gd name="connsiteY4" fmla="*/ 122061 h 149501"/>
                      <a:gd name="connsiteX5" fmla="*/ 5519 w 52608"/>
                      <a:gd name="connsiteY5" fmla="*/ 14961 h 149501"/>
                      <a:gd name="connsiteX6" fmla="*/ 20537 w 52608"/>
                      <a:gd name="connsiteY6" fmla="*/ 17 h 14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08" h="149501">
                        <a:moveTo>
                          <a:pt x="20537" y="13"/>
                        </a:moveTo>
                        <a:cubicBezTo>
                          <a:pt x="29027" y="-310"/>
                          <a:pt x="34182" y="5258"/>
                          <a:pt x="35363" y="13673"/>
                        </a:cubicBezTo>
                        <a:lnTo>
                          <a:pt x="52445" y="120296"/>
                        </a:lnTo>
                        <a:cubicBezTo>
                          <a:pt x="54128" y="135478"/>
                          <a:pt x="42568" y="148899"/>
                          <a:pt x="27305" y="149482"/>
                        </a:cubicBezTo>
                        <a:cubicBezTo>
                          <a:pt x="11945" y="150066"/>
                          <a:pt x="-640" y="137413"/>
                          <a:pt x="25" y="122061"/>
                        </a:cubicBezTo>
                        <a:lnTo>
                          <a:pt x="5519" y="14961"/>
                        </a:lnTo>
                        <a:cubicBezTo>
                          <a:pt x="5892" y="6347"/>
                          <a:pt x="11920" y="348"/>
                          <a:pt x="20537" y="17"/>
                        </a:cubicBezTo>
                        <a:close/>
                      </a:path>
                    </a:pathLst>
                  </a:custGeom>
                  <a:solidFill>
                    <a:schemeClr val="bg2">
                      <a:lumMod val="50000"/>
                    </a:schemeClr>
                  </a:solidFill>
                  <a:ln w="354" cap="flat">
                    <a:noFill/>
                    <a:prstDash val="solid"/>
                    <a:miter/>
                  </a:ln>
                </p:spPr>
                <p:txBody>
                  <a:bodyPr rtlCol="0" anchor="ctr"/>
                  <a:lstStyle/>
                  <a:p>
                    <a:endParaRPr lang="pt-BR"/>
                  </a:p>
                </p:txBody>
              </p:sp>
              <p:sp>
                <p:nvSpPr>
                  <p:cNvPr id="70" name="Freeform: Shape 69">
                    <a:extLst>
                      <a:ext uri="{FF2B5EF4-FFF2-40B4-BE49-F238E27FC236}">
                        <a16:creationId xmlns:a16="http://schemas.microsoft.com/office/drawing/2014/main" id="{6C540FEE-E54D-5512-8F8E-C6F703A94665}"/>
                      </a:ext>
                    </a:extLst>
                  </p:cNvPr>
                  <p:cNvSpPr/>
                  <p:nvPr/>
                </p:nvSpPr>
                <p:spPr>
                  <a:xfrm>
                    <a:off x="1088156" y="2264412"/>
                    <a:ext cx="71744" cy="87008"/>
                  </a:xfrm>
                  <a:custGeom>
                    <a:avLst/>
                    <a:gdLst>
                      <a:gd name="connsiteX0" fmla="*/ 5397 w 71744"/>
                      <a:gd name="connsiteY0" fmla="*/ 61943 h 87008"/>
                      <a:gd name="connsiteX1" fmla="*/ 41550 w 71744"/>
                      <a:gd name="connsiteY1" fmla="*/ 85881 h 87008"/>
                      <a:gd name="connsiteX2" fmla="*/ 51801 w 71744"/>
                      <a:gd name="connsiteY2" fmla="*/ 82000 h 87008"/>
                      <a:gd name="connsiteX3" fmla="*/ 71498 w 71744"/>
                      <a:gd name="connsiteY3" fmla="*/ 8530 h 87008"/>
                      <a:gd name="connsiteX4" fmla="*/ 60998 w 71744"/>
                      <a:gd name="connsiteY4" fmla="*/ 1322 h 87008"/>
                      <a:gd name="connsiteX5" fmla="*/ 4952 w 71744"/>
                      <a:gd name="connsiteY5" fmla="*/ 42160 h 87008"/>
                      <a:gd name="connsiteX6" fmla="*/ 5397 w 71744"/>
                      <a:gd name="connsiteY6" fmla="*/ 61939 h 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44" h="87008">
                        <a:moveTo>
                          <a:pt x="5397" y="61943"/>
                        </a:moveTo>
                        <a:lnTo>
                          <a:pt x="41550" y="85881"/>
                        </a:lnTo>
                        <a:cubicBezTo>
                          <a:pt x="45396" y="88429"/>
                          <a:pt x="50609" y="86454"/>
                          <a:pt x="51801" y="82000"/>
                        </a:cubicBezTo>
                        <a:lnTo>
                          <a:pt x="71498" y="8530"/>
                        </a:lnTo>
                        <a:cubicBezTo>
                          <a:pt x="73149" y="2378"/>
                          <a:pt x="66147" y="-2429"/>
                          <a:pt x="60998" y="1322"/>
                        </a:cubicBezTo>
                        <a:lnTo>
                          <a:pt x="4952" y="42160"/>
                        </a:lnTo>
                        <a:cubicBezTo>
                          <a:pt x="-1836" y="47106"/>
                          <a:pt x="-1605" y="57303"/>
                          <a:pt x="5397" y="61939"/>
                        </a:cubicBezTo>
                        <a:close/>
                      </a:path>
                    </a:pathLst>
                  </a:custGeom>
                  <a:solidFill>
                    <a:schemeClr val="bg2">
                      <a:lumMod val="50000"/>
                    </a:schemeClr>
                  </a:solidFill>
                  <a:ln w="354" cap="flat">
                    <a:noFill/>
                    <a:prstDash val="solid"/>
                    <a:miter/>
                  </a:ln>
                </p:spPr>
                <p:txBody>
                  <a:bodyPr rtlCol="0" anchor="ctr"/>
                  <a:lstStyle/>
                  <a:p>
                    <a:endParaRPr lang="pt-BR"/>
                  </a:p>
                </p:txBody>
              </p:sp>
            </p:grpSp>
            <p:grpSp>
              <p:nvGrpSpPr>
                <p:cNvPr id="53" name="Graphic 7">
                  <a:extLst>
                    <a:ext uri="{FF2B5EF4-FFF2-40B4-BE49-F238E27FC236}">
                      <a16:creationId xmlns:a16="http://schemas.microsoft.com/office/drawing/2014/main" id="{37385AB4-70B1-6591-32B6-5C60A7F6266F}"/>
                    </a:ext>
                  </a:extLst>
                </p:cNvPr>
                <p:cNvGrpSpPr/>
                <p:nvPr/>
              </p:nvGrpSpPr>
              <p:grpSpPr>
                <a:xfrm>
                  <a:off x="991941" y="2267319"/>
                  <a:ext cx="76641" cy="204647"/>
                  <a:chOff x="991941" y="2267319"/>
                  <a:chExt cx="76641" cy="204647"/>
                </a:xfrm>
                <a:solidFill>
                  <a:srgbClr val="ABDAEF"/>
                </a:solidFill>
              </p:grpSpPr>
              <p:sp>
                <p:nvSpPr>
                  <p:cNvPr id="67" name="Freeform: Shape 66">
                    <a:extLst>
                      <a:ext uri="{FF2B5EF4-FFF2-40B4-BE49-F238E27FC236}">
                        <a16:creationId xmlns:a16="http://schemas.microsoft.com/office/drawing/2014/main" id="{6D2E9248-6782-A317-9353-9071964937A2}"/>
                      </a:ext>
                    </a:extLst>
                  </p:cNvPr>
                  <p:cNvSpPr/>
                  <p:nvPr/>
                </p:nvSpPr>
                <p:spPr>
                  <a:xfrm>
                    <a:off x="991941" y="2322943"/>
                    <a:ext cx="53534" cy="149023"/>
                  </a:xfrm>
                  <a:custGeom>
                    <a:avLst/>
                    <a:gdLst>
                      <a:gd name="connsiteX0" fmla="*/ 39432 w 53534"/>
                      <a:gd name="connsiteY0" fmla="*/ 103 h 149023"/>
                      <a:gd name="connsiteX1" fmla="*/ 24047 w 53534"/>
                      <a:gd name="connsiteY1" fmla="*/ 11816 h 149023"/>
                      <a:gd name="connsiteX2" fmla="*/ 386 w 53534"/>
                      <a:gd name="connsiteY2" fmla="*/ 118261 h 149023"/>
                      <a:gd name="connsiteX3" fmla="*/ 23741 w 53534"/>
                      <a:gd name="connsiteY3" fmla="*/ 148896 h 149023"/>
                      <a:gd name="connsiteX4" fmla="*/ 52611 w 53534"/>
                      <a:gd name="connsiteY4" fmla="*/ 123153 h 149023"/>
                      <a:gd name="connsiteX5" fmla="*/ 53532 w 53534"/>
                      <a:gd name="connsiteY5" fmla="*/ 14587 h 149023"/>
                      <a:gd name="connsiteX6" fmla="*/ 39428 w 53534"/>
                      <a:gd name="connsiteY6" fmla="*/ 103 h 14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34" h="149023">
                        <a:moveTo>
                          <a:pt x="39432" y="103"/>
                        </a:moveTo>
                        <a:cubicBezTo>
                          <a:pt x="30974" y="-726"/>
                          <a:pt x="25730" y="3486"/>
                          <a:pt x="24047" y="11816"/>
                        </a:cubicBezTo>
                        <a:lnTo>
                          <a:pt x="386" y="118261"/>
                        </a:lnTo>
                        <a:cubicBezTo>
                          <a:pt x="-2204" y="133319"/>
                          <a:pt x="8534" y="147405"/>
                          <a:pt x="23741" y="148896"/>
                        </a:cubicBezTo>
                        <a:cubicBezTo>
                          <a:pt x="39037" y="150397"/>
                          <a:pt x="52358" y="138520"/>
                          <a:pt x="52611" y="123153"/>
                        </a:cubicBezTo>
                        <a:lnTo>
                          <a:pt x="53532" y="14587"/>
                        </a:lnTo>
                        <a:cubicBezTo>
                          <a:pt x="53675" y="5966"/>
                          <a:pt x="48010" y="946"/>
                          <a:pt x="39428" y="103"/>
                        </a:cubicBezTo>
                        <a:close/>
                      </a:path>
                    </a:pathLst>
                  </a:custGeom>
                  <a:solidFill>
                    <a:schemeClr val="bg2">
                      <a:lumMod val="50000"/>
                    </a:schemeClr>
                  </a:solidFill>
                  <a:ln w="354" cap="flat">
                    <a:noFill/>
                    <a:prstDash val="solid"/>
                    <a:miter/>
                  </a:ln>
                </p:spPr>
                <p:txBody>
                  <a:bodyPr rtlCol="0" anchor="ctr"/>
                  <a:lstStyle/>
                  <a:p>
                    <a:endParaRPr lang="pt-BR"/>
                  </a:p>
                </p:txBody>
              </p:sp>
              <p:sp>
                <p:nvSpPr>
                  <p:cNvPr id="68" name="Freeform: Shape 67">
                    <a:extLst>
                      <a:ext uri="{FF2B5EF4-FFF2-40B4-BE49-F238E27FC236}">
                        <a16:creationId xmlns:a16="http://schemas.microsoft.com/office/drawing/2014/main" id="{8A52A31E-DA73-B90A-608C-278CF1480C66}"/>
                      </a:ext>
                    </a:extLst>
                  </p:cNvPr>
                  <p:cNvSpPr/>
                  <p:nvPr/>
                </p:nvSpPr>
                <p:spPr>
                  <a:xfrm>
                    <a:off x="991944" y="2267319"/>
                    <a:ext cx="76638" cy="84222"/>
                  </a:xfrm>
                  <a:custGeom>
                    <a:avLst/>
                    <a:gdLst>
                      <a:gd name="connsiteX0" fmla="*/ 72366 w 76638"/>
                      <a:gd name="connsiteY0" fmla="*/ 54645 h 84222"/>
                      <a:gd name="connsiteX1" fmla="*/ 39240 w 76638"/>
                      <a:gd name="connsiteY1" fmla="*/ 82625 h 84222"/>
                      <a:gd name="connsiteX2" fmla="*/ 28605 w 76638"/>
                      <a:gd name="connsiteY2" fmla="*/ 79960 h 84222"/>
                      <a:gd name="connsiteX3" fmla="*/ 501 w 76638"/>
                      <a:gd name="connsiteY3" fmla="*/ 9277 h 84222"/>
                      <a:gd name="connsiteX4" fmla="*/ 10093 w 76638"/>
                      <a:gd name="connsiteY4" fmla="*/ 898 h 84222"/>
                      <a:gd name="connsiteX5" fmla="*/ 70505 w 76638"/>
                      <a:gd name="connsiteY5" fmla="*/ 34944 h 84222"/>
                      <a:gd name="connsiteX6" fmla="*/ 72366 w 76638"/>
                      <a:gd name="connsiteY6" fmla="*/ 54641 h 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38" h="84222">
                        <a:moveTo>
                          <a:pt x="72366" y="54645"/>
                        </a:moveTo>
                        <a:lnTo>
                          <a:pt x="39240" y="82625"/>
                        </a:lnTo>
                        <a:cubicBezTo>
                          <a:pt x="35718" y="85603"/>
                          <a:pt x="30310" y="84248"/>
                          <a:pt x="28605" y="79960"/>
                        </a:cubicBezTo>
                        <a:lnTo>
                          <a:pt x="501" y="9277"/>
                        </a:lnTo>
                        <a:cubicBezTo>
                          <a:pt x="-1851" y="3360"/>
                          <a:pt x="4543" y="-2230"/>
                          <a:pt x="10093" y="898"/>
                        </a:cubicBezTo>
                        <a:lnTo>
                          <a:pt x="70505" y="34944"/>
                        </a:lnTo>
                        <a:cubicBezTo>
                          <a:pt x="77820" y="39068"/>
                          <a:pt x="78781" y="49223"/>
                          <a:pt x="72366" y="54641"/>
                        </a:cubicBezTo>
                        <a:close/>
                      </a:path>
                    </a:pathLst>
                  </a:custGeom>
                  <a:solidFill>
                    <a:schemeClr val="bg2">
                      <a:lumMod val="50000"/>
                    </a:schemeClr>
                  </a:solidFill>
                  <a:ln w="354" cap="flat">
                    <a:noFill/>
                    <a:prstDash val="solid"/>
                    <a:miter/>
                  </a:ln>
                </p:spPr>
                <p:txBody>
                  <a:bodyPr rtlCol="0" anchor="ctr"/>
                  <a:lstStyle/>
                  <a:p>
                    <a:endParaRPr lang="pt-BR"/>
                  </a:p>
                </p:txBody>
              </p:sp>
            </p:grpSp>
            <p:grpSp>
              <p:nvGrpSpPr>
                <p:cNvPr id="54" name="Graphic 7">
                  <a:extLst>
                    <a:ext uri="{FF2B5EF4-FFF2-40B4-BE49-F238E27FC236}">
                      <a16:creationId xmlns:a16="http://schemas.microsoft.com/office/drawing/2014/main" id="{D4572E34-94D2-3168-F1D3-E98D15D93555}"/>
                    </a:ext>
                  </a:extLst>
                </p:cNvPr>
                <p:cNvGrpSpPr/>
                <p:nvPr/>
              </p:nvGrpSpPr>
              <p:grpSpPr>
                <a:xfrm>
                  <a:off x="1086024" y="2424017"/>
                  <a:ext cx="82733" cy="141150"/>
                  <a:chOff x="1086024" y="2424017"/>
                  <a:chExt cx="82733" cy="141150"/>
                </a:xfrm>
                <a:solidFill>
                  <a:srgbClr val="E6EDF1"/>
                </a:solidFill>
              </p:grpSpPr>
              <p:sp>
                <p:nvSpPr>
                  <p:cNvPr id="65" name="Freeform: Shape 64">
                    <a:extLst>
                      <a:ext uri="{FF2B5EF4-FFF2-40B4-BE49-F238E27FC236}">
                        <a16:creationId xmlns:a16="http://schemas.microsoft.com/office/drawing/2014/main" id="{E864DEB2-0A7F-28C3-8436-B5A90C1167BA}"/>
                      </a:ext>
                    </a:extLst>
                  </p:cNvPr>
                  <p:cNvSpPr/>
                  <p:nvPr/>
                </p:nvSpPr>
                <p:spPr>
                  <a:xfrm>
                    <a:off x="1101407" y="2424017"/>
                    <a:ext cx="59995" cy="115294"/>
                  </a:xfrm>
                  <a:custGeom>
                    <a:avLst/>
                    <a:gdLst>
                      <a:gd name="connsiteX0" fmla="*/ 23748 w 59995"/>
                      <a:gd name="connsiteY0" fmla="*/ 115136 h 115294"/>
                      <a:gd name="connsiteX1" fmla="*/ 53091 w 59995"/>
                      <a:gd name="connsiteY1" fmla="*/ 91546 h 115294"/>
                      <a:gd name="connsiteX2" fmla="*/ 59837 w 59995"/>
                      <a:gd name="connsiteY2" fmla="*/ 29501 h 115294"/>
                      <a:gd name="connsiteX3" fmla="*/ 36247 w 59995"/>
                      <a:gd name="connsiteY3" fmla="*/ 158 h 115294"/>
                      <a:gd name="connsiteX4" fmla="*/ 6904 w 59995"/>
                      <a:gd name="connsiteY4" fmla="*/ 23748 h 115294"/>
                      <a:gd name="connsiteX5" fmla="*/ 158 w 59995"/>
                      <a:gd name="connsiteY5" fmla="*/ 85793 h 115294"/>
                      <a:gd name="connsiteX6" fmla="*/ 23748 w 59995"/>
                      <a:gd name="connsiteY6" fmla="*/ 115136 h 11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95" h="115294">
                        <a:moveTo>
                          <a:pt x="23748" y="115136"/>
                        </a:moveTo>
                        <a:cubicBezTo>
                          <a:pt x="38364" y="116726"/>
                          <a:pt x="51501" y="106163"/>
                          <a:pt x="53091" y="91546"/>
                        </a:cubicBezTo>
                        <a:lnTo>
                          <a:pt x="59837" y="29501"/>
                        </a:lnTo>
                        <a:cubicBezTo>
                          <a:pt x="61428" y="14885"/>
                          <a:pt x="50864" y="1749"/>
                          <a:pt x="36247" y="158"/>
                        </a:cubicBezTo>
                        <a:cubicBezTo>
                          <a:pt x="21631" y="-1432"/>
                          <a:pt x="8495" y="9132"/>
                          <a:pt x="6904" y="23748"/>
                        </a:cubicBezTo>
                        <a:lnTo>
                          <a:pt x="158" y="85793"/>
                        </a:lnTo>
                        <a:cubicBezTo>
                          <a:pt x="-1432" y="100409"/>
                          <a:pt x="9132" y="113545"/>
                          <a:pt x="23748" y="115136"/>
                        </a:cubicBezTo>
                        <a:close/>
                      </a:path>
                    </a:pathLst>
                  </a:custGeom>
                  <a:solidFill>
                    <a:srgbClr val="E6EDF1"/>
                  </a:solidFill>
                  <a:ln w="354" cap="flat">
                    <a:noFill/>
                    <a:prstDash val="solid"/>
                    <a:miter/>
                  </a:ln>
                </p:spPr>
                <p:txBody>
                  <a:bodyPr rtlCol="0" anchor="ctr"/>
                  <a:lstStyle/>
                  <a:p>
                    <a:endParaRPr lang="pt-BR"/>
                  </a:p>
                </p:txBody>
              </p:sp>
              <p:sp>
                <p:nvSpPr>
                  <p:cNvPr id="66" name="Freeform: Shape 65">
                    <a:extLst>
                      <a:ext uri="{FF2B5EF4-FFF2-40B4-BE49-F238E27FC236}">
                        <a16:creationId xmlns:a16="http://schemas.microsoft.com/office/drawing/2014/main" id="{3F3E93AC-C2F7-1465-CB54-23C37C51132C}"/>
                      </a:ext>
                    </a:extLst>
                  </p:cNvPr>
                  <p:cNvSpPr/>
                  <p:nvPr/>
                </p:nvSpPr>
                <p:spPr>
                  <a:xfrm rot="-10428001">
                    <a:off x="1091117" y="2463300"/>
                    <a:ext cx="72547" cy="98236"/>
                  </a:xfrm>
                  <a:custGeom>
                    <a:avLst/>
                    <a:gdLst>
                      <a:gd name="connsiteX0" fmla="*/ 0 w 72547"/>
                      <a:gd name="connsiteY0" fmla="*/ 0 h 98236"/>
                      <a:gd name="connsiteX1" fmla="*/ 72548 w 72547"/>
                      <a:gd name="connsiteY1" fmla="*/ 0 h 98236"/>
                      <a:gd name="connsiteX2" fmla="*/ 72548 w 72547"/>
                      <a:gd name="connsiteY2" fmla="*/ 98237 h 98236"/>
                      <a:gd name="connsiteX3" fmla="*/ 0 w 72547"/>
                      <a:gd name="connsiteY3" fmla="*/ 98237 h 98236"/>
                    </a:gdLst>
                    <a:ahLst/>
                    <a:cxnLst>
                      <a:cxn ang="0">
                        <a:pos x="connsiteX0" y="connsiteY0"/>
                      </a:cxn>
                      <a:cxn ang="0">
                        <a:pos x="connsiteX1" y="connsiteY1"/>
                      </a:cxn>
                      <a:cxn ang="0">
                        <a:pos x="connsiteX2" y="connsiteY2"/>
                      </a:cxn>
                      <a:cxn ang="0">
                        <a:pos x="connsiteX3" y="connsiteY3"/>
                      </a:cxn>
                    </a:cxnLst>
                    <a:rect l="l" t="t" r="r" b="b"/>
                    <a:pathLst>
                      <a:path w="72547" h="98236">
                        <a:moveTo>
                          <a:pt x="0" y="0"/>
                        </a:moveTo>
                        <a:lnTo>
                          <a:pt x="72548" y="0"/>
                        </a:lnTo>
                        <a:lnTo>
                          <a:pt x="72548" y="98237"/>
                        </a:lnTo>
                        <a:lnTo>
                          <a:pt x="0" y="98237"/>
                        </a:lnTo>
                        <a:close/>
                      </a:path>
                    </a:pathLst>
                  </a:custGeom>
                  <a:solidFill>
                    <a:srgbClr val="E6EDF1"/>
                  </a:solidFill>
                  <a:ln w="354" cap="flat">
                    <a:noFill/>
                    <a:prstDash val="solid"/>
                    <a:miter/>
                  </a:ln>
                </p:spPr>
                <p:txBody>
                  <a:bodyPr rtlCol="0" anchor="ctr"/>
                  <a:lstStyle/>
                  <a:p>
                    <a:endParaRPr lang="pt-BR"/>
                  </a:p>
                </p:txBody>
              </p:sp>
            </p:grpSp>
            <p:grpSp>
              <p:nvGrpSpPr>
                <p:cNvPr id="55" name="Graphic 7">
                  <a:extLst>
                    <a:ext uri="{FF2B5EF4-FFF2-40B4-BE49-F238E27FC236}">
                      <a16:creationId xmlns:a16="http://schemas.microsoft.com/office/drawing/2014/main" id="{52294FF4-85B4-E970-1C1B-27524E426482}"/>
                    </a:ext>
                  </a:extLst>
                </p:cNvPr>
                <p:cNvGrpSpPr/>
                <p:nvPr/>
              </p:nvGrpSpPr>
              <p:grpSpPr>
                <a:xfrm>
                  <a:off x="982215" y="2424506"/>
                  <a:ext cx="75698" cy="139008"/>
                  <a:chOff x="982215" y="2424506"/>
                  <a:chExt cx="75698" cy="139008"/>
                </a:xfrm>
                <a:solidFill>
                  <a:srgbClr val="E6EDF1"/>
                </a:solidFill>
              </p:grpSpPr>
              <p:sp>
                <p:nvSpPr>
                  <p:cNvPr id="63" name="Freeform: Shape 62">
                    <a:extLst>
                      <a:ext uri="{FF2B5EF4-FFF2-40B4-BE49-F238E27FC236}">
                        <a16:creationId xmlns:a16="http://schemas.microsoft.com/office/drawing/2014/main" id="{5CB56870-986B-25F2-2D3B-A2A0808C4088}"/>
                      </a:ext>
                    </a:extLst>
                  </p:cNvPr>
                  <p:cNvSpPr/>
                  <p:nvPr/>
                </p:nvSpPr>
                <p:spPr>
                  <a:xfrm>
                    <a:off x="990826" y="2424506"/>
                    <a:ext cx="55266" cy="115617"/>
                  </a:xfrm>
                  <a:custGeom>
                    <a:avLst/>
                    <a:gdLst>
                      <a:gd name="connsiteX0" fmla="*/ 29510 w 55266"/>
                      <a:gd name="connsiteY0" fmla="*/ 115604 h 115617"/>
                      <a:gd name="connsiteX1" fmla="*/ 2039 w 55266"/>
                      <a:gd name="connsiteY1" fmla="*/ 89861 h 115617"/>
                      <a:gd name="connsiteX2" fmla="*/ 14 w 55266"/>
                      <a:gd name="connsiteY2" fmla="*/ 27486 h 115617"/>
                      <a:gd name="connsiteX3" fmla="*/ 25757 w 55266"/>
                      <a:gd name="connsiteY3" fmla="*/ 14 h 115617"/>
                      <a:gd name="connsiteX4" fmla="*/ 53228 w 55266"/>
                      <a:gd name="connsiteY4" fmla="*/ 25757 h 115617"/>
                      <a:gd name="connsiteX5" fmla="*/ 55253 w 55266"/>
                      <a:gd name="connsiteY5" fmla="*/ 88132 h 115617"/>
                      <a:gd name="connsiteX6" fmla="*/ 29510 w 55266"/>
                      <a:gd name="connsiteY6" fmla="*/ 115604 h 115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66" h="115617">
                        <a:moveTo>
                          <a:pt x="29510" y="115604"/>
                        </a:moveTo>
                        <a:cubicBezTo>
                          <a:pt x="14816" y="116080"/>
                          <a:pt x="2516" y="104556"/>
                          <a:pt x="2039" y="89861"/>
                        </a:cubicBezTo>
                        <a:lnTo>
                          <a:pt x="14" y="27486"/>
                        </a:lnTo>
                        <a:cubicBezTo>
                          <a:pt x="-462" y="12791"/>
                          <a:pt x="11062" y="491"/>
                          <a:pt x="25757" y="14"/>
                        </a:cubicBezTo>
                        <a:cubicBezTo>
                          <a:pt x="40451" y="-462"/>
                          <a:pt x="52751" y="11062"/>
                          <a:pt x="53228" y="25757"/>
                        </a:cubicBezTo>
                        <a:lnTo>
                          <a:pt x="55253" y="88132"/>
                        </a:lnTo>
                        <a:cubicBezTo>
                          <a:pt x="55729" y="102827"/>
                          <a:pt x="44205" y="115127"/>
                          <a:pt x="29510" y="115604"/>
                        </a:cubicBezTo>
                        <a:close/>
                      </a:path>
                    </a:pathLst>
                  </a:custGeom>
                  <a:solidFill>
                    <a:srgbClr val="E6EDF1"/>
                  </a:solidFill>
                  <a:ln w="354" cap="flat">
                    <a:noFill/>
                    <a:prstDash val="solid"/>
                    <a:miter/>
                  </a:ln>
                </p:spPr>
                <p:txBody>
                  <a:bodyPr rtlCol="0" anchor="ctr"/>
                  <a:lstStyle/>
                  <a:p>
                    <a:endParaRPr lang="pt-BR"/>
                  </a:p>
                </p:txBody>
              </p:sp>
              <p:sp>
                <p:nvSpPr>
                  <p:cNvPr id="64" name="Freeform: Shape 63">
                    <a:extLst>
                      <a:ext uri="{FF2B5EF4-FFF2-40B4-BE49-F238E27FC236}">
                        <a16:creationId xmlns:a16="http://schemas.microsoft.com/office/drawing/2014/main" id="{9148A1DA-D23B-1C7F-2919-75336F6A5338}"/>
                      </a:ext>
                    </a:extLst>
                  </p:cNvPr>
                  <p:cNvSpPr/>
                  <p:nvPr/>
                </p:nvSpPr>
                <p:spPr>
                  <a:xfrm rot="-111600">
                    <a:off x="983790" y="2464126"/>
                    <a:ext cx="72547" cy="98236"/>
                  </a:xfrm>
                  <a:custGeom>
                    <a:avLst/>
                    <a:gdLst>
                      <a:gd name="connsiteX0" fmla="*/ 0 w 72547"/>
                      <a:gd name="connsiteY0" fmla="*/ 0 h 98236"/>
                      <a:gd name="connsiteX1" fmla="*/ 72548 w 72547"/>
                      <a:gd name="connsiteY1" fmla="*/ 0 h 98236"/>
                      <a:gd name="connsiteX2" fmla="*/ 72548 w 72547"/>
                      <a:gd name="connsiteY2" fmla="*/ 98237 h 98236"/>
                      <a:gd name="connsiteX3" fmla="*/ 0 w 72547"/>
                      <a:gd name="connsiteY3" fmla="*/ 98237 h 98236"/>
                    </a:gdLst>
                    <a:ahLst/>
                    <a:cxnLst>
                      <a:cxn ang="0">
                        <a:pos x="connsiteX0" y="connsiteY0"/>
                      </a:cxn>
                      <a:cxn ang="0">
                        <a:pos x="connsiteX1" y="connsiteY1"/>
                      </a:cxn>
                      <a:cxn ang="0">
                        <a:pos x="connsiteX2" y="connsiteY2"/>
                      </a:cxn>
                      <a:cxn ang="0">
                        <a:pos x="connsiteX3" y="connsiteY3"/>
                      </a:cxn>
                    </a:cxnLst>
                    <a:rect l="l" t="t" r="r" b="b"/>
                    <a:pathLst>
                      <a:path w="72547" h="98236">
                        <a:moveTo>
                          <a:pt x="0" y="0"/>
                        </a:moveTo>
                        <a:lnTo>
                          <a:pt x="72548" y="0"/>
                        </a:lnTo>
                        <a:lnTo>
                          <a:pt x="72548" y="98237"/>
                        </a:lnTo>
                        <a:lnTo>
                          <a:pt x="0" y="98237"/>
                        </a:lnTo>
                        <a:close/>
                      </a:path>
                    </a:pathLst>
                  </a:custGeom>
                  <a:solidFill>
                    <a:srgbClr val="E6EDF1"/>
                  </a:solidFill>
                  <a:ln w="354" cap="flat">
                    <a:noFill/>
                    <a:prstDash val="solid"/>
                    <a:miter/>
                  </a:ln>
                </p:spPr>
                <p:txBody>
                  <a:bodyPr rtlCol="0" anchor="ctr"/>
                  <a:lstStyle/>
                  <a:p>
                    <a:endParaRPr lang="pt-BR"/>
                  </a:p>
                </p:txBody>
              </p:sp>
            </p:grpSp>
            <p:sp>
              <p:nvSpPr>
                <p:cNvPr id="56" name="Freeform: Shape 55">
                  <a:extLst>
                    <a:ext uri="{FF2B5EF4-FFF2-40B4-BE49-F238E27FC236}">
                      <a16:creationId xmlns:a16="http://schemas.microsoft.com/office/drawing/2014/main" id="{D2C2F49A-9041-7E69-41E7-539F21151A9C}"/>
                    </a:ext>
                  </a:extLst>
                </p:cNvPr>
                <p:cNvSpPr/>
                <p:nvPr/>
              </p:nvSpPr>
              <p:spPr>
                <a:xfrm>
                  <a:off x="971296" y="2534200"/>
                  <a:ext cx="219476" cy="91448"/>
                </a:xfrm>
                <a:custGeom>
                  <a:avLst/>
                  <a:gdLst>
                    <a:gd name="connsiteX0" fmla="*/ 179541 w 219476"/>
                    <a:gd name="connsiteY0" fmla="*/ 91448 h 91448"/>
                    <a:gd name="connsiteX1" fmla="*/ 39932 w 219476"/>
                    <a:gd name="connsiteY1" fmla="*/ 91448 h 91448"/>
                    <a:gd name="connsiteX2" fmla="*/ 0 w 219476"/>
                    <a:gd name="connsiteY2" fmla="*/ 51517 h 91448"/>
                    <a:gd name="connsiteX3" fmla="*/ 51517 w 219476"/>
                    <a:gd name="connsiteY3" fmla="*/ 0 h 91448"/>
                    <a:gd name="connsiteX4" fmla="*/ 167960 w 219476"/>
                    <a:gd name="connsiteY4" fmla="*/ 0 h 91448"/>
                    <a:gd name="connsiteX5" fmla="*/ 219476 w 219476"/>
                    <a:gd name="connsiteY5" fmla="*/ 51517 h 91448"/>
                    <a:gd name="connsiteX6" fmla="*/ 179545 w 219476"/>
                    <a:gd name="connsiteY6" fmla="*/ 91448 h 9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476" h="91448">
                      <a:moveTo>
                        <a:pt x="179541" y="91448"/>
                      </a:moveTo>
                      <a:lnTo>
                        <a:pt x="39932" y="91448"/>
                      </a:lnTo>
                      <a:cubicBezTo>
                        <a:pt x="17879" y="91448"/>
                        <a:pt x="0" y="73569"/>
                        <a:pt x="0" y="51517"/>
                      </a:cubicBezTo>
                      <a:cubicBezTo>
                        <a:pt x="0" y="23067"/>
                        <a:pt x="23063" y="0"/>
                        <a:pt x="51517" y="0"/>
                      </a:cubicBezTo>
                      <a:lnTo>
                        <a:pt x="167960" y="0"/>
                      </a:lnTo>
                      <a:cubicBezTo>
                        <a:pt x="196410" y="0"/>
                        <a:pt x="219476" y="23063"/>
                        <a:pt x="219476" y="51517"/>
                      </a:cubicBezTo>
                      <a:cubicBezTo>
                        <a:pt x="219476" y="73569"/>
                        <a:pt x="201597" y="91448"/>
                        <a:pt x="179545" y="91448"/>
                      </a:cubicBezTo>
                      <a:close/>
                    </a:path>
                  </a:pathLst>
                </a:custGeom>
                <a:solidFill>
                  <a:srgbClr val="E6EDF1"/>
                </a:solidFill>
                <a:ln w="354" cap="flat">
                  <a:noFill/>
                  <a:prstDash val="solid"/>
                  <a:miter/>
                </a:ln>
              </p:spPr>
              <p:txBody>
                <a:bodyPr rtlCol="0" anchor="ctr"/>
                <a:lstStyle/>
                <a:p>
                  <a:endParaRPr lang="pt-BR"/>
                </a:p>
              </p:txBody>
            </p:sp>
            <p:sp>
              <p:nvSpPr>
                <p:cNvPr id="57" name="Freeform: Shape 56">
                  <a:extLst>
                    <a:ext uri="{FF2B5EF4-FFF2-40B4-BE49-F238E27FC236}">
                      <a16:creationId xmlns:a16="http://schemas.microsoft.com/office/drawing/2014/main" id="{74674397-F093-695E-5663-7973BE97F348}"/>
                    </a:ext>
                  </a:extLst>
                </p:cNvPr>
                <p:cNvSpPr/>
                <p:nvPr/>
              </p:nvSpPr>
              <p:spPr>
                <a:xfrm rot="-2700000">
                  <a:off x="1027078" y="2497621"/>
                  <a:ext cx="107907" cy="107907"/>
                </a:xfrm>
                <a:custGeom>
                  <a:avLst/>
                  <a:gdLst>
                    <a:gd name="connsiteX0" fmla="*/ 107908 w 107907"/>
                    <a:gd name="connsiteY0" fmla="*/ 53954 h 107907"/>
                    <a:gd name="connsiteX1" fmla="*/ 53954 w 107907"/>
                    <a:gd name="connsiteY1" fmla="*/ 107908 h 107907"/>
                    <a:gd name="connsiteX2" fmla="*/ 0 w 107907"/>
                    <a:gd name="connsiteY2" fmla="*/ 53954 h 107907"/>
                    <a:gd name="connsiteX3" fmla="*/ 53954 w 107907"/>
                    <a:gd name="connsiteY3" fmla="*/ 0 h 107907"/>
                    <a:gd name="connsiteX4" fmla="*/ 107908 w 107907"/>
                    <a:gd name="connsiteY4" fmla="*/ 53954 h 10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07" h="107907">
                      <a:moveTo>
                        <a:pt x="107908" y="53954"/>
                      </a:moveTo>
                      <a:cubicBezTo>
                        <a:pt x="107908" y="83752"/>
                        <a:pt x="83752" y="107908"/>
                        <a:pt x="53954" y="107908"/>
                      </a:cubicBezTo>
                      <a:cubicBezTo>
                        <a:pt x="24156" y="107908"/>
                        <a:pt x="0" y="83752"/>
                        <a:pt x="0" y="53954"/>
                      </a:cubicBezTo>
                      <a:cubicBezTo>
                        <a:pt x="0" y="24156"/>
                        <a:pt x="24156" y="0"/>
                        <a:pt x="53954" y="0"/>
                      </a:cubicBezTo>
                      <a:cubicBezTo>
                        <a:pt x="83752" y="0"/>
                        <a:pt x="107908" y="24156"/>
                        <a:pt x="107908" y="53954"/>
                      </a:cubicBezTo>
                      <a:close/>
                    </a:path>
                  </a:pathLst>
                </a:custGeom>
                <a:solidFill>
                  <a:schemeClr val="bg2">
                    <a:lumMod val="50000"/>
                  </a:schemeClr>
                </a:solidFill>
                <a:ln w="354" cap="flat">
                  <a:noFill/>
                  <a:prstDash val="solid"/>
                  <a:miter/>
                </a:ln>
              </p:spPr>
              <p:txBody>
                <a:bodyPr rtlCol="0" anchor="ctr"/>
                <a:lstStyle/>
                <a:p>
                  <a:endParaRPr lang="pt-BR"/>
                </a:p>
              </p:txBody>
            </p:sp>
            <p:sp>
              <p:nvSpPr>
                <p:cNvPr id="58" name="Freeform: Shape 57">
                  <a:extLst>
                    <a:ext uri="{FF2B5EF4-FFF2-40B4-BE49-F238E27FC236}">
                      <a16:creationId xmlns:a16="http://schemas.microsoft.com/office/drawing/2014/main" id="{76977F8C-9F16-97C1-38A6-DC95299199A5}"/>
                    </a:ext>
                  </a:extLst>
                </p:cNvPr>
                <p:cNvSpPr/>
                <p:nvPr/>
              </p:nvSpPr>
              <p:spPr>
                <a:xfrm>
                  <a:off x="816818" y="2375436"/>
                  <a:ext cx="89256" cy="176975"/>
                </a:xfrm>
                <a:custGeom>
                  <a:avLst/>
                  <a:gdLst>
                    <a:gd name="connsiteX0" fmla="*/ 1671 w 89256"/>
                    <a:gd name="connsiteY0" fmla="*/ 138903 h 176975"/>
                    <a:gd name="connsiteX1" fmla="*/ 29403 w 89256"/>
                    <a:gd name="connsiteY1" fmla="*/ 29765 h 176975"/>
                    <a:gd name="connsiteX2" fmla="*/ 70188 w 89256"/>
                    <a:gd name="connsiteY2" fmla="*/ 1457 h 176975"/>
                    <a:gd name="connsiteX3" fmla="*/ 86146 w 89256"/>
                    <a:gd name="connsiteY3" fmla="*/ 44463 h 176975"/>
                    <a:gd name="connsiteX4" fmla="*/ 53113 w 89256"/>
                    <a:gd name="connsiteY4" fmla="*/ 153726 h 176975"/>
                    <a:gd name="connsiteX5" fmla="*/ 19088 w 89256"/>
                    <a:gd name="connsiteY5" fmla="*/ 175729 h 176975"/>
                    <a:gd name="connsiteX6" fmla="*/ 1671 w 89256"/>
                    <a:gd name="connsiteY6" fmla="*/ 138900 h 17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56" h="176975">
                      <a:moveTo>
                        <a:pt x="1671" y="138903"/>
                      </a:moveTo>
                      <a:cubicBezTo>
                        <a:pt x="1671" y="138903"/>
                        <a:pt x="25033" y="45139"/>
                        <a:pt x="29403" y="29765"/>
                      </a:cubicBezTo>
                      <a:cubicBezTo>
                        <a:pt x="33772" y="14390"/>
                        <a:pt x="50704" y="-5588"/>
                        <a:pt x="70188" y="1457"/>
                      </a:cubicBezTo>
                      <a:cubicBezTo>
                        <a:pt x="89672" y="8505"/>
                        <a:pt x="92661" y="22275"/>
                        <a:pt x="86146" y="44463"/>
                      </a:cubicBezTo>
                      <a:cubicBezTo>
                        <a:pt x="79635" y="66647"/>
                        <a:pt x="58023" y="140761"/>
                        <a:pt x="53113" y="153726"/>
                      </a:cubicBezTo>
                      <a:cubicBezTo>
                        <a:pt x="48207" y="166691"/>
                        <a:pt x="35800" y="181386"/>
                        <a:pt x="19088" y="175729"/>
                      </a:cubicBezTo>
                      <a:cubicBezTo>
                        <a:pt x="2376" y="170071"/>
                        <a:pt x="-3143" y="154904"/>
                        <a:pt x="1671" y="138900"/>
                      </a:cubicBezTo>
                      <a:close/>
                    </a:path>
                  </a:pathLst>
                </a:custGeom>
                <a:solidFill>
                  <a:schemeClr val="bg2">
                    <a:lumMod val="50000"/>
                  </a:schemeClr>
                </a:solidFill>
                <a:ln w="354" cap="flat">
                  <a:noFill/>
                  <a:prstDash val="solid"/>
                  <a:miter/>
                </a:ln>
              </p:spPr>
              <p:txBody>
                <a:bodyPr rtlCol="0" anchor="ctr"/>
                <a:lstStyle/>
                <a:p>
                  <a:endParaRPr lang="pt-BR"/>
                </a:p>
              </p:txBody>
            </p:sp>
            <p:grpSp>
              <p:nvGrpSpPr>
                <p:cNvPr id="59" name="Graphic 7">
                  <a:extLst>
                    <a:ext uri="{FF2B5EF4-FFF2-40B4-BE49-F238E27FC236}">
                      <a16:creationId xmlns:a16="http://schemas.microsoft.com/office/drawing/2014/main" id="{82DED0CA-B4E1-1815-BC25-ED5D30D78F9F}"/>
                    </a:ext>
                  </a:extLst>
                </p:cNvPr>
                <p:cNvGrpSpPr/>
                <p:nvPr/>
              </p:nvGrpSpPr>
              <p:grpSpPr>
                <a:xfrm>
                  <a:off x="837619" y="2356369"/>
                  <a:ext cx="543874" cy="168852"/>
                  <a:chOff x="837619" y="2356369"/>
                  <a:chExt cx="543874" cy="168852"/>
                </a:xfrm>
              </p:grpSpPr>
              <p:sp>
                <p:nvSpPr>
                  <p:cNvPr id="61" name="Freeform: Shape 60">
                    <a:extLst>
                      <a:ext uri="{FF2B5EF4-FFF2-40B4-BE49-F238E27FC236}">
                        <a16:creationId xmlns:a16="http://schemas.microsoft.com/office/drawing/2014/main" id="{28B9C86B-D6FB-B30D-8174-C8B3E86ABF7A}"/>
                      </a:ext>
                    </a:extLst>
                  </p:cNvPr>
                  <p:cNvSpPr/>
                  <p:nvPr/>
                </p:nvSpPr>
                <p:spPr>
                  <a:xfrm>
                    <a:off x="837619" y="2356369"/>
                    <a:ext cx="103484" cy="80460"/>
                  </a:xfrm>
                  <a:custGeom>
                    <a:avLst/>
                    <a:gdLst>
                      <a:gd name="connsiteX0" fmla="*/ 336 w 103484"/>
                      <a:gd name="connsiteY0" fmla="*/ 47056 h 80460"/>
                      <a:gd name="connsiteX1" fmla="*/ 5563 w 103484"/>
                      <a:gd name="connsiteY1" fmla="*/ 20538 h 80460"/>
                      <a:gd name="connsiteX2" fmla="*/ 35461 w 103484"/>
                      <a:gd name="connsiteY2" fmla="*/ 485 h 80460"/>
                      <a:gd name="connsiteX3" fmla="*/ 82946 w 103484"/>
                      <a:gd name="connsiteY3" fmla="*/ 9846 h 80460"/>
                      <a:gd name="connsiteX4" fmla="*/ 102999 w 103484"/>
                      <a:gd name="connsiteY4" fmla="*/ 39744 h 80460"/>
                      <a:gd name="connsiteX5" fmla="*/ 97773 w 103484"/>
                      <a:gd name="connsiteY5" fmla="*/ 66262 h 80460"/>
                      <a:gd name="connsiteX6" fmla="*/ 77101 w 103484"/>
                      <a:gd name="connsiteY6" fmla="*/ 80124 h 80460"/>
                      <a:gd name="connsiteX7" fmla="*/ 14198 w 103484"/>
                      <a:gd name="connsiteY7" fmla="*/ 67725 h 80460"/>
                      <a:gd name="connsiteX8" fmla="*/ 336 w 103484"/>
                      <a:gd name="connsiteY8" fmla="*/ 47053 h 80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484" h="80460">
                        <a:moveTo>
                          <a:pt x="336" y="47056"/>
                        </a:moveTo>
                        <a:lnTo>
                          <a:pt x="5563" y="20538"/>
                        </a:lnTo>
                        <a:cubicBezTo>
                          <a:pt x="8281" y="6744"/>
                          <a:pt x="21670" y="-2233"/>
                          <a:pt x="35461" y="485"/>
                        </a:cubicBezTo>
                        <a:lnTo>
                          <a:pt x="82946" y="9846"/>
                        </a:lnTo>
                        <a:cubicBezTo>
                          <a:pt x="96741" y="12565"/>
                          <a:pt x="105718" y="25954"/>
                          <a:pt x="102999" y="39744"/>
                        </a:cubicBezTo>
                        <a:lnTo>
                          <a:pt x="97773" y="66262"/>
                        </a:lnTo>
                        <a:cubicBezTo>
                          <a:pt x="95894" y="75798"/>
                          <a:pt x="86640" y="82007"/>
                          <a:pt x="77101" y="80124"/>
                        </a:cubicBezTo>
                        <a:lnTo>
                          <a:pt x="14198" y="67725"/>
                        </a:lnTo>
                        <a:cubicBezTo>
                          <a:pt x="4663" y="65846"/>
                          <a:pt x="-1546" y="56592"/>
                          <a:pt x="336" y="47053"/>
                        </a:cubicBezTo>
                        <a:close/>
                      </a:path>
                    </a:pathLst>
                  </a:custGeom>
                  <a:solidFill>
                    <a:schemeClr val="bg2">
                      <a:lumMod val="50000"/>
                    </a:schemeClr>
                  </a:solidFill>
                  <a:ln w="354" cap="flat">
                    <a:noFill/>
                    <a:prstDash val="solid"/>
                    <a:miter/>
                  </a:ln>
                </p:spPr>
                <p:txBody>
                  <a:bodyPr rtlCol="0" anchor="ctr"/>
                  <a:lstStyle/>
                  <a:p>
                    <a:endParaRPr lang="pt-BR"/>
                  </a:p>
                </p:txBody>
              </p:sp>
              <p:sp>
                <p:nvSpPr>
                  <p:cNvPr id="62" name="Freeform: Shape 61">
                    <a:extLst>
                      <a:ext uri="{FF2B5EF4-FFF2-40B4-BE49-F238E27FC236}">
                        <a16:creationId xmlns:a16="http://schemas.microsoft.com/office/drawing/2014/main" id="{5B145EDB-B716-6E82-1D63-28CC8EBADB3D}"/>
                      </a:ext>
                    </a:extLst>
                  </p:cNvPr>
                  <p:cNvSpPr/>
                  <p:nvPr/>
                </p:nvSpPr>
                <p:spPr>
                  <a:xfrm>
                    <a:off x="1277340" y="2442459"/>
                    <a:ext cx="104153" cy="82762"/>
                  </a:xfrm>
                  <a:custGeom>
                    <a:avLst/>
                    <a:gdLst>
                      <a:gd name="connsiteX0" fmla="*/ 96947 w 104153"/>
                      <a:gd name="connsiteY0" fmla="*/ 69364 h 82762"/>
                      <a:gd name="connsiteX1" fmla="*/ 103409 w 104153"/>
                      <a:gd name="connsiteY1" fmla="*/ 43121 h 82762"/>
                      <a:gd name="connsiteX2" fmla="*/ 84775 w 104153"/>
                      <a:gd name="connsiteY2" fmla="*/ 12315 h 82762"/>
                      <a:gd name="connsiteX3" fmla="*/ 37781 w 104153"/>
                      <a:gd name="connsiteY3" fmla="*/ 744 h 82762"/>
                      <a:gd name="connsiteX4" fmla="*/ 6976 w 104153"/>
                      <a:gd name="connsiteY4" fmla="*/ 19378 h 82762"/>
                      <a:gd name="connsiteX5" fmla="*/ 514 w 104153"/>
                      <a:gd name="connsiteY5" fmla="*/ 45622 h 82762"/>
                      <a:gd name="connsiteX6" fmla="*/ 13394 w 104153"/>
                      <a:gd name="connsiteY6" fmla="*/ 66920 h 82762"/>
                      <a:gd name="connsiteX7" fmla="*/ 75645 w 104153"/>
                      <a:gd name="connsiteY7" fmla="*/ 82248 h 82762"/>
                      <a:gd name="connsiteX8" fmla="*/ 96944 w 104153"/>
                      <a:gd name="connsiteY8" fmla="*/ 69368 h 8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53" h="82762">
                        <a:moveTo>
                          <a:pt x="96947" y="69364"/>
                        </a:moveTo>
                        <a:lnTo>
                          <a:pt x="103409" y="43121"/>
                        </a:lnTo>
                        <a:cubicBezTo>
                          <a:pt x="106771" y="29468"/>
                          <a:pt x="98427" y="15678"/>
                          <a:pt x="84775" y="12315"/>
                        </a:cubicBezTo>
                        <a:lnTo>
                          <a:pt x="37781" y="744"/>
                        </a:lnTo>
                        <a:cubicBezTo>
                          <a:pt x="24129" y="-2618"/>
                          <a:pt x="10338" y="5726"/>
                          <a:pt x="6976" y="19378"/>
                        </a:cubicBezTo>
                        <a:lnTo>
                          <a:pt x="514" y="45622"/>
                        </a:lnTo>
                        <a:cubicBezTo>
                          <a:pt x="-1809" y="55061"/>
                          <a:pt x="3958" y="64593"/>
                          <a:pt x="13394" y="66920"/>
                        </a:cubicBezTo>
                        <a:lnTo>
                          <a:pt x="75645" y="82248"/>
                        </a:lnTo>
                        <a:cubicBezTo>
                          <a:pt x="85085" y="84571"/>
                          <a:pt x="94617" y="78804"/>
                          <a:pt x="96944" y="69368"/>
                        </a:cubicBezTo>
                        <a:close/>
                      </a:path>
                    </a:pathLst>
                  </a:custGeom>
                  <a:solidFill>
                    <a:schemeClr val="bg2">
                      <a:lumMod val="50000"/>
                    </a:schemeClr>
                  </a:solidFill>
                  <a:ln w="354" cap="flat">
                    <a:noFill/>
                    <a:prstDash val="solid"/>
                    <a:miter/>
                  </a:ln>
                </p:spPr>
                <p:txBody>
                  <a:bodyPr rtlCol="0" anchor="ctr"/>
                  <a:lstStyle/>
                  <a:p>
                    <a:endParaRPr lang="pt-BR"/>
                  </a:p>
                </p:txBody>
              </p:sp>
            </p:grpSp>
          </p:grpSp>
        </p:grpSp>
      </p:grpSp>
      <p:grpSp>
        <p:nvGrpSpPr>
          <p:cNvPr id="78" name="Group 77">
            <a:extLst>
              <a:ext uri="{FF2B5EF4-FFF2-40B4-BE49-F238E27FC236}">
                <a16:creationId xmlns:a16="http://schemas.microsoft.com/office/drawing/2014/main" id="{F119AF6A-4D68-034F-2967-A78624E3AE27}"/>
              </a:ext>
            </a:extLst>
          </p:cNvPr>
          <p:cNvGrpSpPr/>
          <p:nvPr/>
        </p:nvGrpSpPr>
        <p:grpSpPr>
          <a:xfrm>
            <a:off x="7976786" y="4603733"/>
            <a:ext cx="1560724" cy="1362336"/>
            <a:chOff x="7156991" y="3893197"/>
            <a:chExt cx="1560724" cy="1362336"/>
          </a:xfrm>
        </p:grpSpPr>
        <p:sp>
          <p:nvSpPr>
            <p:cNvPr id="79" name="CaixaDeTexto 26">
              <a:extLst>
                <a:ext uri="{FF2B5EF4-FFF2-40B4-BE49-F238E27FC236}">
                  <a16:creationId xmlns:a16="http://schemas.microsoft.com/office/drawing/2014/main" id="{F0734C9A-A7BF-88FE-6DE8-A9DACD9AB5FB}"/>
                </a:ext>
              </a:extLst>
            </p:cNvPr>
            <p:cNvSpPr txBox="1"/>
            <p:nvPr/>
          </p:nvSpPr>
          <p:spPr>
            <a:xfrm>
              <a:off x="7156992" y="4886201"/>
              <a:ext cx="1526538" cy="369332"/>
            </a:xfrm>
            <a:prstGeom prst="rect">
              <a:avLst/>
            </a:prstGeom>
            <a:noFill/>
          </p:spPr>
          <p:txBody>
            <a:bodyPr wrap="square" lIns="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1" u="none" strike="noStrike" kern="0" cap="none" spc="0" normalizeH="0" baseline="0" noProof="0" err="1">
                  <a:ln>
                    <a:noFill/>
                  </a:ln>
                  <a:solidFill>
                    <a:schemeClr val="bg1"/>
                  </a:solidFill>
                  <a:effectLst/>
                  <a:uLnTx/>
                  <a:uFillTx/>
                  <a:latin typeface="Versos" panose="020B0503020204030204" pitchFamily="34" charset="77"/>
                </a:rPr>
                <a:t>Due</a:t>
              </a:r>
              <a:r>
                <a:rPr kumimoji="0" lang="pt-BR" sz="1200" b="1" i="1" u="none" strike="noStrike" kern="0" cap="none" spc="0" normalizeH="0" baseline="0" noProof="0">
                  <a:ln>
                    <a:noFill/>
                  </a:ln>
                  <a:solidFill>
                    <a:schemeClr val="bg1"/>
                  </a:solidFill>
                  <a:effectLst/>
                  <a:uLnTx/>
                  <a:uFillTx/>
                  <a:latin typeface="Versos" panose="020B0503020204030204" pitchFamily="34" charset="77"/>
                </a:rPr>
                <a:t> </a:t>
              </a:r>
              <a:r>
                <a:rPr kumimoji="0" lang="pt-BR" sz="1200" b="1" i="1" u="none" strike="noStrike" kern="0" cap="none" spc="0" normalizeH="0" baseline="0" noProof="0" err="1">
                  <a:ln>
                    <a:noFill/>
                  </a:ln>
                  <a:solidFill>
                    <a:schemeClr val="bg1"/>
                  </a:solidFill>
                  <a:effectLst/>
                  <a:uLnTx/>
                  <a:uFillTx/>
                  <a:latin typeface="Versos" panose="020B0503020204030204" pitchFamily="34" charset="77"/>
                </a:rPr>
                <a:t>Dilligence</a:t>
              </a:r>
              <a:endParaRPr kumimoji="0" lang="pt-BR" sz="1200" b="1" i="1" u="none" strike="noStrike" kern="0" cap="none" spc="0" normalizeH="0" baseline="0" noProof="0">
                <a:ln>
                  <a:noFill/>
                </a:ln>
                <a:solidFill>
                  <a:schemeClr val="bg1"/>
                </a:solidFill>
                <a:effectLst/>
                <a:uLnTx/>
                <a:uFillTx/>
                <a:latin typeface="Versos" panose="020B0503020204030204" pitchFamily="34" charset="77"/>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chemeClr val="bg1"/>
                  </a:solidFill>
                  <a:effectLst/>
                  <a:uLnTx/>
                  <a:uFillTx/>
                  <a:latin typeface="Versos" panose="020B0503020204030204" pitchFamily="34" charset="77"/>
                </a:rPr>
                <a:t>e Execução</a:t>
              </a:r>
              <a:r>
                <a:rPr kumimoji="0" lang="pt-BR" sz="1200" b="0" i="0" u="none" strike="noStrike" kern="0" cap="none" spc="0" normalizeH="0" baseline="0" noProof="0">
                  <a:ln>
                    <a:noFill/>
                  </a:ln>
                  <a:solidFill>
                    <a:srgbClr val="ABC6CD"/>
                  </a:solidFill>
                  <a:effectLst/>
                  <a:uLnTx/>
                  <a:uFillTx/>
                  <a:latin typeface="Versos" panose="020B0503020204030204" pitchFamily="34" charset="77"/>
                </a:rPr>
                <a:t>​</a:t>
              </a:r>
            </a:p>
          </p:txBody>
        </p:sp>
        <p:sp>
          <p:nvSpPr>
            <p:cNvPr id="80" name="object 133">
              <a:extLst>
                <a:ext uri="{FF2B5EF4-FFF2-40B4-BE49-F238E27FC236}">
                  <a16:creationId xmlns:a16="http://schemas.microsoft.com/office/drawing/2014/main" id="{4A2F29DB-7239-4FB0-31AD-BCD0E7D8DCB5}"/>
                </a:ext>
              </a:extLst>
            </p:cNvPr>
            <p:cNvSpPr txBox="1"/>
            <p:nvPr/>
          </p:nvSpPr>
          <p:spPr>
            <a:xfrm>
              <a:off x="7156991" y="4336706"/>
              <a:ext cx="1079936" cy="476411"/>
            </a:xfrm>
            <a:prstGeom prst="rect">
              <a:avLst/>
            </a:prstGeom>
          </p:spPr>
          <p:txBody>
            <a:bodyPr vert="horz" wrap="square" lIns="0" tIns="14604" rIns="0" bIns="0" rtlCol="0">
              <a:spAutoFit/>
            </a:bodyPr>
            <a:lstStyle/>
            <a:p>
              <a:pPr marL="12700">
                <a:lnSpc>
                  <a:spcPct val="100000"/>
                </a:lnSpc>
                <a:spcBef>
                  <a:spcPts val="114"/>
                </a:spcBef>
              </a:pPr>
              <a:r>
                <a:rPr lang="pt-BR" sz="3000" b="1" spc="45">
                  <a:solidFill>
                    <a:schemeClr val="bg2">
                      <a:lumMod val="90000"/>
                    </a:schemeClr>
                  </a:solidFill>
                  <a:latin typeface="Versos" panose="020B0503020204030204" pitchFamily="34" charset="0"/>
                  <a:cs typeface="Arial"/>
                </a:rPr>
                <a:t>04</a:t>
              </a:r>
              <a:endParaRPr sz="3000">
                <a:solidFill>
                  <a:schemeClr val="bg2">
                    <a:lumMod val="90000"/>
                  </a:schemeClr>
                </a:solidFill>
                <a:latin typeface="Versos" panose="020B0503020204030204" pitchFamily="34" charset="0"/>
                <a:cs typeface="Arial"/>
              </a:endParaRPr>
            </a:p>
          </p:txBody>
        </p:sp>
        <p:grpSp>
          <p:nvGrpSpPr>
            <p:cNvPr id="81" name="Group 80">
              <a:extLst>
                <a:ext uri="{FF2B5EF4-FFF2-40B4-BE49-F238E27FC236}">
                  <a16:creationId xmlns:a16="http://schemas.microsoft.com/office/drawing/2014/main" id="{0BA184E1-4F56-1AC8-3023-4E0E4D0BD149}"/>
                </a:ext>
              </a:extLst>
            </p:cNvPr>
            <p:cNvGrpSpPr/>
            <p:nvPr/>
          </p:nvGrpSpPr>
          <p:grpSpPr>
            <a:xfrm>
              <a:off x="7156991" y="3893197"/>
              <a:ext cx="1560724" cy="564675"/>
              <a:chOff x="368971" y="2180228"/>
              <a:chExt cx="1560724" cy="564675"/>
            </a:xfrm>
          </p:grpSpPr>
          <p:sp>
            <p:nvSpPr>
              <p:cNvPr id="110" name="Freeform: Shape 109">
                <a:extLst>
                  <a:ext uri="{FF2B5EF4-FFF2-40B4-BE49-F238E27FC236}">
                    <a16:creationId xmlns:a16="http://schemas.microsoft.com/office/drawing/2014/main" id="{C76409CC-AFBD-E554-FB24-56B1C7D80E67}"/>
                  </a:ext>
                </a:extLst>
              </p:cNvPr>
              <p:cNvSpPr/>
              <p:nvPr/>
            </p:nvSpPr>
            <p:spPr>
              <a:xfrm rot="5400000">
                <a:off x="949376" y="1660433"/>
                <a:ext cx="399914" cy="1560724"/>
              </a:xfrm>
              <a:custGeom>
                <a:avLst/>
                <a:gdLst>
                  <a:gd name="connsiteX0" fmla="*/ 199957 w 399914"/>
                  <a:gd name="connsiteY0" fmla="*/ 0 h 1560724"/>
                  <a:gd name="connsiteX1" fmla="*/ 0 w 399914"/>
                  <a:gd name="connsiteY1" fmla="*/ 780362 h 1560724"/>
                  <a:gd name="connsiteX2" fmla="*/ 199957 w 399914"/>
                  <a:gd name="connsiteY2" fmla="*/ 1560725 h 1560724"/>
                  <a:gd name="connsiteX3" fmla="*/ 399914 w 399914"/>
                  <a:gd name="connsiteY3" fmla="*/ 780362 h 1560724"/>
                  <a:gd name="connsiteX4" fmla="*/ 199957 w 399914"/>
                  <a:gd name="connsiteY4" fmla="*/ 0 h 1560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914" h="1560724">
                    <a:moveTo>
                      <a:pt x="199957" y="0"/>
                    </a:moveTo>
                    <a:cubicBezTo>
                      <a:pt x="149351" y="0"/>
                      <a:pt x="0" y="390197"/>
                      <a:pt x="0" y="780362"/>
                    </a:cubicBezTo>
                    <a:cubicBezTo>
                      <a:pt x="0" y="1170528"/>
                      <a:pt x="132241" y="1560725"/>
                      <a:pt x="199957" y="1560725"/>
                    </a:cubicBezTo>
                    <a:cubicBezTo>
                      <a:pt x="267673" y="1560725"/>
                      <a:pt x="399914" y="1171165"/>
                      <a:pt x="399914" y="780362"/>
                    </a:cubicBezTo>
                    <a:cubicBezTo>
                      <a:pt x="399914" y="389560"/>
                      <a:pt x="250563" y="0"/>
                      <a:pt x="199957" y="0"/>
                    </a:cubicBezTo>
                    <a:close/>
                  </a:path>
                </a:pathLst>
              </a:custGeom>
              <a:solidFill>
                <a:srgbClr val="759DB4"/>
              </a:solidFill>
              <a:ln w="354" cap="flat">
                <a:noFill/>
                <a:prstDash val="solid"/>
                <a:miter/>
              </a:ln>
            </p:spPr>
            <p:txBody>
              <a:bodyPr rtlCol="0" anchor="ctr"/>
              <a:lstStyle/>
              <a:p>
                <a:endParaRPr lang="pt-BR"/>
              </a:p>
            </p:txBody>
          </p:sp>
          <p:grpSp>
            <p:nvGrpSpPr>
              <p:cNvPr id="83" name="Graphic 7">
                <a:extLst>
                  <a:ext uri="{FF2B5EF4-FFF2-40B4-BE49-F238E27FC236}">
                    <a16:creationId xmlns:a16="http://schemas.microsoft.com/office/drawing/2014/main" id="{43A69B76-941A-44A7-E4C1-BB5D47252A46}"/>
                  </a:ext>
                </a:extLst>
              </p:cNvPr>
              <p:cNvGrpSpPr/>
              <p:nvPr/>
            </p:nvGrpSpPr>
            <p:grpSpPr>
              <a:xfrm rot="5400000">
                <a:off x="858015" y="2273448"/>
                <a:ext cx="564675" cy="378236"/>
                <a:chOff x="816818" y="2264412"/>
                <a:chExt cx="564675" cy="378236"/>
              </a:xfrm>
            </p:grpSpPr>
            <p:grpSp>
              <p:nvGrpSpPr>
                <p:cNvPr id="84" name="Graphic 7">
                  <a:extLst>
                    <a:ext uri="{FF2B5EF4-FFF2-40B4-BE49-F238E27FC236}">
                      <a16:creationId xmlns:a16="http://schemas.microsoft.com/office/drawing/2014/main" id="{F234903E-4AD3-3745-BC70-76C24845D379}"/>
                    </a:ext>
                  </a:extLst>
                </p:cNvPr>
                <p:cNvGrpSpPr/>
                <p:nvPr/>
              </p:nvGrpSpPr>
              <p:grpSpPr>
                <a:xfrm>
                  <a:off x="818111" y="2500400"/>
                  <a:ext cx="201304" cy="114419"/>
                  <a:chOff x="818111" y="2500400"/>
                  <a:chExt cx="201304" cy="114419"/>
                </a:xfrm>
              </p:grpSpPr>
              <p:sp>
                <p:nvSpPr>
                  <p:cNvPr id="108" name="Freeform: Shape 107">
                    <a:extLst>
                      <a:ext uri="{FF2B5EF4-FFF2-40B4-BE49-F238E27FC236}">
                        <a16:creationId xmlns:a16="http://schemas.microsoft.com/office/drawing/2014/main" id="{D66780B0-73FE-783E-D4D9-E312126A27EC}"/>
                      </a:ext>
                    </a:extLst>
                  </p:cNvPr>
                  <p:cNvSpPr/>
                  <p:nvPr/>
                </p:nvSpPr>
                <p:spPr>
                  <a:xfrm>
                    <a:off x="818111" y="2500400"/>
                    <a:ext cx="201304" cy="111509"/>
                  </a:xfrm>
                  <a:custGeom>
                    <a:avLst/>
                    <a:gdLst>
                      <a:gd name="connsiteX0" fmla="*/ 158351 w 201304"/>
                      <a:gd name="connsiteY0" fmla="*/ 108024 h 111509"/>
                      <a:gd name="connsiteX1" fmla="*/ 15888 w 201304"/>
                      <a:gd name="connsiteY1" fmla="*/ 49979 h 111509"/>
                      <a:gd name="connsiteX2" fmla="*/ 1627 w 201304"/>
                      <a:gd name="connsiteY2" fmla="*/ 16523 h 111509"/>
                      <a:gd name="connsiteX3" fmla="*/ 36119 w 201304"/>
                      <a:gd name="connsiteY3" fmla="*/ 1575 h 111509"/>
                      <a:gd name="connsiteX4" fmla="*/ 181194 w 201304"/>
                      <a:gd name="connsiteY4" fmla="*/ 59443 h 111509"/>
                      <a:gd name="connsiteX5" fmla="*/ 198663 w 201304"/>
                      <a:gd name="connsiteY5" fmla="*/ 96333 h 111509"/>
                      <a:gd name="connsiteX6" fmla="*/ 158351 w 201304"/>
                      <a:gd name="connsiteY6" fmla="*/ 108028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304" h="111509">
                        <a:moveTo>
                          <a:pt x="158351" y="108024"/>
                        </a:moveTo>
                        <a:lnTo>
                          <a:pt x="15888" y="49979"/>
                        </a:lnTo>
                        <a:cubicBezTo>
                          <a:pt x="2923" y="44467"/>
                          <a:pt x="-3162" y="29129"/>
                          <a:pt x="1627" y="16523"/>
                        </a:cubicBezTo>
                        <a:cubicBezTo>
                          <a:pt x="6417" y="3913"/>
                          <a:pt x="19115" y="-3402"/>
                          <a:pt x="36119" y="1575"/>
                        </a:cubicBezTo>
                        <a:cubicBezTo>
                          <a:pt x="53123" y="6553"/>
                          <a:pt x="181194" y="59443"/>
                          <a:pt x="181194" y="59443"/>
                        </a:cubicBezTo>
                        <a:cubicBezTo>
                          <a:pt x="195902" y="65114"/>
                          <a:pt x="206463" y="81247"/>
                          <a:pt x="198663" y="96333"/>
                        </a:cubicBezTo>
                        <a:cubicBezTo>
                          <a:pt x="190864" y="111419"/>
                          <a:pt x="178493" y="115137"/>
                          <a:pt x="158351" y="108028"/>
                        </a:cubicBezTo>
                        <a:close/>
                      </a:path>
                    </a:pathLst>
                  </a:custGeom>
                  <a:solidFill>
                    <a:schemeClr val="bg2">
                      <a:lumMod val="50000"/>
                    </a:schemeClr>
                  </a:solidFill>
                  <a:ln w="354" cap="flat">
                    <a:noFill/>
                    <a:prstDash val="solid"/>
                    <a:miter/>
                  </a:ln>
                </p:spPr>
                <p:txBody>
                  <a:bodyPr rtlCol="0" anchor="ctr"/>
                  <a:lstStyle/>
                  <a:p>
                    <a:endParaRPr lang="pt-BR"/>
                  </a:p>
                </p:txBody>
              </p:sp>
              <p:sp>
                <p:nvSpPr>
                  <p:cNvPr id="109" name="Freeform: Shape 108">
                    <a:extLst>
                      <a:ext uri="{FF2B5EF4-FFF2-40B4-BE49-F238E27FC236}">
                        <a16:creationId xmlns:a16="http://schemas.microsoft.com/office/drawing/2014/main" id="{B7D9737A-B4F1-0C51-4CEC-9EA6113F6BC1}"/>
                      </a:ext>
                    </a:extLst>
                  </p:cNvPr>
                  <p:cNvSpPr/>
                  <p:nvPr/>
                </p:nvSpPr>
                <p:spPr>
                  <a:xfrm>
                    <a:off x="893094" y="2518840"/>
                    <a:ext cx="125872" cy="95978"/>
                  </a:xfrm>
                  <a:custGeom>
                    <a:avLst/>
                    <a:gdLst>
                      <a:gd name="connsiteX0" fmla="*/ 21490 w 125872"/>
                      <a:gd name="connsiteY0" fmla="*/ 0 h 95978"/>
                      <a:gd name="connsiteX1" fmla="*/ 103606 w 125872"/>
                      <a:gd name="connsiteY1" fmla="*/ 38327 h 95978"/>
                      <a:gd name="connsiteX2" fmla="*/ 123463 w 125872"/>
                      <a:gd name="connsiteY2" fmla="*/ 80162 h 95978"/>
                      <a:gd name="connsiteX3" fmla="*/ 68026 w 125872"/>
                      <a:gd name="connsiteY3" fmla="*/ 91338 h 95978"/>
                      <a:gd name="connsiteX4" fmla="*/ 0 w 125872"/>
                      <a:gd name="connsiteY4" fmla="*/ 71449 h 95978"/>
                      <a:gd name="connsiteX5" fmla="*/ 21490 w 125872"/>
                      <a:gd name="connsiteY5" fmla="*/ 0 h 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872" h="95978">
                        <a:moveTo>
                          <a:pt x="21490" y="0"/>
                        </a:moveTo>
                        <a:cubicBezTo>
                          <a:pt x="21490" y="0"/>
                          <a:pt x="77038" y="20569"/>
                          <a:pt x="103606" y="38327"/>
                        </a:cubicBezTo>
                        <a:cubicBezTo>
                          <a:pt x="120521" y="49634"/>
                          <a:pt x="130818" y="63383"/>
                          <a:pt x="123463" y="80162"/>
                        </a:cubicBezTo>
                        <a:cubicBezTo>
                          <a:pt x="114209" y="102791"/>
                          <a:pt x="84133" y="95817"/>
                          <a:pt x="68026" y="91338"/>
                        </a:cubicBezTo>
                        <a:cubicBezTo>
                          <a:pt x="51919" y="86858"/>
                          <a:pt x="0" y="71449"/>
                          <a:pt x="0" y="71449"/>
                        </a:cubicBezTo>
                        <a:lnTo>
                          <a:pt x="21490" y="0"/>
                        </a:lnTo>
                        <a:close/>
                      </a:path>
                    </a:pathLst>
                  </a:custGeom>
                  <a:solidFill>
                    <a:srgbClr val="E6EDF1"/>
                  </a:solidFill>
                  <a:ln w="354" cap="flat">
                    <a:noFill/>
                    <a:prstDash val="solid"/>
                    <a:miter/>
                  </a:ln>
                </p:spPr>
                <p:txBody>
                  <a:bodyPr rtlCol="0" anchor="ctr"/>
                  <a:lstStyle/>
                  <a:p>
                    <a:endParaRPr lang="pt-BR"/>
                  </a:p>
                </p:txBody>
              </p:sp>
            </p:grpSp>
            <p:grpSp>
              <p:nvGrpSpPr>
                <p:cNvPr id="85" name="Graphic 7">
                  <a:extLst>
                    <a:ext uri="{FF2B5EF4-FFF2-40B4-BE49-F238E27FC236}">
                      <a16:creationId xmlns:a16="http://schemas.microsoft.com/office/drawing/2014/main" id="{DB61D429-0ECD-C640-486B-FBAF70A5FAF1}"/>
                    </a:ext>
                  </a:extLst>
                </p:cNvPr>
                <p:cNvGrpSpPr/>
                <p:nvPr/>
              </p:nvGrpSpPr>
              <p:grpSpPr>
                <a:xfrm>
                  <a:off x="1127086" y="2551364"/>
                  <a:ext cx="209276" cy="91048"/>
                  <a:chOff x="1127086" y="2551364"/>
                  <a:chExt cx="209276" cy="91048"/>
                </a:xfrm>
              </p:grpSpPr>
              <p:sp>
                <p:nvSpPr>
                  <p:cNvPr id="106" name="Freeform: Shape 105">
                    <a:extLst>
                      <a:ext uri="{FF2B5EF4-FFF2-40B4-BE49-F238E27FC236}">
                        <a16:creationId xmlns:a16="http://schemas.microsoft.com/office/drawing/2014/main" id="{0C9A9B86-6F91-4532-1F9C-3DCD971F6B04}"/>
                      </a:ext>
                    </a:extLst>
                  </p:cNvPr>
                  <p:cNvSpPr/>
                  <p:nvPr/>
                </p:nvSpPr>
                <p:spPr>
                  <a:xfrm>
                    <a:off x="1128542" y="2551364"/>
                    <a:ext cx="207820" cy="91048"/>
                  </a:xfrm>
                  <a:custGeom>
                    <a:avLst/>
                    <a:gdLst>
                      <a:gd name="connsiteX0" fmla="*/ 26248 w 207820"/>
                      <a:gd name="connsiteY0" fmla="*/ 53872 h 91048"/>
                      <a:gd name="connsiteX1" fmla="*/ 175681 w 207820"/>
                      <a:gd name="connsiteY1" fmla="*/ 90413 h 91048"/>
                      <a:gd name="connsiteX2" fmla="*/ 206853 w 207820"/>
                      <a:gd name="connsiteY2" fmla="*/ 71676 h 91048"/>
                      <a:gd name="connsiteX3" fmla="*/ 187686 w 207820"/>
                      <a:gd name="connsiteY3" fmla="*/ 39341 h 91048"/>
                      <a:gd name="connsiteX4" fmla="*/ 36246 w 207820"/>
                      <a:gd name="connsiteY4" fmla="*/ 1124 h 91048"/>
                      <a:gd name="connsiteX5" fmla="*/ 459 w 207820"/>
                      <a:gd name="connsiteY5" fmla="*/ 20757 h 91048"/>
                      <a:gd name="connsiteX6" fmla="*/ 26251 w 207820"/>
                      <a:gd name="connsiteY6" fmla="*/ 53872 h 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820" h="91048">
                        <a:moveTo>
                          <a:pt x="26248" y="53872"/>
                        </a:moveTo>
                        <a:lnTo>
                          <a:pt x="175681" y="90413"/>
                        </a:lnTo>
                        <a:cubicBezTo>
                          <a:pt x="189418" y="93554"/>
                          <a:pt x="203337" y="84699"/>
                          <a:pt x="206853" y="71676"/>
                        </a:cubicBezTo>
                        <a:cubicBezTo>
                          <a:pt x="210368" y="58654"/>
                          <a:pt x="204376" y="45279"/>
                          <a:pt x="187686" y="39341"/>
                        </a:cubicBezTo>
                        <a:cubicBezTo>
                          <a:pt x="170995" y="33399"/>
                          <a:pt x="36246" y="1124"/>
                          <a:pt x="36246" y="1124"/>
                        </a:cubicBezTo>
                        <a:cubicBezTo>
                          <a:pt x="21007" y="-2907"/>
                          <a:pt x="2992" y="3964"/>
                          <a:pt x="459" y="20757"/>
                        </a:cubicBezTo>
                        <a:cubicBezTo>
                          <a:pt x="-2071" y="37551"/>
                          <a:pt x="5764" y="47816"/>
                          <a:pt x="26251" y="53872"/>
                        </a:cubicBezTo>
                        <a:close/>
                      </a:path>
                    </a:pathLst>
                  </a:custGeom>
                  <a:solidFill>
                    <a:schemeClr val="bg2">
                      <a:lumMod val="50000"/>
                    </a:schemeClr>
                  </a:solidFill>
                  <a:ln w="354" cap="flat">
                    <a:noFill/>
                    <a:prstDash val="solid"/>
                    <a:miter/>
                  </a:ln>
                </p:spPr>
                <p:txBody>
                  <a:bodyPr rtlCol="0" anchor="ctr"/>
                  <a:lstStyle/>
                  <a:p>
                    <a:endParaRPr lang="pt-BR"/>
                  </a:p>
                </p:txBody>
              </p:sp>
              <p:sp>
                <p:nvSpPr>
                  <p:cNvPr id="107" name="Freeform: Shape 106">
                    <a:extLst>
                      <a:ext uri="{FF2B5EF4-FFF2-40B4-BE49-F238E27FC236}">
                        <a16:creationId xmlns:a16="http://schemas.microsoft.com/office/drawing/2014/main" id="{4746980A-98BF-DE31-DDF7-5CC83D5DE436}"/>
                      </a:ext>
                    </a:extLst>
                  </p:cNvPr>
                  <p:cNvSpPr/>
                  <p:nvPr/>
                </p:nvSpPr>
                <p:spPr>
                  <a:xfrm>
                    <a:off x="1127086" y="2551665"/>
                    <a:ext cx="130167" cy="86468"/>
                  </a:xfrm>
                  <a:custGeom>
                    <a:avLst/>
                    <a:gdLst>
                      <a:gd name="connsiteX0" fmla="*/ 130168 w 130167"/>
                      <a:gd name="connsiteY0" fmla="*/ 15650 h 86468"/>
                      <a:gd name="connsiteX1" fmla="*/ 40908 w 130167"/>
                      <a:gd name="connsiteY1" fmla="*/ 23 h 86468"/>
                      <a:gd name="connsiteX2" fmla="*/ 663 w 130167"/>
                      <a:gd name="connsiteY2" fmla="*/ 22936 h 86468"/>
                      <a:gd name="connsiteX3" fmla="*/ 39698 w 130167"/>
                      <a:gd name="connsiteY3" fmla="*/ 63854 h 86468"/>
                      <a:gd name="connsiteX4" fmla="*/ 109987 w 130167"/>
                      <a:gd name="connsiteY4" fmla="*/ 86468 h 86468"/>
                      <a:gd name="connsiteX5" fmla="*/ 130168 w 130167"/>
                      <a:gd name="connsiteY5" fmla="*/ 15650 h 8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167" h="86468">
                        <a:moveTo>
                          <a:pt x="130168" y="15650"/>
                        </a:moveTo>
                        <a:cubicBezTo>
                          <a:pt x="130168" y="15650"/>
                          <a:pt x="72855" y="685"/>
                          <a:pt x="40908" y="23"/>
                        </a:cubicBezTo>
                        <a:cubicBezTo>
                          <a:pt x="20563" y="-401"/>
                          <a:pt x="4250" y="4972"/>
                          <a:pt x="663" y="22936"/>
                        </a:cubicBezTo>
                        <a:cubicBezTo>
                          <a:pt x="-4716" y="46782"/>
                          <a:pt x="23929" y="58300"/>
                          <a:pt x="39698" y="63854"/>
                        </a:cubicBezTo>
                        <a:cubicBezTo>
                          <a:pt x="55467" y="69408"/>
                          <a:pt x="109987" y="86468"/>
                          <a:pt x="109987" y="86468"/>
                        </a:cubicBezTo>
                        <a:lnTo>
                          <a:pt x="130168" y="15650"/>
                        </a:lnTo>
                        <a:close/>
                      </a:path>
                    </a:pathLst>
                  </a:custGeom>
                  <a:solidFill>
                    <a:srgbClr val="E6EDF1"/>
                  </a:solidFill>
                  <a:ln w="354" cap="flat">
                    <a:noFill/>
                    <a:prstDash val="solid"/>
                    <a:miter/>
                  </a:ln>
                </p:spPr>
                <p:txBody>
                  <a:bodyPr rtlCol="0" anchor="ctr"/>
                  <a:lstStyle/>
                  <a:p>
                    <a:endParaRPr lang="pt-BR"/>
                  </a:p>
                </p:txBody>
              </p:sp>
            </p:grpSp>
            <p:sp>
              <p:nvSpPr>
                <p:cNvPr id="86" name="Freeform: Shape 85">
                  <a:extLst>
                    <a:ext uri="{FF2B5EF4-FFF2-40B4-BE49-F238E27FC236}">
                      <a16:creationId xmlns:a16="http://schemas.microsoft.com/office/drawing/2014/main" id="{ADA6D4ED-E0D7-7C68-5260-536B1A241F5F}"/>
                    </a:ext>
                  </a:extLst>
                </p:cNvPr>
                <p:cNvSpPr/>
                <p:nvPr/>
              </p:nvSpPr>
              <p:spPr>
                <a:xfrm>
                  <a:off x="1285211" y="2460365"/>
                  <a:ext cx="67830" cy="182283"/>
                </a:xfrm>
                <a:custGeom>
                  <a:avLst/>
                  <a:gdLst>
                    <a:gd name="connsiteX0" fmla="*/ 53280 w 67830"/>
                    <a:gd name="connsiteY0" fmla="*/ 153684 h 182283"/>
                    <a:gd name="connsiteX1" fmla="*/ 67733 w 67830"/>
                    <a:gd name="connsiteY1" fmla="*/ 40553 h 182283"/>
                    <a:gd name="connsiteX2" fmla="*/ 45378 w 67830"/>
                    <a:gd name="connsiteY2" fmla="*/ 607 h 182283"/>
                    <a:gd name="connsiteX3" fmla="*/ 10079 w 67830"/>
                    <a:gd name="connsiteY3" fmla="*/ 35885 h 182283"/>
                    <a:gd name="connsiteX4" fmla="*/ 13 w 67830"/>
                    <a:gd name="connsiteY4" fmla="*/ 148297 h 182283"/>
                    <a:gd name="connsiteX5" fmla="*/ 23428 w 67830"/>
                    <a:gd name="connsiteY5" fmla="*/ 182013 h 182283"/>
                    <a:gd name="connsiteX6" fmla="*/ 53276 w 67830"/>
                    <a:gd name="connsiteY6" fmla="*/ 153684 h 182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30" h="182283">
                      <a:moveTo>
                        <a:pt x="53280" y="153684"/>
                      </a:moveTo>
                      <a:cubicBezTo>
                        <a:pt x="53280" y="153684"/>
                        <a:pt x="66872" y="61823"/>
                        <a:pt x="67733" y="40553"/>
                      </a:cubicBezTo>
                      <a:cubicBezTo>
                        <a:pt x="68594" y="19279"/>
                        <a:pt x="64011" y="4151"/>
                        <a:pt x="45378" y="607"/>
                      </a:cubicBezTo>
                      <a:cubicBezTo>
                        <a:pt x="26744" y="-2937"/>
                        <a:pt x="13800" y="9064"/>
                        <a:pt x="10079" y="35885"/>
                      </a:cubicBezTo>
                      <a:cubicBezTo>
                        <a:pt x="6360" y="62705"/>
                        <a:pt x="283" y="134438"/>
                        <a:pt x="13" y="148297"/>
                      </a:cubicBezTo>
                      <a:cubicBezTo>
                        <a:pt x="-258" y="162159"/>
                        <a:pt x="3614" y="179597"/>
                        <a:pt x="23428" y="182013"/>
                      </a:cubicBezTo>
                      <a:cubicBezTo>
                        <a:pt x="43243" y="184428"/>
                        <a:pt x="51789" y="170328"/>
                        <a:pt x="53276" y="153684"/>
                      </a:cubicBezTo>
                      <a:close/>
                    </a:path>
                  </a:pathLst>
                </a:custGeom>
                <a:solidFill>
                  <a:schemeClr val="bg2">
                    <a:lumMod val="50000"/>
                  </a:schemeClr>
                </a:solidFill>
                <a:ln w="354" cap="flat">
                  <a:noFill/>
                  <a:prstDash val="solid"/>
                  <a:miter/>
                </a:ln>
              </p:spPr>
              <p:txBody>
                <a:bodyPr rtlCol="0" anchor="ctr"/>
                <a:lstStyle/>
                <a:p>
                  <a:endParaRPr lang="pt-BR"/>
                </a:p>
              </p:txBody>
            </p:sp>
            <p:grpSp>
              <p:nvGrpSpPr>
                <p:cNvPr id="87" name="Graphic 7">
                  <a:extLst>
                    <a:ext uri="{FF2B5EF4-FFF2-40B4-BE49-F238E27FC236}">
                      <a16:creationId xmlns:a16="http://schemas.microsoft.com/office/drawing/2014/main" id="{9693FEE6-0565-000F-6E0A-23EC363FCC06}"/>
                    </a:ext>
                  </a:extLst>
                </p:cNvPr>
                <p:cNvGrpSpPr/>
                <p:nvPr/>
              </p:nvGrpSpPr>
              <p:grpSpPr>
                <a:xfrm>
                  <a:off x="1088156" y="2264412"/>
                  <a:ext cx="72372" cy="207051"/>
                  <a:chOff x="1088156" y="2264412"/>
                  <a:chExt cx="72372" cy="207051"/>
                </a:xfrm>
                <a:solidFill>
                  <a:srgbClr val="ABDAEF"/>
                </a:solidFill>
              </p:grpSpPr>
              <p:sp>
                <p:nvSpPr>
                  <p:cNvPr id="104" name="Freeform: Shape 103">
                    <a:extLst>
                      <a:ext uri="{FF2B5EF4-FFF2-40B4-BE49-F238E27FC236}">
                        <a16:creationId xmlns:a16="http://schemas.microsoft.com/office/drawing/2014/main" id="{ED4CB28E-0B95-EE37-689C-097266313616}"/>
                      </a:ext>
                    </a:extLst>
                  </p:cNvPr>
                  <p:cNvSpPr/>
                  <p:nvPr/>
                </p:nvSpPr>
                <p:spPr>
                  <a:xfrm>
                    <a:off x="1107920" y="2321961"/>
                    <a:ext cx="52608" cy="149501"/>
                  </a:xfrm>
                  <a:custGeom>
                    <a:avLst/>
                    <a:gdLst>
                      <a:gd name="connsiteX0" fmla="*/ 20537 w 52608"/>
                      <a:gd name="connsiteY0" fmla="*/ 13 h 149501"/>
                      <a:gd name="connsiteX1" fmla="*/ 35363 w 52608"/>
                      <a:gd name="connsiteY1" fmla="*/ 13673 h 149501"/>
                      <a:gd name="connsiteX2" fmla="*/ 52445 w 52608"/>
                      <a:gd name="connsiteY2" fmla="*/ 120296 h 149501"/>
                      <a:gd name="connsiteX3" fmla="*/ 27305 w 52608"/>
                      <a:gd name="connsiteY3" fmla="*/ 149482 h 149501"/>
                      <a:gd name="connsiteX4" fmla="*/ 25 w 52608"/>
                      <a:gd name="connsiteY4" fmla="*/ 122061 h 149501"/>
                      <a:gd name="connsiteX5" fmla="*/ 5519 w 52608"/>
                      <a:gd name="connsiteY5" fmla="*/ 14961 h 149501"/>
                      <a:gd name="connsiteX6" fmla="*/ 20537 w 52608"/>
                      <a:gd name="connsiteY6" fmla="*/ 17 h 14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08" h="149501">
                        <a:moveTo>
                          <a:pt x="20537" y="13"/>
                        </a:moveTo>
                        <a:cubicBezTo>
                          <a:pt x="29027" y="-310"/>
                          <a:pt x="34182" y="5258"/>
                          <a:pt x="35363" y="13673"/>
                        </a:cubicBezTo>
                        <a:lnTo>
                          <a:pt x="52445" y="120296"/>
                        </a:lnTo>
                        <a:cubicBezTo>
                          <a:pt x="54128" y="135478"/>
                          <a:pt x="42568" y="148899"/>
                          <a:pt x="27305" y="149482"/>
                        </a:cubicBezTo>
                        <a:cubicBezTo>
                          <a:pt x="11945" y="150066"/>
                          <a:pt x="-640" y="137413"/>
                          <a:pt x="25" y="122061"/>
                        </a:cubicBezTo>
                        <a:lnTo>
                          <a:pt x="5519" y="14961"/>
                        </a:lnTo>
                        <a:cubicBezTo>
                          <a:pt x="5892" y="6347"/>
                          <a:pt x="11920" y="348"/>
                          <a:pt x="20537" y="17"/>
                        </a:cubicBezTo>
                        <a:close/>
                      </a:path>
                    </a:pathLst>
                  </a:custGeom>
                  <a:solidFill>
                    <a:schemeClr val="bg2">
                      <a:lumMod val="50000"/>
                    </a:schemeClr>
                  </a:solidFill>
                  <a:ln w="354" cap="flat">
                    <a:noFill/>
                    <a:prstDash val="solid"/>
                    <a:miter/>
                  </a:ln>
                </p:spPr>
                <p:txBody>
                  <a:bodyPr rtlCol="0" anchor="ctr"/>
                  <a:lstStyle/>
                  <a:p>
                    <a:endParaRPr lang="pt-BR"/>
                  </a:p>
                </p:txBody>
              </p:sp>
              <p:sp>
                <p:nvSpPr>
                  <p:cNvPr id="105" name="Freeform: Shape 104">
                    <a:extLst>
                      <a:ext uri="{FF2B5EF4-FFF2-40B4-BE49-F238E27FC236}">
                        <a16:creationId xmlns:a16="http://schemas.microsoft.com/office/drawing/2014/main" id="{CBEF8F10-4F97-FB31-5674-70846B290D70}"/>
                      </a:ext>
                    </a:extLst>
                  </p:cNvPr>
                  <p:cNvSpPr/>
                  <p:nvPr/>
                </p:nvSpPr>
                <p:spPr>
                  <a:xfrm>
                    <a:off x="1088156" y="2264412"/>
                    <a:ext cx="71744" cy="87008"/>
                  </a:xfrm>
                  <a:custGeom>
                    <a:avLst/>
                    <a:gdLst>
                      <a:gd name="connsiteX0" fmla="*/ 5397 w 71744"/>
                      <a:gd name="connsiteY0" fmla="*/ 61943 h 87008"/>
                      <a:gd name="connsiteX1" fmla="*/ 41550 w 71744"/>
                      <a:gd name="connsiteY1" fmla="*/ 85881 h 87008"/>
                      <a:gd name="connsiteX2" fmla="*/ 51801 w 71744"/>
                      <a:gd name="connsiteY2" fmla="*/ 82000 h 87008"/>
                      <a:gd name="connsiteX3" fmla="*/ 71498 w 71744"/>
                      <a:gd name="connsiteY3" fmla="*/ 8530 h 87008"/>
                      <a:gd name="connsiteX4" fmla="*/ 60998 w 71744"/>
                      <a:gd name="connsiteY4" fmla="*/ 1322 h 87008"/>
                      <a:gd name="connsiteX5" fmla="*/ 4952 w 71744"/>
                      <a:gd name="connsiteY5" fmla="*/ 42160 h 87008"/>
                      <a:gd name="connsiteX6" fmla="*/ 5397 w 71744"/>
                      <a:gd name="connsiteY6" fmla="*/ 61939 h 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44" h="87008">
                        <a:moveTo>
                          <a:pt x="5397" y="61943"/>
                        </a:moveTo>
                        <a:lnTo>
                          <a:pt x="41550" y="85881"/>
                        </a:lnTo>
                        <a:cubicBezTo>
                          <a:pt x="45396" y="88429"/>
                          <a:pt x="50609" y="86454"/>
                          <a:pt x="51801" y="82000"/>
                        </a:cubicBezTo>
                        <a:lnTo>
                          <a:pt x="71498" y="8530"/>
                        </a:lnTo>
                        <a:cubicBezTo>
                          <a:pt x="73149" y="2378"/>
                          <a:pt x="66147" y="-2429"/>
                          <a:pt x="60998" y="1322"/>
                        </a:cubicBezTo>
                        <a:lnTo>
                          <a:pt x="4952" y="42160"/>
                        </a:lnTo>
                        <a:cubicBezTo>
                          <a:pt x="-1836" y="47106"/>
                          <a:pt x="-1605" y="57303"/>
                          <a:pt x="5397" y="61939"/>
                        </a:cubicBezTo>
                        <a:close/>
                      </a:path>
                    </a:pathLst>
                  </a:custGeom>
                  <a:solidFill>
                    <a:schemeClr val="bg2">
                      <a:lumMod val="50000"/>
                    </a:schemeClr>
                  </a:solidFill>
                  <a:ln w="354" cap="flat">
                    <a:noFill/>
                    <a:prstDash val="solid"/>
                    <a:miter/>
                  </a:ln>
                </p:spPr>
                <p:txBody>
                  <a:bodyPr rtlCol="0" anchor="ctr"/>
                  <a:lstStyle/>
                  <a:p>
                    <a:endParaRPr lang="pt-BR"/>
                  </a:p>
                </p:txBody>
              </p:sp>
            </p:grpSp>
            <p:grpSp>
              <p:nvGrpSpPr>
                <p:cNvPr id="88" name="Graphic 7">
                  <a:extLst>
                    <a:ext uri="{FF2B5EF4-FFF2-40B4-BE49-F238E27FC236}">
                      <a16:creationId xmlns:a16="http://schemas.microsoft.com/office/drawing/2014/main" id="{1F5A8635-997F-49FC-A1DB-17E8219A7BC9}"/>
                    </a:ext>
                  </a:extLst>
                </p:cNvPr>
                <p:cNvGrpSpPr/>
                <p:nvPr/>
              </p:nvGrpSpPr>
              <p:grpSpPr>
                <a:xfrm>
                  <a:off x="991941" y="2267319"/>
                  <a:ext cx="76641" cy="204647"/>
                  <a:chOff x="991941" y="2267319"/>
                  <a:chExt cx="76641" cy="204647"/>
                </a:xfrm>
                <a:solidFill>
                  <a:srgbClr val="ABDAEF"/>
                </a:solidFill>
              </p:grpSpPr>
              <p:sp>
                <p:nvSpPr>
                  <p:cNvPr id="102" name="Freeform: Shape 101">
                    <a:extLst>
                      <a:ext uri="{FF2B5EF4-FFF2-40B4-BE49-F238E27FC236}">
                        <a16:creationId xmlns:a16="http://schemas.microsoft.com/office/drawing/2014/main" id="{F2BD7CB1-FBF9-8E4A-F67B-DAB080877E8F}"/>
                      </a:ext>
                    </a:extLst>
                  </p:cNvPr>
                  <p:cNvSpPr/>
                  <p:nvPr/>
                </p:nvSpPr>
                <p:spPr>
                  <a:xfrm>
                    <a:off x="991941" y="2322943"/>
                    <a:ext cx="53534" cy="149023"/>
                  </a:xfrm>
                  <a:custGeom>
                    <a:avLst/>
                    <a:gdLst>
                      <a:gd name="connsiteX0" fmla="*/ 39432 w 53534"/>
                      <a:gd name="connsiteY0" fmla="*/ 103 h 149023"/>
                      <a:gd name="connsiteX1" fmla="*/ 24047 w 53534"/>
                      <a:gd name="connsiteY1" fmla="*/ 11816 h 149023"/>
                      <a:gd name="connsiteX2" fmla="*/ 386 w 53534"/>
                      <a:gd name="connsiteY2" fmla="*/ 118261 h 149023"/>
                      <a:gd name="connsiteX3" fmla="*/ 23741 w 53534"/>
                      <a:gd name="connsiteY3" fmla="*/ 148896 h 149023"/>
                      <a:gd name="connsiteX4" fmla="*/ 52611 w 53534"/>
                      <a:gd name="connsiteY4" fmla="*/ 123153 h 149023"/>
                      <a:gd name="connsiteX5" fmla="*/ 53532 w 53534"/>
                      <a:gd name="connsiteY5" fmla="*/ 14587 h 149023"/>
                      <a:gd name="connsiteX6" fmla="*/ 39428 w 53534"/>
                      <a:gd name="connsiteY6" fmla="*/ 103 h 14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34" h="149023">
                        <a:moveTo>
                          <a:pt x="39432" y="103"/>
                        </a:moveTo>
                        <a:cubicBezTo>
                          <a:pt x="30974" y="-726"/>
                          <a:pt x="25730" y="3486"/>
                          <a:pt x="24047" y="11816"/>
                        </a:cubicBezTo>
                        <a:lnTo>
                          <a:pt x="386" y="118261"/>
                        </a:lnTo>
                        <a:cubicBezTo>
                          <a:pt x="-2204" y="133319"/>
                          <a:pt x="8534" y="147405"/>
                          <a:pt x="23741" y="148896"/>
                        </a:cubicBezTo>
                        <a:cubicBezTo>
                          <a:pt x="39037" y="150397"/>
                          <a:pt x="52358" y="138520"/>
                          <a:pt x="52611" y="123153"/>
                        </a:cubicBezTo>
                        <a:lnTo>
                          <a:pt x="53532" y="14587"/>
                        </a:lnTo>
                        <a:cubicBezTo>
                          <a:pt x="53675" y="5966"/>
                          <a:pt x="48010" y="946"/>
                          <a:pt x="39428" y="103"/>
                        </a:cubicBezTo>
                        <a:close/>
                      </a:path>
                    </a:pathLst>
                  </a:custGeom>
                  <a:solidFill>
                    <a:schemeClr val="bg2">
                      <a:lumMod val="50000"/>
                    </a:schemeClr>
                  </a:solidFill>
                  <a:ln w="354" cap="flat">
                    <a:noFill/>
                    <a:prstDash val="solid"/>
                    <a:miter/>
                  </a:ln>
                </p:spPr>
                <p:txBody>
                  <a:bodyPr rtlCol="0" anchor="ctr"/>
                  <a:lstStyle/>
                  <a:p>
                    <a:endParaRPr lang="pt-BR"/>
                  </a:p>
                </p:txBody>
              </p:sp>
              <p:sp>
                <p:nvSpPr>
                  <p:cNvPr id="103" name="Freeform: Shape 102">
                    <a:extLst>
                      <a:ext uri="{FF2B5EF4-FFF2-40B4-BE49-F238E27FC236}">
                        <a16:creationId xmlns:a16="http://schemas.microsoft.com/office/drawing/2014/main" id="{BABD3846-AEE7-73B1-0450-7F9CCB979F2C}"/>
                      </a:ext>
                    </a:extLst>
                  </p:cNvPr>
                  <p:cNvSpPr/>
                  <p:nvPr/>
                </p:nvSpPr>
                <p:spPr>
                  <a:xfrm>
                    <a:off x="991944" y="2267319"/>
                    <a:ext cx="76638" cy="84222"/>
                  </a:xfrm>
                  <a:custGeom>
                    <a:avLst/>
                    <a:gdLst>
                      <a:gd name="connsiteX0" fmla="*/ 72366 w 76638"/>
                      <a:gd name="connsiteY0" fmla="*/ 54645 h 84222"/>
                      <a:gd name="connsiteX1" fmla="*/ 39240 w 76638"/>
                      <a:gd name="connsiteY1" fmla="*/ 82625 h 84222"/>
                      <a:gd name="connsiteX2" fmla="*/ 28605 w 76638"/>
                      <a:gd name="connsiteY2" fmla="*/ 79960 h 84222"/>
                      <a:gd name="connsiteX3" fmla="*/ 501 w 76638"/>
                      <a:gd name="connsiteY3" fmla="*/ 9277 h 84222"/>
                      <a:gd name="connsiteX4" fmla="*/ 10093 w 76638"/>
                      <a:gd name="connsiteY4" fmla="*/ 898 h 84222"/>
                      <a:gd name="connsiteX5" fmla="*/ 70505 w 76638"/>
                      <a:gd name="connsiteY5" fmla="*/ 34944 h 84222"/>
                      <a:gd name="connsiteX6" fmla="*/ 72366 w 76638"/>
                      <a:gd name="connsiteY6" fmla="*/ 54641 h 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38" h="84222">
                        <a:moveTo>
                          <a:pt x="72366" y="54645"/>
                        </a:moveTo>
                        <a:lnTo>
                          <a:pt x="39240" y="82625"/>
                        </a:lnTo>
                        <a:cubicBezTo>
                          <a:pt x="35718" y="85603"/>
                          <a:pt x="30310" y="84248"/>
                          <a:pt x="28605" y="79960"/>
                        </a:cubicBezTo>
                        <a:lnTo>
                          <a:pt x="501" y="9277"/>
                        </a:lnTo>
                        <a:cubicBezTo>
                          <a:pt x="-1851" y="3360"/>
                          <a:pt x="4543" y="-2230"/>
                          <a:pt x="10093" y="898"/>
                        </a:cubicBezTo>
                        <a:lnTo>
                          <a:pt x="70505" y="34944"/>
                        </a:lnTo>
                        <a:cubicBezTo>
                          <a:pt x="77820" y="39068"/>
                          <a:pt x="78781" y="49223"/>
                          <a:pt x="72366" y="54641"/>
                        </a:cubicBezTo>
                        <a:close/>
                      </a:path>
                    </a:pathLst>
                  </a:custGeom>
                  <a:solidFill>
                    <a:schemeClr val="bg2">
                      <a:lumMod val="50000"/>
                    </a:schemeClr>
                  </a:solidFill>
                  <a:ln w="354" cap="flat">
                    <a:noFill/>
                    <a:prstDash val="solid"/>
                    <a:miter/>
                  </a:ln>
                </p:spPr>
                <p:txBody>
                  <a:bodyPr rtlCol="0" anchor="ctr"/>
                  <a:lstStyle/>
                  <a:p>
                    <a:endParaRPr lang="pt-BR"/>
                  </a:p>
                </p:txBody>
              </p:sp>
            </p:grpSp>
            <p:grpSp>
              <p:nvGrpSpPr>
                <p:cNvPr id="89" name="Graphic 7">
                  <a:extLst>
                    <a:ext uri="{FF2B5EF4-FFF2-40B4-BE49-F238E27FC236}">
                      <a16:creationId xmlns:a16="http://schemas.microsoft.com/office/drawing/2014/main" id="{07D6FF59-749F-F8A7-A1FA-E450E7BE0D7F}"/>
                    </a:ext>
                  </a:extLst>
                </p:cNvPr>
                <p:cNvGrpSpPr/>
                <p:nvPr/>
              </p:nvGrpSpPr>
              <p:grpSpPr>
                <a:xfrm>
                  <a:off x="1086024" y="2424017"/>
                  <a:ext cx="82733" cy="141150"/>
                  <a:chOff x="1086024" y="2424017"/>
                  <a:chExt cx="82733" cy="141150"/>
                </a:xfrm>
                <a:solidFill>
                  <a:srgbClr val="E6EDF1"/>
                </a:solidFill>
              </p:grpSpPr>
              <p:sp>
                <p:nvSpPr>
                  <p:cNvPr id="100" name="Freeform: Shape 99">
                    <a:extLst>
                      <a:ext uri="{FF2B5EF4-FFF2-40B4-BE49-F238E27FC236}">
                        <a16:creationId xmlns:a16="http://schemas.microsoft.com/office/drawing/2014/main" id="{25A66DDB-B933-5B3E-DC42-58370D8DC226}"/>
                      </a:ext>
                    </a:extLst>
                  </p:cNvPr>
                  <p:cNvSpPr/>
                  <p:nvPr/>
                </p:nvSpPr>
                <p:spPr>
                  <a:xfrm>
                    <a:off x="1101407" y="2424017"/>
                    <a:ext cx="59995" cy="115294"/>
                  </a:xfrm>
                  <a:custGeom>
                    <a:avLst/>
                    <a:gdLst>
                      <a:gd name="connsiteX0" fmla="*/ 23748 w 59995"/>
                      <a:gd name="connsiteY0" fmla="*/ 115136 h 115294"/>
                      <a:gd name="connsiteX1" fmla="*/ 53091 w 59995"/>
                      <a:gd name="connsiteY1" fmla="*/ 91546 h 115294"/>
                      <a:gd name="connsiteX2" fmla="*/ 59837 w 59995"/>
                      <a:gd name="connsiteY2" fmla="*/ 29501 h 115294"/>
                      <a:gd name="connsiteX3" fmla="*/ 36247 w 59995"/>
                      <a:gd name="connsiteY3" fmla="*/ 158 h 115294"/>
                      <a:gd name="connsiteX4" fmla="*/ 6904 w 59995"/>
                      <a:gd name="connsiteY4" fmla="*/ 23748 h 115294"/>
                      <a:gd name="connsiteX5" fmla="*/ 158 w 59995"/>
                      <a:gd name="connsiteY5" fmla="*/ 85793 h 115294"/>
                      <a:gd name="connsiteX6" fmla="*/ 23748 w 59995"/>
                      <a:gd name="connsiteY6" fmla="*/ 115136 h 11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95" h="115294">
                        <a:moveTo>
                          <a:pt x="23748" y="115136"/>
                        </a:moveTo>
                        <a:cubicBezTo>
                          <a:pt x="38364" y="116726"/>
                          <a:pt x="51501" y="106163"/>
                          <a:pt x="53091" y="91546"/>
                        </a:cubicBezTo>
                        <a:lnTo>
                          <a:pt x="59837" y="29501"/>
                        </a:lnTo>
                        <a:cubicBezTo>
                          <a:pt x="61428" y="14885"/>
                          <a:pt x="50864" y="1749"/>
                          <a:pt x="36247" y="158"/>
                        </a:cubicBezTo>
                        <a:cubicBezTo>
                          <a:pt x="21631" y="-1432"/>
                          <a:pt x="8495" y="9132"/>
                          <a:pt x="6904" y="23748"/>
                        </a:cubicBezTo>
                        <a:lnTo>
                          <a:pt x="158" y="85793"/>
                        </a:lnTo>
                        <a:cubicBezTo>
                          <a:pt x="-1432" y="100409"/>
                          <a:pt x="9132" y="113545"/>
                          <a:pt x="23748" y="115136"/>
                        </a:cubicBezTo>
                        <a:close/>
                      </a:path>
                    </a:pathLst>
                  </a:custGeom>
                  <a:solidFill>
                    <a:srgbClr val="E6EDF1"/>
                  </a:solidFill>
                  <a:ln w="354" cap="flat">
                    <a:noFill/>
                    <a:prstDash val="solid"/>
                    <a:miter/>
                  </a:ln>
                </p:spPr>
                <p:txBody>
                  <a:bodyPr rtlCol="0" anchor="ctr"/>
                  <a:lstStyle/>
                  <a:p>
                    <a:endParaRPr lang="pt-BR"/>
                  </a:p>
                </p:txBody>
              </p:sp>
              <p:sp>
                <p:nvSpPr>
                  <p:cNvPr id="101" name="Freeform: Shape 100">
                    <a:extLst>
                      <a:ext uri="{FF2B5EF4-FFF2-40B4-BE49-F238E27FC236}">
                        <a16:creationId xmlns:a16="http://schemas.microsoft.com/office/drawing/2014/main" id="{09E25B48-D150-55C2-12CE-DEC7343EFAD9}"/>
                      </a:ext>
                    </a:extLst>
                  </p:cNvPr>
                  <p:cNvSpPr/>
                  <p:nvPr/>
                </p:nvSpPr>
                <p:spPr>
                  <a:xfrm rot="-10428001">
                    <a:off x="1091117" y="2463300"/>
                    <a:ext cx="72547" cy="98236"/>
                  </a:xfrm>
                  <a:custGeom>
                    <a:avLst/>
                    <a:gdLst>
                      <a:gd name="connsiteX0" fmla="*/ 0 w 72547"/>
                      <a:gd name="connsiteY0" fmla="*/ 0 h 98236"/>
                      <a:gd name="connsiteX1" fmla="*/ 72548 w 72547"/>
                      <a:gd name="connsiteY1" fmla="*/ 0 h 98236"/>
                      <a:gd name="connsiteX2" fmla="*/ 72548 w 72547"/>
                      <a:gd name="connsiteY2" fmla="*/ 98237 h 98236"/>
                      <a:gd name="connsiteX3" fmla="*/ 0 w 72547"/>
                      <a:gd name="connsiteY3" fmla="*/ 98237 h 98236"/>
                    </a:gdLst>
                    <a:ahLst/>
                    <a:cxnLst>
                      <a:cxn ang="0">
                        <a:pos x="connsiteX0" y="connsiteY0"/>
                      </a:cxn>
                      <a:cxn ang="0">
                        <a:pos x="connsiteX1" y="connsiteY1"/>
                      </a:cxn>
                      <a:cxn ang="0">
                        <a:pos x="connsiteX2" y="connsiteY2"/>
                      </a:cxn>
                      <a:cxn ang="0">
                        <a:pos x="connsiteX3" y="connsiteY3"/>
                      </a:cxn>
                    </a:cxnLst>
                    <a:rect l="l" t="t" r="r" b="b"/>
                    <a:pathLst>
                      <a:path w="72547" h="98236">
                        <a:moveTo>
                          <a:pt x="0" y="0"/>
                        </a:moveTo>
                        <a:lnTo>
                          <a:pt x="72548" y="0"/>
                        </a:lnTo>
                        <a:lnTo>
                          <a:pt x="72548" y="98237"/>
                        </a:lnTo>
                        <a:lnTo>
                          <a:pt x="0" y="98237"/>
                        </a:lnTo>
                        <a:close/>
                      </a:path>
                    </a:pathLst>
                  </a:custGeom>
                  <a:solidFill>
                    <a:srgbClr val="E6EDF1"/>
                  </a:solidFill>
                  <a:ln w="354" cap="flat">
                    <a:noFill/>
                    <a:prstDash val="solid"/>
                    <a:miter/>
                  </a:ln>
                </p:spPr>
                <p:txBody>
                  <a:bodyPr rtlCol="0" anchor="ctr"/>
                  <a:lstStyle/>
                  <a:p>
                    <a:endParaRPr lang="pt-BR"/>
                  </a:p>
                </p:txBody>
              </p:sp>
            </p:grpSp>
            <p:grpSp>
              <p:nvGrpSpPr>
                <p:cNvPr id="90" name="Graphic 7">
                  <a:extLst>
                    <a:ext uri="{FF2B5EF4-FFF2-40B4-BE49-F238E27FC236}">
                      <a16:creationId xmlns:a16="http://schemas.microsoft.com/office/drawing/2014/main" id="{247EAC37-CAD0-74A8-B43C-649434733D2E}"/>
                    </a:ext>
                  </a:extLst>
                </p:cNvPr>
                <p:cNvGrpSpPr/>
                <p:nvPr/>
              </p:nvGrpSpPr>
              <p:grpSpPr>
                <a:xfrm>
                  <a:off x="982215" y="2424506"/>
                  <a:ext cx="75698" cy="139008"/>
                  <a:chOff x="982215" y="2424506"/>
                  <a:chExt cx="75698" cy="139008"/>
                </a:xfrm>
                <a:solidFill>
                  <a:srgbClr val="E6EDF1"/>
                </a:solidFill>
              </p:grpSpPr>
              <p:sp>
                <p:nvSpPr>
                  <p:cNvPr id="98" name="Freeform: Shape 97">
                    <a:extLst>
                      <a:ext uri="{FF2B5EF4-FFF2-40B4-BE49-F238E27FC236}">
                        <a16:creationId xmlns:a16="http://schemas.microsoft.com/office/drawing/2014/main" id="{A793B09B-6850-0338-D06E-D1911B874CAA}"/>
                      </a:ext>
                    </a:extLst>
                  </p:cNvPr>
                  <p:cNvSpPr/>
                  <p:nvPr/>
                </p:nvSpPr>
                <p:spPr>
                  <a:xfrm>
                    <a:off x="990826" y="2424506"/>
                    <a:ext cx="55266" cy="115617"/>
                  </a:xfrm>
                  <a:custGeom>
                    <a:avLst/>
                    <a:gdLst>
                      <a:gd name="connsiteX0" fmla="*/ 29510 w 55266"/>
                      <a:gd name="connsiteY0" fmla="*/ 115604 h 115617"/>
                      <a:gd name="connsiteX1" fmla="*/ 2039 w 55266"/>
                      <a:gd name="connsiteY1" fmla="*/ 89861 h 115617"/>
                      <a:gd name="connsiteX2" fmla="*/ 14 w 55266"/>
                      <a:gd name="connsiteY2" fmla="*/ 27486 h 115617"/>
                      <a:gd name="connsiteX3" fmla="*/ 25757 w 55266"/>
                      <a:gd name="connsiteY3" fmla="*/ 14 h 115617"/>
                      <a:gd name="connsiteX4" fmla="*/ 53228 w 55266"/>
                      <a:gd name="connsiteY4" fmla="*/ 25757 h 115617"/>
                      <a:gd name="connsiteX5" fmla="*/ 55253 w 55266"/>
                      <a:gd name="connsiteY5" fmla="*/ 88132 h 115617"/>
                      <a:gd name="connsiteX6" fmla="*/ 29510 w 55266"/>
                      <a:gd name="connsiteY6" fmla="*/ 115604 h 115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66" h="115617">
                        <a:moveTo>
                          <a:pt x="29510" y="115604"/>
                        </a:moveTo>
                        <a:cubicBezTo>
                          <a:pt x="14816" y="116080"/>
                          <a:pt x="2516" y="104556"/>
                          <a:pt x="2039" y="89861"/>
                        </a:cubicBezTo>
                        <a:lnTo>
                          <a:pt x="14" y="27486"/>
                        </a:lnTo>
                        <a:cubicBezTo>
                          <a:pt x="-462" y="12791"/>
                          <a:pt x="11062" y="491"/>
                          <a:pt x="25757" y="14"/>
                        </a:cubicBezTo>
                        <a:cubicBezTo>
                          <a:pt x="40451" y="-462"/>
                          <a:pt x="52751" y="11062"/>
                          <a:pt x="53228" y="25757"/>
                        </a:cubicBezTo>
                        <a:lnTo>
                          <a:pt x="55253" y="88132"/>
                        </a:lnTo>
                        <a:cubicBezTo>
                          <a:pt x="55729" y="102827"/>
                          <a:pt x="44205" y="115127"/>
                          <a:pt x="29510" y="115604"/>
                        </a:cubicBezTo>
                        <a:close/>
                      </a:path>
                    </a:pathLst>
                  </a:custGeom>
                  <a:solidFill>
                    <a:srgbClr val="E6EDF1"/>
                  </a:solidFill>
                  <a:ln w="354" cap="flat">
                    <a:noFill/>
                    <a:prstDash val="solid"/>
                    <a:miter/>
                  </a:ln>
                </p:spPr>
                <p:txBody>
                  <a:bodyPr rtlCol="0" anchor="ctr"/>
                  <a:lstStyle/>
                  <a:p>
                    <a:endParaRPr lang="pt-BR"/>
                  </a:p>
                </p:txBody>
              </p:sp>
              <p:sp>
                <p:nvSpPr>
                  <p:cNvPr id="99" name="Freeform: Shape 98">
                    <a:extLst>
                      <a:ext uri="{FF2B5EF4-FFF2-40B4-BE49-F238E27FC236}">
                        <a16:creationId xmlns:a16="http://schemas.microsoft.com/office/drawing/2014/main" id="{6C21275E-4B72-E12C-70EB-7B46C586E1AF}"/>
                      </a:ext>
                    </a:extLst>
                  </p:cNvPr>
                  <p:cNvSpPr/>
                  <p:nvPr/>
                </p:nvSpPr>
                <p:spPr>
                  <a:xfrm rot="-111600">
                    <a:off x="983790" y="2464126"/>
                    <a:ext cx="72547" cy="98236"/>
                  </a:xfrm>
                  <a:custGeom>
                    <a:avLst/>
                    <a:gdLst>
                      <a:gd name="connsiteX0" fmla="*/ 0 w 72547"/>
                      <a:gd name="connsiteY0" fmla="*/ 0 h 98236"/>
                      <a:gd name="connsiteX1" fmla="*/ 72548 w 72547"/>
                      <a:gd name="connsiteY1" fmla="*/ 0 h 98236"/>
                      <a:gd name="connsiteX2" fmla="*/ 72548 w 72547"/>
                      <a:gd name="connsiteY2" fmla="*/ 98237 h 98236"/>
                      <a:gd name="connsiteX3" fmla="*/ 0 w 72547"/>
                      <a:gd name="connsiteY3" fmla="*/ 98237 h 98236"/>
                    </a:gdLst>
                    <a:ahLst/>
                    <a:cxnLst>
                      <a:cxn ang="0">
                        <a:pos x="connsiteX0" y="connsiteY0"/>
                      </a:cxn>
                      <a:cxn ang="0">
                        <a:pos x="connsiteX1" y="connsiteY1"/>
                      </a:cxn>
                      <a:cxn ang="0">
                        <a:pos x="connsiteX2" y="connsiteY2"/>
                      </a:cxn>
                      <a:cxn ang="0">
                        <a:pos x="connsiteX3" y="connsiteY3"/>
                      </a:cxn>
                    </a:cxnLst>
                    <a:rect l="l" t="t" r="r" b="b"/>
                    <a:pathLst>
                      <a:path w="72547" h="98236">
                        <a:moveTo>
                          <a:pt x="0" y="0"/>
                        </a:moveTo>
                        <a:lnTo>
                          <a:pt x="72548" y="0"/>
                        </a:lnTo>
                        <a:lnTo>
                          <a:pt x="72548" y="98237"/>
                        </a:lnTo>
                        <a:lnTo>
                          <a:pt x="0" y="98237"/>
                        </a:lnTo>
                        <a:close/>
                      </a:path>
                    </a:pathLst>
                  </a:custGeom>
                  <a:solidFill>
                    <a:srgbClr val="E6EDF1"/>
                  </a:solidFill>
                  <a:ln w="354" cap="flat">
                    <a:noFill/>
                    <a:prstDash val="solid"/>
                    <a:miter/>
                  </a:ln>
                </p:spPr>
                <p:txBody>
                  <a:bodyPr rtlCol="0" anchor="ctr"/>
                  <a:lstStyle/>
                  <a:p>
                    <a:endParaRPr lang="pt-BR"/>
                  </a:p>
                </p:txBody>
              </p:sp>
            </p:grpSp>
            <p:sp>
              <p:nvSpPr>
                <p:cNvPr id="91" name="Freeform: Shape 90">
                  <a:extLst>
                    <a:ext uri="{FF2B5EF4-FFF2-40B4-BE49-F238E27FC236}">
                      <a16:creationId xmlns:a16="http://schemas.microsoft.com/office/drawing/2014/main" id="{1A158D1C-367C-0964-0FBD-9F73FD421BE0}"/>
                    </a:ext>
                  </a:extLst>
                </p:cNvPr>
                <p:cNvSpPr/>
                <p:nvPr/>
              </p:nvSpPr>
              <p:spPr>
                <a:xfrm>
                  <a:off x="971296" y="2534200"/>
                  <a:ext cx="219476" cy="91448"/>
                </a:xfrm>
                <a:custGeom>
                  <a:avLst/>
                  <a:gdLst>
                    <a:gd name="connsiteX0" fmla="*/ 179541 w 219476"/>
                    <a:gd name="connsiteY0" fmla="*/ 91448 h 91448"/>
                    <a:gd name="connsiteX1" fmla="*/ 39932 w 219476"/>
                    <a:gd name="connsiteY1" fmla="*/ 91448 h 91448"/>
                    <a:gd name="connsiteX2" fmla="*/ 0 w 219476"/>
                    <a:gd name="connsiteY2" fmla="*/ 51517 h 91448"/>
                    <a:gd name="connsiteX3" fmla="*/ 51517 w 219476"/>
                    <a:gd name="connsiteY3" fmla="*/ 0 h 91448"/>
                    <a:gd name="connsiteX4" fmla="*/ 167960 w 219476"/>
                    <a:gd name="connsiteY4" fmla="*/ 0 h 91448"/>
                    <a:gd name="connsiteX5" fmla="*/ 219476 w 219476"/>
                    <a:gd name="connsiteY5" fmla="*/ 51517 h 91448"/>
                    <a:gd name="connsiteX6" fmla="*/ 179545 w 219476"/>
                    <a:gd name="connsiteY6" fmla="*/ 91448 h 9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476" h="91448">
                      <a:moveTo>
                        <a:pt x="179541" y="91448"/>
                      </a:moveTo>
                      <a:lnTo>
                        <a:pt x="39932" y="91448"/>
                      </a:lnTo>
                      <a:cubicBezTo>
                        <a:pt x="17879" y="91448"/>
                        <a:pt x="0" y="73569"/>
                        <a:pt x="0" y="51517"/>
                      </a:cubicBezTo>
                      <a:cubicBezTo>
                        <a:pt x="0" y="23067"/>
                        <a:pt x="23063" y="0"/>
                        <a:pt x="51517" y="0"/>
                      </a:cubicBezTo>
                      <a:lnTo>
                        <a:pt x="167960" y="0"/>
                      </a:lnTo>
                      <a:cubicBezTo>
                        <a:pt x="196410" y="0"/>
                        <a:pt x="219476" y="23063"/>
                        <a:pt x="219476" y="51517"/>
                      </a:cubicBezTo>
                      <a:cubicBezTo>
                        <a:pt x="219476" y="73569"/>
                        <a:pt x="201597" y="91448"/>
                        <a:pt x="179545" y="91448"/>
                      </a:cubicBezTo>
                      <a:close/>
                    </a:path>
                  </a:pathLst>
                </a:custGeom>
                <a:solidFill>
                  <a:srgbClr val="E6EDF1"/>
                </a:solidFill>
                <a:ln w="354" cap="flat">
                  <a:noFill/>
                  <a:prstDash val="solid"/>
                  <a:miter/>
                </a:ln>
              </p:spPr>
              <p:txBody>
                <a:bodyPr rtlCol="0" anchor="ctr"/>
                <a:lstStyle/>
                <a:p>
                  <a:endParaRPr lang="pt-BR"/>
                </a:p>
              </p:txBody>
            </p:sp>
            <p:sp>
              <p:nvSpPr>
                <p:cNvPr id="92" name="Freeform: Shape 91">
                  <a:extLst>
                    <a:ext uri="{FF2B5EF4-FFF2-40B4-BE49-F238E27FC236}">
                      <a16:creationId xmlns:a16="http://schemas.microsoft.com/office/drawing/2014/main" id="{1ADE1F41-AD87-0DC1-A2FE-DB9338405F3D}"/>
                    </a:ext>
                  </a:extLst>
                </p:cNvPr>
                <p:cNvSpPr/>
                <p:nvPr/>
              </p:nvSpPr>
              <p:spPr>
                <a:xfrm rot="-2700000">
                  <a:off x="1027078" y="2497621"/>
                  <a:ext cx="107907" cy="107907"/>
                </a:xfrm>
                <a:custGeom>
                  <a:avLst/>
                  <a:gdLst>
                    <a:gd name="connsiteX0" fmla="*/ 107908 w 107907"/>
                    <a:gd name="connsiteY0" fmla="*/ 53954 h 107907"/>
                    <a:gd name="connsiteX1" fmla="*/ 53954 w 107907"/>
                    <a:gd name="connsiteY1" fmla="*/ 107908 h 107907"/>
                    <a:gd name="connsiteX2" fmla="*/ 0 w 107907"/>
                    <a:gd name="connsiteY2" fmla="*/ 53954 h 107907"/>
                    <a:gd name="connsiteX3" fmla="*/ 53954 w 107907"/>
                    <a:gd name="connsiteY3" fmla="*/ 0 h 107907"/>
                    <a:gd name="connsiteX4" fmla="*/ 107908 w 107907"/>
                    <a:gd name="connsiteY4" fmla="*/ 53954 h 10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07" h="107907">
                      <a:moveTo>
                        <a:pt x="107908" y="53954"/>
                      </a:moveTo>
                      <a:cubicBezTo>
                        <a:pt x="107908" y="83752"/>
                        <a:pt x="83752" y="107908"/>
                        <a:pt x="53954" y="107908"/>
                      </a:cubicBezTo>
                      <a:cubicBezTo>
                        <a:pt x="24156" y="107908"/>
                        <a:pt x="0" y="83752"/>
                        <a:pt x="0" y="53954"/>
                      </a:cubicBezTo>
                      <a:cubicBezTo>
                        <a:pt x="0" y="24156"/>
                        <a:pt x="24156" y="0"/>
                        <a:pt x="53954" y="0"/>
                      </a:cubicBezTo>
                      <a:cubicBezTo>
                        <a:pt x="83752" y="0"/>
                        <a:pt x="107908" y="24156"/>
                        <a:pt x="107908" y="53954"/>
                      </a:cubicBezTo>
                      <a:close/>
                    </a:path>
                  </a:pathLst>
                </a:custGeom>
                <a:solidFill>
                  <a:schemeClr val="bg2">
                    <a:lumMod val="50000"/>
                  </a:schemeClr>
                </a:solidFill>
                <a:ln w="354" cap="flat">
                  <a:noFill/>
                  <a:prstDash val="solid"/>
                  <a:miter/>
                </a:ln>
              </p:spPr>
              <p:txBody>
                <a:bodyPr rtlCol="0" anchor="ctr"/>
                <a:lstStyle/>
                <a:p>
                  <a:endParaRPr lang="pt-BR"/>
                </a:p>
              </p:txBody>
            </p:sp>
            <p:sp>
              <p:nvSpPr>
                <p:cNvPr id="93" name="Freeform: Shape 92">
                  <a:extLst>
                    <a:ext uri="{FF2B5EF4-FFF2-40B4-BE49-F238E27FC236}">
                      <a16:creationId xmlns:a16="http://schemas.microsoft.com/office/drawing/2014/main" id="{078CD3C0-BE26-9454-78FD-2C5D5A569CEF}"/>
                    </a:ext>
                  </a:extLst>
                </p:cNvPr>
                <p:cNvSpPr/>
                <p:nvPr/>
              </p:nvSpPr>
              <p:spPr>
                <a:xfrm>
                  <a:off x="816818" y="2375436"/>
                  <a:ext cx="89256" cy="176975"/>
                </a:xfrm>
                <a:custGeom>
                  <a:avLst/>
                  <a:gdLst>
                    <a:gd name="connsiteX0" fmla="*/ 1671 w 89256"/>
                    <a:gd name="connsiteY0" fmla="*/ 138903 h 176975"/>
                    <a:gd name="connsiteX1" fmla="*/ 29403 w 89256"/>
                    <a:gd name="connsiteY1" fmla="*/ 29765 h 176975"/>
                    <a:gd name="connsiteX2" fmla="*/ 70188 w 89256"/>
                    <a:gd name="connsiteY2" fmla="*/ 1457 h 176975"/>
                    <a:gd name="connsiteX3" fmla="*/ 86146 w 89256"/>
                    <a:gd name="connsiteY3" fmla="*/ 44463 h 176975"/>
                    <a:gd name="connsiteX4" fmla="*/ 53113 w 89256"/>
                    <a:gd name="connsiteY4" fmla="*/ 153726 h 176975"/>
                    <a:gd name="connsiteX5" fmla="*/ 19088 w 89256"/>
                    <a:gd name="connsiteY5" fmla="*/ 175729 h 176975"/>
                    <a:gd name="connsiteX6" fmla="*/ 1671 w 89256"/>
                    <a:gd name="connsiteY6" fmla="*/ 138900 h 17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56" h="176975">
                      <a:moveTo>
                        <a:pt x="1671" y="138903"/>
                      </a:moveTo>
                      <a:cubicBezTo>
                        <a:pt x="1671" y="138903"/>
                        <a:pt x="25033" y="45139"/>
                        <a:pt x="29403" y="29765"/>
                      </a:cubicBezTo>
                      <a:cubicBezTo>
                        <a:pt x="33772" y="14390"/>
                        <a:pt x="50704" y="-5588"/>
                        <a:pt x="70188" y="1457"/>
                      </a:cubicBezTo>
                      <a:cubicBezTo>
                        <a:pt x="89672" y="8505"/>
                        <a:pt x="92661" y="22275"/>
                        <a:pt x="86146" y="44463"/>
                      </a:cubicBezTo>
                      <a:cubicBezTo>
                        <a:pt x="79635" y="66647"/>
                        <a:pt x="58023" y="140761"/>
                        <a:pt x="53113" y="153726"/>
                      </a:cubicBezTo>
                      <a:cubicBezTo>
                        <a:pt x="48207" y="166691"/>
                        <a:pt x="35800" y="181386"/>
                        <a:pt x="19088" y="175729"/>
                      </a:cubicBezTo>
                      <a:cubicBezTo>
                        <a:pt x="2376" y="170071"/>
                        <a:pt x="-3143" y="154904"/>
                        <a:pt x="1671" y="138900"/>
                      </a:cubicBezTo>
                      <a:close/>
                    </a:path>
                  </a:pathLst>
                </a:custGeom>
                <a:solidFill>
                  <a:schemeClr val="bg2">
                    <a:lumMod val="50000"/>
                  </a:schemeClr>
                </a:solidFill>
                <a:ln w="354" cap="flat">
                  <a:noFill/>
                  <a:prstDash val="solid"/>
                  <a:miter/>
                </a:ln>
              </p:spPr>
              <p:txBody>
                <a:bodyPr rtlCol="0" anchor="ctr"/>
                <a:lstStyle/>
                <a:p>
                  <a:endParaRPr lang="pt-BR"/>
                </a:p>
              </p:txBody>
            </p:sp>
            <p:grpSp>
              <p:nvGrpSpPr>
                <p:cNvPr id="94" name="Graphic 7">
                  <a:extLst>
                    <a:ext uri="{FF2B5EF4-FFF2-40B4-BE49-F238E27FC236}">
                      <a16:creationId xmlns:a16="http://schemas.microsoft.com/office/drawing/2014/main" id="{5C689569-A747-A8E2-ECA1-520FF6CBDD71}"/>
                    </a:ext>
                  </a:extLst>
                </p:cNvPr>
                <p:cNvGrpSpPr/>
                <p:nvPr/>
              </p:nvGrpSpPr>
              <p:grpSpPr>
                <a:xfrm>
                  <a:off x="837619" y="2356369"/>
                  <a:ext cx="543874" cy="168852"/>
                  <a:chOff x="837619" y="2356369"/>
                  <a:chExt cx="543874" cy="168852"/>
                </a:xfrm>
              </p:grpSpPr>
              <p:sp>
                <p:nvSpPr>
                  <p:cNvPr id="96" name="Freeform: Shape 95">
                    <a:extLst>
                      <a:ext uri="{FF2B5EF4-FFF2-40B4-BE49-F238E27FC236}">
                        <a16:creationId xmlns:a16="http://schemas.microsoft.com/office/drawing/2014/main" id="{E28B368B-91A8-3076-8017-E80EC053B3B7}"/>
                      </a:ext>
                    </a:extLst>
                  </p:cNvPr>
                  <p:cNvSpPr/>
                  <p:nvPr/>
                </p:nvSpPr>
                <p:spPr>
                  <a:xfrm>
                    <a:off x="837619" y="2356369"/>
                    <a:ext cx="103484" cy="80460"/>
                  </a:xfrm>
                  <a:custGeom>
                    <a:avLst/>
                    <a:gdLst>
                      <a:gd name="connsiteX0" fmla="*/ 336 w 103484"/>
                      <a:gd name="connsiteY0" fmla="*/ 47056 h 80460"/>
                      <a:gd name="connsiteX1" fmla="*/ 5563 w 103484"/>
                      <a:gd name="connsiteY1" fmla="*/ 20538 h 80460"/>
                      <a:gd name="connsiteX2" fmla="*/ 35461 w 103484"/>
                      <a:gd name="connsiteY2" fmla="*/ 485 h 80460"/>
                      <a:gd name="connsiteX3" fmla="*/ 82946 w 103484"/>
                      <a:gd name="connsiteY3" fmla="*/ 9846 h 80460"/>
                      <a:gd name="connsiteX4" fmla="*/ 102999 w 103484"/>
                      <a:gd name="connsiteY4" fmla="*/ 39744 h 80460"/>
                      <a:gd name="connsiteX5" fmla="*/ 97773 w 103484"/>
                      <a:gd name="connsiteY5" fmla="*/ 66262 h 80460"/>
                      <a:gd name="connsiteX6" fmla="*/ 77101 w 103484"/>
                      <a:gd name="connsiteY6" fmla="*/ 80124 h 80460"/>
                      <a:gd name="connsiteX7" fmla="*/ 14198 w 103484"/>
                      <a:gd name="connsiteY7" fmla="*/ 67725 h 80460"/>
                      <a:gd name="connsiteX8" fmla="*/ 336 w 103484"/>
                      <a:gd name="connsiteY8" fmla="*/ 47053 h 80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484" h="80460">
                        <a:moveTo>
                          <a:pt x="336" y="47056"/>
                        </a:moveTo>
                        <a:lnTo>
                          <a:pt x="5563" y="20538"/>
                        </a:lnTo>
                        <a:cubicBezTo>
                          <a:pt x="8281" y="6744"/>
                          <a:pt x="21670" y="-2233"/>
                          <a:pt x="35461" y="485"/>
                        </a:cubicBezTo>
                        <a:lnTo>
                          <a:pt x="82946" y="9846"/>
                        </a:lnTo>
                        <a:cubicBezTo>
                          <a:pt x="96741" y="12565"/>
                          <a:pt x="105718" y="25954"/>
                          <a:pt x="102999" y="39744"/>
                        </a:cubicBezTo>
                        <a:lnTo>
                          <a:pt x="97773" y="66262"/>
                        </a:lnTo>
                        <a:cubicBezTo>
                          <a:pt x="95894" y="75798"/>
                          <a:pt x="86640" y="82007"/>
                          <a:pt x="77101" y="80124"/>
                        </a:cubicBezTo>
                        <a:lnTo>
                          <a:pt x="14198" y="67725"/>
                        </a:lnTo>
                        <a:cubicBezTo>
                          <a:pt x="4663" y="65846"/>
                          <a:pt x="-1546" y="56592"/>
                          <a:pt x="336" y="47053"/>
                        </a:cubicBezTo>
                        <a:close/>
                      </a:path>
                    </a:pathLst>
                  </a:custGeom>
                  <a:solidFill>
                    <a:schemeClr val="bg2">
                      <a:lumMod val="50000"/>
                    </a:schemeClr>
                  </a:solidFill>
                  <a:ln w="354" cap="flat">
                    <a:noFill/>
                    <a:prstDash val="solid"/>
                    <a:miter/>
                  </a:ln>
                </p:spPr>
                <p:txBody>
                  <a:bodyPr rtlCol="0" anchor="ctr"/>
                  <a:lstStyle/>
                  <a:p>
                    <a:endParaRPr lang="pt-BR"/>
                  </a:p>
                </p:txBody>
              </p:sp>
              <p:sp>
                <p:nvSpPr>
                  <p:cNvPr id="97" name="Freeform: Shape 96">
                    <a:extLst>
                      <a:ext uri="{FF2B5EF4-FFF2-40B4-BE49-F238E27FC236}">
                        <a16:creationId xmlns:a16="http://schemas.microsoft.com/office/drawing/2014/main" id="{953A88C5-5AB4-68E4-4C8C-94BD4F678948}"/>
                      </a:ext>
                    </a:extLst>
                  </p:cNvPr>
                  <p:cNvSpPr/>
                  <p:nvPr/>
                </p:nvSpPr>
                <p:spPr>
                  <a:xfrm>
                    <a:off x="1277340" y="2442459"/>
                    <a:ext cx="104153" cy="82762"/>
                  </a:xfrm>
                  <a:custGeom>
                    <a:avLst/>
                    <a:gdLst>
                      <a:gd name="connsiteX0" fmla="*/ 96947 w 104153"/>
                      <a:gd name="connsiteY0" fmla="*/ 69364 h 82762"/>
                      <a:gd name="connsiteX1" fmla="*/ 103409 w 104153"/>
                      <a:gd name="connsiteY1" fmla="*/ 43121 h 82762"/>
                      <a:gd name="connsiteX2" fmla="*/ 84775 w 104153"/>
                      <a:gd name="connsiteY2" fmla="*/ 12315 h 82762"/>
                      <a:gd name="connsiteX3" fmla="*/ 37781 w 104153"/>
                      <a:gd name="connsiteY3" fmla="*/ 744 h 82762"/>
                      <a:gd name="connsiteX4" fmla="*/ 6976 w 104153"/>
                      <a:gd name="connsiteY4" fmla="*/ 19378 h 82762"/>
                      <a:gd name="connsiteX5" fmla="*/ 514 w 104153"/>
                      <a:gd name="connsiteY5" fmla="*/ 45622 h 82762"/>
                      <a:gd name="connsiteX6" fmla="*/ 13394 w 104153"/>
                      <a:gd name="connsiteY6" fmla="*/ 66920 h 82762"/>
                      <a:gd name="connsiteX7" fmla="*/ 75645 w 104153"/>
                      <a:gd name="connsiteY7" fmla="*/ 82248 h 82762"/>
                      <a:gd name="connsiteX8" fmla="*/ 96944 w 104153"/>
                      <a:gd name="connsiteY8" fmla="*/ 69368 h 8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53" h="82762">
                        <a:moveTo>
                          <a:pt x="96947" y="69364"/>
                        </a:moveTo>
                        <a:lnTo>
                          <a:pt x="103409" y="43121"/>
                        </a:lnTo>
                        <a:cubicBezTo>
                          <a:pt x="106771" y="29468"/>
                          <a:pt x="98427" y="15678"/>
                          <a:pt x="84775" y="12315"/>
                        </a:cubicBezTo>
                        <a:lnTo>
                          <a:pt x="37781" y="744"/>
                        </a:lnTo>
                        <a:cubicBezTo>
                          <a:pt x="24129" y="-2618"/>
                          <a:pt x="10338" y="5726"/>
                          <a:pt x="6976" y="19378"/>
                        </a:cubicBezTo>
                        <a:lnTo>
                          <a:pt x="514" y="45622"/>
                        </a:lnTo>
                        <a:cubicBezTo>
                          <a:pt x="-1809" y="55061"/>
                          <a:pt x="3958" y="64593"/>
                          <a:pt x="13394" y="66920"/>
                        </a:cubicBezTo>
                        <a:lnTo>
                          <a:pt x="75645" y="82248"/>
                        </a:lnTo>
                        <a:cubicBezTo>
                          <a:pt x="85085" y="84571"/>
                          <a:pt x="94617" y="78804"/>
                          <a:pt x="96944" y="69368"/>
                        </a:cubicBezTo>
                        <a:close/>
                      </a:path>
                    </a:pathLst>
                  </a:custGeom>
                  <a:solidFill>
                    <a:schemeClr val="bg2">
                      <a:lumMod val="50000"/>
                    </a:schemeClr>
                  </a:solidFill>
                  <a:ln w="354" cap="flat">
                    <a:noFill/>
                    <a:prstDash val="solid"/>
                    <a:miter/>
                  </a:ln>
                </p:spPr>
                <p:txBody>
                  <a:bodyPr rtlCol="0" anchor="ctr"/>
                  <a:lstStyle/>
                  <a:p>
                    <a:endParaRPr lang="pt-BR"/>
                  </a:p>
                </p:txBody>
              </p:sp>
            </p:grpSp>
          </p:grpSp>
        </p:grpSp>
      </p:grpSp>
      <p:grpSp>
        <p:nvGrpSpPr>
          <p:cNvPr id="112" name="Group 111">
            <a:extLst>
              <a:ext uri="{FF2B5EF4-FFF2-40B4-BE49-F238E27FC236}">
                <a16:creationId xmlns:a16="http://schemas.microsoft.com/office/drawing/2014/main" id="{C661C52E-5A6C-1356-3DC0-80885BAD104B}"/>
              </a:ext>
            </a:extLst>
          </p:cNvPr>
          <p:cNvGrpSpPr/>
          <p:nvPr/>
        </p:nvGrpSpPr>
        <p:grpSpPr>
          <a:xfrm>
            <a:off x="9992948" y="1720053"/>
            <a:ext cx="1664023" cy="2078063"/>
            <a:chOff x="9992948" y="1720053"/>
            <a:chExt cx="1664023" cy="2078063"/>
          </a:xfrm>
        </p:grpSpPr>
        <p:sp>
          <p:nvSpPr>
            <p:cNvPr id="113" name="object 133">
              <a:extLst>
                <a:ext uri="{FF2B5EF4-FFF2-40B4-BE49-F238E27FC236}">
                  <a16:creationId xmlns:a16="http://schemas.microsoft.com/office/drawing/2014/main" id="{4CFAD3CF-7E31-F642-FE8E-9C1C574350A3}"/>
                </a:ext>
              </a:extLst>
            </p:cNvPr>
            <p:cNvSpPr txBox="1"/>
            <p:nvPr/>
          </p:nvSpPr>
          <p:spPr>
            <a:xfrm>
              <a:off x="9992948" y="2245737"/>
              <a:ext cx="1079936" cy="476411"/>
            </a:xfrm>
            <a:prstGeom prst="rect">
              <a:avLst/>
            </a:prstGeom>
          </p:spPr>
          <p:txBody>
            <a:bodyPr vert="horz" wrap="square" lIns="0" tIns="14604" rIns="0" bIns="0" rtlCol="0">
              <a:spAutoFit/>
            </a:bodyPr>
            <a:lstStyle/>
            <a:p>
              <a:pPr marL="12700">
                <a:lnSpc>
                  <a:spcPct val="100000"/>
                </a:lnSpc>
                <a:spcBef>
                  <a:spcPts val="114"/>
                </a:spcBef>
              </a:pPr>
              <a:r>
                <a:rPr lang="pt-BR" sz="3000" b="1" spc="45">
                  <a:solidFill>
                    <a:schemeClr val="bg2">
                      <a:lumMod val="90000"/>
                    </a:schemeClr>
                  </a:solidFill>
                  <a:latin typeface="Versos" panose="020B0503020204030204" pitchFamily="34" charset="0"/>
                  <a:cs typeface="Arial"/>
                </a:rPr>
                <a:t>05</a:t>
              </a:r>
              <a:endParaRPr sz="3000">
                <a:solidFill>
                  <a:schemeClr val="bg2">
                    <a:lumMod val="90000"/>
                  </a:schemeClr>
                </a:solidFill>
                <a:latin typeface="Versos" panose="020B0503020204030204" pitchFamily="34" charset="0"/>
                <a:cs typeface="Arial"/>
              </a:endParaRPr>
            </a:p>
          </p:txBody>
        </p:sp>
        <p:sp>
          <p:nvSpPr>
            <p:cNvPr id="114" name="CaixaDeTexto 26">
              <a:extLst>
                <a:ext uri="{FF2B5EF4-FFF2-40B4-BE49-F238E27FC236}">
                  <a16:creationId xmlns:a16="http://schemas.microsoft.com/office/drawing/2014/main" id="{24981570-75BE-1839-BD77-E181E949E1AA}"/>
                </a:ext>
              </a:extLst>
            </p:cNvPr>
            <p:cNvSpPr txBox="1"/>
            <p:nvPr/>
          </p:nvSpPr>
          <p:spPr>
            <a:xfrm>
              <a:off x="9992948" y="2736906"/>
              <a:ext cx="1560723" cy="184666"/>
            </a:xfrm>
            <a:prstGeom prst="rect">
              <a:avLst/>
            </a:prstGeom>
            <a:noFill/>
          </p:spPr>
          <p:txBody>
            <a:bodyPr wrap="square" lIns="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1" u="none" strike="noStrike" kern="0" cap="none" spc="0" normalizeH="0" baseline="0" noProof="0">
                  <a:ln>
                    <a:noFill/>
                  </a:ln>
                  <a:solidFill>
                    <a:schemeClr val="bg1"/>
                  </a:solidFill>
                  <a:effectLst/>
                  <a:uLnTx/>
                  <a:uFillTx/>
                  <a:latin typeface="Versos" panose="020B0503020204030204" pitchFamily="34" charset="77"/>
                </a:rPr>
                <a:t>Monitoramento</a:t>
              </a:r>
            </a:p>
          </p:txBody>
        </p:sp>
        <p:grpSp>
          <p:nvGrpSpPr>
            <p:cNvPr id="115" name="Group 114">
              <a:extLst>
                <a:ext uri="{FF2B5EF4-FFF2-40B4-BE49-F238E27FC236}">
                  <a16:creationId xmlns:a16="http://schemas.microsoft.com/office/drawing/2014/main" id="{69EB2214-0C98-B72D-8418-23E8DA4DE672}"/>
                </a:ext>
              </a:extLst>
            </p:cNvPr>
            <p:cNvGrpSpPr/>
            <p:nvPr/>
          </p:nvGrpSpPr>
          <p:grpSpPr>
            <a:xfrm>
              <a:off x="10096247" y="1720053"/>
              <a:ext cx="1560724" cy="564675"/>
              <a:chOff x="438085" y="2180228"/>
              <a:chExt cx="1560724" cy="564675"/>
            </a:xfrm>
          </p:grpSpPr>
          <p:sp>
            <p:nvSpPr>
              <p:cNvPr id="145" name="Freeform: Shape 144">
                <a:extLst>
                  <a:ext uri="{FF2B5EF4-FFF2-40B4-BE49-F238E27FC236}">
                    <a16:creationId xmlns:a16="http://schemas.microsoft.com/office/drawing/2014/main" id="{85B81FAE-E02A-BC59-8A85-386BC588EA33}"/>
                  </a:ext>
                </a:extLst>
              </p:cNvPr>
              <p:cNvSpPr/>
              <p:nvPr/>
            </p:nvSpPr>
            <p:spPr>
              <a:xfrm rot="5400000">
                <a:off x="1018490" y="1660433"/>
                <a:ext cx="399914" cy="1560724"/>
              </a:xfrm>
              <a:custGeom>
                <a:avLst/>
                <a:gdLst>
                  <a:gd name="connsiteX0" fmla="*/ 199957 w 399914"/>
                  <a:gd name="connsiteY0" fmla="*/ 0 h 1560724"/>
                  <a:gd name="connsiteX1" fmla="*/ 0 w 399914"/>
                  <a:gd name="connsiteY1" fmla="*/ 780362 h 1560724"/>
                  <a:gd name="connsiteX2" fmla="*/ 199957 w 399914"/>
                  <a:gd name="connsiteY2" fmla="*/ 1560725 h 1560724"/>
                  <a:gd name="connsiteX3" fmla="*/ 399914 w 399914"/>
                  <a:gd name="connsiteY3" fmla="*/ 780362 h 1560724"/>
                  <a:gd name="connsiteX4" fmla="*/ 199957 w 399914"/>
                  <a:gd name="connsiteY4" fmla="*/ 0 h 1560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914" h="1560724">
                    <a:moveTo>
                      <a:pt x="199957" y="0"/>
                    </a:moveTo>
                    <a:cubicBezTo>
                      <a:pt x="149351" y="0"/>
                      <a:pt x="0" y="390197"/>
                      <a:pt x="0" y="780362"/>
                    </a:cubicBezTo>
                    <a:cubicBezTo>
                      <a:pt x="0" y="1170528"/>
                      <a:pt x="132241" y="1560725"/>
                      <a:pt x="199957" y="1560725"/>
                    </a:cubicBezTo>
                    <a:cubicBezTo>
                      <a:pt x="267673" y="1560725"/>
                      <a:pt x="399914" y="1171165"/>
                      <a:pt x="399914" y="780362"/>
                    </a:cubicBezTo>
                    <a:cubicBezTo>
                      <a:pt x="399914" y="389560"/>
                      <a:pt x="250563" y="0"/>
                      <a:pt x="199957" y="0"/>
                    </a:cubicBezTo>
                    <a:close/>
                  </a:path>
                </a:pathLst>
              </a:custGeom>
              <a:solidFill>
                <a:srgbClr val="759DB4"/>
              </a:solidFill>
              <a:ln w="354" cap="flat">
                <a:noFill/>
                <a:prstDash val="solid"/>
                <a:miter/>
              </a:ln>
            </p:spPr>
            <p:txBody>
              <a:bodyPr rtlCol="0" anchor="ctr"/>
              <a:lstStyle/>
              <a:p>
                <a:endParaRPr lang="pt-BR"/>
              </a:p>
            </p:txBody>
          </p:sp>
          <p:grpSp>
            <p:nvGrpSpPr>
              <p:cNvPr id="118" name="Graphic 7">
                <a:extLst>
                  <a:ext uri="{FF2B5EF4-FFF2-40B4-BE49-F238E27FC236}">
                    <a16:creationId xmlns:a16="http://schemas.microsoft.com/office/drawing/2014/main" id="{0DAD87C4-55A5-CB57-AED3-67F3B33F0117}"/>
                  </a:ext>
                </a:extLst>
              </p:cNvPr>
              <p:cNvGrpSpPr/>
              <p:nvPr/>
            </p:nvGrpSpPr>
            <p:grpSpPr>
              <a:xfrm rot="5400000">
                <a:off x="858015" y="2273448"/>
                <a:ext cx="564675" cy="378236"/>
                <a:chOff x="816818" y="2264412"/>
                <a:chExt cx="564675" cy="378236"/>
              </a:xfrm>
            </p:grpSpPr>
            <p:grpSp>
              <p:nvGrpSpPr>
                <p:cNvPr id="119" name="Graphic 7">
                  <a:extLst>
                    <a:ext uri="{FF2B5EF4-FFF2-40B4-BE49-F238E27FC236}">
                      <a16:creationId xmlns:a16="http://schemas.microsoft.com/office/drawing/2014/main" id="{D3E58F28-E5D3-81F6-2226-AC79044DF03E}"/>
                    </a:ext>
                  </a:extLst>
                </p:cNvPr>
                <p:cNvGrpSpPr/>
                <p:nvPr/>
              </p:nvGrpSpPr>
              <p:grpSpPr>
                <a:xfrm>
                  <a:off x="818111" y="2500400"/>
                  <a:ext cx="201304" cy="114419"/>
                  <a:chOff x="818111" y="2500400"/>
                  <a:chExt cx="201304" cy="114419"/>
                </a:xfrm>
              </p:grpSpPr>
              <p:sp>
                <p:nvSpPr>
                  <p:cNvPr id="143" name="Freeform: Shape 142">
                    <a:extLst>
                      <a:ext uri="{FF2B5EF4-FFF2-40B4-BE49-F238E27FC236}">
                        <a16:creationId xmlns:a16="http://schemas.microsoft.com/office/drawing/2014/main" id="{6FEED246-EC7D-CA3C-6F32-CAE43A34268C}"/>
                      </a:ext>
                    </a:extLst>
                  </p:cNvPr>
                  <p:cNvSpPr/>
                  <p:nvPr/>
                </p:nvSpPr>
                <p:spPr>
                  <a:xfrm>
                    <a:off x="818111" y="2500400"/>
                    <a:ext cx="201304" cy="111509"/>
                  </a:xfrm>
                  <a:custGeom>
                    <a:avLst/>
                    <a:gdLst>
                      <a:gd name="connsiteX0" fmla="*/ 158351 w 201304"/>
                      <a:gd name="connsiteY0" fmla="*/ 108024 h 111509"/>
                      <a:gd name="connsiteX1" fmla="*/ 15888 w 201304"/>
                      <a:gd name="connsiteY1" fmla="*/ 49979 h 111509"/>
                      <a:gd name="connsiteX2" fmla="*/ 1627 w 201304"/>
                      <a:gd name="connsiteY2" fmla="*/ 16523 h 111509"/>
                      <a:gd name="connsiteX3" fmla="*/ 36119 w 201304"/>
                      <a:gd name="connsiteY3" fmla="*/ 1575 h 111509"/>
                      <a:gd name="connsiteX4" fmla="*/ 181194 w 201304"/>
                      <a:gd name="connsiteY4" fmla="*/ 59443 h 111509"/>
                      <a:gd name="connsiteX5" fmla="*/ 198663 w 201304"/>
                      <a:gd name="connsiteY5" fmla="*/ 96333 h 111509"/>
                      <a:gd name="connsiteX6" fmla="*/ 158351 w 201304"/>
                      <a:gd name="connsiteY6" fmla="*/ 108028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304" h="111509">
                        <a:moveTo>
                          <a:pt x="158351" y="108024"/>
                        </a:moveTo>
                        <a:lnTo>
                          <a:pt x="15888" y="49979"/>
                        </a:lnTo>
                        <a:cubicBezTo>
                          <a:pt x="2923" y="44467"/>
                          <a:pt x="-3162" y="29129"/>
                          <a:pt x="1627" y="16523"/>
                        </a:cubicBezTo>
                        <a:cubicBezTo>
                          <a:pt x="6417" y="3913"/>
                          <a:pt x="19115" y="-3402"/>
                          <a:pt x="36119" y="1575"/>
                        </a:cubicBezTo>
                        <a:cubicBezTo>
                          <a:pt x="53123" y="6553"/>
                          <a:pt x="181194" y="59443"/>
                          <a:pt x="181194" y="59443"/>
                        </a:cubicBezTo>
                        <a:cubicBezTo>
                          <a:pt x="195902" y="65114"/>
                          <a:pt x="206463" y="81247"/>
                          <a:pt x="198663" y="96333"/>
                        </a:cubicBezTo>
                        <a:cubicBezTo>
                          <a:pt x="190864" y="111419"/>
                          <a:pt x="178493" y="115137"/>
                          <a:pt x="158351" y="108028"/>
                        </a:cubicBezTo>
                        <a:close/>
                      </a:path>
                    </a:pathLst>
                  </a:custGeom>
                  <a:solidFill>
                    <a:schemeClr val="bg2">
                      <a:lumMod val="50000"/>
                    </a:schemeClr>
                  </a:solidFill>
                  <a:ln w="354" cap="flat">
                    <a:noFill/>
                    <a:prstDash val="solid"/>
                    <a:miter/>
                  </a:ln>
                </p:spPr>
                <p:txBody>
                  <a:bodyPr rtlCol="0" anchor="ctr"/>
                  <a:lstStyle/>
                  <a:p>
                    <a:endParaRPr lang="pt-BR"/>
                  </a:p>
                </p:txBody>
              </p:sp>
              <p:sp>
                <p:nvSpPr>
                  <p:cNvPr id="144" name="Freeform: Shape 143">
                    <a:extLst>
                      <a:ext uri="{FF2B5EF4-FFF2-40B4-BE49-F238E27FC236}">
                        <a16:creationId xmlns:a16="http://schemas.microsoft.com/office/drawing/2014/main" id="{A392F033-7A11-DE7F-6CBC-9CF58EEC06BC}"/>
                      </a:ext>
                    </a:extLst>
                  </p:cNvPr>
                  <p:cNvSpPr/>
                  <p:nvPr/>
                </p:nvSpPr>
                <p:spPr>
                  <a:xfrm>
                    <a:off x="893094" y="2518840"/>
                    <a:ext cx="125872" cy="95978"/>
                  </a:xfrm>
                  <a:custGeom>
                    <a:avLst/>
                    <a:gdLst>
                      <a:gd name="connsiteX0" fmla="*/ 21490 w 125872"/>
                      <a:gd name="connsiteY0" fmla="*/ 0 h 95978"/>
                      <a:gd name="connsiteX1" fmla="*/ 103606 w 125872"/>
                      <a:gd name="connsiteY1" fmla="*/ 38327 h 95978"/>
                      <a:gd name="connsiteX2" fmla="*/ 123463 w 125872"/>
                      <a:gd name="connsiteY2" fmla="*/ 80162 h 95978"/>
                      <a:gd name="connsiteX3" fmla="*/ 68026 w 125872"/>
                      <a:gd name="connsiteY3" fmla="*/ 91338 h 95978"/>
                      <a:gd name="connsiteX4" fmla="*/ 0 w 125872"/>
                      <a:gd name="connsiteY4" fmla="*/ 71449 h 95978"/>
                      <a:gd name="connsiteX5" fmla="*/ 21490 w 125872"/>
                      <a:gd name="connsiteY5" fmla="*/ 0 h 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872" h="95978">
                        <a:moveTo>
                          <a:pt x="21490" y="0"/>
                        </a:moveTo>
                        <a:cubicBezTo>
                          <a:pt x="21490" y="0"/>
                          <a:pt x="77038" y="20569"/>
                          <a:pt x="103606" y="38327"/>
                        </a:cubicBezTo>
                        <a:cubicBezTo>
                          <a:pt x="120521" y="49634"/>
                          <a:pt x="130818" y="63383"/>
                          <a:pt x="123463" y="80162"/>
                        </a:cubicBezTo>
                        <a:cubicBezTo>
                          <a:pt x="114209" y="102791"/>
                          <a:pt x="84133" y="95817"/>
                          <a:pt x="68026" y="91338"/>
                        </a:cubicBezTo>
                        <a:cubicBezTo>
                          <a:pt x="51919" y="86858"/>
                          <a:pt x="0" y="71449"/>
                          <a:pt x="0" y="71449"/>
                        </a:cubicBezTo>
                        <a:lnTo>
                          <a:pt x="21490" y="0"/>
                        </a:lnTo>
                        <a:close/>
                      </a:path>
                    </a:pathLst>
                  </a:custGeom>
                  <a:solidFill>
                    <a:srgbClr val="E6EDF1"/>
                  </a:solidFill>
                  <a:ln w="354" cap="flat">
                    <a:noFill/>
                    <a:prstDash val="solid"/>
                    <a:miter/>
                  </a:ln>
                </p:spPr>
                <p:txBody>
                  <a:bodyPr rtlCol="0" anchor="ctr"/>
                  <a:lstStyle/>
                  <a:p>
                    <a:endParaRPr lang="pt-BR"/>
                  </a:p>
                </p:txBody>
              </p:sp>
            </p:grpSp>
            <p:grpSp>
              <p:nvGrpSpPr>
                <p:cNvPr id="120" name="Graphic 7">
                  <a:extLst>
                    <a:ext uri="{FF2B5EF4-FFF2-40B4-BE49-F238E27FC236}">
                      <a16:creationId xmlns:a16="http://schemas.microsoft.com/office/drawing/2014/main" id="{03265875-4050-73AE-D095-2AB3516107CB}"/>
                    </a:ext>
                  </a:extLst>
                </p:cNvPr>
                <p:cNvGrpSpPr/>
                <p:nvPr/>
              </p:nvGrpSpPr>
              <p:grpSpPr>
                <a:xfrm>
                  <a:off x="1127086" y="2551364"/>
                  <a:ext cx="209276" cy="91048"/>
                  <a:chOff x="1127086" y="2551364"/>
                  <a:chExt cx="209276" cy="91048"/>
                </a:xfrm>
              </p:grpSpPr>
              <p:sp>
                <p:nvSpPr>
                  <p:cNvPr id="141" name="Freeform: Shape 140">
                    <a:extLst>
                      <a:ext uri="{FF2B5EF4-FFF2-40B4-BE49-F238E27FC236}">
                        <a16:creationId xmlns:a16="http://schemas.microsoft.com/office/drawing/2014/main" id="{AE7C007D-3D22-70A8-1461-3F4ED22847D2}"/>
                      </a:ext>
                    </a:extLst>
                  </p:cNvPr>
                  <p:cNvSpPr/>
                  <p:nvPr/>
                </p:nvSpPr>
                <p:spPr>
                  <a:xfrm>
                    <a:off x="1128542" y="2551364"/>
                    <a:ext cx="207820" cy="91048"/>
                  </a:xfrm>
                  <a:custGeom>
                    <a:avLst/>
                    <a:gdLst>
                      <a:gd name="connsiteX0" fmla="*/ 26248 w 207820"/>
                      <a:gd name="connsiteY0" fmla="*/ 53872 h 91048"/>
                      <a:gd name="connsiteX1" fmla="*/ 175681 w 207820"/>
                      <a:gd name="connsiteY1" fmla="*/ 90413 h 91048"/>
                      <a:gd name="connsiteX2" fmla="*/ 206853 w 207820"/>
                      <a:gd name="connsiteY2" fmla="*/ 71676 h 91048"/>
                      <a:gd name="connsiteX3" fmla="*/ 187686 w 207820"/>
                      <a:gd name="connsiteY3" fmla="*/ 39341 h 91048"/>
                      <a:gd name="connsiteX4" fmla="*/ 36246 w 207820"/>
                      <a:gd name="connsiteY4" fmla="*/ 1124 h 91048"/>
                      <a:gd name="connsiteX5" fmla="*/ 459 w 207820"/>
                      <a:gd name="connsiteY5" fmla="*/ 20757 h 91048"/>
                      <a:gd name="connsiteX6" fmla="*/ 26251 w 207820"/>
                      <a:gd name="connsiteY6" fmla="*/ 53872 h 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820" h="91048">
                        <a:moveTo>
                          <a:pt x="26248" y="53872"/>
                        </a:moveTo>
                        <a:lnTo>
                          <a:pt x="175681" y="90413"/>
                        </a:lnTo>
                        <a:cubicBezTo>
                          <a:pt x="189418" y="93554"/>
                          <a:pt x="203337" y="84699"/>
                          <a:pt x="206853" y="71676"/>
                        </a:cubicBezTo>
                        <a:cubicBezTo>
                          <a:pt x="210368" y="58654"/>
                          <a:pt x="204376" y="45279"/>
                          <a:pt x="187686" y="39341"/>
                        </a:cubicBezTo>
                        <a:cubicBezTo>
                          <a:pt x="170995" y="33399"/>
                          <a:pt x="36246" y="1124"/>
                          <a:pt x="36246" y="1124"/>
                        </a:cubicBezTo>
                        <a:cubicBezTo>
                          <a:pt x="21007" y="-2907"/>
                          <a:pt x="2992" y="3964"/>
                          <a:pt x="459" y="20757"/>
                        </a:cubicBezTo>
                        <a:cubicBezTo>
                          <a:pt x="-2071" y="37551"/>
                          <a:pt x="5764" y="47816"/>
                          <a:pt x="26251" y="53872"/>
                        </a:cubicBezTo>
                        <a:close/>
                      </a:path>
                    </a:pathLst>
                  </a:custGeom>
                  <a:solidFill>
                    <a:schemeClr val="bg2">
                      <a:lumMod val="50000"/>
                    </a:schemeClr>
                  </a:solidFill>
                  <a:ln w="354" cap="flat">
                    <a:noFill/>
                    <a:prstDash val="solid"/>
                    <a:miter/>
                  </a:ln>
                </p:spPr>
                <p:txBody>
                  <a:bodyPr rtlCol="0" anchor="ctr"/>
                  <a:lstStyle/>
                  <a:p>
                    <a:endParaRPr lang="pt-BR"/>
                  </a:p>
                </p:txBody>
              </p:sp>
              <p:sp>
                <p:nvSpPr>
                  <p:cNvPr id="142" name="Freeform: Shape 141">
                    <a:extLst>
                      <a:ext uri="{FF2B5EF4-FFF2-40B4-BE49-F238E27FC236}">
                        <a16:creationId xmlns:a16="http://schemas.microsoft.com/office/drawing/2014/main" id="{8475320B-6BE5-5B9E-1F67-B825AD5A0F28}"/>
                      </a:ext>
                    </a:extLst>
                  </p:cNvPr>
                  <p:cNvSpPr/>
                  <p:nvPr/>
                </p:nvSpPr>
                <p:spPr>
                  <a:xfrm>
                    <a:off x="1127086" y="2551665"/>
                    <a:ext cx="130167" cy="86468"/>
                  </a:xfrm>
                  <a:custGeom>
                    <a:avLst/>
                    <a:gdLst>
                      <a:gd name="connsiteX0" fmla="*/ 130168 w 130167"/>
                      <a:gd name="connsiteY0" fmla="*/ 15650 h 86468"/>
                      <a:gd name="connsiteX1" fmla="*/ 40908 w 130167"/>
                      <a:gd name="connsiteY1" fmla="*/ 23 h 86468"/>
                      <a:gd name="connsiteX2" fmla="*/ 663 w 130167"/>
                      <a:gd name="connsiteY2" fmla="*/ 22936 h 86468"/>
                      <a:gd name="connsiteX3" fmla="*/ 39698 w 130167"/>
                      <a:gd name="connsiteY3" fmla="*/ 63854 h 86468"/>
                      <a:gd name="connsiteX4" fmla="*/ 109987 w 130167"/>
                      <a:gd name="connsiteY4" fmla="*/ 86468 h 86468"/>
                      <a:gd name="connsiteX5" fmla="*/ 130168 w 130167"/>
                      <a:gd name="connsiteY5" fmla="*/ 15650 h 8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167" h="86468">
                        <a:moveTo>
                          <a:pt x="130168" y="15650"/>
                        </a:moveTo>
                        <a:cubicBezTo>
                          <a:pt x="130168" y="15650"/>
                          <a:pt x="72855" y="685"/>
                          <a:pt x="40908" y="23"/>
                        </a:cubicBezTo>
                        <a:cubicBezTo>
                          <a:pt x="20563" y="-401"/>
                          <a:pt x="4250" y="4972"/>
                          <a:pt x="663" y="22936"/>
                        </a:cubicBezTo>
                        <a:cubicBezTo>
                          <a:pt x="-4716" y="46782"/>
                          <a:pt x="23929" y="58300"/>
                          <a:pt x="39698" y="63854"/>
                        </a:cubicBezTo>
                        <a:cubicBezTo>
                          <a:pt x="55467" y="69408"/>
                          <a:pt x="109987" y="86468"/>
                          <a:pt x="109987" y="86468"/>
                        </a:cubicBezTo>
                        <a:lnTo>
                          <a:pt x="130168" y="15650"/>
                        </a:lnTo>
                        <a:close/>
                      </a:path>
                    </a:pathLst>
                  </a:custGeom>
                  <a:solidFill>
                    <a:srgbClr val="E6EDF1"/>
                  </a:solidFill>
                  <a:ln w="354" cap="flat">
                    <a:noFill/>
                    <a:prstDash val="solid"/>
                    <a:miter/>
                  </a:ln>
                </p:spPr>
                <p:txBody>
                  <a:bodyPr rtlCol="0" anchor="ctr"/>
                  <a:lstStyle/>
                  <a:p>
                    <a:endParaRPr lang="pt-BR"/>
                  </a:p>
                </p:txBody>
              </p:sp>
            </p:grpSp>
            <p:sp>
              <p:nvSpPr>
                <p:cNvPr id="121" name="Freeform: Shape 120">
                  <a:extLst>
                    <a:ext uri="{FF2B5EF4-FFF2-40B4-BE49-F238E27FC236}">
                      <a16:creationId xmlns:a16="http://schemas.microsoft.com/office/drawing/2014/main" id="{10A5BF05-0C8F-7D66-9CD2-DF39FA055B97}"/>
                    </a:ext>
                  </a:extLst>
                </p:cNvPr>
                <p:cNvSpPr/>
                <p:nvPr/>
              </p:nvSpPr>
              <p:spPr>
                <a:xfrm>
                  <a:off x="1285211" y="2460365"/>
                  <a:ext cx="67830" cy="182283"/>
                </a:xfrm>
                <a:custGeom>
                  <a:avLst/>
                  <a:gdLst>
                    <a:gd name="connsiteX0" fmla="*/ 53280 w 67830"/>
                    <a:gd name="connsiteY0" fmla="*/ 153684 h 182283"/>
                    <a:gd name="connsiteX1" fmla="*/ 67733 w 67830"/>
                    <a:gd name="connsiteY1" fmla="*/ 40553 h 182283"/>
                    <a:gd name="connsiteX2" fmla="*/ 45378 w 67830"/>
                    <a:gd name="connsiteY2" fmla="*/ 607 h 182283"/>
                    <a:gd name="connsiteX3" fmla="*/ 10079 w 67830"/>
                    <a:gd name="connsiteY3" fmla="*/ 35885 h 182283"/>
                    <a:gd name="connsiteX4" fmla="*/ 13 w 67830"/>
                    <a:gd name="connsiteY4" fmla="*/ 148297 h 182283"/>
                    <a:gd name="connsiteX5" fmla="*/ 23428 w 67830"/>
                    <a:gd name="connsiteY5" fmla="*/ 182013 h 182283"/>
                    <a:gd name="connsiteX6" fmla="*/ 53276 w 67830"/>
                    <a:gd name="connsiteY6" fmla="*/ 153684 h 182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30" h="182283">
                      <a:moveTo>
                        <a:pt x="53280" y="153684"/>
                      </a:moveTo>
                      <a:cubicBezTo>
                        <a:pt x="53280" y="153684"/>
                        <a:pt x="66872" y="61823"/>
                        <a:pt x="67733" y="40553"/>
                      </a:cubicBezTo>
                      <a:cubicBezTo>
                        <a:pt x="68594" y="19279"/>
                        <a:pt x="64011" y="4151"/>
                        <a:pt x="45378" y="607"/>
                      </a:cubicBezTo>
                      <a:cubicBezTo>
                        <a:pt x="26744" y="-2937"/>
                        <a:pt x="13800" y="9064"/>
                        <a:pt x="10079" y="35885"/>
                      </a:cubicBezTo>
                      <a:cubicBezTo>
                        <a:pt x="6360" y="62705"/>
                        <a:pt x="283" y="134438"/>
                        <a:pt x="13" y="148297"/>
                      </a:cubicBezTo>
                      <a:cubicBezTo>
                        <a:pt x="-258" y="162159"/>
                        <a:pt x="3614" y="179597"/>
                        <a:pt x="23428" y="182013"/>
                      </a:cubicBezTo>
                      <a:cubicBezTo>
                        <a:pt x="43243" y="184428"/>
                        <a:pt x="51789" y="170328"/>
                        <a:pt x="53276" y="153684"/>
                      </a:cubicBezTo>
                      <a:close/>
                    </a:path>
                  </a:pathLst>
                </a:custGeom>
                <a:solidFill>
                  <a:schemeClr val="bg2">
                    <a:lumMod val="50000"/>
                  </a:schemeClr>
                </a:solidFill>
                <a:ln w="354" cap="flat">
                  <a:noFill/>
                  <a:prstDash val="solid"/>
                  <a:miter/>
                </a:ln>
              </p:spPr>
              <p:txBody>
                <a:bodyPr rtlCol="0" anchor="ctr"/>
                <a:lstStyle/>
                <a:p>
                  <a:endParaRPr lang="pt-BR"/>
                </a:p>
              </p:txBody>
            </p:sp>
            <p:grpSp>
              <p:nvGrpSpPr>
                <p:cNvPr id="122" name="Graphic 7">
                  <a:extLst>
                    <a:ext uri="{FF2B5EF4-FFF2-40B4-BE49-F238E27FC236}">
                      <a16:creationId xmlns:a16="http://schemas.microsoft.com/office/drawing/2014/main" id="{8A6FFA23-AE96-1C62-BECB-8B63DD5EA865}"/>
                    </a:ext>
                  </a:extLst>
                </p:cNvPr>
                <p:cNvGrpSpPr/>
                <p:nvPr/>
              </p:nvGrpSpPr>
              <p:grpSpPr>
                <a:xfrm>
                  <a:off x="1088156" y="2264412"/>
                  <a:ext cx="72372" cy="207051"/>
                  <a:chOff x="1088156" y="2264412"/>
                  <a:chExt cx="72372" cy="207051"/>
                </a:xfrm>
                <a:solidFill>
                  <a:srgbClr val="ABDAEF"/>
                </a:solidFill>
              </p:grpSpPr>
              <p:sp>
                <p:nvSpPr>
                  <p:cNvPr id="139" name="Freeform: Shape 138">
                    <a:extLst>
                      <a:ext uri="{FF2B5EF4-FFF2-40B4-BE49-F238E27FC236}">
                        <a16:creationId xmlns:a16="http://schemas.microsoft.com/office/drawing/2014/main" id="{494C4125-1A4E-858C-D5AF-80CE72E9D866}"/>
                      </a:ext>
                    </a:extLst>
                  </p:cNvPr>
                  <p:cNvSpPr/>
                  <p:nvPr/>
                </p:nvSpPr>
                <p:spPr>
                  <a:xfrm>
                    <a:off x="1107920" y="2321961"/>
                    <a:ext cx="52608" cy="149501"/>
                  </a:xfrm>
                  <a:custGeom>
                    <a:avLst/>
                    <a:gdLst>
                      <a:gd name="connsiteX0" fmla="*/ 20537 w 52608"/>
                      <a:gd name="connsiteY0" fmla="*/ 13 h 149501"/>
                      <a:gd name="connsiteX1" fmla="*/ 35363 w 52608"/>
                      <a:gd name="connsiteY1" fmla="*/ 13673 h 149501"/>
                      <a:gd name="connsiteX2" fmla="*/ 52445 w 52608"/>
                      <a:gd name="connsiteY2" fmla="*/ 120296 h 149501"/>
                      <a:gd name="connsiteX3" fmla="*/ 27305 w 52608"/>
                      <a:gd name="connsiteY3" fmla="*/ 149482 h 149501"/>
                      <a:gd name="connsiteX4" fmla="*/ 25 w 52608"/>
                      <a:gd name="connsiteY4" fmla="*/ 122061 h 149501"/>
                      <a:gd name="connsiteX5" fmla="*/ 5519 w 52608"/>
                      <a:gd name="connsiteY5" fmla="*/ 14961 h 149501"/>
                      <a:gd name="connsiteX6" fmla="*/ 20537 w 52608"/>
                      <a:gd name="connsiteY6" fmla="*/ 17 h 14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08" h="149501">
                        <a:moveTo>
                          <a:pt x="20537" y="13"/>
                        </a:moveTo>
                        <a:cubicBezTo>
                          <a:pt x="29027" y="-310"/>
                          <a:pt x="34182" y="5258"/>
                          <a:pt x="35363" y="13673"/>
                        </a:cubicBezTo>
                        <a:lnTo>
                          <a:pt x="52445" y="120296"/>
                        </a:lnTo>
                        <a:cubicBezTo>
                          <a:pt x="54128" y="135478"/>
                          <a:pt x="42568" y="148899"/>
                          <a:pt x="27305" y="149482"/>
                        </a:cubicBezTo>
                        <a:cubicBezTo>
                          <a:pt x="11945" y="150066"/>
                          <a:pt x="-640" y="137413"/>
                          <a:pt x="25" y="122061"/>
                        </a:cubicBezTo>
                        <a:lnTo>
                          <a:pt x="5519" y="14961"/>
                        </a:lnTo>
                        <a:cubicBezTo>
                          <a:pt x="5892" y="6347"/>
                          <a:pt x="11920" y="348"/>
                          <a:pt x="20537" y="17"/>
                        </a:cubicBezTo>
                        <a:close/>
                      </a:path>
                    </a:pathLst>
                  </a:custGeom>
                  <a:solidFill>
                    <a:schemeClr val="bg2">
                      <a:lumMod val="50000"/>
                    </a:schemeClr>
                  </a:solidFill>
                  <a:ln w="354" cap="flat">
                    <a:noFill/>
                    <a:prstDash val="solid"/>
                    <a:miter/>
                  </a:ln>
                </p:spPr>
                <p:txBody>
                  <a:bodyPr rtlCol="0" anchor="ctr"/>
                  <a:lstStyle/>
                  <a:p>
                    <a:endParaRPr lang="pt-BR"/>
                  </a:p>
                </p:txBody>
              </p:sp>
              <p:sp>
                <p:nvSpPr>
                  <p:cNvPr id="140" name="Freeform: Shape 139">
                    <a:extLst>
                      <a:ext uri="{FF2B5EF4-FFF2-40B4-BE49-F238E27FC236}">
                        <a16:creationId xmlns:a16="http://schemas.microsoft.com/office/drawing/2014/main" id="{E9B6BCAD-4AE6-A2CA-1109-DCF669C17104}"/>
                      </a:ext>
                    </a:extLst>
                  </p:cNvPr>
                  <p:cNvSpPr/>
                  <p:nvPr/>
                </p:nvSpPr>
                <p:spPr>
                  <a:xfrm>
                    <a:off x="1088156" y="2264412"/>
                    <a:ext cx="71744" cy="87008"/>
                  </a:xfrm>
                  <a:custGeom>
                    <a:avLst/>
                    <a:gdLst>
                      <a:gd name="connsiteX0" fmla="*/ 5397 w 71744"/>
                      <a:gd name="connsiteY0" fmla="*/ 61943 h 87008"/>
                      <a:gd name="connsiteX1" fmla="*/ 41550 w 71744"/>
                      <a:gd name="connsiteY1" fmla="*/ 85881 h 87008"/>
                      <a:gd name="connsiteX2" fmla="*/ 51801 w 71744"/>
                      <a:gd name="connsiteY2" fmla="*/ 82000 h 87008"/>
                      <a:gd name="connsiteX3" fmla="*/ 71498 w 71744"/>
                      <a:gd name="connsiteY3" fmla="*/ 8530 h 87008"/>
                      <a:gd name="connsiteX4" fmla="*/ 60998 w 71744"/>
                      <a:gd name="connsiteY4" fmla="*/ 1322 h 87008"/>
                      <a:gd name="connsiteX5" fmla="*/ 4952 w 71744"/>
                      <a:gd name="connsiteY5" fmla="*/ 42160 h 87008"/>
                      <a:gd name="connsiteX6" fmla="*/ 5397 w 71744"/>
                      <a:gd name="connsiteY6" fmla="*/ 61939 h 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44" h="87008">
                        <a:moveTo>
                          <a:pt x="5397" y="61943"/>
                        </a:moveTo>
                        <a:lnTo>
                          <a:pt x="41550" y="85881"/>
                        </a:lnTo>
                        <a:cubicBezTo>
                          <a:pt x="45396" y="88429"/>
                          <a:pt x="50609" y="86454"/>
                          <a:pt x="51801" y="82000"/>
                        </a:cubicBezTo>
                        <a:lnTo>
                          <a:pt x="71498" y="8530"/>
                        </a:lnTo>
                        <a:cubicBezTo>
                          <a:pt x="73149" y="2378"/>
                          <a:pt x="66147" y="-2429"/>
                          <a:pt x="60998" y="1322"/>
                        </a:cubicBezTo>
                        <a:lnTo>
                          <a:pt x="4952" y="42160"/>
                        </a:lnTo>
                        <a:cubicBezTo>
                          <a:pt x="-1836" y="47106"/>
                          <a:pt x="-1605" y="57303"/>
                          <a:pt x="5397" y="61939"/>
                        </a:cubicBezTo>
                        <a:close/>
                      </a:path>
                    </a:pathLst>
                  </a:custGeom>
                  <a:solidFill>
                    <a:schemeClr val="bg2">
                      <a:lumMod val="50000"/>
                    </a:schemeClr>
                  </a:solidFill>
                  <a:ln w="354" cap="flat">
                    <a:noFill/>
                    <a:prstDash val="solid"/>
                    <a:miter/>
                  </a:ln>
                </p:spPr>
                <p:txBody>
                  <a:bodyPr rtlCol="0" anchor="ctr"/>
                  <a:lstStyle/>
                  <a:p>
                    <a:endParaRPr lang="pt-BR"/>
                  </a:p>
                </p:txBody>
              </p:sp>
            </p:grpSp>
            <p:grpSp>
              <p:nvGrpSpPr>
                <p:cNvPr id="123" name="Graphic 7">
                  <a:extLst>
                    <a:ext uri="{FF2B5EF4-FFF2-40B4-BE49-F238E27FC236}">
                      <a16:creationId xmlns:a16="http://schemas.microsoft.com/office/drawing/2014/main" id="{327A9221-1B19-2A09-A853-594BED8322C9}"/>
                    </a:ext>
                  </a:extLst>
                </p:cNvPr>
                <p:cNvGrpSpPr/>
                <p:nvPr/>
              </p:nvGrpSpPr>
              <p:grpSpPr>
                <a:xfrm>
                  <a:off x="991941" y="2267319"/>
                  <a:ext cx="76641" cy="204647"/>
                  <a:chOff x="991941" y="2267319"/>
                  <a:chExt cx="76641" cy="204647"/>
                </a:xfrm>
                <a:solidFill>
                  <a:srgbClr val="ABDAEF"/>
                </a:solidFill>
              </p:grpSpPr>
              <p:sp>
                <p:nvSpPr>
                  <p:cNvPr id="137" name="Freeform: Shape 136">
                    <a:extLst>
                      <a:ext uri="{FF2B5EF4-FFF2-40B4-BE49-F238E27FC236}">
                        <a16:creationId xmlns:a16="http://schemas.microsoft.com/office/drawing/2014/main" id="{B49357EF-704D-C24D-CB38-D2853D707EFE}"/>
                      </a:ext>
                    </a:extLst>
                  </p:cNvPr>
                  <p:cNvSpPr/>
                  <p:nvPr/>
                </p:nvSpPr>
                <p:spPr>
                  <a:xfrm>
                    <a:off x="991941" y="2322943"/>
                    <a:ext cx="53534" cy="149023"/>
                  </a:xfrm>
                  <a:custGeom>
                    <a:avLst/>
                    <a:gdLst>
                      <a:gd name="connsiteX0" fmla="*/ 39432 w 53534"/>
                      <a:gd name="connsiteY0" fmla="*/ 103 h 149023"/>
                      <a:gd name="connsiteX1" fmla="*/ 24047 w 53534"/>
                      <a:gd name="connsiteY1" fmla="*/ 11816 h 149023"/>
                      <a:gd name="connsiteX2" fmla="*/ 386 w 53534"/>
                      <a:gd name="connsiteY2" fmla="*/ 118261 h 149023"/>
                      <a:gd name="connsiteX3" fmla="*/ 23741 w 53534"/>
                      <a:gd name="connsiteY3" fmla="*/ 148896 h 149023"/>
                      <a:gd name="connsiteX4" fmla="*/ 52611 w 53534"/>
                      <a:gd name="connsiteY4" fmla="*/ 123153 h 149023"/>
                      <a:gd name="connsiteX5" fmla="*/ 53532 w 53534"/>
                      <a:gd name="connsiteY5" fmla="*/ 14587 h 149023"/>
                      <a:gd name="connsiteX6" fmla="*/ 39428 w 53534"/>
                      <a:gd name="connsiteY6" fmla="*/ 103 h 14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34" h="149023">
                        <a:moveTo>
                          <a:pt x="39432" y="103"/>
                        </a:moveTo>
                        <a:cubicBezTo>
                          <a:pt x="30974" y="-726"/>
                          <a:pt x="25730" y="3486"/>
                          <a:pt x="24047" y="11816"/>
                        </a:cubicBezTo>
                        <a:lnTo>
                          <a:pt x="386" y="118261"/>
                        </a:lnTo>
                        <a:cubicBezTo>
                          <a:pt x="-2204" y="133319"/>
                          <a:pt x="8534" y="147405"/>
                          <a:pt x="23741" y="148896"/>
                        </a:cubicBezTo>
                        <a:cubicBezTo>
                          <a:pt x="39037" y="150397"/>
                          <a:pt x="52358" y="138520"/>
                          <a:pt x="52611" y="123153"/>
                        </a:cubicBezTo>
                        <a:lnTo>
                          <a:pt x="53532" y="14587"/>
                        </a:lnTo>
                        <a:cubicBezTo>
                          <a:pt x="53675" y="5966"/>
                          <a:pt x="48010" y="946"/>
                          <a:pt x="39428" y="103"/>
                        </a:cubicBezTo>
                        <a:close/>
                      </a:path>
                    </a:pathLst>
                  </a:custGeom>
                  <a:solidFill>
                    <a:schemeClr val="bg2">
                      <a:lumMod val="50000"/>
                    </a:schemeClr>
                  </a:solidFill>
                  <a:ln w="354" cap="flat">
                    <a:noFill/>
                    <a:prstDash val="solid"/>
                    <a:miter/>
                  </a:ln>
                </p:spPr>
                <p:txBody>
                  <a:bodyPr rtlCol="0" anchor="ctr"/>
                  <a:lstStyle/>
                  <a:p>
                    <a:endParaRPr lang="pt-BR"/>
                  </a:p>
                </p:txBody>
              </p:sp>
              <p:sp>
                <p:nvSpPr>
                  <p:cNvPr id="138" name="Freeform: Shape 137">
                    <a:extLst>
                      <a:ext uri="{FF2B5EF4-FFF2-40B4-BE49-F238E27FC236}">
                        <a16:creationId xmlns:a16="http://schemas.microsoft.com/office/drawing/2014/main" id="{6E1C4765-2804-9990-D0F2-14530A6AD701}"/>
                      </a:ext>
                    </a:extLst>
                  </p:cNvPr>
                  <p:cNvSpPr/>
                  <p:nvPr/>
                </p:nvSpPr>
                <p:spPr>
                  <a:xfrm>
                    <a:off x="991944" y="2267319"/>
                    <a:ext cx="76638" cy="84222"/>
                  </a:xfrm>
                  <a:custGeom>
                    <a:avLst/>
                    <a:gdLst>
                      <a:gd name="connsiteX0" fmla="*/ 72366 w 76638"/>
                      <a:gd name="connsiteY0" fmla="*/ 54645 h 84222"/>
                      <a:gd name="connsiteX1" fmla="*/ 39240 w 76638"/>
                      <a:gd name="connsiteY1" fmla="*/ 82625 h 84222"/>
                      <a:gd name="connsiteX2" fmla="*/ 28605 w 76638"/>
                      <a:gd name="connsiteY2" fmla="*/ 79960 h 84222"/>
                      <a:gd name="connsiteX3" fmla="*/ 501 w 76638"/>
                      <a:gd name="connsiteY3" fmla="*/ 9277 h 84222"/>
                      <a:gd name="connsiteX4" fmla="*/ 10093 w 76638"/>
                      <a:gd name="connsiteY4" fmla="*/ 898 h 84222"/>
                      <a:gd name="connsiteX5" fmla="*/ 70505 w 76638"/>
                      <a:gd name="connsiteY5" fmla="*/ 34944 h 84222"/>
                      <a:gd name="connsiteX6" fmla="*/ 72366 w 76638"/>
                      <a:gd name="connsiteY6" fmla="*/ 54641 h 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38" h="84222">
                        <a:moveTo>
                          <a:pt x="72366" y="54645"/>
                        </a:moveTo>
                        <a:lnTo>
                          <a:pt x="39240" y="82625"/>
                        </a:lnTo>
                        <a:cubicBezTo>
                          <a:pt x="35718" y="85603"/>
                          <a:pt x="30310" y="84248"/>
                          <a:pt x="28605" y="79960"/>
                        </a:cubicBezTo>
                        <a:lnTo>
                          <a:pt x="501" y="9277"/>
                        </a:lnTo>
                        <a:cubicBezTo>
                          <a:pt x="-1851" y="3360"/>
                          <a:pt x="4543" y="-2230"/>
                          <a:pt x="10093" y="898"/>
                        </a:cubicBezTo>
                        <a:lnTo>
                          <a:pt x="70505" y="34944"/>
                        </a:lnTo>
                        <a:cubicBezTo>
                          <a:pt x="77820" y="39068"/>
                          <a:pt x="78781" y="49223"/>
                          <a:pt x="72366" y="54641"/>
                        </a:cubicBezTo>
                        <a:close/>
                      </a:path>
                    </a:pathLst>
                  </a:custGeom>
                  <a:solidFill>
                    <a:schemeClr val="bg2">
                      <a:lumMod val="50000"/>
                    </a:schemeClr>
                  </a:solidFill>
                  <a:ln w="354" cap="flat">
                    <a:noFill/>
                    <a:prstDash val="solid"/>
                    <a:miter/>
                  </a:ln>
                </p:spPr>
                <p:txBody>
                  <a:bodyPr rtlCol="0" anchor="ctr"/>
                  <a:lstStyle/>
                  <a:p>
                    <a:endParaRPr lang="pt-BR"/>
                  </a:p>
                </p:txBody>
              </p:sp>
            </p:grpSp>
            <p:grpSp>
              <p:nvGrpSpPr>
                <p:cNvPr id="124" name="Graphic 7">
                  <a:extLst>
                    <a:ext uri="{FF2B5EF4-FFF2-40B4-BE49-F238E27FC236}">
                      <a16:creationId xmlns:a16="http://schemas.microsoft.com/office/drawing/2014/main" id="{187C1486-E0EA-82BD-D522-1B61D4E1CA62}"/>
                    </a:ext>
                  </a:extLst>
                </p:cNvPr>
                <p:cNvGrpSpPr/>
                <p:nvPr/>
              </p:nvGrpSpPr>
              <p:grpSpPr>
                <a:xfrm>
                  <a:off x="1086024" y="2424017"/>
                  <a:ext cx="82733" cy="141150"/>
                  <a:chOff x="1086024" y="2424017"/>
                  <a:chExt cx="82733" cy="141150"/>
                </a:xfrm>
                <a:solidFill>
                  <a:srgbClr val="E6EDF1"/>
                </a:solidFill>
              </p:grpSpPr>
              <p:sp>
                <p:nvSpPr>
                  <p:cNvPr id="135" name="Freeform: Shape 134">
                    <a:extLst>
                      <a:ext uri="{FF2B5EF4-FFF2-40B4-BE49-F238E27FC236}">
                        <a16:creationId xmlns:a16="http://schemas.microsoft.com/office/drawing/2014/main" id="{774AC5CA-3559-7AA5-93E5-98BDDFCED4D7}"/>
                      </a:ext>
                    </a:extLst>
                  </p:cNvPr>
                  <p:cNvSpPr/>
                  <p:nvPr/>
                </p:nvSpPr>
                <p:spPr>
                  <a:xfrm>
                    <a:off x="1101407" y="2424017"/>
                    <a:ext cx="59995" cy="115294"/>
                  </a:xfrm>
                  <a:custGeom>
                    <a:avLst/>
                    <a:gdLst>
                      <a:gd name="connsiteX0" fmla="*/ 23748 w 59995"/>
                      <a:gd name="connsiteY0" fmla="*/ 115136 h 115294"/>
                      <a:gd name="connsiteX1" fmla="*/ 53091 w 59995"/>
                      <a:gd name="connsiteY1" fmla="*/ 91546 h 115294"/>
                      <a:gd name="connsiteX2" fmla="*/ 59837 w 59995"/>
                      <a:gd name="connsiteY2" fmla="*/ 29501 h 115294"/>
                      <a:gd name="connsiteX3" fmla="*/ 36247 w 59995"/>
                      <a:gd name="connsiteY3" fmla="*/ 158 h 115294"/>
                      <a:gd name="connsiteX4" fmla="*/ 6904 w 59995"/>
                      <a:gd name="connsiteY4" fmla="*/ 23748 h 115294"/>
                      <a:gd name="connsiteX5" fmla="*/ 158 w 59995"/>
                      <a:gd name="connsiteY5" fmla="*/ 85793 h 115294"/>
                      <a:gd name="connsiteX6" fmla="*/ 23748 w 59995"/>
                      <a:gd name="connsiteY6" fmla="*/ 115136 h 11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95" h="115294">
                        <a:moveTo>
                          <a:pt x="23748" y="115136"/>
                        </a:moveTo>
                        <a:cubicBezTo>
                          <a:pt x="38364" y="116726"/>
                          <a:pt x="51501" y="106163"/>
                          <a:pt x="53091" y="91546"/>
                        </a:cubicBezTo>
                        <a:lnTo>
                          <a:pt x="59837" y="29501"/>
                        </a:lnTo>
                        <a:cubicBezTo>
                          <a:pt x="61428" y="14885"/>
                          <a:pt x="50864" y="1749"/>
                          <a:pt x="36247" y="158"/>
                        </a:cubicBezTo>
                        <a:cubicBezTo>
                          <a:pt x="21631" y="-1432"/>
                          <a:pt x="8495" y="9132"/>
                          <a:pt x="6904" y="23748"/>
                        </a:cubicBezTo>
                        <a:lnTo>
                          <a:pt x="158" y="85793"/>
                        </a:lnTo>
                        <a:cubicBezTo>
                          <a:pt x="-1432" y="100409"/>
                          <a:pt x="9132" y="113545"/>
                          <a:pt x="23748" y="115136"/>
                        </a:cubicBezTo>
                        <a:close/>
                      </a:path>
                    </a:pathLst>
                  </a:custGeom>
                  <a:solidFill>
                    <a:srgbClr val="E6EDF1"/>
                  </a:solidFill>
                  <a:ln w="354" cap="flat">
                    <a:noFill/>
                    <a:prstDash val="solid"/>
                    <a:miter/>
                  </a:ln>
                </p:spPr>
                <p:txBody>
                  <a:bodyPr rtlCol="0" anchor="ctr"/>
                  <a:lstStyle/>
                  <a:p>
                    <a:endParaRPr lang="pt-BR"/>
                  </a:p>
                </p:txBody>
              </p:sp>
              <p:sp>
                <p:nvSpPr>
                  <p:cNvPr id="136" name="Freeform: Shape 135">
                    <a:extLst>
                      <a:ext uri="{FF2B5EF4-FFF2-40B4-BE49-F238E27FC236}">
                        <a16:creationId xmlns:a16="http://schemas.microsoft.com/office/drawing/2014/main" id="{3578E81A-3DC1-02EE-0560-7416F8B8C1B3}"/>
                      </a:ext>
                    </a:extLst>
                  </p:cNvPr>
                  <p:cNvSpPr/>
                  <p:nvPr/>
                </p:nvSpPr>
                <p:spPr>
                  <a:xfrm rot="-10428001">
                    <a:off x="1091117" y="2463300"/>
                    <a:ext cx="72547" cy="98236"/>
                  </a:xfrm>
                  <a:custGeom>
                    <a:avLst/>
                    <a:gdLst>
                      <a:gd name="connsiteX0" fmla="*/ 0 w 72547"/>
                      <a:gd name="connsiteY0" fmla="*/ 0 h 98236"/>
                      <a:gd name="connsiteX1" fmla="*/ 72548 w 72547"/>
                      <a:gd name="connsiteY1" fmla="*/ 0 h 98236"/>
                      <a:gd name="connsiteX2" fmla="*/ 72548 w 72547"/>
                      <a:gd name="connsiteY2" fmla="*/ 98237 h 98236"/>
                      <a:gd name="connsiteX3" fmla="*/ 0 w 72547"/>
                      <a:gd name="connsiteY3" fmla="*/ 98237 h 98236"/>
                    </a:gdLst>
                    <a:ahLst/>
                    <a:cxnLst>
                      <a:cxn ang="0">
                        <a:pos x="connsiteX0" y="connsiteY0"/>
                      </a:cxn>
                      <a:cxn ang="0">
                        <a:pos x="connsiteX1" y="connsiteY1"/>
                      </a:cxn>
                      <a:cxn ang="0">
                        <a:pos x="connsiteX2" y="connsiteY2"/>
                      </a:cxn>
                      <a:cxn ang="0">
                        <a:pos x="connsiteX3" y="connsiteY3"/>
                      </a:cxn>
                    </a:cxnLst>
                    <a:rect l="l" t="t" r="r" b="b"/>
                    <a:pathLst>
                      <a:path w="72547" h="98236">
                        <a:moveTo>
                          <a:pt x="0" y="0"/>
                        </a:moveTo>
                        <a:lnTo>
                          <a:pt x="72548" y="0"/>
                        </a:lnTo>
                        <a:lnTo>
                          <a:pt x="72548" y="98237"/>
                        </a:lnTo>
                        <a:lnTo>
                          <a:pt x="0" y="98237"/>
                        </a:lnTo>
                        <a:close/>
                      </a:path>
                    </a:pathLst>
                  </a:custGeom>
                  <a:solidFill>
                    <a:srgbClr val="E6EDF1"/>
                  </a:solidFill>
                  <a:ln w="354" cap="flat">
                    <a:noFill/>
                    <a:prstDash val="solid"/>
                    <a:miter/>
                  </a:ln>
                </p:spPr>
                <p:txBody>
                  <a:bodyPr rtlCol="0" anchor="ctr"/>
                  <a:lstStyle/>
                  <a:p>
                    <a:endParaRPr lang="pt-BR"/>
                  </a:p>
                </p:txBody>
              </p:sp>
            </p:grpSp>
            <p:grpSp>
              <p:nvGrpSpPr>
                <p:cNvPr id="125" name="Graphic 7">
                  <a:extLst>
                    <a:ext uri="{FF2B5EF4-FFF2-40B4-BE49-F238E27FC236}">
                      <a16:creationId xmlns:a16="http://schemas.microsoft.com/office/drawing/2014/main" id="{D0040631-E254-E72B-0E4C-71AA1DC00F82}"/>
                    </a:ext>
                  </a:extLst>
                </p:cNvPr>
                <p:cNvGrpSpPr/>
                <p:nvPr/>
              </p:nvGrpSpPr>
              <p:grpSpPr>
                <a:xfrm>
                  <a:off x="982215" y="2424506"/>
                  <a:ext cx="75698" cy="139008"/>
                  <a:chOff x="982215" y="2424506"/>
                  <a:chExt cx="75698" cy="139008"/>
                </a:xfrm>
                <a:solidFill>
                  <a:srgbClr val="E6EDF1"/>
                </a:solidFill>
              </p:grpSpPr>
              <p:sp>
                <p:nvSpPr>
                  <p:cNvPr id="133" name="Freeform: Shape 132">
                    <a:extLst>
                      <a:ext uri="{FF2B5EF4-FFF2-40B4-BE49-F238E27FC236}">
                        <a16:creationId xmlns:a16="http://schemas.microsoft.com/office/drawing/2014/main" id="{292338C9-4B09-F00A-D1D3-2E3323F967B6}"/>
                      </a:ext>
                    </a:extLst>
                  </p:cNvPr>
                  <p:cNvSpPr/>
                  <p:nvPr/>
                </p:nvSpPr>
                <p:spPr>
                  <a:xfrm>
                    <a:off x="990826" y="2424506"/>
                    <a:ext cx="55266" cy="115617"/>
                  </a:xfrm>
                  <a:custGeom>
                    <a:avLst/>
                    <a:gdLst>
                      <a:gd name="connsiteX0" fmla="*/ 29510 w 55266"/>
                      <a:gd name="connsiteY0" fmla="*/ 115604 h 115617"/>
                      <a:gd name="connsiteX1" fmla="*/ 2039 w 55266"/>
                      <a:gd name="connsiteY1" fmla="*/ 89861 h 115617"/>
                      <a:gd name="connsiteX2" fmla="*/ 14 w 55266"/>
                      <a:gd name="connsiteY2" fmla="*/ 27486 h 115617"/>
                      <a:gd name="connsiteX3" fmla="*/ 25757 w 55266"/>
                      <a:gd name="connsiteY3" fmla="*/ 14 h 115617"/>
                      <a:gd name="connsiteX4" fmla="*/ 53228 w 55266"/>
                      <a:gd name="connsiteY4" fmla="*/ 25757 h 115617"/>
                      <a:gd name="connsiteX5" fmla="*/ 55253 w 55266"/>
                      <a:gd name="connsiteY5" fmla="*/ 88132 h 115617"/>
                      <a:gd name="connsiteX6" fmla="*/ 29510 w 55266"/>
                      <a:gd name="connsiteY6" fmla="*/ 115604 h 115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66" h="115617">
                        <a:moveTo>
                          <a:pt x="29510" y="115604"/>
                        </a:moveTo>
                        <a:cubicBezTo>
                          <a:pt x="14816" y="116080"/>
                          <a:pt x="2516" y="104556"/>
                          <a:pt x="2039" y="89861"/>
                        </a:cubicBezTo>
                        <a:lnTo>
                          <a:pt x="14" y="27486"/>
                        </a:lnTo>
                        <a:cubicBezTo>
                          <a:pt x="-462" y="12791"/>
                          <a:pt x="11062" y="491"/>
                          <a:pt x="25757" y="14"/>
                        </a:cubicBezTo>
                        <a:cubicBezTo>
                          <a:pt x="40451" y="-462"/>
                          <a:pt x="52751" y="11062"/>
                          <a:pt x="53228" y="25757"/>
                        </a:cubicBezTo>
                        <a:lnTo>
                          <a:pt x="55253" y="88132"/>
                        </a:lnTo>
                        <a:cubicBezTo>
                          <a:pt x="55729" y="102827"/>
                          <a:pt x="44205" y="115127"/>
                          <a:pt x="29510" y="115604"/>
                        </a:cubicBezTo>
                        <a:close/>
                      </a:path>
                    </a:pathLst>
                  </a:custGeom>
                  <a:solidFill>
                    <a:srgbClr val="E6EDF1"/>
                  </a:solidFill>
                  <a:ln w="354" cap="flat">
                    <a:noFill/>
                    <a:prstDash val="solid"/>
                    <a:miter/>
                  </a:ln>
                </p:spPr>
                <p:txBody>
                  <a:bodyPr rtlCol="0" anchor="ctr"/>
                  <a:lstStyle/>
                  <a:p>
                    <a:endParaRPr lang="pt-BR"/>
                  </a:p>
                </p:txBody>
              </p:sp>
              <p:sp>
                <p:nvSpPr>
                  <p:cNvPr id="134" name="Freeform: Shape 133">
                    <a:extLst>
                      <a:ext uri="{FF2B5EF4-FFF2-40B4-BE49-F238E27FC236}">
                        <a16:creationId xmlns:a16="http://schemas.microsoft.com/office/drawing/2014/main" id="{78DAE430-6EB8-DA9E-8DEE-FAA3531853F7}"/>
                      </a:ext>
                    </a:extLst>
                  </p:cNvPr>
                  <p:cNvSpPr/>
                  <p:nvPr/>
                </p:nvSpPr>
                <p:spPr>
                  <a:xfrm rot="-111600">
                    <a:off x="983790" y="2464126"/>
                    <a:ext cx="72547" cy="98236"/>
                  </a:xfrm>
                  <a:custGeom>
                    <a:avLst/>
                    <a:gdLst>
                      <a:gd name="connsiteX0" fmla="*/ 0 w 72547"/>
                      <a:gd name="connsiteY0" fmla="*/ 0 h 98236"/>
                      <a:gd name="connsiteX1" fmla="*/ 72548 w 72547"/>
                      <a:gd name="connsiteY1" fmla="*/ 0 h 98236"/>
                      <a:gd name="connsiteX2" fmla="*/ 72548 w 72547"/>
                      <a:gd name="connsiteY2" fmla="*/ 98237 h 98236"/>
                      <a:gd name="connsiteX3" fmla="*/ 0 w 72547"/>
                      <a:gd name="connsiteY3" fmla="*/ 98237 h 98236"/>
                    </a:gdLst>
                    <a:ahLst/>
                    <a:cxnLst>
                      <a:cxn ang="0">
                        <a:pos x="connsiteX0" y="connsiteY0"/>
                      </a:cxn>
                      <a:cxn ang="0">
                        <a:pos x="connsiteX1" y="connsiteY1"/>
                      </a:cxn>
                      <a:cxn ang="0">
                        <a:pos x="connsiteX2" y="connsiteY2"/>
                      </a:cxn>
                      <a:cxn ang="0">
                        <a:pos x="connsiteX3" y="connsiteY3"/>
                      </a:cxn>
                    </a:cxnLst>
                    <a:rect l="l" t="t" r="r" b="b"/>
                    <a:pathLst>
                      <a:path w="72547" h="98236">
                        <a:moveTo>
                          <a:pt x="0" y="0"/>
                        </a:moveTo>
                        <a:lnTo>
                          <a:pt x="72548" y="0"/>
                        </a:lnTo>
                        <a:lnTo>
                          <a:pt x="72548" y="98237"/>
                        </a:lnTo>
                        <a:lnTo>
                          <a:pt x="0" y="98237"/>
                        </a:lnTo>
                        <a:close/>
                      </a:path>
                    </a:pathLst>
                  </a:custGeom>
                  <a:solidFill>
                    <a:srgbClr val="E6EDF1"/>
                  </a:solidFill>
                  <a:ln w="354" cap="flat">
                    <a:noFill/>
                    <a:prstDash val="solid"/>
                    <a:miter/>
                  </a:ln>
                </p:spPr>
                <p:txBody>
                  <a:bodyPr rtlCol="0" anchor="ctr"/>
                  <a:lstStyle/>
                  <a:p>
                    <a:endParaRPr lang="pt-BR"/>
                  </a:p>
                </p:txBody>
              </p:sp>
            </p:grpSp>
            <p:sp>
              <p:nvSpPr>
                <p:cNvPr id="126" name="Freeform: Shape 125">
                  <a:extLst>
                    <a:ext uri="{FF2B5EF4-FFF2-40B4-BE49-F238E27FC236}">
                      <a16:creationId xmlns:a16="http://schemas.microsoft.com/office/drawing/2014/main" id="{0A4FE12E-6526-EA0A-0C48-E82885D12F3C}"/>
                    </a:ext>
                  </a:extLst>
                </p:cNvPr>
                <p:cNvSpPr/>
                <p:nvPr/>
              </p:nvSpPr>
              <p:spPr>
                <a:xfrm>
                  <a:off x="971296" y="2534200"/>
                  <a:ext cx="219476" cy="91448"/>
                </a:xfrm>
                <a:custGeom>
                  <a:avLst/>
                  <a:gdLst>
                    <a:gd name="connsiteX0" fmla="*/ 179541 w 219476"/>
                    <a:gd name="connsiteY0" fmla="*/ 91448 h 91448"/>
                    <a:gd name="connsiteX1" fmla="*/ 39932 w 219476"/>
                    <a:gd name="connsiteY1" fmla="*/ 91448 h 91448"/>
                    <a:gd name="connsiteX2" fmla="*/ 0 w 219476"/>
                    <a:gd name="connsiteY2" fmla="*/ 51517 h 91448"/>
                    <a:gd name="connsiteX3" fmla="*/ 51517 w 219476"/>
                    <a:gd name="connsiteY3" fmla="*/ 0 h 91448"/>
                    <a:gd name="connsiteX4" fmla="*/ 167960 w 219476"/>
                    <a:gd name="connsiteY4" fmla="*/ 0 h 91448"/>
                    <a:gd name="connsiteX5" fmla="*/ 219476 w 219476"/>
                    <a:gd name="connsiteY5" fmla="*/ 51517 h 91448"/>
                    <a:gd name="connsiteX6" fmla="*/ 179545 w 219476"/>
                    <a:gd name="connsiteY6" fmla="*/ 91448 h 9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476" h="91448">
                      <a:moveTo>
                        <a:pt x="179541" y="91448"/>
                      </a:moveTo>
                      <a:lnTo>
                        <a:pt x="39932" y="91448"/>
                      </a:lnTo>
                      <a:cubicBezTo>
                        <a:pt x="17879" y="91448"/>
                        <a:pt x="0" y="73569"/>
                        <a:pt x="0" y="51517"/>
                      </a:cubicBezTo>
                      <a:cubicBezTo>
                        <a:pt x="0" y="23067"/>
                        <a:pt x="23063" y="0"/>
                        <a:pt x="51517" y="0"/>
                      </a:cubicBezTo>
                      <a:lnTo>
                        <a:pt x="167960" y="0"/>
                      </a:lnTo>
                      <a:cubicBezTo>
                        <a:pt x="196410" y="0"/>
                        <a:pt x="219476" y="23063"/>
                        <a:pt x="219476" y="51517"/>
                      </a:cubicBezTo>
                      <a:cubicBezTo>
                        <a:pt x="219476" y="73569"/>
                        <a:pt x="201597" y="91448"/>
                        <a:pt x="179545" y="91448"/>
                      </a:cubicBezTo>
                      <a:close/>
                    </a:path>
                  </a:pathLst>
                </a:custGeom>
                <a:solidFill>
                  <a:srgbClr val="E6EDF1"/>
                </a:solidFill>
                <a:ln w="354" cap="flat">
                  <a:noFill/>
                  <a:prstDash val="solid"/>
                  <a:miter/>
                </a:ln>
              </p:spPr>
              <p:txBody>
                <a:bodyPr rtlCol="0" anchor="ctr"/>
                <a:lstStyle/>
                <a:p>
                  <a:endParaRPr lang="pt-BR"/>
                </a:p>
              </p:txBody>
            </p:sp>
            <p:sp>
              <p:nvSpPr>
                <p:cNvPr id="127" name="Freeform: Shape 126">
                  <a:extLst>
                    <a:ext uri="{FF2B5EF4-FFF2-40B4-BE49-F238E27FC236}">
                      <a16:creationId xmlns:a16="http://schemas.microsoft.com/office/drawing/2014/main" id="{97869704-27AB-34A8-7609-F90BB0507FD8}"/>
                    </a:ext>
                  </a:extLst>
                </p:cNvPr>
                <p:cNvSpPr/>
                <p:nvPr/>
              </p:nvSpPr>
              <p:spPr>
                <a:xfrm rot="-2700000">
                  <a:off x="1027078" y="2497621"/>
                  <a:ext cx="107907" cy="107907"/>
                </a:xfrm>
                <a:custGeom>
                  <a:avLst/>
                  <a:gdLst>
                    <a:gd name="connsiteX0" fmla="*/ 107908 w 107907"/>
                    <a:gd name="connsiteY0" fmla="*/ 53954 h 107907"/>
                    <a:gd name="connsiteX1" fmla="*/ 53954 w 107907"/>
                    <a:gd name="connsiteY1" fmla="*/ 107908 h 107907"/>
                    <a:gd name="connsiteX2" fmla="*/ 0 w 107907"/>
                    <a:gd name="connsiteY2" fmla="*/ 53954 h 107907"/>
                    <a:gd name="connsiteX3" fmla="*/ 53954 w 107907"/>
                    <a:gd name="connsiteY3" fmla="*/ 0 h 107907"/>
                    <a:gd name="connsiteX4" fmla="*/ 107908 w 107907"/>
                    <a:gd name="connsiteY4" fmla="*/ 53954 h 10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07" h="107907">
                      <a:moveTo>
                        <a:pt x="107908" y="53954"/>
                      </a:moveTo>
                      <a:cubicBezTo>
                        <a:pt x="107908" y="83752"/>
                        <a:pt x="83752" y="107908"/>
                        <a:pt x="53954" y="107908"/>
                      </a:cubicBezTo>
                      <a:cubicBezTo>
                        <a:pt x="24156" y="107908"/>
                        <a:pt x="0" y="83752"/>
                        <a:pt x="0" y="53954"/>
                      </a:cubicBezTo>
                      <a:cubicBezTo>
                        <a:pt x="0" y="24156"/>
                        <a:pt x="24156" y="0"/>
                        <a:pt x="53954" y="0"/>
                      </a:cubicBezTo>
                      <a:cubicBezTo>
                        <a:pt x="83752" y="0"/>
                        <a:pt x="107908" y="24156"/>
                        <a:pt x="107908" y="53954"/>
                      </a:cubicBezTo>
                      <a:close/>
                    </a:path>
                  </a:pathLst>
                </a:custGeom>
                <a:solidFill>
                  <a:schemeClr val="bg2">
                    <a:lumMod val="50000"/>
                  </a:schemeClr>
                </a:solidFill>
                <a:ln w="354" cap="flat">
                  <a:noFill/>
                  <a:prstDash val="solid"/>
                  <a:miter/>
                </a:ln>
              </p:spPr>
              <p:txBody>
                <a:bodyPr rtlCol="0" anchor="ctr"/>
                <a:lstStyle/>
                <a:p>
                  <a:endParaRPr lang="pt-BR"/>
                </a:p>
              </p:txBody>
            </p:sp>
            <p:sp>
              <p:nvSpPr>
                <p:cNvPr id="128" name="Freeform: Shape 127">
                  <a:extLst>
                    <a:ext uri="{FF2B5EF4-FFF2-40B4-BE49-F238E27FC236}">
                      <a16:creationId xmlns:a16="http://schemas.microsoft.com/office/drawing/2014/main" id="{5D9EA426-79DD-F8A1-E57A-35BC7E070617}"/>
                    </a:ext>
                  </a:extLst>
                </p:cNvPr>
                <p:cNvSpPr/>
                <p:nvPr/>
              </p:nvSpPr>
              <p:spPr>
                <a:xfrm>
                  <a:off x="816818" y="2375436"/>
                  <a:ext cx="89256" cy="176975"/>
                </a:xfrm>
                <a:custGeom>
                  <a:avLst/>
                  <a:gdLst>
                    <a:gd name="connsiteX0" fmla="*/ 1671 w 89256"/>
                    <a:gd name="connsiteY0" fmla="*/ 138903 h 176975"/>
                    <a:gd name="connsiteX1" fmla="*/ 29403 w 89256"/>
                    <a:gd name="connsiteY1" fmla="*/ 29765 h 176975"/>
                    <a:gd name="connsiteX2" fmla="*/ 70188 w 89256"/>
                    <a:gd name="connsiteY2" fmla="*/ 1457 h 176975"/>
                    <a:gd name="connsiteX3" fmla="*/ 86146 w 89256"/>
                    <a:gd name="connsiteY3" fmla="*/ 44463 h 176975"/>
                    <a:gd name="connsiteX4" fmla="*/ 53113 w 89256"/>
                    <a:gd name="connsiteY4" fmla="*/ 153726 h 176975"/>
                    <a:gd name="connsiteX5" fmla="*/ 19088 w 89256"/>
                    <a:gd name="connsiteY5" fmla="*/ 175729 h 176975"/>
                    <a:gd name="connsiteX6" fmla="*/ 1671 w 89256"/>
                    <a:gd name="connsiteY6" fmla="*/ 138900 h 17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56" h="176975">
                      <a:moveTo>
                        <a:pt x="1671" y="138903"/>
                      </a:moveTo>
                      <a:cubicBezTo>
                        <a:pt x="1671" y="138903"/>
                        <a:pt x="25033" y="45139"/>
                        <a:pt x="29403" y="29765"/>
                      </a:cubicBezTo>
                      <a:cubicBezTo>
                        <a:pt x="33772" y="14390"/>
                        <a:pt x="50704" y="-5588"/>
                        <a:pt x="70188" y="1457"/>
                      </a:cubicBezTo>
                      <a:cubicBezTo>
                        <a:pt x="89672" y="8505"/>
                        <a:pt x="92661" y="22275"/>
                        <a:pt x="86146" y="44463"/>
                      </a:cubicBezTo>
                      <a:cubicBezTo>
                        <a:pt x="79635" y="66647"/>
                        <a:pt x="58023" y="140761"/>
                        <a:pt x="53113" y="153726"/>
                      </a:cubicBezTo>
                      <a:cubicBezTo>
                        <a:pt x="48207" y="166691"/>
                        <a:pt x="35800" y="181386"/>
                        <a:pt x="19088" y="175729"/>
                      </a:cubicBezTo>
                      <a:cubicBezTo>
                        <a:pt x="2376" y="170071"/>
                        <a:pt x="-3143" y="154904"/>
                        <a:pt x="1671" y="138900"/>
                      </a:cubicBezTo>
                      <a:close/>
                    </a:path>
                  </a:pathLst>
                </a:custGeom>
                <a:solidFill>
                  <a:schemeClr val="bg2">
                    <a:lumMod val="50000"/>
                  </a:schemeClr>
                </a:solidFill>
                <a:ln w="354" cap="flat">
                  <a:noFill/>
                  <a:prstDash val="solid"/>
                  <a:miter/>
                </a:ln>
              </p:spPr>
              <p:txBody>
                <a:bodyPr rtlCol="0" anchor="ctr"/>
                <a:lstStyle/>
                <a:p>
                  <a:endParaRPr lang="pt-BR"/>
                </a:p>
              </p:txBody>
            </p:sp>
            <p:grpSp>
              <p:nvGrpSpPr>
                <p:cNvPr id="129" name="Graphic 7">
                  <a:extLst>
                    <a:ext uri="{FF2B5EF4-FFF2-40B4-BE49-F238E27FC236}">
                      <a16:creationId xmlns:a16="http://schemas.microsoft.com/office/drawing/2014/main" id="{7633A64B-33D5-EE18-C396-960995135928}"/>
                    </a:ext>
                  </a:extLst>
                </p:cNvPr>
                <p:cNvGrpSpPr/>
                <p:nvPr/>
              </p:nvGrpSpPr>
              <p:grpSpPr>
                <a:xfrm>
                  <a:off x="837619" y="2356369"/>
                  <a:ext cx="543874" cy="168852"/>
                  <a:chOff x="837619" y="2356369"/>
                  <a:chExt cx="543874" cy="168852"/>
                </a:xfrm>
              </p:grpSpPr>
              <p:sp>
                <p:nvSpPr>
                  <p:cNvPr id="131" name="Freeform: Shape 130">
                    <a:extLst>
                      <a:ext uri="{FF2B5EF4-FFF2-40B4-BE49-F238E27FC236}">
                        <a16:creationId xmlns:a16="http://schemas.microsoft.com/office/drawing/2014/main" id="{79539AA6-32CA-4997-E7E9-1B2970A2BA92}"/>
                      </a:ext>
                    </a:extLst>
                  </p:cNvPr>
                  <p:cNvSpPr/>
                  <p:nvPr/>
                </p:nvSpPr>
                <p:spPr>
                  <a:xfrm>
                    <a:off x="837619" y="2356369"/>
                    <a:ext cx="103484" cy="80460"/>
                  </a:xfrm>
                  <a:custGeom>
                    <a:avLst/>
                    <a:gdLst>
                      <a:gd name="connsiteX0" fmla="*/ 336 w 103484"/>
                      <a:gd name="connsiteY0" fmla="*/ 47056 h 80460"/>
                      <a:gd name="connsiteX1" fmla="*/ 5563 w 103484"/>
                      <a:gd name="connsiteY1" fmla="*/ 20538 h 80460"/>
                      <a:gd name="connsiteX2" fmla="*/ 35461 w 103484"/>
                      <a:gd name="connsiteY2" fmla="*/ 485 h 80460"/>
                      <a:gd name="connsiteX3" fmla="*/ 82946 w 103484"/>
                      <a:gd name="connsiteY3" fmla="*/ 9846 h 80460"/>
                      <a:gd name="connsiteX4" fmla="*/ 102999 w 103484"/>
                      <a:gd name="connsiteY4" fmla="*/ 39744 h 80460"/>
                      <a:gd name="connsiteX5" fmla="*/ 97773 w 103484"/>
                      <a:gd name="connsiteY5" fmla="*/ 66262 h 80460"/>
                      <a:gd name="connsiteX6" fmla="*/ 77101 w 103484"/>
                      <a:gd name="connsiteY6" fmla="*/ 80124 h 80460"/>
                      <a:gd name="connsiteX7" fmla="*/ 14198 w 103484"/>
                      <a:gd name="connsiteY7" fmla="*/ 67725 h 80460"/>
                      <a:gd name="connsiteX8" fmla="*/ 336 w 103484"/>
                      <a:gd name="connsiteY8" fmla="*/ 47053 h 80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484" h="80460">
                        <a:moveTo>
                          <a:pt x="336" y="47056"/>
                        </a:moveTo>
                        <a:lnTo>
                          <a:pt x="5563" y="20538"/>
                        </a:lnTo>
                        <a:cubicBezTo>
                          <a:pt x="8281" y="6744"/>
                          <a:pt x="21670" y="-2233"/>
                          <a:pt x="35461" y="485"/>
                        </a:cubicBezTo>
                        <a:lnTo>
                          <a:pt x="82946" y="9846"/>
                        </a:lnTo>
                        <a:cubicBezTo>
                          <a:pt x="96741" y="12565"/>
                          <a:pt x="105718" y="25954"/>
                          <a:pt x="102999" y="39744"/>
                        </a:cubicBezTo>
                        <a:lnTo>
                          <a:pt x="97773" y="66262"/>
                        </a:lnTo>
                        <a:cubicBezTo>
                          <a:pt x="95894" y="75798"/>
                          <a:pt x="86640" y="82007"/>
                          <a:pt x="77101" y="80124"/>
                        </a:cubicBezTo>
                        <a:lnTo>
                          <a:pt x="14198" y="67725"/>
                        </a:lnTo>
                        <a:cubicBezTo>
                          <a:pt x="4663" y="65846"/>
                          <a:pt x="-1546" y="56592"/>
                          <a:pt x="336" y="47053"/>
                        </a:cubicBezTo>
                        <a:close/>
                      </a:path>
                    </a:pathLst>
                  </a:custGeom>
                  <a:solidFill>
                    <a:schemeClr val="bg2">
                      <a:lumMod val="50000"/>
                    </a:schemeClr>
                  </a:solidFill>
                  <a:ln w="354" cap="flat">
                    <a:noFill/>
                    <a:prstDash val="solid"/>
                    <a:miter/>
                  </a:ln>
                </p:spPr>
                <p:txBody>
                  <a:bodyPr rtlCol="0" anchor="ctr"/>
                  <a:lstStyle/>
                  <a:p>
                    <a:endParaRPr lang="pt-BR"/>
                  </a:p>
                </p:txBody>
              </p:sp>
              <p:sp>
                <p:nvSpPr>
                  <p:cNvPr id="132" name="Freeform: Shape 131">
                    <a:extLst>
                      <a:ext uri="{FF2B5EF4-FFF2-40B4-BE49-F238E27FC236}">
                        <a16:creationId xmlns:a16="http://schemas.microsoft.com/office/drawing/2014/main" id="{3F4B74E0-64BD-6949-A988-8C544DDFF377}"/>
                      </a:ext>
                    </a:extLst>
                  </p:cNvPr>
                  <p:cNvSpPr/>
                  <p:nvPr/>
                </p:nvSpPr>
                <p:spPr>
                  <a:xfrm>
                    <a:off x="1277340" y="2442459"/>
                    <a:ext cx="104153" cy="82762"/>
                  </a:xfrm>
                  <a:custGeom>
                    <a:avLst/>
                    <a:gdLst>
                      <a:gd name="connsiteX0" fmla="*/ 96947 w 104153"/>
                      <a:gd name="connsiteY0" fmla="*/ 69364 h 82762"/>
                      <a:gd name="connsiteX1" fmla="*/ 103409 w 104153"/>
                      <a:gd name="connsiteY1" fmla="*/ 43121 h 82762"/>
                      <a:gd name="connsiteX2" fmla="*/ 84775 w 104153"/>
                      <a:gd name="connsiteY2" fmla="*/ 12315 h 82762"/>
                      <a:gd name="connsiteX3" fmla="*/ 37781 w 104153"/>
                      <a:gd name="connsiteY3" fmla="*/ 744 h 82762"/>
                      <a:gd name="connsiteX4" fmla="*/ 6976 w 104153"/>
                      <a:gd name="connsiteY4" fmla="*/ 19378 h 82762"/>
                      <a:gd name="connsiteX5" fmla="*/ 514 w 104153"/>
                      <a:gd name="connsiteY5" fmla="*/ 45622 h 82762"/>
                      <a:gd name="connsiteX6" fmla="*/ 13394 w 104153"/>
                      <a:gd name="connsiteY6" fmla="*/ 66920 h 82762"/>
                      <a:gd name="connsiteX7" fmla="*/ 75645 w 104153"/>
                      <a:gd name="connsiteY7" fmla="*/ 82248 h 82762"/>
                      <a:gd name="connsiteX8" fmla="*/ 96944 w 104153"/>
                      <a:gd name="connsiteY8" fmla="*/ 69368 h 8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53" h="82762">
                        <a:moveTo>
                          <a:pt x="96947" y="69364"/>
                        </a:moveTo>
                        <a:lnTo>
                          <a:pt x="103409" y="43121"/>
                        </a:lnTo>
                        <a:cubicBezTo>
                          <a:pt x="106771" y="29468"/>
                          <a:pt x="98427" y="15678"/>
                          <a:pt x="84775" y="12315"/>
                        </a:cubicBezTo>
                        <a:lnTo>
                          <a:pt x="37781" y="744"/>
                        </a:lnTo>
                        <a:cubicBezTo>
                          <a:pt x="24129" y="-2618"/>
                          <a:pt x="10338" y="5726"/>
                          <a:pt x="6976" y="19378"/>
                        </a:cubicBezTo>
                        <a:lnTo>
                          <a:pt x="514" y="45622"/>
                        </a:lnTo>
                        <a:cubicBezTo>
                          <a:pt x="-1809" y="55061"/>
                          <a:pt x="3958" y="64593"/>
                          <a:pt x="13394" y="66920"/>
                        </a:cubicBezTo>
                        <a:lnTo>
                          <a:pt x="75645" y="82248"/>
                        </a:lnTo>
                        <a:cubicBezTo>
                          <a:pt x="85085" y="84571"/>
                          <a:pt x="94617" y="78804"/>
                          <a:pt x="96944" y="69368"/>
                        </a:cubicBezTo>
                        <a:close/>
                      </a:path>
                    </a:pathLst>
                  </a:custGeom>
                  <a:solidFill>
                    <a:schemeClr val="bg2">
                      <a:lumMod val="50000"/>
                    </a:schemeClr>
                  </a:solidFill>
                  <a:ln w="354" cap="flat">
                    <a:noFill/>
                    <a:prstDash val="solid"/>
                    <a:miter/>
                  </a:ln>
                </p:spPr>
                <p:txBody>
                  <a:bodyPr rtlCol="0" anchor="ctr"/>
                  <a:lstStyle/>
                  <a:p>
                    <a:endParaRPr lang="pt-BR"/>
                  </a:p>
                </p:txBody>
              </p:sp>
            </p:grpSp>
          </p:grpSp>
        </p:grpSp>
        <p:sp>
          <p:nvSpPr>
            <p:cNvPr id="116" name="CaixaDeTexto 26">
              <a:extLst>
                <a:ext uri="{FF2B5EF4-FFF2-40B4-BE49-F238E27FC236}">
                  <a16:creationId xmlns:a16="http://schemas.microsoft.com/office/drawing/2014/main" id="{8A76D416-561A-CDE5-23CD-468FCEEC6523}"/>
                </a:ext>
              </a:extLst>
            </p:cNvPr>
            <p:cNvSpPr txBox="1"/>
            <p:nvPr/>
          </p:nvSpPr>
          <p:spPr>
            <a:xfrm>
              <a:off x="9992949" y="3008156"/>
              <a:ext cx="1560723" cy="789960"/>
            </a:xfrm>
            <a:prstGeom prst="rect">
              <a:avLst/>
            </a:prstGeom>
            <a:noFill/>
          </p:spPr>
          <p:txBody>
            <a:bodyPr wrap="square" lIns="0" tIns="0" rIns="0" bIns="0" rtlCol="0" anchor="ctr">
              <a:spAutoFit/>
            </a:bodyPr>
            <a:lstStyle/>
            <a:p>
              <a:pPr marL="108000" marR="0" lvl="0" indent="-108000" defTabSz="91440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u="none" strike="noStrike" kern="0" cap="none" spc="0" normalizeH="0" baseline="0" noProof="0">
                  <a:ln>
                    <a:noFill/>
                  </a:ln>
                  <a:solidFill>
                    <a:schemeClr val="bg1"/>
                  </a:solidFill>
                  <a:effectLst/>
                  <a:uLnTx/>
                  <a:uFillTx/>
                  <a:latin typeface="Versos" panose="020B0503020204030204" pitchFamily="34" charset="77"/>
                </a:rPr>
                <a:t>Acompanhamento Emissores</a:t>
              </a:r>
              <a:endParaRPr lang="pt-BR" sz="1200">
                <a:solidFill>
                  <a:schemeClr val="bg1"/>
                </a:solidFill>
                <a:latin typeface="Versos" panose="020B0503020204030204" pitchFamily="34" charset="77"/>
              </a:endParaRPr>
            </a:p>
            <a:p>
              <a:pPr marL="108000" marR="0" lvl="0" indent="-108000" defTabSz="91440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u="none" strike="noStrike" kern="0" cap="none" spc="0" normalizeH="0" baseline="0" noProof="0">
                  <a:ln>
                    <a:noFill/>
                  </a:ln>
                  <a:solidFill>
                    <a:schemeClr val="bg1"/>
                  </a:solidFill>
                  <a:effectLst/>
                  <a:uLnTx/>
                  <a:uFillTx/>
                  <a:latin typeface="Versos" panose="020B0503020204030204" pitchFamily="34" charset="77"/>
                </a:rPr>
                <a:t>Acompanhamento </a:t>
              </a:r>
              <a:br>
                <a:rPr kumimoji="0" lang="pt-BR" sz="1200" b="0" u="none" strike="noStrike" kern="0" cap="none" spc="0" normalizeH="0" baseline="0" noProof="0">
                  <a:ln>
                    <a:noFill/>
                  </a:ln>
                  <a:solidFill>
                    <a:schemeClr val="bg1"/>
                  </a:solidFill>
                  <a:effectLst/>
                  <a:uLnTx/>
                  <a:uFillTx/>
                  <a:latin typeface="Versos" panose="020B0503020204030204" pitchFamily="34" charset="77"/>
                </a:rPr>
              </a:br>
              <a:r>
                <a:rPr kumimoji="0" lang="pt-BR" sz="1200" b="0" u="none" strike="noStrike" kern="0" cap="none" spc="0" normalizeH="0" baseline="0" noProof="0">
                  <a:ln>
                    <a:noFill/>
                  </a:ln>
                  <a:solidFill>
                    <a:schemeClr val="bg1"/>
                  </a:solidFill>
                  <a:effectLst/>
                  <a:uLnTx/>
                  <a:uFillTx/>
                  <a:latin typeface="Versos" panose="020B0503020204030204" pitchFamily="34" charset="77"/>
                </a:rPr>
                <a:t>do Mercado</a:t>
              </a:r>
            </a:p>
          </p:txBody>
        </p:sp>
      </p:grpSp>
      <p:grpSp>
        <p:nvGrpSpPr>
          <p:cNvPr id="147" name="Group 146">
            <a:extLst>
              <a:ext uri="{FF2B5EF4-FFF2-40B4-BE49-F238E27FC236}">
                <a16:creationId xmlns:a16="http://schemas.microsoft.com/office/drawing/2014/main" id="{B3E24A78-11A6-A06E-29A6-52ED39D41301}"/>
              </a:ext>
            </a:extLst>
          </p:cNvPr>
          <p:cNvGrpSpPr/>
          <p:nvPr/>
        </p:nvGrpSpPr>
        <p:grpSpPr>
          <a:xfrm>
            <a:off x="5797600" y="2356518"/>
            <a:ext cx="2123337" cy="2067776"/>
            <a:chOff x="4999469" y="1777344"/>
            <a:chExt cx="2123337" cy="2067776"/>
          </a:xfrm>
        </p:grpSpPr>
        <p:sp>
          <p:nvSpPr>
            <p:cNvPr id="148" name="CaixaDeTexto 25">
              <a:extLst>
                <a:ext uri="{FF2B5EF4-FFF2-40B4-BE49-F238E27FC236}">
                  <a16:creationId xmlns:a16="http://schemas.microsoft.com/office/drawing/2014/main" id="{05B0C2CA-84FA-793F-C1EF-CC8430C4C513}"/>
                </a:ext>
              </a:extLst>
            </p:cNvPr>
            <p:cNvSpPr txBox="1"/>
            <p:nvPr/>
          </p:nvSpPr>
          <p:spPr>
            <a:xfrm>
              <a:off x="4999469" y="2825171"/>
              <a:ext cx="2123337" cy="184666"/>
            </a:xfrm>
            <a:prstGeom prst="rect">
              <a:avLst/>
            </a:prstGeom>
            <a:noFill/>
          </p:spPr>
          <p:txBody>
            <a:bodyPr wrap="square" lIns="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chemeClr val="bg1"/>
                  </a:solidFill>
                  <a:effectLst/>
                  <a:uLnTx/>
                  <a:uFillTx/>
                  <a:latin typeface="Versos" panose="020B0503020204030204" pitchFamily="34" charset="77"/>
                </a:rPr>
                <a:t>Comitê de Investimento</a:t>
              </a:r>
            </a:p>
          </p:txBody>
        </p:sp>
        <p:sp>
          <p:nvSpPr>
            <p:cNvPr id="149" name="object 133">
              <a:extLst>
                <a:ext uri="{FF2B5EF4-FFF2-40B4-BE49-F238E27FC236}">
                  <a16:creationId xmlns:a16="http://schemas.microsoft.com/office/drawing/2014/main" id="{CCE676A3-78D0-67B9-176D-B50A33923FD9}"/>
                </a:ext>
              </a:extLst>
            </p:cNvPr>
            <p:cNvSpPr txBox="1"/>
            <p:nvPr/>
          </p:nvSpPr>
          <p:spPr>
            <a:xfrm>
              <a:off x="4999469" y="2303437"/>
              <a:ext cx="663907" cy="476411"/>
            </a:xfrm>
            <a:prstGeom prst="rect">
              <a:avLst/>
            </a:prstGeom>
          </p:spPr>
          <p:txBody>
            <a:bodyPr vert="horz" wrap="square" lIns="0" tIns="14604" rIns="0" bIns="0" rtlCol="0">
              <a:spAutoFit/>
            </a:bodyPr>
            <a:lstStyle/>
            <a:p>
              <a:pPr marL="12700">
                <a:lnSpc>
                  <a:spcPct val="100000"/>
                </a:lnSpc>
                <a:spcBef>
                  <a:spcPts val="114"/>
                </a:spcBef>
              </a:pPr>
              <a:r>
                <a:rPr lang="pt-BR" sz="3000" b="1" spc="45">
                  <a:solidFill>
                    <a:schemeClr val="bg2">
                      <a:lumMod val="90000"/>
                    </a:schemeClr>
                  </a:solidFill>
                  <a:latin typeface="Versos" panose="020B0503020204030204" pitchFamily="34" charset="0"/>
                  <a:cs typeface="Arial"/>
                </a:rPr>
                <a:t>03</a:t>
              </a:r>
              <a:endParaRPr sz="3000">
                <a:solidFill>
                  <a:schemeClr val="bg2">
                    <a:lumMod val="90000"/>
                  </a:schemeClr>
                </a:solidFill>
                <a:latin typeface="Versos" panose="020B0503020204030204" pitchFamily="34" charset="0"/>
                <a:cs typeface="Arial"/>
              </a:endParaRPr>
            </a:p>
          </p:txBody>
        </p:sp>
        <p:grpSp>
          <p:nvGrpSpPr>
            <p:cNvPr id="150" name="Group 149">
              <a:extLst>
                <a:ext uri="{FF2B5EF4-FFF2-40B4-BE49-F238E27FC236}">
                  <a16:creationId xmlns:a16="http://schemas.microsoft.com/office/drawing/2014/main" id="{04AF74DF-47D3-FF9E-0EF4-834D5437A0C7}"/>
                </a:ext>
              </a:extLst>
            </p:cNvPr>
            <p:cNvGrpSpPr/>
            <p:nvPr/>
          </p:nvGrpSpPr>
          <p:grpSpPr>
            <a:xfrm>
              <a:off x="5076182" y="1777344"/>
              <a:ext cx="1560724" cy="564675"/>
              <a:chOff x="438085" y="2180228"/>
              <a:chExt cx="1560724" cy="564675"/>
            </a:xfrm>
          </p:grpSpPr>
          <p:sp>
            <p:nvSpPr>
              <p:cNvPr id="180" name="Freeform: Shape 179">
                <a:extLst>
                  <a:ext uri="{FF2B5EF4-FFF2-40B4-BE49-F238E27FC236}">
                    <a16:creationId xmlns:a16="http://schemas.microsoft.com/office/drawing/2014/main" id="{3F055824-97D5-C1AE-3C78-C0988B47FB10}"/>
                  </a:ext>
                </a:extLst>
              </p:cNvPr>
              <p:cNvSpPr/>
              <p:nvPr/>
            </p:nvSpPr>
            <p:spPr>
              <a:xfrm rot="5400000">
                <a:off x="1018490" y="1660433"/>
                <a:ext cx="399914" cy="1560724"/>
              </a:xfrm>
              <a:custGeom>
                <a:avLst/>
                <a:gdLst>
                  <a:gd name="connsiteX0" fmla="*/ 199957 w 399914"/>
                  <a:gd name="connsiteY0" fmla="*/ 0 h 1560724"/>
                  <a:gd name="connsiteX1" fmla="*/ 0 w 399914"/>
                  <a:gd name="connsiteY1" fmla="*/ 780362 h 1560724"/>
                  <a:gd name="connsiteX2" fmla="*/ 199957 w 399914"/>
                  <a:gd name="connsiteY2" fmla="*/ 1560725 h 1560724"/>
                  <a:gd name="connsiteX3" fmla="*/ 399914 w 399914"/>
                  <a:gd name="connsiteY3" fmla="*/ 780362 h 1560724"/>
                  <a:gd name="connsiteX4" fmla="*/ 199957 w 399914"/>
                  <a:gd name="connsiteY4" fmla="*/ 0 h 1560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914" h="1560724">
                    <a:moveTo>
                      <a:pt x="199957" y="0"/>
                    </a:moveTo>
                    <a:cubicBezTo>
                      <a:pt x="149351" y="0"/>
                      <a:pt x="0" y="390197"/>
                      <a:pt x="0" y="780362"/>
                    </a:cubicBezTo>
                    <a:cubicBezTo>
                      <a:pt x="0" y="1170528"/>
                      <a:pt x="132241" y="1560725"/>
                      <a:pt x="199957" y="1560725"/>
                    </a:cubicBezTo>
                    <a:cubicBezTo>
                      <a:pt x="267673" y="1560725"/>
                      <a:pt x="399914" y="1171165"/>
                      <a:pt x="399914" y="780362"/>
                    </a:cubicBezTo>
                    <a:cubicBezTo>
                      <a:pt x="399914" y="389560"/>
                      <a:pt x="250563" y="0"/>
                      <a:pt x="199957" y="0"/>
                    </a:cubicBezTo>
                    <a:close/>
                  </a:path>
                </a:pathLst>
              </a:custGeom>
              <a:solidFill>
                <a:srgbClr val="759DB4"/>
              </a:solidFill>
              <a:ln w="354" cap="flat">
                <a:noFill/>
                <a:prstDash val="solid"/>
                <a:miter/>
              </a:ln>
            </p:spPr>
            <p:txBody>
              <a:bodyPr rtlCol="0" anchor="ctr"/>
              <a:lstStyle/>
              <a:p>
                <a:endParaRPr lang="pt-BR"/>
              </a:p>
            </p:txBody>
          </p:sp>
          <p:grpSp>
            <p:nvGrpSpPr>
              <p:cNvPr id="153" name="Graphic 7">
                <a:extLst>
                  <a:ext uri="{FF2B5EF4-FFF2-40B4-BE49-F238E27FC236}">
                    <a16:creationId xmlns:a16="http://schemas.microsoft.com/office/drawing/2014/main" id="{BD4A90C5-386C-05C3-1701-E8411D02FDB1}"/>
                  </a:ext>
                </a:extLst>
              </p:cNvPr>
              <p:cNvGrpSpPr/>
              <p:nvPr/>
            </p:nvGrpSpPr>
            <p:grpSpPr>
              <a:xfrm rot="5400000">
                <a:off x="858015" y="2273448"/>
                <a:ext cx="564675" cy="378236"/>
                <a:chOff x="816818" y="2264412"/>
                <a:chExt cx="564675" cy="378236"/>
              </a:xfrm>
            </p:grpSpPr>
            <p:grpSp>
              <p:nvGrpSpPr>
                <p:cNvPr id="154" name="Graphic 7">
                  <a:extLst>
                    <a:ext uri="{FF2B5EF4-FFF2-40B4-BE49-F238E27FC236}">
                      <a16:creationId xmlns:a16="http://schemas.microsoft.com/office/drawing/2014/main" id="{C66766E6-0CA0-3B3F-6A1D-AC6CF5CA5737}"/>
                    </a:ext>
                  </a:extLst>
                </p:cNvPr>
                <p:cNvGrpSpPr/>
                <p:nvPr/>
              </p:nvGrpSpPr>
              <p:grpSpPr>
                <a:xfrm>
                  <a:off x="818111" y="2500400"/>
                  <a:ext cx="201304" cy="114419"/>
                  <a:chOff x="818111" y="2500400"/>
                  <a:chExt cx="201304" cy="114419"/>
                </a:xfrm>
              </p:grpSpPr>
              <p:sp>
                <p:nvSpPr>
                  <p:cNvPr id="178" name="Freeform: Shape 177">
                    <a:extLst>
                      <a:ext uri="{FF2B5EF4-FFF2-40B4-BE49-F238E27FC236}">
                        <a16:creationId xmlns:a16="http://schemas.microsoft.com/office/drawing/2014/main" id="{57A6942B-FD96-FF80-182F-34933E954EDF}"/>
                      </a:ext>
                    </a:extLst>
                  </p:cNvPr>
                  <p:cNvSpPr/>
                  <p:nvPr/>
                </p:nvSpPr>
                <p:spPr>
                  <a:xfrm>
                    <a:off x="818111" y="2500400"/>
                    <a:ext cx="201304" cy="111509"/>
                  </a:xfrm>
                  <a:custGeom>
                    <a:avLst/>
                    <a:gdLst>
                      <a:gd name="connsiteX0" fmla="*/ 158351 w 201304"/>
                      <a:gd name="connsiteY0" fmla="*/ 108024 h 111509"/>
                      <a:gd name="connsiteX1" fmla="*/ 15888 w 201304"/>
                      <a:gd name="connsiteY1" fmla="*/ 49979 h 111509"/>
                      <a:gd name="connsiteX2" fmla="*/ 1627 w 201304"/>
                      <a:gd name="connsiteY2" fmla="*/ 16523 h 111509"/>
                      <a:gd name="connsiteX3" fmla="*/ 36119 w 201304"/>
                      <a:gd name="connsiteY3" fmla="*/ 1575 h 111509"/>
                      <a:gd name="connsiteX4" fmla="*/ 181194 w 201304"/>
                      <a:gd name="connsiteY4" fmla="*/ 59443 h 111509"/>
                      <a:gd name="connsiteX5" fmla="*/ 198663 w 201304"/>
                      <a:gd name="connsiteY5" fmla="*/ 96333 h 111509"/>
                      <a:gd name="connsiteX6" fmla="*/ 158351 w 201304"/>
                      <a:gd name="connsiteY6" fmla="*/ 108028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304" h="111509">
                        <a:moveTo>
                          <a:pt x="158351" y="108024"/>
                        </a:moveTo>
                        <a:lnTo>
                          <a:pt x="15888" y="49979"/>
                        </a:lnTo>
                        <a:cubicBezTo>
                          <a:pt x="2923" y="44467"/>
                          <a:pt x="-3162" y="29129"/>
                          <a:pt x="1627" y="16523"/>
                        </a:cubicBezTo>
                        <a:cubicBezTo>
                          <a:pt x="6417" y="3913"/>
                          <a:pt x="19115" y="-3402"/>
                          <a:pt x="36119" y="1575"/>
                        </a:cubicBezTo>
                        <a:cubicBezTo>
                          <a:pt x="53123" y="6553"/>
                          <a:pt x="181194" y="59443"/>
                          <a:pt x="181194" y="59443"/>
                        </a:cubicBezTo>
                        <a:cubicBezTo>
                          <a:pt x="195902" y="65114"/>
                          <a:pt x="206463" y="81247"/>
                          <a:pt x="198663" y="96333"/>
                        </a:cubicBezTo>
                        <a:cubicBezTo>
                          <a:pt x="190864" y="111419"/>
                          <a:pt x="178493" y="115137"/>
                          <a:pt x="158351" y="108028"/>
                        </a:cubicBezTo>
                        <a:close/>
                      </a:path>
                    </a:pathLst>
                  </a:custGeom>
                  <a:solidFill>
                    <a:schemeClr val="bg2">
                      <a:lumMod val="50000"/>
                    </a:schemeClr>
                  </a:solidFill>
                  <a:ln w="354" cap="flat">
                    <a:noFill/>
                    <a:prstDash val="solid"/>
                    <a:miter/>
                  </a:ln>
                </p:spPr>
                <p:txBody>
                  <a:bodyPr rtlCol="0" anchor="ctr"/>
                  <a:lstStyle/>
                  <a:p>
                    <a:endParaRPr lang="pt-BR"/>
                  </a:p>
                </p:txBody>
              </p:sp>
              <p:sp>
                <p:nvSpPr>
                  <p:cNvPr id="179" name="Freeform: Shape 178">
                    <a:extLst>
                      <a:ext uri="{FF2B5EF4-FFF2-40B4-BE49-F238E27FC236}">
                        <a16:creationId xmlns:a16="http://schemas.microsoft.com/office/drawing/2014/main" id="{42D83D49-2B16-757A-562E-A278B7C38485}"/>
                      </a:ext>
                    </a:extLst>
                  </p:cNvPr>
                  <p:cNvSpPr/>
                  <p:nvPr/>
                </p:nvSpPr>
                <p:spPr>
                  <a:xfrm>
                    <a:off x="893094" y="2518840"/>
                    <a:ext cx="125872" cy="95978"/>
                  </a:xfrm>
                  <a:custGeom>
                    <a:avLst/>
                    <a:gdLst>
                      <a:gd name="connsiteX0" fmla="*/ 21490 w 125872"/>
                      <a:gd name="connsiteY0" fmla="*/ 0 h 95978"/>
                      <a:gd name="connsiteX1" fmla="*/ 103606 w 125872"/>
                      <a:gd name="connsiteY1" fmla="*/ 38327 h 95978"/>
                      <a:gd name="connsiteX2" fmla="*/ 123463 w 125872"/>
                      <a:gd name="connsiteY2" fmla="*/ 80162 h 95978"/>
                      <a:gd name="connsiteX3" fmla="*/ 68026 w 125872"/>
                      <a:gd name="connsiteY3" fmla="*/ 91338 h 95978"/>
                      <a:gd name="connsiteX4" fmla="*/ 0 w 125872"/>
                      <a:gd name="connsiteY4" fmla="*/ 71449 h 95978"/>
                      <a:gd name="connsiteX5" fmla="*/ 21490 w 125872"/>
                      <a:gd name="connsiteY5" fmla="*/ 0 h 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872" h="95978">
                        <a:moveTo>
                          <a:pt x="21490" y="0"/>
                        </a:moveTo>
                        <a:cubicBezTo>
                          <a:pt x="21490" y="0"/>
                          <a:pt x="77038" y="20569"/>
                          <a:pt x="103606" y="38327"/>
                        </a:cubicBezTo>
                        <a:cubicBezTo>
                          <a:pt x="120521" y="49634"/>
                          <a:pt x="130818" y="63383"/>
                          <a:pt x="123463" y="80162"/>
                        </a:cubicBezTo>
                        <a:cubicBezTo>
                          <a:pt x="114209" y="102791"/>
                          <a:pt x="84133" y="95817"/>
                          <a:pt x="68026" y="91338"/>
                        </a:cubicBezTo>
                        <a:cubicBezTo>
                          <a:pt x="51919" y="86858"/>
                          <a:pt x="0" y="71449"/>
                          <a:pt x="0" y="71449"/>
                        </a:cubicBezTo>
                        <a:lnTo>
                          <a:pt x="21490" y="0"/>
                        </a:lnTo>
                        <a:close/>
                      </a:path>
                    </a:pathLst>
                  </a:custGeom>
                  <a:solidFill>
                    <a:srgbClr val="E6EDF1"/>
                  </a:solidFill>
                  <a:ln w="354" cap="flat">
                    <a:noFill/>
                    <a:prstDash val="solid"/>
                    <a:miter/>
                  </a:ln>
                </p:spPr>
                <p:txBody>
                  <a:bodyPr rtlCol="0" anchor="ctr"/>
                  <a:lstStyle/>
                  <a:p>
                    <a:endParaRPr lang="pt-BR"/>
                  </a:p>
                </p:txBody>
              </p:sp>
            </p:grpSp>
            <p:grpSp>
              <p:nvGrpSpPr>
                <p:cNvPr id="155" name="Graphic 7">
                  <a:extLst>
                    <a:ext uri="{FF2B5EF4-FFF2-40B4-BE49-F238E27FC236}">
                      <a16:creationId xmlns:a16="http://schemas.microsoft.com/office/drawing/2014/main" id="{D9515A83-9959-3C42-F1CF-674EC746006D}"/>
                    </a:ext>
                  </a:extLst>
                </p:cNvPr>
                <p:cNvGrpSpPr/>
                <p:nvPr/>
              </p:nvGrpSpPr>
              <p:grpSpPr>
                <a:xfrm>
                  <a:off x="1127086" y="2551364"/>
                  <a:ext cx="209276" cy="91048"/>
                  <a:chOff x="1127086" y="2551364"/>
                  <a:chExt cx="209276" cy="91048"/>
                </a:xfrm>
              </p:grpSpPr>
              <p:sp>
                <p:nvSpPr>
                  <p:cNvPr id="176" name="Freeform: Shape 175">
                    <a:extLst>
                      <a:ext uri="{FF2B5EF4-FFF2-40B4-BE49-F238E27FC236}">
                        <a16:creationId xmlns:a16="http://schemas.microsoft.com/office/drawing/2014/main" id="{0F2E1547-AAC9-4455-87BE-8A44CE791A62}"/>
                      </a:ext>
                    </a:extLst>
                  </p:cNvPr>
                  <p:cNvSpPr/>
                  <p:nvPr/>
                </p:nvSpPr>
                <p:spPr>
                  <a:xfrm>
                    <a:off x="1128542" y="2551364"/>
                    <a:ext cx="207820" cy="91048"/>
                  </a:xfrm>
                  <a:custGeom>
                    <a:avLst/>
                    <a:gdLst>
                      <a:gd name="connsiteX0" fmla="*/ 26248 w 207820"/>
                      <a:gd name="connsiteY0" fmla="*/ 53872 h 91048"/>
                      <a:gd name="connsiteX1" fmla="*/ 175681 w 207820"/>
                      <a:gd name="connsiteY1" fmla="*/ 90413 h 91048"/>
                      <a:gd name="connsiteX2" fmla="*/ 206853 w 207820"/>
                      <a:gd name="connsiteY2" fmla="*/ 71676 h 91048"/>
                      <a:gd name="connsiteX3" fmla="*/ 187686 w 207820"/>
                      <a:gd name="connsiteY3" fmla="*/ 39341 h 91048"/>
                      <a:gd name="connsiteX4" fmla="*/ 36246 w 207820"/>
                      <a:gd name="connsiteY4" fmla="*/ 1124 h 91048"/>
                      <a:gd name="connsiteX5" fmla="*/ 459 w 207820"/>
                      <a:gd name="connsiteY5" fmla="*/ 20757 h 91048"/>
                      <a:gd name="connsiteX6" fmla="*/ 26251 w 207820"/>
                      <a:gd name="connsiteY6" fmla="*/ 53872 h 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820" h="91048">
                        <a:moveTo>
                          <a:pt x="26248" y="53872"/>
                        </a:moveTo>
                        <a:lnTo>
                          <a:pt x="175681" y="90413"/>
                        </a:lnTo>
                        <a:cubicBezTo>
                          <a:pt x="189418" y="93554"/>
                          <a:pt x="203337" y="84699"/>
                          <a:pt x="206853" y="71676"/>
                        </a:cubicBezTo>
                        <a:cubicBezTo>
                          <a:pt x="210368" y="58654"/>
                          <a:pt x="204376" y="45279"/>
                          <a:pt x="187686" y="39341"/>
                        </a:cubicBezTo>
                        <a:cubicBezTo>
                          <a:pt x="170995" y="33399"/>
                          <a:pt x="36246" y="1124"/>
                          <a:pt x="36246" y="1124"/>
                        </a:cubicBezTo>
                        <a:cubicBezTo>
                          <a:pt x="21007" y="-2907"/>
                          <a:pt x="2992" y="3964"/>
                          <a:pt x="459" y="20757"/>
                        </a:cubicBezTo>
                        <a:cubicBezTo>
                          <a:pt x="-2071" y="37551"/>
                          <a:pt x="5764" y="47816"/>
                          <a:pt x="26251" y="53872"/>
                        </a:cubicBezTo>
                        <a:close/>
                      </a:path>
                    </a:pathLst>
                  </a:custGeom>
                  <a:solidFill>
                    <a:schemeClr val="bg2">
                      <a:lumMod val="50000"/>
                    </a:schemeClr>
                  </a:solidFill>
                  <a:ln w="354" cap="flat">
                    <a:noFill/>
                    <a:prstDash val="solid"/>
                    <a:miter/>
                  </a:ln>
                </p:spPr>
                <p:txBody>
                  <a:bodyPr rtlCol="0" anchor="ctr"/>
                  <a:lstStyle/>
                  <a:p>
                    <a:endParaRPr lang="pt-BR"/>
                  </a:p>
                </p:txBody>
              </p:sp>
              <p:sp>
                <p:nvSpPr>
                  <p:cNvPr id="177" name="Freeform: Shape 176">
                    <a:extLst>
                      <a:ext uri="{FF2B5EF4-FFF2-40B4-BE49-F238E27FC236}">
                        <a16:creationId xmlns:a16="http://schemas.microsoft.com/office/drawing/2014/main" id="{F817BDC7-0E84-5456-C502-F0BA544C3632}"/>
                      </a:ext>
                    </a:extLst>
                  </p:cNvPr>
                  <p:cNvSpPr/>
                  <p:nvPr/>
                </p:nvSpPr>
                <p:spPr>
                  <a:xfrm>
                    <a:off x="1127086" y="2551665"/>
                    <a:ext cx="130167" cy="86468"/>
                  </a:xfrm>
                  <a:custGeom>
                    <a:avLst/>
                    <a:gdLst>
                      <a:gd name="connsiteX0" fmla="*/ 130168 w 130167"/>
                      <a:gd name="connsiteY0" fmla="*/ 15650 h 86468"/>
                      <a:gd name="connsiteX1" fmla="*/ 40908 w 130167"/>
                      <a:gd name="connsiteY1" fmla="*/ 23 h 86468"/>
                      <a:gd name="connsiteX2" fmla="*/ 663 w 130167"/>
                      <a:gd name="connsiteY2" fmla="*/ 22936 h 86468"/>
                      <a:gd name="connsiteX3" fmla="*/ 39698 w 130167"/>
                      <a:gd name="connsiteY3" fmla="*/ 63854 h 86468"/>
                      <a:gd name="connsiteX4" fmla="*/ 109987 w 130167"/>
                      <a:gd name="connsiteY4" fmla="*/ 86468 h 86468"/>
                      <a:gd name="connsiteX5" fmla="*/ 130168 w 130167"/>
                      <a:gd name="connsiteY5" fmla="*/ 15650 h 8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167" h="86468">
                        <a:moveTo>
                          <a:pt x="130168" y="15650"/>
                        </a:moveTo>
                        <a:cubicBezTo>
                          <a:pt x="130168" y="15650"/>
                          <a:pt x="72855" y="685"/>
                          <a:pt x="40908" y="23"/>
                        </a:cubicBezTo>
                        <a:cubicBezTo>
                          <a:pt x="20563" y="-401"/>
                          <a:pt x="4250" y="4972"/>
                          <a:pt x="663" y="22936"/>
                        </a:cubicBezTo>
                        <a:cubicBezTo>
                          <a:pt x="-4716" y="46782"/>
                          <a:pt x="23929" y="58300"/>
                          <a:pt x="39698" y="63854"/>
                        </a:cubicBezTo>
                        <a:cubicBezTo>
                          <a:pt x="55467" y="69408"/>
                          <a:pt x="109987" y="86468"/>
                          <a:pt x="109987" y="86468"/>
                        </a:cubicBezTo>
                        <a:lnTo>
                          <a:pt x="130168" y="15650"/>
                        </a:lnTo>
                        <a:close/>
                      </a:path>
                    </a:pathLst>
                  </a:custGeom>
                  <a:solidFill>
                    <a:srgbClr val="E6EDF1"/>
                  </a:solidFill>
                  <a:ln w="354" cap="flat">
                    <a:noFill/>
                    <a:prstDash val="solid"/>
                    <a:miter/>
                  </a:ln>
                </p:spPr>
                <p:txBody>
                  <a:bodyPr rtlCol="0" anchor="ctr"/>
                  <a:lstStyle/>
                  <a:p>
                    <a:endParaRPr lang="pt-BR"/>
                  </a:p>
                </p:txBody>
              </p:sp>
            </p:grpSp>
            <p:sp>
              <p:nvSpPr>
                <p:cNvPr id="156" name="Freeform: Shape 155">
                  <a:extLst>
                    <a:ext uri="{FF2B5EF4-FFF2-40B4-BE49-F238E27FC236}">
                      <a16:creationId xmlns:a16="http://schemas.microsoft.com/office/drawing/2014/main" id="{DE30D9E5-79B5-B54B-093C-8F9492DDB58B}"/>
                    </a:ext>
                  </a:extLst>
                </p:cNvPr>
                <p:cNvSpPr/>
                <p:nvPr/>
              </p:nvSpPr>
              <p:spPr>
                <a:xfrm>
                  <a:off x="1285211" y="2460365"/>
                  <a:ext cx="67830" cy="182283"/>
                </a:xfrm>
                <a:custGeom>
                  <a:avLst/>
                  <a:gdLst>
                    <a:gd name="connsiteX0" fmla="*/ 53280 w 67830"/>
                    <a:gd name="connsiteY0" fmla="*/ 153684 h 182283"/>
                    <a:gd name="connsiteX1" fmla="*/ 67733 w 67830"/>
                    <a:gd name="connsiteY1" fmla="*/ 40553 h 182283"/>
                    <a:gd name="connsiteX2" fmla="*/ 45378 w 67830"/>
                    <a:gd name="connsiteY2" fmla="*/ 607 h 182283"/>
                    <a:gd name="connsiteX3" fmla="*/ 10079 w 67830"/>
                    <a:gd name="connsiteY3" fmla="*/ 35885 h 182283"/>
                    <a:gd name="connsiteX4" fmla="*/ 13 w 67830"/>
                    <a:gd name="connsiteY4" fmla="*/ 148297 h 182283"/>
                    <a:gd name="connsiteX5" fmla="*/ 23428 w 67830"/>
                    <a:gd name="connsiteY5" fmla="*/ 182013 h 182283"/>
                    <a:gd name="connsiteX6" fmla="*/ 53276 w 67830"/>
                    <a:gd name="connsiteY6" fmla="*/ 153684 h 182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30" h="182283">
                      <a:moveTo>
                        <a:pt x="53280" y="153684"/>
                      </a:moveTo>
                      <a:cubicBezTo>
                        <a:pt x="53280" y="153684"/>
                        <a:pt x="66872" y="61823"/>
                        <a:pt x="67733" y="40553"/>
                      </a:cubicBezTo>
                      <a:cubicBezTo>
                        <a:pt x="68594" y="19279"/>
                        <a:pt x="64011" y="4151"/>
                        <a:pt x="45378" y="607"/>
                      </a:cubicBezTo>
                      <a:cubicBezTo>
                        <a:pt x="26744" y="-2937"/>
                        <a:pt x="13800" y="9064"/>
                        <a:pt x="10079" y="35885"/>
                      </a:cubicBezTo>
                      <a:cubicBezTo>
                        <a:pt x="6360" y="62705"/>
                        <a:pt x="283" y="134438"/>
                        <a:pt x="13" y="148297"/>
                      </a:cubicBezTo>
                      <a:cubicBezTo>
                        <a:pt x="-258" y="162159"/>
                        <a:pt x="3614" y="179597"/>
                        <a:pt x="23428" y="182013"/>
                      </a:cubicBezTo>
                      <a:cubicBezTo>
                        <a:pt x="43243" y="184428"/>
                        <a:pt x="51789" y="170328"/>
                        <a:pt x="53276" y="153684"/>
                      </a:cubicBezTo>
                      <a:close/>
                    </a:path>
                  </a:pathLst>
                </a:custGeom>
                <a:solidFill>
                  <a:schemeClr val="bg2">
                    <a:lumMod val="50000"/>
                  </a:schemeClr>
                </a:solidFill>
                <a:ln w="354" cap="flat">
                  <a:noFill/>
                  <a:prstDash val="solid"/>
                  <a:miter/>
                </a:ln>
              </p:spPr>
              <p:txBody>
                <a:bodyPr rtlCol="0" anchor="ctr"/>
                <a:lstStyle/>
                <a:p>
                  <a:endParaRPr lang="pt-BR"/>
                </a:p>
              </p:txBody>
            </p:sp>
            <p:grpSp>
              <p:nvGrpSpPr>
                <p:cNvPr id="157" name="Graphic 7">
                  <a:extLst>
                    <a:ext uri="{FF2B5EF4-FFF2-40B4-BE49-F238E27FC236}">
                      <a16:creationId xmlns:a16="http://schemas.microsoft.com/office/drawing/2014/main" id="{5A718A3C-CAB7-D6B3-F531-7FDC0BBBF394}"/>
                    </a:ext>
                  </a:extLst>
                </p:cNvPr>
                <p:cNvGrpSpPr/>
                <p:nvPr/>
              </p:nvGrpSpPr>
              <p:grpSpPr>
                <a:xfrm>
                  <a:off x="1088156" y="2264412"/>
                  <a:ext cx="72372" cy="207051"/>
                  <a:chOff x="1088156" y="2264412"/>
                  <a:chExt cx="72372" cy="207051"/>
                </a:xfrm>
                <a:solidFill>
                  <a:srgbClr val="ABDAEF"/>
                </a:solidFill>
              </p:grpSpPr>
              <p:sp>
                <p:nvSpPr>
                  <p:cNvPr id="174" name="Freeform: Shape 173">
                    <a:extLst>
                      <a:ext uri="{FF2B5EF4-FFF2-40B4-BE49-F238E27FC236}">
                        <a16:creationId xmlns:a16="http://schemas.microsoft.com/office/drawing/2014/main" id="{1A6A3F5B-47AF-37C3-82DB-2D5FAA4EA88C}"/>
                      </a:ext>
                    </a:extLst>
                  </p:cNvPr>
                  <p:cNvSpPr/>
                  <p:nvPr/>
                </p:nvSpPr>
                <p:spPr>
                  <a:xfrm>
                    <a:off x="1107920" y="2321961"/>
                    <a:ext cx="52608" cy="149501"/>
                  </a:xfrm>
                  <a:custGeom>
                    <a:avLst/>
                    <a:gdLst>
                      <a:gd name="connsiteX0" fmla="*/ 20537 w 52608"/>
                      <a:gd name="connsiteY0" fmla="*/ 13 h 149501"/>
                      <a:gd name="connsiteX1" fmla="*/ 35363 w 52608"/>
                      <a:gd name="connsiteY1" fmla="*/ 13673 h 149501"/>
                      <a:gd name="connsiteX2" fmla="*/ 52445 w 52608"/>
                      <a:gd name="connsiteY2" fmla="*/ 120296 h 149501"/>
                      <a:gd name="connsiteX3" fmla="*/ 27305 w 52608"/>
                      <a:gd name="connsiteY3" fmla="*/ 149482 h 149501"/>
                      <a:gd name="connsiteX4" fmla="*/ 25 w 52608"/>
                      <a:gd name="connsiteY4" fmla="*/ 122061 h 149501"/>
                      <a:gd name="connsiteX5" fmla="*/ 5519 w 52608"/>
                      <a:gd name="connsiteY5" fmla="*/ 14961 h 149501"/>
                      <a:gd name="connsiteX6" fmla="*/ 20537 w 52608"/>
                      <a:gd name="connsiteY6" fmla="*/ 17 h 14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08" h="149501">
                        <a:moveTo>
                          <a:pt x="20537" y="13"/>
                        </a:moveTo>
                        <a:cubicBezTo>
                          <a:pt x="29027" y="-310"/>
                          <a:pt x="34182" y="5258"/>
                          <a:pt x="35363" y="13673"/>
                        </a:cubicBezTo>
                        <a:lnTo>
                          <a:pt x="52445" y="120296"/>
                        </a:lnTo>
                        <a:cubicBezTo>
                          <a:pt x="54128" y="135478"/>
                          <a:pt x="42568" y="148899"/>
                          <a:pt x="27305" y="149482"/>
                        </a:cubicBezTo>
                        <a:cubicBezTo>
                          <a:pt x="11945" y="150066"/>
                          <a:pt x="-640" y="137413"/>
                          <a:pt x="25" y="122061"/>
                        </a:cubicBezTo>
                        <a:lnTo>
                          <a:pt x="5519" y="14961"/>
                        </a:lnTo>
                        <a:cubicBezTo>
                          <a:pt x="5892" y="6347"/>
                          <a:pt x="11920" y="348"/>
                          <a:pt x="20537" y="17"/>
                        </a:cubicBezTo>
                        <a:close/>
                      </a:path>
                    </a:pathLst>
                  </a:custGeom>
                  <a:solidFill>
                    <a:schemeClr val="bg2">
                      <a:lumMod val="50000"/>
                    </a:schemeClr>
                  </a:solidFill>
                  <a:ln w="354" cap="flat">
                    <a:noFill/>
                    <a:prstDash val="solid"/>
                    <a:miter/>
                  </a:ln>
                </p:spPr>
                <p:txBody>
                  <a:bodyPr rtlCol="0" anchor="ctr"/>
                  <a:lstStyle/>
                  <a:p>
                    <a:endParaRPr lang="pt-BR"/>
                  </a:p>
                </p:txBody>
              </p:sp>
              <p:sp>
                <p:nvSpPr>
                  <p:cNvPr id="175" name="Freeform: Shape 174">
                    <a:extLst>
                      <a:ext uri="{FF2B5EF4-FFF2-40B4-BE49-F238E27FC236}">
                        <a16:creationId xmlns:a16="http://schemas.microsoft.com/office/drawing/2014/main" id="{E8B1B588-F480-9B6E-D817-694D366D32DD}"/>
                      </a:ext>
                    </a:extLst>
                  </p:cNvPr>
                  <p:cNvSpPr/>
                  <p:nvPr/>
                </p:nvSpPr>
                <p:spPr>
                  <a:xfrm>
                    <a:off x="1088156" y="2264412"/>
                    <a:ext cx="71744" cy="87008"/>
                  </a:xfrm>
                  <a:custGeom>
                    <a:avLst/>
                    <a:gdLst>
                      <a:gd name="connsiteX0" fmla="*/ 5397 w 71744"/>
                      <a:gd name="connsiteY0" fmla="*/ 61943 h 87008"/>
                      <a:gd name="connsiteX1" fmla="*/ 41550 w 71744"/>
                      <a:gd name="connsiteY1" fmla="*/ 85881 h 87008"/>
                      <a:gd name="connsiteX2" fmla="*/ 51801 w 71744"/>
                      <a:gd name="connsiteY2" fmla="*/ 82000 h 87008"/>
                      <a:gd name="connsiteX3" fmla="*/ 71498 w 71744"/>
                      <a:gd name="connsiteY3" fmla="*/ 8530 h 87008"/>
                      <a:gd name="connsiteX4" fmla="*/ 60998 w 71744"/>
                      <a:gd name="connsiteY4" fmla="*/ 1322 h 87008"/>
                      <a:gd name="connsiteX5" fmla="*/ 4952 w 71744"/>
                      <a:gd name="connsiteY5" fmla="*/ 42160 h 87008"/>
                      <a:gd name="connsiteX6" fmla="*/ 5397 w 71744"/>
                      <a:gd name="connsiteY6" fmla="*/ 61939 h 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44" h="87008">
                        <a:moveTo>
                          <a:pt x="5397" y="61943"/>
                        </a:moveTo>
                        <a:lnTo>
                          <a:pt x="41550" y="85881"/>
                        </a:lnTo>
                        <a:cubicBezTo>
                          <a:pt x="45396" y="88429"/>
                          <a:pt x="50609" y="86454"/>
                          <a:pt x="51801" y="82000"/>
                        </a:cubicBezTo>
                        <a:lnTo>
                          <a:pt x="71498" y="8530"/>
                        </a:lnTo>
                        <a:cubicBezTo>
                          <a:pt x="73149" y="2378"/>
                          <a:pt x="66147" y="-2429"/>
                          <a:pt x="60998" y="1322"/>
                        </a:cubicBezTo>
                        <a:lnTo>
                          <a:pt x="4952" y="42160"/>
                        </a:lnTo>
                        <a:cubicBezTo>
                          <a:pt x="-1836" y="47106"/>
                          <a:pt x="-1605" y="57303"/>
                          <a:pt x="5397" y="61939"/>
                        </a:cubicBezTo>
                        <a:close/>
                      </a:path>
                    </a:pathLst>
                  </a:custGeom>
                  <a:solidFill>
                    <a:schemeClr val="bg2">
                      <a:lumMod val="50000"/>
                    </a:schemeClr>
                  </a:solidFill>
                  <a:ln w="354" cap="flat">
                    <a:noFill/>
                    <a:prstDash val="solid"/>
                    <a:miter/>
                  </a:ln>
                </p:spPr>
                <p:txBody>
                  <a:bodyPr rtlCol="0" anchor="ctr"/>
                  <a:lstStyle/>
                  <a:p>
                    <a:endParaRPr lang="pt-BR"/>
                  </a:p>
                </p:txBody>
              </p:sp>
            </p:grpSp>
            <p:grpSp>
              <p:nvGrpSpPr>
                <p:cNvPr id="158" name="Graphic 7">
                  <a:extLst>
                    <a:ext uri="{FF2B5EF4-FFF2-40B4-BE49-F238E27FC236}">
                      <a16:creationId xmlns:a16="http://schemas.microsoft.com/office/drawing/2014/main" id="{17FC6C07-3687-869A-D4A6-E7DFF249F8FF}"/>
                    </a:ext>
                  </a:extLst>
                </p:cNvPr>
                <p:cNvGrpSpPr/>
                <p:nvPr/>
              </p:nvGrpSpPr>
              <p:grpSpPr>
                <a:xfrm>
                  <a:off x="991941" y="2267319"/>
                  <a:ext cx="76641" cy="204647"/>
                  <a:chOff x="991941" y="2267319"/>
                  <a:chExt cx="76641" cy="204647"/>
                </a:xfrm>
                <a:solidFill>
                  <a:srgbClr val="ABDAEF"/>
                </a:solidFill>
              </p:grpSpPr>
              <p:sp>
                <p:nvSpPr>
                  <p:cNvPr id="172" name="Freeform: Shape 171">
                    <a:extLst>
                      <a:ext uri="{FF2B5EF4-FFF2-40B4-BE49-F238E27FC236}">
                        <a16:creationId xmlns:a16="http://schemas.microsoft.com/office/drawing/2014/main" id="{DCDA7FBE-B80A-3092-8155-E13933AB6027}"/>
                      </a:ext>
                    </a:extLst>
                  </p:cNvPr>
                  <p:cNvSpPr/>
                  <p:nvPr/>
                </p:nvSpPr>
                <p:spPr>
                  <a:xfrm>
                    <a:off x="991941" y="2322943"/>
                    <a:ext cx="53534" cy="149023"/>
                  </a:xfrm>
                  <a:custGeom>
                    <a:avLst/>
                    <a:gdLst>
                      <a:gd name="connsiteX0" fmla="*/ 39432 w 53534"/>
                      <a:gd name="connsiteY0" fmla="*/ 103 h 149023"/>
                      <a:gd name="connsiteX1" fmla="*/ 24047 w 53534"/>
                      <a:gd name="connsiteY1" fmla="*/ 11816 h 149023"/>
                      <a:gd name="connsiteX2" fmla="*/ 386 w 53534"/>
                      <a:gd name="connsiteY2" fmla="*/ 118261 h 149023"/>
                      <a:gd name="connsiteX3" fmla="*/ 23741 w 53534"/>
                      <a:gd name="connsiteY3" fmla="*/ 148896 h 149023"/>
                      <a:gd name="connsiteX4" fmla="*/ 52611 w 53534"/>
                      <a:gd name="connsiteY4" fmla="*/ 123153 h 149023"/>
                      <a:gd name="connsiteX5" fmla="*/ 53532 w 53534"/>
                      <a:gd name="connsiteY5" fmla="*/ 14587 h 149023"/>
                      <a:gd name="connsiteX6" fmla="*/ 39428 w 53534"/>
                      <a:gd name="connsiteY6" fmla="*/ 103 h 14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34" h="149023">
                        <a:moveTo>
                          <a:pt x="39432" y="103"/>
                        </a:moveTo>
                        <a:cubicBezTo>
                          <a:pt x="30974" y="-726"/>
                          <a:pt x="25730" y="3486"/>
                          <a:pt x="24047" y="11816"/>
                        </a:cubicBezTo>
                        <a:lnTo>
                          <a:pt x="386" y="118261"/>
                        </a:lnTo>
                        <a:cubicBezTo>
                          <a:pt x="-2204" y="133319"/>
                          <a:pt x="8534" y="147405"/>
                          <a:pt x="23741" y="148896"/>
                        </a:cubicBezTo>
                        <a:cubicBezTo>
                          <a:pt x="39037" y="150397"/>
                          <a:pt x="52358" y="138520"/>
                          <a:pt x="52611" y="123153"/>
                        </a:cubicBezTo>
                        <a:lnTo>
                          <a:pt x="53532" y="14587"/>
                        </a:lnTo>
                        <a:cubicBezTo>
                          <a:pt x="53675" y="5966"/>
                          <a:pt x="48010" y="946"/>
                          <a:pt x="39428" y="103"/>
                        </a:cubicBezTo>
                        <a:close/>
                      </a:path>
                    </a:pathLst>
                  </a:custGeom>
                  <a:solidFill>
                    <a:schemeClr val="bg2">
                      <a:lumMod val="50000"/>
                    </a:schemeClr>
                  </a:solidFill>
                  <a:ln w="354" cap="flat">
                    <a:noFill/>
                    <a:prstDash val="solid"/>
                    <a:miter/>
                  </a:ln>
                </p:spPr>
                <p:txBody>
                  <a:bodyPr rtlCol="0" anchor="ctr"/>
                  <a:lstStyle/>
                  <a:p>
                    <a:endParaRPr lang="pt-BR"/>
                  </a:p>
                </p:txBody>
              </p:sp>
              <p:sp>
                <p:nvSpPr>
                  <p:cNvPr id="173" name="Freeform: Shape 172">
                    <a:extLst>
                      <a:ext uri="{FF2B5EF4-FFF2-40B4-BE49-F238E27FC236}">
                        <a16:creationId xmlns:a16="http://schemas.microsoft.com/office/drawing/2014/main" id="{59829697-A90F-77A1-7CF4-523E1C7E4B1A}"/>
                      </a:ext>
                    </a:extLst>
                  </p:cNvPr>
                  <p:cNvSpPr/>
                  <p:nvPr/>
                </p:nvSpPr>
                <p:spPr>
                  <a:xfrm>
                    <a:off x="991944" y="2267319"/>
                    <a:ext cx="76638" cy="84222"/>
                  </a:xfrm>
                  <a:custGeom>
                    <a:avLst/>
                    <a:gdLst>
                      <a:gd name="connsiteX0" fmla="*/ 72366 w 76638"/>
                      <a:gd name="connsiteY0" fmla="*/ 54645 h 84222"/>
                      <a:gd name="connsiteX1" fmla="*/ 39240 w 76638"/>
                      <a:gd name="connsiteY1" fmla="*/ 82625 h 84222"/>
                      <a:gd name="connsiteX2" fmla="*/ 28605 w 76638"/>
                      <a:gd name="connsiteY2" fmla="*/ 79960 h 84222"/>
                      <a:gd name="connsiteX3" fmla="*/ 501 w 76638"/>
                      <a:gd name="connsiteY3" fmla="*/ 9277 h 84222"/>
                      <a:gd name="connsiteX4" fmla="*/ 10093 w 76638"/>
                      <a:gd name="connsiteY4" fmla="*/ 898 h 84222"/>
                      <a:gd name="connsiteX5" fmla="*/ 70505 w 76638"/>
                      <a:gd name="connsiteY5" fmla="*/ 34944 h 84222"/>
                      <a:gd name="connsiteX6" fmla="*/ 72366 w 76638"/>
                      <a:gd name="connsiteY6" fmla="*/ 54641 h 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38" h="84222">
                        <a:moveTo>
                          <a:pt x="72366" y="54645"/>
                        </a:moveTo>
                        <a:lnTo>
                          <a:pt x="39240" y="82625"/>
                        </a:lnTo>
                        <a:cubicBezTo>
                          <a:pt x="35718" y="85603"/>
                          <a:pt x="30310" y="84248"/>
                          <a:pt x="28605" y="79960"/>
                        </a:cubicBezTo>
                        <a:lnTo>
                          <a:pt x="501" y="9277"/>
                        </a:lnTo>
                        <a:cubicBezTo>
                          <a:pt x="-1851" y="3360"/>
                          <a:pt x="4543" y="-2230"/>
                          <a:pt x="10093" y="898"/>
                        </a:cubicBezTo>
                        <a:lnTo>
                          <a:pt x="70505" y="34944"/>
                        </a:lnTo>
                        <a:cubicBezTo>
                          <a:pt x="77820" y="39068"/>
                          <a:pt x="78781" y="49223"/>
                          <a:pt x="72366" y="54641"/>
                        </a:cubicBezTo>
                        <a:close/>
                      </a:path>
                    </a:pathLst>
                  </a:custGeom>
                  <a:solidFill>
                    <a:schemeClr val="bg2">
                      <a:lumMod val="50000"/>
                    </a:schemeClr>
                  </a:solidFill>
                  <a:ln w="354" cap="flat">
                    <a:noFill/>
                    <a:prstDash val="solid"/>
                    <a:miter/>
                  </a:ln>
                </p:spPr>
                <p:txBody>
                  <a:bodyPr rtlCol="0" anchor="ctr"/>
                  <a:lstStyle/>
                  <a:p>
                    <a:endParaRPr lang="pt-BR"/>
                  </a:p>
                </p:txBody>
              </p:sp>
            </p:grpSp>
            <p:grpSp>
              <p:nvGrpSpPr>
                <p:cNvPr id="159" name="Graphic 7">
                  <a:extLst>
                    <a:ext uri="{FF2B5EF4-FFF2-40B4-BE49-F238E27FC236}">
                      <a16:creationId xmlns:a16="http://schemas.microsoft.com/office/drawing/2014/main" id="{107EAAFE-38F0-F7D1-27B3-7111B6981CB1}"/>
                    </a:ext>
                  </a:extLst>
                </p:cNvPr>
                <p:cNvGrpSpPr/>
                <p:nvPr/>
              </p:nvGrpSpPr>
              <p:grpSpPr>
                <a:xfrm>
                  <a:off x="1086024" y="2424017"/>
                  <a:ext cx="82733" cy="141150"/>
                  <a:chOff x="1086024" y="2424017"/>
                  <a:chExt cx="82733" cy="141150"/>
                </a:xfrm>
                <a:solidFill>
                  <a:srgbClr val="E6EDF1"/>
                </a:solidFill>
              </p:grpSpPr>
              <p:sp>
                <p:nvSpPr>
                  <p:cNvPr id="170" name="Freeform: Shape 169">
                    <a:extLst>
                      <a:ext uri="{FF2B5EF4-FFF2-40B4-BE49-F238E27FC236}">
                        <a16:creationId xmlns:a16="http://schemas.microsoft.com/office/drawing/2014/main" id="{278B4D68-B15F-73DD-B012-03D21601288C}"/>
                      </a:ext>
                    </a:extLst>
                  </p:cNvPr>
                  <p:cNvSpPr/>
                  <p:nvPr/>
                </p:nvSpPr>
                <p:spPr>
                  <a:xfrm>
                    <a:off x="1101407" y="2424017"/>
                    <a:ext cx="59995" cy="115294"/>
                  </a:xfrm>
                  <a:custGeom>
                    <a:avLst/>
                    <a:gdLst>
                      <a:gd name="connsiteX0" fmla="*/ 23748 w 59995"/>
                      <a:gd name="connsiteY0" fmla="*/ 115136 h 115294"/>
                      <a:gd name="connsiteX1" fmla="*/ 53091 w 59995"/>
                      <a:gd name="connsiteY1" fmla="*/ 91546 h 115294"/>
                      <a:gd name="connsiteX2" fmla="*/ 59837 w 59995"/>
                      <a:gd name="connsiteY2" fmla="*/ 29501 h 115294"/>
                      <a:gd name="connsiteX3" fmla="*/ 36247 w 59995"/>
                      <a:gd name="connsiteY3" fmla="*/ 158 h 115294"/>
                      <a:gd name="connsiteX4" fmla="*/ 6904 w 59995"/>
                      <a:gd name="connsiteY4" fmla="*/ 23748 h 115294"/>
                      <a:gd name="connsiteX5" fmla="*/ 158 w 59995"/>
                      <a:gd name="connsiteY5" fmla="*/ 85793 h 115294"/>
                      <a:gd name="connsiteX6" fmla="*/ 23748 w 59995"/>
                      <a:gd name="connsiteY6" fmla="*/ 115136 h 11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95" h="115294">
                        <a:moveTo>
                          <a:pt x="23748" y="115136"/>
                        </a:moveTo>
                        <a:cubicBezTo>
                          <a:pt x="38364" y="116726"/>
                          <a:pt x="51501" y="106163"/>
                          <a:pt x="53091" y="91546"/>
                        </a:cubicBezTo>
                        <a:lnTo>
                          <a:pt x="59837" y="29501"/>
                        </a:lnTo>
                        <a:cubicBezTo>
                          <a:pt x="61428" y="14885"/>
                          <a:pt x="50864" y="1749"/>
                          <a:pt x="36247" y="158"/>
                        </a:cubicBezTo>
                        <a:cubicBezTo>
                          <a:pt x="21631" y="-1432"/>
                          <a:pt x="8495" y="9132"/>
                          <a:pt x="6904" y="23748"/>
                        </a:cubicBezTo>
                        <a:lnTo>
                          <a:pt x="158" y="85793"/>
                        </a:lnTo>
                        <a:cubicBezTo>
                          <a:pt x="-1432" y="100409"/>
                          <a:pt x="9132" y="113545"/>
                          <a:pt x="23748" y="115136"/>
                        </a:cubicBezTo>
                        <a:close/>
                      </a:path>
                    </a:pathLst>
                  </a:custGeom>
                  <a:solidFill>
                    <a:srgbClr val="E6EDF1"/>
                  </a:solidFill>
                  <a:ln w="354" cap="flat">
                    <a:noFill/>
                    <a:prstDash val="solid"/>
                    <a:miter/>
                  </a:ln>
                </p:spPr>
                <p:txBody>
                  <a:bodyPr rtlCol="0" anchor="ctr"/>
                  <a:lstStyle/>
                  <a:p>
                    <a:endParaRPr lang="pt-BR"/>
                  </a:p>
                </p:txBody>
              </p:sp>
              <p:sp>
                <p:nvSpPr>
                  <p:cNvPr id="171" name="Freeform: Shape 170">
                    <a:extLst>
                      <a:ext uri="{FF2B5EF4-FFF2-40B4-BE49-F238E27FC236}">
                        <a16:creationId xmlns:a16="http://schemas.microsoft.com/office/drawing/2014/main" id="{CC2A50AA-6BE1-1BF7-3F86-5A4BD46A4EED}"/>
                      </a:ext>
                    </a:extLst>
                  </p:cNvPr>
                  <p:cNvSpPr/>
                  <p:nvPr/>
                </p:nvSpPr>
                <p:spPr>
                  <a:xfrm rot="-10428001">
                    <a:off x="1091117" y="2463300"/>
                    <a:ext cx="72547" cy="98236"/>
                  </a:xfrm>
                  <a:custGeom>
                    <a:avLst/>
                    <a:gdLst>
                      <a:gd name="connsiteX0" fmla="*/ 0 w 72547"/>
                      <a:gd name="connsiteY0" fmla="*/ 0 h 98236"/>
                      <a:gd name="connsiteX1" fmla="*/ 72548 w 72547"/>
                      <a:gd name="connsiteY1" fmla="*/ 0 h 98236"/>
                      <a:gd name="connsiteX2" fmla="*/ 72548 w 72547"/>
                      <a:gd name="connsiteY2" fmla="*/ 98237 h 98236"/>
                      <a:gd name="connsiteX3" fmla="*/ 0 w 72547"/>
                      <a:gd name="connsiteY3" fmla="*/ 98237 h 98236"/>
                    </a:gdLst>
                    <a:ahLst/>
                    <a:cxnLst>
                      <a:cxn ang="0">
                        <a:pos x="connsiteX0" y="connsiteY0"/>
                      </a:cxn>
                      <a:cxn ang="0">
                        <a:pos x="connsiteX1" y="connsiteY1"/>
                      </a:cxn>
                      <a:cxn ang="0">
                        <a:pos x="connsiteX2" y="connsiteY2"/>
                      </a:cxn>
                      <a:cxn ang="0">
                        <a:pos x="connsiteX3" y="connsiteY3"/>
                      </a:cxn>
                    </a:cxnLst>
                    <a:rect l="l" t="t" r="r" b="b"/>
                    <a:pathLst>
                      <a:path w="72547" h="98236">
                        <a:moveTo>
                          <a:pt x="0" y="0"/>
                        </a:moveTo>
                        <a:lnTo>
                          <a:pt x="72548" y="0"/>
                        </a:lnTo>
                        <a:lnTo>
                          <a:pt x="72548" y="98237"/>
                        </a:lnTo>
                        <a:lnTo>
                          <a:pt x="0" y="98237"/>
                        </a:lnTo>
                        <a:close/>
                      </a:path>
                    </a:pathLst>
                  </a:custGeom>
                  <a:solidFill>
                    <a:srgbClr val="E6EDF1"/>
                  </a:solidFill>
                  <a:ln w="354" cap="flat">
                    <a:noFill/>
                    <a:prstDash val="solid"/>
                    <a:miter/>
                  </a:ln>
                </p:spPr>
                <p:txBody>
                  <a:bodyPr rtlCol="0" anchor="ctr"/>
                  <a:lstStyle/>
                  <a:p>
                    <a:endParaRPr lang="pt-BR"/>
                  </a:p>
                </p:txBody>
              </p:sp>
            </p:grpSp>
            <p:grpSp>
              <p:nvGrpSpPr>
                <p:cNvPr id="160" name="Graphic 7">
                  <a:extLst>
                    <a:ext uri="{FF2B5EF4-FFF2-40B4-BE49-F238E27FC236}">
                      <a16:creationId xmlns:a16="http://schemas.microsoft.com/office/drawing/2014/main" id="{E7D38376-9ECB-1E68-9AFE-F0412C041E5F}"/>
                    </a:ext>
                  </a:extLst>
                </p:cNvPr>
                <p:cNvGrpSpPr/>
                <p:nvPr/>
              </p:nvGrpSpPr>
              <p:grpSpPr>
                <a:xfrm>
                  <a:off x="982215" y="2424506"/>
                  <a:ext cx="75698" cy="139008"/>
                  <a:chOff x="982215" y="2424506"/>
                  <a:chExt cx="75698" cy="139008"/>
                </a:xfrm>
                <a:solidFill>
                  <a:srgbClr val="E6EDF1"/>
                </a:solidFill>
              </p:grpSpPr>
              <p:sp>
                <p:nvSpPr>
                  <p:cNvPr id="168" name="Freeform: Shape 167">
                    <a:extLst>
                      <a:ext uri="{FF2B5EF4-FFF2-40B4-BE49-F238E27FC236}">
                        <a16:creationId xmlns:a16="http://schemas.microsoft.com/office/drawing/2014/main" id="{967570F7-4015-2CA9-16E4-9E32D45C4C08}"/>
                      </a:ext>
                    </a:extLst>
                  </p:cNvPr>
                  <p:cNvSpPr/>
                  <p:nvPr/>
                </p:nvSpPr>
                <p:spPr>
                  <a:xfrm>
                    <a:off x="990826" y="2424506"/>
                    <a:ext cx="55266" cy="115617"/>
                  </a:xfrm>
                  <a:custGeom>
                    <a:avLst/>
                    <a:gdLst>
                      <a:gd name="connsiteX0" fmla="*/ 29510 w 55266"/>
                      <a:gd name="connsiteY0" fmla="*/ 115604 h 115617"/>
                      <a:gd name="connsiteX1" fmla="*/ 2039 w 55266"/>
                      <a:gd name="connsiteY1" fmla="*/ 89861 h 115617"/>
                      <a:gd name="connsiteX2" fmla="*/ 14 w 55266"/>
                      <a:gd name="connsiteY2" fmla="*/ 27486 h 115617"/>
                      <a:gd name="connsiteX3" fmla="*/ 25757 w 55266"/>
                      <a:gd name="connsiteY3" fmla="*/ 14 h 115617"/>
                      <a:gd name="connsiteX4" fmla="*/ 53228 w 55266"/>
                      <a:gd name="connsiteY4" fmla="*/ 25757 h 115617"/>
                      <a:gd name="connsiteX5" fmla="*/ 55253 w 55266"/>
                      <a:gd name="connsiteY5" fmla="*/ 88132 h 115617"/>
                      <a:gd name="connsiteX6" fmla="*/ 29510 w 55266"/>
                      <a:gd name="connsiteY6" fmla="*/ 115604 h 115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66" h="115617">
                        <a:moveTo>
                          <a:pt x="29510" y="115604"/>
                        </a:moveTo>
                        <a:cubicBezTo>
                          <a:pt x="14816" y="116080"/>
                          <a:pt x="2516" y="104556"/>
                          <a:pt x="2039" y="89861"/>
                        </a:cubicBezTo>
                        <a:lnTo>
                          <a:pt x="14" y="27486"/>
                        </a:lnTo>
                        <a:cubicBezTo>
                          <a:pt x="-462" y="12791"/>
                          <a:pt x="11062" y="491"/>
                          <a:pt x="25757" y="14"/>
                        </a:cubicBezTo>
                        <a:cubicBezTo>
                          <a:pt x="40451" y="-462"/>
                          <a:pt x="52751" y="11062"/>
                          <a:pt x="53228" y="25757"/>
                        </a:cubicBezTo>
                        <a:lnTo>
                          <a:pt x="55253" y="88132"/>
                        </a:lnTo>
                        <a:cubicBezTo>
                          <a:pt x="55729" y="102827"/>
                          <a:pt x="44205" y="115127"/>
                          <a:pt x="29510" y="115604"/>
                        </a:cubicBezTo>
                        <a:close/>
                      </a:path>
                    </a:pathLst>
                  </a:custGeom>
                  <a:solidFill>
                    <a:srgbClr val="E6EDF1"/>
                  </a:solidFill>
                  <a:ln w="354" cap="flat">
                    <a:noFill/>
                    <a:prstDash val="solid"/>
                    <a:miter/>
                  </a:ln>
                </p:spPr>
                <p:txBody>
                  <a:bodyPr rtlCol="0" anchor="ctr"/>
                  <a:lstStyle/>
                  <a:p>
                    <a:endParaRPr lang="pt-BR"/>
                  </a:p>
                </p:txBody>
              </p:sp>
              <p:sp>
                <p:nvSpPr>
                  <p:cNvPr id="169" name="Freeform: Shape 168">
                    <a:extLst>
                      <a:ext uri="{FF2B5EF4-FFF2-40B4-BE49-F238E27FC236}">
                        <a16:creationId xmlns:a16="http://schemas.microsoft.com/office/drawing/2014/main" id="{02B4FEF4-C4F8-AC92-7CC0-FEFF54E4BC18}"/>
                      </a:ext>
                    </a:extLst>
                  </p:cNvPr>
                  <p:cNvSpPr/>
                  <p:nvPr/>
                </p:nvSpPr>
                <p:spPr>
                  <a:xfrm rot="-111600">
                    <a:off x="983790" y="2464126"/>
                    <a:ext cx="72547" cy="98236"/>
                  </a:xfrm>
                  <a:custGeom>
                    <a:avLst/>
                    <a:gdLst>
                      <a:gd name="connsiteX0" fmla="*/ 0 w 72547"/>
                      <a:gd name="connsiteY0" fmla="*/ 0 h 98236"/>
                      <a:gd name="connsiteX1" fmla="*/ 72548 w 72547"/>
                      <a:gd name="connsiteY1" fmla="*/ 0 h 98236"/>
                      <a:gd name="connsiteX2" fmla="*/ 72548 w 72547"/>
                      <a:gd name="connsiteY2" fmla="*/ 98237 h 98236"/>
                      <a:gd name="connsiteX3" fmla="*/ 0 w 72547"/>
                      <a:gd name="connsiteY3" fmla="*/ 98237 h 98236"/>
                    </a:gdLst>
                    <a:ahLst/>
                    <a:cxnLst>
                      <a:cxn ang="0">
                        <a:pos x="connsiteX0" y="connsiteY0"/>
                      </a:cxn>
                      <a:cxn ang="0">
                        <a:pos x="connsiteX1" y="connsiteY1"/>
                      </a:cxn>
                      <a:cxn ang="0">
                        <a:pos x="connsiteX2" y="connsiteY2"/>
                      </a:cxn>
                      <a:cxn ang="0">
                        <a:pos x="connsiteX3" y="connsiteY3"/>
                      </a:cxn>
                    </a:cxnLst>
                    <a:rect l="l" t="t" r="r" b="b"/>
                    <a:pathLst>
                      <a:path w="72547" h="98236">
                        <a:moveTo>
                          <a:pt x="0" y="0"/>
                        </a:moveTo>
                        <a:lnTo>
                          <a:pt x="72548" y="0"/>
                        </a:lnTo>
                        <a:lnTo>
                          <a:pt x="72548" y="98237"/>
                        </a:lnTo>
                        <a:lnTo>
                          <a:pt x="0" y="98237"/>
                        </a:lnTo>
                        <a:close/>
                      </a:path>
                    </a:pathLst>
                  </a:custGeom>
                  <a:solidFill>
                    <a:srgbClr val="E6EDF1"/>
                  </a:solidFill>
                  <a:ln w="354" cap="flat">
                    <a:noFill/>
                    <a:prstDash val="solid"/>
                    <a:miter/>
                  </a:ln>
                </p:spPr>
                <p:txBody>
                  <a:bodyPr rtlCol="0" anchor="ctr"/>
                  <a:lstStyle/>
                  <a:p>
                    <a:endParaRPr lang="pt-BR"/>
                  </a:p>
                </p:txBody>
              </p:sp>
            </p:grpSp>
            <p:sp>
              <p:nvSpPr>
                <p:cNvPr id="161" name="Freeform: Shape 160">
                  <a:extLst>
                    <a:ext uri="{FF2B5EF4-FFF2-40B4-BE49-F238E27FC236}">
                      <a16:creationId xmlns:a16="http://schemas.microsoft.com/office/drawing/2014/main" id="{2909B3E5-4458-71A8-81A5-EDB624F46E1C}"/>
                    </a:ext>
                  </a:extLst>
                </p:cNvPr>
                <p:cNvSpPr/>
                <p:nvPr/>
              </p:nvSpPr>
              <p:spPr>
                <a:xfrm>
                  <a:off x="971296" y="2534200"/>
                  <a:ext cx="219476" cy="91448"/>
                </a:xfrm>
                <a:custGeom>
                  <a:avLst/>
                  <a:gdLst>
                    <a:gd name="connsiteX0" fmla="*/ 179541 w 219476"/>
                    <a:gd name="connsiteY0" fmla="*/ 91448 h 91448"/>
                    <a:gd name="connsiteX1" fmla="*/ 39932 w 219476"/>
                    <a:gd name="connsiteY1" fmla="*/ 91448 h 91448"/>
                    <a:gd name="connsiteX2" fmla="*/ 0 w 219476"/>
                    <a:gd name="connsiteY2" fmla="*/ 51517 h 91448"/>
                    <a:gd name="connsiteX3" fmla="*/ 51517 w 219476"/>
                    <a:gd name="connsiteY3" fmla="*/ 0 h 91448"/>
                    <a:gd name="connsiteX4" fmla="*/ 167960 w 219476"/>
                    <a:gd name="connsiteY4" fmla="*/ 0 h 91448"/>
                    <a:gd name="connsiteX5" fmla="*/ 219476 w 219476"/>
                    <a:gd name="connsiteY5" fmla="*/ 51517 h 91448"/>
                    <a:gd name="connsiteX6" fmla="*/ 179545 w 219476"/>
                    <a:gd name="connsiteY6" fmla="*/ 91448 h 9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476" h="91448">
                      <a:moveTo>
                        <a:pt x="179541" y="91448"/>
                      </a:moveTo>
                      <a:lnTo>
                        <a:pt x="39932" y="91448"/>
                      </a:lnTo>
                      <a:cubicBezTo>
                        <a:pt x="17879" y="91448"/>
                        <a:pt x="0" y="73569"/>
                        <a:pt x="0" y="51517"/>
                      </a:cubicBezTo>
                      <a:cubicBezTo>
                        <a:pt x="0" y="23067"/>
                        <a:pt x="23063" y="0"/>
                        <a:pt x="51517" y="0"/>
                      </a:cubicBezTo>
                      <a:lnTo>
                        <a:pt x="167960" y="0"/>
                      </a:lnTo>
                      <a:cubicBezTo>
                        <a:pt x="196410" y="0"/>
                        <a:pt x="219476" y="23063"/>
                        <a:pt x="219476" y="51517"/>
                      </a:cubicBezTo>
                      <a:cubicBezTo>
                        <a:pt x="219476" y="73569"/>
                        <a:pt x="201597" y="91448"/>
                        <a:pt x="179545" y="91448"/>
                      </a:cubicBezTo>
                      <a:close/>
                    </a:path>
                  </a:pathLst>
                </a:custGeom>
                <a:solidFill>
                  <a:srgbClr val="E6EDF1"/>
                </a:solidFill>
                <a:ln w="354" cap="flat">
                  <a:noFill/>
                  <a:prstDash val="solid"/>
                  <a:miter/>
                </a:ln>
              </p:spPr>
              <p:txBody>
                <a:bodyPr rtlCol="0" anchor="ctr"/>
                <a:lstStyle/>
                <a:p>
                  <a:endParaRPr lang="pt-BR"/>
                </a:p>
              </p:txBody>
            </p:sp>
            <p:sp>
              <p:nvSpPr>
                <p:cNvPr id="162" name="Freeform: Shape 161">
                  <a:extLst>
                    <a:ext uri="{FF2B5EF4-FFF2-40B4-BE49-F238E27FC236}">
                      <a16:creationId xmlns:a16="http://schemas.microsoft.com/office/drawing/2014/main" id="{CC32F250-2951-3CF7-4ACF-D3B1F92BA5BF}"/>
                    </a:ext>
                  </a:extLst>
                </p:cNvPr>
                <p:cNvSpPr/>
                <p:nvPr/>
              </p:nvSpPr>
              <p:spPr>
                <a:xfrm rot="-2700000">
                  <a:off x="1027078" y="2497621"/>
                  <a:ext cx="107907" cy="107907"/>
                </a:xfrm>
                <a:custGeom>
                  <a:avLst/>
                  <a:gdLst>
                    <a:gd name="connsiteX0" fmla="*/ 107908 w 107907"/>
                    <a:gd name="connsiteY0" fmla="*/ 53954 h 107907"/>
                    <a:gd name="connsiteX1" fmla="*/ 53954 w 107907"/>
                    <a:gd name="connsiteY1" fmla="*/ 107908 h 107907"/>
                    <a:gd name="connsiteX2" fmla="*/ 0 w 107907"/>
                    <a:gd name="connsiteY2" fmla="*/ 53954 h 107907"/>
                    <a:gd name="connsiteX3" fmla="*/ 53954 w 107907"/>
                    <a:gd name="connsiteY3" fmla="*/ 0 h 107907"/>
                    <a:gd name="connsiteX4" fmla="*/ 107908 w 107907"/>
                    <a:gd name="connsiteY4" fmla="*/ 53954 h 10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07" h="107907">
                      <a:moveTo>
                        <a:pt x="107908" y="53954"/>
                      </a:moveTo>
                      <a:cubicBezTo>
                        <a:pt x="107908" y="83752"/>
                        <a:pt x="83752" y="107908"/>
                        <a:pt x="53954" y="107908"/>
                      </a:cubicBezTo>
                      <a:cubicBezTo>
                        <a:pt x="24156" y="107908"/>
                        <a:pt x="0" y="83752"/>
                        <a:pt x="0" y="53954"/>
                      </a:cubicBezTo>
                      <a:cubicBezTo>
                        <a:pt x="0" y="24156"/>
                        <a:pt x="24156" y="0"/>
                        <a:pt x="53954" y="0"/>
                      </a:cubicBezTo>
                      <a:cubicBezTo>
                        <a:pt x="83752" y="0"/>
                        <a:pt x="107908" y="24156"/>
                        <a:pt x="107908" y="53954"/>
                      </a:cubicBezTo>
                      <a:close/>
                    </a:path>
                  </a:pathLst>
                </a:custGeom>
                <a:solidFill>
                  <a:schemeClr val="bg2">
                    <a:lumMod val="50000"/>
                  </a:schemeClr>
                </a:solidFill>
                <a:ln w="354" cap="flat">
                  <a:noFill/>
                  <a:prstDash val="solid"/>
                  <a:miter/>
                </a:ln>
              </p:spPr>
              <p:txBody>
                <a:bodyPr rtlCol="0" anchor="ctr"/>
                <a:lstStyle/>
                <a:p>
                  <a:endParaRPr lang="pt-BR"/>
                </a:p>
              </p:txBody>
            </p:sp>
            <p:sp>
              <p:nvSpPr>
                <p:cNvPr id="163" name="Freeform: Shape 162">
                  <a:extLst>
                    <a:ext uri="{FF2B5EF4-FFF2-40B4-BE49-F238E27FC236}">
                      <a16:creationId xmlns:a16="http://schemas.microsoft.com/office/drawing/2014/main" id="{5D981B5E-9AA9-36C5-119E-79724E448A74}"/>
                    </a:ext>
                  </a:extLst>
                </p:cNvPr>
                <p:cNvSpPr/>
                <p:nvPr/>
              </p:nvSpPr>
              <p:spPr>
                <a:xfrm>
                  <a:off x="816818" y="2375436"/>
                  <a:ext cx="89256" cy="176975"/>
                </a:xfrm>
                <a:custGeom>
                  <a:avLst/>
                  <a:gdLst>
                    <a:gd name="connsiteX0" fmla="*/ 1671 w 89256"/>
                    <a:gd name="connsiteY0" fmla="*/ 138903 h 176975"/>
                    <a:gd name="connsiteX1" fmla="*/ 29403 w 89256"/>
                    <a:gd name="connsiteY1" fmla="*/ 29765 h 176975"/>
                    <a:gd name="connsiteX2" fmla="*/ 70188 w 89256"/>
                    <a:gd name="connsiteY2" fmla="*/ 1457 h 176975"/>
                    <a:gd name="connsiteX3" fmla="*/ 86146 w 89256"/>
                    <a:gd name="connsiteY3" fmla="*/ 44463 h 176975"/>
                    <a:gd name="connsiteX4" fmla="*/ 53113 w 89256"/>
                    <a:gd name="connsiteY4" fmla="*/ 153726 h 176975"/>
                    <a:gd name="connsiteX5" fmla="*/ 19088 w 89256"/>
                    <a:gd name="connsiteY5" fmla="*/ 175729 h 176975"/>
                    <a:gd name="connsiteX6" fmla="*/ 1671 w 89256"/>
                    <a:gd name="connsiteY6" fmla="*/ 138900 h 17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56" h="176975">
                      <a:moveTo>
                        <a:pt x="1671" y="138903"/>
                      </a:moveTo>
                      <a:cubicBezTo>
                        <a:pt x="1671" y="138903"/>
                        <a:pt x="25033" y="45139"/>
                        <a:pt x="29403" y="29765"/>
                      </a:cubicBezTo>
                      <a:cubicBezTo>
                        <a:pt x="33772" y="14390"/>
                        <a:pt x="50704" y="-5588"/>
                        <a:pt x="70188" y="1457"/>
                      </a:cubicBezTo>
                      <a:cubicBezTo>
                        <a:pt x="89672" y="8505"/>
                        <a:pt x="92661" y="22275"/>
                        <a:pt x="86146" y="44463"/>
                      </a:cubicBezTo>
                      <a:cubicBezTo>
                        <a:pt x="79635" y="66647"/>
                        <a:pt x="58023" y="140761"/>
                        <a:pt x="53113" y="153726"/>
                      </a:cubicBezTo>
                      <a:cubicBezTo>
                        <a:pt x="48207" y="166691"/>
                        <a:pt x="35800" y="181386"/>
                        <a:pt x="19088" y="175729"/>
                      </a:cubicBezTo>
                      <a:cubicBezTo>
                        <a:pt x="2376" y="170071"/>
                        <a:pt x="-3143" y="154904"/>
                        <a:pt x="1671" y="138900"/>
                      </a:cubicBezTo>
                      <a:close/>
                    </a:path>
                  </a:pathLst>
                </a:custGeom>
                <a:solidFill>
                  <a:schemeClr val="bg2">
                    <a:lumMod val="50000"/>
                  </a:schemeClr>
                </a:solidFill>
                <a:ln w="354" cap="flat">
                  <a:noFill/>
                  <a:prstDash val="solid"/>
                  <a:miter/>
                </a:ln>
              </p:spPr>
              <p:txBody>
                <a:bodyPr rtlCol="0" anchor="ctr"/>
                <a:lstStyle/>
                <a:p>
                  <a:endParaRPr lang="pt-BR"/>
                </a:p>
              </p:txBody>
            </p:sp>
            <p:grpSp>
              <p:nvGrpSpPr>
                <p:cNvPr id="164" name="Graphic 7">
                  <a:extLst>
                    <a:ext uri="{FF2B5EF4-FFF2-40B4-BE49-F238E27FC236}">
                      <a16:creationId xmlns:a16="http://schemas.microsoft.com/office/drawing/2014/main" id="{F819F6E9-FA2A-35CC-45DB-8D1644A6213A}"/>
                    </a:ext>
                  </a:extLst>
                </p:cNvPr>
                <p:cNvGrpSpPr/>
                <p:nvPr/>
              </p:nvGrpSpPr>
              <p:grpSpPr>
                <a:xfrm>
                  <a:off x="837619" y="2356369"/>
                  <a:ext cx="543874" cy="168852"/>
                  <a:chOff x="837619" y="2356369"/>
                  <a:chExt cx="543874" cy="168852"/>
                </a:xfrm>
              </p:grpSpPr>
              <p:sp>
                <p:nvSpPr>
                  <p:cNvPr id="166" name="Freeform: Shape 165">
                    <a:extLst>
                      <a:ext uri="{FF2B5EF4-FFF2-40B4-BE49-F238E27FC236}">
                        <a16:creationId xmlns:a16="http://schemas.microsoft.com/office/drawing/2014/main" id="{C91E4BE8-4781-A995-8AFF-8024F71FE4B3}"/>
                      </a:ext>
                    </a:extLst>
                  </p:cNvPr>
                  <p:cNvSpPr/>
                  <p:nvPr/>
                </p:nvSpPr>
                <p:spPr>
                  <a:xfrm>
                    <a:off x="837619" y="2356369"/>
                    <a:ext cx="103484" cy="80460"/>
                  </a:xfrm>
                  <a:custGeom>
                    <a:avLst/>
                    <a:gdLst>
                      <a:gd name="connsiteX0" fmla="*/ 336 w 103484"/>
                      <a:gd name="connsiteY0" fmla="*/ 47056 h 80460"/>
                      <a:gd name="connsiteX1" fmla="*/ 5563 w 103484"/>
                      <a:gd name="connsiteY1" fmla="*/ 20538 h 80460"/>
                      <a:gd name="connsiteX2" fmla="*/ 35461 w 103484"/>
                      <a:gd name="connsiteY2" fmla="*/ 485 h 80460"/>
                      <a:gd name="connsiteX3" fmla="*/ 82946 w 103484"/>
                      <a:gd name="connsiteY3" fmla="*/ 9846 h 80460"/>
                      <a:gd name="connsiteX4" fmla="*/ 102999 w 103484"/>
                      <a:gd name="connsiteY4" fmla="*/ 39744 h 80460"/>
                      <a:gd name="connsiteX5" fmla="*/ 97773 w 103484"/>
                      <a:gd name="connsiteY5" fmla="*/ 66262 h 80460"/>
                      <a:gd name="connsiteX6" fmla="*/ 77101 w 103484"/>
                      <a:gd name="connsiteY6" fmla="*/ 80124 h 80460"/>
                      <a:gd name="connsiteX7" fmla="*/ 14198 w 103484"/>
                      <a:gd name="connsiteY7" fmla="*/ 67725 h 80460"/>
                      <a:gd name="connsiteX8" fmla="*/ 336 w 103484"/>
                      <a:gd name="connsiteY8" fmla="*/ 47053 h 80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484" h="80460">
                        <a:moveTo>
                          <a:pt x="336" y="47056"/>
                        </a:moveTo>
                        <a:lnTo>
                          <a:pt x="5563" y="20538"/>
                        </a:lnTo>
                        <a:cubicBezTo>
                          <a:pt x="8281" y="6744"/>
                          <a:pt x="21670" y="-2233"/>
                          <a:pt x="35461" y="485"/>
                        </a:cubicBezTo>
                        <a:lnTo>
                          <a:pt x="82946" y="9846"/>
                        </a:lnTo>
                        <a:cubicBezTo>
                          <a:pt x="96741" y="12565"/>
                          <a:pt x="105718" y="25954"/>
                          <a:pt x="102999" y="39744"/>
                        </a:cubicBezTo>
                        <a:lnTo>
                          <a:pt x="97773" y="66262"/>
                        </a:lnTo>
                        <a:cubicBezTo>
                          <a:pt x="95894" y="75798"/>
                          <a:pt x="86640" y="82007"/>
                          <a:pt x="77101" y="80124"/>
                        </a:cubicBezTo>
                        <a:lnTo>
                          <a:pt x="14198" y="67725"/>
                        </a:lnTo>
                        <a:cubicBezTo>
                          <a:pt x="4663" y="65846"/>
                          <a:pt x="-1546" y="56592"/>
                          <a:pt x="336" y="47053"/>
                        </a:cubicBezTo>
                        <a:close/>
                      </a:path>
                    </a:pathLst>
                  </a:custGeom>
                  <a:solidFill>
                    <a:schemeClr val="bg2">
                      <a:lumMod val="50000"/>
                    </a:schemeClr>
                  </a:solidFill>
                  <a:ln w="354" cap="flat">
                    <a:noFill/>
                    <a:prstDash val="solid"/>
                    <a:miter/>
                  </a:ln>
                </p:spPr>
                <p:txBody>
                  <a:bodyPr rtlCol="0" anchor="ctr"/>
                  <a:lstStyle/>
                  <a:p>
                    <a:endParaRPr lang="pt-BR"/>
                  </a:p>
                </p:txBody>
              </p:sp>
              <p:sp>
                <p:nvSpPr>
                  <p:cNvPr id="167" name="Freeform: Shape 166">
                    <a:extLst>
                      <a:ext uri="{FF2B5EF4-FFF2-40B4-BE49-F238E27FC236}">
                        <a16:creationId xmlns:a16="http://schemas.microsoft.com/office/drawing/2014/main" id="{8FA62666-5A14-12C1-BD25-97205EB0EDD2}"/>
                      </a:ext>
                    </a:extLst>
                  </p:cNvPr>
                  <p:cNvSpPr/>
                  <p:nvPr/>
                </p:nvSpPr>
                <p:spPr>
                  <a:xfrm>
                    <a:off x="1277340" y="2442459"/>
                    <a:ext cx="104153" cy="82762"/>
                  </a:xfrm>
                  <a:custGeom>
                    <a:avLst/>
                    <a:gdLst>
                      <a:gd name="connsiteX0" fmla="*/ 96947 w 104153"/>
                      <a:gd name="connsiteY0" fmla="*/ 69364 h 82762"/>
                      <a:gd name="connsiteX1" fmla="*/ 103409 w 104153"/>
                      <a:gd name="connsiteY1" fmla="*/ 43121 h 82762"/>
                      <a:gd name="connsiteX2" fmla="*/ 84775 w 104153"/>
                      <a:gd name="connsiteY2" fmla="*/ 12315 h 82762"/>
                      <a:gd name="connsiteX3" fmla="*/ 37781 w 104153"/>
                      <a:gd name="connsiteY3" fmla="*/ 744 h 82762"/>
                      <a:gd name="connsiteX4" fmla="*/ 6976 w 104153"/>
                      <a:gd name="connsiteY4" fmla="*/ 19378 h 82762"/>
                      <a:gd name="connsiteX5" fmla="*/ 514 w 104153"/>
                      <a:gd name="connsiteY5" fmla="*/ 45622 h 82762"/>
                      <a:gd name="connsiteX6" fmla="*/ 13394 w 104153"/>
                      <a:gd name="connsiteY6" fmla="*/ 66920 h 82762"/>
                      <a:gd name="connsiteX7" fmla="*/ 75645 w 104153"/>
                      <a:gd name="connsiteY7" fmla="*/ 82248 h 82762"/>
                      <a:gd name="connsiteX8" fmla="*/ 96944 w 104153"/>
                      <a:gd name="connsiteY8" fmla="*/ 69368 h 8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53" h="82762">
                        <a:moveTo>
                          <a:pt x="96947" y="69364"/>
                        </a:moveTo>
                        <a:lnTo>
                          <a:pt x="103409" y="43121"/>
                        </a:lnTo>
                        <a:cubicBezTo>
                          <a:pt x="106771" y="29468"/>
                          <a:pt x="98427" y="15678"/>
                          <a:pt x="84775" y="12315"/>
                        </a:cubicBezTo>
                        <a:lnTo>
                          <a:pt x="37781" y="744"/>
                        </a:lnTo>
                        <a:cubicBezTo>
                          <a:pt x="24129" y="-2618"/>
                          <a:pt x="10338" y="5726"/>
                          <a:pt x="6976" y="19378"/>
                        </a:cubicBezTo>
                        <a:lnTo>
                          <a:pt x="514" y="45622"/>
                        </a:lnTo>
                        <a:cubicBezTo>
                          <a:pt x="-1809" y="55061"/>
                          <a:pt x="3958" y="64593"/>
                          <a:pt x="13394" y="66920"/>
                        </a:cubicBezTo>
                        <a:lnTo>
                          <a:pt x="75645" y="82248"/>
                        </a:lnTo>
                        <a:cubicBezTo>
                          <a:pt x="85085" y="84571"/>
                          <a:pt x="94617" y="78804"/>
                          <a:pt x="96944" y="69368"/>
                        </a:cubicBezTo>
                        <a:close/>
                      </a:path>
                    </a:pathLst>
                  </a:custGeom>
                  <a:solidFill>
                    <a:schemeClr val="bg2">
                      <a:lumMod val="50000"/>
                    </a:schemeClr>
                  </a:solidFill>
                  <a:ln w="354" cap="flat">
                    <a:noFill/>
                    <a:prstDash val="solid"/>
                    <a:miter/>
                  </a:ln>
                </p:spPr>
                <p:txBody>
                  <a:bodyPr rtlCol="0" anchor="ctr"/>
                  <a:lstStyle/>
                  <a:p>
                    <a:endParaRPr lang="pt-BR"/>
                  </a:p>
                </p:txBody>
              </p:sp>
            </p:grpSp>
          </p:grpSp>
        </p:grpSp>
        <p:sp>
          <p:nvSpPr>
            <p:cNvPr id="151" name="CaixaDeTexto 26">
              <a:extLst>
                <a:ext uri="{FF2B5EF4-FFF2-40B4-BE49-F238E27FC236}">
                  <a16:creationId xmlns:a16="http://schemas.microsoft.com/office/drawing/2014/main" id="{AFB60777-58CC-F1CB-BD87-0160857185D0}"/>
                </a:ext>
              </a:extLst>
            </p:cNvPr>
            <p:cNvSpPr txBox="1"/>
            <p:nvPr/>
          </p:nvSpPr>
          <p:spPr>
            <a:xfrm>
              <a:off x="4999469" y="3055160"/>
              <a:ext cx="2017797" cy="789960"/>
            </a:xfrm>
            <a:prstGeom prst="rect">
              <a:avLst/>
            </a:prstGeom>
            <a:noFill/>
          </p:spPr>
          <p:txBody>
            <a:bodyPr wrap="square" lIns="0" tIns="0" rIns="0" bIns="0" rtlCol="0" anchor="ctr">
              <a:spAutoFit/>
            </a:bodyPr>
            <a:lstStyle/>
            <a:p>
              <a:pPr marL="108000" marR="0" lvl="0" indent="-108000" defTabSz="91440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u="none" strike="noStrike" kern="0" cap="none" spc="0" normalizeH="0" baseline="0" noProof="0">
                  <a:ln>
                    <a:noFill/>
                  </a:ln>
                  <a:solidFill>
                    <a:schemeClr val="bg1"/>
                  </a:solidFill>
                  <a:effectLst/>
                  <a:uLnTx/>
                  <a:uFillTx/>
                  <a:latin typeface="Versos" panose="020B0503020204030204" pitchFamily="34" charset="77"/>
                </a:rPr>
                <a:t>Apresentação dos cases </a:t>
              </a:r>
            </a:p>
            <a:p>
              <a:pPr marL="108000" marR="0" lvl="0" indent="-108000" defTabSz="91440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u="none" strike="noStrike" kern="0" cap="none" spc="0" normalizeH="0" baseline="0" noProof="0">
                  <a:ln>
                    <a:noFill/>
                  </a:ln>
                  <a:solidFill>
                    <a:schemeClr val="bg1"/>
                  </a:solidFill>
                  <a:effectLst/>
                  <a:uLnTx/>
                  <a:uFillTx/>
                  <a:latin typeface="Versos" panose="020B0503020204030204" pitchFamily="34" charset="77"/>
                </a:rPr>
                <a:t>Aprovação da aquisição </a:t>
              </a:r>
              <a:br>
                <a:rPr kumimoji="0" lang="pt-BR" sz="1200" b="0" u="none" strike="noStrike" kern="0" cap="none" spc="0" normalizeH="0" baseline="0" noProof="0">
                  <a:ln>
                    <a:noFill/>
                  </a:ln>
                  <a:solidFill>
                    <a:schemeClr val="bg1"/>
                  </a:solidFill>
                  <a:effectLst/>
                  <a:uLnTx/>
                  <a:uFillTx/>
                  <a:latin typeface="Versos" panose="020B0503020204030204" pitchFamily="34" charset="77"/>
                </a:rPr>
              </a:br>
              <a:r>
                <a:rPr kumimoji="0" lang="pt-BR" sz="1200" b="0" u="none" strike="noStrike" kern="0" cap="none" spc="0" normalizeH="0" baseline="0" noProof="0">
                  <a:ln>
                    <a:noFill/>
                  </a:ln>
                  <a:solidFill>
                    <a:schemeClr val="bg1"/>
                  </a:solidFill>
                  <a:effectLst/>
                  <a:uLnTx/>
                  <a:uFillTx/>
                  <a:latin typeface="Versos" panose="020B0503020204030204" pitchFamily="34" charset="77"/>
                </a:rPr>
                <a:t>dos ativos e/ou </a:t>
              </a:r>
              <a:br>
                <a:rPr kumimoji="0" lang="pt-BR" sz="1200" b="0" u="none" strike="noStrike" kern="0" cap="none" spc="0" normalizeH="0" baseline="0" noProof="0">
                  <a:ln>
                    <a:noFill/>
                  </a:ln>
                  <a:solidFill>
                    <a:schemeClr val="bg1"/>
                  </a:solidFill>
                  <a:effectLst/>
                  <a:uLnTx/>
                  <a:uFillTx/>
                  <a:latin typeface="Versos" panose="020B0503020204030204" pitchFamily="34" charset="77"/>
                </a:rPr>
              </a:br>
              <a:r>
                <a:rPr kumimoji="0" lang="pt-BR" sz="1200" b="0" u="none" strike="noStrike" kern="0" cap="none" spc="0" normalizeH="0" baseline="0" noProof="0">
                  <a:ln>
                    <a:noFill/>
                  </a:ln>
                  <a:solidFill>
                    <a:schemeClr val="bg1"/>
                  </a:solidFill>
                  <a:effectLst/>
                  <a:uLnTx/>
                  <a:uFillTx/>
                  <a:latin typeface="Versos" panose="020B0503020204030204" pitchFamily="34" charset="77"/>
                </a:rPr>
                <a:t>desinvestimentos</a:t>
              </a:r>
            </a:p>
          </p:txBody>
        </p:sp>
      </p:grpSp>
      <p:grpSp>
        <p:nvGrpSpPr>
          <p:cNvPr id="182" name="Group 181">
            <a:extLst>
              <a:ext uri="{FF2B5EF4-FFF2-40B4-BE49-F238E27FC236}">
                <a16:creationId xmlns:a16="http://schemas.microsoft.com/office/drawing/2014/main" id="{3DDF33C2-2E26-BD78-B3D9-14A9EA78043E}"/>
              </a:ext>
            </a:extLst>
          </p:cNvPr>
          <p:cNvGrpSpPr/>
          <p:nvPr/>
        </p:nvGrpSpPr>
        <p:grpSpPr>
          <a:xfrm>
            <a:off x="369705" y="4981610"/>
            <a:ext cx="1820572" cy="1538457"/>
            <a:chOff x="369705" y="4981610"/>
            <a:chExt cx="1820572" cy="1538457"/>
          </a:xfrm>
        </p:grpSpPr>
        <p:sp>
          <p:nvSpPr>
            <p:cNvPr id="183" name="object 133">
              <a:extLst>
                <a:ext uri="{FF2B5EF4-FFF2-40B4-BE49-F238E27FC236}">
                  <a16:creationId xmlns:a16="http://schemas.microsoft.com/office/drawing/2014/main" id="{84641DD0-6D63-863B-B3A3-A3C52BA62E71}"/>
                </a:ext>
              </a:extLst>
            </p:cNvPr>
            <p:cNvSpPr txBox="1"/>
            <p:nvPr/>
          </p:nvSpPr>
          <p:spPr>
            <a:xfrm>
              <a:off x="369705" y="5403383"/>
              <a:ext cx="1079936" cy="476411"/>
            </a:xfrm>
            <a:prstGeom prst="rect">
              <a:avLst/>
            </a:prstGeom>
          </p:spPr>
          <p:txBody>
            <a:bodyPr vert="horz" wrap="square" lIns="0" tIns="14604" rIns="0" bIns="0" rtlCol="0">
              <a:spAutoFit/>
            </a:bodyPr>
            <a:lstStyle/>
            <a:p>
              <a:pPr marL="12700">
                <a:lnSpc>
                  <a:spcPct val="100000"/>
                </a:lnSpc>
                <a:spcBef>
                  <a:spcPts val="114"/>
                </a:spcBef>
              </a:pPr>
              <a:r>
                <a:rPr sz="3000" b="1" spc="45">
                  <a:solidFill>
                    <a:schemeClr val="bg2">
                      <a:lumMod val="90000"/>
                    </a:schemeClr>
                  </a:solidFill>
                  <a:latin typeface="Versos" panose="020B0503020204030204" pitchFamily="34" charset="0"/>
                  <a:cs typeface="Arial"/>
                </a:rPr>
                <a:t>01</a:t>
              </a:r>
              <a:endParaRPr sz="3000">
                <a:solidFill>
                  <a:schemeClr val="bg2">
                    <a:lumMod val="90000"/>
                  </a:schemeClr>
                </a:solidFill>
                <a:latin typeface="Versos" panose="020B0503020204030204" pitchFamily="34" charset="0"/>
                <a:cs typeface="Arial"/>
              </a:endParaRPr>
            </a:p>
          </p:txBody>
        </p:sp>
        <p:sp>
          <p:nvSpPr>
            <p:cNvPr id="184" name="CaixaDeTexto 23">
              <a:extLst>
                <a:ext uri="{FF2B5EF4-FFF2-40B4-BE49-F238E27FC236}">
                  <a16:creationId xmlns:a16="http://schemas.microsoft.com/office/drawing/2014/main" id="{3CFEE296-D705-95C2-FE83-0CA8AEB64D6C}"/>
                </a:ext>
              </a:extLst>
            </p:cNvPr>
            <p:cNvSpPr txBox="1"/>
            <p:nvPr/>
          </p:nvSpPr>
          <p:spPr>
            <a:xfrm>
              <a:off x="375042" y="5781403"/>
              <a:ext cx="1815235" cy="738664"/>
            </a:xfrm>
            <a:prstGeom prst="rect">
              <a:avLst/>
            </a:prstGeom>
            <a:noFill/>
          </p:spPr>
          <p:txBody>
            <a:bodyPr wrap="square" lIns="0" tIns="0" rIns="0" bIns="0" rtlCol="0" anchor="ctr">
              <a:spAutoFit/>
            </a:bodyPr>
            <a:lstStyle/>
            <a:p>
              <a:pPr>
                <a:buClrTx/>
                <a:defRPr/>
              </a:pPr>
              <a:r>
                <a:rPr kumimoji="0" lang="pt-BR" sz="1200" b="1" i="0" u="none" strike="noStrike" kern="0" cap="none" spc="0" normalizeH="0" baseline="0" noProof="0">
                  <a:ln>
                    <a:noFill/>
                  </a:ln>
                  <a:solidFill>
                    <a:schemeClr val="bg1"/>
                  </a:solidFill>
                  <a:effectLst/>
                  <a:uLnTx/>
                  <a:uFillTx/>
                  <a:latin typeface="Versos"/>
                </a:rPr>
                <a:t>Originação </a:t>
              </a:r>
              <a:r>
                <a:rPr lang="pt-BR" sz="1200" b="1">
                  <a:solidFill>
                    <a:schemeClr val="bg1"/>
                  </a:solidFill>
                  <a:latin typeface="Versos"/>
                </a:rPr>
                <a:t>das </a:t>
              </a:r>
              <a:r>
                <a:rPr kumimoji="0" lang="pt-BR" sz="1200" b="1" i="0" u="none" strike="noStrike" kern="0" cap="none" spc="0" normalizeH="0" baseline="0" noProof="0">
                  <a:ln>
                    <a:noFill/>
                  </a:ln>
                  <a:solidFill>
                    <a:schemeClr val="bg1"/>
                  </a:solidFill>
                  <a:effectLst/>
                  <a:uLnTx/>
                  <a:uFillTx/>
                  <a:latin typeface="Versos"/>
                </a:rPr>
                <a:t>oportunidades </a:t>
              </a:r>
              <a:r>
                <a:rPr lang="pt-BR" sz="1200" b="1">
                  <a:solidFill>
                    <a:schemeClr val="bg1"/>
                  </a:solidFill>
                  <a:latin typeface="Versos"/>
                </a:rPr>
                <a:t>(ofertas públicas e originação proprietária)</a:t>
              </a:r>
              <a:endParaRPr kumimoji="0" lang="pt-BR" sz="1200" b="1" i="0" u="none" strike="noStrike" kern="0" cap="none" spc="0" normalizeH="0" baseline="0" noProof="0">
                <a:ln>
                  <a:noFill/>
                </a:ln>
                <a:solidFill>
                  <a:schemeClr val="bg1"/>
                </a:solidFill>
                <a:effectLst/>
                <a:uLnTx/>
                <a:uFillTx/>
                <a:latin typeface="Versos" panose="020B0503020204030204" pitchFamily="34" charset="77"/>
              </a:endParaRPr>
            </a:p>
          </p:txBody>
        </p:sp>
        <p:grpSp>
          <p:nvGrpSpPr>
            <p:cNvPr id="185" name="Group 184">
              <a:extLst>
                <a:ext uri="{FF2B5EF4-FFF2-40B4-BE49-F238E27FC236}">
                  <a16:creationId xmlns:a16="http://schemas.microsoft.com/office/drawing/2014/main" id="{F6C410EE-D391-8518-53BB-49DDADA53FD2}"/>
                </a:ext>
              </a:extLst>
            </p:cNvPr>
            <p:cNvGrpSpPr/>
            <p:nvPr/>
          </p:nvGrpSpPr>
          <p:grpSpPr>
            <a:xfrm>
              <a:off x="471180" y="4981610"/>
              <a:ext cx="1560724" cy="564675"/>
              <a:chOff x="471180" y="2180228"/>
              <a:chExt cx="1560724" cy="564675"/>
            </a:xfrm>
          </p:grpSpPr>
          <p:sp>
            <p:nvSpPr>
              <p:cNvPr id="214" name="Freeform: Shape 213">
                <a:extLst>
                  <a:ext uri="{FF2B5EF4-FFF2-40B4-BE49-F238E27FC236}">
                    <a16:creationId xmlns:a16="http://schemas.microsoft.com/office/drawing/2014/main" id="{C7578298-74D2-3602-A543-7911D424E038}"/>
                  </a:ext>
                </a:extLst>
              </p:cNvPr>
              <p:cNvSpPr/>
              <p:nvPr/>
            </p:nvSpPr>
            <p:spPr>
              <a:xfrm rot="5400000">
                <a:off x="1051585" y="1675082"/>
                <a:ext cx="399914" cy="1560724"/>
              </a:xfrm>
              <a:custGeom>
                <a:avLst/>
                <a:gdLst>
                  <a:gd name="connsiteX0" fmla="*/ 199957 w 399914"/>
                  <a:gd name="connsiteY0" fmla="*/ 0 h 1560724"/>
                  <a:gd name="connsiteX1" fmla="*/ 0 w 399914"/>
                  <a:gd name="connsiteY1" fmla="*/ 780362 h 1560724"/>
                  <a:gd name="connsiteX2" fmla="*/ 199957 w 399914"/>
                  <a:gd name="connsiteY2" fmla="*/ 1560725 h 1560724"/>
                  <a:gd name="connsiteX3" fmla="*/ 399914 w 399914"/>
                  <a:gd name="connsiteY3" fmla="*/ 780362 h 1560724"/>
                  <a:gd name="connsiteX4" fmla="*/ 199957 w 399914"/>
                  <a:gd name="connsiteY4" fmla="*/ 0 h 1560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914" h="1560724">
                    <a:moveTo>
                      <a:pt x="199957" y="0"/>
                    </a:moveTo>
                    <a:cubicBezTo>
                      <a:pt x="149351" y="0"/>
                      <a:pt x="0" y="390197"/>
                      <a:pt x="0" y="780362"/>
                    </a:cubicBezTo>
                    <a:cubicBezTo>
                      <a:pt x="0" y="1170528"/>
                      <a:pt x="132241" y="1560725"/>
                      <a:pt x="199957" y="1560725"/>
                    </a:cubicBezTo>
                    <a:cubicBezTo>
                      <a:pt x="267673" y="1560725"/>
                      <a:pt x="399914" y="1171165"/>
                      <a:pt x="399914" y="780362"/>
                    </a:cubicBezTo>
                    <a:cubicBezTo>
                      <a:pt x="399914" y="389560"/>
                      <a:pt x="250563" y="0"/>
                      <a:pt x="199957" y="0"/>
                    </a:cubicBezTo>
                    <a:close/>
                  </a:path>
                </a:pathLst>
              </a:custGeom>
              <a:solidFill>
                <a:srgbClr val="759DB4"/>
              </a:solidFill>
              <a:ln w="354" cap="flat">
                <a:noFill/>
                <a:prstDash val="solid"/>
                <a:miter/>
              </a:ln>
            </p:spPr>
            <p:txBody>
              <a:bodyPr rtlCol="0" anchor="ctr"/>
              <a:lstStyle/>
              <a:p>
                <a:endParaRPr lang="pt-BR"/>
              </a:p>
            </p:txBody>
          </p:sp>
          <p:grpSp>
            <p:nvGrpSpPr>
              <p:cNvPr id="187" name="Graphic 7">
                <a:extLst>
                  <a:ext uri="{FF2B5EF4-FFF2-40B4-BE49-F238E27FC236}">
                    <a16:creationId xmlns:a16="http://schemas.microsoft.com/office/drawing/2014/main" id="{6190AD04-A48A-725F-CF9B-64774B2FD0DA}"/>
                  </a:ext>
                </a:extLst>
              </p:cNvPr>
              <p:cNvGrpSpPr/>
              <p:nvPr/>
            </p:nvGrpSpPr>
            <p:grpSpPr>
              <a:xfrm rot="5400000">
                <a:off x="858015" y="2273448"/>
                <a:ext cx="564675" cy="378236"/>
                <a:chOff x="816818" y="2264412"/>
                <a:chExt cx="564675" cy="378236"/>
              </a:xfrm>
            </p:grpSpPr>
            <p:grpSp>
              <p:nvGrpSpPr>
                <p:cNvPr id="188" name="Graphic 7">
                  <a:extLst>
                    <a:ext uri="{FF2B5EF4-FFF2-40B4-BE49-F238E27FC236}">
                      <a16:creationId xmlns:a16="http://schemas.microsoft.com/office/drawing/2014/main" id="{A1E3CAAA-1DAD-11DB-DAB7-E8265329DE8A}"/>
                    </a:ext>
                  </a:extLst>
                </p:cNvPr>
                <p:cNvGrpSpPr/>
                <p:nvPr/>
              </p:nvGrpSpPr>
              <p:grpSpPr>
                <a:xfrm>
                  <a:off x="818111" y="2500400"/>
                  <a:ext cx="201304" cy="114419"/>
                  <a:chOff x="818111" y="2500400"/>
                  <a:chExt cx="201304" cy="114419"/>
                </a:xfrm>
              </p:grpSpPr>
              <p:sp>
                <p:nvSpPr>
                  <p:cNvPr id="212" name="Freeform: Shape 211">
                    <a:extLst>
                      <a:ext uri="{FF2B5EF4-FFF2-40B4-BE49-F238E27FC236}">
                        <a16:creationId xmlns:a16="http://schemas.microsoft.com/office/drawing/2014/main" id="{79F08AD5-4A47-6DD2-151B-F94C527933F4}"/>
                      </a:ext>
                    </a:extLst>
                  </p:cNvPr>
                  <p:cNvSpPr/>
                  <p:nvPr/>
                </p:nvSpPr>
                <p:spPr>
                  <a:xfrm>
                    <a:off x="818111" y="2500400"/>
                    <a:ext cx="201304" cy="111509"/>
                  </a:xfrm>
                  <a:custGeom>
                    <a:avLst/>
                    <a:gdLst>
                      <a:gd name="connsiteX0" fmla="*/ 158351 w 201304"/>
                      <a:gd name="connsiteY0" fmla="*/ 108024 h 111509"/>
                      <a:gd name="connsiteX1" fmla="*/ 15888 w 201304"/>
                      <a:gd name="connsiteY1" fmla="*/ 49979 h 111509"/>
                      <a:gd name="connsiteX2" fmla="*/ 1627 w 201304"/>
                      <a:gd name="connsiteY2" fmla="*/ 16523 h 111509"/>
                      <a:gd name="connsiteX3" fmla="*/ 36119 w 201304"/>
                      <a:gd name="connsiteY3" fmla="*/ 1575 h 111509"/>
                      <a:gd name="connsiteX4" fmla="*/ 181194 w 201304"/>
                      <a:gd name="connsiteY4" fmla="*/ 59443 h 111509"/>
                      <a:gd name="connsiteX5" fmla="*/ 198663 w 201304"/>
                      <a:gd name="connsiteY5" fmla="*/ 96333 h 111509"/>
                      <a:gd name="connsiteX6" fmla="*/ 158351 w 201304"/>
                      <a:gd name="connsiteY6" fmla="*/ 108028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304" h="111509">
                        <a:moveTo>
                          <a:pt x="158351" y="108024"/>
                        </a:moveTo>
                        <a:lnTo>
                          <a:pt x="15888" y="49979"/>
                        </a:lnTo>
                        <a:cubicBezTo>
                          <a:pt x="2923" y="44467"/>
                          <a:pt x="-3162" y="29129"/>
                          <a:pt x="1627" y="16523"/>
                        </a:cubicBezTo>
                        <a:cubicBezTo>
                          <a:pt x="6417" y="3913"/>
                          <a:pt x="19115" y="-3402"/>
                          <a:pt x="36119" y="1575"/>
                        </a:cubicBezTo>
                        <a:cubicBezTo>
                          <a:pt x="53123" y="6553"/>
                          <a:pt x="181194" y="59443"/>
                          <a:pt x="181194" y="59443"/>
                        </a:cubicBezTo>
                        <a:cubicBezTo>
                          <a:pt x="195902" y="65114"/>
                          <a:pt x="206463" y="81247"/>
                          <a:pt x="198663" y="96333"/>
                        </a:cubicBezTo>
                        <a:cubicBezTo>
                          <a:pt x="190864" y="111419"/>
                          <a:pt x="178493" y="115137"/>
                          <a:pt x="158351" y="108028"/>
                        </a:cubicBezTo>
                        <a:close/>
                      </a:path>
                    </a:pathLst>
                  </a:custGeom>
                  <a:solidFill>
                    <a:schemeClr val="bg2">
                      <a:lumMod val="50000"/>
                    </a:schemeClr>
                  </a:solidFill>
                  <a:ln w="354" cap="flat">
                    <a:noFill/>
                    <a:prstDash val="solid"/>
                    <a:miter/>
                  </a:ln>
                </p:spPr>
                <p:txBody>
                  <a:bodyPr rtlCol="0" anchor="ctr"/>
                  <a:lstStyle/>
                  <a:p>
                    <a:endParaRPr lang="pt-BR"/>
                  </a:p>
                </p:txBody>
              </p:sp>
              <p:sp>
                <p:nvSpPr>
                  <p:cNvPr id="213" name="Freeform: Shape 212">
                    <a:extLst>
                      <a:ext uri="{FF2B5EF4-FFF2-40B4-BE49-F238E27FC236}">
                        <a16:creationId xmlns:a16="http://schemas.microsoft.com/office/drawing/2014/main" id="{6103551D-61CA-188F-2FB8-B119975A402A}"/>
                      </a:ext>
                    </a:extLst>
                  </p:cNvPr>
                  <p:cNvSpPr/>
                  <p:nvPr/>
                </p:nvSpPr>
                <p:spPr>
                  <a:xfrm>
                    <a:off x="893094" y="2518840"/>
                    <a:ext cx="125872" cy="95978"/>
                  </a:xfrm>
                  <a:custGeom>
                    <a:avLst/>
                    <a:gdLst>
                      <a:gd name="connsiteX0" fmla="*/ 21490 w 125872"/>
                      <a:gd name="connsiteY0" fmla="*/ 0 h 95978"/>
                      <a:gd name="connsiteX1" fmla="*/ 103606 w 125872"/>
                      <a:gd name="connsiteY1" fmla="*/ 38327 h 95978"/>
                      <a:gd name="connsiteX2" fmla="*/ 123463 w 125872"/>
                      <a:gd name="connsiteY2" fmla="*/ 80162 h 95978"/>
                      <a:gd name="connsiteX3" fmla="*/ 68026 w 125872"/>
                      <a:gd name="connsiteY3" fmla="*/ 91338 h 95978"/>
                      <a:gd name="connsiteX4" fmla="*/ 0 w 125872"/>
                      <a:gd name="connsiteY4" fmla="*/ 71449 h 95978"/>
                      <a:gd name="connsiteX5" fmla="*/ 21490 w 125872"/>
                      <a:gd name="connsiteY5" fmla="*/ 0 h 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872" h="95978">
                        <a:moveTo>
                          <a:pt x="21490" y="0"/>
                        </a:moveTo>
                        <a:cubicBezTo>
                          <a:pt x="21490" y="0"/>
                          <a:pt x="77038" y="20569"/>
                          <a:pt x="103606" y="38327"/>
                        </a:cubicBezTo>
                        <a:cubicBezTo>
                          <a:pt x="120521" y="49634"/>
                          <a:pt x="130818" y="63383"/>
                          <a:pt x="123463" y="80162"/>
                        </a:cubicBezTo>
                        <a:cubicBezTo>
                          <a:pt x="114209" y="102791"/>
                          <a:pt x="84133" y="95817"/>
                          <a:pt x="68026" y="91338"/>
                        </a:cubicBezTo>
                        <a:cubicBezTo>
                          <a:pt x="51919" y="86858"/>
                          <a:pt x="0" y="71449"/>
                          <a:pt x="0" y="71449"/>
                        </a:cubicBezTo>
                        <a:lnTo>
                          <a:pt x="21490" y="0"/>
                        </a:lnTo>
                        <a:close/>
                      </a:path>
                    </a:pathLst>
                  </a:custGeom>
                  <a:solidFill>
                    <a:srgbClr val="E6EDF1"/>
                  </a:solidFill>
                  <a:ln w="354" cap="flat">
                    <a:noFill/>
                    <a:prstDash val="solid"/>
                    <a:miter/>
                  </a:ln>
                </p:spPr>
                <p:txBody>
                  <a:bodyPr rtlCol="0" anchor="ctr"/>
                  <a:lstStyle/>
                  <a:p>
                    <a:endParaRPr lang="pt-BR"/>
                  </a:p>
                </p:txBody>
              </p:sp>
            </p:grpSp>
            <p:grpSp>
              <p:nvGrpSpPr>
                <p:cNvPr id="189" name="Graphic 7">
                  <a:extLst>
                    <a:ext uri="{FF2B5EF4-FFF2-40B4-BE49-F238E27FC236}">
                      <a16:creationId xmlns:a16="http://schemas.microsoft.com/office/drawing/2014/main" id="{2ADFEA04-F85D-CFAF-11DB-8C16852C8304}"/>
                    </a:ext>
                  </a:extLst>
                </p:cNvPr>
                <p:cNvGrpSpPr/>
                <p:nvPr/>
              </p:nvGrpSpPr>
              <p:grpSpPr>
                <a:xfrm>
                  <a:off x="1127086" y="2551364"/>
                  <a:ext cx="209276" cy="91048"/>
                  <a:chOff x="1127086" y="2551364"/>
                  <a:chExt cx="209276" cy="91048"/>
                </a:xfrm>
              </p:grpSpPr>
              <p:sp>
                <p:nvSpPr>
                  <p:cNvPr id="210" name="Freeform: Shape 209">
                    <a:extLst>
                      <a:ext uri="{FF2B5EF4-FFF2-40B4-BE49-F238E27FC236}">
                        <a16:creationId xmlns:a16="http://schemas.microsoft.com/office/drawing/2014/main" id="{CB2B4BA8-DED6-34D9-C17B-3F75960292B9}"/>
                      </a:ext>
                    </a:extLst>
                  </p:cNvPr>
                  <p:cNvSpPr/>
                  <p:nvPr/>
                </p:nvSpPr>
                <p:spPr>
                  <a:xfrm>
                    <a:off x="1128542" y="2551364"/>
                    <a:ext cx="207820" cy="91048"/>
                  </a:xfrm>
                  <a:custGeom>
                    <a:avLst/>
                    <a:gdLst>
                      <a:gd name="connsiteX0" fmla="*/ 26248 w 207820"/>
                      <a:gd name="connsiteY0" fmla="*/ 53872 h 91048"/>
                      <a:gd name="connsiteX1" fmla="*/ 175681 w 207820"/>
                      <a:gd name="connsiteY1" fmla="*/ 90413 h 91048"/>
                      <a:gd name="connsiteX2" fmla="*/ 206853 w 207820"/>
                      <a:gd name="connsiteY2" fmla="*/ 71676 h 91048"/>
                      <a:gd name="connsiteX3" fmla="*/ 187686 w 207820"/>
                      <a:gd name="connsiteY3" fmla="*/ 39341 h 91048"/>
                      <a:gd name="connsiteX4" fmla="*/ 36246 w 207820"/>
                      <a:gd name="connsiteY4" fmla="*/ 1124 h 91048"/>
                      <a:gd name="connsiteX5" fmla="*/ 459 w 207820"/>
                      <a:gd name="connsiteY5" fmla="*/ 20757 h 91048"/>
                      <a:gd name="connsiteX6" fmla="*/ 26251 w 207820"/>
                      <a:gd name="connsiteY6" fmla="*/ 53872 h 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820" h="91048">
                        <a:moveTo>
                          <a:pt x="26248" y="53872"/>
                        </a:moveTo>
                        <a:lnTo>
                          <a:pt x="175681" y="90413"/>
                        </a:lnTo>
                        <a:cubicBezTo>
                          <a:pt x="189418" y="93554"/>
                          <a:pt x="203337" y="84699"/>
                          <a:pt x="206853" y="71676"/>
                        </a:cubicBezTo>
                        <a:cubicBezTo>
                          <a:pt x="210368" y="58654"/>
                          <a:pt x="204376" y="45279"/>
                          <a:pt x="187686" y="39341"/>
                        </a:cubicBezTo>
                        <a:cubicBezTo>
                          <a:pt x="170995" y="33399"/>
                          <a:pt x="36246" y="1124"/>
                          <a:pt x="36246" y="1124"/>
                        </a:cubicBezTo>
                        <a:cubicBezTo>
                          <a:pt x="21007" y="-2907"/>
                          <a:pt x="2992" y="3964"/>
                          <a:pt x="459" y="20757"/>
                        </a:cubicBezTo>
                        <a:cubicBezTo>
                          <a:pt x="-2071" y="37551"/>
                          <a:pt x="5764" y="47816"/>
                          <a:pt x="26251" y="53872"/>
                        </a:cubicBezTo>
                        <a:close/>
                      </a:path>
                    </a:pathLst>
                  </a:custGeom>
                  <a:solidFill>
                    <a:schemeClr val="bg2">
                      <a:lumMod val="50000"/>
                    </a:schemeClr>
                  </a:solidFill>
                  <a:ln w="354" cap="flat">
                    <a:noFill/>
                    <a:prstDash val="solid"/>
                    <a:miter/>
                  </a:ln>
                </p:spPr>
                <p:txBody>
                  <a:bodyPr rtlCol="0" anchor="ctr"/>
                  <a:lstStyle/>
                  <a:p>
                    <a:endParaRPr lang="pt-BR"/>
                  </a:p>
                </p:txBody>
              </p:sp>
              <p:sp>
                <p:nvSpPr>
                  <p:cNvPr id="211" name="Freeform: Shape 210">
                    <a:extLst>
                      <a:ext uri="{FF2B5EF4-FFF2-40B4-BE49-F238E27FC236}">
                        <a16:creationId xmlns:a16="http://schemas.microsoft.com/office/drawing/2014/main" id="{387C42D2-AB3B-A135-C698-968D41FE9101}"/>
                      </a:ext>
                    </a:extLst>
                  </p:cNvPr>
                  <p:cNvSpPr/>
                  <p:nvPr/>
                </p:nvSpPr>
                <p:spPr>
                  <a:xfrm>
                    <a:off x="1127086" y="2551665"/>
                    <a:ext cx="130167" cy="86468"/>
                  </a:xfrm>
                  <a:custGeom>
                    <a:avLst/>
                    <a:gdLst>
                      <a:gd name="connsiteX0" fmla="*/ 130168 w 130167"/>
                      <a:gd name="connsiteY0" fmla="*/ 15650 h 86468"/>
                      <a:gd name="connsiteX1" fmla="*/ 40908 w 130167"/>
                      <a:gd name="connsiteY1" fmla="*/ 23 h 86468"/>
                      <a:gd name="connsiteX2" fmla="*/ 663 w 130167"/>
                      <a:gd name="connsiteY2" fmla="*/ 22936 h 86468"/>
                      <a:gd name="connsiteX3" fmla="*/ 39698 w 130167"/>
                      <a:gd name="connsiteY3" fmla="*/ 63854 h 86468"/>
                      <a:gd name="connsiteX4" fmla="*/ 109987 w 130167"/>
                      <a:gd name="connsiteY4" fmla="*/ 86468 h 86468"/>
                      <a:gd name="connsiteX5" fmla="*/ 130168 w 130167"/>
                      <a:gd name="connsiteY5" fmla="*/ 15650 h 8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167" h="86468">
                        <a:moveTo>
                          <a:pt x="130168" y="15650"/>
                        </a:moveTo>
                        <a:cubicBezTo>
                          <a:pt x="130168" y="15650"/>
                          <a:pt x="72855" y="685"/>
                          <a:pt x="40908" y="23"/>
                        </a:cubicBezTo>
                        <a:cubicBezTo>
                          <a:pt x="20563" y="-401"/>
                          <a:pt x="4250" y="4972"/>
                          <a:pt x="663" y="22936"/>
                        </a:cubicBezTo>
                        <a:cubicBezTo>
                          <a:pt x="-4716" y="46782"/>
                          <a:pt x="23929" y="58300"/>
                          <a:pt x="39698" y="63854"/>
                        </a:cubicBezTo>
                        <a:cubicBezTo>
                          <a:pt x="55467" y="69408"/>
                          <a:pt x="109987" y="86468"/>
                          <a:pt x="109987" y="86468"/>
                        </a:cubicBezTo>
                        <a:lnTo>
                          <a:pt x="130168" y="15650"/>
                        </a:lnTo>
                        <a:close/>
                      </a:path>
                    </a:pathLst>
                  </a:custGeom>
                  <a:solidFill>
                    <a:srgbClr val="E6EDF1"/>
                  </a:solidFill>
                  <a:ln w="354" cap="flat">
                    <a:noFill/>
                    <a:prstDash val="solid"/>
                    <a:miter/>
                  </a:ln>
                </p:spPr>
                <p:txBody>
                  <a:bodyPr rtlCol="0" anchor="ctr"/>
                  <a:lstStyle/>
                  <a:p>
                    <a:endParaRPr lang="pt-BR"/>
                  </a:p>
                </p:txBody>
              </p:sp>
            </p:grpSp>
            <p:sp>
              <p:nvSpPr>
                <p:cNvPr id="190" name="Freeform: Shape 189">
                  <a:extLst>
                    <a:ext uri="{FF2B5EF4-FFF2-40B4-BE49-F238E27FC236}">
                      <a16:creationId xmlns:a16="http://schemas.microsoft.com/office/drawing/2014/main" id="{30462C92-5A8B-9907-0DD2-F3F8AFB85F3A}"/>
                    </a:ext>
                  </a:extLst>
                </p:cNvPr>
                <p:cNvSpPr/>
                <p:nvPr/>
              </p:nvSpPr>
              <p:spPr>
                <a:xfrm>
                  <a:off x="1285211" y="2460365"/>
                  <a:ext cx="67830" cy="182283"/>
                </a:xfrm>
                <a:custGeom>
                  <a:avLst/>
                  <a:gdLst>
                    <a:gd name="connsiteX0" fmla="*/ 53280 w 67830"/>
                    <a:gd name="connsiteY0" fmla="*/ 153684 h 182283"/>
                    <a:gd name="connsiteX1" fmla="*/ 67733 w 67830"/>
                    <a:gd name="connsiteY1" fmla="*/ 40553 h 182283"/>
                    <a:gd name="connsiteX2" fmla="*/ 45378 w 67830"/>
                    <a:gd name="connsiteY2" fmla="*/ 607 h 182283"/>
                    <a:gd name="connsiteX3" fmla="*/ 10079 w 67830"/>
                    <a:gd name="connsiteY3" fmla="*/ 35885 h 182283"/>
                    <a:gd name="connsiteX4" fmla="*/ 13 w 67830"/>
                    <a:gd name="connsiteY4" fmla="*/ 148297 h 182283"/>
                    <a:gd name="connsiteX5" fmla="*/ 23428 w 67830"/>
                    <a:gd name="connsiteY5" fmla="*/ 182013 h 182283"/>
                    <a:gd name="connsiteX6" fmla="*/ 53276 w 67830"/>
                    <a:gd name="connsiteY6" fmla="*/ 153684 h 182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30" h="182283">
                      <a:moveTo>
                        <a:pt x="53280" y="153684"/>
                      </a:moveTo>
                      <a:cubicBezTo>
                        <a:pt x="53280" y="153684"/>
                        <a:pt x="66872" y="61823"/>
                        <a:pt x="67733" y="40553"/>
                      </a:cubicBezTo>
                      <a:cubicBezTo>
                        <a:pt x="68594" y="19279"/>
                        <a:pt x="64011" y="4151"/>
                        <a:pt x="45378" y="607"/>
                      </a:cubicBezTo>
                      <a:cubicBezTo>
                        <a:pt x="26744" y="-2937"/>
                        <a:pt x="13800" y="9064"/>
                        <a:pt x="10079" y="35885"/>
                      </a:cubicBezTo>
                      <a:cubicBezTo>
                        <a:pt x="6360" y="62705"/>
                        <a:pt x="283" y="134438"/>
                        <a:pt x="13" y="148297"/>
                      </a:cubicBezTo>
                      <a:cubicBezTo>
                        <a:pt x="-258" y="162159"/>
                        <a:pt x="3614" y="179597"/>
                        <a:pt x="23428" y="182013"/>
                      </a:cubicBezTo>
                      <a:cubicBezTo>
                        <a:pt x="43243" y="184428"/>
                        <a:pt x="51789" y="170328"/>
                        <a:pt x="53276" y="153684"/>
                      </a:cubicBezTo>
                      <a:close/>
                    </a:path>
                  </a:pathLst>
                </a:custGeom>
                <a:solidFill>
                  <a:schemeClr val="bg2">
                    <a:lumMod val="50000"/>
                  </a:schemeClr>
                </a:solidFill>
                <a:ln w="354" cap="flat">
                  <a:noFill/>
                  <a:prstDash val="solid"/>
                  <a:miter/>
                </a:ln>
              </p:spPr>
              <p:txBody>
                <a:bodyPr rtlCol="0" anchor="ctr"/>
                <a:lstStyle/>
                <a:p>
                  <a:endParaRPr lang="pt-BR"/>
                </a:p>
              </p:txBody>
            </p:sp>
            <p:grpSp>
              <p:nvGrpSpPr>
                <p:cNvPr id="191" name="Graphic 7">
                  <a:extLst>
                    <a:ext uri="{FF2B5EF4-FFF2-40B4-BE49-F238E27FC236}">
                      <a16:creationId xmlns:a16="http://schemas.microsoft.com/office/drawing/2014/main" id="{44921F3E-12D6-30CD-BDC1-C6AF78ED4CA1}"/>
                    </a:ext>
                  </a:extLst>
                </p:cNvPr>
                <p:cNvGrpSpPr/>
                <p:nvPr/>
              </p:nvGrpSpPr>
              <p:grpSpPr>
                <a:xfrm>
                  <a:off x="1088156" y="2264412"/>
                  <a:ext cx="72372" cy="207051"/>
                  <a:chOff x="1088156" y="2264412"/>
                  <a:chExt cx="72372" cy="207051"/>
                </a:xfrm>
                <a:solidFill>
                  <a:srgbClr val="ABDAEF"/>
                </a:solidFill>
              </p:grpSpPr>
              <p:sp>
                <p:nvSpPr>
                  <p:cNvPr id="208" name="Freeform: Shape 207">
                    <a:extLst>
                      <a:ext uri="{FF2B5EF4-FFF2-40B4-BE49-F238E27FC236}">
                        <a16:creationId xmlns:a16="http://schemas.microsoft.com/office/drawing/2014/main" id="{8DAE8380-1B7D-FA1B-3010-2075A3111ECD}"/>
                      </a:ext>
                    </a:extLst>
                  </p:cNvPr>
                  <p:cNvSpPr/>
                  <p:nvPr/>
                </p:nvSpPr>
                <p:spPr>
                  <a:xfrm>
                    <a:off x="1107920" y="2321961"/>
                    <a:ext cx="52608" cy="149501"/>
                  </a:xfrm>
                  <a:custGeom>
                    <a:avLst/>
                    <a:gdLst>
                      <a:gd name="connsiteX0" fmla="*/ 20537 w 52608"/>
                      <a:gd name="connsiteY0" fmla="*/ 13 h 149501"/>
                      <a:gd name="connsiteX1" fmla="*/ 35363 w 52608"/>
                      <a:gd name="connsiteY1" fmla="*/ 13673 h 149501"/>
                      <a:gd name="connsiteX2" fmla="*/ 52445 w 52608"/>
                      <a:gd name="connsiteY2" fmla="*/ 120296 h 149501"/>
                      <a:gd name="connsiteX3" fmla="*/ 27305 w 52608"/>
                      <a:gd name="connsiteY3" fmla="*/ 149482 h 149501"/>
                      <a:gd name="connsiteX4" fmla="*/ 25 w 52608"/>
                      <a:gd name="connsiteY4" fmla="*/ 122061 h 149501"/>
                      <a:gd name="connsiteX5" fmla="*/ 5519 w 52608"/>
                      <a:gd name="connsiteY5" fmla="*/ 14961 h 149501"/>
                      <a:gd name="connsiteX6" fmla="*/ 20537 w 52608"/>
                      <a:gd name="connsiteY6" fmla="*/ 17 h 14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08" h="149501">
                        <a:moveTo>
                          <a:pt x="20537" y="13"/>
                        </a:moveTo>
                        <a:cubicBezTo>
                          <a:pt x="29027" y="-310"/>
                          <a:pt x="34182" y="5258"/>
                          <a:pt x="35363" y="13673"/>
                        </a:cubicBezTo>
                        <a:lnTo>
                          <a:pt x="52445" y="120296"/>
                        </a:lnTo>
                        <a:cubicBezTo>
                          <a:pt x="54128" y="135478"/>
                          <a:pt x="42568" y="148899"/>
                          <a:pt x="27305" y="149482"/>
                        </a:cubicBezTo>
                        <a:cubicBezTo>
                          <a:pt x="11945" y="150066"/>
                          <a:pt x="-640" y="137413"/>
                          <a:pt x="25" y="122061"/>
                        </a:cubicBezTo>
                        <a:lnTo>
                          <a:pt x="5519" y="14961"/>
                        </a:lnTo>
                        <a:cubicBezTo>
                          <a:pt x="5892" y="6347"/>
                          <a:pt x="11920" y="348"/>
                          <a:pt x="20537" y="17"/>
                        </a:cubicBezTo>
                        <a:close/>
                      </a:path>
                    </a:pathLst>
                  </a:custGeom>
                  <a:solidFill>
                    <a:schemeClr val="bg2">
                      <a:lumMod val="50000"/>
                    </a:schemeClr>
                  </a:solidFill>
                  <a:ln w="354" cap="flat">
                    <a:noFill/>
                    <a:prstDash val="solid"/>
                    <a:miter/>
                  </a:ln>
                </p:spPr>
                <p:txBody>
                  <a:bodyPr rtlCol="0" anchor="ctr"/>
                  <a:lstStyle/>
                  <a:p>
                    <a:endParaRPr lang="pt-BR"/>
                  </a:p>
                </p:txBody>
              </p:sp>
              <p:sp>
                <p:nvSpPr>
                  <p:cNvPr id="209" name="Freeform: Shape 208">
                    <a:extLst>
                      <a:ext uri="{FF2B5EF4-FFF2-40B4-BE49-F238E27FC236}">
                        <a16:creationId xmlns:a16="http://schemas.microsoft.com/office/drawing/2014/main" id="{5284C8A9-6EBB-C3F8-E7D4-4913FB7C2DB6}"/>
                      </a:ext>
                    </a:extLst>
                  </p:cNvPr>
                  <p:cNvSpPr/>
                  <p:nvPr/>
                </p:nvSpPr>
                <p:spPr>
                  <a:xfrm>
                    <a:off x="1088156" y="2264412"/>
                    <a:ext cx="71744" cy="87008"/>
                  </a:xfrm>
                  <a:custGeom>
                    <a:avLst/>
                    <a:gdLst>
                      <a:gd name="connsiteX0" fmla="*/ 5397 w 71744"/>
                      <a:gd name="connsiteY0" fmla="*/ 61943 h 87008"/>
                      <a:gd name="connsiteX1" fmla="*/ 41550 w 71744"/>
                      <a:gd name="connsiteY1" fmla="*/ 85881 h 87008"/>
                      <a:gd name="connsiteX2" fmla="*/ 51801 w 71744"/>
                      <a:gd name="connsiteY2" fmla="*/ 82000 h 87008"/>
                      <a:gd name="connsiteX3" fmla="*/ 71498 w 71744"/>
                      <a:gd name="connsiteY3" fmla="*/ 8530 h 87008"/>
                      <a:gd name="connsiteX4" fmla="*/ 60998 w 71744"/>
                      <a:gd name="connsiteY4" fmla="*/ 1322 h 87008"/>
                      <a:gd name="connsiteX5" fmla="*/ 4952 w 71744"/>
                      <a:gd name="connsiteY5" fmla="*/ 42160 h 87008"/>
                      <a:gd name="connsiteX6" fmla="*/ 5397 w 71744"/>
                      <a:gd name="connsiteY6" fmla="*/ 61939 h 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44" h="87008">
                        <a:moveTo>
                          <a:pt x="5397" y="61943"/>
                        </a:moveTo>
                        <a:lnTo>
                          <a:pt x="41550" y="85881"/>
                        </a:lnTo>
                        <a:cubicBezTo>
                          <a:pt x="45396" y="88429"/>
                          <a:pt x="50609" y="86454"/>
                          <a:pt x="51801" y="82000"/>
                        </a:cubicBezTo>
                        <a:lnTo>
                          <a:pt x="71498" y="8530"/>
                        </a:lnTo>
                        <a:cubicBezTo>
                          <a:pt x="73149" y="2378"/>
                          <a:pt x="66147" y="-2429"/>
                          <a:pt x="60998" y="1322"/>
                        </a:cubicBezTo>
                        <a:lnTo>
                          <a:pt x="4952" y="42160"/>
                        </a:lnTo>
                        <a:cubicBezTo>
                          <a:pt x="-1836" y="47106"/>
                          <a:pt x="-1605" y="57303"/>
                          <a:pt x="5397" y="61939"/>
                        </a:cubicBezTo>
                        <a:close/>
                      </a:path>
                    </a:pathLst>
                  </a:custGeom>
                  <a:solidFill>
                    <a:schemeClr val="bg2">
                      <a:lumMod val="50000"/>
                    </a:schemeClr>
                  </a:solidFill>
                  <a:ln w="354" cap="flat">
                    <a:noFill/>
                    <a:prstDash val="solid"/>
                    <a:miter/>
                  </a:ln>
                </p:spPr>
                <p:txBody>
                  <a:bodyPr rtlCol="0" anchor="ctr"/>
                  <a:lstStyle/>
                  <a:p>
                    <a:endParaRPr lang="pt-BR"/>
                  </a:p>
                </p:txBody>
              </p:sp>
            </p:grpSp>
            <p:grpSp>
              <p:nvGrpSpPr>
                <p:cNvPr id="192" name="Graphic 7">
                  <a:extLst>
                    <a:ext uri="{FF2B5EF4-FFF2-40B4-BE49-F238E27FC236}">
                      <a16:creationId xmlns:a16="http://schemas.microsoft.com/office/drawing/2014/main" id="{341281E9-C527-BFB4-DD2F-409A13E70D68}"/>
                    </a:ext>
                  </a:extLst>
                </p:cNvPr>
                <p:cNvGrpSpPr/>
                <p:nvPr/>
              </p:nvGrpSpPr>
              <p:grpSpPr>
                <a:xfrm>
                  <a:off x="991941" y="2267319"/>
                  <a:ext cx="76641" cy="204647"/>
                  <a:chOff x="991941" y="2267319"/>
                  <a:chExt cx="76641" cy="204647"/>
                </a:xfrm>
                <a:solidFill>
                  <a:srgbClr val="ABDAEF"/>
                </a:solidFill>
              </p:grpSpPr>
              <p:sp>
                <p:nvSpPr>
                  <p:cNvPr id="206" name="Freeform: Shape 205">
                    <a:extLst>
                      <a:ext uri="{FF2B5EF4-FFF2-40B4-BE49-F238E27FC236}">
                        <a16:creationId xmlns:a16="http://schemas.microsoft.com/office/drawing/2014/main" id="{A6E5B7D3-CC91-77CB-FED1-4AEE2DFEF673}"/>
                      </a:ext>
                    </a:extLst>
                  </p:cNvPr>
                  <p:cNvSpPr/>
                  <p:nvPr/>
                </p:nvSpPr>
                <p:spPr>
                  <a:xfrm>
                    <a:off x="991941" y="2322943"/>
                    <a:ext cx="53534" cy="149023"/>
                  </a:xfrm>
                  <a:custGeom>
                    <a:avLst/>
                    <a:gdLst>
                      <a:gd name="connsiteX0" fmla="*/ 39432 w 53534"/>
                      <a:gd name="connsiteY0" fmla="*/ 103 h 149023"/>
                      <a:gd name="connsiteX1" fmla="*/ 24047 w 53534"/>
                      <a:gd name="connsiteY1" fmla="*/ 11816 h 149023"/>
                      <a:gd name="connsiteX2" fmla="*/ 386 w 53534"/>
                      <a:gd name="connsiteY2" fmla="*/ 118261 h 149023"/>
                      <a:gd name="connsiteX3" fmla="*/ 23741 w 53534"/>
                      <a:gd name="connsiteY3" fmla="*/ 148896 h 149023"/>
                      <a:gd name="connsiteX4" fmla="*/ 52611 w 53534"/>
                      <a:gd name="connsiteY4" fmla="*/ 123153 h 149023"/>
                      <a:gd name="connsiteX5" fmla="*/ 53532 w 53534"/>
                      <a:gd name="connsiteY5" fmla="*/ 14587 h 149023"/>
                      <a:gd name="connsiteX6" fmla="*/ 39428 w 53534"/>
                      <a:gd name="connsiteY6" fmla="*/ 103 h 14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34" h="149023">
                        <a:moveTo>
                          <a:pt x="39432" y="103"/>
                        </a:moveTo>
                        <a:cubicBezTo>
                          <a:pt x="30974" y="-726"/>
                          <a:pt x="25730" y="3486"/>
                          <a:pt x="24047" y="11816"/>
                        </a:cubicBezTo>
                        <a:lnTo>
                          <a:pt x="386" y="118261"/>
                        </a:lnTo>
                        <a:cubicBezTo>
                          <a:pt x="-2204" y="133319"/>
                          <a:pt x="8534" y="147405"/>
                          <a:pt x="23741" y="148896"/>
                        </a:cubicBezTo>
                        <a:cubicBezTo>
                          <a:pt x="39037" y="150397"/>
                          <a:pt x="52358" y="138520"/>
                          <a:pt x="52611" y="123153"/>
                        </a:cubicBezTo>
                        <a:lnTo>
                          <a:pt x="53532" y="14587"/>
                        </a:lnTo>
                        <a:cubicBezTo>
                          <a:pt x="53675" y="5966"/>
                          <a:pt x="48010" y="946"/>
                          <a:pt x="39428" y="103"/>
                        </a:cubicBezTo>
                        <a:close/>
                      </a:path>
                    </a:pathLst>
                  </a:custGeom>
                  <a:solidFill>
                    <a:schemeClr val="bg2">
                      <a:lumMod val="50000"/>
                    </a:schemeClr>
                  </a:solidFill>
                  <a:ln w="354" cap="flat">
                    <a:noFill/>
                    <a:prstDash val="solid"/>
                    <a:miter/>
                  </a:ln>
                </p:spPr>
                <p:txBody>
                  <a:bodyPr rtlCol="0" anchor="ctr"/>
                  <a:lstStyle/>
                  <a:p>
                    <a:endParaRPr lang="pt-BR"/>
                  </a:p>
                </p:txBody>
              </p:sp>
              <p:sp>
                <p:nvSpPr>
                  <p:cNvPr id="207" name="Freeform: Shape 206">
                    <a:extLst>
                      <a:ext uri="{FF2B5EF4-FFF2-40B4-BE49-F238E27FC236}">
                        <a16:creationId xmlns:a16="http://schemas.microsoft.com/office/drawing/2014/main" id="{C4D6149E-1414-2274-DDEB-675056E786DE}"/>
                      </a:ext>
                    </a:extLst>
                  </p:cNvPr>
                  <p:cNvSpPr/>
                  <p:nvPr/>
                </p:nvSpPr>
                <p:spPr>
                  <a:xfrm>
                    <a:off x="991944" y="2267319"/>
                    <a:ext cx="76638" cy="84222"/>
                  </a:xfrm>
                  <a:custGeom>
                    <a:avLst/>
                    <a:gdLst>
                      <a:gd name="connsiteX0" fmla="*/ 72366 w 76638"/>
                      <a:gd name="connsiteY0" fmla="*/ 54645 h 84222"/>
                      <a:gd name="connsiteX1" fmla="*/ 39240 w 76638"/>
                      <a:gd name="connsiteY1" fmla="*/ 82625 h 84222"/>
                      <a:gd name="connsiteX2" fmla="*/ 28605 w 76638"/>
                      <a:gd name="connsiteY2" fmla="*/ 79960 h 84222"/>
                      <a:gd name="connsiteX3" fmla="*/ 501 w 76638"/>
                      <a:gd name="connsiteY3" fmla="*/ 9277 h 84222"/>
                      <a:gd name="connsiteX4" fmla="*/ 10093 w 76638"/>
                      <a:gd name="connsiteY4" fmla="*/ 898 h 84222"/>
                      <a:gd name="connsiteX5" fmla="*/ 70505 w 76638"/>
                      <a:gd name="connsiteY5" fmla="*/ 34944 h 84222"/>
                      <a:gd name="connsiteX6" fmla="*/ 72366 w 76638"/>
                      <a:gd name="connsiteY6" fmla="*/ 54641 h 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38" h="84222">
                        <a:moveTo>
                          <a:pt x="72366" y="54645"/>
                        </a:moveTo>
                        <a:lnTo>
                          <a:pt x="39240" y="82625"/>
                        </a:lnTo>
                        <a:cubicBezTo>
                          <a:pt x="35718" y="85603"/>
                          <a:pt x="30310" y="84248"/>
                          <a:pt x="28605" y="79960"/>
                        </a:cubicBezTo>
                        <a:lnTo>
                          <a:pt x="501" y="9277"/>
                        </a:lnTo>
                        <a:cubicBezTo>
                          <a:pt x="-1851" y="3360"/>
                          <a:pt x="4543" y="-2230"/>
                          <a:pt x="10093" y="898"/>
                        </a:cubicBezTo>
                        <a:lnTo>
                          <a:pt x="70505" y="34944"/>
                        </a:lnTo>
                        <a:cubicBezTo>
                          <a:pt x="77820" y="39068"/>
                          <a:pt x="78781" y="49223"/>
                          <a:pt x="72366" y="54641"/>
                        </a:cubicBezTo>
                        <a:close/>
                      </a:path>
                    </a:pathLst>
                  </a:custGeom>
                  <a:solidFill>
                    <a:schemeClr val="bg2">
                      <a:lumMod val="50000"/>
                    </a:schemeClr>
                  </a:solidFill>
                  <a:ln w="354" cap="flat">
                    <a:noFill/>
                    <a:prstDash val="solid"/>
                    <a:miter/>
                  </a:ln>
                </p:spPr>
                <p:txBody>
                  <a:bodyPr rtlCol="0" anchor="ctr"/>
                  <a:lstStyle/>
                  <a:p>
                    <a:endParaRPr lang="pt-BR"/>
                  </a:p>
                </p:txBody>
              </p:sp>
            </p:grpSp>
            <p:grpSp>
              <p:nvGrpSpPr>
                <p:cNvPr id="193" name="Graphic 7">
                  <a:extLst>
                    <a:ext uri="{FF2B5EF4-FFF2-40B4-BE49-F238E27FC236}">
                      <a16:creationId xmlns:a16="http://schemas.microsoft.com/office/drawing/2014/main" id="{B0B01A03-48DE-7B8B-F6CD-1A455648A857}"/>
                    </a:ext>
                  </a:extLst>
                </p:cNvPr>
                <p:cNvGrpSpPr/>
                <p:nvPr/>
              </p:nvGrpSpPr>
              <p:grpSpPr>
                <a:xfrm>
                  <a:off x="1086024" y="2424017"/>
                  <a:ext cx="82733" cy="141150"/>
                  <a:chOff x="1086024" y="2424017"/>
                  <a:chExt cx="82733" cy="141150"/>
                </a:xfrm>
                <a:solidFill>
                  <a:srgbClr val="E6EDF1"/>
                </a:solidFill>
              </p:grpSpPr>
              <p:sp>
                <p:nvSpPr>
                  <p:cNvPr id="204" name="Freeform: Shape 203">
                    <a:extLst>
                      <a:ext uri="{FF2B5EF4-FFF2-40B4-BE49-F238E27FC236}">
                        <a16:creationId xmlns:a16="http://schemas.microsoft.com/office/drawing/2014/main" id="{E65D1F9C-381A-E235-E49C-7CBA7766A713}"/>
                      </a:ext>
                    </a:extLst>
                  </p:cNvPr>
                  <p:cNvSpPr/>
                  <p:nvPr/>
                </p:nvSpPr>
                <p:spPr>
                  <a:xfrm>
                    <a:off x="1101407" y="2424017"/>
                    <a:ext cx="59995" cy="115294"/>
                  </a:xfrm>
                  <a:custGeom>
                    <a:avLst/>
                    <a:gdLst>
                      <a:gd name="connsiteX0" fmla="*/ 23748 w 59995"/>
                      <a:gd name="connsiteY0" fmla="*/ 115136 h 115294"/>
                      <a:gd name="connsiteX1" fmla="*/ 53091 w 59995"/>
                      <a:gd name="connsiteY1" fmla="*/ 91546 h 115294"/>
                      <a:gd name="connsiteX2" fmla="*/ 59837 w 59995"/>
                      <a:gd name="connsiteY2" fmla="*/ 29501 h 115294"/>
                      <a:gd name="connsiteX3" fmla="*/ 36247 w 59995"/>
                      <a:gd name="connsiteY3" fmla="*/ 158 h 115294"/>
                      <a:gd name="connsiteX4" fmla="*/ 6904 w 59995"/>
                      <a:gd name="connsiteY4" fmla="*/ 23748 h 115294"/>
                      <a:gd name="connsiteX5" fmla="*/ 158 w 59995"/>
                      <a:gd name="connsiteY5" fmla="*/ 85793 h 115294"/>
                      <a:gd name="connsiteX6" fmla="*/ 23748 w 59995"/>
                      <a:gd name="connsiteY6" fmla="*/ 115136 h 11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95" h="115294">
                        <a:moveTo>
                          <a:pt x="23748" y="115136"/>
                        </a:moveTo>
                        <a:cubicBezTo>
                          <a:pt x="38364" y="116726"/>
                          <a:pt x="51501" y="106163"/>
                          <a:pt x="53091" y="91546"/>
                        </a:cubicBezTo>
                        <a:lnTo>
                          <a:pt x="59837" y="29501"/>
                        </a:lnTo>
                        <a:cubicBezTo>
                          <a:pt x="61428" y="14885"/>
                          <a:pt x="50864" y="1749"/>
                          <a:pt x="36247" y="158"/>
                        </a:cubicBezTo>
                        <a:cubicBezTo>
                          <a:pt x="21631" y="-1432"/>
                          <a:pt x="8495" y="9132"/>
                          <a:pt x="6904" y="23748"/>
                        </a:cubicBezTo>
                        <a:lnTo>
                          <a:pt x="158" y="85793"/>
                        </a:lnTo>
                        <a:cubicBezTo>
                          <a:pt x="-1432" y="100409"/>
                          <a:pt x="9132" y="113545"/>
                          <a:pt x="23748" y="115136"/>
                        </a:cubicBezTo>
                        <a:close/>
                      </a:path>
                    </a:pathLst>
                  </a:custGeom>
                  <a:solidFill>
                    <a:srgbClr val="E6EDF1"/>
                  </a:solidFill>
                  <a:ln w="354" cap="flat">
                    <a:noFill/>
                    <a:prstDash val="solid"/>
                    <a:miter/>
                  </a:ln>
                </p:spPr>
                <p:txBody>
                  <a:bodyPr rtlCol="0" anchor="ctr"/>
                  <a:lstStyle/>
                  <a:p>
                    <a:endParaRPr lang="pt-BR"/>
                  </a:p>
                </p:txBody>
              </p:sp>
              <p:sp>
                <p:nvSpPr>
                  <p:cNvPr id="205" name="Freeform: Shape 204">
                    <a:extLst>
                      <a:ext uri="{FF2B5EF4-FFF2-40B4-BE49-F238E27FC236}">
                        <a16:creationId xmlns:a16="http://schemas.microsoft.com/office/drawing/2014/main" id="{DBAEBDA1-4647-82BA-314E-5AECAA5F9A3B}"/>
                      </a:ext>
                    </a:extLst>
                  </p:cNvPr>
                  <p:cNvSpPr/>
                  <p:nvPr/>
                </p:nvSpPr>
                <p:spPr>
                  <a:xfrm rot="-10428001">
                    <a:off x="1091117" y="2463300"/>
                    <a:ext cx="72547" cy="98236"/>
                  </a:xfrm>
                  <a:custGeom>
                    <a:avLst/>
                    <a:gdLst>
                      <a:gd name="connsiteX0" fmla="*/ 0 w 72547"/>
                      <a:gd name="connsiteY0" fmla="*/ 0 h 98236"/>
                      <a:gd name="connsiteX1" fmla="*/ 72548 w 72547"/>
                      <a:gd name="connsiteY1" fmla="*/ 0 h 98236"/>
                      <a:gd name="connsiteX2" fmla="*/ 72548 w 72547"/>
                      <a:gd name="connsiteY2" fmla="*/ 98237 h 98236"/>
                      <a:gd name="connsiteX3" fmla="*/ 0 w 72547"/>
                      <a:gd name="connsiteY3" fmla="*/ 98237 h 98236"/>
                    </a:gdLst>
                    <a:ahLst/>
                    <a:cxnLst>
                      <a:cxn ang="0">
                        <a:pos x="connsiteX0" y="connsiteY0"/>
                      </a:cxn>
                      <a:cxn ang="0">
                        <a:pos x="connsiteX1" y="connsiteY1"/>
                      </a:cxn>
                      <a:cxn ang="0">
                        <a:pos x="connsiteX2" y="connsiteY2"/>
                      </a:cxn>
                      <a:cxn ang="0">
                        <a:pos x="connsiteX3" y="connsiteY3"/>
                      </a:cxn>
                    </a:cxnLst>
                    <a:rect l="l" t="t" r="r" b="b"/>
                    <a:pathLst>
                      <a:path w="72547" h="98236">
                        <a:moveTo>
                          <a:pt x="0" y="0"/>
                        </a:moveTo>
                        <a:lnTo>
                          <a:pt x="72548" y="0"/>
                        </a:lnTo>
                        <a:lnTo>
                          <a:pt x="72548" y="98237"/>
                        </a:lnTo>
                        <a:lnTo>
                          <a:pt x="0" y="98237"/>
                        </a:lnTo>
                        <a:close/>
                      </a:path>
                    </a:pathLst>
                  </a:custGeom>
                  <a:solidFill>
                    <a:srgbClr val="E6EDF1"/>
                  </a:solidFill>
                  <a:ln w="354" cap="flat">
                    <a:noFill/>
                    <a:prstDash val="solid"/>
                    <a:miter/>
                  </a:ln>
                </p:spPr>
                <p:txBody>
                  <a:bodyPr rtlCol="0" anchor="ctr"/>
                  <a:lstStyle/>
                  <a:p>
                    <a:endParaRPr lang="pt-BR"/>
                  </a:p>
                </p:txBody>
              </p:sp>
            </p:grpSp>
            <p:grpSp>
              <p:nvGrpSpPr>
                <p:cNvPr id="194" name="Graphic 7">
                  <a:extLst>
                    <a:ext uri="{FF2B5EF4-FFF2-40B4-BE49-F238E27FC236}">
                      <a16:creationId xmlns:a16="http://schemas.microsoft.com/office/drawing/2014/main" id="{51F03973-1F47-EAE3-5848-1C5F6BD6FF8F}"/>
                    </a:ext>
                  </a:extLst>
                </p:cNvPr>
                <p:cNvGrpSpPr/>
                <p:nvPr/>
              </p:nvGrpSpPr>
              <p:grpSpPr>
                <a:xfrm>
                  <a:off x="982215" y="2424506"/>
                  <a:ext cx="75698" cy="139008"/>
                  <a:chOff x="982215" y="2424506"/>
                  <a:chExt cx="75698" cy="139008"/>
                </a:xfrm>
                <a:solidFill>
                  <a:srgbClr val="E6EDF1"/>
                </a:solidFill>
              </p:grpSpPr>
              <p:sp>
                <p:nvSpPr>
                  <p:cNvPr id="202" name="Freeform: Shape 201">
                    <a:extLst>
                      <a:ext uri="{FF2B5EF4-FFF2-40B4-BE49-F238E27FC236}">
                        <a16:creationId xmlns:a16="http://schemas.microsoft.com/office/drawing/2014/main" id="{81A156D1-5B3A-A5EF-1640-FF87E0946F2F}"/>
                      </a:ext>
                    </a:extLst>
                  </p:cNvPr>
                  <p:cNvSpPr/>
                  <p:nvPr/>
                </p:nvSpPr>
                <p:spPr>
                  <a:xfrm>
                    <a:off x="990826" y="2424506"/>
                    <a:ext cx="55266" cy="115617"/>
                  </a:xfrm>
                  <a:custGeom>
                    <a:avLst/>
                    <a:gdLst>
                      <a:gd name="connsiteX0" fmla="*/ 29510 w 55266"/>
                      <a:gd name="connsiteY0" fmla="*/ 115604 h 115617"/>
                      <a:gd name="connsiteX1" fmla="*/ 2039 w 55266"/>
                      <a:gd name="connsiteY1" fmla="*/ 89861 h 115617"/>
                      <a:gd name="connsiteX2" fmla="*/ 14 w 55266"/>
                      <a:gd name="connsiteY2" fmla="*/ 27486 h 115617"/>
                      <a:gd name="connsiteX3" fmla="*/ 25757 w 55266"/>
                      <a:gd name="connsiteY3" fmla="*/ 14 h 115617"/>
                      <a:gd name="connsiteX4" fmla="*/ 53228 w 55266"/>
                      <a:gd name="connsiteY4" fmla="*/ 25757 h 115617"/>
                      <a:gd name="connsiteX5" fmla="*/ 55253 w 55266"/>
                      <a:gd name="connsiteY5" fmla="*/ 88132 h 115617"/>
                      <a:gd name="connsiteX6" fmla="*/ 29510 w 55266"/>
                      <a:gd name="connsiteY6" fmla="*/ 115604 h 115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66" h="115617">
                        <a:moveTo>
                          <a:pt x="29510" y="115604"/>
                        </a:moveTo>
                        <a:cubicBezTo>
                          <a:pt x="14816" y="116080"/>
                          <a:pt x="2516" y="104556"/>
                          <a:pt x="2039" y="89861"/>
                        </a:cubicBezTo>
                        <a:lnTo>
                          <a:pt x="14" y="27486"/>
                        </a:lnTo>
                        <a:cubicBezTo>
                          <a:pt x="-462" y="12791"/>
                          <a:pt x="11062" y="491"/>
                          <a:pt x="25757" y="14"/>
                        </a:cubicBezTo>
                        <a:cubicBezTo>
                          <a:pt x="40451" y="-462"/>
                          <a:pt x="52751" y="11062"/>
                          <a:pt x="53228" y="25757"/>
                        </a:cubicBezTo>
                        <a:lnTo>
                          <a:pt x="55253" y="88132"/>
                        </a:lnTo>
                        <a:cubicBezTo>
                          <a:pt x="55729" y="102827"/>
                          <a:pt x="44205" y="115127"/>
                          <a:pt x="29510" y="115604"/>
                        </a:cubicBezTo>
                        <a:close/>
                      </a:path>
                    </a:pathLst>
                  </a:custGeom>
                  <a:solidFill>
                    <a:srgbClr val="E6EDF1"/>
                  </a:solidFill>
                  <a:ln w="354" cap="flat">
                    <a:noFill/>
                    <a:prstDash val="solid"/>
                    <a:miter/>
                  </a:ln>
                </p:spPr>
                <p:txBody>
                  <a:bodyPr rtlCol="0" anchor="ctr"/>
                  <a:lstStyle/>
                  <a:p>
                    <a:endParaRPr lang="pt-BR"/>
                  </a:p>
                </p:txBody>
              </p:sp>
              <p:sp>
                <p:nvSpPr>
                  <p:cNvPr id="203" name="Freeform: Shape 202">
                    <a:extLst>
                      <a:ext uri="{FF2B5EF4-FFF2-40B4-BE49-F238E27FC236}">
                        <a16:creationId xmlns:a16="http://schemas.microsoft.com/office/drawing/2014/main" id="{6E74BDF3-A561-9B42-F706-DDCA1D3117CF}"/>
                      </a:ext>
                    </a:extLst>
                  </p:cNvPr>
                  <p:cNvSpPr/>
                  <p:nvPr/>
                </p:nvSpPr>
                <p:spPr>
                  <a:xfrm rot="-111600">
                    <a:off x="983790" y="2464126"/>
                    <a:ext cx="72547" cy="98236"/>
                  </a:xfrm>
                  <a:custGeom>
                    <a:avLst/>
                    <a:gdLst>
                      <a:gd name="connsiteX0" fmla="*/ 0 w 72547"/>
                      <a:gd name="connsiteY0" fmla="*/ 0 h 98236"/>
                      <a:gd name="connsiteX1" fmla="*/ 72548 w 72547"/>
                      <a:gd name="connsiteY1" fmla="*/ 0 h 98236"/>
                      <a:gd name="connsiteX2" fmla="*/ 72548 w 72547"/>
                      <a:gd name="connsiteY2" fmla="*/ 98237 h 98236"/>
                      <a:gd name="connsiteX3" fmla="*/ 0 w 72547"/>
                      <a:gd name="connsiteY3" fmla="*/ 98237 h 98236"/>
                    </a:gdLst>
                    <a:ahLst/>
                    <a:cxnLst>
                      <a:cxn ang="0">
                        <a:pos x="connsiteX0" y="connsiteY0"/>
                      </a:cxn>
                      <a:cxn ang="0">
                        <a:pos x="connsiteX1" y="connsiteY1"/>
                      </a:cxn>
                      <a:cxn ang="0">
                        <a:pos x="connsiteX2" y="connsiteY2"/>
                      </a:cxn>
                      <a:cxn ang="0">
                        <a:pos x="connsiteX3" y="connsiteY3"/>
                      </a:cxn>
                    </a:cxnLst>
                    <a:rect l="l" t="t" r="r" b="b"/>
                    <a:pathLst>
                      <a:path w="72547" h="98236">
                        <a:moveTo>
                          <a:pt x="0" y="0"/>
                        </a:moveTo>
                        <a:lnTo>
                          <a:pt x="72548" y="0"/>
                        </a:lnTo>
                        <a:lnTo>
                          <a:pt x="72548" y="98237"/>
                        </a:lnTo>
                        <a:lnTo>
                          <a:pt x="0" y="98237"/>
                        </a:lnTo>
                        <a:close/>
                      </a:path>
                    </a:pathLst>
                  </a:custGeom>
                  <a:solidFill>
                    <a:srgbClr val="E6EDF1"/>
                  </a:solidFill>
                  <a:ln w="354" cap="flat">
                    <a:noFill/>
                    <a:prstDash val="solid"/>
                    <a:miter/>
                  </a:ln>
                </p:spPr>
                <p:txBody>
                  <a:bodyPr rtlCol="0" anchor="ctr"/>
                  <a:lstStyle/>
                  <a:p>
                    <a:endParaRPr lang="pt-BR"/>
                  </a:p>
                </p:txBody>
              </p:sp>
            </p:grpSp>
            <p:sp>
              <p:nvSpPr>
                <p:cNvPr id="195" name="Freeform: Shape 194">
                  <a:extLst>
                    <a:ext uri="{FF2B5EF4-FFF2-40B4-BE49-F238E27FC236}">
                      <a16:creationId xmlns:a16="http://schemas.microsoft.com/office/drawing/2014/main" id="{D484F72B-D748-5ADB-C956-266EE7662399}"/>
                    </a:ext>
                  </a:extLst>
                </p:cNvPr>
                <p:cNvSpPr/>
                <p:nvPr/>
              </p:nvSpPr>
              <p:spPr>
                <a:xfrm>
                  <a:off x="971296" y="2534200"/>
                  <a:ext cx="219476" cy="91448"/>
                </a:xfrm>
                <a:custGeom>
                  <a:avLst/>
                  <a:gdLst>
                    <a:gd name="connsiteX0" fmla="*/ 179541 w 219476"/>
                    <a:gd name="connsiteY0" fmla="*/ 91448 h 91448"/>
                    <a:gd name="connsiteX1" fmla="*/ 39932 w 219476"/>
                    <a:gd name="connsiteY1" fmla="*/ 91448 h 91448"/>
                    <a:gd name="connsiteX2" fmla="*/ 0 w 219476"/>
                    <a:gd name="connsiteY2" fmla="*/ 51517 h 91448"/>
                    <a:gd name="connsiteX3" fmla="*/ 51517 w 219476"/>
                    <a:gd name="connsiteY3" fmla="*/ 0 h 91448"/>
                    <a:gd name="connsiteX4" fmla="*/ 167960 w 219476"/>
                    <a:gd name="connsiteY4" fmla="*/ 0 h 91448"/>
                    <a:gd name="connsiteX5" fmla="*/ 219476 w 219476"/>
                    <a:gd name="connsiteY5" fmla="*/ 51517 h 91448"/>
                    <a:gd name="connsiteX6" fmla="*/ 179545 w 219476"/>
                    <a:gd name="connsiteY6" fmla="*/ 91448 h 9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476" h="91448">
                      <a:moveTo>
                        <a:pt x="179541" y="91448"/>
                      </a:moveTo>
                      <a:lnTo>
                        <a:pt x="39932" y="91448"/>
                      </a:lnTo>
                      <a:cubicBezTo>
                        <a:pt x="17879" y="91448"/>
                        <a:pt x="0" y="73569"/>
                        <a:pt x="0" y="51517"/>
                      </a:cubicBezTo>
                      <a:cubicBezTo>
                        <a:pt x="0" y="23067"/>
                        <a:pt x="23063" y="0"/>
                        <a:pt x="51517" y="0"/>
                      </a:cubicBezTo>
                      <a:lnTo>
                        <a:pt x="167960" y="0"/>
                      </a:lnTo>
                      <a:cubicBezTo>
                        <a:pt x="196410" y="0"/>
                        <a:pt x="219476" y="23063"/>
                        <a:pt x="219476" y="51517"/>
                      </a:cubicBezTo>
                      <a:cubicBezTo>
                        <a:pt x="219476" y="73569"/>
                        <a:pt x="201597" y="91448"/>
                        <a:pt x="179545" y="91448"/>
                      </a:cubicBezTo>
                      <a:close/>
                    </a:path>
                  </a:pathLst>
                </a:custGeom>
                <a:solidFill>
                  <a:srgbClr val="E6EDF1"/>
                </a:solidFill>
                <a:ln w="354" cap="flat">
                  <a:noFill/>
                  <a:prstDash val="solid"/>
                  <a:miter/>
                </a:ln>
              </p:spPr>
              <p:txBody>
                <a:bodyPr rtlCol="0" anchor="ctr"/>
                <a:lstStyle/>
                <a:p>
                  <a:endParaRPr lang="pt-BR"/>
                </a:p>
              </p:txBody>
            </p:sp>
            <p:sp>
              <p:nvSpPr>
                <p:cNvPr id="196" name="Freeform: Shape 195">
                  <a:extLst>
                    <a:ext uri="{FF2B5EF4-FFF2-40B4-BE49-F238E27FC236}">
                      <a16:creationId xmlns:a16="http://schemas.microsoft.com/office/drawing/2014/main" id="{22AB79B2-4E38-34AA-EE11-CC550478877F}"/>
                    </a:ext>
                  </a:extLst>
                </p:cNvPr>
                <p:cNvSpPr/>
                <p:nvPr/>
              </p:nvSpPr>
              <p:spPr>
                <a:xfrm rot="-2700000">
                  <a:off x="1027078" y="2497621"/>
                  <a:ext cx="107907" cy="107907"/>
                </a:xfrm>
                <a:custGeom>
                  <a:avLst/>
                  <a:gdLst>
                    <a:gd name="connsiteX0" fmla="*/ 107908 w 107907"/>
                    <a:gd name="connsiteY0" fmla="*/ 53954 h 107907"/>
                    <a:gd name="connsiteX1" fmla="*/ 53954 w 107907"/>
                    <a:gd name="connsiteY1" fmla="*/ 107908 h 107907"/>
                    <a:gd name="connsiteX2" fmla="*/ 0 w 107907"/>
                    <a:gd name="connsiteY2" fmla="*/ 53954 h 107907"/>
                    <a:gd name="connsiteX3" fmla="*/ 53954 w 107907"/>
                    <a:gd name="connsiteY3" fmla="*/ 0 h 107907"/>
                    <a:gd name="connsiteX4" fmla="*/ 107908 w 107907"/>
                    <a:gd name="connsiteY4" fmla="*/ 53954 h 10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07" h="107907">
                      <a:moveTo>
                        <a:pt x="107908" y="53954"/>
                      </a:moveTo>
                      <a:cubicBezTo>
                        <a:pt x="107908" y="83752"/>
                        <a:pt x="83752" y="107908"/>
                        <a:pt x="53954" y="107908"/>
                      </a:cubicBezTo>
                      <a:cubicBezTo>
                        <a:pt x="24156" y="107908"/>
                        <a:pt x="0" y="83752"/>
                        <a:pt x="0" y="53954"/>
                      </a:cubicBezTo>
                      <a:cubicBezTo>
                        <a:pt x="0" y="24156"/>
                        <a:pt x="24156" y="0"/>
                        <a:pt x="53954" y="0"/>
                      </a:cubicBezTo>
                      <a:cubicBezTo>
                        <a:pt x="83752" y="0"/>
                        <a:pt x="107908" y="24156"/>
                        <a:pt x="107908" y="53954"/>
                      </a:cubicBezTo>
                      <a:close/>
                    </a:path>
                  </a:pathLst>
                </a:custGeom>
                <a:solidFill>
                  <a:schemeClr val="bg2">
                    <a:lumMod val="50000"/>
                  </a:schemeClr>
                </a:solidFill>
                <a:ln w="354" cap="flat">
                  <a:noFill/>
                  <a:prstDash val="solid"/>
                  <a:miter/>
                </a:ln>
              </p:spPr>
              <p:txBody>
                <a:bodyPr rtlCol="0" anchor="ctr"/>
                <a:lstStyle/>
                <a:p>
                  <a:endParaRPr lang="pt-BR"/>
                </a:p>
              </p:txBody>
            </p:sp>
            <p:sp>
              <p:nvSpPr>
                <p:cNvPr id="197" name="Freeform: Shape 196">
                  <a:extLst>
                    <a:ext uri="{FF2B5EF4-FFF2-40B4-BE49-F238E27FC236}">
                      <a16:creationId xmlns:a16="http://schemas.microsoft.com/office/drawing/2014/main" id="{27C32368-8A15-48C8-8AC7-9D3D82889D77}"/>
                    </a:ext>
                  </a:extLst>
                </p:cNvPr>
                <p:cNvSpPr/>
                <p:nvPr/>
              </p:nvSpPr>
              <p:spPr>
                <a:xfrm>
                  <a:off x="816818" y="2375436"/>
                  <a:ext cx="89256" cy="176975"/>
                </a:xfrm>
                <a:custGeom>
                  <a:avLst/>
                  <a:gdLst>
                    <a:gd name="connsiteX0" fmla="*/ 1671 w 89256"/>
                    <a:gd name="connsiteY0" fmla="*/ 138903 h 176975"/>
                    <a:gd name="connsiteX1" fmla="*/ 29403 w 89256"/>
                    <a:gd name="connsiteY1" fmla="*/ 29765 h 176975"/>
                    <a:gd name="connsiteX2" fmla="*/ 70188 w 89256"/>
                    <a:gd name="connsiteY2" fmla="*/ 1457 h 176975"/>
                    <a:gd name="connsiteX3" fmla="*/ 86146 w 89256"/>
                    <a:gd name="connsiteY3" fmla="*/ 44463 h 176975"/>
                    <a:gd name="connsiteX4" fmla="*/ 53113 w 89256"/>
                    <a:gd name="connsiteY4" fmla="*/ 153726 h 176975"/>
                    <a:gd name="connsiteX5" fmla="*/ 19088 w 89256"/>
                    <a:gd name="connsiteY5" fmla="*/ 175729 h 176975"/>
                    <a:gd name="connsiteX6" fmla="*/ 1671 w 89256"/>
                    <a:gd name="connsiteY6" fmla="*/ 138900 h 17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56" h="176975">
                      <a:moveTo>
                        <a:pt x="1671" y="138903"/>
                      </a:moveTo>
                      <a:cubicBezTo>
                        <a:pt x="1671" y="138903"/>
                        <a:pt x="25033" y="45139"/>
                        <a:pt x="29403" y="29765"/>
                      </a:cubicBezTo>
                      <a:cubicBezTo>
                        <a:pt x="33772" y="14390"/>
                        <a:pt x="50704" y="-5588"/>
                        <a:pt x="70188" y="1457"/>
                      </a:cubicBezTo>
                      <a:cubicBezTo>
                        <a:pt x="89672" y="8505"/>
                        <a:pt x="92661" y="22275"/>
                        <a:pt x="86146" y="44463"/>
                      </a:cubicBezTo>
                      <a:cubicBezTo>
                        <a:pt x="79635" y="66647"/>
                        <a:pt x="58023" y="140761"/>
                        <a:pt x="53113" y="153726"/>
                      </a:cubicBezTo>
                      <a:cubicBezTo>
                        <a:pt x="48207" y="166691"/>
                        <a:pt x="35800" y="181386"/>
                        <a:pt x="19088" y="175729"/>
                      </a:cubicBezTo>
                      <a:cubicBezTo>
                        <a:pt x="2376" y="170071"/>
                        <a:pt x="-3143" y="154904"/>
                        <a:pt x="1671" y="138900"/>
                      </a:cubicBezTo>
                      <a:close/>
                    </a:path>
                  </a:pathLst>
                </a:custGeom>
                <a:solidFill>
                  <a:schemeClr val="bg2">
                    <a:lumMod val="50000"/>
                  </a:schemeClr>
                </a:solidFill>
                <a:ln w="354" cap="flat">
                  <a:noFill/>
                  <a:prstDash val="solid"/>
                  <a:miter/>
                </a:ln>
              </p:spPr>
              <p:txBody>
                <a:bodyPr rtlCol="0" anchor="ctr"/>
                <a:lstStyle/>
                <a:p>
                  <a:endParaRPr lang="pt-BR"/>
                </a:p>
              </p:txBody>
            </p:sp>
            <p:grpSp>
              <p:nvGrpSpPr>
                <p:cNvPr id="198" name="Graphic 7">
                  <a:extLst>
                    <a:ext uri="{FF2B5EF4-FFF2-40B4-BE49-F238E27FC236}">
                      <a16:creationId xmlns:a16="http://schemas.microsoft.com/office/drawing/2014/main" id="{A34EBA1C-FC31-EED8-DADF-A416A7F76D95}"/>
                    </a:ext>
                  </a:extLst>
                </p:cNvPr>
                <p:cNvGrpSpPr/>
                <p:nvPr/>
              </p:nvGrpSpPr>
              <p:grpSpPr>
                <a:xfrm>
                  <a:off x="837619" y="2356369"/>
                  <a:ext cx="543874" cy="168852"/>
                  <a:chOff x="837619" y="2356369"/>
                  <a:chExt cx="543874" cy="168852"/>
                </a:xfrm>
              </p:grpSpPr>
              <p:sp>
                <p:nvSpPr>
                  <p:cNvPr id="200" name="Freeform: Shape 199">
                    <a:extLst>
                      <a:ext uri="{FF2B5EF4-FFF2-40B4-BE49-F238E27FC236}">
                        <a16:creationId xmlns:a16="http://schemas.microsoft.com/office/drawing/2014/main" id="{2FF71BE9-13CB-C5CC-45C6-90512D2457CB}"/>
                      </a:ext>
                    </a:extLst>
                  </p:cNvPr>
                  <p:cNvSpPr/>
                  <p:nvPr/>
                </p:nvSpPr>
                <p:spPr>
                  <a:xfrm>
                    <a:off x="837619" y="2356369"/>
                    <a:ext cx="103484" cy="80460"/>
                  </a:xfrm>
                  <a:custGeom>
                    <a:avLst/>
                    <a:gdLst>
                      <a:gd name="connsiteX0" fmla="*/ 336 w 103484"/>
                      <a:gd name="connsiteY0" fmla="*/ 47056 h 80460"/>
                      <a:gd name="connsiteX1" fmla="*/ 5563 w 103484"/>
                      <a:gd name="connsiteY1" fmla="*/ 20538 h 80460"/>
                      <a:gd name="connsiteX2" fmla="*/ 35461 w 103484"/>
                      <a:gd name="connsiteY2" fmla="*/ 485 h 80460"/>
                      <a:gd name="connsiteX3" fmla="*/ 82946 w 103484"/>
                      <a:gd name="connsiteY3" fmla="*/ 9846 h 80460"/>
                      <a:gd name="connsiteX4" fmla="*/ 102999 w 103484"/>
                      <a:gd name="connsiteY4" fmla="*/ 39744 h 80460"/>
                      <a:gd name="connsiteX5" fmla="*/ 97773 w 103484"/>
                      <a:gd name="connsiteY5" fmla="*/ 66262 h 80460"/>
                      <a:gd name="connsiteX6" fmla="*/ 77101 w 103484"/>
                      <a:gd name="connsiteY6" fmla="*/ 80124 h 80460"/>
                      <a:gd name="connsiteX7" fmla="*/ 14198 w 103484"/>
                      <a:gd name="connsiteY7" fmla="*/ 67725 h 80460"/>
                      <a:gd name="connsiteX8" fmla="*/ 336 w 103484"/>
                      <a:gd name="connsiteY8" fmla="*/ 47053 h 80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484" h="80460">
                        <a:moveTo>
                          <a:pt x="336" y="47056"/>
                        </a:moveTo>
                        <a:lnTo>
                          <a:pt x="5563" y="20538"/>
                        </a:lnTo>
                        <a:cubicBezTo>
                          <a:pt x="8281" y="6744"/>
                          <a:pt x="21670" y="-2233"/>
                          <a:pt x="35461" y="485"/>
                        </a:cubicBezTo>
                        <a:lnTo>
                          <a:pt x="82946" y="9846"/>
                        </a:lnTo>
                        <a:cubicBezTo>
                          <a:pt x="96741" y="12565"/>
                          <a:pt x="105718" y="25954"/>
                          <a:pt x="102999" y="39744"/>
                        </a:cubicBezTo>
                        <a:lnTo>
                          <a:pt x="97773" y="66262"/>
                        </a:lnTo>
                        <a:cubicBezTo>
                          <a:pt x="95894" y="75798"/>
                          <a:pt x="86640" y="82007"/>
                          <a:pt x="77101" y="80124"/>
                        </a:cubicBezTo>
                        <a:lnTo>
                          <a:pt x="14198" y="67725"/>
                        </a:lnTo>
                        <a:cubicBezTo>
                          <a:pt x="4663" y="65846"/>
                          <a:pt x="-1546" y="56592"/>
                          <a:pt x="336" y="47053"/>
                        </a:cubicBezTo>
                        <a:close/>
                      </a:path>
                    </a:pathLst>
                  </a:custGeom>
                  <a:solidFill>
                    <a:schemeClr val="bg2">
                      <a:lumMod val="50000"/>
                    </a:schemeClr>
                  </a:solidFill>
                  <a:ln w="354" cap="flat">
                    <a:noFill/>
                    <a:prstDash val="solid"/>
                    <a:miter/>
                  </a:ln>
                </p:spPr>
                <p:txBody>
                  <a:bodyPr rtlCol="0" anchor="ctr"/>
                  <a:lstStyle/>
                  <a:p>
                    <a:endParaRPr lang="pt-BR"/>
                  </a:p>
                </p:txBody>
              </p:sp>
              <p:sp>
                <p:nvSpPr>
                  <p:cNvPr id="201" name="Freeform: Shape 200">
                    <a:extLst>
                      <a:ext uri="{FF2B5EF4-FFF2-40B4-BE49-F238E27FC236}">
                        <a16:creationId xmlns:a16="http://schemas.microsoft.com/office/drawing/2014/main" id="{AD9E8315-2A73-871D-27B7-0561429D4AF5}"/>
                      </a:ext>
                    </a:extLst>
                  </p:cNvPr>
                  <p:cNvSpPr/>
                  <p:nvPr/>
                </p:nvSpPr>
                <p:spPr>
                  <a:xfrm>
                    <a:off x="1277340" y="2442459"/>
                    <a:ext cx="104153" cy="82762"/>
                  </a:xfrm>
                  <a:custGeom>
                    <a:avLst/>
                    <a:gdLst>
                      <a:gd name="connsiteX0" fmla="*/ 96947 w 104153"/>
                      <a:gd name="connsiteY0" fmla="*/ 69364 h 82762"/>
                      <a:gd name="connsiteX1" fmla="*/ 103409 w 104153"/>
                      <a:gd name="connsiteY1" fmla="*/ 43121 h 82762"/>
                      <a:gd name="connsiteX2" fmla="*/ 84775 w 104153"/>
                      <a:gd name="connsiteY2" fmla="*/ 12315 h 82762"/>
                      <a:gd name="connsiteX3" fmla="*/ 37781 w 104153"/>
                      <a:gd name="connsiteY3" fmla="*/ 744 h 82762"/>
                      <a:gd name="connsiteX4" fmla="*/ 6976 w 104153"/>
                      <a:gd name="connsiteY4" fmla="*/ 19378 h 82762"/>
                      <a:gd name="connsiteX5" fmla="*/ 514 w 104153"/>
                      <a:gd name="connsiteY5" fmla="*/ 45622 h 82762"/>
                      <a:gd name="connsiteX6" fmla="*/ 13394 w 104153"/>
                      <a:gd name="connsiteY6" fmla="*/ 66920 h 82762"/>
                      <a:gd name="connsiteX7" fmla="*/ 75645 w 104153"/>
                      <a:gd name="connsiteY7" fmla="*/ 82248 h 82762"/>
                      <a:gd name="connsiteX8" fmla="*/ 96944 w 104153"/>
                      <a:gd name="connsiteY8" fmla="*/ 69368 h 8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53" h="82762">
                        <a:moveTo>
                          <a:pt x="96947" y="69364"/>
                        </a:moveTo>
                        <a:lnTo>
                          <a:pt x="103409" y="43121"/>
                        </a:lnTo>
                        <a:cubicBezTo>
                          <a:pt x="106771" y="29468"/>
                          <a:pt x="98427" y="15678"/>
                          <a:pt x="84775" y="12315"/>
                        </a:cubicBezTo>
                        <a:lnTo>
                          <a:pt x="37781" y="744"/>
                        </a:lnTo>
                        <a:cubicBezTo>
                          <a:pt x="24129" y="-2618"/>
                          <a:pt x="10338" y="5726"/>
                          <a:pt x="6976" y="19378"/>
                        </a:cubicBezTo>
                        <a:lnTo>
                          <a:pt x="514" y="45622"/>
                        </a:lnTo>
                        <a:cubicBezTo>
                          <a:pt x="-1809" y="55061"/>
                          <a:pt x="3958" y="64593"/>
                          <a:pt x="13394" y="66920"/>
                        </a:cubicBezTo>
                        <a:lnTo>
                          <a:pt x="75645" y="82248"/>
                        </a:lnTo>
                        <a:cubicBezTo>
                          <a:pt x="85085" y="84571"/>
                          <a:pt x="94617" y="78804"/>
                          <a:pt x="96944" y="69368"/>
                        </a:cubicBezTo>
                        <a:close/>
                      </a:path>
                    </a:pathLst>
                  </a:custGeom>
                  <a:solidFill>
                    <a:schemeClr val="bg2">
                      <a:lumMod val="50000"/>
                    </a:schemeClr>
                  </a:solidFill>
                  <a:ln w="354" cap="flat">
                    <a:noFill/>
                    <a:prstDash val="solid"/>
                    <a:miter/>
                  </a:ln>
                </p:spPr>
                <p:txBody>
                  <a:bodyPr rtlCol="0" anchor="ctr"/>
                  <a:lstStyle/>
                  <a:p>
                    <a:endParaRPr lang="pt-BR"/>
                  </a:p>
                </p:txBody>
              </p:sp>
            </p:grpSp>
          </p:grpSp>
        </p:grpSp>
      </p:grpSp>
    </p:spTree>
    <p:extLst>
      <p:ext uri="{BB962C8B-B14F-4D97-AF65-F5344CB8AC3E}">
        <p14:creationId xmlns:p14="http://schemas.microsoft.com/office/powerpoint/2010/main" val="3711716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836776C-1E54-F911-B092-04F486AAA8F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927063E-72AB-6B1F-2341-5DC9B0C3C989}"/>
              </a:ext>
            </a:extLst>
          </p:cNvPr>
          <p:cNvPicPr>
            <a:picLocks noChangeAspect="1"/>
          </p:cNvPicPr>
          <p:nvPr/>
        </p:nvPicPr>
        <p:blipFill rotWithShape="1">
          <a:blip r:embed="rId3">
            <a:alphaModFix amt="35000"/>
            <a:grayscl/>
          </a:blip>
          <a:srcRect l="10000" r="10000"/>
          <a:stretch>
            <a:fillRect/>
          </a:stretch>
        </p:blipFill>
        <p:spPr>
          <a:xfrm>
            <a:off x="0" y="0"/>
            <a:ext cx="12192000" cy="6858000"/>
          </a:xfrm>
          <a:prstGeom prst="rect">
            <a:avLst/>
          </a:prstGeom>
        </p:spPr>
      </p:pic>
      <p:sp>
        <p:nvSpPr>
          <p:cNvPr id="31" name="object 6">
            <a:extLst>
              <a:ext uri="{FF2B5EF4-FFF2-40B4-BE49-F238E27FC236}">
                <a16:creationId xmlns:a16="http://schemas.microsoft.com/office/drawing/2014/main" id="{AB1B2E14-6D34-DBA3-D4C6-5662DE0F4293}"/>
              </a:ext>
            </a:extLst>
          </p:cNvPr>
          <p:cNvSpPr txBox="1">
            <a:spLocks noGrp="1"/>
          </p:cNvSpPr>
          <p:nvPr>
            <p:ph type="title" idx="4294967295"/>
          </p:nvPr>
        </p:nvSpPr>
        <p:spPr>
          <a:xfrm>
            <a:off x="4529065" y="2976408"/>
            <a:ext cx="3133870" cy="905184"/>
          </a:xfrm>
          <a:prstGeom prst="rect">
            <a:avLst/>
          </a:prstGeom>
        </p:spPr>
        <p:txBody>
          <a:bodyPr vert="horz" wrap="square" lIns="0" tIns="0" rIns="0" bIns="0" rtlCol="0">
            <a:spAutoFit/>
          </a:bodyPr>
          <a:lstStyle/>
          <a:p>
            <a:pPr algn="ctr"/>
            <a:r>
              <a:rPr lang="pt-BR" sz="5882">
                <a:solidFill>
                  <a:schemeClr val="bg1"/>
                </a:solidFill>
                <a:latin typeface="Versos" panose="020B0503020204030204" pitchFamily="34" charset="77"/>
              </a:rPr>
              <a:t>GESTÃO</a:t>
            </a:r>
            <a:endParaRPr sz="5882">
              <a:solidFill>
                <a:schemeClr val="bg1"/>
              </a:solidFill>
              <a:latin typeface="Versos" panose="020B0503020204030204" pitchFamily="34" charset="77"/>
            </a:endParaRPr>
          </a:p>
        </p:txBody>
      </p:sp>
      <p:sp>
        <p:nvSpPr>
          <p:cNvPr id="13" name="Slide Number Placeholder 12">
            <a:extLst>
              <a:ext uri="{FF2B5EF4-FFF2-40B4-BE49-F238E27FC236}">
                <a16:creationId xmlns:a16="http://schemas.microsoft.com/office/drawing/2014/main" id="{F3F1DE8E-76BC-61E9-AF18-322AF5F5F7CF}"/>
              </a:ext>
            </a:extLst>
          </p:cNvPr>
          <p:cNvSpPr>
            <a:spLocks noGrp="1"/>
          </p:cNvSpPr>
          <p:nvPr>
            <p:ph type="sldNum" sz="quarter" idx="4294967295"/>
          </p:nvPr>
        </p:nvSpPr>
        <p:spPr/>
        <p:txBody>
          <a:bodyPr/>
          <a:lstStyle/>
          <a:p>
            <a:pPr marL="20023">
              <a:spcBef>
                <a:spcPts val="45"/>
              </a:spcBef>
            </a:pPr>
            <a:fld id="{81D60167-4931-47E6-BA6A-407CBD079E47}" type="slidenum">
              <a:rPr lang="pt-BR" spc="-15" smtClean="0"/>
              <a:pPr marL="20023">
                <a:spcBef>
                  <a:spcPts val="45"/>
                </a:spcBef>
              </a:pPr>
              <a:t>12</a:t>
            </a:fld>
            <a:endParaRPr lang="pt-BR" spc="-15"/>
          </a:p>
        </p:txBody>
      </p:sp>
      <p:pic>
        <p:nvPicPr>
          <p:cNvPr id="4" name="Picture 8">
            <a:extLst>
              <a:ext uri="{FF2B5EF4-FFF2-40B4-BE49-F238E27FC236}">
                <a16:creationId xmlns:a16="http://schemas.microsoft.com/office/drawing/2014/main" id="{018E6FE9-86F0-26E0-2F3E-A4099838417A}"/>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5549185" y="489021"/>
            <a:ext cx="1093631" cy="473589"/>
          </a:xfrm>
          <a:prstGeom prst="rect">
            <a:avLst/>
          </a:prstGeom>
        </p:spPr>
      </p:pic>
      <p:pic>
        <p:nvPicPr>
          <p:cNvPr id="5" name="Graphic 4">
            <a:extLst>
              <a:ext uri="{FF2B5EF4-FFF2-40B4-BE49-F238E27FC236}">
                <a16:creationId xmlns:a16="http://schemas.microsoft.com/office/drawing/2014/main" id="{C4461EBD-4AE2-3E8B-64EF-95FEE47D99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49821" y="5691192"/>
            <a:ext cx="4492357" cy="408396"/>
          </a:xfrm>
          <a:prstGeom prst="rect">
            <a:avLst/>
          </a:prstGeom>
        </p:spPr>
      </p:pic>
    </p:spTree>
    <p:extLst>
      <p:ext uri="{BB962C8B-B14F-4D97-AF65-F5344CB8AC3E}">
        <p14:creationId xmlns:p14="http://schemas.microsoft.com/office/powerpoint/2010/main" val="1593118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1DF5581F-F7B4-4065-54DC-696E975828E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6DB148-5E9F-EAFD-A390-A4F95F6C4B6E}"/>
              </a:ext>
            </a:extLst>
          </p:cNvPr>
          <p:cNvSpPr>
            <a:spLocks noGrp="1"/>
          </p:cNvSpPr>
          <p:nvPr>
            <p:ph type="sldNum" sz="quarter" idx="12"/>
          </p:nvPr>
        </p:nvSpPr>
        <p:spPr/>
        <p:txBody>
          <a:bodyPr/>
          <a:lstStyle/>
          <a:p>
            <a:pPr marL="0" marR="0" lvl="0" indent="0" algn="r" defTabSz="914358"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pt-BR" sz="1100" b="0" i="0" u="none" strike="noStrike" kern="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914358" rtl="0" eaLnBrk="1" fontAlgn="auto" latinLnBrk="0" hangingPunct="1">
                <a:lnSpc>
                  <a:spcPct val="100000"/>
                </a:lnSpc>
                <a:spcBef>
                  <a:spcPts val="0"/>
                </a:spcBef>
                <a:spcAft>
                  <a:spcPts val="0"/>
                </a:spcAft>
                <a:buClr>
                  <a:srgbClr val="000000"/>
                </a:buClr>
                <a:buSzTx/>
                <a:buFont typeface="Arial"/>
                <a:buNone/>
                <a:tabLst/>
                <a:defRPr/>
              </a:pPr>
              <a:t>13</a:t>
            </a:fld>
            <a:endParaRPr kumimoji="0" lang="pt-BR" sz="1100" b="0" i="0" u="none" strike="noStrike" kern="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3" name="Text Placeholder 2">
            <a:extLst>
              <a:ext uri="{FF2B5EF4-FFF2-40B4-BE49-F238E27FC236}">
                <a16:creationId xmlns:a16="http://schemas.microsoft.com/office/drawing/2014/main" id="{4F0418A6-DAE9-4257-3EC5-0EA8EABC1C14}"/>
              </a:ext>
            </a:extLst>
          </p:cNvPr>
          <p:cNvSpPr>
            <a:spLocks noGrp="1"/>
          </p:cNvSpPr>
          <p:nvPr>
            <p:ph type="body" sz="quarter" idx="13"/>
          </p:nvPr>
        </p:nvSpPr>
        <p:spPr>
          <a:xfrm>
            <a:off x="335368" y="368301"/>
            <a:ext cx="10459190" cy="430887"/>
          </a:xfrm>
        </p:spPr>
        <p:txBody>
          <a:bodyPr/>
          <a:lstStyle/>
          <a:p>
            <a:r>
              <a:rPr lang="pt-BR"/>
              <a:t>Crédito </a:t>
            </a:r>
            <a:r>
              <a:rPr lang="pt-BR" b="1"/>
              <a:t>Privado</a:t>
            </a:r>
          </a:p>
        </p:txBody>
      </p:sp>
      <p:grpSp>
        <p:nvGrpSpPr>
          <p:cNvPr id="128" name="Group 127">
            <a:extLst>
              <a:ext uri="{FF2B5EF4-FFF2-40B4-BE49-F238E27FC236}">
                <a16:creationId xmlns:a16="http://schemas.microsoft.com/office/drawing/2014/main" id="{48C92BA6-0949-4CBF-F562-6E2AB62A6F4F}"/>
              </a:ext>
            </a:extLst>
          </p:cNvPr>
          <p:cNvGrpSpPr/>
          <p:nvPr/>
        </p:nvGrpSpPr>
        <p:grpSpPr>
          <a:xfrm>
            <a:off x="300038" y="1026048"/>
            <a:ext cx="2824523" cy="2575260"/>
            <a:chOff x="300038" y="1016000"/>
            <a:chExt cx="2824523" cy="2575260"/>
          </a:xfrm>
        </p:grpSpPr>
        <p:sp>
          <p:nvSpPr>
            <p:cNvPr id="51" name="object 8">
              <a:extLst>
                <a:ext uri="{FF2B5EF4-FFF2-40B4-BE49-F238E27FC236}">
                  <a16:creationId xmlns:a16="http://schemas.microsoft.com/office/drawing/2014/main" id="{7F2709AF-170E-CF4E-66C7-EABE29044044}"/>
                </a:ext>
              </a:extLst>
            </p:cNvPr>
            <p:cNvSpPr/>
            <p:nvPr/>
          </p:nvSpPr>
          <p:spPr>
            <a:xfrm>
              <a:off x="300038" y="1016000"/>
              <a:ext cx="2824523"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rgbClr val="557F97"/>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56" name="bg object 18">
              <a:extLst>
                <a:ext uri="{FF2B5EF4-FFF2-40B4-BE49-F238E27FC236}">
                  <a16:creationId xmlns:a16="http://schemas.microsoft.com/office/drawing/2014/main" id="{E87307B6-76B5-ED5C-FA01-141BA3DE964C}"/>
                </a:ext>
              </a:extLst>
            </p:cNvPr>
            <p:cNvSpPr/>
            <p:nvPr/>
          </p:nvSpPr>
          <p:spPr>
            <a:xfrm>
              <a:off x="422805" y="3218429"/>
              <a:ext cx="2163539"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rgbClr val="557F97"/>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grpSp>
          <p:nvGrpSpPr>
            <p:cNvPr id="81" name="Group 80">
              <a:extLst>
                <a:ext uri="{FF2B5EF4-FFF2-40B4-BE49-F238E27FC236}">
                  <a16:creationId xmlns:a16="http://schemas.microsoft.com/office/drawing/2014/main" id="{75A57701-7B95-7E1E-955E-5F32FC8B1B12}"/>
                </a:ext>
              </a:extLst>
            </p:cNvPr>
            <p:cNvGrpSpPr/>
            <p:nvPr/>
          </p:nvGrpSpPr>
          <p:grpSpPr>
            <a:xfrm>
              <a:off x="422805" y="1100285"/>
              <a:ext cx="2701756" cy="1946852"/>
              <a:chOff x="753951" y="1096645"/>
              <a:chExt cx="2701756" cy="1946852"/>
            </a:xfrm>
          </p:grpSpPr>
          <p:sp>
            <p:nvSpPr>
              <p:cNvPr id="57" name="object 15">
                <a:extLst>
                  <a:ext uri="{FF2B5EF4-FFF2-40B4-BE49-F238E27FC236}">
                    <a16:creationId xmlns:a16="http://schemas.microsoft.com/office/drawing/2014/main" id="{842F9713-1FC3-515D-6249-ED91E2F12A5A}"/>
                  </a:ext>
                </a:extLst>
              </p:cNvPr>
              <p:cNvSpPr txBox="1"/>
              <p:nvPr/>
            </p:nvSpPr>
            <p:spPr>
              <a:xfrm>
                <a:off x="753951" y="1998832"/>
                <a:ext cx="2701756" cy="1044665"/>
              </a:xfrm>
              <a:prstGeom prst="rect">
                <a:avLst/>
              </a:prstGeom>
            </p:spPr>
            <p:txBody>
              <a:bodyPr vert="horz" wrap="square" lIns="0" tIns="0" rIns="0" bIns="0" numCol="1" rtlCol="0" anchor="t" anchorCtr="0">
                <a:noAutofit/>
              </a:bodyPr>
              <a:lstStyle/>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Iniciou sua carreira em 2004 na AIG. Entre os anos de </a:t>
                </a:r>
                <a:b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2005 e 2008, trabalhou no Itaú Unibanco no time de produtos. </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Então, juntou-se ao Banco Fator para trabalhar como analista </a:t>
                </a:r>
                <a:b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de </a:t>
                </a:r>
                <a:r>
                  <a:rPr kumimoji="0" lang="pt-BR" sz="700" b="0" i="0"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equity</a:t>
                </a: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a:t>
                </a:r>
                <a:r>
                  <a:rPr kumimoji="0" lang="pt-BR" sz="700" b="0" i="0"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research</a:t>
                </a: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cobrindo setores de logística, real </a:t>
                </a:r>
                <a:r>
                  <a:rPr kumimoji="0" lang="pt-BR" sz="700" b="0" i="0"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estate</a:t>
                </a: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a:t>
                </a:r>
                <a:b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e autopeças. No ano de 2012, fez uma transição para a área de </a:t>
                </a:r>
                <a:b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crédito do Banco BV, na qual chegou ao cargo de VP de Crédito. </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Em maio de 2023, assumiu a posição de Head </a:t>
                </a:r>
                <a:b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do time de Crédito Privado da </a:t>
                </a:r>
                <a:r>
                  <a:rPr kumimoji="0" lang="pt-BR" sz="700" b="0" i="0"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Tivio</a:t>
                </a:r>
                <a:r>
                  <a:rPr kumimoji="0" lang="pt-BR" sz="7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Capital.</a:t>
                </a:r>
              </a:p>
            </p:txBody>
          </p:sp>
          <p:grpSp>
            <p:nvGrpSpPr>
              <p:cNvPr id="4" name="Group 3">
                <a:extLst>
                  <a:ext uri="{FF2B5EF4-FFF2-40B4-BE49-F238E27FC236}">
                    <a16:creationId xmlns:a16="http://schemas.microsoft.com/office/drawing/2014/main" id="{35F0D682-72EB-7A62-4BB2-5753C7D166BE}"/>
                  </a:ext>
                </a:extLst>
              </p:cNvPr>
              <p:cNvGrpSpPr/>
              <p:nvPr/>
            </p:nvGrpSpPr>
            <p:grpSpPr>
              <a:xfrm>
                <a:off x="753951" y="1096645"/>
                <a:ext cx="2477007" cy="781398"/>
                <a:chOff x="334963" y="1096645"/>
                <a:chExt cx="3183911" cy="1004399"/>
              </a:xfrm>
            </p:grpSpPr>
            <p:sp>
              <p:nvSpPr>
                <p:cNvPr id="52" name="object 41">
                  <a:extLst>
                    <a:ext uri="{FF2B5EF4-FFF2-40B4-BE49-F238E27FC236}">
                      <a16:creationId xmlns:a16="http://schemas.microsoft.com/office/drawing/2014/main" id="{30FE5F6E-5942-B894-A7E9-DFCBEB1F1060}"/>
                    </a:ext>
                  </a:extLst>
                </p:cNvPr>
                <p:cNvSpPr txBox="1"/>
                <p:nvPr/>
              </p:nvSpPr>
              <p:spPr>
                <a:xfrm>
                  <a:off x="1365731" y="1967289"/>
                  <a:ext cx="1697448" cy="126582"/>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hlinkClick r:id="rId3">
                        <a:extLst>
                          <a:ext uri="{A12FA001-AC4F-418D-AE19-62706E023703}">
                            <ahyp:hlinkClr xmlns:ahyp="http://schemas.microsoft.com/office/drawing/2018/hyperlinkcolor" val="tx"/>
                          </a:ext>
                        </a:extLst>
                      </a:hlinkClick>
                    </a:rPr>
                    <a:t>sami.karlik@tivio.com</a:t>
                  </a:r>
                  <a:endPar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p:txBody>
            </p:sp>
            <p:grpSp>
              <p:nvGrpSpPr>
                <p:cNvPr id="53" name="Group 52">
                  <a:extLst>
                    <a:ext uri="{FF2B5EF4-FFF2-40B4-BE49-F238E27FC236}">
                      <a16:creationId xmlns:a16="http://schemas.microsoft.com/office/drawing/2014/main" id="{DA9EBA82-D5CD-8AB7-06D6-DA72B5B3E41A}"/>
                    </a:ext>
                  </a:extLst>
                </p:cNvPr>
                <p:cNvGrpSpPr/>
                <p:nvPr/>
              </p:nvGrpSpPr>
              <p:grpSpPr>
                <a:xfrm>
                  <a:off x="1365731" y="1096645"/>
                  <a:ext cx="2153143" cy="776511"/>
                  <a:chOff x="1010106" y="1175547"/>
                  <a:chExt cx="2153143" cy="776511"/>
                </a:xfrm>
              </p:grpSpPr>
              <p:sp>
                <p:nvSpPr>
                  <p:cNvPr id="54" name="Rectangle: Single Corner Rounded 53">
                    <a:extLst>
                      <a:ext uri="{FF2B5EF4-FFF2-40B4-BE49-F238E27FC236}">
                        <a16:creationId xmlns:a16="http://schemas.microsoft.com/office/drawing/2014/main" id="{34C78208-3584-3B0C-9B81-CEF2409DDCA8}"/>
                      </a:ext>
                    </a:extLst>
                  </p:cNvPr>
                  <p:cNvSpPr/>
                  <p:nvPr/>
                </p:nvSpPr>
                <p:spPr>
                  <a:xfrm>
                    <a:off x="1010106" y="1767326"/>
                    <a:ext cx="462739" cy="184732"/>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R="3081" algn="ctr">
                      <a:spcBef>
                        <a:spcPts val="200"/>
                      </a:spcBef>
                      <a:spcAft>
                        <a:spcPts val="200"/>
                      </a:spcAft>
                      <a:defRPr/>
                    </a:pPr>
                    <a:r>
                      <a:rPr lang="pt-BR" sz="700" b="1">
                        <a:solidFill>
                          <a:srgbClr val="FFFFFF"/>
                        </a:solidFill>
                        <a:latin typeface="Versos" panose="020B0503020204030204" pitchFamily="34" charset="0"/>
                        <a:cs typeface="Helvetica"/>
                      </a:rPr>
                      <a:t>HEAD</a:t>
                    </a:r>
                  </a:p>
                </p:txBody>
              </p:sp>
              <p:sp>
                <p:nvSpPr>
                  <p:cNvPr id="55" name="object 40">
                    <a:extLst>
                      <a:ext uri="{FF2B5EF4-FFF2-40B4-BE49-F238E27FC236}">
                        <a16:creationId xmlns:a16="http://schemas.microsoft.com/office/drawing/2014/main" id="{2AB4AC39-CDD7-CEEE-70D0-1229408ED3CC}"/>
                      </a:ext>
                    </a:extLst>
                  </p:cNvPr>
                  <p:cNvSpPr txBox="1"/>
                  <p:nvPr/>
                </p:nvSpPr>
                <p:spPr>
                  <a:xfrm>
                    <a:off x="1010109" y="1175547"/>
                    <a:ext cx="2153140" cy="497646"/>
                  </a:xfrm>
                  <a:prstGeom prst="rect">
                    <a:avLst/>
                  </a:prstGeom>
                </p:spPr>
                <p:txBody>
                  <a:bodyPr vert="horz" wrap="square" lIns="0" tIns="0"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Sami </a:t>
                    </a:r>
                    <a:b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br>
                    <a:r>
                      <a:rPr kumimoji="0" lang="pt-BR" sz="1273" b="1" i="0" u="none" strike="noStrike" kern="0" cap="none" spc="0" normalizeH="0" baseline="0" noProof="0" err="1">
                        <a:ln>
                          <a:noFill/>
                        </a:ln>
                        <a:solidFill>
                          <a:srgbClr val="E6EDF1">
                            <a:lumMod val="90000"/>
                          </a:srgbClr>
                        </a:solidFill>
                        <a:effectLst/>
                        <a:uLnTx/>
                        <a:uFillTx/>
                        <a:latin typeface="Versos" panose="020B0503020204030204" pitchFamily="34" charset="0"/>
                        <a:cs typeface="Arial"/>
                        <a:sym typeface="Arial"/>
                      </a:rPr>
                      <a:t>Karlik</a:t>
                    </a: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 CFA</a:t>
                    </a:r>
                  </a:p>
                </p:txBody>
              </p:sp>
            </p:grpSp>
            <p:pic>
              <p:nvPicPr>
                <p:cNvPr id="65" name="object 9">
                  <a:extLst>
                    <a:ext uri="{FF2B5EF4-FFF2-40B4-BE49-F238E27FC236}">
                      <a16:creationId xmlns:a16="http://schemas.microsoft.com/office/drawing/2014/main" id="{B259AE8E-7841-C3B3-6933-5A7E38EBE990}"/>
                    </a:ext>
                  </a:extLst>
                </p:cNvPr>
                <p:cNvPicPr/>
                <p:nvPr/>
              </p:nvPicPr>
              <p:blipFill rotWithShape="1">
                <a:blip r:embed="rId4"/>
                <a:srcRect t="4817" b="26081"/>
                <a:stretch/>
              </p:blipFill>
              <p:spPr>
                <a:xfrm>
                  <a:off x="334963" y="1096645"/>
                  <a:ext cx="968992" cy="1004399"/>
                </a:xfrm>
                <a:prstGeom prst="round1Rect">
                  <a:avLst/>
                </a:prstGeom>
              </p:spPr>
            </p:pic>
          </p:grpSp>
        </p:grpSp>
        <p:grpSp>
          <p:nvGrpSpPr>
            <p:cNvPr id="5" name="Group 4">
              <a:extLst>
                <a:ext uri="{FF2B5EF4-FFF2-40B4-BE49-F238E27FC236}">
                  <a16:creationId xmlns:a16="http://schemas.microsoft.com/office/drawing/2014/main" id="{75E197B8-390C-4AB8-11DE-A2003355287B}"/>
                </a:ext>
              </a:extLst>
            </p:cNvPr>
            <p:cNvGrpSpPr/>
            <p:nvPr/>
          </p:nvGrpSpPr>
          <p:grpSpPr>
            <a:xfrm>
              <a:off x="793391" y="3343823"/>
              <a:ext cx="1422367" cy="172618"/>
              <a:chOff x="1429709" y="3340183"/>
              <a:chExt cx="1422367" cy="172618"/>
            </a:xfrm>
          </p:grpSpPr>
          <p:pic>
            <p:nvPicPr>
              <p:cNvPr id="69" name="Picture 2">
                <a:extLst>
                  <a:ext uri="{FF2B5EF4-FFF2-40B4-BE49-F238E27FC236}">
                    <a16:creationId xmlns:a16="http://schemas.microsoft.com/office/drawing/2014/main" id="{A11861FA-CFE3-0461-8AA3-A97C22273B4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rcRect t="13484" b="13484"/>
              <a:stretch/>
            </p:blipFill>
            <p:spPr bwMode="auto">
              <a:xfrm>
                <a:off x="2173140" y="3351683"/>
                <a:ext cx="678936" cy="134870"/>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6">
                <a:extLst>
                  <a:ext uri="{FF2B5EF4-FFF2-40B4-BE49-F238E27FC236}">
                    <a16:creationId xmlns:a16="http://schemas.microsoft.com/office/drawing/2014/main" id="{E54D04E6-EE55-5479-A3E0-C3827D9B28DA}"/>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tretch/>
            </p:blipFill>
            <p:spPr bwMode="auto">
              <a:xfrm>
                <a:off x="1782694" y="3342941"/>
                <a:ext cx="314151" cy="155864"/>
              </a:xfrm>
              <a:prstGeom prst="rect">
                <a:avLst/>
              </a:prstGeom>
              <a:extLst>
                <a:ext uri="{909E8E84-426E-40DD-AFC4-6F175D3DCCD1}">
                  <a14:hiddenFill xmlns:a14="http://schemas.microsoft.com/office/drawing/2010/main">
                    <a:solidFill>
                      <a:srgbClr val="FFFFFF"/>
                    </a:solidFill>
                  </a14:hiddenFill>
                </a:ext>
              </a:extLst>
            </p:spPr>
          </p:pic>
          <p:pic>
            <p:nvPicPr>
              <p:cNvPr id="71" name="Picture 8">
                <a:extLst>
                  <a:ext uri="{FF2B5EF4-FFF2-40B4-BE49-F238E27FC236}">
                    <a16:creationId xmlns:a16="http://schemas.microsoft.com/office/drawing/2014/main" id="{A9E1B480-7468-581E-2047-C2D3D32FE0D7}"/>
                  </a:ext>
                </a:extLst>
              </p:cNvPr>
              <p:cNvPicPr>
                <a:picLocks noChangeAspect="1" noChangeArrowheads="1"/>
              </p:cNvPicPr>
              <p:nvPr/>
            </p:nvPicPr>
            <p:blipFill>
              <a:blip r:embed="rId9"/>
              <a:srcRect/>
              <a:stretch/>
            </p:blipFill>
            <p:spPr bwMode="auto">
              <a:xfrm>
                <a:off x="1429709" y="3340183"/>
                <a:ext cx="222373" cy="17261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30" name="object 8">
            <a:extLst>
              <a:ext uri="{FF2B5EF4-FFF2-40B4-BE49-F238E27FC236}">
                <a16:creationId xmlns:a16="http://schemas.microsoft.com/office/drawing/2014/main" id="{64575214-A18A-B8C1-D20D-77B253489E75}"/>
              </a:ext>
            </a:extLst>
          </p:cNvPr>
          <p:cNvSpPr/>
          <p:nvPr/>
        </p:nvSpPr>
        <p:spPr>
          <a:xfrm>
            <a:off x="3206501" y="1026048"/>
            <a:ext cx="2824523"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131" name="bg object 18">
            <a:extLst>
              <a:ext uri="{FF2B5EF4-FFF2-40B4-BE49-F238E27FC236}">
                <a16:creationId xmlns:a16="http://schemas.microsoft.com/office/drawing/2014/main" id="{4836BC25-DF8F-B405-57B6-C7E99C2494DA}"/>
              </a:ext>
            </a:extLst>
          </p:cNvPr>
          <p:cNvSpPr/>
          <p:nvPr/>
        </p:nvSpPr>
        <p:spPr>
          <a:xfrm>
            <a:off x="3329268" y="3228477"/>
            <a:ext cx="2163539"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grpSp>
        <p:nvGrpSpPr>
          <p:cNvPr id="132" name="Group 131">
            <a:extLst>
              <a:ext uri="{FF2B5EF4-FFF2-40B4-BE49-F238E27FC236}">
                <a16:creationId xmlns:a16="http://schemas.microsoft.com/office/drawing/2014/main" id="{44492E0A-3964-1D5D-50BF-D163F25B2A52}"/>
              </a:ext>
            </a:extLst>
          </p:cNvPr>
          <p:cNvGrpSpPr/>
          <p:nvPr/>
        </p:nvGrpSpPr>
        <p:grpSpPr>
          <a:xfrm>
            <a:off x="3329268" y="1110333"/>
            <a:ext cx="2701756" cy="1946852"/>
            <a:chOff x="753951" y="1096645"/>
            <a:chExt cx="2701756" cy="1946852"/>
          </a:xfrm>
        </p:grpSpPr>
        <p:sp>
          <p:nvSpPr>
            <p:cNvPr id="137" name="object 15">
              <a:extLst>
                <a:ext uri="{FF2B5EF4-FFF2-40B4-BE49-F238E27FC236}">
                  <a16:creationId xmlns:a16="http://schemas.microsoft.com/office/drawing/2014/main" id="{E89B5F95-8F26-2724-60D2-B6155B44C97A}"/>
                </a:ext>
              </a:extLst>
            </p:cNvPr>
            <p:cNvSpPr txBox="1"/>
            <p:nvPr/>
          </p:nvSpPr>
          <p:spPr>
            <a:xfrm>
              <a:off x="753951" y="1998832"/>
              <a:ext cx="2701756" cy="1044665"/>
            </a:xfrm>
            <a:prstGeom prst="rect">
              <a:avLst/>
            </a:prstGeom>
          </p:spPr>
          <p:txBody>
            <a:bodyPr vert="horz" wrap="square" lIns="0" tIns="0" rIns="0" bIns="0" numCol="1" rtlCol="0" anchor="t" anchorCtr="0">
              <a:noAutofit/>
            </a:bodyPr>
            <a:lstStyle/>
            <a:p>
              <a:pPr marR="2540">
                <a:spcBef>
                  <a:spcPts val="200"/>
                </a:spcBef>
                <a:spcAft>
                  <a:spcPts val="200"/>
                </a:spcAft>
                <a:defRPr/>
              </a:pPr>
              <a:r>
                <a:rPr lang="pt-BR" sz="700">
                  <a:solidFill>
                    <a:srgbClr val="FFFFFF"/>
                  </a:solidFill>
                  <a:latin typeface="Versos Light"/>
                  <a:cs typeface="Helvetica"/>
                </a:rPr>
                <a:t>Pedro Bento integra a área de gestão dos fundos de crédito da </a:t>
              </a:r>
              <a:r>
                <a:rPr lang="pt-BR" sz="700" err="1">
                  <a:solidFill>
                    <a:srgbClr val="FFFFFF"/>
                  </a:solidFill>
                  <a:latin typeface="Versos Light"/>
                  <a:cs typeface="Helvetica"/>
                </a:rPr>
                <a:t>Tivio</a:t>
              </a:r>
              <a:r>
                <a:rPr lang="pt-BR" sz="700">
                  <a:solidFill>
                    <a:srgbClr val="FFFFFF"/>
                  </a:solidFill>
                  <a:latin typeface="Versos Light"/>
                  <a:cs typeface="Helvetica"/>
                </a:rPr>
                <a:t> capital desde 2019. Iniciou sua carreira em 2014 na BV </a:t>
              </a:r>
              <a:r>
                <a:rPr lang="pt-BR" sz="700" err="1">
                  <a:solidFill>
                    <a:srgbClr val="FFFFFF"/>
                  </a:solidFill>
                  <a:latin typeface="Versos Light"/>
                  <a:cs typeface="Helvetica"/>
                </a:rPr>
                <a:t>Asset</a:t>
              </a:r>
              <a:r>
                <a:rPr lang="pt-BR" sz="700">
                  <a:solidFill>
                    <a:srgbClr val="FFFFFF"/>
                  </a:solidFill>
                  <a:latin typeface="Versos Light"/>
                  <a:cs typeface="Helvetica"/>
                </a:rPr>
                <a:t> auxiliando na gestão de Fundos Imobiliários. No início de 2019 migrou para área de Gestão de Crédito, onde passou acompanhar as estratégias dos Fundos e o mercado de títulos de dívida corporativa.</a:t>
              </a:r>
              <a:br>
                <a:rPr lang="pt-BR" sz="700">
                  <a:latin typeface="Versos Light" panose="020B0403020204030204" pitchFamily="34" charset="0"/>
                  <a:cs typeface="Helvetica"/>
                </a:rPr>
              </a:br>
              <a:br>
                <a:rPr lang="pt-BR" sz="700">
                  <a:latin typeface="Versos Light" panose="020B0403020204030204" pitchFamily="34" charset="0"/>
                  <a:cs typeface="Helvetica"/>
                </a:rPr>
              </a:br>
              <a:r>
                <a:rPr lang="pt-BR" sz="700">
                  <a:solidFill>
                    <a:srgbClr val="FFFFFF"/>
                  </a:solidFill>
                  <a:latin typeface="Versos Light"/>
                  <a:cs typeface="Helvetica"/>
                </a:rPr>
                <a:t>É formado em administração de empresas pelo Insper e possui certificações CFA, CGA e CGE.</a:t>
              </a:r>
              <a:endParaRPr lang="pt-BR"/>
            </a:p>
          </p:txBody>
        </p:sp>
        <p:grpSp>
          <p:nvGrpSpPr>
            <p:cNvPr id="138" name="Group 137">
              <a:extLst>
                <a:ext uri="{FF2B5EF4-FFF2-40B4-BE49-F238E27FC236}">
                  <a16:creationId xmlns:a16="http://schemas.microsoft.com/office/drawing/2014/main" id="{CCC449A9-2B5F-6FCC-10CF-7F85890D4B3A}"/>
                </a:ext>
              </a:extLst>
            </p:cNvPr>
            <p:cNvGrpSpPr/>
            <p:nvPr/>
          </p:nvGrpSpPr>
          <p:grpSpPr>
            <a:xfrm>
              <a:off x="753951" y="1096645"/>
              <a:ext cx="2477007" cy="781398"/>
              <a:chOff x="334963" y="1096645"/>
              <a:chExt cx="3183911" cy="1004399"/>
            </a:xfrm>
          </p:grpSpPr>
          <p:sp>
            <p:nvSpPr>
              <p:cNvPr id="139" name="object 41">
                <a:extLst>
                  <a:ext uri="{FF2B5EF4-FFF2-40B4-BE49-F238E27FC236}">
                    <a16:creationId xmlns:a16="http://schemas.microsoft.com/office/drawing/2014/main" id="{74FD63A0-C0B2-5226-5441-1F528B77CBFD}"/>
                  </a:ext>
                </a:extLst>
              </p:cNvPr>
              <p:cNvSpPr txBox="1"/>
              <p:nvPr/>
            </p:nvSpPr>
            <p:spPr>
              <a:xfrm>
                <a:off x="1365731" y="1967289"/>
                <a:ext cx="1697448" cy="126582"/>
              </a:xfrm>
              <a:prstGeom prst="rect">
                <a:avLst/>
              </a:prstGeom>
            </p:spPr>
            <p:txBody>
              <a:bodyPr vert="horz" wrap="square" lIns="0" tIns="0" rIns="0" bIns="0" rtlCol="0">
                <a:noAutofit/>
              </a:bodyPr>
              <a:lstStyle/>
              <a:p>
                <a:pPr marL="7701">
                  <a:spcBef>
                    <a:spcPts val="76"/>
                  </a:spcBef>
                  <a:defRPr/>
                </a:pPr>
                <a:r>
                  <a:rPr lang="pt-BR" sz="800">
                    <a:solidFill>
                      <a:srgbClr val="FFFFFF"/>
                    </a:solidFill>
                    <a:latin typeface="Versos" panose="020B0503020204030204" pitchFamily="34" charset="0"/>
                    <a:hlinkClick r:id="rId10">
                      <a:extLst>
                        <a:ext uri="{A12FA001-AC4F-418D-AE19-62706E023703}">
                          <ahyp:hlinkClr xmlns:ahyp="http://schemas.microsoft.com/office/drawing/2018/hyperlinkcolor" val="tx"/>
                        </a:ext>
                      </a:extLst>
                    </a:hlinkClick>
                  </a:rPr>
                  <a:t>pedro.bento@tivio.com</a:t>
                </a:r>
                <a:endParaRPr lang="pt-BR" sz="800">
                  <a:solidFill>
                    <a:srgbClr val="FFFFFF"/>
                  </a:solidFill>
                  <a:latin typeface="Versos" panose="020B0503020204030204" pitchFamily="34" charset="0"/>
                </a:endParaRPr>
              </a:p>
            </p:txBody>
          </p:sp>
          <p:grpSp>
            <p:nvGrpSpPr>
              <p:cNvPr id="140" name="Group 139">
                <a:extLst>
                  <a:ext uri="{FF2B5EF4-FFF2-40B4-BE49-F238E27FC236}">
                    <a16:creationId xmlns:a16="http://schemas.microsoft.com/office/drawing/2014/main" id="{924E811D-888E-69E3-2D06-6A1972EB9A77}"/>
                  </a:ext>
                </a:extLst>
              </p:cNvPr>
              <p:cNvGrpSpPr/>
              <p:nvPr/>
            </p:nvGrpSpPr>
            <p:grpSpPr>
              <a:xfrm>
                <a:off x="1365731" y="1096645"/>
                <a:ext cx="2153143" cy="776511"/>
                <a:chOff x="1010106" y="1175547"/>
                <a:chExt cx="2153143" cy="776511"/>
              </a:xfrm>
            </p:grpSpPr>
            <p:sp>
              <p:nvSpPr>
                <p:cNvPr id="142" name="Rectangle: Single Corner Rounded 141">
                  <a:extLst>
                    <a:ext uri="{FF2B5EF4-FFF2-40B4-BE49-F238E27FC236}">
                      <a16:creationId xmlns:a16="http://schemas.microsoft.com/office/drawing/2014/main" id="{C57B8817-B966-2C3F-65DD-E0F8C8F7B83B}"/>
                    </a:ext>
                  </a:extLst>
                </p:cNvPr>
                <p:cNvSpPr/>
                <p:nvPr/>
              </p:nvSpPr>
              <p:spPr>
                <a:xfrm>
                  <a:off x="1010106" y="1767326"/>
                  <a:ext cx="601561" cy="184732"/>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R="3081" algn="ctr">
                    <a:spcBef>
                      <a:spcPts val="200"/>
                    </a:spcBef>
                    <a:spcAft>
                      <a:spcPts val="200"/>
                    </a:spcAft>
                    <a:defRPr/>
                  </a:pPr>
                  <a:r>
                    <a:rPr lang="pt-BR" sz="700" b="1">
                      <a:solidFill>
                        <a:srgbClr val="FFFFFF"/>
                      </a:solidFill>
                      <a:latin typeface="Versos" panose="020B0503020204030204" pitchFamily="34" charset="0"/>
                      <a:cs typeface="Helvetica"/>
                    </a:rPr>
                    <a:t>GESTOR</a:t>
                  </a:r>
                </a:p>
              </p:txBody>
            </p:sp>
            <p:sp>
              <p:nvSpPr>
                <p:cNvPr id="143" name="object 40">
                  <a:extLst>
                    <a:ext uri="{FF2B5EF4-FFF2-40B4-BE49-F238E27FC236}">
                      <a16:creationId xmlns:a16="http://schemas.microsoft.com/office/drawing/2014/main" id="{89F1C1E6-419A-AA3A-A950-4ECD143802B6}"/>
                    </a:ext>
                  </a:extLst>
                </p:cNvPr>
                <p:cNvSpPr txBox="1"/>
                <p:nvPr/>
              </p:nvSpPr>
              <p:spPr>
                <a:xfrm>
                  <a:off x="1010109" y="1175547"/>
                  <a:ext cx="2153140" cy="497646"/>
                </a:xfrm>
                <a:prstGeom prst="rect">
                  <a:avLst/>
                </a:prstGeom>
              </p:spPr>
              <p:txBody>
                <a:bodyPr vert="horz" wrap="square" lIns="0" tIns="0" rIns="0" bIns="0" rtlCol="0">
                  <a:spAutoFit/>
                </a:bodyPr>
                <a:lstStyle/>
                <a:p>
                  <a:pPr marL="7701" marR="3081" lvl="0">
                    <a:lnSpc>
                      <a:spcPct val="101200"/>
                    </a:lnSpc>
                    <a:spcBef>
                      <a:spcPts val="58"/>
                    </a:spcBef>
                    <a:defRPr/>
                  </a:pPr>
                  <a:r>
                    <a:rPr lang="pt-BR" sz="1273" b="1">
                      <a:solidFill>
                        <a:srgbClr val="E6EDF1">
                          <a:lumMod val="90000"/>
                        </a:srgbClr>
                      </a:solidFill>
                      <a:latin typeface="Versos" panose="020B0503020204030204" pitchFamily="34" charset="0"/>
                    </a:rPr>
                    <a:t>Pedro </a:t>
                  </a:r>
                  <a:br>
                    <a:rPr lang="pt-BR" sz="1273" b="1">
                      <a:solidFill>
                        <a:srgbClr val="E6EDF1">
                          <a:lumMod val="90000"/>
                        </a:srgbClr>
                      </a:solidFill>
                      <a:latin typeface="Versos" panose="020B0503020204030204" pitchFamily="34" charset="0"/>
                    </a:rPr>
                  </a:br>
                  <a:r>
                    <a:rPr lang="pt-BR" sz="1273" b="1">
                      <a:solidFill>
                        <a:srgbClr val="E6EDF1">
                          <a:lumMod val="90000"/>
                        </a:srgbClr>
                      </a:solidFill>
                      <a:latin typeface="Versos" panose="020B0503020204030204" pitchFamily="34" charset="0"/>
                    </a:rPr>
                    <a:t>Bento, CFA</a:t>
                  </a:r>
                </a:p>
              </p:txBody>
            </p:sp>
          </p:grpSp>
          <p:pic>
            <p:nvPicPr>
              <p:cNvPr id="141" name="object 9">
                <a:extLst>
                  <a:ext uri="{FF2B5EF4-FFF2-40B4-BE49-F238E27FC236}">
                    <a16:creationId xmlns:a16="http://schemas.microsoft.com/office/drawing/2014/main" id="{8CFBD527-53EB-B31E-68E4-0624C5E0B3B9}"/>
                  </a:ext>
                </a:extLst>
              </p:cNvPr>
              <p:cNvPicPr/>
              <p:nvPr/>
            </p:nvPicPr>
            <p:blipFill>
              <a:blip r:embed="rId11"/>
              <a:srcRect l="1958" r="1958"/>
              <a:stretch/>
            </p:blipFill>
            <p:spPr>
              <a:xfrm>
                <a:off x="334963" y="1096645"/>
                <a:ext cx="968992" cy="1004399"/>
              </a:xfrm>
              <a:prstGeom prst="round1Rect">
                <a:avLst/>
              </a:prstGeom>
              <a:blipFill dpi="0" rotWithShape="1">
                <a:blip r:embed="rId11">
                  <a:extLst>
                    <a:ext uri="{28A0092B-C50C-407E-A947-70E740481C1C}">
                      <a14:useLocalDpi xmlns:a14="http://schemas.microsoft.com/office/drawing/2010/main" val="0"/>
                    </a:ext>
                  </a:extLst>
                </a:blip>
                <a:srcRect/>
                <a:stretch>
                  <a:fillRect/>
                </a:stretch>
              </a:blipFill>
            </p:spPr>
          </p:pic>
        </p:grpSp>
      </p:grpSp>
      <p:grpSp>
        <p:nvGrpSpPr>
          <p:cNvPr id="159" name="Group 158">
            <a:extLst>
              <a:ext uri="{FF2B5EF4-FFF2-40B4-BE49-F238E27FC236}">
                <a16:creationId xmlns:a16="http://schemas.microsoft.com/office/drawing/2014/main" id="{3B095901-24CB-A8AF-07C6-1E9E8889933E}"/>
              </a:ext>
            </a:extLst>
          </p:cNvPr>
          <p:cNvGrpSpPr/>
          <p:nvPr/>
        </p:nvGrpSpPr>
        <p:grpSpPr>
          <a:xfrm>
            <a:off x="6112964" y="1026048"/>
            <a:ext cx="2824523" cy="2575260"/>
            <a:chOff x="300038" y="1016000"/>
            <a:chExt cx="2824523" cy="2575260"/>
          </a:xfrm>
        </p:grpSpPr>
        <p:sp>
          <p:nvSpPr>
            <p:cNvPr id="160" name="object 8">
              <a:extLst>
                <a:ext uri="{FF2B5EF4-FFF2-40B4-BE49-F238E27FC236}">
                  <a16:creationId xmlns:a16="http://schemas.microsoft.com/office/drawing/2014/main" id="{7CA54381-7492-CC4C-8733-142EF36DAFBD}"/>
                </a:ext>
              </a:extLst>
            </p:cNvPr>
            <p:cNvSpPr/>
            <p:nvPr/>
          </p:nvSpPr>
          <p:spPr>
            <a:xfrm>
              <a:off x="300038" y="1016000"/>
              <a:ext cx="2824523"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161" name="bg object 18">
              <a:extLst>
                <a:ext uri="{FF2B5EF4-FFF2-40B4-BE49-F238E27FC236}">
                  <a16:creationId xmlns:a16="http://schemas.microsoft.com/office/drawing/2014/main" id="{D25B281A-F5E5-CC5D-6D52-78E46C4F1DBF}"/>
                </a:ext>
              </a:extLst>
            </p:cNvPr>
            <p:cNvSpPr/>
            <p:nvPr/>
          </p:nvSpPr>
          <p:spPr>
            <a:xfrm>
              <a:off x="422805" y="3218429"/>
              <a:ext cx="2163539"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grpSp>
          <p:nvGrpSpPr>
            <p:cNvPr id="162" name="Group 161">
              <a:extLst>
                <a:ext uri="{FF2B5EF4-FFF2-40B4-BE49-F238E27FC236}">
                  <a16:creationId xmlns:a16="http://schemas.microsoft.com/office/drawing/2014/main" id="{F52797A8-0F07-831E-3DE5-258F30C2D700}"/>
                </a:ext>
              </a:extLst>
            </p:cNvPr>
            <p:cNvGrpSpPr/>
            <p:nvPr/>
          </p:nvGrpSpPr>
          <p:grpSpPr>
            <a:xfrm>
              <a:off x="422805" y="1100285"/>
              <a:ext cx="2701756" cy="1946852"/>
              <a:chOff x="753951" y="1096645"/>
              <a:chExt cx="2701756" cy="1946852"/>
            </a:xfrm>
          </p:grpSpPr>
          <p:sp>
            <p:nvSpPr>
              <p:cNvPr id="167" name="object 15">
                <a:extLst>
                  <a:ext uri="{FF2B5EF4-FFF2-40B4-BE49-F238E27FC236}">
                    <a16:creationId xmlns:a16="http://schemas.microsoft.com/office/drawing/2014/main" id="{C3C86205-CDD4-AC71-36B2-025FD88FEEC6}"/>
                  </a:ext>
                </a:extLst>
              </p:cNvPr>
              <p:cNvSpPr txBox="1"/>
              <p:nvPr/>
            </p:nvSpPr>
            <p:spPr>
              <a:xfrm>
                <a:off x="753951" y="1998832"/>
                <a:ext cx="2701756" cy="1044665"/>
              </a:xfrm>
              <a:prstGeom prst="rect">
                <a:avLst/>
              </a:prstGeom>
            </p:spPr>
            <p:txBody>
              <a:bodyPr vert="horz" wrap="square" lIns="0" tIns="0" rIns="0" bIns="0" numCol="1" rtlCol="0" anchor="t" anchorCtr="0">
                <a:noAutofit/>
              </a:bodyPr>
              <a:lstStyle/>
              <a:p>
                <a:pPr marR="3081" lvl="0">
                  <a:spcBef>
                    <a:spcPts val="200"/>
                  </a:spcBef>
                  <a:spcAft>
                    <a:spcPts val="200"/>
                  </a:spcAft>
                  <a:defRPr/>
                </a:pPr>
                <a:r>
                  <a:rPr lang="pt-BR" sz="700">
                    <a:solidFill>
                      <a:srgbClr val="FFFFFF"/>
                    </a:solidFill>
                    <a:latin typeface="Versos Light" panose="020B0403020204030204" pitchFamily="34" charset="0"/>
                    <a:cs typeface="Helvetica"/>
                  </a:rPr>
                  <a:t>Formado em engenharia Mecânica no Instituto Tecnológico de Aeronáutica, possui experiência no mercado financeiro com passagens em áreas de análise de renda fixa local, M&amp;A e Inteligência de Mercado referente a indústria brasileira de fundos. </a:t>
                </a:r>
              </a:p>
              <a:p>
                <a:pPr marR="3081" lvl="0">
                  <a:spcBef>
                    <a:spcPts val="200"/>
                  </a:spcBef>
                  <a:spcAft>
                    <a:spcPts val="200"/>
                  </a:spcAft>
                  <a:defRPr/>
                </a:pPr>
                <a:r>
                  <a:rPr lang="pt-BR" sz="700">
                    <a:solidFill>
                      <a:srgbClr val="FFFFFF"/>
                    </a:solidFill>
                    <a:latin typeface="Versos Light" panose="020B0403020204030204" pitchFamily="34" charset="0"/>
                    <a:cs typeface="Helvetica"/>
                  </a:rPr>
                  <a:t>Além disso, teve passagens por grandes casas como Pátria Investimentos e Safra </a:t>
                </a:r>
                <a:r>
                  <a:rPr lang="pt-BR" sz="700" err="1">
                    <a:solidFill>
                      <a:srgbClr val="FFFFFF"/>
                    </a:solidFill>
                    <a:latin typeface="Versos Light" panose="020B0403020204030204" pitchFamily="34" charset="0"/>
                    <a:cs typeface="Helvetica"/>
                  </a:rPr>
                  <a:t>Asset</a:t>
                </a:r>
                <a:r>
                  <a:rPr lang="pt-BR" sz="700">
                    <a:solidFill>
                      <a:srgbClr val="FFFFFF"/>
                    </a:solidFill>
                    <a:latin typeface="Versos Light" panose="020B0403020204030204" pitchFamily="34" charset="0"/>
                    <a:cs typeface="Helvetica"/>
                  </a:rPr>
                  <a:t> Management.</a:t>
                </a:r>
              </a:p>
            </p:txBody>
          </p:sp>
          <p:grpSp>
            <p:nvGrpSpPr>
              <p:cNvPr id="168" name="Group 167">
                <a:extLst>
                  <a:ext uri="{FF2B5EF4-FFF2-40B4-BE49-F238E27FC236}">
                    <a16:creationId xmlns:a16="http://schemas.microsoft.com/office/drawing/2014/main" id="{C97FB75D-F56A-177C-8B26-57D0C4F440EC}"/>
                  </a:ext>
                </a:extLst>
              </p:cNvPr>
              <p:cNvGrpSpPr/>
              <p:nvPr/>
            </p:nvGrpSpPr>
            <p:grpSpPr>
              <a:xfrm>
                <a:off x="753951" y="1096645"/>
                <a:ext cx="2477007" cy="781398"/>
                <a:chOff x="334963" y="1096645"/>
                <a:chExt cx="3183911" cy="1004399"/>
              </a:xfrm>
            </p:grpSpPr>
            <p:sp>
              <p:nvSpPr>
                <p:cNvPr id="169" name="object 41">
                  <a:extLst>
                    <a:ext uri="{FF2B5EF4-FFF2-40B4-BE49-F238E27FC236}">
                      <a16:creationId xmlns:a16="http://schemas.microsoft.com/office/drawing/2014/main" id="{B085A0B0-B12A-2010-07EC-48A466A76B4F}"/>
                    </a:ext>
                  </a:extLst>
                </p:cNvPr>
                <p:cNvSpPr txBox="1"/>
                <p:nvPr/>
              </p:nvSpPr>
              <p:spPr>
                <a:xfrm>
                  <a:off x="1365731" y="1967289"/>
                  <a:ext cx="1697448" cy="126582"/>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lang="pt-BR" sz="800">
                      <a:solidFill>
                        <a:schemeClr val="bg1"/>
                      </a:solidFill>
                      <a:latin typeface="Versos" panose="020B0503020204030204" pitchFamily="34" charset="0"/>
                      <a:hlinkClick r:id="rId12">
                        <a:extLst>
                          <a:ext uri="{A12FA001-AC4F-418D-AE19-62706E023703}">
                            <ahyp:hlinkClr xmlns:ahyp="http://schemas.microsoft.com/office/drawing/2018/hyperlinkcolor" val="tx"/>
                          </a:ext>
                        </a:extLst>
                      </a:hlinkClick>
                    </a:rPr>
                    <a:t>pedro.nobre@tivio.com</a:t>
                  </a:r>
                  <a:endParaRPr lang="pt-BR" sz="800">
                    <a:solidFill>
                      <a:schemeClr val="bg1"/>
                    </a:solidFill>
                    <a:latin typeface="Versos" panose="020B0503020204030204" pitchFamily="34" charset="0"/>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chemeClr val="bg1"/>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chemeClr val="bg1"/>
                    </a:solidFill>
                    <a:effectLst/>
                    <a:uLnTx/>
                    <a:uFillTx/>
                    <a:latin typeface="Versos" panose="020B0503020204030204" pitchFamily="34" charset="0"/>
                    <a:cs typeface="Arial"/>
                    <a:sym typeface="Arial"/>
                  </a:endParaRPr>
                </a:p>
              </p:txBody>
            </p:sp>
            <p:grpSp>
              <p:nvGrpSpPr>
                <p:cNvPr id="170" name="Group 169">
                  <a:extLst>
                    <a:ext uri="{FF2B5EF4-FFF2-40B4-BE49-F238E27FC236}">
                      <a16:creationId xmlns:a16="http://schemas.microsoft.com/office/drawing/2014/main" id="{993E8FE6-A99A-4DF0-9AFD-D650C4FECB34}"/>
                    </a:ext>
                  </a:extLst>
                </p:cNvPr>
                <p:cNvGrpSpPr/>
                <p:nvPr/>
              </p:nvGrpSpPr>
              <p:grpSpPr>
                <a:xfrm>
                  <a:off x="1365731" y="1096645"/>
                  <a:ext cx="2153143" cy="776511"/>
                  <a:chOff x="1010106" y="1175547"/>
                  <a:chExt cx="2153143" cy="776511"/>
                </a:xfrm>
              </p:grpSpPr>
              <p:sp>
                <p:nvSpPr>
                  <p:cNvPr id="172" name="Rectangle: Single Corner Rounded 171">
                    <a:extLst>
                      <a:ext uri="{FF2B5EF4-FFF2-40B4-BE49-F238E27FC236}">
                        <a16:creationId xmlns:a16="http://schemas.microsoft.com/office/drawing/2014/main" id="{5D14AEAD-4BEC-1E27-215D-FCD58389B708}"/>
                      </a:ext>
                    </a:extLst>
                  </p:cNvPr>
                  <p:cNvSpPr/>
                  <p:nvPr/>
                </p:nvSpPr>
                <p:spPr>
                  <a:xfrm>
                    <a:off x="1010106" y="1767326"/>
                    <a:ext cx="555287" cy="184732"/>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R="3081" algn="ctr">
                      <a:spcBef>
                        <a:spcPts val="200"/>
                      </a:spcBef>
                      <a:spcAft>
                        <a:spcPts val="200"/>
                      </a:spcAft>
                      <a:defRPr/>
                    </a:pPr>
                    <a:r>
                      <a:rPr lang="pt-BR" sz="700" b="1">
                        <a:solidFill>
                          <a:srgbClr val="FFFFFF"/>
                        </a:solidFill>
                        <a:latin typeface="Versos" panose="020B0503020204030204" pitchFamily="34" charset="0"/>
                        <a:cs typeface="Helvetica"/>
                      </a:rPr>
                      <a:t>TRADER</a:t>
                    </a:r>
                  </a:p>
                </p:txBody>
              </p:sp>
              <p:sp>
                <p:nvSpPr>
                  <p:cNvPr id="173" name="object 40">
                    <a:extLst>
                      <a:ext uri="{FF2B5EF4-FFF2-40B4-BE49-F238E27FC236}">
                        <a16:creationId xmlns:a16="http://schemas.microsoft.com/office/drawing/2014/main" id="{4F2873B1-1E7E-87CE-9730-B7C1019F5C60}"/>
                      </a:ext>
                    </a:extLst>
                  </p:cNvPr>
                  <p:cNvSpPr txBox="1"/>
                  <p:nvPr/>
                </p:nvSpPr>
                <p:spPr>
                  <a:xfrm>
                    <a:off x="1010109" y="1175547"/>
                    <a:ext cx="2153140" cy="514130"/>
                  </a:xfrm>
                  <a:prstGeom prst="rect">
                    <a:avLst/>
                  </a:prstGeom>
                </p:spPr>
                <p:txBody>
                  <a:bodyPr vert="horz" wrap="square" lIns="0" tIns="0" rIns="0" bIns="0" rtlCol="0">
                    <a:spAutoFit/>
                  </a:bodyPr>
                  <a:lstStyle/>
                  <a:p>
                    <a:pPr marL="7701" marR="3081" lvl="0">
                      <a:lnSpc>
                        <a:spcPct val="101200"/>
                      </a:lnSpc>
                      <a:spcBef>
                        <a:spcPts val="58"/>
                      </a:spcBef>
                      <a:defRPr/>
                    </a:pPr>
                    <a:r>
                      <a:rPr lang="pt-BR" sz="1273" b="1">
                        <a:solidFill>
                          <a:srgbClr val="E6EDF1">
                            <a:lumMod val="90000"/>
                          </a:srgbClr>
                        </a:solidFill>
                        <a:latin typeface="Versos" panose="020B0503020204030204" pitchFamily="34" charset="0"/>
                      </a:rPr>
                      <a:t>Pedro</a:t>
                    </a:r>
                  </a:p>
                  <a:p>
                    <a:pPr marL="7701" marR="3081" lvl="0">
                      <a:lnSpc>
                        <a:spcPct val="101200"/>
                      </a:lnSpc>
                      <a:spcBef>
                        <a:spcPts val="58"/>
                      </a:spcBef>
                      <a:defRPr/>
                    </a:pPr>
                    <a:r>
                      <a:rPr lang="pt-BR" sz="1273" b="1">
                        <a:solidFill>
                          <a:srgbClr val="E6EDF1">
                            <a:lumMod val="90000"/>
                          </a:srgbClr>
                        </a:solidFill>
                        <a:latin typeface="Versos" panose="020B0503020204030204" pitchFamily="34" charset="0"/>
                      </a:rPr>
                      <a:t>Nobre</a:t>
                    </a:r>
                  </a:p>
                </p:txBody>
              </p:sp>
            </p:grpSp>
            <p:pic>
              <p:nvPicPr>
                <p:cNvPr id="171" name="object 9">
                  <a:extLst>
                    <a:ext uri="{FF2B5EF4-FFF2-40B4-BE49-F238E27FC236}">
                      <a16:creationId xmlns:a16="http://schemas.microsoft.com/office/drawing/2014/main" id="{95936533-6626-F486-3D80-FC6AA42BC211}"/>
                    </a:ext>
                  </a:extLst>
                </p:cNvPr>
                <p:cNvPicPr/>
                <p:nvPr/>
              </p:nvPicPr>
              <p:blipFill rotWithShape="1">
                <a:blip r:embed="rId13"/>
                <a:srcRect l="8429" t="2622" r="14019" b="43788"/>
                <a:stretch>
                  <a:fillRect/>
                </a:stretch>
              </p:blipFill>
              <p:spPr>
                <a:xfrm>
                  <a:off x="334963" y="1096645"/>
                  <a:ext cx="968992" cy="1004399"/>
                </a:xfrm>
                <a:prstGeom prst="round1Rect">
                  <a:avLst/>
                </a:prstGeom>
              </p:spPr>
            </p:pic>
          </p:grpSp>
        </p:grpSp>
      </p:grpSp>
      <p:grpSp>
        <p:nvGrpSpPr>
          <p:cNvPr id="174" name="Group 173">
            <a:extLst>
              <a:ext uri="{FF2B5EF4-FFF2-40B4-BE49-F238E27FC236}">
                <a16:creationId xmlns:a16="http://schemas.microsoft.com/office/drawing/2014/main" id="{EFA5224E-FD7F-4CE3-92AF-C64034F867E1}"/>
              </a:ext>
            </a:extLst>
          </p:cNvPr>
          <p:cNvGrpSpPr/>
          <p:nvPr/>
        </p:nvGrpSpPr>
        <p:grpSpPr>
          <a:xfrm>
            <a:off x="9032515" y="1025248"/>
            <a:ext cx="2824523" cy="2575260"/>
            <a:chOff x="300038" y="1016000"/>
            <a:chExt cx="2824523" cy="2575260"/>
          </a:xfrm>
        </p:grpSpPr>
        <p:sp>
          <p:nvSpPr>
            <p:cNvPr id="175" name="object 8">
              <a:extLst>
                <a:ext uri="{FF2B5EF4-FFF2-40B4-BE49-F238E27FC236}">
                  <a16:creationId xmlns:a16="http://schemas.microsoft.com/office/drawing/2014/main" id="{54AF77F1-27D5-13CC-7591-045077BF1DF1}"/>
                </a:ext>
              </a:extLst>
            </p:cNvPr>
            <p:cNvSpPr/>
            <p:nvPr/>
          </p:nvSpPr>
          <p:spPr>
            <a:xfrm>
              <a:off x="300038" y="1016000"/>
              <a:ext cx="2824523"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176" name="bg object 18">
              <a:extLst>
                <a:ext uri="{FF2B5EF4-FFF2-40B4-BE49-F238E27FC236}">
                  <a16:creationId xmlns:a16="http://schemas.microsoft.com/office/drawing/2014/main" id="{9760DD74-0D6A-870F-2EFC-A1484D02C6E3}"/>
                </a:ext>
              </a:extLst>
            </p:cNvPr>
            <p:cNvSpPr/>
            <p:nvPr/>
          </p:nvSpPr>
          <p:spPr>
            <a:xfrm>
              <a:off x="422805" y="3218429"/>
              <a:ext cx="2163539"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grpSp>
          <p:nvGrpSpPr>
            <p:cNvPr id="177" name="Group 176">
              <a:extLst>
                <a:ext uri="{FF2B5EF4-FFF2-40B4-BE49-F238E27FC236}">
                  <a16:creationId xmlns:a16="http://schemas.microsoft.com/office/drawing/2014/main" id="{032648BE-2A4F-8141-EB53-CA23211EBE8E}"/>
                </a:ext>
              </a:extLst>
            </p:cNvPr>
            <p:cNvGrpSpPr/>
            <p:nvPr/>
          </p:nvGrpSpPr>
          <p:grpSpPr>
            <a:xfrm>
              <a:off x="422805" y="1100287"/>
              <a:ext cx="2701756" cy="1946850"/>
              <a:chOff x="753951" y="1096647"/>
              <a:chExt cx="2701756" cy="1946850"/>
            </a:xfrm>
          </p:grpSpPr>
          <p:sp>
            <p:nvSpPr>
              <p:cNvPr id="182" name="object 15">
                <a:extLst>
                  <a:ext uri="{FF2B5EF4-FFF2-40B4-BE49-F238E27FC236}">
                    <a16:creationId xmlns:a16="http://schemas.microsoft.com/office/drawing/2014/main" id="{68C3EDDF-A85C-DA7C-13DA-A3A5E3F3ABDE}"/>
                  </a:ext>
                </a:extLst>
              </p:cNvPr>
              <p:cNvSpPr txBox="1"/>
              <p:nvPr/>
            </p:nvSpPr>
            <p:spPr>
              <a:xfrm>
                <a:off x="753951" y="1998832"/>
                <a:ext cx="2701756" cy="1044665"/>
              </a:xfrm>
              <a:prstGeom prst="rect">
                <a:avLst/>
              </a:prstGeom>
            </p:spPr>
            <p:txBody>
              <a:bodyPr vert="horz" wrap="square" lIns="0" tIns="0" rIns="0" bIns="0" numCol="1" rtlCol="0" anchor="t" anchorCtr="0">
                <a:noAutofit/>
              </a:bodyPr>
              <a:lstStyle/>
              <a:p>
                <a:pPr marR="3081" lvl="0">
                  <a:spcBef>
                    <a:spcPts val="200"/>
                  </a:spcBef>
                  <a:spcAft>
                    <a:spcPts val="200"/>
                  </a:spcAft>
                  <a:defRPr/>
                </a:pPr>
                <a:r>
                  <a:rPr lang="pt-BR" sz="700">
                    <a:solidFill>
                      <a:srgbClr val="FFFFFF"/>
                    </a:solidFill>
                    <a:latin typeface="Versos Light" panose="020B0403020204030204" pitchFamily="34" charset="0"/>
                    <a:cs typeface="Helvetica"/>
                  </a:rPr>
                  <a:t>Possui mais de 10 anos de experiência com </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análise de crédito e </a:t>
                </a:r>
                <a:r>
                  <a:rPr lang="pt-BR" sz="700" err="1">
                    <a:solidFill>
                      <a:srgbClr val="FFFFFF"/>
                    </a:solidFill>
                    <a:latin typeface="Versos Light" panose="020B0403020204030204" pitchFamily="34" charset="0"/>
                    <a:cs typeface="Helvetica"/>
                  </a:rPr>
                  <a:t>equity</a:t>
                </a:r>
                <a:r>
                  <a:rPr lang="pt-BR" sz="700">
                    <a:solidFill>
                      <a:srgbClr val="FFFFFF"/>
                    </a:solidFill>
                    <a:latin typeface="Versos Light" panose="020B0403020204030204" pitchFamily="34" charset="0"/>
                    <a:cs typeface="Helvetica"/>
                  </a:rPr>
                  <a:t>, cobrindo diversos setores.</a:t>
                </a:r>
              </a:p>
              <a:p>
                <a:pPr marR="3081" lvl="0">
                  <a:spcBef>
                    <a:spcPts val="200"/>
                  </a:spcBef>
                  <a:spcAft>
                    <a:spcPts val="200"/>
                  </a:spcAft>
                  <a:defRPr/>
                </a:pPr>
                <a:r>
                  <a:rPr lang="pt-BR" sz="700">
                    <a:solidFill>
                      <a:srgbClr val="FFFFFF"/>
                    </a:solidFill>
                    <a:latin typeface="Versos Light" panose="020B0403020204030204" pitchFamily="34" charset="0"/>
                    <a:cs typeface="Helvetica"/>
                  </a:rPr>
                  <a:t>Iniciou sua carreira na Moody’s Investor Service, com passagens pelo Banco BV e Deutsche Bank, onde foi o responsável pela área de crédito do banco no Brasil. </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Juntou-se ao time de crédito da </a:t>
                </a:r>
                <a:r>
                  <a:rPr lang="pt-BR" sz="700" err="1">
                    <a:solidFill>
                      <a:srgbClr val="FFFFFF"/>
                    </a:solidFill>
                    <a:latin typeface="Versos Light" panose="020B0403020204030204" pitchFamily="34" charset="0"/>
                    <a:cs typeface="Helvetica"/>
                  </a:rPr>
                  <a:t>Tivio</a:t>
                </a:r>
                <a:r>
                  <a:rPr lang="pt-BR" sz="700">
                    <a:solidFill>
                      <a:srgbClr val="FFFFFF"/>
                    </a:solidFill>
                    <a:latin typeface="Versos Light" panose="020B0403020204030204" pitchFamily="34" charset="0"/>
                    <a:cs typeface="Helvetica"/>
                  </a:rPr>
                  <a:t> Capital em 2025.</a:t>
                </a:r>
              </a:p>
              <a:p>
                <a:pPr marR="3081" lvl="0">
                  <a:spcBef>
                    <a:spcPts val="200"/>
                  </a:spcBef>
                  <a:spcAft>
                    <a:spcPts val="200"/>
                  </a:spcAft>
                  <a:defRPr/>
                </a:pPr>
                <a:r>
                  <a:rPr lang="pt-BR" sz="700">
                    <a:solidFill>
                      <a:srgbClr val="FFFFFF"/>
                    </a:solidFill>
                    <a:latin typeface="Versos Light" panose="020B0403020204030204" pitchFamily="34" charset="0"/>
                    <a:cs typeface="Helvetica"/>
                  </a:rPr>
                  <a:t>É formado em administração de empresas </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pelo Insper com MBA por INSEAD.</a:t>
                </a:r>
              </a:p>
            </p:txBody>
          </p:sp>
          <p:grpSp>
            <p:nvGrpSpPr>
              <p:cNvPr id="183" name="Group 182">
                <a:extLst>
                  <a:ext uri="{FF2B5EF4-FFF2-40B4-BE49-F238E27FC236}">
                    <a16:creationId xmlns:a16="http://schemas.microsoft.com/office/drawing/2014/main" id="{8E8068A0-FBC7-3B6A-C768-3DD928449BB7}"/>
                  </a:ext>
                </a:extLst>
              </p:cNvPr>
              <p:cNvGrpSpPr/>
              <p:nvPr/>
            </p:nvGrpSpPr>
            <p:grpSpPr>
              <a:xfrm>
                <a:off x="753951" y="1096647"/>
                <a:ext cx="2477009" cy="781400"/>
                <a:chOff x="334963" y="1096645"/>
                <a:chExt cx="3183911" cy="1004399"/>
              </a:xfrm>
            </p:grpSpPr>
            <p:sp>
              <p:nvSpPr>
                <p:cNvPr id="184" name="object 41">
                  <a:extLst>
                    <a:ext uri="{FF2B5EF4-FFF2-40B4-BE49-F238E27FC236}">
                      <a16:creationId xmlns:a16="http://schemas.microsoft.com/office/drawing/2014/main" id="{9B1ED825-B924-4657-A1F1-3A1486E75EC2}"/>
                    </a:ext>
                  </a:extLst>
                </p:cNvPr>
                <p:cNvSpPr txBox="1"/>
                <p:nvPr/>
              </p:nvSpPr>
              <p:spPr>
                <a:xfrm>
                  <a:off x="1365731" y="1967289"/>
                  <a:ext cx="1697448" cy="126582"/>
                </a:xfrm>
                <a:prstGeom prst="rect">
                  <a:avLst/>
                </a:prstGeom>
              </p:spPr>
              <p:txBody>
                <a:bodyPr vert="horz" wrap="square" lIns="0" tIns="0" rIns="0" bIns="0" rtlCol="0">
                  <a:noAutofit/>
                </a:bodyPr>
                <a:lstStyle/>
                <a:p>
                  <a:pPr marL="7701" lvl="0">
                    <a:spcBef>
                      <a:spcPts val="76"/>
                    </a:spcBef>
                    <a:defRPr/>
                  </a:pPr>
                  <a:r>
                    <a:rPr lang="pt-BR" sz="800">
                      <a:solidFill>
                        <a:srgbClr val="FFFFFF"/>
                      </a:solidFill>
                      <a:latin typeface="Versos" panose="020B0503020204030204" pitchFamily="34" charset="0"/>
                      <a:hlinkClick r:id="rId14">
                        <a:extLst>
                          <a:ext uri="{A12FA001-AC4F-418D-AE19-62706E023703}">
                            <ahyp:hlinkClr xmlns:ahyp="http://schemas.microsoft.com/office/drawing/2018/hyperlinkcolor" val="tx"/>
                          </a:ext>
                        </a:extLst>
                      </a:hlinkClick>
                    </a:rPr>
                    <a:t>jose.avila@tivio.com</a:t>
                  </a:r>
                  <a:endParaRPr lang="pt-BR" sz="800">
                    <a:solidFill>
                      <a:srgbClr val="FFFFFF"/>
                    </a:solidFill>
                    <a:latin typeface="Versos" panose="020B0503020204030204" pitchFamily="34" charset="0"/>
                  </a:endParaRPr>
                </a:p>
              </p:txBody>
            </p:sp>
            <p:grpSp>
              <p:nvGrpSpPr>
                <p:cNvPr id="185" name="Group 184">
                  <a:extLst>
                    <a:ext uri="{FF2B5EF4-FFF2-40B4-BE49-F238E27FC236}">
                      <a16:creationId xmlns:a16="http://schemas.microsoft.com/office/drawing/2014/main" id="{202CD9EB-5490-09FF-6F7B-0EEBAAD05728}"/>
                    </a:ext>
                  </a:extLst>
                </p:cNvPr>
                <p:cNvGrpSpPr/>
                <p:nvPr/>
              </p:nvGrpSpPr>
              <p:grpSpPr>
                <a:xfrm>
                  <a:off x="1365731" y="1096645"/>
                  <a:ext cx="2153143" cy="776511"/>
                  <a:chOff x="1010106" y="1175547"/>
                  <a:chExt cx="2153143" cy="776511"/>
                </a:xfrm>
              </p:grpSpPr>
              <p:sp>
                <p:nvSpPr>
                  <p:cNvPr id="187" name="Rectangle: Single Corner Rounded 186">
                    <a:extLst>
                      <a:ext uri="{FF2B5EF4-FFF2-40B4-BE49-F238E27FC236}">
                        <a16:creationId xmlns:a16="http://schemas.microsoft.com/office/drawing/2014/main" id="{FC8727BB-AEB6-39B7-3F08-B56D8B69C7A7}"/>
                      </a:ext>
                    </a:extLst>
                  </p:cNvPr>
                  <p:cNvSpPr/>
                  <p:nvPr/>
                </p:nvSpPr>
                <p:spPr>
                  <a:xfrm>
                    <a:off x="1010106" y="1767326"/>
                    <a:ext cx="1203121" cy="184732"/>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R="2540" algn="ctr">
                      <a:spcBef>
                        <a:spcPts val="200"/>
                      </a:spcBef>
                      <a:spcAft>
                        <a:spcPts val="200"/>
                      </a:spcAft>
                      <a:defRPr/>
                    </a:pPr>
                    <a:r>
                      <a:rPr lang="pt-BR" sz="700" b="1">
                        <a:solidFill>
                          <a:srgbClr val="FFFFFF"/>
                        </a:solidFill>
                        <a:latin typeface="Versos"/>
                        <a:cs typeface="Helvetica"/>
                      </a:rPr>
                      <a:t>HEAD DE ANÁLISE</a:t>
                    </a:r>
                    <a:endParaRPr lang="pt-BR"/>
                  </a:p>
                </p:txBody>
              </p:sp>
              <p:sp>
                <p:nvSpPr>
                  <p:cNvPr id="188" name="object 40">
                    <a:extLst>
                      <a:ext uri="{FF2B5EF4-FFF2-40B4-BE49-F238E27FC236}">
                        <a16:creationId xmlns:a16="http://schemas.microsoft.com/office/drawing/2014/main" id="{C564A5B2-240F-E82B-CF10-76C32CF91869}"/>
                      </a:ext>
                    </a:extLst>
                  </p:cNvPr>
                  <p:cNvSpPr txBox="1"/>
                  <p:nvPr/>
                </p:nvSpPr>
                <p:spPr>
                  <a:xfrm>
                    <a:off x="1010109" y="1175547"/>
                    <a:ext cx="2153140" cy="497646"/>
                  </a:xfrm>
                  <a:prstGeom prst="rect">
                    <a:avLst/>
                  </a:prstGeom>
                </p:spPr>
                <p:txBody>
                  <a:bodyPr vert="horz" wrap="square" lIns="0" tIns="0"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José </a:t>
                    </a:r>
                    <a:b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b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Ávila</a:t>
                    </a:r>
                  </a:p>
                </p:txBody>
              </p:sp>
            </p:grpSp>
            <p:pic>
              <p:nvPicPr>
                <p:cNvPr id="186" name="object 9">
                  <a:extLst>
                    <a:ext uri="{FF2B5EF4-FFF2-40B4-BE49-F238E27FC236}">
                      <a16:creationId xmlns:a16="http://schemas.microsoft.com/office/drawing/2014/main" id="{3C2C7C3D-5892-7D7E-A925-E3CC73ED356F}"/>
                    </a:ext>
                  </a:extLst>
                </p:cNvPr>
                <p:cNvPicPr/>
                <p:nvPr/>
              </p:nvPicPr>
              <p:blipFill>
                <a:blip r:embed="rId15"/>
                <a:srcRect t="445" b="445"/>
                <a:stretch/>
              </p:blipFill>
              <p:spPr>
                <a:xfrm>
                  <a:off x="334963" y="1096645"/>
                  <a:ext cx="968992" cy="1004399"/>
                </a:xfrm>
                <a:prstGeom prst="round1Rect">
                  <a:avLst/>
                </a:prstGeom>
                <a:blipFill dpi="0" rotWithShape="1">
                  <a:blip r:embed="rId15">
                    <a:extLst>
                      <a:ext uri="{28A0092B-C50C-407E-A947-70E740481C1C}">
                        <a14:useLocalDpi xmlns:a14="http://schemas.microsoft.com/office/drawing/2010/main" val="0"/>
                      </a:ext>
                    </a:extLst>
                  </a:blip>
                  <a:srcRect/>
                  <a:stretch>
                    <a:fillRect/>
                  </a:stretch>
                </a:blipFill>
              </p:spPr>
            </p:pic>
          </p:grpSp>
        </p:grpSp>
      </p:grpSp>
      <p:grpSp>
        <p:nvGrpSpPr>
          <p:cNvPr id="189" name="Group 188">
            <a:extLst>
              <a:ext uri="{FF2B5EF4-FFF2-40B4-BE49-F238E27FC236}">
                <a16:creationId xmlns:a16="http://schemas.microsoft.com/office/drawing/2014/main" id="{19E44E9E-D589-C6AB-D858-4A9C46DAF438}"/>
              </a:ext>
            </a:extLst>
          </p:cNvPr>
          <p:cNvGrpSpPr/>
          <p:nvPr/>
        </p:nvGrpSpPr>
        <p:grpSpPr>
          <a:xfrm>
            <a:off x="1365113" y="3812666"/>
            <a:ext cx="2824523" cy="2575260"/>
            <a:chOff x="300038" y="1016000"/>
            <a:chExt cx="2824523" cy="2575260"/>
          </a:xfrm>
        </p:grpSpPr>
        <p:sp>
          <p:nvSpPr>
            <p:cNvPr id="190" name="object 8">
              <a:extLst>
                <a:ext uri="{FF2B5EF4-FFF2-40B4-BE49-F238E27FC236}">
                  <a16:creationId xmlns:a16="http://schemas.microsoft.com/office/drawing/2014/main" id="{620E52D3-C61E-809C-6FDD-BDEAB8740E7D}"/>
                </a:ext>
              </a:extLst>
            </p:cNvPr>
            <p:cNvSpPr/>
            <p:nvPr/>
          </p:nvSpPr>
          <p:spPr>
            <a:xfrm>
              <a:off x="300038" y="1016000"/>
              <a:ext cx="2824523"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191" name="bg object 18">
              <a:extLst>
                <a:ext uri="{FF2B5EF4-FFF2-40B4-BE49-F238E27FC236}">
                  <a16:creationId xmlns:a16="http://schemas.microsoft.com/office/drawing/2014/main" id="{E35FFD60-9688-02F7-F88E-49BE30E6EFB7}"/>
                </a:ext>
              </a:extLst>
            </p:cNvPr>
            <p:cNvSpPr/>
            <p:nvPr/>
          </p:nvSpPr>
          <p:spPr>
            <a:xfrm>
              <a:off x="422805" y="3218429"/>
              <a:ext cx="2163539"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grpSp>
          <p:nvGrpSpPr>
            <p:cNvPr id="192" name="Group 191">
              <a:extLst>
                <a:ext uri="{FF2B5EF4-FFF2-40B4-BE49-F238E27FC236}">
                  <a16:creationId xmlns:a16="http://schemas.microsoft.com/office/drawing/2014/main" id="{333B9BF0-EFA5-D03A-472D-37F55701FB5B}"/>
                </a:ext>
              </a:extLst>
            </p:cNvPr>
            <p:cNvGrpSpPr/>
            <p:nvPr/>
          </p:nvGrpSpPr>
          <p:grpSpPr>
            <a:xfrm>
              <a:off x="422805" y="1100285"/>
              <a:ext cx="2701756" cy="1946852"/>
              <a:chOff x="753951" y="1096645"/>
              <a:chExt cx="2701756" cy="1946852"/>
            </a:xfrm>
          </p:grpSpPr>
          <p:sp>
            <p:nvSpPr>
              <p:cNvPr id="197" name="object 15">
                <a:extLst>
                  <a:ext uri="{FF2B5EF4-FFF2-40B4-BE49-F238E27FC236}">
                    <a16:creationId xmlns:a16="http://schemas.microsoft.com/office/drawing/2014/main" id="{12523155-9897-7FB9-F5A5-6A5C5D6594D8}"/>
                  </a:ext>
                </a:extLst>
              </p:cNvPr>
              <p:cNvSpPr txBox="1"/>
              <p:nvPr/>
            </p:nvSpPr>
            <p:spPr>
              <a:xfrm>
                <a:off x="753951" y="1998832"/>
                <a:ext cx="2701756" cy="1044665"/>
              </a:xfrm>
              <a:prstGeom prst="rect">
                <a:avLst/>
              </a:prstGeom>
            </p:spPr>
            <p:txBody>
              <a:bodyPr vert="horz" wrap="square" lIns="0" tIns="0" rIns="0" bIns="0" numCol="1" rtlCol="0" anchor="t" anchorCtr="0">
                <a:noAutofit/>
              </a:bodyPr>
              <a:lstStyle/>
              <a:p>
                <a:pPr marR="3081" lvl="0">
                  <a:spcBef>
                    <a:spcPts val="200"/>
                  </a:spcBef>
                  <a:spcAft>
                    <a:spcPts val="200"/>
                  </a:spcAft>
                  <a:defRPr/>
                </a:pPr>
                <a:r>
                  <a:rPr lang="pt-BR" sz="700">
                    <a:solidFill>
                      <a:srgbClr val="FFFFFF"/>
                    </a:solidFill>
                    <a:latin typeface="Versos Light" panose="020B0403020204030204" pitchFamily="34" charset="0"/>
                    <a:cs typeface="Helvetica"/>
                  </a:rPr>
                  <a:t>Iniciou a carreira em 2000 no Citibank. </a:t>
                </a:r>
              </a:p>
              <a:p>
                <a:pPr marR="3081" lvl="0">
                  <a:spcBef>
                    <a:spcPts val="200"/>
                  </a:spcBef>
                  <a:spcAft>
                    <a:spcPts val="200"/>
                  </a:spcAft>
                  <a:defRPr/>
                </a:pPr>
                <a:r>
                  <a:rPr lang="pt-BR" sz="700">
                    <a:solidFill>
                      <a:srgbClr val="FFFFFF"/>
                    </a:solidFill>
                    <a:latin typeface="Versos Light" panose="020B0403020204030204" pitchFamily="34" charset="0"/>
                    <a:cs typeface="Helvetica"/>
                  </a:rPr>
                  <a:t>Entre os anos de 2001 e 2010, trabalhou no Santander e no </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Citibank entre as áreas de risco e crédito. Em 2010, juntou-se </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ao Banco BV, onde atuou nas áreas de ativos especiais, recuperação, concessão e monitoramento de crédito. </a:t>
                </a:r>
              </a:p>
              <a:p>
                <a:pPr marR="3081" lvl="0">
                  <a:spcBef>
                    <a:spcPts val="200"/>
                  </a:spcBef>
                  <a:spcAft>
                    <a:spcPts val="200"/>
                  </a:spcAft>
                  <a:defRPr/>
                </a:pPr>
                <a:r>
                  <a:rPr lang="pt-BR" sz="700">
                    <a:solidFill>
                      <a:srgbClr val="FFFFFF"/>
                    </a:solidFill>
                    <a:latin typeface="Versos Light" panose="020B0403020204030204" pitchFamily="34" charset="0"/>
                    <a:cs typeface="Helvetica"/>
                  </a:rPr>
                  <a:t>Então, em 2019, começou na </a:t>
                </a:r>
                <a:r>
                  <a:rPr lang="pt-BR" sz="700" err="1">
                    <a:solidFill>
                      <a:srgbClr val="FFFFFF"/>
                    </a:solidFill>
                    <a:latin typeface="Versos Light" panose="020B0403020204030204" pitchFamily="34" charset="0"/>
                    <a:cs typeface="Helvetica"/>
                  </a:rPr>
                  <a:t>Tivio</a:t>
                </a:r>
                <a:r>
                  <a:rPr lang="pt-BR" sz="700">
                    <a:solidFill>
                      <a:srgbClr val="FFFFFF"/>
                    </a:solidFill>
                    <a:latin typeface="Versos Light" panose="020B0403020204030204" pitchFamily="34" charset="0"/>
                    <a:cs typeface="Helvetica"/>
                  </a:rPr>
                  <a:t> Capital (ainda BV </a:t>
                </a:r>
                <a:r>
                  <a:rPr lang="pt-BR" sz="700" err="1">
                    <a:solidFill>
                      <a:srgbClr val="FFFFFF"/>
                    </a:solidFill>
                    <a:latin typeface="Versos Light" panose="020B0403020204030204" pitchFamily="34" charset="0"/>
                    <a:cs typeface="Helvetica"/>
                  </a:rPr>
                  <a:t>Asset</a:t>
                </a:r>
                <a:r>
                  <a:rPr lang="pt-BR" sz="700">
                    <a:solidFill>
                      <a:srgbClr val="FFFFFF"/>
                    </a:solidFill>
                    <a:latin typeface="Versos Light" panose="020B0403020204030204" pitchFamily="34" charset="0"/>
                    <a:cs typeface="Helvetica"/>
                  </a:rPr>
                  <a:t>), </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onde permanece até os dias atuais e ocupa o cargo de</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Head de Análise de Crédito.</a:t>
                </a:r>
              </a:p>
            </p:txBody>
          </p:sp>
          <p:grpSp>
            <p:nvGrpSpPr>
              <p:cNvPr id="198" name="Group 197">
                <a:extLst>
                  <a:ext uri="{FF2B5EF4-FFF2-40B4-BE49-F238E27FC236}">
                    <a16:creationId xmlns:a16="http://schemas.microsoft.com/office/drawing/2014/main" id="{B2425095-0B32-B552-0B48-8BC2A0679546}"/>
                  </a:ext>
                </a:extLst>
              </p:cNvPr>
              <p:cNvGrpSpPr/>
              <p:nvPr/>
            </p:nvGrpSpPr>
            <p:grpSpPr>
              <a:xfrm>
                <a:off x="753951" y="1096645"/>
                <a:ext cx="2477007" cy="781398"/>
                <a:chOff x="334963" y="1096645"/>
                <a:chExt cx="3183911" cy="1004399"/>
              </a:xfrm>
            </p:grpSpPr>
            <p:sp>
              <p:nvSpPr>
                <p:cNvPr id="199" name="object 41">
                  <a:extLst>
                    <a:ext uri="{FF2B5EF4-FFF2-40B4-BE49-F238E27FC236}">
                      <a16:creationId xmlns:a16="http://schemas.microsoft.com/office/drawing/2014/main" id="{4ACF96DA-2BDB-32D1-82F7-758071E42CFF}"/>
                    </a:ext>
                  </a:extLst>
                </p:cNvPr>
                <p:cNvSpPr txBox="1"/>
                <p:nvPr/>
              </p:nvSpPr>
              <p:spPr>
                <a:xfrm>
                  <a:off x="1365731" y="1967289"/>
                  <a:ext cx="1802772" cy="126582"/>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lang="pt-BR" sz="800">
                      <a:solidFill>
                        <a:schemeClr val="bg1"/>
                      </a:solidFill>
                      <a:latin typeface="Versos" panose="020B0503020204030204" pitchFamily="34" charset="0"/>
                      <a:hlinkClick r:id="rId16">
                        <a:extLst>
                          <a:ext uri="{A12FA001-AC4F-418D-AE19-62706E023703}">
                            <ahyp:hlinkClr xmlns:ahyp="http://schemas.microsoft.com/office/drawing/2018/hyperlinkcolor" val="tx"/>
                          </a:ext>
                        </a:extLst>
                      </a:hlinkClick>
                    </a:rPr>
                    <a:t>luciana.pimentel@tivio.com</a:t>
                  </a:r>
                  <a:endParaRPr lang="pt-BR" sz="800">
                    <a:solidFill>
                      <a:schemeClr val="bg1"/>
                    </a:solidFill>
                    <a:latin typeface="Versos" panose="020B0503020204030204" pitchFamily="34" charset="0"/>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chemeClr val="bg1"/>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chemeClr val="bg1"/>
                    </a:solidFill>
                    <a:effectLst/>
                    <a:uLnTx/>
                    <a:uFillTx/>
                    <a:latin typeface="Versos" panose="020B0503020204030204" pitchFamily="34" charset="0"/>
                    <a:cs typeface="Arial"/>
                    <a:sym typeface="Arial"/>
                  </a:endParaRPr>
                </a:p>
              </p:txBody>
            </p:sp>
            <p:grpSp>
              <p:nvGrpSpPr>
                <p:cNvPr id="200" name="Group 199">
                  <a:extLst>
                    <a:ext uri="{FF2B5EF4-FFF2-40B4-BE49-F238E27FC236}">
                      <a16:creationId xmlns:a16="http://schemas.microsoft.com/office/drawing/2014/main" id="{00C0C794-8D26-D079-FA30-0279E649EB53}"/>
                    </a:ext>
                  </a:extLst>
                </p:cNvPr>
                <p:cNvGrpSpPr/>
                <p:nvPr/>
              </p:nvGrpSpPr>
              <p:grpSpPr>
                <a:xfrm>
                  <a:off x="1365731" y="1096645"/>
                  <a:ext cx="2153143" cy="776511"/>
                  <a:chOff x="1010106" y="1175547"/>
                  <a:chExt cx="2153143" cy="776511"/>
                </a:xfrm>
              </p:grpSpPr>
              <p:sp>
                <p:nvSpPr>
                  <p:cNvPr id="202" name="Rectangle: Single Corner Rounded 201">
                    <a:extLst>
                      <a:ext uri="{FF2B5EF4-FFF2-40B4-BE49-F238E27FC236}">
                        <a16:creationId xmlns:a16="http://schemas.microsoft.com/office/drawing/2014/main" id="{ACD41385-5FC8-08E8-3458-F87C160972AA}"/>
                      </a:ext>
                    </a:extLst>
                  </p:cNvPr>
                  <p:cNvSpPr/>
                  <p:nvPr/>
                </p:nvSpPr>
                <p:spPr>
                  <a:xfrm>
                    <a:off x="1010106" y="1767326"/>
                    <a:ext cx="277643" cy="184732"/>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R="3081" algn="ctr">
                      <a:spcBef>
                        <a:spcPts val="200"/>
                      </a:spcBef>
                      <a:spcAft>
                        <a:spcPts val="200"/>
                      </a:spcAft>
                      <a:defRPr/>
                    </a:pPr>
                    <a:r>
                      <a:rPr lang="pt-BR" sz="700" b="1">
                        <a:solidFill>
                          <a:srgbClr val="FFFFFF"/>
                        </a:solidFill>
                        <a:latin typeface="Versos" panose="020B0503020204030204" pitchFamily="34" charset="0"/>
                        <a:cs typeface="Helvetica"/>
                      </a:rPr>
                      <a:t>VP</a:t>
                    </a:r>
                  </a:p>
                </p:txBody>
              </p:sp>
              <p:sp>
                <p:nvSpPr>
                  <p:cNvPr id="203" name="object 40">
                    <a:extLst>
                      <a:ext uri="{FF2B5EF4-FFF2-40B4-BE49-F238E27FC236}">
                        <a16:creationId xmlns:a16="http://schemas.microsoft.com/office/drawing/2014/main" id="{77FA485B-556C-D8A2-6057-041D3287AA75}"/>
                      </a:ext>
                    </a:extLst>
                  </p:cNvPr>
                  <p:cNvSpPr txBox="1"/>
                  <p:nvPr/>
                </p:nvSpPr>
                <p:spPr>
                  <a:xfrm>
                    <a:off x="1010109" y="1175547"/>
                    <a:ext cx="2153140" cy="497646"/>
                  </a:xfrm>
                  <a:prstGeom prst="rect">
                    <a:avLst/>
                  </a:prstGeom>
                </p:spPr>
                <p:txBody>
                  <a:bodyPr vert="horz" wrap="square" lIns="0" tIns="0" rIns="0" bIns="0" rtlCol="0">
                    <a:spAutoFit/>
                  </a:bodyPr>
                  <a:lstStyle/>
                  <a:p>
                    <a:pPr marL="7701" marR="3081" lvl="0">
                      <a:lnSpc>
                        <a:spcPct val="101200"/>
                      </a:lnSpc>
                      <a:spcBef>
                        <a:spcPts val="58"/>
                      </a:spcBef>
                      <a:defRPr/>
                    </a:pPr>
                    <a:r>
                      <a:rPr lang="pt-BR" sz="1273" b="1">
                        <a:solidFill>
                          <a:srgbClr val="E6EDF1">
                            <a:lumMod val="90000"/>
                          </a:srgbClr>
                        </a:solidFill>
                        <a:latin typeface="Versos" panose="020B0503020204030204" pitchFamily="34" charset="0"/>
                      </a:rPr>
                      <a:t>Luciana </a:t>
                    </a:r>
                    <a:br>
                      <a:rPr lang="pt-BR" sz="1273" b="1">
                        <a:solidFill>
                          <a:srgbClr val="E6EDF1">
                            <a:lumMod val="90000"/>
                          </a:srgbClr>
                        </a:solidFill>
                        <a:latin typeface="Versos" panose="020B0503020204030204" pitchFamily="34" charset="0"/>
                      </a:rPr>
                    </a:br>
                    <a:r>
                      <a:rPr lang="pt-BR" sz="1273" b="1">
                        <a:solidFill>
                          <a:srgbClr val="E6EDF1">
                            <a:lumMod val="90000"/>
                          </a:srgbClr>
                        </a:solidFill>
                        <a:latin typeface="Versos" panose="020B0503020204030204" pitchFamily="34" charset="0"/>
                      </a:rPr>
                      <a:t>Pimentel</a:t>
                    </a:r>
                  </a:p>
                </p:txBody>
              </p:sp>
            </p:grpSp>
            <p:pic>
              <p:nvPicPr>
                <p:cNvPr id="201" name="object 9">
                  <a:extLst>
                    <a:ext uri="{FF2B5EF4-FFF2-40B4-BE49-F238E27FC236}">
                      <a16:creationId xmlns:a16="http://schemas.microsoft.com/office/drawing/2014/main" id="{190824DC-6E06-04EF-4BDC-D4AF5243CA96}"/>
                    </a:ext>
                  </a:extLst>
                </p:cNvPr>
                <p:cNvPicPr/>
                <p:nvPr/>
              </p:nvPicPr>
              <p:blipFill rotWithShape="1">
                <a:blip r:embed="rId17"/>
                <a:srcRect l="37217" t="6733" r="20444" b="64010"/>
                <a:stretch>
                  <a:fillRect/>
                </a:stretch>
              </p:blipFill>
              <p:spPr>
                <a:xfrm>
                  <a:off x="334963" y="1096645"/>
                  <a:ext cx="968992" cy="1004399"/>
                </a:xfrm>
                <a:prstGeom prst="round1Rect">
                  <a:avLst/>
                </a:prstGeom>
              </p:spPr>
            </p:pic>
          </p:grpSp>
        </p:grpSp>
      </p:grpSp>
      <p:grpSp>
        <p:nvGrpSpPr>
          <p:cNvPr id="204" name="Group 203">
            <a:extLst>
              <a:ext uri="{FF2B5EF4-FFF2-40B4-BE49-F238E27FC236}">
                <a16:creationId xmlns:a16="http://schemas.microsoft.com/office/drawing/2014/main" id="{6AD178B9-6E9C-0218-5316-F47C11070E38}"/>
              </a:ext>
            </a:extLst>
          </p:cNvPr>
          <p:cNvGrpSpPr/>
          <p:nvPr/>
        </p:nvGrpSpPr>
        <p:grpSpPr>
          <a:xfrm>
            <a:off x="4271576" y="3812666"/>
            <a:ext cx="2824523" cy="2575260"/>
            <a:chOff x="300038" y="1016000"/>
            <a:chExt cx="2824523" cy="2575260"/>
          </a:xfrm>
        </p:grpSpPr>
        <p:sp>
          <p:nvSpPr>
            <p:cNvPr id="205" name="object 8">
              <a:extLst>
                <a:ext uri="{FF2B5EF4-FFF2-40B4-BE49-F238E27FC236}">
                  <a16:creationId xmlns:a16="http://schemas.microsoft.com/office/drawing/2014/main" id="{231EA4A3-4073-B1B7-A9A5-E88AC99CB7D1}"/>
                </a:ext>
              </a:extLst>
            </p:cNvPr>
            <p:cNvSpPr/>
            <p:nvPr/>
          </p:nvSpPr>
          <p:spPr>
            <a:xfrm>
              <a:off x="300038" y="1016000"/>
              <a:ext cx="2824523"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206" name="bg object 18">
              <a:extLst>
                <a:ext uri="{FF2B5EF4-FFF2-40B4-BE49-F238E27FC236}">
                  <a16:creationId xmlns:a16="http://schemas.microsoft.com/office/drawing/2014/main" id="{567DE9BB-5818-7F32-F63A-E343B8B4C33C}"/>
                </a:ext>
              </a:extLst>
            </p:cNvPr>
            <p:cNvSpPr/>
            <p:nvPr/>
          </p:nvSpPr>
          <p:spPr>
            <a:xfrm>
              <a:off x="422805" y="3218429"/>
              <a:ext cx="2163539"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grpSp>
          <p:nvGrpSpPr>
            <p:cNvPr id="207" name="Group 206">
              <a:extLst>
                <a:ext uri="{FF2B5EF4-FFF2-40B4-BE49-F238E27FC236}">
                  <a16:creationId xmlns:a16="http://schemas.microsoft.com/office/drawing/2014/main" id="{A8DEB488-0FB0-841B-5E98-AD9C245D0445}"/>
                </a:ext>
              </a:extLst>
            </p:cNvPr>
            <p:cNvGrpSpPr/>
            <p:nvPr/>
          </p:nvGrpSpPr>
          <p:grpSpPr>
            <a:xfrm>
              <a:off x="422805" y="1100285"/>
              <a:ext cx="2701756" cy="1946852"/>
              <a:chOff x="753951" y="1096645"/>
              <a:chExt cx="2701756" cy="1946852"/>
            </a:xfrm>
          </p:grpSpPr>
          <p:sp>
            <p:nvSpPr>
              <p:cNvPr id="212" name="object 15">
                <a:extLst>
                  <a:ext uri="{FF2B5EF4-FFF2-40B4-BE49-F238E27FC236}">
                    <a16:creationId xmlns:a16="http://schemas.microsoft.com/office/drawing/2014/main" id="{235554BC-CBD0-F28A-4500-A0D56AFC9E6E}"/>
                  </a:ext>
                </a:extLst>
              </p:cNvPr>
              <p:cNvSpPr txBox="1"/>
              <p:nvPr/>
            </p:nvSpPr>
            <p:spPr>
              <a:xfrm>
                <a:off x="753951" y="1998832"/>
                <a:ext cx="2701756" cy="1044665"/>
              </a:xfrm>
              <a:prstGeom prst="rect">
                <a:avLst/>
              </a:prstGeom>
            </p:spPr>
            <p:txBody>
              <a:bodyPr vert="horz" wrap="square" lIns="0" tIns="0" rIns="0" bIns="0" numCol="1" rtlCol="0" anchor="t" anchorCtr="0">
                <a:noAutofit/>
              </a:bodyPr>
              <a:lstStyle/>
              <a:p>
                <a:pPr marR="3081" lvl="0">
                  <a:spcBef>
                    <a:spcPts val="200"/>
                  </a:spcBef>
                  <a:spcAft>
                    <a:spcPts val="200"/>
                  </a:spcAft>
                  <a:defRPr/>
                </a:pPr>
                <a:r>
                  <a:rPr lang="pt-BR" sz="700">
                    <a:solidFill>
                      <a:srgbClr val="FFFFFF"/>
                    </a:solidFill>
                    <a:latin typeface="Versos Light" panose="020B0403020204030204" pitchFamily="34" charset="0"/>
                    <a:cs typeface="Helvetica"/>
                  </a:rPr>
                  <a:t>Entre os anos de 2021 e 2023, trabalhou </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no time de crédito privado da Quasar </a:t>
                </a:r>
                <a:r>
                  <a:rPr lang="pt-BR" sz="700" err="1">
                    <a:solidFill>
                      <a:srgbClr val="FFFFFF"/>
                    </a:solidFill>
                    <a:latin typeface="Versos Light" panose="020B0403020204030204" pitchFamily="34" charset="0"/>
                    <a:cs typeface="Helvetica"/>
                  </a:rPr>
                  <a:t>Asset</a:t>
                </a:r>
                <a:r>
                  <a:rPr lang="pt-BR" sz="700">
                    <a:solidFill>
                      <a:srgbClr val="FFFFFF"/>
                    </a:solidFill>
                    <a:latin typeface="Versos Light" panose="020B0403020204030204" pitchFamily="34" charset="0"/>
                    <a:cs typeface="Helvetica"/>
                  </a:rPr>
                  <a:t>. </a:t>
                </a:r>
              </a:p>
              <a:p>
                <a:pPr marR="3081" lvl="0">
                  <a:spcBef>
                    <a:spcPts val="200"/>
                  </a:spcBef>
                  <a:spcAft>
                    <a:spcPts val="200"/>
                  </a:spcAft>
                  <a:defRPr/>
                </a:pPr>
                <a:r>
                  <a:rPr lang="pt-BR" sz="700">
                    <a:solidFill>
                      <a:srgbClr val="FFFFFF"/>
                    </a:solidFill>
                    <a:latin typeface="Versos Light" panose="020B0403020204030204" pitchFamily="34" charset="0"/>
                    <a:cs typeface="Helvetica"/>
                  </a:rPr>
                  <a:t>Em 2024, aceitou se juntou ao time </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de análise de crédito da </a:t>
                </a:r>
                <a:r>
                  <a:rPr lang="pt-BR" sz="700" err="1">
                    <a:solidFill>
                      <a:srgbClr val="FFFFFF"/>
                    </a:solidFill>
                    <a:latin typeface="Versos Light" panose="020B0403020204030204" pitchFamily="34" charset="0"/>
                    <a:cs typeface="Helvetica"/>
                  </a:rPr>
                  <a:t>Tivio</a:t>
                </a:r>
                <a:r>
                  <a:rPr lang="pt-BR" sz="700">
                    <a:solidFill>
                      <a:srgbClr val="FFFFFF"/>
                    </a:solidFill>
                    <a:latin typeface="Versos Light" panose="020B0403020204030204" pitchFamily="34" charset="0"/>
                    <a:cs typeface="Helvetica"/>
                  </a:rPr>
                  <a:t> Capital. </a:t>
                </a:r>
              </a:p>
              <a:p>
                <a:pPr marR="3081" lvl="0">
                  <a:spcBef>
                    <a:spcPts val="200"/>
                  </a:spcBef>
                  <a:spcAft>
                    <a:spcPts val="200"/>
                  </a:spcAft>
                  <a:defRPr/>
                </a:pPr>
                <a:r>
                  <a:rPr lang="pt-BR" sz="700">
                    <a:solidFill>
                      <a:srgbClr val="FFFFFF"/>
                    </a:solidFill>
                    <a:latin typeface="Versos Light" panose="020B0403020204030204" pitchFamily="34" charset="0"/>
                    <a:cs typeface="Helvetica"/>
                  </a:rPr>
                  <a:t>É formado em administração </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de empresas  pelo Insper.</a:t>
                </a:r>
              </a:p>
            </p:txBody>
          </p:sp>
          <p:grpSp>
            <p:nvGrpSpPr>
              <p:cNvPr id="213" name="Group 212">
                <a:extLst>
                  <a:ext uri="{FF2B5EF4-FFF2-40B4-BE49-F238E27FC236}">
                    <a16:creationId xmlns:a16="http://schemas.microsoft.com/office/drawing/2014/main" id="{C6B87813-9162-4459-83AE-5D70B8B0DA27}"/>
                  </a:ext>
                </a:extLst>
              </p:cNvPr>
              <p:cNvGrpSpPr/>
              <p:nvPr/>
            </p:nvGrpSpPr>
            <p:grpSpPr>
              <a:xfrm>
                <a:off x="753951" y="1096645"/>
                <a:ext cx="2477007" cy="781398"/>
                <a:chOff x="334963" y="1096645"/>
                <a:chExt cx="3183911" cy="1004399"/>
              </a:xfrm>
            </p:grpSpPr>
            <p:sp>
              <p:nvSpPr>
                <p:cNvPr id="214" name="object 41">
                  <a:extLst>
                    <a:ext uri="{FF2B5EF4-FFF2-40B4-BE49-F238E27FC236}">
                      <a16:creationId xmlns:a16="http://schemas.microsoft.com/office/drawing/2014/main" id="{89203199-244C-920A-6A46-BEA1A554273D}"/>
                    </a:ext>
                  </a:extLst>
                </p:cNvPr>
                <p:cNvSpPr txBox="1"/>
                <p:nvPr/>
              </p:nvSpPr>
              <p:spPr>
                <a:xfrm>
                  <a:off x="1365731" y="1967289"/>
                  <a:ext cx="1943504" cy="126582"/>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kumimoji="0" lang="pt-BR" sz="800" b="0" i="0" u="none" strike="noStrike" kern="0" cap="none" spc="0" normalizeH="0" baseline="0" noProof="0">
                      <a:ln>
                        <a:noFill/>
                      </a:ln>
                      <a:solidFill>
                        <a:schemeClr val="bg1"/>
                      </a:solidFill>
                      <a:effectLst/>
                      <a:uLnTx/>
                      <a:uFillTx/>
                      <a:latin typeface="Versos" panose="020B0503020204030204" pitchFamily="34" charset="0"/>
                      <a:cs typeface="Arial"/>
                      <a:sym typeface="Arial"/>
                      <a:hlinkClick r:id="rId18">
                        <a:extLst>
                          <a:ext uri="{A12FA001-AC4F-418D-AE19-62706E023703}">
                            <ahyp:hlinkClr xmlns:ahyp="http://schemas.microsoft.com/office/drawing/2018/hyperlinkcolor" val="tx"/>
                          </a:ext>
                        </a:extLst>
                      </a:hlinkClick>
                    </a:rPr>
                    <a:t>gabriel</a:t>
                  </a:r>
                  <a:r>
                    <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hlinkClick r:id="rId18">
                        <a:extLst>
                          <a:ext uri="{A12FA001-AC4F-418D-AE19-62706E023703}">
                            <ahyp:hlinkClr xmlns:ahyp="http://schemas.microsoft.com/office/drawing/2018/hyperlinkcolor" val="tx"/>
                          </a:ext>
                        </a:extLst>
                      </a:hlinkClick>
                    </a:rPr>
                    <a:t>.bernasconi@tivio.com</a:t>
                  </a:r>
                  <a:endPar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p:txBody>
            </p:sp>
            <p:grpSp>
              <p:nvGrpSpPr>
                <p:cNvPr id="215" name="Group 214">
                  <a:extLst>
                    <a:ext uri="{FF2B5EF4-FFF2-40B4-BE49-F238E27FC236}">
                      <a16:creationId xmlns:a16="http://schemas.microsoft.com/office/drawing/2014/main" id="{D62A79BD-3751-042B-6A09-2E1C6AEAE106}"/>
                    </a:ext>
                  </a:extLst>
                </p:cNvPr>
                <p:cNvGrpSpPr/>
                <p:nvPr/>
              </p:nvGrpSpPr>
              <p:grpSpPr>
                <a:xfrm>
                  <a:off x="1365731" y="1096645"/>
                  <a:ext cx="2153143" cy="776511"/>
                  <a:chOff x="1010106" y="1175547"/>
                  <a:chExt cx="2153143" cy="776511"/>
                </a:xfrm>
              </p:grpSpPr>
              <p:sp>
                <p:nvSpPr>
                  <p:cNvPr id="217" name="Rectangle: Single Corner Rounded 216">
                    <a:extLst>
                      <a:ext uri="{FF2B5EF4-FFF2-40B4-BE49-F238E27FC236}">
                        <a16:creationId xmlns:a16="http://schemas.microsoft.com/office/drawing/2014/main" id="{0EDC8133-1FD0-1765-0932-042E82CE4CD2}"/>
                      </a:ext>
                    </a:extLst>
                  </p:cNvPr>
                  <p:cNvSpPr/>
                  <p:nvPr/>
                </p:nvSpPr>
                <p:spPr>
                  <a:xfrm>
                    <a:off x="1010106" y="1767326"/>
                    <a:ext cx="740383" cy="184732"/>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R="3081" algn="ctr">
                      <a:spcBef>
                        <a:spcPts val="200"/>
                      </a:spcBef>
                      <a:spcAft>
                        <a:spcPts val="200"/>
                      </a:spcAft>
                      <a:defRPr/>
                    </a:pPr>
                    <a:r>
                      <a:rPr lang="pt-BR" sz="700" b="1">
                        <a:solidFill>
                          <a:srgbClr val="FFFFFF"/>
                        </a:solidFill>
                        <a:latin typeface="Versos" panose="020B0503020204030204" pitchFamily="34" charset="0"/>
                        <a:cs typeface="Helvetica"/>
                      </a:rPr>
                      <a:t>ANALISTA</a:t>
                    </a:r>
                  </a:p>
                </p:txBody>
              </p:sp>
              <p:sp>
                <p:nvSpPr>
                  <p:cNvPr id="218" name="object 40">
                    <a:extLst>
                      <a:ext uri="{FF2B5EF4-FFF2-40B4-BE49-F238E27FC236}">
                        <a16:creationId xmlns:a16="http://schemas.microsoft.com/office/drawing/2014/main" id="{4F97CE3B-FE56-6643-4083-740F36C633D4}"/>
                      </a:ext>
                    </a:extLst>
                  </p:cNvPr>
                  <p:cNvSpPr txBox="1"/>
                  <p:nvPr/>
                </p:nvSpPr>
                <p:spPr>
                  <a:xfrm>
                    <a:off x="1010109" y="1175547"/>
                    <a:ext cx="2153140" cy="497646"/>
                  </a:xfrm>
                  <a:prstGeom prst="rect">
                    <a:avLst/>
                  </a:prstGeom>
                </p:spPr>
                <p:txBody>
                  <a:bodyPr vert="horz" wrap="square" lIns="0" tIns="0" rIns="0" bIns="0" rtlCol="0">
                    <a:spAutoFit/>
                  </a:bodyPr>
                  <a:lstStyle/>
                  <a:p>
                    <a:pPr marL="7701" marR="3081" lvl="0">
                      <a:lnSpc>
                        <a:spcPct val="101200"/>
                      </a:lnSpc>
                      <a:spcBef>
                        <a:spcPts val="58"/>
                      </a:spcBef>
                      <a:defRPr/>
                    </a:pPr>
                    <a:r>
                      <a:rPr lang="pt-BR" sz="1273" b="1">
                        <a:solidFill>
                          <a:srgbClr val="E6EDF1">
                            <a:lumMod val="90000"/>
                          </a:srgbClr>
                        </a:solidFill>
                        <a:latin typeface="Versos" panose="020B0503020204030204" pitchFamily="34" charset="0"/>
                      </a:rPr>
                      <a:t>Gabriel </a:t>
                    </a:r>
                    <a:br>
                      <a:rPr lang="pt-BR" sz="1273" b="1">
                        <a:solidFill>
                          <a:srgbClr val="E6EDF1">
                            <a:lumMod val="90000"/>
                          </a:srgbClr>
                        </a:solidFill>
                        <a:latin typeface="Versos" panose="020B0503020204030204" pitchFamily="34" charset="0"/>
                      </a:rPr>
                    </a:br>
                    <a:r>
                      <a:rPr lang="pt-BR" sz="1273" b="1">
                        <a:solidFill>
                          <a:srgbClr val="E6EDF1">
                            <a:lumMod val="90000"/>
                          </a:srgbClr>
                        </a:solidFill>
                        <a:latin typeface="Versos" panose="020B0503020204030204" pitchFamily="34" charset="0"/>
                      </a:rPr>
                      <a:t>Bernasconi</a:t>
                    </a:r>
                  </a:p>
                </p:txBody>
              </p:sp>
            </p:grpSp>
            <p:pic>
              <p:nvPicPr>
                <p:cNvPr id="216" name="object 9">
                  <a:extLst>
                    <a:ext uri="{FF2B5EF4-FFF2-40B4-BE49-F238E27FC236}">
                      <a16:creationId xmlns:a16="http://schemas.microsoft.com/office/drawing/2014/main" id="{7CB25BB6-2BD8-FAA9-3A9B-5618D472F089}"/>
                    </a:ext>
                  </a:extLst>
                </p:cNvPr>
                <p:cNvPicPr/>
                <p:nvPr/>
              </p:nvPicPr>
              <p:blipFill>
                <a:blip r:embed="rId19"/>
                <a:srcRect l="1958" r="1958"/>
                <a:stretch/>
              </p:blipFill>
              <p:spPr>
                <a:xfrm>
                  <a:off x="334963" y="1096645"/>
                  <a:ext cx="968992" cy="1004399"/>
                </a:xfrm>
                <a:prstGeom prst="round1Rect">
                  <a:avLst/>
                </a:prstGeom>
              </p:spPr>
            </p:pic>
          </p:grpSp>
        </p:grpSp>
      </p:grpSp>
      <p:grpSp>
        <p:nvGrpSpPr>
          <p:cNvPr id="219" name="Group 218">
            <a:extLst>
              <a:ext uri="{FF2B5EF4-FFF2-40B4-BE49-F238E27FC236}">
                <a16:creationId xmlns:a16="http://schemas.microsoft.com/office/drawing/2014/main" id="{F41E2ADF-3580-492C-B3F8-6B9B3A76517F}"/>
              </a:ext>
            </a:extLst>
          </p:cNvPr>
          <p:cNvGrpSpPr/>
          <p:nvPr/>
        </p:nvGrpSpPr>
        <p:grpSpPr>
          <a:xfrm>
            <a:off x="7178038" y="3812666"/>
            <a:ext cx="2824523" cy="2575260"/>
            <a:chOff x="300038" y="1016000"/>
            <a:chExt cx="2824523" cy="2575260"/>
          </a:xfrm>
        </p:grpSpPr>
        <p:sp>
          <p:nvSpPr>
            <p:cNvPr id="220" name="object 8">
              <a:extLst>
                <a:ext uri="{FF2B5EF4-FFF2-40B4-BE49-F238E27FC236}">
                  <a16:creationId xmlns:a16="http://schemas.microsoft.com/office/drawing/2014/main" id="{18F85934-D57B-A953-F570-D094B0911B7B}"/>
                </a:ext>
              </a:extLst>
            </p:cNvPr>
            <p:cNvSpPr/>
            <p:nvPr/>
          </p:nvSpPr>
          <p:spPr>
            <a:xfrm>
              <a:off x="300038" y="1016000"/>
              <a:ext cx="2824523"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221" name="bg object 18">
              <a:extLst>
                <a:ext uri="{FF2B5EF4-FFF2-40B4-BE49-F238E27FC236}">
                  <a16:creationId xmlns:a16="http://schemas.microsoft.com/office/drawing/2014/main" id="{1DC1D4E1-A6D3-7639-49DE-97369EFE91C7}"/>
                </a:ext>
              </a:extLst>
            </p:cNvPr>
            <p:cNvSpPr/>
            <p:nvPr/>
          </p:nvSpPr>
          <p:spPr>
            <a:xfrm>
              <a:off x="422805" y="3218429"/>
              <a:ext cx="2163539"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grpSp>
          <p:nvGrpSpPr>
            <p:cNvPr id="222" name="Group 221">
              <a:extLst>
                <a:ext uri="{FF2B5EF4-FFF2-40B4-BE49-F238E27FC236}">
                  <a16:creationId xmlns:a16="http://schemas.microsoft.com/office/drawing/2014/main" id="{9F75FFEC-D1C4-F24B-AAF1-9BCF53ADB037}"/>
                </a:ext>
              </a:extLst>
            </p:cNvPr>
            <p:cNvGrpSpPr/>
            <p:nvPr/>
          </p:nvGrpSpPr>
          <p:grpSpPr>
            <a:xfrm>
              <a:off x="422805" y="1100285"/>
              <a:ext cx="2701756" cy="1946852"/>
              <a:chOff x="753951" y="1096645"/>
              <a:chExt cx="2701756" cy="1946852"/>
            </a:xfrm>
          </p:grpSpPr>
          <p:sp>
            <p:nvSpPr>
              <p:cNvPr id="227" name="object 15">
                <a:extLst>
                  <a:ext uri="{FF2B5EF4-FFF2-40B4-BE49-F238E27FC236}">
                    <a16:creationId xmlns:a16="http://schemas.microsoft.com/office/drawing/2014/main" id="{5D23EFF4-1E66-E2C8-07EF-7E331C6E647B}"/>
                  </a:ext>
                </a:extLst>
              </p:cNvPr>
              <p:cNvSpPr txBox="1"/>
              <p:nvPr/>
            </p:nvSpPr>
            <p:spPr>
              <a:xfrm>
                <a:off x="753951" y="1998832"/>
                <a:ext cx="2701756" cy="1044665"/>
              </a:xfrm>
              <a:prstGeom prst="rect">
                <a:avLst/>
              </a:prstGeom>
            </p:spPr>
            <p:txBody>
              <a:bodyPr vert="horz" wrap="square" lIns="0" tIns="0" rIns="0" bIns="0" numCol="1" rtlCol="0" anchor="t" anchorCtr="0">
                <a:noAutofit/>
              </a:bodyPr>
              <a:lstStyle/>
              <a:p>
                <a:pPr marL="7701" marR="3081" lvl="0">
                  <a:lnSpc>
                    <a:spcPct val="101800"/>
                  </a:lnSpc>
                  <a:spcBef>
                    <a:spcPts val="300"/>
                  </a:spcBef>
                  <a:spcAft>
                    <a:spcPts val="300"/>
                  </a:spcAft>
                  <a:defRPr/>
                </a:pPr>
                <a:r>
                  <a:rPr lang="pt-BR" sz="700">
                    <a:solidFill>
                      <a:srgbClr val="FFFFFF"/>
                    </a:solidFill>
                    <a:latin typeface="Versos Light" panose="020B0403020204030204" pitchFamily="34" charset="0"/>
                    <a:cs typeface="Helvetica"/>
                  </a:rPr>
                  <a:t>Iniciou sua carreira no Banco Safra, como analista de crédito do segmento de </a:t>
                </a:r>
                <a:r>
                  <a:rPr lang="pt-BR" sz="700" i="1" err="1">
                    <a:solidFill>
                      <a:srgbClr val="FFFFFF"/>
                    </a:solidFill>
                    <a:latin typeface="Versos Light" panose="020B0403020204030204" pitchFamily="34" charset="0"/>
                    <a:cs typeface="Helvetica"/>
                  </a:rPr>
                  <a:t>large</a:t>
                </a:r>
                <a:r>
                  <a:rPr lang="pt-BR" sz="700" i="1">
                    <a:solidFill>
                      <a:srgbClr val="FFFFFF"/>
                    </a:solidFill>
                    <a:latin typeface="Versos Light" panose="020B0403020204030204" pitchFamily="34" charset="0"/>
                    <a:cs typeface="Helvetica"/>
                  </a:rPr>
                  <a:t> </a:t>
                </a:r>
                <a:r>
                  <a:rPr lang="pt-BR" sz="700" i="1" err="1">
                    <a:solidFill>
                      <a:srgbClr val="FFFFFF"/>
                    </a:solidFill>
                    <a:latin typeface="Versos Light" panose="020B0403020204030204" pitchFamily="34" charset="0"/>
                    <a:cs typeface="Helvetica"/>
                  </a:rPr>
                  <a:t>corporate</a:t>
                </a:r>
                <a:r>
                  <a:rPr lang="pt-BR" sz="700">
                    <a:solidFill>
                      <a:srgbClr val="FFFFFF"/>
                    </a:solidFill>
                    <a:latin typeface="Versos Light" panose="020B0403020204030204" pitchFamily="34" charset="0"/>
                    <a:cs typeface="Helvetica"/>
                  </a:rPr>
                  <a:t>, onde atuou em análises de crédito das grandes empresas no setor do Agronegócio </a:t>
                </a:r>
                <a:br>
                  <a:rPr lang="pt-BR" sz="700">
                    <a:solidFill>
                      <a:srgbClr val="FFFFFF"/>
                    </a:solidFill>
                    <a:latin typeface="Versos Light" panose="020B0403020204030204" pitchFamily="34" charset="0"/>
                    <a:cs typeface="Helvetica"/>
                  </a:rPr>
                </a:br>
                <a:r>
                  <a:rPr lang="pt-BR" sz="700">
                    <a:solidFill>
                      <a:srgbClr val="FFFFFF"/>
                    </a:solidFill>
                    <a:latin typeface="Versos Light" panose="020B0403020204030204" pitchFamily="34" charset="0"/>
                    <a:cs typeface="Helvetica"/>
                  </a:rPr>
                  <a:t>do portfólio do Banco Safra. </a:t>
                </a:r>
              </a:p>
              <a:p>
                <a:pPr marL="7701" marR="3081" lvl="0">
                  <a:lnSpc>
                    <a:spcPct val="101800"/>
                  </a:lnSpc>
                  <a:spcBef>
                    <a:spcPts val="300"/>
                  </a:spcBef>
                  <a:spcAft>
                    <a:spcPts val="300"/>
                  </a:spcAft>
                  <a:defRPr/>
                </a:pPr>
                <a:r>
                  <a:rPr lang="pt-BR" sz="700">
                    <a:solidFill>
                      <a:srgbClr val="FFFFFF"/>
                    </a:solidFill>
                    <a:latin typeface="Versos Light" panose="020B0403020204030204" pitchFamily="34" charset="0"/>
                    <a:cs typeface="Helvetica"/>
                  </a:rPr>
                  <a:t>É formado em economia pela PUC-SP.</a:t>
                </a:r>
              </a:p>
            </p:txBody>
          </p:sp>
          <p:grpSp>
            <p:nvGrpSpPr>
              <p:cNvPr id="228" name="Group 227">
                <a:extLst>
                  <a:ext uri="{FF2B5EF4-FFF2-40B4-BE49-F238E27FC236}">
                    <a16:creationId xmlns:a16="http://schemas.microsoft.com/office/drawing/2014/main" id="{6F56A5FA-A78F-87D8-6405-DF56AA1095E1}"/>
                  </a:ext>
                </a:extLst>
              </p:cNvPr>
              <p:cNvGrpSpPr/>
              <p:nvPr/>
            </p:nvGrpSpPr>
            <p:grpSpPr>
              <a:xfrm>
                <a:off x="753951" y="1096645"/>
                <a:ext cx="2477007" cy="781398"/>
                <a:chOff x="334963" y="1096645"/>
                <a:chExt cx="3183911" cy="1004399"/>
              </a:xfrm>
            </p:grpSpPr>
            <p:sp>
              <p:nvSpPr>
                <p:cNvPr id="229" name="object 41">
                  <a:extLst>
                    <a:ext uri="{FF2B5EF4-FFF2-40B4-BE49-F238E27FC236}">
                      <a16:creationId xmlns:a16="http://schemas.microsoft.com/office/drawing/2014/main" id="{79D780FD-8436-6D76-E582-64A476947516}"/>
                    </a:ext>
                  </a:extLst>
                </p:cNvPr>
                <p:cNvSpPr txBox="1"/>
                <p:nvPr/>
              </p:nvSpPr>
              <p:spPr>
                <a:xfrm>
                  <a:off x="1365731" y="1967289"/>
                  <a:ext cx="1697448" cy="126582"/>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kumimoji="0" lang="pt-BR" sz="800" b="0" i="0" u="none" strike="noStrike" kern="0" cap="none" spc="0" normalizeH="0" baseline="0" noProof="0">
                      <a:ln>
                        <a:noFill/>
                      </a:ln>
                      <a:solidFill>
                        <a:schemeClr val="bg1"/>
                      </a:solidFill>
                      <a:effectLst/>
                      <a:uLnTx/>
                      <a:uFillTx/>
                      <a:latin typeface="Versos" panose="020B0503020204030204" pitchFamily="34" charset="0"/>
                      <a:cs typeface="Arial"/>
                      <a:sym typeface="Arial"/>
                      <a:hlinkClick r:id="rId20">
                        <a:extLst>
                          <a:ext uri="{A12FA001-AC4F-418D-AE19-62706E023703}">
                            <ahyp:hlinkClr xmlns:ahyp="http://schemas.microsoft.com/office/drawing/2018/hyperlinkcolor" val="tx"/>
                          </a:ext>
                        </a:extLst>
                      </a:hlinkClick>
                    </a:rPr>
                    <a:t>gabriel.real@tivio.com</a:t>
                  </a:r>
                  <a:endParaRPr kumimoji="0" lang="pt-BR" sz="800" b="0" i="0" u="none" strike="noStrike" kern="0" cap="none" spc="0" normalizeH="0" baseline="0" noProof="0">
                    <a:ln>
                      <a:noFill/>
                    </a:ln>
                    <a:solidFill>
                      <a:schemeClr val="bg1"/>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chemeClr val="bg1"/>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chemeClr val="bg1"/>
                    </a:solidFill>
                    <a:effectLst/>
                    <a:uLnTx/>
                    <a:uFillTx/>
                    <a:latin typeface="Versos" panose="020B0503020204030204" pitchFamily="34" charset="0"/>
                    <a:cs typeface="Arial"/>
                    <a:sym typeface="Arial"/>
                  </a:endParaRPr>
                </a:p>
              </p:txBody>
            </p:sp>
            <p:grpSp>
              <p:nvGrpSpPr>
                <p:cNvPr id="230" name="Group 229">
                  <a:extLst>
                    <a:ext uri="{FF2B5EF4-FFF2-40B4-BE49-F238E27FC236}">
                      <a16:creationId xmlns:a16="http://schemas.microsoft.com/office/drawing/2014/main" id="{6DC0AAE8-EF9E-4782-CDD1-2596ACC431E6}"/>
                    </a:ext>
                  </a:extLst>
                </p:cNvPr>
                <p:cNvGrpSpPr/>
                <p:nvPr/>
              </p:nvGrpSpPr>
              <p:grpSpPr>
                <a:xfrm>
                  <a:off x="1365731" y="1096645"/>
                  <a:ext cx="2153143" cy="776511"/>
                  <a:chOff x="1010106" y="1175547"/>
                  <a:chExt cx="2153143" cy="776511"/>
                </a:xfrm>
              </p:grpSpPr>
              <p:sp>
                <p:nvSpPr>
                  <p:cNvPr id="232" name="Rectangle: Single Corner Rounded 231">
                    <a:extLst>
                      <a:ext uri="{FF2B5EF4-FFF2-40B4-BE49-F238E27FC236}">
                        <a16:creationId xmlns:a16="http://schemas.microsoft.com/office/drawing/2014/main" id="{A821C9B2-6484-23B6-9790-CA1BECE1CC18}"/>
                      </a:ext>
                    </a:extLst>
                  </p:cNvPr>
                  <p:cNvSpPr/>
                  <p:nvPr/>
                </p:nvSpPr>
                <p:spPr>
                  <a:xfrm>
                    <a:off x="1010106" y="1767326"/>
                    <a:ext cx="740383" cy="184732"/>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R="3081" algn="ctr">
                      <a:spcBef>
                        <a:spcPts val="200"/>
                      </a:spcBef>
                      <a:spcAft>
                        <a:spcPts val="200"/>
                      </a:spcAft>
                      <a:defRPr/>
                    </a:pPr>
                    <a:r>
                      <a:rPr lang="pt-BR" sz="700" b="1">
                        <a:solidFill>
                          <a:srgbClr val="FFFFFF"/>
                        </a:solidFill>
                        <a:latin typeface="Versos" panose="020B0503020204030204" pitchFamily="34" charset="0"/>
                        <a:cs typeface="Helvetica"/>
                      </a:rPr>
                      <a:t>ANALISTA</a:t>
                    </a:r>
                  </a:p>
                </p:txBody>
              </p:sp>
              <p:sp>
                <p:nvSpPr>
                  <p:cNvPr id="233" name="object 40">
                    <a:extLst>
                      <a:ext uri="{FF2B5EF4-FFF2-40B4-BE49-F238E27FC236}">
                        <a16:creationId xmlns:a16="http://schemas.microsoft.com/office/drawing/2014/main" id="{76038EB9-6451-E5B4-E1B3-64522C6F930A}"/>
                      </a:ext>
                    </a:extLst>
                  </p:cNvPr>
                  <p:cNvSpPr txBox="1"/>
                  <p:nvPr/>
                </p:nvSpPr>
                <p:spPr>
                  <a:xfrm>
                    <a:off x="1010109" y="1175547"/>
                    <a:ext cx="2153140" cy="497646"/>
                  </a:xfrm>
                  <a:prstGeom prst="rect">
                    <a:avLst/>
                  </a:prstGeom>
                </p:spPr>
                <p:txBody>
                  <a:bodyPr vert="horz" wrap="square" lIns="0" tIns="0" rIns="0" bIns="0" rtlCol="0">
                    <a:spAutoFit/>
                  </a:bodyPr>
                  <a:lstStyle/>
                  <a:p>
                    <a:pPr marL="7701" marR="3081" lvl="0">
                      <a:lnSpc>
                        <a:spcPct val="101200"/>
                      </a:lnSpc>
                      <a:spcBef>
                        <a:spcPts val="58"/>
                      </a:spcBef>
                      <a:defRPr/>
                    </a:pPr>
                    <a:r>
                      <a:rPr lang="pt-BR" sz="1273" b="1">
                        <a:solidFill>
                          <a:srgbClr val="E6EDF1">
                            <a:lumMod val="90000"/>
                          </a:srgbClr>
                        </a:solidFill>
                        <a:latin typeface="Versos" panose="020B0503020204030204" pitchFamily="34" charset="0"/>
                      </a:rPr>
                      <a:t>Gabriel </a:t>
                    </a:r>
                    <a:br>
                      <a:rPr lang="pt-BR" sz="1273" b="1">
                        <a:solidFill>
                          <a:srgbClr val="E6EDF1">
                            <a:lumMod val="90000"/>
                          </a:srgbClr>
                        </a:solidFill>
                        <a:latin typeface="Versos" panose="020B0503020204030204" pitchFamily="34" charset="0"/>
                      </a:rPr>
                    </a:br>
                    <a:r>
                      <a:rPr lang="pt-BR" sz="1273" b="1">
                        <a:solidFill>
                          <a:srgbClr val="E6EDF1">
                            <a:lumMod val="90000"/>
                          </a:srgbClr>
                        </a:solidFill>
                        <a:latin typeface="Versos" panose="020B0503020204030204" pitchFamily="34" charset="0"/>
                      </a:rPr>
                      <a:t>Real</a:t>
                    </a:r>
                  </a:p>
                </p:txBody>
              </p:sp>
            </p:grpSp>
            <p:pic>
              <p:nvPicPr>
                <p:cNvPr id="231" name="object 9">
                  <a:extLst>
                    <a:ext uri="{FF2B5EF4-FFF2-40B4-BE49-F238E27FC236}">
                      <a16:creationId xmlns:a16="http://schemas.microsoft.com/office/drawing/2014/main" id="{FA985E34-730F-4D09-79F4-4E42BFA7B268}"/>
                    </a:ext>
                  </a:extLst>
                </p:cNvPr>
                <p:cNvPicPr/>
                <p:nvPr/>
              </p:nvPicPr>
              <p:blipFill>
                <a:blip r:embed="rId21"/>
                <a:srcRect l="1958" r="1958"/>
                <a:stretch/>
              </p:blipFill>
              <p:spPr>
                <a:xfrm>
                  <a:off x="334963" y="1096645"/>
                  <a:ext cx="968992" cy="1004399"/>
                </a:xfrm>
                <a:prstGeom prst="round1Rect">
                  <a:avLst/>
                </a:prstGeom>
              </p:spPr>
            </p:pic>
          </p:grpSp>
        </p:grpSp>
      </p:grpSp>
      <p:grpSp>
        <p:nvGrpSpPr>
          <p:cNvPr id="249" name="Group 248">
            <a:extLst>
              <a:ext uri="{FF2B5EF4-FFF2-40B4-BE49-F238E27FC236}">
                <a16:creationId xmlns:a16="http://schemas.microsoft.com/office/drawing/2014/main" id="{22203E7C-0FC0-8E99-5347-F581C1FBF9EC}"/>
              </a:ext>
            </a:extLst>
          </p:cNvPr>
          <p:cNvGrpSpPr/>
          <p:nvPr/>
        </p:nvGrpSpPr>
        <p:grpSpPr>
          <a:xfrm>
            <a:off x="4025170" y="3353871"/>
            <a:ext cx="771735" cy="172618"/>
            <a:chOff x="3699854" y="3353871"/>
            <a:chExt cx="771735" cy="172618"/>
          </a:xfrm>
        </p:grpSpPr>
        <p:pic>
          <p:nvPicPr>
            <p:cNvPr id="136" name="Picture 8">
              <a:extLst>
                <a:ext uri="{FF2B5EF4-FFF2-40B4-BE49-F238E27FC236}">
                  <a16:creationId xmlns:a16="http://schemas.microsoft.com/office/drawing/2014/main" id="{1937C5BD-A250-A8B0-CA54-A8194C1F5B27}"/>
                </a:ext>
              </a:extLst>
            </p:cNvPr>
            <p:cNvPicPr>
              <a:picLocks noChangeAspect="1" noChangeArrowheads="1"/>
            </p:cNvPicPr>
            <p:nvPr/>
          </p:nvPicPr>
          <p:blipFill>
            <a:blip r:embed="rId9"/>
            <a:srcRect/>
            <a:stretch/>
          </p:blipFill>
          <p:spPr bwMode="auto">
            <a:xfrm>
              <a:off x="3699854" y="3353871"/>
              <a:ext cx="222373" cy="172618"/>
            </a:xfrm>
            <a:prstGeom prst="rect">
              <a:avLst/>
            </a:prstGeom>
            <a:noFill/>
            <a:extLst>
              <a:ext uri="{909E8E84-426E-40DD-AFC4-6F175D3DCCD1}">
                <a14:hiddenFill xmlns:a14="http://schemas.microsoft.com/office/drawing/2010/main">
                  <a:solidFill>
                    <a:srgbClr val="FFFFFF"/>
                  </a:solidFill>
                </a14:hiddenFill>
              </a:ext>
            </a:extLst>
          </p:spPr>
        </p:pic>
        <p:pic>
          <p:nvPicPr>
            <p:cNvPr id="234" name="Picture 233" descr="A black and white logo&#10;&#10;AI-generated content may be incorrect.">
              <a:extLst>
                <a:ext uri="{FF2B5EF4-FFF2-40B4-BE49-F238E27FC236}">
                  <a16:creationId xmlns:a16="http://schemas.microsoft.com/office/drawing/2014/main" id="{29225BAD-D7C7-542C-27A7-3CE75DFE343E}"/>
                </a:ext>
              </a:extLst>
            </p:cNvPr>
            <p:cNvPicPr>
              <a:picLocks noChangeAspect="1"/>
            </p:cNvPicPr>
            <p:nvPr/>
          </p:nvPicPr>
          <p:blipFill>
            <a:blip r:embed="rId22">
              <a:extLst>
                <a:ext uri="{BEBA8EAE-BF5A-486C-A8C5-ECC9F3942E4B}">
                  <a14:imgProps xmlns:a14="http://schemas.microsoft.com/office/drawing/2010/main">
                    <a14:imgLayer r:embed="rId23">
                      <a14:imgEffect>
                        <a14:brightnessContrast bright="100000"/>
                      </a14:imgEffect>
                    </a14:imgLayer>
                  </a14:imgProps>
                </a:ext>
              </a:extLst>
            </a:blip>
            <a:stretch>
              <a:fillRect/>
            </a:stretch>
          </p:blipFill>
          <p:spPr>
            <a:xfrm>
              <a:off x="4043575" y="3356629"/>
              <a:ext cx="428014" cy="166069"/>
            </a:xfrm>
            <a:prstGeom prst="rect">
              <a:avLst/>
            </a:prstGeom>
          </p:spPr>
        </p:pic>
      </p:grpSp>
      <p:pic>
        <p:nvPicPr>
          <p:cNvPr id="239" name="Picture 238">
            <a:extLst>
              <a:ext uri="{FF2B5EF4-FFF2-40B4-BE49-F238E27FC236}">
                <a16:creationId xmlns:a16="http://schemas.microsoft.com/office/drawing/2014/main" id="{63B00D90-E39D-8B92-73D6-B13A36C44045}"/>
              </a:ext>
            </a:extLst>
          </p:cNvPr>
          <p:cNvPicPr>
            <a:picLocks noChangeAspect="1"/>
          </p:cNvPicPr>
          <p:nvPr/>
        </p:nvPicPr>
        <p:blipFill>
          <a:blip r:embed="rId24">
            <a:extLst>
              <a:ext uri="{BEBA8EAE-BF5A-486C-A8C5-ECC9F3942E4B}">
                <a14:imgProps xmlns:a14="http://schemas.microsoft.com/office/drawing/2010/main">
                  <a14:imgLayer r:embed="rId25">
                    <a14:imgEffect>
                      <a14:brightnessContrast bright="100000"/>
                    </a14:imgEffect>
                  </a14:imgLayer>
                </a14:imgProps>
              </a:ext>
            </a:extLst>
          </a:blip>
          <a:srcRect/>
          <a:stretch/>
        </p:blipFill>
        <p:spPr>
          <a:xfrm>
            <a:off x="9842345" y="3328464"/>
            <a:ext cx="701317" cy="188069"/>
          </a:xfrm>
          <a:prstGeom prst="rect">
            <a:avLst/>
          </a:prstGeom>
        </p:spPr>
      </p:pic>
      <p:pic>
        <p:nvPicPr>
          <p:cNvPr id="240" name="Picture 8">
            <a:extLst>
              <a:ext uri="{FF2B5EF4-FFF2-40B4-BE49-F238E27FC236}">
                <a16:creationId xmlns:a16="http://schemas.microsoft.com/office/drawing/2014/main" id="{BC53259F-C26A-CC2E-D523-236EF648535D}"/>
              </a:ext>
            </a:extLst>
          </p:cNvPr>
          <p:cNvPicPr>
            <a:picLocks noChangeAspect="1" noChangeArrowheads="1"/>
          </p:cNvPicPr>
          <p:nvPr/>
        </p:nvPicPr>
        <p:blipFill>
          <a:blip r:embed="rId9"/>
          <a:srcRect/>
          <a:stretch/>
        </p:blipFill>
        <p:spPr bwMode="auto">
          <a:xfrm>
            <a:off x="9503545" y="3344217"/>
            <a:ext cx="222373" cy="172618"/>
          </a:xfrm>
          <a:prstGeom prst="rect">
            <a:avLst/>
          </a:prstGeom>
          <a:noFill/>
          <a:extLst>
            <a:ext uri="{909E8E84-426E-40DD-AFC4-6F175D3DCCD1}">
              <a14:hiddenFill xmlns:a14="http://schemas.microsoft.com/office/drawing/2010/main">
                <a:solidFill>
                  <a:srgbClr val="FFFFFF"/>
                </a:solidFill>
              </a14:hiddenFill>
            </a:ext>
          </a:extLst>
        </p:spPr>
      </p:pic>
      <p:pic>
        <p:nvPicPr>
          <p:cNvPr id="241" name="Picture 240">
            <a:extLst>
              <a:ext uri="{FF2B5EF4-FFF2-40B4-BE49-F238E27FC236}">
                <a16:creationId xmlns:a16="http://schemas.microsoft.com/office/drawing/2014/main" id="{4F844CC9-FED5-9036-FCF2-2D16577859DF}"/>
              </a:ext>
            </a:extLst>
          </p:cNvPr>
          <p:cNvPicPr>
            <a:picLocks noChangeAspect="1"/>
          </p:cNvPicPr>
          <p:nvPr/>
        </p:nvPicPr>
        <p:blipFill>
          <a:blip r:embed="rId26"/>
          <a:stretch>
            <a:fillRect/>
          </a:stretch>
        </p:blipFill>
        <p:spPr>
          <a:xfrm>
            <a:off x="10629282" y="3374821"/>
            <a:ext cx="428191" cy="147600"/>
          </a:xfrm>
          <a:prstGeom prst="rect">
            <a:avLst/>
          </a:prstGeom>
        </p:spPr>
      </p:pic>
      <p:grpSp>
        <p:nvGrpSpPr>
          <p:cNvPr id="248" name="Group 247">
            <a:extLst>
              <a:ext uri="{FF2B5EF4-FFF2-40B4-BE49-F238E27FC236}">
                <a16:creationId xmlns:a16="http://schemas.microsoft.com/office/drawing/2014/main" id="{B7258ED0-8899-7DAD-31E2-97429162027D}"/>
              </a:ext>
            </a:extLst>
          </p:cNvPr>
          <p:cNvGrpSpPr/>
          <p:nvPr/>
        </p:nvGrpSpPr>
        <p:grpSpPr>
          <a:xfrm>
            <a:off x="1723710" y="6104429"/>
            <a:ext cx="1729548" cy="202284"/>
            <a:chOff x="3641648" y="6103772"/>
            <a:chExt cx="1729548" cy="202284"/>
          </a:xfrm>
        </p:grpSpPr>
        <p:pic>
          <p:nvPicPr>
            <p:cNvPr id="242" name="Picture 2">
              <a:extLst>
                <a:ext uri="{FF2B5EF4-FFF2-40B4-BE49-F238E27FC236}">
                  <a16:creationId xmlns:a16="http://schemas.microsoft.com/office/drawing/2014/main" id="{ABA8972A-71AF-45AA-E971-84C5221937BA}"/>
                </a:ext>
              </a:extLst>
            </p:cNvPr>
            <p:cNvPicPr>
              <a:picLocks noChangeAspect="1" noChangeArrowheads="1"/>
            </p:cNvPicPr>
            <p:nvPr/>
          </p:nvPicPr>
          <p:blipFill>
            <a:blip r:embed="rId27">
              <a:extLst>
                <a:ext uri="{BEBA8EAE-BF5A-486C-A8C5-ECC9F3942E4B}">
                  <a14:imgProps xmlns:a14="http://schemas.microsoft.com/office/drawing/2010/main">
                    <a14:imgLayer r:embed="rId28">
                      <a14:imgEffect>
                        <a14:brightnessContrast bright="100000"/>
                      </a14:imgEffect>
                    </a14:imgLayer>
                  </a14:imgProps>
                </a:ext>
              </a:extLst>
            </a:blip>
            <a:stretch/>
          </p:blipFill>
          <p:spPr bwMode="auto">
            <a:xfrm>
              <a:off x="4674663" y="6123218"/>
              <a:ext cx="696533" cy="121894"/>
            </a:xfrm>
            <a:prstGeom prst="rect">
              <a:avLst/>
            </a:prstGeom>
            <a:extLst>
              <a:ext uri="{909E8E84-426E-40DD-AFC4-6F175D3DCCD1}">
                <a14:hiddenFill xmlns:a14="http://schemas.microsoft.com/office/drawing/2010/main">
                  <a:solidFill>
                    <a:srgbClr val="FFFFFF"/>
                  </a:solidFill>
                </a14:hiddenFill>
              </a:ext>
            </a:extLst>
          </p:spPr>
        </p:pic>
        <p:pic>
          <p:nvPicPr>
            <p:cNvPr id="243" name="Picture 26">
              <a:extLst>
                <a:ext uri="{FF2B5EF4-FFF2-40B4-BE49-F238E27FC236}">
                  <a16:creationId xmlns:a16="http://schemas.microsoft.com/office/drawing/2014/main" id="{03D555C5-7F5A-B190-5882-5905140C0E08}"/>
                </a:ext>
              </a:extLst>
            </p:cNvPr>
            <p:cNvPicPr>
              <a:picLocks noChangeAspect="1" noChangeArrowheads="1"/>
            </p:cNvPicPr>
            <p:nvPr/>
          </p:nvPicPr>
          <p:blipFill>
            <a:blip>
              <a:lum bright="100000"/>
              <a:extLst>
                <a:ext uri="{96DAC541-7B7A-43D3-8B79-37D633B846F1}">
                  <asvg:svgBlip xmlns:asvg="http://schemas.microsoft.com/office/drawing/2016/SVG/main" r:embed="rId29"/>
                </a:ext>
              </a:extLst>
            </a:blip>
            <a:srcRect/>
            <a:stretch/>
          </p:blipFill>
          <p:spPr bwMode="auto">
            <a:xfrm>
              <a:off x="3960710" y="6103772"/>
              <a:ext cx="593744" cy="160786"/>
            </a:xfrm>
            <a:prstGeom prst="rect">
              <a:avLst/>
            </a:prstGeom>
            <a:extLst>
              <a:ext uri="{909E8E84-426E-40DD-AFC4-6F175D3DCCD1}">
                <a14:hiddenFill xmlns:a14="http://schemas.microsoft.com/office/drawing/2010/main">
                  <a:solidFill>
                    <a:srgbClr val="FFFFFF"/>
                  </a:solidFill>
                </a14:hiddenFill>
              </a:ext>
            </a:extLst>
          </p:spPr>
        </p:pic>
        <p:pic>
          <p:nvPicPr>
            <p:cNvPr id="244" name="Picture 243">
              <a:extLst>
                <a:ext uri="{FF2B5EF4-FFF2-40B4-BE49-F238E27FC236}">
                  <a16:creationId xmlns:a16="http://schemas.microsoft.com/office/drawing/2014/main" id="{07900A3C-7922-AB4B-D27C-41E4215343B4}"/>
                </a:ext>
              </a:extLst>
            </p:cNvPr>
            <p:cNvPicPr>
              <a:picLocks noChangeAspect="1" noChangeArrowheads="1"/>
            </p:cNvPicPr>
            <p:nvPr/>
          </p:nvPicPr>
          <p:blipFill>
            <a:blip r:embed="rId9"/>
            <a:srcRect/>
            <a:stretch/>
          </p:blipFill>
          <p:spPr bwMode="auto">
            <a:xfrm>
              <a:off x="3641648" y="6128517"/>
              <a:ext cx="228709" cy="17753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2" name="Group 251">
            <a:extLst>
              <a:ext uri="{FF2B5EF4-FFF2-40B4-BE49-F238E27FC236}">
                <a16:creationId xmlns:a16="http://schemas.microsoft.com/office/drawing/2014/main" id="{3B203328-7C45-BD12-9543-FE051CCB9724}"/>
              </a:ext>
            </a:extLst>
          </p:cNvPr>
          <p:cNvGrpSpPr/>
          <p:nvPr/>
        </p:nvGrpSpPr>
        <p:grpSpPr>
          <a:xfrm>
            <a:off x="4744528" y="6113005"/>
            <a:ext cx="1367323" cy="166069"/>
            <a:chOff x="6585916" y="6137882"/>
            <a:chExt cx="1367323" cy="166069"/>
          </a:xfrm>
        </p:grpSpPr>
        <p:pic>
          <p:nvPicPr>
            <p:cNvPr id="250" name="object 15">
              <a:extLst>
                <a:ext uri="{FF2B5EF4-FFF2-40B4-BE49-F238E27FC236}">
                  <a16:creationId xmlns:a16="http://schemas.microsoft.com/office/drawing/2014/main" id="{43F8DD04-FCF6-4C57-A36A-3CA7DD9EEFAB}"/>
                </a:ext>
              </a:extLst>
            </p:cNvPr>
            <p:cNvPicPr/>
            <p:nvPr/>
          </p:nvPicPr>
          <p:blipFill>
            <a:blip r:embed="rId30">
              <a:extLst>
                <a:ext uri="{BEBA8EAE-BF5A-486C-A8C5-ECC9F3942E4B}">
                  <a14:imgProps xmlns:a14="http://schemas.microsoft.com/office/drawing/2010/main">
                    <a14:imgLayer r:embed="rId31">
                      <a14:imgEffect>
                        <a14:brightnessContrast bright="100000"/>
                      </a14:imgEffect>
                    </a14:imgLayer>
                  </a14:imgProps>
                </a:ext>
              </a:extLst>
            </a:blip>
            <a:srcRect/>
            <a:stretch/>
          </p:blipFill>
          <p:spPr>
            <a:xfrm>
              <a:off x="6585916" y="6154441"/>
              <a:ext cx="729816" cy="141283"/>
            </a:xfrm>
            <a:prstGeom prst="rect">
              <a:avLst/>
            </a:prstGeom>
          </p:spPr>
        </p:pic>
        <p:pic>
          <p:nvPicPr>
            <p:cNvPr id="251" name="Picture 250" descr="A black and white logo&#10;&#10;AI-generated content may be incorrect.">
              <a:extLst>
                <a:ext uri="{FF2B5EF4-FFF2-40B4-BE49-F238E27FC236}">
                  <a16:creationId xmlns:a16="http://schemas.microsoft.com/office/drawing/2014/main" id="{5121B431-CA96-67F2-C8D8-F5323F424836}"/>
                </a:ext>
              </a:extLst>
            </p:cNvPr>
            <p:cNvPicPr>
              <a:picLocks noChangeAspect="1"/>
            </p:cNvPicPr>
            <p:nvPr/>
          </p:nvPicPr>
          <p:blipFill>
            <a:blip r:embed="rId22">
              <a:extLst>
                <a:ext uri="{BEBA8EAE-BF5A-486C-A8C5-ECC9F3942E4B}">
                  <a14:imgProps xmlns:a14="http://schemas.microsoft.com/office/drawing/2010/main">
                    <a14:imgLayer r:embed="rId23">
                      <a14:imgEffect>
                        <a14:brightnessContrast bright="100000"/>
                      </a14:imgEffect>
                    </a14:imgLayer>
                  </a14:imgProps>
                </a:ext>
              </a:extLst>
            </a:blip>
            <a:stretch>
              <a:fillRect/>
            </a:stretch>
          </p:blipFill>
          <p:spPr>
            <a:xfrm>
              <a:off x="7525225" y="6137882"/>
              <a:ext cx="428014" cy="166069"/>
            </a:xfrm>
            <a:prstGeom prst="rect">
              <a:avLst/>
            </a:prstGeom>
          </p:spPr>
        </p:pic>
      </p:grpSp>
      <p:pic>
        <p:nvPicPr>
          <p:cNvPr id="253" name="Picture 4">
            <a:extLst>
              <a:ext uri="{FF2B5EF4-FFF2-40B4-BE49-F238E27FC236}">
                <a16:creationId xmlns:a16="http://schemas.microsoft.com/office/drawing/2014/main" id="{5CD8E357-20D3-AED8-5DCC-9DC9D2AF2AAD}"/>
              </a:ext>
            </a:extLst>
          </p:cNvPr>
          <p:cNvPicPr>
            <a:picLocks noChangeAspect="1" noChangeArrowheads="1"/>
          </p:cNvPicPr>
          <p:nvPr/>
        </p:nvPicPr>
        <p:blipFill rotWithShape="1">
          <a:blip r:embed="rId32">
            <a:extLst>
              <a:ext uri="{BEBA8EAE-BF5A-486C-A8C5-ECC9F3942E4B}">
                <a14:imgProps xmlns:a14="http://schemas.microsoft.com/office/drawing/2010/main">
                  <a14:imgLayer r:embed="rId33">
                    <a14:imgEffect>
                      <a14:brightnessContrast bright="100000"/>
                    </a14:imgEffect>
                  </a14:imgLayer>
                </a14:imgProps>
              </a:ext>
            </a:extLst>
          </a:blip>
          <a:srcRect t="1" r="75472" b="-4964"/>
          <a:stretch/>
        </p:blipFill>
        <p:spPr bwMode="auto">
          <a:xfrm>
            <a:off x="7999794" y="6078514"/>
            <a:ext cx="210173" cy="271363"/>
          </a:xfrm>
          <a:prstGeom prst="rect">
            <a:avLst/>
          </a:prstGeom>
          <a:noFill/>
          <a:extLst>
            <a:ext uri="{909E8E84-426E-40DD-AFC4-6F175D3DCCD1}">
              <a14:hiddenFill xmlns:a14="http://schemas.microsoft.com/office/drawing/2010/main">
                <a:solidFill>
                  <a:srgbClr val="FFFFFF"/>
                </a:solidFill>
              </a14:hiddenFill>
            </a:ext>
          </a:extLst>
        </p:spPr>
      </p:pic>
      <p:pic>
        <p:nvPicPr>
          <p:cNvPr id="254" name="Picture 253" descr="A black and white logo&#10;&#10;AI-generated content may be incorrect.">
            <a:extLst>
              <a:ext uri="{FF2B5EF4-FFF2-40B4-BE49-F238E27FC236}">
                <a16:creationId xmlns:a16="http://schemas.microsoft.com/office/drawing/2014/main" id="{3B081FCE-29D8-1596-1850-4EEB07526DA8}"/>
              </a:ext>
            </a:extLst>
          </p:cNvPr>
          <p:cNvPicPr>
            <a:picLocks noChangeAspect="1"/>
          </p:cNvPicPr>
          <p:nvPr/>
        </p:nvPicPr>
        <p:blipFill>
          <a:blip r:embed="rId34"/>
          <a:stretch>
            <a:fillRect/>
          </a:stretch>
        </p:blipFill>
        <p:spPr>
          <a:xfrm>
            <a:off x="8385593" y="6055161"/>
            <a:ext cx="548101" cy="271363"/>
          </a:xfrm>
          <a:prstGeom prst="rect">
            <a:avLst/>
          </a:prstGeom>
        </p:spPr>
      </p:pic>
      <p:pic>
        <p:nvPicPr>
          <p:cNvPr id="255" name="Picture 4">
            <a:extLst>
              <a:ext uri="{FF2B5EF4-FFF2-40B4-BE49-F238E27FC236}">
                <a16:creationId xmlns:a16="http://schemas.microsoft.com/office/drawing/2014/main" id="{2E972726-590F-39B0-A2F2-BDE76FCECC72}"/>
              </a:ext>
            </a:extLst>
          </p:cNvPr>
          <p:cNvPicPr>
            <a:picLocks noChangeAspect="1" noChangeArrowheads="1"/>
          </p:cNvPicPr>
          <p:nvPr/>
        </p:nvPicPr>
        <p:blipFill rotWithShape="1">
          <a:blip r:embed="rId32">
            <a:extLst>
              <a:ext uri="{BEBA8EAE-BF5A-486C-A8C5-ECC9F3942E4B}">
                <a14:imgProps xmlns:a14="http://schemas.microsoft.com/office/drawing/2010/main">
                  <a14:imgLayer r:embed="rId33">
                    <a14:imgEffect>
                      <a14:brightnessContrast bright="100000"/>
                    </a14:imgEffect>
                  </a14:imgLayer>
                </a14:imgProps>
              </a:ext>
            </a:extLst>
          </a:blip>
          <a:srcRect t="1" r="75472" b="-4964"/>
          <a:stretch/>
        </p:blipFill>
        <p:spPr bwMode="auto">
          <a:xfrm>
            <a:off x="6507322" y="3273062"/>
            <a:ext cx="210173" cy="271363"/>
          </a:xfrm>
          <a:prstGeom prst="rect">
            <a:avLst/>
          </a:prstGeom>
          <a:noFill/>
          <a:extLst>
            <a:ext uri="{909E8E84-426E-40DD-AFC4-6F175D3DCCD1}">
              <a14:hiddenFill xmlns:a14="http://schemas.microsoft.com/office/drawing/2010/main">
                <a:solidFill>
                  <a:srgbClr val="FFFFFF"/>
                </a:solidFill>
              </a14:hiddenFill>
            </a:ext>
          </a:extLst>
        </p:spPr>
      </p:pic>
      <p:pic>
        <p:nvPicPr>
          <p:cNvPr id="256" name="Graphic 255">
            <a:extLst>
              <a:ext uri="{FF2B5EF4-FFF2-40B4-BE49-F238E27FC236}">
                <a16:creationId xmlns:a16="http://schemas.microsoft.com/office/drawing/2014/main" id="{D946715E-0E4F-2651-DC80-CD8A4B969E08}"/>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892847" y="3355635"/>
            <a:ext cx="486588" cy="97317"/>
          </a:xfrm>
          <a:prstGeom prst="rect">
            <a:avLst/>
          </a:prstGeom>
        </p:spPr>
      </p:pic>
      <p:sp>
        <p:nvSpPr>
          <p:cNvPr id="257" name="Freeform: Shape 256">
            <a:extLst>
              <a:ext uri="{FF2B5EF4-FFF2-40B4-BE49-F238E27FC236}">
                <a16:creationId xmlns:a16="http://schemas.microsoft.com/office/drawing/2014/main" id="{178E3BB7-F29C-EA74-1A2B-1472F1F06902}"/>
              </a:ext>
            </a:extLst>
          </p:cNvPr>
          <p:cNvSpPr/>
          <p:nvPr/>
        </p:nvSpPr>
        <p:spPr>
          <a:xfrm>
            <a:off x="7470196" y="3267914"/>
            <a:ext cx="698453" cy="266376"/>
          </a:xfrm>
          <a:custGeom>
            <a:avLst/>
            <a:gdLst>
              <a:gd name="connsiteX0" fmla="*/ 698175 w 698453"/>
              <a:gd name="connsiteY0" fmla="*/ 49842 h 266376"/>
              <a:gd name="connsiteX1" fmla="*/ 442248 w 698453"/>
              <a:gd name="connsiteY1" fmla="*/ 59434 h 266376"/>
              <a:gd name="connsiteX2" fmla="*/ 432732 w 698453"/>
              <a:gd name="connsiteY2" fmla="*/ 60245 h 266376"/>
              <a:gd name="connsiteX3" fmla="*/ 388244 w 698453"/>
              <a:gd name="connsiteY3" fmla="*/ 58088 h 266376"/>
              <a:gd name="connsiteX4" fmla="*/ 384588 w 698453"/>
              <a:gd name="connsiteY4" fmla="*/ 64605 h 266376"/>
              <a:gd name="connsiteX5" fmla="*/ 324342 w 698453"/>
              <a:gd name="connsiteY5" fmla="*/ 398 h 266376"/>
              <a:gd name="connsiteX6" fmla="*/ 323149 w 698453"/>
              <a:gd name="connsiteY6" fmla="*/ 0 h 266376"/>
              <a:gd name="connsiteX7" fmla="*/ 320763 w 698453"/>
              <a:gd name="connsiteY7" fmla="*/ 0 h 266376"/>
              <a:gd name="connsiteX8" fmla="*/ 318850 w 698453"/>
              <a:gd name="connsiteY8" fmla="*/ 3381 h 266376"/>
              <a:gd name="connsiteX9" fmla="*/ 325505 w 698453"/>
              <a:gd name="connsiteY9" fmla="*/ 41367 h 266376"/>
              <a:gd name="connsiteX10" fmla="*/ 314460 w 698453"/>
              <a:gd name="connsiteY10" fmla="*/ 63902 h 266376"/>
              <a:gd name="connsiteX11" fmla="*/ 265367 w 698453"/>
              <a:gd name="connsiteY11" fmla="*/ 59740 h 266376"/>
              <a:gd name="connsiteX12" fmla="*/ 256188 w 698453"/>
              <a:gd name="connsiteY12" fmla="*/ 58685 h 266376"/>
              <a:gd name="connsiteX13" fmla="*/ 3029 w 698453"/>
              <a:gd name="connsiteY13" fmla="*/ 49536 h 266376"/>
              <a:gd name="connsiteX14" fmla="*/ 0 w 698453"/>
              <a:gd name="connsiteY14" fmla="*/ 50240 h 266376"/>
              <a:gd name="connsiteX15" fmla="*/ 0 w 698453"/>
              <a:gd name="connsiteY15" fmla="*/ 53835 h 266376"/>
              <a:gd name="connsiteX16" fmla="*/ 796 w 698453"/>
              <a:gd name="connsiteY16" fmla="*/ 56222 h 266376"/>
              <a:gd name="connsiteX17" fmla="*/ 7848 w 698453"/>
              <a:gd name="connsiteY17" fmla="*/ 66120 h 266376"/>
              <a:gd name="connsiteX18" fmla="*/ 11474 w 698453"/>
              <a:gd name="connsiteY18" fmla="*/ 67879 h 266376"/>
              <a:gd name="connsiteX19" fmla="*/ 13356 w 698453"/>
              <a:gd name="connsiteY19" fmla="*/ 72576 h 266376"/>
              <a:gd name="connsiteX20" fmla="*/ 19184 w 698453"/>
              <a:gd name="connsiteY20" fmla="*/ 78711 h 266376"/>
              <a:gd name="connsiteX21" fmla="*/ 23330 w 698453"/>
              <a:gd name="connsiteY21" fmla="*/ 80944 h 266376"/>
              <a:gd name="connsiteX22" fmla="*/ 24539 w 698453"/>
              <a:gd name="connsiteY22" fmla="*/ 85319 h 266376"/>
              <a:gd name="connsiteX23" fmla="*/ 30184 w 698453"/>
              <a:gd name="connsiteY23" fmla="*/ 92433 h 266376"/>
              <a:gd name="connsiteX24" fmla="*/ 35722 w 698453"/>
              <a:gd name="connsiteY24" fmla="*/ 95279 h 266376"/>
              <a:gd name="connsiteX25" fmla="*/ 36624 w 698453"/>
              <a:gd name="connsiteY25" fmla="*/ 99562 h 266376"/>
              <a:gd name="connsiteX26" fmla="*/ 46936 w 698453"/>
              <a:gd name="connsiteY26" fmla="*/ 109996 h 266376"/>
              <a:gd name="connsiteX27" fmla="*/ 222179 w 698453"/>
              <a:gd name="connsiteY27" fmla="*/ 165942 h 266376"/>
              <a:gd name="connsiteX28" fmla="*/ 221445 w 698453"/>
              <a:gd name="connsiteY28" fmla="*/ 171679 h 266376"/>
              <a:gd name="connsiteX29" fmla="*/ 248156 w 698453"/>
              <a:gd name="connsiteY29" fmla="*/ 203592 h 266376"/>
              <a:gd name="connsiteX30" fmla="*/ 254933 w 698453"/>
              <a:gd name="connsiteY30" fmla="*/ 215968 h 266376"/>
              <a:gd name="connsiteX31" fmla="*/ 266790 w 698453"/>
              <a:gd name="connsiteY31" fmla="*/ 211425 h 266376"/>
              <a:gd name="connsiteX32" fmla="*/ 272817 w 698453"/>
              <a:gd name="connsiteY32" fmla="*/ 219058 h 266376"/>
              <a:gd name="connsiteX33" fmla="*/ 265382 w 698453"/>
              <a:gd name="connsiteY33" fmla="*/ 229446 h 266376"/>
              <a:gd name="connsiteX34" fmla="*/ 277300 w 698453"/>
              <a:gd name="connsiteY34" fmla="*/ 241088 h 266376"/>
              <a:gd name="connsiteX35" fmla="*/ 278065 w 698453"/>
              <a:gd name="connsiteY35" fmla="*/ 241088 h 266376"/>
              <a:gd name="connsiteX36" fmla="*/ 288192 w 698453"/>
              <a:gd name="connsiteY36" fmla="*/ 233363 h 266376"/>
              <a:gd name="connsiteX37" fmla="*/ 295566 w 698453"/>
              <a:gd name="connsiteY37" fmla="*/ 238717 h 266376"/>
              <a:gd name="connsiteX38" fmla="*/ 291252 w 698453"/>
              <a:gd name="connsiteY38" fmla="*/ 251216 h 266376"/>
              <a:gd name="connsiteX39" fmla="*/ 306933 w 698453"/>
              <a:gd name="connsiteY39" fmla="*/ 258360 h 266376"/>
              <a:gd name="connsiteX40" fmla="*/ 313802 w 698453"/>
              <a:gd name="connsiteY40" fmla="*/ 248034 h 266376"/>
              <a:gd name="connsiteX41" fmla="*/ 314796 w 698453"/>
              <a:gd name="connsiteY41" fmla="*/ 247789 h 266376"/>
              <a:gd name="connsiteX42" fmla="*/ 323118 w 698453"/>
              <a:gd name="connsiteY42" fmla="*/ 250481 h 266376"/>
              <a:gd name="connsiteX43" fmla="*/ 322797 w 698453"/>
              <a:gd name="connsiteY43" fmla="*/ 263577 h 266376"/>
              <a:gd name="connsiteX44" fmla="*/ 337943 w 698453"/>
              <a:gd name="connsiteY44" fmla="*/ 265979 h 266376"/>
              <a:gd name="connsiteX45" fmla="*/ 339136 w 698453"/>
              <a:gd name="connsiteY45" fmla="*/ 266377 h 266376"/>
              <a:gd name="connsiteX46" fmla="*/ 339931 w 698453"/>
              <a:gd name="connsiteY46" fmla="*/ 266377 h 266376"/>
              <a:gd name="connsiteX47" fmla="*/ 340819 w 698453"/>
              <a:gd name="connsiteY47" fmla="*/ 266147 h 266376"/>
              <a:gd name="connsiteX48" fmla="*/ 344307 w 698453"/>
              <a:gd name="connsiteY48" fmla="*/ 254505 h 266376"/>
              <a:gd name="connsiteX49" fmla="*/ 352736 w 698453"/>
              <a:gd name="connsiteY49" fmla="*/ 254459 h 266376"/>
              <a:gd name="connsiteX50" fmla="*/ 355827 w 698453"/>
              <a:gd name="connsiteY50" fmla="*/ 265841 h 266376"/>
              <a:gd name="connsiteX51" fmla="*/ 356683 w 698453"/>
              <a:gd name="connsiteY51" fmla="*/ 265979 h 266376"/>
              <a:gd name="connsiteX52" fmla="*/ 357877 w 698453"/>
              <a:gd name="connsiteY52" fmla="*/ 265979 h 266376"/>
              <a:gd name="connsiteX53" fmla="*/ 374185 w 698453"/>
              <a:gd name="connsiteY53" fmla="*/ 263546 h 266376"/>
              <a:gd name="connsiteX54" fmla="*/ 373879 w 698453"/>
              <a:gd name="connsiteY54" fmla="*/ 250466 h 266376"/>
              <a:gd name="connsiteX55" fmla="*/ 382981 w 698453"/>
              <a:gd name="connsiteY55" fmla="*/ 247651 h 266376"/>
              <a:gd name="connsiteX56" fmla="*/ 389988 w 698453"/>
              <a:gd name="connsiteY56" fmla="*/ 258299 h 266376"/>
              <a:gd name="connsiteX57" fmla="*/ 404965 w 698453"/>
              <a:gd name="connsiteY57" fmla="*/ 251017 h 266376"/>
              <a:gd name="connsiteX58" fmla="*/ 405302 w 698453"/>
              <a:gd name="connsiteY58" fmla="*/ 249931 h 266376"/>
              <a:gd name="connsiteX59" fmla="*/ 401339 w 698453"/>
              <a:gd name="connsiteY59" fmla="*/ 238319 h 266376"/>
              <a:gd name="connsiteX60" fmla="*/ 408438 w 698453"/>
              <a:gd name="connsiteY60" fmla="*/ 233332 h 266376"/>
              <a:gd name="connsiteX61" fmla="*/ 409738 w 698453"/>
              <a:gd name="connsiteY61" fmla="*/ 233470 h 266376"/>
              <a:gd name="connsiteX62" fmla="*/ 419116 w 698453"/>
              <a:gd name="connsiteY62" fmla="*/ 241241 h 266376"/>
              <a:gd name="connsiteX63" fmla="*/ 431584 w 698453"/>
              <a:gd name="connsiteY63" fmla="*/ 229094 h 266376"/>
              <a:gd name="connsiteX64" fmla="*/ 424088 w 698453"/>
              <a:gd name="connsiteY64" fmla="*/ 218722 h 266376"/>
              <a:gd name="connsiteX65" fmla="*/ 429336 w 698453"/>
              <a:gd name="connsiteY65" fmla="*/ 210981 h 266376"/>
              <a:gd name="connsiteX66" fmla="*/ 442033 w 698453"/>
              <a:gd name="connsiteY66" fmla="*/ 215708 h 266376"/>
              <a:gd name="connsiteX67" fmla="*/ 448459 w 698453"/>
              <a:gd name="connsiteY67" fmla="*/ 203576 h 266376"/>
              <a:gd name="connsiteX68" fmla="*/ 476822 w 698453"/>
              <a:gd name="connsiteY68" fmla="*/ 165927 h 266376"/>
              <a:gd name="connsiteX69" fmla="*/ 652326 w 698453"/>
              <a:gd name="connsiteY69" fmla="*/ 109843 h 266376"/>
              <a:gd name="connsiteX70" fmla="*/ 662805 w 698453"/>
              <a:gd name="connsiteY70" fmla="*/ 98384 h 266376"/>
              <a:gd name="connsiteX71" fmla="*/ 663570 w 698453"/>
              <a:gd name="connsiteY71" fmla="*/ 94973 h 266376"/>
              <a:gd name="connsiteX72" fmla="*/ 666293 w 698453"/>
              <a:gd name="connsiteY72" fmla="*/ 93902 h 266376"/>
              <a:gd name="connsiteX73" fmla="*/ 674172 w 698453"/>
              <a:gd name="connsiteY73" fmla="*/ 85824 h 266376"/>
              <a:gd name="connsiteX74" fmla="*/ 675534 w 698453"/>
              <a:gd name="connsiteY74" fmla="*/ 80210 h 266376"/>
              <a:gd name="connsiteX75" fmla="*/ 678762 w 698453"/>
              <a:gd name="connsiteY75" fmla="*/ 78864 h 266376"/>
              <a:gd name="connsiteX76" fmla="*/ 685110 w 698453"/>
              <a:gd name="connsiteY76" fmla="*/ 72836 h 266376"/>
              <a:gd name="connsiteX77" fmla="*/ 687252 w 698453"/>
              <a:gd name="connsiteY77" fmla="*/ 67787 h 266376"/>
              <a:gd name="connsiteX78" fmla="*/ 691780 w 698453"/>
              <a:gd name="connsiteY78" fmla="*/ 65141 h 266376"/>
              <a:gd name="connsiteX79" fmla="*/ 698206 w 698453"/>
              <a:gd name="connsiteY79" fmla="*/ 53805 h 266376"/>
              <a:gd name="connsiteX80" fmla="*/ 698206 w 698453"/>
              <a:gd name="connsiteY80" fmla="*/ 49812 h 266376"/>
              <a:gd name="connsiteX81" fmla="*/ 387479 w 698453"/>
              <a:gd name="connsiteY81" fmla="*/ 66502 h 266376"/>
              <a:gd name="connsiteX82" fmla="*/ 430055 w 698453"/>
              <a:gd name="connsiteY82" fmla="*/ 61224 h 266376"/>
              <a:gd name="connsiteX83" fmla="*/ 412844 w 698453"/>
              <a:gd name="connsiteY83" fmla="*/ 76706 h 266376"/>
              <a:gd name="connsiteX84" fmla="*/ 421503 w 698453"/>
              <a:gd name="connsiteY84" fmla="*/ 111663 h 266376"/>
              <a:gd name="connsiteX85" fmla="*/ 419499 w 698453"/>
              <a:gd name="connsiteY85" fmla="*/ 139981 h 266376"/>
              <a:gd name="connsiteX86" fmla="*/ 410503 w 698453"/>
              <a:gd name="connsiteY86" fmla="*/ 102913 h 266376"/>
              <a:gd name="connsiteX87" fmla="*/ 395648 w 698453"/>
              <a:gd name="connsiteY87" fmla="*/ 102806 h 266376"/>
              <a:gd name="connsiteX88" fmla="*/ 390585 w 698453"/>
              <a:gd name="connsiteY88" fmla="*/ 95707 h 266376"/>
              <a:gd name="connsiteX89" fmla="*/ 399963 w 698453"/>
              <a:gd name="connsiteY89" fmla="*/ 95707 h 266376"/>
              <a:gd name="connsiteX90" fmla="*/ 400559 w 698453"/>
              <a:gd name="connsiteY90" fmla="*/ 95110 h 266376"/>
              <a:gd name="connsiteX91" fmla="*/ 400559 w 698453"/>
              <a:gd name="connsiteY91" fmla="*/ 72576 h 266376"/>
              <a:gd name="connsiteX92" fmla="*/ 386393 w 698453"/>
              <a:gd name="connsiteY92" fmla="*/ 72576 h 266376"/>
              <a:gd name="connsiteX93" fmla="*/ 385949 w 698453"/>
              <a:gd name="connsiteY93" fmla="*/ 71750 h 266376"/>
              <a:gd name="connsiteX94" fmla="*/ 387494 w 698453"/>
              <a:gd name="connsiteY94" fmla="*/ 66487 h 266376"/>
              <a:gd name="connsiteX95" fmla="*/ 318881 w 698453"/>
              <a:gd name="connsiteY95" fmla="*/ 225392 h 266376"/>
              <a:gd name="connsiteX96" fmla="*/ 379937 w 698453"/>
              <a:gd name="connsiteY96" fmla="*/ 224474 h 266376"/>
              <a:gd name="connsiteX97" fmla="*/ 387969 w 698453"/>
              <a:gd name="connsiteY97" fmla="*/ 220145 h 266376"/>
              <a:gd name="connsiteX98" fmla="*/ 398938 w 698453"/>
              <a:gd name="connsiteY98" fmla="*/ 220145 h 266376"/>
              <a:gd name="connsiteX99" fmla="*/ 398433 w 698453"/>
              <a:gd name="connsiteY99" fmla="*/ 221063 h 266376"/>
              <a:gd name="connsiteX100" fmla="*/ 336948 w 698453"/>
              <a:gd name="connsiteY100" fmla="*/ 237233 h 266376"/>
              <a:gd name="connsiteX101" fmla="*/ 297585 w 698453"/>
              <a:gd name="connsiteY101" fmla="*/ 220145 h 266376"/>
              <a:gd name="connsiteX102" fmla="*/ 308554 w 698453"/>
              <a:gd name="connsiteY102" fmla="*/ 220145 h 266376"/>
              <a:gd name="connsiteX103" fmla="*/ 318850 w 698453"/>
              <a:gd name="connsiteY103" fmla="*/ 225392 h 266376"/>
              <a:gd name="connsiteX104" fmla="*/ 315561 w 698453"/>
              <a:gd name="connsiteY104" fmla="*/ 220129 h 266376"/>
              <a:gd name="connsiteX105" fmla="*/ 381390 w 698453"/>
              <a:gd name="connsiteY105" fmla="*/ 220129 h 266376"/>
              <a:gd name="connsiteX106" fmla="*/ 369014 w 698453"/>
              <a:gd name="connsiteY106" fmla="*/ 225514 h 266376"/>
              <a:gd name="connsiteX107" fmla="*/ 319952 w 698453"/>
              <a:gd name="connsiteY107" fmla="*/ 222715 h 266376"/>
              <a:gd name="connsiteX108" fmla="*/ 316066 w 698453"/>
              <a:gd name="connsiteY108" fmla="*/ 221032 h 266376"/>
              <a:gd name="connsiteX109" fmla="*/ 315561 w 698453"/>
              <a:gd name="connsiteY109" fmla="*/ 220129 h 266376"/>
              <a:gd name="connsiteX110" fmla="*/ 299712 w 698453"/>
              <a:gd name="connsiteY110" fmla="*/ 225805 h 266376"/>
              <a:gd name="connsiteX111" fmla="*/ 404154 w 698453"/>
              <a:gd name="connsiteY111" fmla="*/ 220359 h 266376"/>
              <a:gd name="connsiteX112" fmla="*/ 407719 w 698453"/>
              <a:gd name="connsiteY112" fmla="*/ 220145 h 266376"/>
              <a:gd name="connsiteX113" fmla="*/ 404323 w 698453"/>
              <a:gd name="connsiteY113" fmla="*/ 223725 h 266376"/>
              <a:gd name="connsiteX114" fmla="*/ 292231 w 698453"/>
              <a:gd name="connsiteY114" fmla="*/ 223327 h 266376"/>
              <a:gd name="connsiteX115" fmla="*/ 289232 w 698453"/>
              <a:gd name="connsiteY115" fmla="*/ 220344 h 266376"/>
              <a:gd name="connsiteX116" fmla="*/ 299727 w 698453"/>
              <a:gd name="connsiteY116" fmla="*/ 225805 h 266376"/>
              <a:gd name="connsiteX117" fmla="*/ 278049 w 698453"/>
              <a:gd name="connsiteY117" fmla="*/ 217345 h 266376"/>
              <a:gd name="connsiteX118" fmla="*/ 297203 w 698453"/>
              <a:gd name="connsiteY118" fmla="*/ 184637 h 266376"/>
              <a:gd name="connsiteX119" fmla="*/ 297203 w 698453"/>
              <a:gd name="connsiteY119" fmla="*/ 210553 h 266376"/>
              <a:gd name="connsiteX120" fmla="*/ 322139 w 698453"/>
              <a:gd name="connsiteY120" fmla="*/ 210553 h 266376"/>
              <a:gd name="connsiteX121" fmla="*/ 322736 w 698453"/>
              <a:gd name="connsiteY121" fmla="*/ 209956 h 266376"/>
              <a:gd name="connsiteX122" fmla="*/ 322736 w 698453"/>
              <a:gd name="connsiteY122" fmla="*/ 139767 h 266376"/>
              <a:gd name="connsiteX123" fmla="*/ 335908 w 698453"/>
              <a:gd name="connsiteY123" fmla="*/ 117630 h 266376"/>
              <a:gd name="connsiteX124" fmla="*/ 335908 w 698453"/>
              <a:gd name="connsiteY124" fmla="*/ 168681 h 266376"/>
              <a:gd name="connsiteX125" fmla="*/ 361441 w 698453"/>
              <a:gd name="connsiteY125" fmla="*/ 168681 h 266376"/>
              <a:gd name="connsiteX126" fmla="*/ 361441 w 698453"/>
              <a:gd name="connsiteY126" fmla="*/ 118028 h 266376"/>
              <a:gd name="connsiteX127" fmla="*/ 370284 w 698453"/>
              <a:gd name="connsiteY127" fmla="*/ 132515 h 266376"/>
              <a:gd name="connsiteX128" fmla="*/ 371431 w 698453"/>
              <a:gd name="connsiteY128" fmla="*/ 135758 h 266376"/>
              <a:gd name="connsiteX129" fmla="*/ 353455 w 698453"/>
              <a:gd name="connsiteY129" fmla="*/ 210553 h 266376"/>
              <a:gd name="connsiteX130" fmla="*/ 379386 w 698453"/>
              <a:gd name="connsiteY130" fmla="*/ 210553 h 266376"/>
              <a:gd name="connsiteX131" fmla="*/ 384557 w 698453"/>
              <a:gd name="connsiteY131" fmla="*/ 189196 h 266376"/>
              <a:gd name="connsiteX132" fmla="*/ 405103 w 698453"/>
              <a:gd name="connsiteY132" fmla="*/ 188997 h 266376"/>
              <a:gd name="connsiteX133" fmla="*/ 410304 w 698453"/>
              <a:gd name="connsiteY133" fmla="*/ 210170 h 266376"/>
              <a:gd name="connsiteX134" fmla="*/ 415536 w 698453"/>
              <a:gd name="connsiteY134" fmla="*/ 210920 h 266376"/>
              <a:gd name="connsiteX135" fmla="*/ 418902 w 698453"/>
              <a:gd name="connsiteY135" fmla="*/ 217330 h 266376"/>
              <a:gd name="connsiteX136" fmla="*/ 278065 w 698453"/>
              <a:gd name="connsiteY136" fmla="*/ 217330 h 266376"/>
              <a:gd name="connsiteX137" fmla="*/ 280390 w 698453"/>
              <a:gd name="connsiteY137" fmla="*/ 206866 h 266376"/>
              <a:gd name="connsiteX138" fmla="*/ 279243 w 698453"/>
              <a:gd name="connsiteY138" fmla="*/ 209772 h 266376"/>
              <a:gd name="connsiteX139" fmla="*/ 278279 w 698453"/>
              <a:gd name="connsiteY139" fmla="*/ 209344 h 266376"/>
              <a:gd name="connsiteX140" fmla="*/ 274500 w 698453"/>
              <a:gd name="connsiteY140" fmla="*/ 203944 h 266376"/>
              <a:gd name="connsiteX141" fmla="*/ 277590 w 698453"/>
              <a:gd name="connsiteY141" fmla="*/ 202659 h 266376"/>
              <a:gd name="connsiteX142" fmla="*/ 280405 w 698453"/>
              <a:gd name="connsiteY142" fmla="*/ 206866 h 266376"/>
              <a:gd name="connsiteX143" fmla="*/ 279656 w 698453"/>
              <a:gd name="connsiteY143" fmla="*/ 201389 h 266376"/>
              <a:gd name="connsiteX144" fmla="*/ 284842 w 698453"/>
              <a:gd name="connsiteY144" fmla="*/ 198987 h 266376"/>
              <a:gd name="connsiteX145" fmla="*/ 285637 w 698453"/>
              <a:gd name="connsiteY145" fmla="*/ 198191 h 266376"/>
              <a:gd name="connsiteX146" fmla="*/ 285240 w 698453"/>
              <a:gd name="connsiteY146" fmla="*/ 198987 h 266376"/>
              <a:gd name="connsiteX147" fmla="*/ 281843 w 698453"/>
              <a:gd name="connsiteY147" fmla="*/ 204556 h 266376"/>
              <a:gd name="connsiteX148" fmla="*/ 279656 w 698453"/>
              <a:gd name="connsiteY148" fmla="*/ 201373 h 266376"/>
              <a:gd name="connsiteX149" fmla="*/ 297203 w 698453"/>
              <a:gd name="connsiteY149" fmla="*/ 171878 h 266376"/>
              <a:gd name="connsiteX150" fmla="*/ 296530 w 698453"/>
              <a:gd name="connsiteY150" fmla="*/ 177386 h 266376"/>
              <a:gd name="connsiteX151" fmla="*/ 287029 w 698453"/>
              <a:gd name="connsiteY151" fmla="*/ 179053 h 266376"/>
              <a:gd name="connsiteX152" fmla="*/ 248248 w 698453"/>
              <a:gd name="connsiteY152" fmla="*/ 168772 h 266376"/>
              <a:gd name="connsiteX153" fmla="*/ 238962 w 698453"/>
              <a:gd name="connsiteY153" fmla="*/ 118043 h 266376"/>
              <a:gd name="connsiteX154" fmla="*/ 297218 w 698453"/>
              <a:gd name="connsiteY154" fmla="*/ 171878 h 266376"/>
              <a:gd name="connsiteX155" fmla="*/ 297203 w 698453"/>
              <a:gd name="connsiteY155" fmla="*/ 163510 h 266376"/>
              <a:gd name="connsiteX156" fmla="*/ 295704 w 698453"/>
              <a:gd name="connsiteY156" fmla="*/ 169384 h 266376"/>
              <a:gd name="connsiteX157" fmla="*/ 270094 w 698453"/>
              <a:gd name="connsiteY157" fmla="*/ 166891 h 266376"/>
              <a:gd name="connsiteX158" fmla="*/ 248569 w 698453"/>
              <a:gd name="connsiteY158" fmla="*/ 98537 h 266376"/>
              <a:gd name="connsiteX159" fmla="*/ 257427 w 698453"/>
              <a:gd name="connsiteY159" fmla="*/ 108573 h 266376"/>
              <a:gd name="connsiteX160" fmla="*/ 256907 w 698453"/>
              <a:gd name="connsiteY160" fmla="*/ 126610 h 266376"/>
              <a:gd name="connsiteX161" fmla="*/ 297218 w 698453"/>
              <a:gd name="connsiteY161" fmla="*/ 163510 h 266376"/>
              <a:gd name="connsiteX162" fmla="*/ 297203 w 698453"/>
              <a:gd name="connsiteY162" fmla="*/ 149542 h 266376"/>
              <a:gd name="connsiteX163" fmla="*/ 289722 w 698453"/>
              <a:gd name="connsiteY163" fmla="*/ 143668 h 266376"/>
              <a:gd name="connsiteX164" fmla="*/ 297203 w 698453"/>
              <a:gd name="connsiteY164" fmla="*/ 114050 h 266376"/>
              <a:gd name="connsiteX165" fmla="*/ 297203 w 698453"/>
              <a:gd name="connsiteY165" fmla="*/ 149542 h 266376"/>
              <a:gd name="connsiteX166" fmla="*/ 335893 w 698453"/>
              <a:gd name="connsiteY166" fmla="*/ 108695 h 266376"/>
              <a:gd name="connsiteX167" fmla="*/ 332512 w 698453"/>
              <a:gd name="connsiteY167" fmla="*/ 117263 h 266376"/>
              <a:gd name="connsiteX168" fmla="*/ 324572 w 698453"/>
              <a:gd name="connsiteY168" fmla="*/ 108053 h 266376"/>
              <a:gd name="connsiteX169" fmla="*/ 320411 w 698453"/>
              <a:gd name="connsiteY169" fmla="*/ 100251 h 266376"/>
              <a:gd name="connsiteX170" fmla="*/ 318758 w 698453"/>
              <a:gd name="connsiteY170" fmla="*/ 95722 h 266376"/>
              <a:gd name="connsiteX171" fmla="*/ 327938 w 698453"/>
              <a:gd name="connsiteY171" fmla="*/ 95722 h 266376"/>
              <a:gd name="connsiteX172" fmla="*/ 335893 w 698453"/>
              <a:gd name="connsiteY172" fmla="*/ 108695 h 266376"/>
              <a:gd name="connsiteX173" fmla="*/ 331120 w 698453"/>
              <a:gd name="connsiteY173" fmla="*/ 95921 h 266376"/>
              <a:gd name="connsiteX174" fmla="*/ 335908 w 698453"/>
              <a:gd name="connsiteY174" fmla="*/ 95722 h 266376"/>
              <a:gd name="connsiteX175" fmla="*/ 335908 w 698453"/>
              <a:gd name="connsiteY175" fmla="*/ 103295 h 266376"/>
              <a:gd name="connsiteX176" fmla="*/ 331120 w 698453"/>
              <a:gd name="connsiteY176" fmla="*/ 95921 h 266376"/>
              <a:gd name="connsiteX177" fmla="*/ 330615 w 698453"/>
              <a:gd name="connsiteY177" fmla="*/ 120231 h 266376"/>
              <a:gd name="connsiteX178" fmla="*/ 322751 w 698453"/>
              <a:gd name="connsiteY178" fmla="*/ 133601 h 266376"/>
              <a:gd name="connsiteX179" fmla="*/ 322751 w 698453"/>
              <a:gd name="connsiteY179" fmla="*/ 110868 h 266376"/>
              <a:gd name="connsiteX180" fmla="*/ 330615 w 698453"/>
              <a:gd name="connsiteY180" fmla="*/ 120231 h 266376"/>
              <a:gd name="connsiteX181" fmla="*/ 362420 w 698453"/>
              <a:gd name="connsiteY181" fmla="*/ 102071 h 266376"/>
              <a:gd name="connsiteX182" fmla="*/ 361441 w 698453"/>
              <a:gd name="connsiteY182" fmla="*/ 103693 h 266376"/>
              <a:gd name="connsiteX183" fmla="*/ 361441 w 698453"/>
              <a:gd name="connsiteY183" fmla="*/ 95722 h 266376"/>
              <a:gd name="connsiteX184" fmla="*/ 364638 w 698453"/>
              <a:gd name="connsiteY184" fmla="*/ 95921 h 266376"/>
              <a:gd name="connsiteX185" fmla="*/ 362420 w 698453"/>
              <a:gd name="connsiteY185" fmla="*/ 102071 h 266376"/>
              <a:gd name="connsiteX186" fmla="*/ 368019 w 698453"/>
              <a:gd name="connsiteY186" fmla="*/ 95707 h 266376"/>
              <a:gd name="connsiteX187" fmla="*/ 378193 w 698453"/>
              <a:gd name="connsiteY187" fmla="*/ 95707 h 266376"/>
              <a:gd name="connsiteX188" fmla="*/ 373068 w 698453"/>
              <a:gd name="connsiteY188" fmla="*/ 107135 h 266376"/>
              <a:gd name="connsiteX189" fmla="*/ 365618 w 698453"/>
              <a:gd name="connsiteY189" fmla="*/ 118043 h 266376"/>
              <a:gd name="connsiteX190" fmla="*/ 364914 w 698453"/>
              <a:gd name="connsiteY190" fmla="*/ 117538 h 266376"/>
              <a:gd name="connsiteX191" fmla="*/ 361456 w 698453"/>
              <a:gd name="connsiteY191" fmla="*/ 111464 h 266376"/>
              <a:gd name="connsiteX192" fmla="*/ 368019 w 698453"/>
              <a:gd name="connsiteY192" fmla="*/ 95707 h 266376"/>
              <a:gd name="connsiteX193" fmla="*/ 386179 w 698453"/>
              <a:gd name="connsiteY193" fmla="*/ 168696 h 266376"/>
              <a:gd name="connsiteX194" fmla="*/ 394761 w 698453"/>
              <a:gd name="connsiteY194" fmla="*/ 133601 h 266376"/>
              <a:gd name="connsiteX195" fmla="*/ 403344 w 698453"/>
              <a:gd name="connsiteY195" fmla="*/ 168696 h 266376"/>
              <a:gd name="connsiteX196" fmla="*/ 386194 w 698453"/>
              <a:gd name="connsiteY196" fmla="*/ 168696 h 266376"/>
              <a:gd name="connsiteX197" fmla="*/ 387311 w 698453"/>
              <a:gd name="connsiteY197" fmla="*/ 95768 h 266376"/>
              <a:gd name="connsiteX198" fmla="*/ 391763 w 698453"/>
              <a:gd name="connsiteY198" fmla="*/ 102683 h 266376"/>
              <a:gd name="connsiteX199" fmla="*/ 379233 w 698453"/>
              <a:gd name="connsiteY199" fmla="*/ 102851 h 266376"/>
              <a:gd name="connsiteX200" fmla="*/ 378606 w 698453"/>
              <a:gd name="connsiteY200" fmla="*/ 104473 h 266376"/>
              <a:gd name="connsiteX201" fmla="*/ 372609 w 698453"/>
              <a:gd name="connsiteY201" fmla="*/ 130389 h 266376"/>
              <a:gd name="connsiteX202" fmla="*/ 367086 w 698453"/>
              <a:gd name="connsiteY202" fmla="*/ 121317 h 266376"/>
              <a:gd name="connsiteX203" fmla="*/ 368616 w 698453"/>
              <a:gd name="connsiteY203" fmla="*/ 119007 h 266376"/>
              <a:gd name="connsiteX204" fmla="*/ 378208 w 698453"/>
              <a:gd name="connsiteY204" fmla="*/ 103662 h 266376"/>
              <a:gd name="connsiteX205" fmla="*/ 381038 w 698453"/>
              <a:gd name="connsiteY205" fmla="*/ 96319 h 266376"/>
              <a:gd name="connsiteX206" fmla="*/ 387326 w 698453"/>
              <a:gd name="connsiteY206" fmla="*/ 95753 h 266376"/>
              <a:gd name="connsiteX207" fmla="*/ 363843 w 698453"/>
              <a:gd name="connsiteY207" fmla="*/ 25518 h 266376"/>
              <a:gd name="connsiteX208" fmla="*/ 364638 w 698453"/>
              <a:gd name="connsiteY208" fmla="*/ 26313 h 266376"/>
              <a:gd name="connsiteX209" fmla="*/ 381788 w 698453"/>
              <a:gd name="connsiteY209" fmla="*/ 72576 h 266376"/>
              <a:gd name="connsiteX210" fmla="*/ 372808 w 698453"/>
              <a:gd name="connsiteY210" fmla="*/ 72576 h 266376"/>
              <a:gd name="connsiteX211" fmla="*/ 372624 w 698453"/>
              <a:gd name="connsiteY211" fmla="*/ 66808 h 266376"/>
              <a:gd name="connsiteX212" fmla="*/ 368723 w 698453"/>
              <a:gd name="connsiteY212" fmla="*/ 38369 h 266376"/>
              <a:gd name="connsiteX213" fmla="*/ 364225 w 698453"/>
              <a:gd name="connsiteY213" fmla="*/ 26313 h 266376"/>
              <a:gd name="connsiteX214" fmla="*/ 363828 w 698453"/>
              <a:gd name="connsiteY214" fmla="*/ 25518 h 266376"/>
              <a:gd name="connsiteX215" fmla="*/ 351467 w 698453"/>
              <a:gd name="connsiteY215" fmla="*/ 14350 h 266376"/>
              <a:gd name="connsiteX216" fmla="*/ 352262 w 698453"/>
              <a:gd name="connsiteY216" fmla="*/ 15145 h 266376"/>
              <a:gd name="connsiteX217" fmla="*/ 355031 w 698453"/>
              <a:gd name="connsiteY217" fmla="*/ 16966 h 266376"/>
              <a:gd name="connsiteX218" fmla="*/ 369442 w 698453"/>
              <a:gd name="connsiteY218" fmla="*/ 71199 h 266376"/>
              <a:gd name="connsiteX219" fmla="*/ 368830 w 698453"/>
              <a:gd name="connsiteY219" fmla="*/ 72576 h 266376"/>
              <a:gd name="connsiteX220" fmla="*/ 357265 w 698453"/>
              <a:gd name="connsiteY220" fmla="*/ 72576 h 266376"/>
              <a:gd name="connsiteX221" fmla="*/ 356729 w 698453"/>
              <a:gd name="connsiteY221" fmla="*/ 71658 h 266376"/>
              <a:gd name="connsiteX222" fmla="*/ 358534 w 698453"/>
              <a:gd name="connsiteY222" fmla="*/ 65080 h 266376"/>
              <a:gd name="connsiteX223" fmla="*/ 355414 w 698453"/>
              <a:gd name="connsiteY223" fmla="*/ 21785 h 266376"/>
              <a:gd name="connsiteX224" fmla="*/ 351880 w 698453"/>
              <a:gd name="connsiteY224" fmla="*/ 15145 h 266376"/>
              <a:gd name="connsiteX225" fmla="*/ 351482 w 698453"/>
              <a:gd name="connsiteY225" fmla="*/ 14350 h 266376"/>
              <a:gd name="connsiteX226" fmla="*/ 341492 w 698453"/>
              <a:gd name="connsiteY226" fmla="*/ 8766 h 266376"/>
              <a:gd name="connsiteX227" fmla="*/ 354771 w 698453"/>
              <a:gd name="connsiteY227" fmla="*/ 27996 h 266376"/>
              <a:gd name="connsiteX228" fmla="*/ 355658 w 698453"/>
              <a:gd name="connsiteY228" fmla="*/ 64605 h 266376"/>
              <a:gd name="connsiteX229" fmla="*/ 353256 w 698453"/>
              <a:gd name="connsiteY229" fmla="*/ 72576 h 266376"/>
              <a:gd name="connsiteX230" fmla="*/ 340681 w 698453"/>
              <a:gd name="connsiteY230" fmla="*/ 72576 h 266376"/>
              <a:gd name="connsiteX231" fmla="*/ 348055 w 698453"/>
              <a:gd name="connsiteY231" fmla="*/ 50638 h 266376"/>
              <a:gd name="connsiteX232" fmla="*/ 340681 w 698453"/>
              <a:gd name="connsiteY232" fmla="*/ 9164 h 266376"/>
              <a:gd name="connsiteX233" fmla="*/ 339488 w 698453"/>
              <a:gd name="connsiteY233" fmla="*/ 7970 h 266376"/>
              <a:gd name="connsiteX234" fmla="*/ 341477 w 698453"/>
              <a:gd name="connsiteY234" fmla="*/ 8766 h 266376"/>
              <a:gd name="connsiteX235" fmla="*/ 329131 w 698453"/>
              <a:gd name="connsiteY235" fmla="*/ 4391 h 266376"/>
              <a:gd name="connsiteX236" fmla="*/ 347474 w 698453"/>
              <a:gd name="connsiteY236" fmla="*/ 32111 h 266376"/>
              <a:gd name="connsiteX237" fmla="*/ 340788 w 698453"/>
              <a:gd name="connsiteY237" fmla="*/ 61714 h 266376"/>
              <a:gd name="connsiteX238" fmla="*/ 337300 w 698453"/>
              <a:gd name="connsiteY238" fmla="*/ 72591 h 266376"/>
              <a:gd name="connsiteX239" fmla="*/ 327127 w 698453"/>
              <a:gd name="connsiteY239" fmla="*/ 72591 h 266376"/>
              <a:gd name="connsiteX240" fmla="*/ 338417 w 698453"/>
              <a:gd name="connsiteY240" fmla="*/ 44993 h 266376"/>
              <a:gd name="connsiteX241" fmla="*/ 335434 w 698453"/>
              <a:gd name="connsiteY241" fmla="*/ 11459 h 266376"/>
              <a:gd name="connsiteX242" fmla="*/ 329131 w 698453"/>
              <a:gd name="connsiteY242" fmla="*/ 4804 h 266376"/>
              <a:gd name="connsiteX243" fmla="*/ 328335 w 698453"/>
              <a:gd name="connsiteY243" fmla="*/ 4008 h 266376"/>
              <a:gd name="connsiteX244" fmla="*/ 329131 w 698453"/>
              <a:gd name="connsiteY244" fmla="*/ 4406 h 266376"/>
              <a:gd name="connsiteX245" fmla="*/ 318850 w 698453"/>
              <a:gd name="connsiteY245" fmla="*/ 62112 h 266376"/>
              <a:gd name="connsiteX246" fmla="*/ 332190 w 698453"/>
              <a:gd name="connsiteY246" fmla="*/ 19857 h 266376"/>
              <a:gd name="connsiteX247" fmla="*/ 327524 w 698453"/>
              <a:gd name="connsiteY247" fmla="*/ 8368 h 266376"/>
              <a:gd name="connsiteX248" fmla="*/ 326729 w 698453"/>
              <a:gd name="connsiteY248" fmla="*/ 7175 h 266376"/>
              <a:gd name="connsiteX249" fmla="*/ 325933 w 698453"/>
              <a:gd name="connsiteY249" fmla="*/ 6578 h 266376"/>
              <a:gd name="connsiteX250" fmla="*/ 326132 w 698453"/>
              <a:gd name="connsiteY250" fmla="*/ 6379 h 266376"/>
              <a:gd name="connsiteX251" fmla="*/ 327127 w 698453"/>
              <a:gd name="connsiteY251" fmla="*/ 7175 h 266376"/>
              <a:gd name="connsiteX252" fmla="*/ 327922 w 698453"/>
              <a:gd name="connsiteY252" fmla="*/ 7970 h 266376"/>
              <a:gd name="connsiteX253" fmla="*/ 336902 w 698453"/>
              <a:gd name="connsiteY253" fmla="*/ 39485 h 266376"/>
              <a:gd name="connsiteX254" fmla="*/ 323929 w 698453"/>
              <a:gd name="connsiteY254" fmla="*/ 72576 h 266376"/>
              <a:gd name="connsiteX255" fmla="*/ 316953 w 698453"/>
              <a:gd name="connsiteY255" fmla="*/ 72576 h 266376"/>
              <a:gd name="connsiteX256" fmla="*/ 316372 w 698453"/>
              <a:gd name="connsiteY256" fmla="*/ 71612 h 266376"/>
              <a:gd name="connsiteX257" fmla="*/ 318850 w 698453"/>
              <a:gd name="connsiteY257" fmla="*/ 62096 h 266376"/>
              <a:gd name="connsiteX258" fmla="*/ 315500 w 698453"/>
              <a:gd name="connsiteY258" fmla="*/ 95768 h 266376"/>
              <a:gd name="connsiteX259" fmla="*/ 318345 w 698453"/>
              <a:gd name="connsiteY259" fmla="*/ 102897 h 266376"/>
              <a:gd name="connsiteX260" fmla="*/ 307178 w 698453"/>
              <a:gd name="connsiteY260" fmla="*/ 102897 h 266376"/>
              <a:gd name="connsiteX261" fmla="*/ 311629 w 698453"/>
              <a:gd name="connsiteY261" fmla="*/ 95784 h 266376"/>
              <a:gd name="connsiteX262" fmla="*/ 315500 w 698453"/>
              <a:gd name="connsiteY262" fmla="*/ 95784 h 266376"/>
              <a:gd name="connsiteX263" fmla="*/ 274668 w 698453"/>
              <a:gd name="connsiteY263" fmla="*/ 55044 h 266376"/>
              <a:gd name="connsiteX264" fmla="*/ 313159 w 698453"/>
              <a:gd name="connsiteY264" fmla="*/ 72576 h 266376"/>
              <a:gd name="connsiteX265" fmla="*/ 296805 w 698453"/>
              <a:gd name="connsiteY265" fmla="*/ 72576 h 266376"/>
              <a:gd name="connsiteX266" fmla="*/ 296805 w 698453"/>
              <a:gd name="connsiteY266" fmla="*/ 95110 h 266376"/>
              <a:gd name="connsiteX267" fmla="*/ 297402 w 698453"/>
              <a:gd name="connsiteY267" fmla="*/ 95707 h 266376"/>
              <a:gd name="connsiteX268" fmla="*/ 308371 w 698453"/>
              <a:gd name="connsiteY268" fmla="*/ 95707 h 266376"/>
              <a:gd name="connsiteX269" fmla="*/ 302986 w 698453"/>
              <a:gd name="connsiteY269" fmla="*/ 103280 h 266376"/>
              <a:gd name="connsiteX270" fmla="*/ 297203 w 698453"/>
              <a:gd name="connsiteY270" fmla="*/ 103280 h 266376"/>
              <a:gd name="connsiteX271" fmla="*/ 297203 w 698453"/>
              <a:gd name="connsiteY271" fmla="*/ 109858 h 266376"/>
              <a:gd name="connsiteX272" fmla="*/ 291420 w 698453"/>
              <a:gd name="connsiteY272" fmla="*/ 115641 h 266376"/>
              <a:gd name="connsiteX273" fmla="*/ 288039 w 698453"/>
              <a:gd name="connsiteY273" fmla="*/ 146360 h 266376"/>
              <a:gd name="connsiteX274" fmla="*/ 288437 w 698453"/>
              <a:gd name="connsiteY274" fmla="*/ 146559 h 266376"/>
              <a:gd name="connsiteX275" fmla="*/ 288238 w 698453"/>
              <a:gd name="connsiteY275" fmla="*/ 146758 h 266376"/>
              <a:gd name="connsiteX276" fmla="*/ 287641 w 698453"/>
              <a:gd name="connsiteY276" fmla="*/ 146360 h 266376"/>
              <a:gd name="connsiteX277" fmla="*/ 274056 w 698453"/>
              <a:gd name="connsiteY277" fmla="*/ 122617 h 266376"/>
              <a:gd name="connsiteX278" fmla="*/ 288452 w 698453"/>
              <a:gd name="connsiteY278" fmla="*/ 89955 h 266376"/>
              <a:gd name="connsiteX279" fmla="*/ 269283 w 698453"/>
              <a:gd name="connsiteY279" fmla="*/ 61821 h 266376"/>
              <a:gd name="connsiteX280" fmla="*/ 274684 w 698453"/>
              <a:gd name="connsiteY280" fmla="*/ 55059 h 266376"/>
              <a:gd name="connsiteX281" fmla="*/ 3151 w 698453"/>
              <a:gd name="connsiteY281" fmla="*/ 53636 h 266376"/>
              <a:gd name="connsiteX282" fmla="*/ 12545 w 698453"/>
              <a:gd name="connsiteY282" fmla="*/ 53422 h 266376"/>
              <a:gd name="connsiteX283" fmla="*/ 232353 w 698453"/>
              <a:gd name="connsiteY283" fmla="*/ 61836 h 266376"/>
              <a:gd name="connsiteX284" fmla="*/ 283939 w 698453"/>
              <a:gd name="connsiteY284" fmla="*/ 78864 h 266376"/>
              <a:gd name="connsiteX285" fmla="*/ 271960 w 698453"/>
              <a:gd name="connsiteY285" fmla="*/ 117339 h 266376"/>
              <a:gd name="connsiteX286" fmla="*/ 297203 w 698453"/>
              <a:gd name="connsiteY286" fmla="*/ 152342 h 266376"/>
              <a:gd name="connsiteX287" fmla="*/ 297203 w 698453"/>
              <a:gd name="connsiteY287" fmla="*/ 160312 h 266376"/>
              <a:gd name="connsiteX288" fmla="*/ 260150 w 698453"/>
              <a:gd name="connsiteY288" fmla="*/ 134535 h 266376"/>
              <a:gd name="connsiteX289" fmla="*/ 257794 w 698453"/>
              <a:gd name="connsiteY289" fmla="*/ 102591 h 266376"/>
              <a:gd name="connsiteX290" fmla="*/ 229125 w 698453"/>
              <a:gd name="connsiteY290" fmla="*/ 91760 h 266376"/>
              <a:gd name="connsiteX291" fmla="*/ 14641 w 698453"/>
              <a:gd name="connsiteY291" fmla="*/ 65676 h 266376"/>
              <a:gd name="connsiteX292" fmla="*/ 3151 w 698453"/>
              <a:gd name="connsiteY292" fmla="*/ 53621 h 266376"/>
              <a:gd name="connsiteX293" fmla="*/ 15130 w 698453"/>
              <a:gd name="connsiteY293" fmla="*/ 68598 h 266376"/>
              <a:gd name="connsiteX294" fmla="*/ 246121 w 698453"/>
              <a:gd name="connsiteY294" fmla="*/ 97512 h 266376"/>
              <a:gd name="connsiteX295" fmla="*/ 243154 w 698453"/>
              <a:gd name="connsiteY295" fmla="*/ 102913 h 266376"/>
              <a:gd name="connsiteX296" fmla="*/ 240063 w 698453"/>
              <a:gd name="connsiteY296" fmla="*/ 112184 h 266376"/>
              <a:gd name="connsiteX297" fmla="*/ 235183 w 698453"/>
              <a:gd name="connsiteY297" fmla="*/ 117920 h 266376"/>
              <a:gd name="connsiteX298" fmla="*/ 27491 w 698453"/>
              <a:gd name="connsiteY298" fmla="*/ 78772 h 266376"/>
              <a:gd name="connsiteX299" fmla="*/ 15130 w 698453"/>
              <a:gd name="connsiteY299" fmla="*/ 68598 h 266376"/>
              <a:gd name="connsiteX300" fmla="*/ 221445 w 698453"/>
              <a:gd name="connsiteY300" fmla="*/ 157666 h 266376"/>
              <a:gd name="connsiteX301" fmla="*/ 222394 w 698453"/>
              <a:gd name="connsiteY301" fmla="*/ 163097 h 266376"/>
              <a:gd name="connsiteX302" fmla="*/ 47731 w 698453"/>
              <a:gd name="connsiteY302" fmla="*/ 107181 h 266376"/>
              <a:gd name="connsiteX303" fmla="*/ 38674 w 698453"/>
              <a:gd name="connsiteY303" fmla="*/ 96105 h 266376"/>
              <a:gd name="connsiteX304" fmla="*/ 223005 w 698453"/>
              <a:gd name="connsiteY304" fmla="*/ 142765 h 266376"/>
              <a:gd name="connsiteX305" fmla="*/ 221460 w 698453"/>
              <a:gd name="connsiteY305" fmla="*/ 157666 h 266376"/>
              <a:gd name="connsiteX306" fmla="*/ 38674 w 698453"/>
              <a:gd name="connsiteY306" fmla="*/ 93122 h 266376"/>
              <a:gd name="connsiteX307" fmla="*/ 26711 w 698453"/>
              <a:gd name="connsiteY307" fmla="*/ 81755 h 266376"/>
              <a:gd name="connsiteX308" fmla="*/ 233378 w 698453"/>
              <a:gd name="connsiteY308" fmla="*/ 120445 h 266376"/>
              <a:gd name="connsiteX309" fmla="*/ 229997 w 698453"/>
              <a:gd name="connsiteY309" fmla="*/ 128033 h 266376"/>
              <a:gd name="connsiteX310" fmla="*/ 228758 w 698453"/>
              <a:gd name="connsiteY310" fmla="*/ 133173 h 266376"/>
              <a:gd name="connsiteX311" fmla="*/ 224015 w 698453"/>
              <a:gd name="connsiteY311" fmla="*/ 140287 h 266376"/>
              <a:gd name="connsiteX312" fmla="*/ 38674 w 698453"/>
              <a:gd name="connsiteY312" fmla="*/ 93122 h 266376"/>
              <a:gd name="connsiteX313" fmla="*/ 228176 w 698453"/>
              <a:gd name="connsiteY313" fmla="*/ 139185 h 266376"/>
              <a:gd name="connsiteX314" fmla="*/ 264801 w 698453"/>
              <a:gd name="connsiteY314" fmla="*/ 179741 h 266376"/>
              <a:gd name="connsiteX315" fmla="*/ 287825 w 698453"/>
              <a:gd name="connsiteY315" fmla="*/ 181837 h 266376"/>
              <a:gd name="connsiteX316" fmla="*/ 295214 w 698453"/>
              <a:gd name="connsiteY316" fmla="*/ 180644 h 266376"/>
              <a:gd name="connsiteX317" fmla="*/ 295413 w 698453"/>
              <a:gd name="connsiteY317" fmla="*/ 180246 h 266376"/>
              <a:gd name="connsiteX318" fmla="*/ 296010 w 698453"/>
              <a:gd name="connsiteY318" fmla="*/ 180843 h 266376"/>
              <a:gd name="connsiteX319" fmla="*/ 295612 w 698453"/>
              <a:gd name="connsiteY319" fmla="*/ 181042 h 266376"/>
              <a:gd name="connsiteX320" fmla="*/ 282929 w 698453"/>
              <a:gd name="connsiteY320" fmla="*/ 187314 h 266376"/>
              <a:gd name="connsiteX321" fmla="*/ 227977 w 698453"/>
              <a:gd name="connsiteY321" fmla="*/ 167090 h 266376"/>
              <a:gd name="connsiteX322" fmla="*/ 228176 w 698453"/>
              <a:gd name="connsiteY322" fmla="*/ 139170 h 266376"/>
              <a:gd name="connsiteX323" fmla="*/ 230379 w 698453"/>
              <a:gd name="connsiteY323" fmla="*/ 188630 h 266376"/>
              <a:gd name="connsiteX324" fmla="*/ 224597 w 698453"/>
              <a:gd name="connsiteY324" fmla="*/ 176070 h 266376"/>
              <a:gd name="connsiteX325" fmla="*/ 224597 w 698453"/>
              <a:gd name="connsiteY325" fmla="*/ 168696 h 266376"/>
              <a:gd name="connsiteX326" fmla="*/ 225514 w 698453"/>
              <a:gd name="connsiteY326" fmla="*/ 169201 h 266376"/>
              <a:gd name="connsiteX327" fmla="*/ 230578 w 698453"/>
              <a:gd name="connsiteY327" fmla="*/ 176085 h 266376"/>
              <a:gd name="connsiteX328" fmla="*/ 287351 w 698453"/>
              <a:gd name="connsiteY328" fmla="*/ 188936 h 266376"/>
              <a:gd name="connsiteX329" fmla="*/ 292032 w 698453"/>
              <a:gd name="connsiteY329" fmla="*/ 187238 h 266376"/>
              <a:gd name="connsiteX330" fmla="*/ 281920 w 698453"/>
              <a:gd name="connsiteY330" fmla="*/ 197075 h 266376"/>
              <a:gd name="connsiteX331" fmla="*/ 230379 w 698453"/>
              <a:gd name="connsiteY331" fmla="*/ 188630 h 266376"/>
              <a:gd name="connsiteX332" fmla="*/ 268243 w 698453"/>
              <a:gd name="connsiteY332" fmla="*/ 207829 h 266376"/>
              <a:gd name="connsiteX333" fmla="*/ 255759 w 698453"/>
              <a:gd name="connsiteY333" fmla="*/ 212113 h 266376"/>
              <a:gd name="connsiteX334" fmla="*/ 251721 w 698453"/>
              <a:gd name="connsiteY334" fmla="*/ 204188 h 266376"/>
              <a:gd name="connsiteX335" fmla="*/ 265505 w 698453"/>
              <a:gd name="connsiteY335" fmla="*/ 204999 h 266376"/>
              <a:gd name="connsiteX336" fmla="*/ 272083 w 698453"/>
              <a:gd name="connsiteY336" fmla="*/ 204770 h 266376"/>
              <a:gd name="connsiteX337" fmla="*/ 277544 w 698453"/>
              <a:gd name="connsiteY337" fmla="*/ 212358 h 266376"/>
              <a:gd name="connsiteX338" fmla="*/ 275066 w 698453"/>
              <a:gd name="connsiteY338" fmla="*/ 216550 h 266376"/>
              <a:gd name="connsiteX339" fmla="*/ 268243 w 698453"/>
              <a:gd name="connsiteY339" fmla="*/ 207829 h 266376"/>
              <a:gd name="connsiteX340" fmla="*/ 427240 w 698453"/>
              <a:gd name="connsiteY340" fmla="*/ 228651 h 266376"/>
              <a:gd name="connsiteX341" fmla="*/ 418367 w 698453"/>
              <a:gd name="connsiteY341" fmla="*/ 236835 h 266376"/>
              <a:gd name="connsiteX342" fmla="*/ 408729 w 698453"/>
              <a:gd name="connsiteY342" fmla="*/ 229308 h 266376"/>
              <a:gd name="connsiteX343" fmla="*/ 397377 w 698453"/>
              <a:gd name="connsiteY343" fmla="*/ 236927 h 266376"/>
              <a:gd name="connsiteX344" fmla="*/ 401691 w 698453"/>
              <a:gd name="connsiteY344" fmla="*/ 249074 h 266376"/>
              <a:gd name="connsiteX345" fmla="*/ 390829 w 698453"/>
              <a:gd name="connsiteY345" fmla="*/ 254398 h 266376"/>
              <a:gd name="connsiteX346" fmla="*/ 383272 w 698453"/>
              <a:gd name="connsiteY346" fmla="*/ 244163 h 266376"/>
              <a:gd name="connsiteX347" fmla="*/ 370666 w 698453"/>
              <a:gd name="connsiteY347" fmla="*/ 248110 h 266376"/>
              <a:gd name="connsiteX348" fmla="*/ 370605 w 698453"/>
              <a:gd name="connsiteY348" fmla="*/ 261206 h 266376"/>
              <a:gd name="connsiteX349" fmla="*/ 359253 w 698453"/>
              <a:gd name="connsiteY349" fmla="*/ 262843 h 266376"/>
              <a:gd name="connsiteX350" fmla="*/ 358336 w 698453"/>
              <a:gd name="connsiteY350" fmla="*/ 262154 h 266376"/>
              <a:gd name="connsiteX351" fmla="*/ 355444 w 698453"/>
              <a:gd name="connsiteY351" fmla="*/ 250481 h 266376"/>
              <a:gd name="connsiteX352" fmla="*/ 341737 w 698453"/>
              <a:gd name="connsiteY352" fmla="*/ 250497 h 266376"/>
              <a:gd name="connsiteX353" fmla="*/ 341171 w 698453"/>
              <a:gd name="connsiteY353" fmla="*/ 251155 h 266376"/>
              <a:gd name="connsiteX354" fmla="*/ 337897 w 698453"/>
              <a:gd name="connsiteY354" fmla="*/ 263240 h 266376"/>
              <a:gd name="connsiteX355" fmla="*/ 325949 w 698453"/>
              <a:gd name="connsiteY355" fmla="*/ 261221 h 266376"/>
              <a:gd name="connsiteX356" fmla="*/ 325918 w 698453"/>
              <a:gd name="connsiteY356" fmla="*/ 253052 h 266376"/>
              <a:gd name="connsiteX357" fmla="*/ 325933 w 698453"/>
              <a:gd name="connsiteY357" fmla="*/ 248279 h 266376"/>
              <a:gd name="connsiteX358" fmla="*/ 313006 w 698453"/>
              <a:gd name="connsiteY358" fmla="*/ 244133 h 266376"/>
              <a:gd name="connsiteX359" fmla="*/ 305785 w 698453"/>
              <a:gd name="connsiteY359" fmla="*/ 254826 h 266376"/>
              <a:gd name="connsiteX360" fmla="*/ 294816 w 698453"/>
              <a:gd name="connsiteY360" fmla="*/ 249671 h 266376"/>
              <a:gd name="connsiteX361" fmla="*/ 298733 w 698453"/>
              <a:gd name="connsiteY361" fmla="*/ 238212 h 266376"/>
              <a:gd name="connsiteX362" fmla="*/ 298412 w 698453"/>
              <a:gd name="connsiteY362" fmla="*/ 236713 h 266376"/>
              <a:gd name="connsiteX363" fmla="*/ 287488 w 698453"/>
              <a:gd name="connsiteY363" fmla="*/ 229385 h 266376"/>
              <a:gd name="connsiteX364" fmla="*/ 277514 w 698453"/>
              <a:gd name="connsiteY364" fmla="*/ 237279 h 266376"/>
              <a:gd name="connsiteX365" fmla="*/ 268901 w 698453"/>
              <a:gd name="connsiteY365" fmla="*/ 228742 h 266376"/>
              <a:gd name="connsiteX366" fmla="*/ 275678 w 698453"/>
              <a:gd name="connsiteY366" fmla="*/ 220374 h 266376"/>
              <a:gd name="connsiteX367" fmla="*/ 284169 w 698453"/>
              <a:gd name="connsiteY367" fmla="*/ 220252 h 266376"/>
              <a:gd name="connsiteX368" fmla="*/ 289049 w 698453"/>
              <a:gd name="connsiteY368" fmla="*/ 224551 h 266376"/>
              <a:gd name="connsiteX369" fmla="*/ 406327 w 698453"/>
              <a:gd name="connsiteY369" fmla="*/ 225744 h 266376"/>
              <a:gd name="connsiteX370" fmla="*/ 412217 w 698453"/>
              <a:gd name="connsiteY370" fmla="*/ 220466 h 266376"/>
              <a:gd name="connsiteX371" fmla="*/ 420891 w 698453"/>
              <a:gd name="connsiteY371" fmla="*/ 220374 h 266376"/>
              <a:gd name="connsiteX372" fmla="*/ 427255 w 698453"/>
              <a:gd name="connsiteY372" fmla="*/ 228681 h 266376"/>
              <a:gd name="connsiteX373" fmla="*/ 421488 w 698453"/>
              <a:gd name="connsiteY373" fmla="*/ 215754 h 266376"/>
              <a:gd name="connsiteX374" fmla="*/ 418887 w 698453"/>
              <a:gd name="connsiteY374" fmla="*/ 210568 h 266376"/>
              <a:gd name="connsiteX375" fmla="*/ 425664 w 698453"/>
              <a:gd name="connsiteY375" fmla="*/ 210568 h 266376"/>
              <a:gd name="connsiteX376" fmla="*/ 421472 w 698453"/>
              <a:gd name="connsiteY376" fmla="*/ 215754 h 266376"/>
              <a:gd name="connsiteX377" fmla="*/ 424257 w 698453"/>
              <a:gd name="connsiteY377" fmla="*/ 159915 h 266376"/>
              <a:gd name="connsiteX378" fmla="*/ 442033 w 698453"/>
              <a:gd name="connsiteY378" fmla="*/ 124621 h 266376"/>
              <a:gd name="connsiteX379" fmla="*/ 440855 w 698453"/>
              <a:gd name="connsiteY379" fmla="*/ 117431 h 266376"/>
              <a:gd name="connsiteX380" fmla="*/ 450187 w 698453"/>
              <a:gd name="connsiteY380" fmla="*/ 98522 h 266376"/>
              <a:gd name="connsiteX381" fmla="*/ 425695 w 698453"/>
              <a:gd name="connsiteY381" fmla="*/ 167885 h 266376"/>
              <a:gd name="connsiteX382" fmla="*/ 424272 w 698453"/>
              <a:gd name="connsiteY382" fmla="*/ 159899 h 266376"/>
              <a:gd name="connsiteX383" fmla="*/ 426643 w 698453"/>
              <a:gd name="connsiteY383" fmla="*/ 170654 h 266376"/>
              <a:gd name="connsiteX384" fmla="*/ 459458 w 698453"/>
              <a:gd name="connsiteY384" fmla="*/ 132469 h 266376"/>
              <a:gd name="connsiteX385" fmla="*/ 460391 w 698453"/>
              <a:gd name="connsiteY385" fmla="*/ 125034 h 266376"/>
              <a:gd name="connsiteX386" fmla="*/ 460177 w 698453"/>
              <a:gd name="connsiteY386" fmla="*/ 118043 h 266376"/>
              <a:gd name="connsiteX387" fmla="*/ 428081 w 698453"/>
              <a:gd name="connsiteY387" fmla="*/ 177844 h 266376"/>
              <a:gd name="connsiteX388" fmla="*/ 426643 w 698453"/>
              <a:gd name="connsiteY388" fmla="*/ 170654 h 266376"/>
              <a:gd name="connsiteX389" fmla="*/ 440458 w 698453"/>
              <a:gd name="connsiteY389" fmla="*/ 211991 h 266376"/>
              <a:gd name="connsiteX390" fmla="*/ 436143 w 698453"/>
              <a:gd name="connsiteY390" fmla="*/ 210476 h 266376"/>
              <a:gd name="connsiteX391" fmla="*/ 434858 w 698453"/>
              <a:gd name="connsiteY391" fmla="*/ 204586 h 266376"/>
              <a:gd name="connsiteX392" fmla="*/ 444833 w 698453"/>
              <a:gd name="connsiteY392" fmla="*/ 204188 h 266376"/>
              <a:gd name="connsiteX393" fmla="*/ 440458 w 698453"/>
              <a:gd name="connsiteY393" fmla="*/ 211991 h 266376"/>
              <a:gd name="connsiteX394" fmla="*/ 474359 w 698453"/>
              <a:gd name="connsiteY394" fmla="*/ 176468 h 266376"/>
              <a:gd name="connsiteX395" fmla="*/ 471850 w 698453"/>
              <a:gd name="connsiteY395" fmla="*/ 183535 h 266376"/>
              <a:gd name="connsiteX396" fmla="*/ 442982 w 698453"/>
              <a:gd name="connsiteY396" fmla="*/ 201741 h 266376"/>
              <a:gd name="connsiteX397" fmla="*/ 434308 w 698453"/>
              <a:gd name="connsiteY397" fmla="*/ 201741 h 266376"/>
              <a:gd name="connsiteX398" fmla="*/ 433742 w 698453"/>
              <a:gd name="connsiteY398" fmla="*/ 201113 h 266376"/>
              <a:gd name="connsiteX399" fmla="*/ 431661 w 698453"/>
              <a:gd name="connsiteY399" fmla="*/ 192026 h 266376"/>
              <a:gd name="connsiteX400" fmla="*/ 470351 w 698453"/>
              <a:gd name="connsiteY400" fmla="*/ 173668 h 266376"/>
              <a:gd name="connsiteX401" fmla="*/ 473227 w 698453"/>
              <a:gd name="connsiteY401" fmla="*/ 169354 h 266376"/>
              <a:gd name="connsiteX402" fmla="*/ 474359 w 698453"/>
              <a:gd name="connsiteY402" fmla="*/ 168681 h 266376"/>
              <a:gd name="connsiteX403" fmla="*/ 474359 w 698453"/>
              <a:gd name="connsiteY403" fmla="*/ 176452 h 266376"/>
              <a:gd name="connsiteX404" fmla="*/ 430896 w 698453"/>
              <a:gd name="connsiteY404" fmla="*/ 188982 h 266376"/>
              <a:gd name="connsiteX405" fmla="*/ 428923 w 698453"/>
              <a:gd name="connsiteY405" fmla="*/ 181225 h 266376"/>
              <a:gd name="connsiteX406" fmla="*/ 429244 w 698453"/>
              <a:gd name="connsiteY406" fmla="*/ 180828 h 266376"/>
              <a:gd name="connsiteX407" fmla="*/ 470947 w 698453"/>
              <a:gd name="connsiteY407" fmla="*/ 139170 h 266376"/>
              <a:gd name="connsiteX408" fmla="*/ 430896 w 698453"/>
              <a:gd name="connsiteY408" fmla="*/ 188982 h 266376"/>
              <a:gd name="connsiteX409" fmla="*/ 649480 w 698453"/>
              <a:gd name="connsiteY409" fmla="*/ 107854 h 266376"/>
              <a:gd name="connsiteX410" fmla="*/ 476348 w 698453"/>
              <a:gd name="connsiteY410" fmla="*/ 163097 h 266376"/>
              <a:gd name="connsiteX411" fmla="*/ 475950 w 698453"/>
              <a:gd name="connsiteY411" fmla="*/ 142765 h 266376"/>
              <a:gd name="connsiteX412" fmla="*/ 660281 w 698453"/>
              <a:gd name="connsiteY412" fmla="*/ 96105 h 266376"/>
              <a:gd name="connsiteX413" fmla="*/ 649496 w 698453"/>
              <a:gd name="connsiteY413" fmla="*/ 107854 h 266376"/>
              <a:gd name="connsiteX414" fmla="*/ 661474 w 698453"/>
              <a:gd name="connsiteY414" fmla="*/ 92724 h 266376"/>
              <a:gd name="connsiteX415" fmla="*/ 475705 w 698453"/>
              <a:gd name="connsiteY415" fmla="*/ 139966 h 266376"/>
              <a:gd name="connsiteX416" fmla="*/ 473181 w 698453"/>
              <a:gd name="connsiteY416" fmla="*/ 136967 h 266376"/>
              <a:gd name="connsiteX417" fmla="*/ 469081 w 698453"/>
              <a:gd name="connsiteY417" fmla="*/ 127895 h 266376"/>
              <a:gd name="connsiteX418" fmla="*/ 465593 w 698453"/>
              <a:gd name="connsiteY418" fmla="*/ 120429 h 266376"/>
              <a:gd name="connsiteX419" fmla="*/ 672657 w 698453"/>
              <a:gd name="connsiteY419" fmla="*/ 81342 h 266376"/>
              <a:gd name="connsiteX420" fmla="*/ 661490 w 698453"/>
              <a:gd name="connsiteY420" fmla="*/ 92709 h 266376"/>
              <a:gd name="connsiteX421" fmla="*/ 672719 w 698453"/>
              <a:gd name="connsiteY421" fmla="*/ 78450 h 266376"/>
              <a:gd name="connsiteX422" fmla="*/ 464553 w 698453"/>
              <a:gd name="connsiteY422" fmla="*/ 117676 h 266376"/>
              <a:gd name="connsiteX423" fmla="*/ 463344 w 698453"/>
              <a:gd name="connsiteY423" fmla="*/ 117293 h 266376"/>
              <a:gd name="connsiteX424" fmla="*/ 459244 w 698453"/>
              <a:gd name="connsiteY424" fmla="*/ 112627 h 266376"/>
              <a:gd name="connsiteX425" fmla="*/ 456597 w 698453"/>
              <a:gd name="connsiteY425" fmla="*/ 104504 h 266376"/>
              <a:gd name="connsiteX426" fmla="*/ 453216 w 698453"/>
              <a:gd name="connsiteY426" fmla="*/ 97512 h 266376"/>
              <a:gd name="connsiteX427" fmla="*/ 456720 w 698453"/>
              <a:gd name="connsiteY427" fmla="*/ 96243 h 266376"/>
              <a:gd name="connsiteX428" fmla="*/ 684223 w 698453"/>
              <a:gd name="connsiteY428" fmla="*/ 68614 h 266376"/>
              <a:gd name="connsiteX429" fmla="*/ 672734 w 698453"/>
              <a:gd name="connsiteY429" fmla="*/ 78466 h 266376"/>
              <a:gd name="connsiteX430" fmla="*/ 684315 w 698453"/>
              <a:gd name="connsiteY430" fmla="*/ 65692 h 266376"/>
              <a:gd name="connsiteX431" fmla="*/ 473013 w 698453"/>
              <a:gd name="connsiteY431" fmla="*/ 91362 h 266376"/>
              <a:gd name="connsiteX432" fmla="*/ 438836 w 698453"/>
              <a:gd name="connsiteY432" fmla="*/ 107043 h 266376"/>
              <a:gd name="connsiteX433" fmla="*/ 438836 w 698453"/>
              <a:gd name="connsiteY433" fmla="*/ 124208 h 266376"/>
              <a:gd name="connsiteX434" fmla="*/ 423492 w 698453"/>
              <a:gd name="connsiteY434" fmla="*/ 156702 h 266376"/>
              <a:gd name="connsiteX435" fmla="*/ 422971 w 698453"/>
              <a:gd name="connsiteY435" fmla="*/ 156014 h 266376"/>
              <a:gd name="connsiteX436" fmla="*/ 420202 w 698453"/>
              <a:gd name="connsiteY436" fmla="*/ 143775 h 266376"/>
              <a:gd name="connsiteX437" fmla="*/ 424165 w 698453"/>
              <a:gd name="connsiteY437" fmla="*/ 138206 h 266376"/>
              <a:gd name="connsiteX438" fmla="*/ 426674 w 698453"/>
              <a:gd name="connsiteY438" fmla="*/ 116421 h 266376"/>
              <a:gd name="connsiteX439" fmla="*/ 414619 w 698453"/>
              <a:gd name="connsiteY439" fmla="*/ 79613 h 266376"/>
              <a:gd name="connsiteX440" fmla="*/ 445062 w 698453"/>
              <a:gd name="connsiteY440" fmla="*/ 62586 h 266376"/>
              <a:gd name="connsiteX441" fmla="*/ 675258 w 698453"/>
              <a:gd name="connsiteY441" fmla="*/ 53805 h 266376"/>
              <a:gd name="connsiteX442" fmla="*/ 695804 w 698453"/>
              <a:gd name="connsiteY442" fmla="*/ 53407 h 266376"/>
              <a:gd name="connsiteX443" fmla="*/ 684330 w 698453"/>
              <a:gd name="connsiteY443" fmla="*/ 65661 h 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Lst>
            <a:rect l="l" t="t" r="r" b="b"/>
            <a:pathLst>
              <a:path w="698453" h="266376">
                <a:moveTo>
                  <a:pt x="698175" y="49842"/>
                </a:moveTo>
                <a:cubicBezTo>
                  <a:pt x="612886" y="53636"/>
                  <a:pt x="527521" y="55227"/>
                  <a:pt x="442248" y="59434"/>
                </a:cubicBezTo>
                <a:cubicBezTo>
                  <a:pt x="438989" y="59587"/>
                  <a:pt x="435960" y="59236"/>
                  <a:pt x="432732" y="60245"/>
                </a:cubicBezTo>
                <a:cubicBezTo>
                  <a:pt x="422757" y="43341"/>
                  <a:pt x="399856" y="41765"/>
                  <a:pt x="388244" y="58088"/>
                </a:cubicBezTo>
                <a:lnTo>
                  <a:pt x="384588" y="64605"/>
                </a:lnTo>
                <a:cubicBezTo>
                  <a:pt x="381298" y="33213"/>
                  <a:pt x="355750" y="5278"/>
                  <a:pt x="324342" y="398"/>
                </a:cubicBezTo>
                <a:cubicBezTo>
                  <a:pt x="323991" y="245"/>
                  <a:pt x="323593" y="107"/>
                  <a:pt x="323149" y="0"/>
                </a:cubicBezTo>
                <a:lnTo>
                  <a:pt x="320763" y="0"/>
                </a:lnTo>
                <a:cubicBezTo>
                  <a:pt x="318728" y="229"/>
                  <a:pt x="318147" y="1469"/>
                  <a:pt x="318850" y="3381"/>
                </a:cubicBezTo>
                <a:cubicBezTo>
                  <a:pt x="328458" y="13524"/>
                  <a:pt x="333078" y="28776"/>
                  <a:pt x="325505" y="41367"/>
                </a:cubicBezTo>
                <a:cubicBezTo>
                  <a:pt x="320961" y="48297"/>
                  <a:pt x="316938" y="55839"/>
                  <a:pt x="314460" y="63902"/>
                </a:cubicBezTo>
                <a:cubicBezTo>
                  <a:pt x="305541" y="42514"/>
                  <a:pt x="278034" y="39960"/>
                  <a:pt x="265367" y="59740"/>
                </a:cubicBezTo>
                <a:cubicBezTo>
                  <a:pt x="262475" y="58960"/>
                  <a:pt x="259385" y="58807"/>
                  <a:pt x="256188" y="58685"/>
                </a:cubicBezTo>
                <a:cubicBezTo>
                  <a:pt x="172521" y="55533"/>
                  <a:pt x="87002" y="52489"/>
                  <a:pt x="3029" y="49536"/>
                </a:cubicBezTo>
                <a:cubicBezTo>
                  <a:pt x="1989" y="49613"/>
                  <a:pt x="979" y="49842"/>
                  <a:pt x="0" y="50240"/>
                </a:cubicBezTo>
                <a:lnTo>
                  <a:pt x="0" y="53835"/>
                </a:lnTo>
                <a:lnTo>
                  <a:pt x="796" y="56222"/>
                </a:lnTo>
                <a:cubicBezTo>
                  <a:pt x="2861" y="60475"/>
                  <a:pt x="3473" y="63274"/>
                  <a:pt x="7848" y="66120"/>
                </a:cubicBezTo>
                <a:cubicBezTo>
                  <a:pt x="8690" y="66671"/>
                  <a:pt x="11030" y="67420"/>
                  <a:pt x="11474" y="67879"/>
                </a:cubicBezTo>
                <a:cubicBezTo>
                  <a:pt x="11872" y="68292"/>
                  <a:pt x="12759" y="71490"/>
                  <a:pt x="13356" y="72576"/>
                </a:cubicBezTo>
                <a:cubicBezTo>
                  <a:pt x="14595" y="74840"/>
                  <a:pt x="17042" y="77288"/>
                  <a:pt x="19184" y="78711"/>
                </a:cubicBezTo>
                <a:cubicBezTo>
                  <a:pt x="20056" y="79292"/>
                  <a:pt x="23024" y="80439"/>
                  <a:pt x="23330" y="80944"/>
                </a:cubicBezTo>
                <a:cubicBezTo>
                  <a:pt x="23667" y="81495"/>
                  <a:pt x="24080" y="84172"/>
                  <a:pt x="24539" y="85319"/>
                </a:cubicBezTo>
                <a:cubicBezTo>
                  <a:pt x="25610" y="87981"/>
                  <a:pt x="27889" y="90750"/>
                  <a:pt x="30184" y="92433"/>
                </a:cubicBezTo>
                <a:cubicBezTo>
                  <a:pt x="31255" y="93229"/>
                  <a:pt x="35538" y="95019"/>
                  <a:pt x="35722" y="95279"/>
                </a:cubicBezTo>
                <a:cubicBezTo>
                  <a:pt x="35951" y="95631"/>
                  <a:pt x="36257" y="98476"/>
                  <a:pt x="36624" y="99562"/>
                </a:cubicBezTo>
                <a:cubicBezTo>
                  <a:pt x="38231" y="104137"/>
                  <a:pt x="42560" y="108068"/>
                  <a:pt x="46936" y="109996"/>
                </a:cubicBezTo>
                <a:lnTo>
                  <a:pt x="222179" y="165942"/>
                </a:lnTo>
                <a:cubicBezTo>
                  <a:pt x="222638" y="166646"/>
                  <a:pt x="221537" y="170501"/>
                  <a:pt x="221445" y="171679"/>
                </a:cubicBezTo>
                <a:cubicBezTo>
                  <a:pt x="220282" y="187406"/>
                  <a:pt x="234219" y="199599"/>
                  <a:pt x="248156" y="203592"/>
                </a:cubicBezTo>
                <a:lnTo>
                  <a:pt x="254933" y="215968"/>
                </a:lnTo>
                <a:lnTo>
                  <a:pt x="266790" y="211425"/>
                </a:lnTo>
                <a:cubicBezTo>
                  <a:pt x="267937" y="211929"/>
                  <a:pt x="272924" y="218447"/>
                  <a:pt x="272817" y="219058"/>
                </a:cubicBezTo>
                <a:cubicBezTo>
                  <a:pt x="272083" y="220803"/>
                  <a:pt x="265168" y="228391"/>
                  <a:pt x="265382" y="229446"/>
                </a:cubicBezTo>
                <a:lnTo>
                  <a:pt x="277300" y="241088"/>
                </a:lnTo>
                <a:lnTo>
                  <a:pt x="278065" y="241088"/>
                </a:lnTo>
                <a:cubicBezTo>
                  <a:pt x="279671" y="240140"/>
                  <a:pt x="287060" y="233179"/>
                  <a:pt x="288192" y="233363"/>
                </a:cubicBezTo>
                <a:cubicBezTo>
                  <a:pt x="288636" y="233439"/>
                  <a:pt x="295490" y="238273"/>
                  <a:pt x="295566" y="238717"/>
                </a:cubicBezTo>
                <a:lnTo>
                  <a:pt x="291252" y="251216"/>
                </a:lnTo>
                <a:lnTo>
                  <a:pt x="306933" y="258360"/>
                </a:lnTo>
                <a:cubicBezTo>
                  <a:pt x="307958" y="258100"/>
                  <a:pt x="312700" y="249457"/>
                  <a:pt x="313802" y="248034"/>
                </a:cubicBezTo>
                <a:cubicBezTo>
                  <a:pt x="314108" y="247560"/>
                  <a:pt x="314368" y="247712"/>
                  <a:pt x="314796" y="247789"/>
                </a:cubicBezTo>
                <a:cubicBezTo>
                  <a:pt x="317336" y="248248"/>
                  <a:pt x="320411" y="250099"/>
                  <a:pt x="323118" y="250481"/>
                </a:cubicBezTo>
                <a:cubicBezTo>
                  <a:pt x="323241" y="254857"/>
                  <a:pt x="323271" y="259232"/>
                  <a:pt x="322797" y="263577"/>
                </a:cubicBezTo>
                <a:cubicBezTo>
                  <a:pt x="327846" y="264372"/>
                  <a:pt x="332894" y="265183"/>
                  <a:pt x="337943" y="265979"/>
                </a:cubicBezTo>
                <a:cubicBezTo>
                  <a:pt x="338295" y="266132"/>
                  <a:pt x="338692" y="266270"/>
                  <a:pt x="339136" y="266377"/>
                </a:cubicBezTo>
                <a:lnTo>
                  <a:pt x="339931" y="266377"/>
                </a:lnTo>
                <a:lnTo>
                  <a:pt x="340819" y="266147"/>
                </a:lnTo>
                <a:lnTo>
                  <a:pt x="344307" y="254505"/>
                </a:lnTo>
                <a:cubicBezTo>
                  <a:pt x="347106" y="254398"/>
                  <a:pt x="349906" y="254383"/>
                  <a:pt x="352736" y="254459"/>
                </a:cubicBezTo>
                <a:lnTo>
                  <a:pt x="355827" y="265841"/>
                </a:lnTo>
                <a:lnTo>
                  <a:pt x="356683" y="265979"/>
                </a:lnTo>
                <a:cubicBezTo>
                  <a:pt x="357081" y="266254"/>
                  <a:pt x="357509" y="266270"/>
                  <a:pt x="357877" y="265979"/>
                </a:cubicBezTo>
                <a:cubicBezTo>
                  <a:pt x="363308" y="265535"/>
                  <a:pt x="368800" y="264357"/>
                  <a:pt x="374185" y="263546"/>
                </a:cubicBezTo>
                <a:cubicBezTo>
                  <a:pt x="373665" y="259217"/>
                  <a:pt x="373818" y="254842"/>
                  <a:pt x="373879" y="250466"/>
                </a:cubicBezTo>
                <a:lnTo>
                  <a:pt x="382981" y="247651"/>
                </a:lnTo>
                <a:lnTo>
                  <a:pt x="389988" y="258299"/>
                </a:lnTo>
                <a:lnTo>
                  <a:pt x="404965" y="251017"/>
                </a:lnTo>
                <a:lnTo>
                  <a:pt x="405302" y="249931"/>
                </a:lnTo>
                <a:lnTo>
                  <a:pt x="401339" y="238319"/>
                </a:lnTo>
                <a:cubicBezTo>
                  <a:pt x="403221" y="237738"/>
                  <a:pt x="407107" y="233714"/>
                  <a:pt x="408438" y="233332"/>
                </a:cubicBezTo>
                <a:cubicBezTo>
                  <a:pt x="408897" y="233210"/>
                  <a:pt x="409325" y="233194"/>
                  <a:pt x="409738" y="233470"/>
                </a:cubicBezTo>
                <a:lnTo>
                  <a:pt x="419116" y="241241"/>
                </a:lnTo>
                <a:lnTo>
                  <a:pt x="431584" y="229094"/>
                </a:lnTo>
                <a:lnTo>
                  <a:pt x="424088" y="218722"/>
                </a:lnTo>
                <a:lnTo>
                  <a:pt x="429336" y="210981"/>
                </a:lnTo>
                <a:cubicBezTo>
                  <a:pt x="430192" y="210476"/>
                  <a:pt x="440090" y="215586"/>
                  <a:pt x="442033" y="215708"/>
                </a:cubicBezTo>
                <a:lnTo>
                  <a:pt x="448459" y="203576"/>
                </a:lnTo>
                <a:cubicBezTo>
                  <a:pt x="465853" y="199522"/>
                  <a:pt x="480524" y="184989"/>
                  <a:pt x="476822" y="165927"/>
                </a:cubicBezTo>
                <a:lnTo>
                  <a:pt x="652326" y="109843"/>
                </a:lnTo>
                <a:cubicBezTo>
                  <a:pt x="657573" y="107349"/>
                  <a:pt x="660924" y="103907"/>
                  <a:pt x="662805" y="98384"/>
                </a:cubicBezTo>
                <a:cubicBezTo>
                  <a:pt x="663050" y="97681"/>
                  <a:pt x="663463" y="95095"/>
                  <a:pt x="663570" y="94973"/>
                </a:cubicBezTo>
                <a:cubicBezTo>
                  <a:pt x="663662" y="94866"/>
                  <a:pt x="665635" y="94284"/>
                  <a:pt x="666293" y="93902"/>
                </a:cubicBezTo>
                <a:cubicBezTo>
                  <a:pt x="669598" y="92020"/>
                  <a:pt x="672719" y="89450"/>
                  <a:pt x="674172" y="85824"/>
                </a:cubicBezTo>
                <a:cubicBezTo>
                  <a:pt x="674646" y="84646"/>
                  <a:pt x="675350" y="80424"/>
                  <a:pt x="675534" y="80210"/>
                </a:cubicBezTo>
                <a:cubicBezTo>
                  <a:pt x="675656" y="80072"/>
                  <a:pt x="678012" y="79322"/>
                  <a:pt x="678762" y="78864"/>
                </a:cubicBezTo>
                <a:cubicBezTo>
                  <a:pt x="681270" y="77349"/>
                  <a:pt x="683596" y="75375"/>
                  <a:pt x="685110" y="72836"/>
                </a:cubicBezTo>
                <a:cubicBezTo>
                  <a:pt x="685921" y="71490"/>
                  <a:pt x="686671" y="68568"/>
                  <a:pt x="687252" y="67787"/>
                </a:cubicBezTo>
                <a:cubicBezTo>
                  <a:pt x="687696" y="67191"/>
                  <a:pt x="690725" y="65952"/>
                  <a:pt x="691780" y="65141"/>
                </a:cubicBezTo>
                <a:cubicBezTo>
                  <a:pt x="695345" y="62433"/>
                  <a:pt x="697839" y="58256"/>
                  <a:pt x="698206" y="53805"/>
                </a:cubicBezTo>
                <a:cubicBezTo>
                  <a:pt x="698573" y="52611"/>
                  <a:pt x="698497" y="51020"/>
                  <a:pt x="698206" y="49812"/>
                </a:cubicBezTo>
                <a:close/>
                <a:moveTo>
                  <a:pt x="387479" y="66502"/>
                </a:moveTo>
                <a:cubicBezTo>
                  <a:pt x="394868" y="47150"/>
                  <a:pt x="418367" y="43937"/>
                  <a:pt x="430055" y="61224"/>
                </a:cubicBezTo>
                <a:cubicBezTo>
                  <a:pt x="422482" y="64514"/>
                  <a:pt x="416225" y="68920"/>
                  <a:pt x="412844" y="76706"/>
                </a:cubicBezTo>
                <a:cubicBezTo>
                  <a:pt x="405822" y="92862"/>
                  <a:pt x="414634" y="99241"/>
                  <a:pt x="421503" y="111663"/>
                </a:cubicBezTo>
                <a:cubicBezTo>
                  <a:pt x="426704" y="121087"/>
                  <a:pt x="426215" y="131460"/>
                  <a:pt x="419499" y="139981"/>
                </a:cubicBezTo>
                <a:lnTo>
                  <a:pt x="410503" y="102913"/>
                </a:lnTo>
                <a:lnTo>
                  <a:pt x="395648" y="102806"/>
                </a:lnTo>
                <a:cubicBezTo>
                  <a:pt x="394379" y="102438"/>
                  <a:pt x="391288" y="97099"/>
                  <a:pt x="390585" y="95707"/>
                </a:cubicBezTo>
                <a:lnTo>
                  <a:pt x="399963" y="95707"/>
                </a:lnTo>
                <a:cubicBezTo>
                  <a:pt x="399963" y="95707"/>
                  <a:pt x="400559" y="95156"/>
                  <a:pt x="400559" y="95110"/>
                </a:cubicBezTo>
                <a:lnTo>
                  <a:pt x="400559" y="72576"/>
                </a:lnTo>
                <a:lnTo>
                  <a:pt x="386393" y="72576"/>
                </a:lnTo>
                <a:cubicBezTo>
                  <a:pt x="386056" y="72499"/>
                  <a:pt x="385949" y="72117"/>
                  <a:pt x="385949" y="71750"/>
                </a:cubicBezTo>
                <a:cubicBezTo>
                  <a:pt x="385949" y="70572"/>
                  <a:pt x="387020" y="67726"/>
                  <a:pt x="387494" y="66487"/>
                </a:cubicBezTo>
                <a:close/>
                <a:moveTo>
                  <a:pt x="318881" y="225392"/>
                </a:moveTo>
                <a:cubicBezTo>
                  <a:pt x="338524" y="233623"/>
                  <a:pt x="360554" y="233271"/>
                  <a:pt x="379937" y="224474"/>
                </a:cubicBezTo>
                <a:cubicBezTo>
                  <a:pt x="381268" y="223862"/>
                  <a:pt x="387510" y="220145"/>
                  <a:pt x="387969" y="220145"/>
                </a:cubicBezTo>
                <a:lnTo>
                  <a:pt x="398938" y="220145"/>
                </a:lnTo>
                <a:cubicBezTo>
                  <a:pt x="399182" y="221078"/>
                  <a:pt x="398723" y="220818"/>
                  <a:pt x="398433" y="221063"/>
                </a:cubicBezTo>
                <a:cubicBezTo>
                  <a:pt x="382721" y="234541"/>
                  <a:pt x="357158" y="240002"/>
                  <a:pt x="336948" y="237233"/>
                </a:cubicBezTo>
                <a:cubicBezTo>
                  <a:pt x="322966" y="235321"/>
                  <a:pt x="308187" y="229400"/>
                  <a:pt x="297585" y="220145"/>
                </a:cubicBezTo>
                <a:lnTo>
                  <a:pt x="308554" y="220145"/>
                </a:lnTo>
                <a:cubicBezTo>
                  <a:pt x="309136" y="220145"/>
                  <a:pt x="317152" y="224688"/>
                  <a:pt x="318850" y="225392"/>
                </a:cubicBezTo>
                <a:close/>
                <a:moveTo>
                  <a:pt x="315561" y="220129"/>
                </a:moveTo>
                <a:lnTo>
                  <a:pt x="381390" y="220129"/>
                </a:lnTo>
                <a:cubicBezTo>
                  <a:pt x="377979" y="222654"/>
                  <a:pt x="373114" y="224321"/>
                  <a:pt x="369014" y="225514"/>
                </a:cubicBezTo>
                <a:cubicBezTo>
                  <a:pt x="352537" y="230303"/>
                  <a:pt x="335755" y="229217"/>
                  <a:pt x="319952" y="222715"/>
                </a:cubicBezTo>
                <a:cubicBezTo>
                  <a:pt x="318881" y="222271"/>
                  <a:pt x="316923" y="221583"/>
                  <a:pt x="316066" y="221032"/>
                </a:cubicBezTo>
                <a:cubicBezTo>
                  <a:pt x="315653" y="220772"/>
                  <a:pt x="315377" y="221063"/>
                  <a:pt x="315561" y="220129"/>
                </a:cubicBezTo>
                <a:close/>
                <a:moveTo>
                  <a:pt x="299712" y="225805"/>
                </a:moveTo>
                <a:cubicBezTo>
                  <a:pt x="332007" y="247743"/>
                  <a:pt x="374429" y="245739"/>
                  <a:pt x="404154" y="220359"/>
                </a:cubicBezTo>
                <a:lnTo>
                  <a:pt x="407719" y="220145"/>
                </a:lnTo>
                <a:cubicBezTo>
                  <a:pt x="408270" y="220634"/>
                  <a:pt x="404797" y="223311"/>
                  <a:pt x="404323" y="223725"/>
                </a:cubicBezTo>
                <a:cubicBezTo>
                  <a:pt x="372578" y="250527"/>
                  <a:pt x="323853" y="249915"/>
                  <a:pt x="292231" y="223327"/>
                </a:cubicBezTo>
                <a:cubicBezTo>
                  <a:pt x="291588" y="222791"/>
                  <a:pt x="289232" y="220986"/>
                  <a:pt x="289232" y="220344"/>
                </a:cubicBezTo>
                <a:cubicBezTo>
                  <a:pt x="293179" y="219257"/>
                  <a:pt x="296545" y="223663"/>
                  <a:pt x="299727" y="225805"/>
                </a:cubicBezTo>
                <a:close/>
                <a:moveTo>
                  <a:pt x="278049" y="217345"/>
                </a:moveTo>
                <a:lnTo>
                  <a:pt x="297203" y="184637"/>
                </a:lnTo>
                <a:lnTo>
                  <a:pt x="297203" y="210553"/>
                </a:lnTo>
                <a:lnTo>
                  <a:pt x="322139" y="210553"/>
                </a:lnTo>
                <a:cubicBezTo>
                  <a:pt x="322139" y="210553"/>
                  <a:pt x="322736" y="210002"/>
                  <a:pt x="322736" y="209956"/>
                </a:cubicBezTo>
                <a:lnTo>
                  <a:pt x="322736" y="139767"/>
                </a:lnTo>
                <a:lnTo>
                  <a:pt x="335908" y="117630"/>
                </a:lnTo>
                <a:lnTo>
                  <a:pt x="335908" y="168681"/>
                </a:lnTo>
                <a:lnTo>
                  <a:pt x="361441" y="168681"/>
                </a:lnTo>
                <a:lnTo>
                  <a:pt x="361441" y="118028"/>
                </a:lnTo>
                <a:cubicBezTo>
                  <a:pt x="364363" y="122510"/>
                  <a:pt x="367912" y="127711"/>
                  <a:pt x="370284" y="132515"/>
                </a:cubicBezTo>
                <a:cubicBezTo>
                  <a:pt x="370788" y="133540"/>
                  <a:pt x="371538" y="134535"/>
                  <a:pt x="371431" y="135758"/>
                </a:cubicBezTo>
                <a:lnTo>
                  <a:pt x="353455" y="210553"/>
                </a:lnTo>
                <a:lnTo>
                  <a:pt x="379386" y="210553"/>
                </a:lnTo>
                <a:lnTo>
                  <a:pt x="384557" y="189196"/>
                </a:lnTo>
                <a:lnTo>
                  <a:pt x="405103" y="188997"/>
                </a:lnTo>
                <a:lnTo>
                  <a:pt x="410304" y="210170"/>
                </a:lnTo>
                <a:cubicBezTo>
                  <a:pt x="411054" y="211164"/>
                  <a:pt x="414205" y="209956"/>
                  <a:pt x="415536" y="210920"/>
                </a:cubicBezTo>
                <a:cubicBezTo>
                  <a:pt x="416286" y="211455"/>
                  <a:pt x="418397" y="216136"/>
                  <a:pt x="418902" y="217330"/>
                </a:cubicBezTo>
                <a:lnTo>
                  <a:pt x="278065" y="217330"/>
                </a:lnTo>
                <a:close/>
                <a:moveTo>
                  <a:pt x="280390" y="206866"/>
                </a:moveTo>
                <a:cubicBezTo>
                  <a:pt x="280512" y="207325"/>
                  <a:pt x="279365" y="209681"/>
                  <a:pt x="279243" y="209772"/>
                </a:cubicBezTo>
                <a:cubicBezTo>
                  <a:pt x="278829" y="210063"/>
                  <a:pt x="278539" y="209604"/>
                  <a:pt x="278279" y="209344"/>
                </a:cubicBezTo>
                <a:cubicBezTo>
                  <a:pt x="277835" y="208916"/>
                  <a:pt x="274546" y="204265"/>
                  <a:pt x="274500" y="203944"/>
                </a:cubicBezTo>
                <a:cubicBezTo>
                  <a:pt x="274347" y="202980"/>
                  <a:pt x="276994" y="202307"/>
                  <a:pt x="277590" y="202659"/>
                </a:cubicBezTo>
                <a:cubicBezTo>
                  <a:pt x="277805" y="202781"/>
                  <a:pt x="280329" y="206621"/>
                  <a:pt x="280405" y="206866"/>
                </a:cubicBezTo>
                <a:close/>
                <a:moveTo>
                  <a:pt x="279656" y="201389"/>
                </a:moveTo>
                <a:lnTo>
                  <a:pt x="284842" y="198987"/>
                </a:lnTo>
                <a:lnTo>
                  <a:pt x="285637" y="198191"/>
                </a:lnTo>
                <a:cubicBezTo>
                  <a:pt x="285867" y="198941"/>
                  <a:pt x="285301" y="198865"/>
                  <a:pt x="285240" y="198987"/>
                </a:cubicBezTo>
                <a:cubicBezTo>
                  <a:pt x="284811" y="199828"/>
                  <a:pt x="282333" y="204571"/>
                  <a:pt x="281843" y="204556"/>
                </a:cubicBezTo>
                <a:lnTo>
                  <a:pt x="279656" y="201373"/>
                </a:lnTo>
                <a:close/>
                <a:moveTo>
                  <a:pt x="297203" y="171878"/>
                </a:moveTo>
                <a:cubicBezTo>
                  <a:pt x="296943" y="173286"/>
                  <a:pt x="297876" y="176697"/>
                  <a:pt x="296530" y="177386"/>
                </a:cubicBezTo>
                <a:cubicBezTo>
                  <a:pt x="295367" y="177982"/>
                  <a:pt x="288651" y="178946"/>
                  <a:pt x="287029" y="179053"/>
                </a:cubicBezTo>
                <a:cubicBezTo>
                  <a:pt x="273230" y="180002"/>
                  <a:pt x="259508" y="176850"/>
                  <a:pt x="248248" y="168772"/>
                </a:cubicBezTo>
                <a:cubicBezTo>
                  <a:pt x="231450" y="156733"/>
                  <a:pt x="224459" y="134825"/>
                  <a:pt x="238962" y="118043"/>
                </a:cubicBezTo>
                <a:cubicBezTo>
                  <a:pt x="234984" y="150200"/>
                  <a:pt x="264969" y="179665"/>
                  <a:pt x="297218" y="171878"/>
                </a:cubicBezTo>
                <a:close/>
                <a:moveTo>
                  <a:pt x="297203" y="163510"/>
                </a:moveTo>
                <a:cubicBezTo>
                  <a:pt x="296836" y="165820"/>
                  <a:pt x="298366" y="168436"/>
                  <a:pt x="295704" y="169384"/>
                </a:cubicBezTo>
                <a:cubicBezTo>
                  <a:pt x="288620" y="171909"/>
                  <a:pt x="276978" y="169721"/>
                  <a:pt x="270094" y="166891"/>
                </a:cubicBezTo>
                <a:cubicBezTo>
                  <a:pt x="243383" y="155906"/>
                  <a:pt x="233806" y="122969"/>
                  <a:pt x="248569" y="98537"/>
                </a:cubicBezTo>
                <a:cubicBezTo>
                  <a:pt x="252730" y="100021"/>
                  <a:pt x="256188" y="104351"/>
                  <a:pt x="257427" y="108573"/>
                </a:cubicBezTo>
                <a:cubicBezTo>
                  <a:pt x="259385" y="115274"/>
                  <a:pt x="257228" y="120108"/>
                  <a:pt x="256907" y="126610"/>
                </a:cubicBezTo>
                <a:cubicBezTo>
                  <a:pt x="255729" y="150323"/>
                  <a:pt x="273705" y="166937"/>
                  <a:pt x="297218" y="163510"/>
                </a:cubicBezTo>
                <a:close/>
                <a:moveTo>
                  <a:pt x="297203" y="149542"/>
                </a:moveTo>
                <a:cubicBezTo>
                  <a:pt x="292567" y="149802"/>
                  <a:pt x="291206" y="147554"/>
                  <a:pt x="289722" y="143668"/>
                </a:cubicBezTo>
                <a:cubicBezTo>
                  <a:pt x="285836" y="133510"/>
                  <a:pt x="288422" y="120812"/>
                  <a:pt x="297203" y="114050"/>
                </a:cubicBezTo>
                <a:lnTo>
                  <a:pt x="297203" y="149542"/>
                </a:lnTo>
                <a:close/>
                <a:moveTo>
                  <a:pt x="335893" y="108695"/>
                </a:moveTo>
                <a:cubicBezTo>
                  <a:pt x="336520" y="112015"/>
                  <a:pt x="333858" y="114524"/>
                  <a:pt x="332512" y="117263"/>
                </a:cubicBezTo>
                <a:cubicBezTo>
                  <a:pt x="331104" y="117263"/>
                  <a:pt x="325474" y="109583"/>
                  <a:pt x="324572" y="108053"/>
                </a:cubicBezTo>
                <a:cubicBezTo>
                  <a:pt x="323134" y="105636"/>
                  <a:pt x="321635" y="102760"/>
                  <a:pt x="320411" y="100251"/>
                </a:cubicBezTo>
                <a:cubicBezTo>
                  <a:pt x="319738" y="98889"/>
                  <a:pt x="319141" y="97206"/>
                  <a:pt x="318758" y="95722"/>
                </a:cubicBezTo>
                <a:lnTo>
                  <a:pt x="327938" y="95722"/>
                </a:lnTo>
                <a:cubicBezTo>
                  <a:pt x="328228" y="99455"/>
                  <a:pt x="335403" y="106064"/>
                  <a:pt x="335893" y="108695"/>
                </a:cubicBezTo>
                <a:close/>
                <a:moveTo>
                  <a:pt x="331120" y="95921"/>
                </a:moveTo>
                <a:lnTo>
                  <a:pt x="335908" y="95722"/>
                </a:lnTo>
                <a:lnTo>
                  <a:pt x="335908" y="103295"/>
                </a:lnTo>
                <a:cubicBezTo>
                  <a:pt x="333935" y="101260"/>
                  <a:pt x="332298" y="98522"/>
                  <a:pt x="331120" y="95921"/>
                </a:cubicBezTo>
                <a:close/>
                <a:moveTo>
                  <a:pt x="330615" y="120231"/>
                </a:moveTo>
                <a:lnTo>
                  <a:pt x="322751" y="133601"/>
                </a:lnTo>
                <a:lnTo>
                  <a:pt x="322751" y="110868"/>
                </a:lnTo>
                <a:lnTo>
                  <a:pt x="330615" y="120231"/>
                </a:lnTo>
                <a:close/>
                <a:moveTo>
                  <a:pt x="362420" y="102071"/>
                </a:moveTo>
                <a:cubicBezTo>
                  <a:pt x="362206" y="102561"/>
                  <a:pt x="362038" y="103678"/>
                  <a:pt x="361441" y="103693"/>
                </a:cubicBezTo>
                <a:lnTo>
                  <a:pt x="361441" y="95722"/>
                </a:lnTo>
                <a:lnTo>
                  <a:pt x="364638" y="95921"/>
                </a:lnTo>
                <a:cubicBezTo>
                  <a:pt x="363950" y="97987"/>
                  <a:pt x="363292" y="100082"/>
                  <a:pt x="362420" y="102071"/>
                </a:cubicBezTo>
                <a:close/>
                <a:moveTo>
                  <a:pt x="368019" y="95707"/>
                </a:moveTo>
                <a:lnTo>
                  <a:pt x="378193" y="95707"/>
                </a:lnTo>
                <a:cubicBezTo>
                  <a:pt x="376678" y="99593"/>
                  <a:pt x="375103" y="103494"/>
                  <a:pt x="373068" y="107135"/>
                </a:cubicBezTo>
                <a:cubicBezTo>
                  <a:pt x="372318" y="108497"/>
                  <a:pt x="366245" y="117829"/>
                  <a:pt x="365618" y="118043"/>
                </a:cubicBezTo>
                <a:cubicBezTo>
                  <a:pt x="364899" y="118272"/>
                  <a:pt x="365067" y="117752"/>
                  <a:pt x="364914" y="117538"/>
                </a:cubicBezTo>
                <a:cubicBezTo>
                  <a:pt x="364424" y="116880"/>
                  <a:pt x="361472" y="111862"/>
                  <a:pt x="361456" y="111464"/>
                </a:cubicBezTo>
                <a:lnTo>
                  <a:pt x="368019" y="95707"/>
                </a:lnTo>
                <a:close/>
                <a:moveTo>
                  <a:pt x="386179" y="168696"/>
                </a:moveTo>
                <a:lnTo>
                  <a:pt x="394761" y="133601"/>
                </a:lnTo>
                <a:lnTo>
                  <a:pt x="403344" y="168696"/>
                </a:lnTo>
                <a:lnTo>
                  <a:pt x="386194" y="168696"/>
                </a:lnTo>
                <a:close/>
                <a:moveTo>
                  <a:pt x="387311" y="95768"/>
                </a:moveTo>
                <a:cubicBezTo>
                  <a:pt x="387663" y="95982"/>
                  <a:pt x="390676" y="101964"/>
                  <a:pt x="391763" y="102683"/>
                </a:cubicBezTo>
                <a:lnTo>
                  <a:pt x="379233" y="102851"/>
                </a:lnTo>
                <a:lnTo>
                  <a:pt x="378606" y="104473"/>
                </a:lnTo>
                <a:lnTo>
                  <a:pt x="372609" y="130389"/>
                </a:lnTo>
                <a:lnTo>
                  <a:pt x="367086" y="121317"/>
                </a:lnTo>
                <a:cubicBezTo>
                  <a:pt x="366826" y="120276"/>
                  <a:pt x="368081" y="119726"/>
                  <a:pt x="368616" y="119007"/>
                </a:cubicBezTo>
                <a:cubicBezTo>
                  <a:pt x="372227" y="114172"/>
                  <a:pt x="375638" y="109139"/>
                  <a:pt x="378208" y="103662"/>
                </a:cubicBezTo>
                <a:cubicBezTo>
                  <a:pt x="379019" y="101934"/>
                  <a:pt x="380228" y="97436"/>
                  <a:pt x="381038" y="96319"/>
                </a:cubicBezTo>
                <a:cubicBezTo>
                  <a:pt x="381635" y="95493"/>
                  <a:pt x="386775" y="95401"/>
                  <a:pt x="387326" y="95753"/>
                </a:cubicBezTo>
                <a:close/>
                <a:moveTo>
                  <a:pt x="363843" y="25518"/>
                </a:moveTo>
                <a:cubicBezTo>
                  <a:pt x="364317" y="25503"/>
                  <a:pt x="364424" y="26069"/>
                  <a:pt x="364638" y="26313"/>
                </a:cubicBezTo>
                <a:cubicBezTo>
                  <a:pt x="375837" y="38873"/>
                  <a:pt x="382155" y="55656"/>
                  <a:pt x="381788" y="72576"/>
                </a:cubicBezTo>
                <a:lnTo>
                  <a:pt x="372808" y="72576"/>
                </a:lnTo>
                <a:cubicBezTo>
                  <a:pt x="371538" y="72576"/>
                  <a:pt x="372609" y="67726"/>
                  <a:pt x="372624" y="66808"/>
                </a:cubicBezTo>
                <a:cubicBezTo>
                  <a:pt x="372762" y="57599"/>
                  <a:pt x="371278" y="47196"/>
                  <a:pt x="368723" y="38369"/>
                </a:cubicBezTo>
                <a:cubicBezTo>
                  <a:pt x="367515" y="34223"/>
                  <a:pt x="365801" y="30306"/>
                  <a:pt x="364225" y="26313"/>
                </a:cubicBezTo>
                <a:cubicBezTo>
                  <a:pt x="364195" y="26222"/>
                  <a:pt x="363598" y="26252"/>
                  <a:pt x="363828" y="25518"/>
                </a:cubicBezTo>
                <a:close/>
                <a:moveTo>
                  <a:pt x="351467" y="14350"/>
                </a:moveTo>
                <a:cubicBezTo>
                  <a:pt x="351941" y="14304"/>
                  <a:pt x="352048" y="14992"/>
                  <a:pt x="352262" y="15145"/>
                </a:cubicBezTo>
                <a:cubicBezTo>
                  <a:pt x="353073" y="15727"/>
                  <a:pt x="354327" y="16216"/>
                  <a:pt x="355031" y="16966"/>
                </a:cubicBezTo>
                <a:cubicBezTo>
                  <a:pt x="365511" y="28317"/>
                  <a:pt x="371202" y="56237"/>
                  <a:pt x="369442" y="71199"/>
                </a:cubicBezTo>
                <a:cubicBezTo>
                  <a:pt x="369396" y="71597"/>
                  <a:pt x="369259" y="72576"/>
                  <a:pt x="368830" y="72576"/>
                </a:cubicBezTo>
                <a:lnTo>
                  <a:pt x="357265" y="72576"/>
                </a:lnTo>
                <a:cubicBezTo>
                  <a:pt x="357020" y="72576"/>
                  <a:pt x="356699" y="72010"/>
                  <a:pt x="356729" y="71658"/>
                </a:cubicBezTo>
                <a:cubicBezTo>
                  <a:pt x="356821" y="70342"/>
                  <a:pt x="358183" y="66824"/>
                  <a:pt x="358534" y="65080"/>
                </a:cubicBezTo>
                <a:cubicBezTo>
                  <a:pt x="361579" y="50271"/>
                  <a:pt x="361701" y="35783"/>
                  <a:pt x="355414" y="21785"/>
                </a:cubicBezTo>
                <a:cubicBezTo>
                  <a:pt x="354389" y="19490"/>
                  <a:pt x="353027" y="17364"/>
                  <a:pt x="351880" y="15145"/>
                </a:cubicBezTo>
                <a:cubicBezTo>
                  <a:pt x="351818" y="15023"/>
                  <a:pt x="351268" y="15084"/>
                  <a:pt x="351482" y="14350"/>
                </a:cubicBezTo>
                <a:close/>
                <a:moveTo>
                  <a:pt x="341492" y="8766"/>
                </a:moveTo>
                <a:cubicBezTo>
                  <a:pt x="347367" y="11719"/>
                  <a:pt x="352767" y="21831"/>
                  <a:pt x="354771" y="27996"/>
                </a:cubicBezTo>
                <a:cubicBezTo>
                  <a:pt x="358519" y="39501"/>
                  <a:pt x="358198" y="52856"/>
                  <a:pt x="355658" y="64605"/>
                </a:cubicBezTo>
                <a:cubicBezTo>
                  <a:pt x="355092" y="67206"/>
                  <a:pt x="354465" y="70296"/>
                  <a:pt x="353256" y="72576"/>
                </a:cubicBezTo>
                <a:lnTo>
                  <a:pt x="340681" y="72576"/>
                </a:lnTo>
                <a:cubicBezTo>
                  <a:pt x="341660" y="64789"/>
                  <a:pt x="345913" y="58058"/>
                  <a:pt x="348055" y="50638"/>
                </a:cubicBezTo>
                <a:cubicBezTo>
                  <a:pt x="352247" y="36135"/>
                  <a:pt x="350962" y="20806"/>
                  <a:pt x="340681" y="9164"/>
                </a:cubicBezTo>
                <a:cubicBezTo>
                  <a:pt x="340375" y="8812"/>
                  <a:pt x="339549" y="8598"/>
                  <a:pt x="339488" y="7970"/>
                </a:cubicBezTo>
                <a:cubicBezTo>
                  <a:pt x="340482" y="7665"/>
                  <a:pt x="340941" y="8491"/>
                  <a:pt x="341477" y="8766"/>
                </a:cubicBezTo>
                <a:close/>
                <a:moveTo>
                  <a:pt x="329131" y="4391"/>
                </a:moveTo>
                <a:cubicBezTo>
                  <a:pt x="339274" y="8353"/>
                  <a:pt x="346663" y="21556"/>
                  <a:pt x="347474" y="32111"/>
                </a:cubicBezTo>
                <a:cubicBezTo>
                  <a:pt x="348422" y="44518"/>
                  <a:pt x="344720" y="50852"/>
                  <a:pt x="340788" y="61714"/>
                </a:cubicBezTo>
                <a:cubicBezTo>
                  <a:pt x="339488" y="65309"/>
                  <a:pt x="338646" y="69118"/>
                  <a:pt x="337300" y="72591"/>
                </a:cubicBezTo>
                <a:lnTo>
                  <a:pt x="327127" y="72591"/>
                </a:lnTo>
                <a:cubicBezTo>
                  <a:pt x="328351" y="62464"/>
                  <a:pt x="335311" y="54585"/>
                  <a:pt x="338417" y="44993"/>
                </a:cubicBezTo>
                <a:cubicBezTo>
                  <a:pt x="342012" y="33871"/>
                  <a:pt x="342196" y="21418"/>
                  <a:pt x="335434" y="11459"/>
                </a:cubicBezTo>
                <a:cubicBezTo>
                  <a:pt x="333720" y="8950"/>
                  <a:pt x="331441" y="6762"/>
                  <a:pt x="329131" y="4804"/>
                </a:cubicBezTo>
                <a:cubicBezTo>
                  <a:pt x="328886" y="4590"/>
                  <a:pt x="328320" y="4498"/>
                  <a:pt x="328335" y="4008"/>
                </a:cubicBezTo>
                <a:cubicBezTo>
                  <a:pt x="329070" y="3779"/>
                  <a:pt x="329039" y="4360"/>
                  <a:pt x="329131" y="4406"/>
                </a:cubicBezTo>
                <a:close/>
                <a:moveTo>
                  <a:pt x="318850" y="62112"/>
                </a:moveTo>
                <a:cubicBezTo>
                  <a:pt x="324296" y="46278"/>
                  <a:pt x="336398" y="38674"/>
                  <a:pt x="332190" y="19857"/>
                </a:cubicBezTo>
                <a:cubicBezTo>
                  <a:pt x="331380" y="16232"/>
                  <a:pt x="329467" y="11520"/>
                  <a:pt x="327524" y="8368"/>
                </a:cubicBezTo>
                <a:cubicBezTo>
                  <a:pt x="327371" y="8123"/>
                  <a:pt x="326897" y="7404"/>
                  <a:pt x="326729" y="7175"/>
                </a:cubicBezTo>
                <a:cubicBezTo>
                  <a:pt x="326607" y="7007"/>
                  <a:pt x="326086" y="6884"/>
                  <a:pt x="325933" y="6578"/>
                </a:cubicBezTo>
                <a:lnTo>
                  <a:pt x="326132" y="6379"/>
                </a:lnTo>
                <a:cubicBezTo>
                  <a:pt x="326790" y="6211"/>
                  <a:pt x="326867" y="6961"/>
                  <a:pt x="327127" y="7175"/>
                </a:cubicBezTo>
                <a:cubicBezTo>
                  <a:pt x="327463" y="7466"/>
                  <a:pt x="327662" y="7741"/>
                  <a:pt x="327922" y="7970"/>
                </a:cubicBezTo>
                <a:cubicBezTo>
                  <a:pt x="337545" y="16813"/>
                  <a:pt x="339595" y="26726"/>
                  <a:pt x="336902" y="39485"/>
                </a:cubicBezTo>
                <a:cubicBezTo>
                  <a:pt x="334363" y="51525"/>
                  <a:pt x="325857" y="60383"/>
                  <a:pt x="323929" y="72576"/>
                </a:cubicBezTo>
                <a:lnTo>
                  <a:pt x="316953" y="72576"/>
                </a:lnTo>
                <a:cubicBezTo>
                  <a:pt x="316708" y="72576"/>
                  <a:pt x="316402" y="71979"/>
                  <a:pt x="316372" y="71612"/>
                </a:cubicBezTo>
                <a:cubicBezTo>
                  <a:pt x="316265" y="70205"/>
                  <a:pt x="318254" y="63825"/>
                  <a:pt x="318850" y="62096"/>
                </a:cubicBezTo>
                <a:close/>
                <a:moveTo>
                  <a:pt x="315500" y="95768"/>
                </a:moveTo>
                <a:cubicBezTo>
                  <a:pt x="315821" y="95982"/>
                  <a:pt x="317443" y="102056"/>
                  <a:pt x="318345" y="102897"/>
                </a:cubicBezTo>
                <a:lnTo>
                  <a:pt x="307178" y="102897"/>
                </a:lnTo>
                <a:cubicBezTo>
                  <a:pt x="308432" y="102194"/>
                  <a:pt x="311278" y="96013"/>
                  <a:pt x="311629" y="95784"/>
                </a:cubicBezTo>
                <a:cubicBezTo>
                  <a:pt x="311874" y="95631"/>
                  <a:pt x="315270" y="95631"/>
                  <a:pt x="315500" y="95784"/>
                </a:cubicBezTo>
                <a:close/>
                <a:moveTo>
                  <a:pt x="274668" y="55044"/>
                </a:moveTo>
                <a:cubicBezTo>
                  <a:pt x="290273" y="42545"/>
                  <a:pt x="310987" y="54187"/>
                  <a:pt x="313159" y="72576"/>
                </a:cubicBezTo>
                <a:lnTo>
                  <a:pt x="296805" y="72576"/>
                </a:lnTo>
                <a:lnTo>
                  <a:pt x="296805" y="95110"/>
                </a:lnTo>
                <a:cubicBezTo>
                  <a:pt x="296805" y="95110"/>
                  <a:pt x="297356" y="95707"/>
                  <a:pt x="297402" y="95707"/>
                </a:cubicBezTo>
                <a:lnTo>
                  <a:pt x="308371" y="95707"/>
                </a:lnTo>
                <a:cubicBezTo>
                  <a:pt x="307866" y="96747"/>
                  <a:pt x="303445" y="103280"/>
                  <a:pt x="302986" y="103280"/>
                </a:cubicBezTo>
                <a:lnTo>
                  <a:pt x="297203" y="103280"/>
                </a:lnTo>
                <a:lnTo>
                  <a:pt x="297203" y="109858"/>
                </a:lnTo>
                <a:cubicBezTo>
                  <a:pt x="297203" y="110271"/>
                  <a:pt x="292200" y="114692"/>
                  <a:pt x="291420" y="115641"/>
                </a:cubicBezTo>
                <a:cubicBezTo>
                  <a:pt x="284398" y="123979"/>
                  <a:pt x="283756" y="136585"/>
                  <a:pt x="288039" y="146360"/>
                </a:cubicBezTo>
                <a:cubicBezTo>
                  <a:pt x="288039" y="146376"/>
                  <a:pt x="288284" y="146284"/>
                  <a:pt x="288437" y="146559"/>
                </a:cubicBezTo>
                <a:lnTo>
                  <a:pt x="288238" y="146758"/>
                </a:lnTo>
                <a:cubicBezTo>
                  <a:pt x="287779" y="147033"/>
                  <a:pt x="287748" y="146391"/>
                  <a:pt x="287641" y="146360"/>
                </a:cubicBezTo>
                <a:cubicBezTo>
                  <a:pt x="278860" y="142918"/>
                  <a:pt x="273521" y="131750"/>
                  <a:pt x="274056" y="122617"/>
                </a:cubicBezTo>
                <a:cubicBezTo>
                  <a:pt x="274821" y="109873"/>
                  <a:pt x="287458" y="102469"/>
                  <a:pt x="288452" y="89955"/>
                </a:cubicBezTo>
                <a:cubicBezTo>
                  <a:pt x="289477" y="76905"/>
                  <a:pt x="281660" y="65600"/>
                  <a:pt x="269283" y="61821"/>
                </a:cubicBezTo>
                <a:cubicBezTo>
                  <a:pt x="268518" y="60949"/>
                  <a:pt x="273735" y="55809"/>
                  <a:pt x="274684" y="55059"/>
                </a:cubicBezTo>
                <a:close/>
                <a:moveTo>
                  <a:pt x="3151" y="53636"/>
                </a:moveTo>
                <a:cubicBezTo>
                  <a:pt x="3182" y="53162"/>
                  <a:pt x="11627" y="53392"/>
                  <a:pt x="12545" y="53422"/>
                </a:cubicBezTo>
                <a:cubicBezTo>
                  <a:pt x="85763" y="55319"/>
                  <a:pt x="159150" y="58884"/>
                  <a:pt x="232353" y="61836"/>
                </a:cubicBezTo>
                <a:cubicBezTo>
                  <a:pt x="249762" y="62540"/>
                  <a:pt x="276229" y="58624"/>
                  <a:pt x="283939" y="78864"/>
                </a:cubicBezTo>
                <a:cubicBezTo>
                  <a:pt x="290839" y="96962"/>
                  <a:pt x="275678" y="103112"/>
                  <a:pt x="271960" y="117339"/>
                </a:cubicBezTo>
                <a:cubicBezTo>
                  <a:pt x="267509" y="134366"/>
                  <a:pt x="279854" y="151011"/>
                  <a:pt x="297203" y="152342"/>
                </a:cubicBezTo>
                <a:lnTo>
                  <a:pt x="297203" y="160312"/>
                </a:lnTo>
                <a:cubicBezTo>
                  <a:pt x="279365" y="163510"/>
                  <a:pt x="262827" y="152694"/>
                  <a:pt x="260150" y="134535"/>
                </a:cubicBezTo>
                <a:cubicBezTo>
                  <a:pt x="258452" y="123000"/>
                  <a:pt x="264571" y="113040"/>
                  <a:pt x="257794" y="102591"/>
                </a:cubicBezTo>
                <a:cubicBezTo>
                  <a:pt x="251445" y="92800"/>
                  <a:pt x="239589" y="93137"/>
                  <a:pt x="229125" y="91760"/>
                </a:cubicBezTo>
                <a:cubicBezTo>
                  <a:pt x="157727" y="82413"/>
                  <a:pt x="86054" y="74932"/>
                  <a:pt x="14641" y="65676"/>
                </a:cubicBezTo>
                <a:cubicBezTo>
                  <a:pt x="8628" y="64636"/>
                  <a:pt x="4008" y="59618"/>
                  <a:pt x="3151" y="53621"/>
                </a:cubicBezTo>
                <a:close/>
                <a:moveTo>
                  <a:pt x="15130" y="68598"/>
                </a:moveTo>
                <a:lnTo>
                  <a:pt x="246121" y="97512"/>
                </a:lnTo>
                <a:cubicBezTo>
                  <a:pt x="245066" y="99272"/>
                  <a:pt x="243980" y="101016"/>
                  <a:pt x="243154" y="102913"/>
                </a:cubicBezTo>
                <a:cubicBezTo>
                  <a:pt x="241930" y="105728"/>
                  <a:pt x="241241" y="109843"/>
                  <a:pt x="240063" y="112184"/>
                </a:cubicBezTo>
                <a:cubicBezTo>
                  <a:pt x="239176" y="113958"/>
                  <a:pt x="236315" y="116115"/>
                  <a:pt x="235183" y="117920"/>
                </a:cubicBezTo>
                <a:lnTo>
                  <a:pt x="27491" y="78772"/>
                </a:lnTo>
                <a:cubicBezTo>
                  <a:pt x="22122" y="77747"/>
                  <a:pt x="16308" y="74305"/>
                  <a:pt x="15130" y="68598"/>
                </a:cubicBezTo>
                <a:close/>
                <a:moveTo>
                  <a:pt x="221445" y="157666"/>
                </a:moveTo>
                <a:cubicBezTo>
                  <a:pt x="221705" y="159486"/>
                  <a:pt x="222684" y="161337"/>
                  <a:pt x="222394" y="163097"/>
                </a:cubicBezTo>
                <a:lnTo>
                  <a:pt x="47731" y="107181"/>
                </a:lnTo>
                <a:cubicBezTo>
                  <a:pt x="43264" y="104932"/>
                  <a:pt x="39608" y="101169"/>
                  <a:pt x="38674" y="96105"/>
                </a:cubicBezTo>
                <a:lnTo>
                  <a:pt x="223005" y="142765"/>
                </a:lnTo>
                <a:cubicBezTo>
                  <a:pt x="221231" y="147584"/>
                  <a:pt x="220757" y="152602"/>
                  <a:pt x="221460" y="157666"/>
                </a:cubicBezTo>
                <a:close/>
                <a:moveTo>
                  <a:pt x="38674" y="93122"/>
                </a:moveTo>
                <a:cubicBezTo>
                  <a:pt x="33029" y="91546"/>
                  <a:pt x="27583" y="88012"/>
                  <a:pt x="26711" y="81755"/>
                </a:cubicBezTo>
                <a:lnTo>
                  <a:pt x="233378" y="120445"/>
                </a:lnTo>
                <a:cubicBezTo>
                  <a:pt x="232230" y="122969"/>
                  <a:pt x="230930" y="125401"/>
                  <a:pt x="229997" y="128033"/>
                </a:cubicBezTo>
                <a:cubicBezTo>
                  <a:pt x="229431" y="129639"/>
                  <a:pt x="229339" y="131750"/>
                  <a:pt x="228758" y="133173"/>
                </a:cubicBezTo>
                <a:cubicBezTo>
                  <a:pt x="227932" y="135162"/>
                  <a:pt x="224918" y="137977"/>
                  <a:pt x="224015" y="140287"/>
                </a:cubicBezTo>
                <a:lnTo>
                  <a:pt x="38674" y="93122"/>
                </a:lnTo>
                <a:close/>
                <a:moveTo>
                  <a:pt x="228176" y="139185"/>
                </a:moveTo>
                <a:cubicBezTo>
                  <a:pt x="228957" y="159655"/>
                  <a:pt x="246137" y="174601"/>
                  <a:pt x="264801" y="179741"/>
                </a:cubicBezTo>
                <a:cubicBezTo>
                  <a:pt x="272006" y="181730"/>
                  <a:pt x="280359" y="182465"/>
                  <a:pt x="287825" y="181837"/>
                </a:cubicBezTo>
                <a:cubicBezTo>
                  <a:pt x="289691" y="181684"/>
                  <a:pt x="293791" y="180476"/>
                  <a:pt x="295214" y="180644"/>
                </a:cubicBezTo>
                <a:lnTo>
                  <a:pt x="295413" y="180246"/>
                </a:lnTo>
                <a:cubicBezTo>
                  <a:pt x="296025" y="180155"/>
                  <a:pt x="296101" y="180216"/>
                  <a:pt x="296010" y="180843"/>
                </a:cubicBezTo>
                <a:lnTo>
                  <a:pt x="295612" y="181042"/>
                </a:lnTo>
                <a:cubicBezTo>
                  <a:pt x="295505" y="182403"/>
                  <a:pt x="284704" y="186794"/>
                  <a:pt x="282929" y="187314"/>
                </a:cubicBezTo>
                <a:cubicBezTo>
                  <a:pt x="263577" y="192837"/>
                  <a:pt x="238074" y="185218"/>
                  <a:pt x="227977" y="167090"/>
                </a:cubicBezTo>
                <a:cubicBezTo>
                  <a:pt x="223143" y="158431"/>
                  <a:pt x="222256" y="147538"/>
                  <a:pt x="228176" y="139170"/>
                </a:cubicBezTo>
                <a:close/>
                <a:moveTo>
                  <a:pt x="230379" y="188630"/>
                </a:moveTo>
                <a:cubicBezTo>
                  <a:pt x="228314" y="186121"/>
                  <a:pt x="224597" y="179206"/>
                  <a:pt x="224597" y="176070"/>
                </a:cubicBezTo>
                <a:lnTo>
                  <a:pt x="224597" y="168696"/>
                </a:lnTo>
                <a:cubicBezTo>
                  <a:pt x="225530" y="168467"/>
                  <a:pt x="225254" y="168880"/>
                  <a:pt x="225514" y="169201"/>
                </a:cubicBezTo>
                <a:cubicBezTo>
                  <a:pt x="227258" y="171419"/>
                  <a:pt x="228559" y="173882"/>
                  <a:pt x="230578" y="176085"/>
                </a:cubicBezTo>
                <a:cubicBezTo>
                  <a:pt x="244255" y="190971"/>
                  <a:pt x="268549" y="195866"/>
                  <a:pt x="287351" y="188936"/>
                </a:cubicBezTo>
                <a:cubicBezTo>
                  <a:pt x="288865" y="188385"/>
                  <a:pt x="290380" y="187039"/>
                  <a:pt x="292032" y="187238"/>
                </a:cubicBezTo>
                <a:cubicBezTo>
                  <a:pt x="290227" y="191858"/>
                  <a:pt x="286173" y="194810"/>
                  <a:pt x="281920" y="197075"/>
                </a:cubicBezTo>
                <a:cubicBezTo>
                  <a:pt x="265642" y="205734"/>
                  <a:pt x="242419" y="203301"/>
                  <a:pt x="230379" y="188630"/>
                </a:cubicBezTo>
                <a:close/>
                <a:moveTo>
                  <a:pt x="268243" y="207829"/>
                </a:moveTo>
                <a:cubicBezTo>
                  <a:pt x="266315" y="208105"/>
                  <a:pt x="256815" y="212786"/>
                  <a:pt x="255759" y="212113"/>
                </a:cubicBezTo>
                <a:cubicBezTo>
                  <a:pt x="255377" y="211868"/>
                  <a:pt x="252593" y="205122"/>
                  <a:pt x="251721" y="204188"/>
                </a:cubicBezTo>
                <a:cubicBezTo>
                  <a:pt x="256172" y="205183"/>
                  <a:pt x="260930" y="205198"/>
                  <a:pt x="265505" y="204999"/>
                </a:cubicBezTo>
                <a:cubicBezTo>
                  <a:pt x="267340" y="204923"/>
                  <a:pt x="270874" y="203668"/>
                  <a:pt x="272083" y="204770"/>
                </a:cubicBezTo>
                <a:cubicBezTo>
                  <a:pt x="272450" y="205106"/>
                  <a:pt x="277499" y="211884"/>
                  <a:pt x="277544" y="212358"/>
                </a:cubicBezTo>
                <a:cubicBezTo>
                  <a:pt x="277560" y="212603"/>
                  <a:pt x="275311" y="216534"/>
                  <a:pt x="275066" y="216550"/>
                </a:cubicBezTo>
                <a:lnTo>
                  <a:pt x="268243" y="207829"/>
                </a:lnTo>
                <a:close/>
                <a:moveTo>
                  <a:pt x="427240" y="228651"/>
                </a:moveTo>
                <a:cubicBezTo>
                  <a:pt x="426077" y="229645"/>
                  <a:pt x="418963" y="236912"/>
                  <a:pt x="418367" y="236835"/>
                </a:cubicBezTo>
                <a:lnTo>
                  <a:pt x="408729" y="229308"/>
                </a:lnTo>
                <a:lnTo>
                  <a:pt x="397377" y="236927"/>
                </a:lnTo>
                <a:lnTo>
                  <a:pt x="401691" y="249074"/>
                </a:lnTo>
                <a:lnTo>
                  <a:pt x="390829" y="254398"/>
                </a:lnTo>
                <a:cubicBezTo>
                  <a:pt x="389040" y="253312"/>
                  <a:pt x="384802" y="244133"/>
                  <a:pt x="383272" y="244163"/>
                </a:cubicBezTo>
                <a:lnTo>
                  <a:pt x="370666" y="248110"/>
                </a:lnTo>
                <a:lnTo>
                  <a:pt x="370605" y="261206"/>
                </a:lnTo>
                <a:lnTo>
                  <a:pt x="359253" y="262843"/>
                </a:lnTo>
                <a:cubicBezTo>
                  <a:pt x="358672" y="262858"/>
                  <a:pt x="358565" y="262598"/>
                  <a:pt x="358336" y="262154"/>
                </a:cubicBezTo>
                <a:cubicBezTo>
                  <a:pt x="357586" y="260670"/>
                  <a:pt x="355903" y="250879"/>
                  <a:pt x="355444" y="250481"/>
                </a:cubicBezTo>
                <a:cubicBezTo>
                  <a:pt x="350946" y="251032"/>
                  <a:pt x="346219" y="251155"/>
                  <a:pt x="341737" y="250497"/>
                </a:cubicBezTo>
                <a:cubicBezTo>
                  <a:pt x="341370" y="250573"/>
                  <a:pt x="341308" y="250864"/>
                  <a:pt x="341171" y="251155"/>
                </a:cubicBezTo>
                <a:cubicBezTo>
                  <a:pt x="340299" y="252914"/>
                  <a:pt x="338432" y="262674"/>
                  <a:pt x="337897" y="263240"/>
                </a:cubicBezTo>
                <a:lnTo>
                  <a:pt x="325949" y="261221"/>
                </a:lnTo>
                <a:cubicBezTo>
                  <a:pt x="325995" y="258513"/>
                  <a:pt x="325826" y="255759"/>
                  <a:pt x="325918" y="253052"/>
                </a:cubicBezTo>
                <a:cubicBezTo>
                  <a:pt x="325964" y="251828"/>
                  <a:pt x="326974" y="249151"/>
                  <a:pt x="325933" y="248279"/>
                </a:cubicBezTo>
                <a:lnTo>
                  <a:pt x="313006" y="244133"/>
                </a:lnTo>
                <a:lnTo>
                  <a:pt x="305785" y="254826"/>
                </a:lnTo>
                <a:lnTo>
                  <a:pt x="294816" y="249671"/>
                </a:lnTo>
                <a:cubicBezTo>
                  <a:pt x="294449" y="249181"/>
                  <a:pt x="298503" y="239910"/>
                  <a:pt x="298733" y="238212"/>
                </a:cubicBezTo>
                <a:cubicBezTo>
                  <a:pt x="298809" y="237646"/>
                  <a:pt x="298962" y="237141"/>
                  <a:pt x="298412" y="236713"/>
                </a:cubicBezTo>
                <a:lnTo>
                  <a:pt x="287488" y="229385"/>
                </a:lnTo>
                <a:cubicBezTo>
                  <a:pt x="286203" y="230364"/>
                  <a:pt x="278263" y="237401"/>
                  <a:pt x="277514" y="237279"/>
                </a:cubicBezTo>
                <a:lnTo>
                  <a:pt x="268901" y="228742"/>
                </a:lnTo>
                <a:cubicBezTo>
                  <a:pt x="270691" y="227457"/>
                  <a:pt x="274148" y="221017"/>
                  <a:pt x="275678" y="220374"/>
                </a:cubicBezTo>
                <a:cubicBezTo>
                  <a:pt x="276596" y="219992"/>
                  <a:pt x="283052" y="219992"/>
                  <a:pt x="284169" y="220252"/>
                </a:cubicBezTo>
                <a:cubicBezTo>
                  <a:pt x="285622" y="220588"/>
                  <a:pt x="287748" y="223464"/>
                  <a:pt x="289049" y="224551"/>
                </a:cubicBezTo>
                <a:cubicBezTo>
                  <a:pt x="323608" y="253419"/>
                  <a:pt x="371171" y="253954"/>
                  <a:pt x="406327" y="225744"/>
                </a:cubicBezTo>
                <a:cubicBezTo>
                  <a:pt x="407597" y="224719"/>
                  <a:pt x="411238" y="220879"/>
                  <a:pt x="412217" y="220466"/>
                </a:cubicBezTo>
                <a:cubicBezTo>
                  <a:pt x="413364" y="219992"/>
                  <a:pt x="419835" y="219930"/>
                  <a:pt x="420891" y="220374"/>
                </a:cubicBezTo>
                <a:cubicBezTo>
                  <a:pt x="421380" y="220573"/>
                  <a:pt x="427347" y="228161"/>
                  <a:pt x="427255" y="228681"/>
                </a:cubicBezTo>
                <a:close/>
                <a:moveTo>
                  <a:pt x="421488" y="215754"/>
                </a:moveTo>
                <a:lnTo>
                  <a:pt x="418887" y="210568"/>
                </a:lnTo>
                <a:lnTo>
                  <a:pt x="425664" y="210568"/>
                </a:lnTo>
                <a:cubicBezTo>
                  <a:pt x="425190" y="211501"/>
                  <a:pt x="422268" y="215754"/>
                  <a:pt x="421472" y="215754"/>
                </a:cubicBezTo>
                <a:close/>
                <a:moveTo>
                  <a:pt x="424257" y="159915"/>
                </a:moveTo>
                <a:cubicBezTo>
                  <a:pt x="437459" y="152923"/>
                  <a:pt x="443089" y="139201"/>
                  <a:pt x="442033" y="124621"/>
                </a:cubicBezTo>
                <a:cubicBezTo>
                  <a:pt x="441865" y="122296"/>
                  <a:pt x="441008" y="119710"/>
                  <a:pt x="440855" y="117431"/>
                </a:cubicBezTo>
                <a:cubicBezTo>
                  <a:pt x="440274" y="109537"/>
                  <a:pt x="442446" y="101826"/>
                  <a:pt x="450187" y="98522"/>
                </a:cubicBezTo>
                <a:cubicBezTo>
                  <a:pt x="466358" y="123397"/>
                  <a:pt x="454088" y="158981"/>
                  <a:pt x="425695" y="167885"/>
                </a:cubicBezTo>
                <a:cubicBezTo>
                  <a:pt x="425909" y="166386"/>
                  <a:pt x="423736" y="160741"/>
                  <a:pt x="424272" y="159899"/>
                </a:cubicBezTo>
                <a:close/>
                <a:moveTo>
                  <a:pt x="426643" y="170654"/>
                </a:moveTo>
                <a:cubicBezTo>
                  <a:pt x="443594" y="164749"/>
                  <a:pt x="456307" y="150200"/>
                  <a:pt x="459458" y="132469"/>
                </a:cubicBezTo>
                <a:cubicBezTo>
                  <a:pt x="459856" y="130266"/>
                  <a:pt x="460330" y="127222"/>
                  <a:pt x="460391" y="125034"/>
                </a:cubicBezTo>
                <a:cubicBezTo>
                  <a:pt x="460468" y="122663"/>
                  <a:pt x="459994" y="120383"/>
                  <a:pt x="460177" y="118043"/>
                </a:cubicBezTo>
                <a:cubicBezTo>
                  <a:pt x="481213" y="143454"/>
                  <a:pt x="455725" y="174708"/>
                  <a:pt x="428081" y="177844"/>
                </a:cubicBezTo>
                <a:lnTo>
                  <a:pt x="426643" y="170654"/>
                </a:lnTo>
                <a:close/>
                <a:moveTo>
                  <a:pt x="440458" y="211991"/>
                </a:moveTo>
                <a:cubicBezTo>
                  <a:pt x="440259" y="212113"/>
                  <a:pt x="436342" y="210690"/>
                  <a:pt x="436143" y="210476"/>
                </a:cubicBezTo>
                <a:cubicBezTo>
                  <a:pt x="435761" y="210078"/>
                  <a:pt x="434644" y="204800"/>
                  <a:pt x="434858" y="204586"/>
                </a:cubicBezTo>
                <a:cubicBezTo>
                  <a:pt x="438193" y="204540"/>
                  <a:pt x="441544" y="204800"/>
                  <a:pt x="444833" y="204188"/>
                </a:cubicBezTo>
                <a:lnTo>
                  <a:pt x="440458" y="211991"/>
                </a:lnTo>
                <a:close/>
                <a:moveTo>
                  <a:pt x="474359" y="176468"/>
                </a:moveTo>
                <a:cubicBezTo>
                  <a:pt x="474359" y="177569"/>
                  <a:pt x="472477" y="182266"/>
                  <a:pt x="471850" y="183535"/>
                </a:cubicBezTo>
                <a:cubicBezTo>
                  <a:pt x="466847" y="193648"/>
                  <a:pt x="454012" y="200777"/>
                  <a:pt x="442982" y="201741"/>
                </a:cubicBezTo>
                <a:cubicBezTo>
                  <a:pt x="441559" y="201863"/>
                  <a:pt x="435271" y="202062"/>
                  <a:pt x="434308" y="201741"/>
                </a:cubicBezTo>
                <a:cubicBezTo>
                  <a:pt x="433910" y="201603"/>
                  <a:pt x="433895" y="201419"/>
                  <a:pt x="433742" y="201113"/>
                </a:cubicBezTo>
                <a:cubicBezTo>
                  <a:pt x="433527" y="200700"/>
                  <a:pt x="431646" y="192485"/>
                  <a:pt x="431661" y="192026"/>
                </a:cubicBezTo>
                <a:cubicBezTo>
                  <a:pt x="446286" y="191246"/>
                  <a:pt x="461065" y="185188"/>
                  <a:pt x="470351" y="173668"/>
                </a:cubicBezTo>
                <a:cubicBezTo>
                  <a:pt x="471452" y="172306"/>
                  <a:pt x="472263" y="170593"/>
                  <a:pt x="473227" y="169354"/>
                </a:cubicBezTo>
                <a:cubicBezTo>
                  <a:pt x="473579" y="168910"/>
                  <a:pt x="473625" y="168528"/>
                  <a:pt x="474359" y="168681"/>
                </a:cubicBezTo>
                <a:lnTo>
                  <a:pt x="474359" y="176452"/>
                </a:lnTo>
                <a:close/>
                <a:moveTo>
                  <a:pt x="430896" y="188982"/>
                </a:moveTo>
                <a:lnTo>
                  <a:pt x="428923" y="181225"/>
                </a:lnTo>
                <a:lnTo>
                  <a:pt x="429244" y="180828"/>
                </a:lnTo>
                <a:cubicBezTo>
                  <a:pt x="450050" y="176972"/>
                  <a:pt x="469601" y="161460"/>
                  <a:pt x="470947" y="139170"/>
                </a:cubicBezTo>
                <a:cubicBezTo>
                  <a:pt x="485833" y="165437"/>
                  <a:pt x="455649" y="189471"/>
                  <a:pt x="430896" y="188982"/>
                </a:cubicBezTo>
                <a:close/>
                <a:moveTo>
                  <a:pt x="649480" y="107854"/>
                </a:moveTo>
                <a:lnTo>
                  <a:pt x="476348" y="163097"/>
                </a:lnTo>
                <a:cubicBezTo>
                  <a:pt x="478138" y="156289"/>
                  <a:pt x="478612" y="149435"/>
                  <a:pt x="475950" y="142765"/>
                </a:cubicBezTo>
                <a:lnTo>
                  <a:pt x="660281" y="96105"/>
                </a:lnTo>
                <a:cubicBezTo>
                  <a:pt x="659348" y="101719"/>
                  <a:pt x="654728" y="106018"/>
                  <a:pt x="649496" y="107854"/>
                </a:cubicBezTo>
                <a:close/>
                <a:moveTo>
                  <a:pt x="661474" y="92724"/>
                </a:moveTo>
                <a:lnTo>
                  <a:pt x="475705" y="139966"/>
                </a:lnTo>
                <a:cubicBezTo>
                  <a:pt x="474206" y="140073"/>
                  <a:pt x="473946" y="138084"/>
                  <a:pt x="473181" y="136967"/>
                </a:cubicBezTo>
                <a:cubicBezTo>
                  <a:pt x="470228" y="132683"/>
                  <a:pt x="470718" y="132546"/>
                  <a:pt x="469081" y="127895"/>
                </a:cubicBezTo>
                <a:cubicBezTo>
                  <a:pt x="468163" y="125294"/>
                  <a:pt x="466786" y="122892"/>
                  <a:pt x="465593" y="120429"/>
                </a:cubicBezTo>
                <a:lnTo>
                  <a:pt x="672657" y="81342"/>
                </a:lnTo>
                <a:cubicBezTo>
                  <a:pt x="672168" y="87048"/>
                  <a:pt x="666722" y="91332"/>
                  <a:pt x="661490" y="92709"/>
                </a:cubicBezTo>
                <a:close/>
                <a:moveTo>
                  <a:pt x="672719" y="78450"/>
                </a:moveTo>
                <a:lnTo>
                  <a:pt x="464553" y="117676"/>
                </a:lnTo>
                <a:cubicBezTo>
                  <a:pt x="464063" y="117737"/>
                  <a:pt x="463727" y="117569"/>
                  <a:pt x="463344" y="117293"/>
                </a:cubicBezTo>
                <a:cubicBezTo>
                  <a:pt x="463099" y="117110"/>
                  <a:pt x="459382" y="112903"/>
                  <a:pt x="459244" y="112627"/>
                </a:cubicBezTo>
                <a:cubicBezTo>
                  <a:pt x="458219" y="110761"/>
                  <a:pt x="457546" y="106844"/>
                  <a:pt x="456597" y="104504"/>
                </a:cubicBezTo>
                <a:cubicBezTo>
                  <a:pt x="455863" y="102729"/>
                  <a:pt x="453415" y="99012"/>
                  <a:pt x="453216" y="97512"/>
                </a:cubicBezTo>
                <a:cubicBezTo>
                  <a:pt x="453079" y="96457"/>
                  <a:pt x="455985" y="96656"/>
                  <a:pt x="456720" y="96243"/>
                </a:cubicBezTo>
                <a:lnTo>
                  <a:pt x="684223" y="68614"/>
                </a:lnTo>
                <a:cubicBezTo>
                  <a:pt x="682647" y="73907"/>
                  <a:pt x="677874" y="77074"/>
                  <a:pt x="672734" y="78466"/>
                </a:cubicBezTo>
                <a:close/>
                <a:moveTo>
                  <a:pt x="684315" y="65692"/>
                </a:moveTo>
                <a:cubicBezTo>
                  <a:pt x="613942" y="74672"/>
                  <a:pt x="543370" y="82321"/>
                  <a:pt x="473013" y="91362"/>
                </a:cubicBezTo>
                <a:cubicBezTo>
                  <a:pt x="460193" y="93015"/>
                  <a:pt x="443762" y="92341"/>
                  <a:pt x="438836" y="107043"/>
                </a:cubicBezTo>
                <a:cubicBezTo>
                  <a:pt x="436526" y="113958"/>
                  <a:pt x="438408" y="117676"/>
                  <a:pt x="438836" y="124208"/>
                </a:cubicBezTo>
                <a:cubicBezTo>
                  <a:pt x="439754" y="137839"/>
                  <a:pt x="435883" y="149925"/>
                  <a:pt x="423492" y="156702"/>
                </a:cubicBezTo>
                <a:lnTo>
                  <a:pt x="422971" y="156014"/>
                </a:lnTo>
                <a:cubicBezTo>
                  <a:pt x="423094" y="153245"/>
                  <a:pt x="419774" y="145932"/>
                  <a:pt x="420202" y="143775"/>
                </a:cubicBezTo>
                <a:cubicBezTo>
                  <a:pt x="420264" y="143438"/>
                  <a:pt x="423568" y="139277"/>
                  <a:pt x="424165" y="138206"/>
                </a:cubicBezTo>
                <a:cubicBezTo>
                  <a:pt x="427821" y="131750"/>
                  <a:pt x="428892" y="123535"/>
                  <a:pt x="426674" y="116421"/>
                </a:cubicBezTo>
                <a:cubicBezTo>
                  <a:pt x="422375" y="102683"/>
                  <a:pt x="408882" y="97069"/>
                  <a:pt x="414619" y="79613"/>
                </a:cubicBezTo>
                <a:cubicBezTo>
                  <a:pt x="419285" y="65401"/>
                  <a:pt x="432151" y="63259"/>
                  <a:pt x="445062" y="62586"/>
                </a:cubicBezTo>
                <a:cubicBezTo>
                  <a:pt x="521646" y="58547"/>
                  <a:pt x="598552" y="56329"/>
                  <a:pt x="675258" y="53805"/>
                </a:cubicBezTo>
                <a:cubicBezTo>
                  <a:pt x="682112" y="53575"/>
                  <a:pt x="688935" y="53453"/>
                  <a:pt x="695804" y="53407"/>
                </a:cubicBezTo>
                <a:cubicBezTo>
                  <a:pt x="694810" y="59419"/>
                  <a:pt x="690526" y="64636"/>
                  <a:pt x="684330" y="65661"/>
                </a:cubicBezTo>
                <a:close/>
              </a:path>
            </a:pathLst>
          </a:custGeom>
          <a:solidFill>
            <a:schemeClr val="bg1"/>
          </a:solidFill>
          <a:ln w="15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137933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138A1B-FA19-3E3D-19EC-F7C1883C4C89}"/>
              </a:ext>
            </a:extLst>
          </p:cNvPr>
          <p:cNvSpPr>
            <a:spLocks noGrp="1"/>
          </p:cNvSpPr>
          <p:nvPr>
            <p:ph type="body" sz="quarter" idx="13"/>
          </p:nvPr>
        </p:nvSpPr>
        <p:spPr/>
        <p:txBody>
          <a:bodyPr/>
          <a:lstStyle/>
          <a:p>
            <a:r>
              <a:rPr lang="pt-BR" err="1"/>
              <a:t>Disclaimer</a:t>
            </a:r>
            <a:endParaRPr lang="pt-BR"/>
          </a:p>
        </p:txBody>
      </p:sp>
      <p:sp>
        <p:nvSpPr>
          <p:cNvPr id="12" name="Retângulo 3">
            <a:extLst>
              <a:ext uri="{FF2B5EF4-FFF2-40B4-BE49-F238E27FC236}">
                <a16:creationId xmlns:a16="http://schemas.microsoft.com/office/drawing/2014/main" id="{5F66E51C-575A-48F1-1145-1710E3D17614}"/>
              </a:ext>
            </a:extLst>
          </p:cNvPr>
          <p:cNvSpPr/>
          <p:nvPr/>
        </p:nvSpPr>
        <p:spPr>
          <a:xfrm>
            <a:off x="6681007" y="5710577"/>
            <a:ext cx="1017908" cy="453201"/>
          </a:xfrm>
          <a:prstGeom prst="rect">
            <a:avLst/>
          </a:prstGeom>
        </p:spPr>
        <p:txBody>
          <a:bodyPr wrap="square" lIns="0" tIns="0" rIns="0" bIns="0">
            <a:spAutoFit/>
          </a:bodyPr>
          <a:lstStyle/>
          <a:p>
            <a:pPr algn="ctr" defTabSz="720056">
              <a:buClrTx/>
              <a:defRPr/>
            </a:pPr>
            <a:r>
              <a:rPr lang="pt-BR" sz="945" kern="1200">
                <a:solidFill>
                  <a:srgbClr val="FFFFFF"/>
                </a:solidFill>
                <a:latin typeface="Versos" panose="020B0503020204030204" pitchFamily="34" charset="0"/>
                <a:ea typeface="+mn-ea"/>
              </a:rPr>
              <a:t>RATING S&amp;P:</a:t>
            </a:r>
          </a:p>
          <a:p>
            <a:pPr algn="ctr" defTabSz="720056">
              <a:buClrTx/>
              <a:defRPr/>
            </a:pPr>
            <a:r>
              <a:rPr lang="pt-BR" sz="2000" b="1" kern="1200">
                <a:solidFill>
                  <a:srgbClr val="FFFFFF"/>
                </a:solidFill>
                <a:latin typeface="Versos" panose="020B0503020204030204" pitchFamily="34" charset="0"/>
                <a:ea typeface="+mn-ea"/>
              </a:rPr>
              <a:t>AMP-1</a:t>
            </a:r>
          </a:p>
        </p:txBody>
      </p:sp>
      <p:pic>
        <p:nvPicPr>
          <p:cNvPr id="13" name="Imagem 3">
            <a:extLst>
              <a:ext uri="{FF2B5EF4-FFF2-40B4-BE49-F238E27FC236}">
                <a16:creationId xmlns:a16="http://schemas.microsoft.com/office/drawing/2014/main" id="{61A21C53-9378-FEEA-276F-AB304D48C88F}"/>
              </a:ext>
            </a:extLst>
          </p:cNvPr>
          <p:cNvPicPr>
            <a:picLocks noChangeAspect="1"/>
          </p:cNvPicPr>
          <p:nvPr/>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7924459" y="5632710"/>
            <a:ext cx="1503649" cy="557964"/>
          </a:xfrm>
          <a:prstGeom prst="rect">
            <a:avLst/>
          </a:prstGeom>
        </p:spPr>
      </p:pic>
      <p:sp>
        <p:nvSpPr>
          <p:cNvPr id="9" name="Text Placeholder 2">
            <a:extLst>
              <a:ext uri="{FF2B5EF4-FFF2-40B4-BE49-F238E27FC236}">
                <a16:creationId xmlns:a16="http://schemas.microsoft.com/office/drawing/2014/main" id="{F4D92846-595F-0E97-1468-5B9ED16C5648}"/>
              </a:ext>
            </a:extLst>
          </p:cNvPr>
          <p:cNvSpPr txBox="1">
            <a:spLocks/>
          </p:cNvSpPr>
          <p:nvPr/>
        </p:nvSpPr>
        <p:spPr>
          <a:xfrm>
            <a:off x="335367" y="1103749"/>
            <a:ext cx="11521267" cy="4134046"/>
          </a:xfrm>
          <a:prstGeom prst="rect">
            <a:avLst/>
          </a:prstGeom>
        </p:spPr>
        <p:txBody>
          <a:bodyPr lIns="0" tIns="0" rIns="0" bIns="0"/>
          <a:lstStyle>
            <a:lvl1pPr marL="0" indent="0" algn="just" eaLnBrk="1" hangingPunct="1">
              <a:lnSpc>
                <a:spcPct val="100000"/>
              </a:lnSpc>
              <a:spcBef>
                <a:spcPts val="0"/>
              </a:spcBef>
              <a:buNone/>
              <a:defRPr sz="1000" b="0" i="0">
                <a:solidFill>
                  <a:schemeClr val="bg1"/>
                </a:solidFill>
                <a:latin typeface="Versos Light" panose="020B0403020204030204" pitchFamily="34" charset="0"/>
                <a:ea typeface="+mn-ea"/>
                <a:cs typeface="+mn-cs"/>
              </a:defRPr>
            </a:lvl1pPr>
            <a:lvl2pPr marL="265313" eaLnBrk="1" hangingPunct="1">
              <a:defRPr sz="2000">
                <a:latin typeface="Versos" panose="020B0503020204030204" pitchFamily="34" charset="0"/>
                <a:ea typeface="+mn-ea"/>
                <a:cs typeface="+mn-cs"/>
              </a:defRPr>
            </a:lvl2pPr>
            <a:lvl3pPr marL="530626" eaLnBrk="1" hangingPunct="1">
              <a:defRPr sz="2000">
                <a:latin typeface="Versos" panose="020B0503020204030204" pitchFamily="34" charset="0"/>
                <a:ea typeface="+mn-ea"/>
                <a:cs typeface="+mn-cs"/>
              </a:defRPr>
            </a:lvl3pPr>
            <a:lvl4pPr marL="795939" eaLnBrk="1" hangingPunct="1">
              <a:defRPr sz="2000">
                <a:latin typeface="Versos" panose="020B0503020204030204" pitchFamily="34" charset="0"/>
                <a:ea typeface="+mn-ea"/>
                <a:cs typeface="+mn-cs"/>
              </a:defRPr>
            </a:lvl4pPr>
            <a:lvl5pPr marL="1061253" eaLnBrk="1" hangingPunct="1">
              <a:defRPr sz="2000">
                <a:latin typeface="Versos" panose="020B0503020204030204" pitchFamily="34" charset="0"/>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a:lstStyle>
          <a:p>
            <a:pPr defTabSz="914358">
              <a:buClrTx/>
              <a:defRPr/>
            </a:pPr>
            <a:r>
              <a:rPr lang="pt-BR" sz="950">
                <a:solidFill>
                  <a:srgbClr val="FFFFFF"/>
                </a:solidFill>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defTabSz="914358">
              <a:buClrTx/>
              <a:defRPr/>
            </a:pPr>
            <a:endParaRPr lang="pt-BR" sz="950">
              <a:solidFill>
                <a:srgbClr val="FFFFFF"/>
              </a:solidFill>
            </a:endParaRPr>
          </a:p>
          <a:p>
            <a:pPr defTabSz="914358">
              <a:buClrTx/>
              <a:defRPr/>
            </a:pPr>
            <a:r>
              <a:rPr lang="pt-BR" sz="950">
                <a:solidFill>
                  <a:srgbClr val="FFFFFF"/>
                </a:solidFill>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a:t>
            </a:r>
            <a:r>
              <a:rPr lang="pt-BR" sz="950">
                <a:solidFill>
                  <a:srgbClr val="FF0000"/>
                </a:solidFill>
              </a:rPr>
              <a:t>. </a:t>
            </a:r>
            <a:r>
              <a:rPr lang="pt-BR" sz="950">
                <a:solidFill>
                  <a:srgbClr val="FFFFFF"/>
                </a:solidFill>
              </a:rPr>
              <a:t>Todas as informações legais no site https://tivio.com/fundos/ quando este estiver operacional.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a:t>
            </a:r>
            <a:r>
              <a:rPr lang="pt-BR" sz="950" err="1">
                <a:solidFill>
                  <a:srgbClr val="FFFFFF"/>
                </a:solidFill>
              </a:rPr>
              <a:t>ii</a:t>
            </a:r>
            <a:r>
              <a:rPr lang="pt-BR" sz="950">
                <a:solidFill>
                  <a:srgbClr val="FFFFFF"/>
                </a:solidFill>
              </a:rPr>
              <a:t>) Liquidez: risco de redução ou inexistência de demanda pelos ativos financeiros nos respectivos mercados em que são negociados; (</a:t>
            </a:r>
            <a:r>
              <a:rPr lang="pt-BR" sz="950" err="1">
                <a:solidFill>
                  <a:srgbClr val="FFFFFF"/>
                </a:solidFill>
              </a:rPr>
              <a:t>iii</a:t>
            </a:r>
            <a:r>
              <a:rPr lang="pt-BR" sz="950">
                <a:solidFill>
                  <a:srgbClr val="FFFFFF"/>
                </a:solidFill>
              </a:rPr>
              <a:t>) Mercado: Risco de oscilações decorrentes das flutuações de preços e cotações de mercado; (</a:t>
            </a:r>
            <a:r>
              <a:rPr lang="pt-BR" sz="950" err="1">
                <a:solidFill>
                  <a:srgbClr val="FFFFFF"/>
                </a:solidFill>
              </a:rPr>
              <a:t>iv</a:t>
            </a:r>
            <a:r>
              <a:rPr lang="pt-BR" sz="950">
                <a:solidFill>
                  <a:srgbClr val="FFFFFF"/>
                </a:solidFill>
              </a:rPr>
              <a:t>)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defTabSz="914358">
              <a:buClrTx/>
              <a:defRPr/>
            </a:pPr>
            <a:endParaRPr lang="pt-BR" sz="950">
              <a:solidFill>
                <a:srgbClr val="FFFFFF"/>
              </a:solidFill>
            </a:endParaRPr>
          </a:p>
          <a:p>
            <a:pPr defTabSz="914358">
              <a:buClrTx/>
              <a:defRPr/>
            </a:pPr>
            <a:r>
              <a:rPr lang="pt-BR" sz="950">
                <a:solidFill>
                  <a:srgbClr val="FFFFFF"/>
                </a:solidFill>
              </a:rPr>
              <a:t>Leia a lâmina de informações essenciais, se houver, e o regulamento antes de investir. Estes documentos estão disponíveis no site </a:t>
            </a:r>
            <a:r>
              <a:rPr lang="pt-BR" sz="950">
                <a:solidFill>
                  <a:srgbClr val="FFFFFF"/>
                </a:solidFill>
                <a:hlinkClick r:id="rId4"/>
              </a:rPr>
              <a:t>https://tivio.com/fundos/</a:t>
            </a:r>
            <a:r>
              <a:rPr lang="pt-BR" sz="950">
                <a:solidFill>
                  <a:srgbClr val="000000"/>
                </a:solidFill>
              </a:rPr>
              <a:t>, </a:t>
            </a:r>
            <a:r>
              <a:rPr lang="pt-BR" sz="950">
                <a:solidFill>
                  <a:srgbClr val="FFFFFF"/>
                </a:solidFill>
              </a:rPr>
              <a:t>quando o fundo estiver operacional. Os investimentos apresentados podem não ser adequados aos seus objetivos, situação financeira ou necessidades individuais</a:t>
            </a:r>
          </a:p>
          <a:p>
            <a:pPr defTabSz="914358">
              <a:buClrTx/>
              <a:defRPr/>
            </a:pPr>
            <a:r>
              <a:rPr lang="pt-BR" sz="950">
                <a:solidFill>
                  <a:srgbClr val="FFFFFF"/>
                </a:solidFill>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a:t>
            </a:r>
            <a:r>
              <a:rPr lang="pt-BR" sz="950" err="1">
                <a:solidFill>
                  <a:srgbClr val="FFFFFF"/>
                </a:solidFill>
              </a:rPr>
              <a:t>Suitability</a:t>
            </a:r>
            <a:r>
              <a:rPr lang="pt-BR" sz="950">
                <a:solidFill>
                  <a:srgbClr val="FFFFFF"/>
                </a:solidFill>
              </a:rPr>
              <a:t> é essencial para garantir a adequação do perfil do cliente ao produto de investimento escolhido. Material de Divulgação.</a:t>
            </a:r>
          </a:p>
        </p:txBody>
      </p:sp>
      <p:sp>
        <p:nvSpPr>
          <p:cNvPr id="10" name="object 4">
            <a:extLst>
              <a:ext uri="{FF2B5EF4-FFF2-40B4-BE49-F238E27FC236}">
                <a16:creationId xmlns:a16="http://schemas.microsoft.com/office/drawing/2014/main" id="{739A1E0E-A647-3552-6B75-27F10F69089C}"/>
              </a:ext>
            </a:extLst>
          </p:cNvPr>
          <p:cNvSpPr txBox="1"/>
          <p:nvPr/>
        </p:nvSpPr>
        <p:spPr>
          <a:xfrm>
            <a:off x="318013" y="4545617"/>
            <a:ext cx="6067723" cy="673715"/>
          </a:xfrm>
          <a:prstGeom prst="rect">
            <a:avLst/>
          </a:prstGeom>
        </p:spPr>
        <p:txBody>
          <a:bodyPr vert="horz" wrap="square" lIns="0" tIns="11879" rIns="0" bIns="0" rtlCol="0">
            <a:spAutoFit/>
          </a:bodyPr>
          <a:lstStyle/>
          <a:p>
            <a:pPr marR="4751" defTabSz="855281">
              <a:spcBef>
                <a:spcPts val="281"/>
              </a:spcBef>
              <a:spcAft>
                <a:spcPts val="281"/>
              </a:spcAft>
              <a:defRPr/>
            </a:pPr>
            <a:r>
              <a:rPr lang="pt-BR" sz="950">
                <a:solidFill>
                  <a:srgbClr val="FFFFFF"/>
                </a:solidFill>
                <a:latin typeface="Versos Light" panose="020B0403020204030204" pitchFamily="34" charset="0"/>
                <a:ea typeface="+mn-ea"/>
                <a:cs typeface="Versos"/>
              </a:rPr>
              <a:t>SAC:  0800 704 8383</a:t>
            </a:r>
            <a:br>
              <a:rPr lang="pt-BR" sz="950">
                <a:solidFill>
                  <a:srgbClr val="FFFFFF"/>
                </a:solidFill>
                <a:latin typeface="Versos Light" panose="020B0403020204030204" pitchFamily="34" charset="0"/>
                <a:ea typeface="+mn-ea"/>
                <a:cs typeface="Versos"/>
              </a:rPr>
            </a:br>
            <a:r>
              <a:rPr lang="pt-BR" sz="950">
                <a:solidFill>
                  <a:srgbClr val="FFFFFF"/>
                </a:solidFill>
                <a:latin typeface="Versos Light" panose="020B0403020204030204" pitchFamily="34" charset="0"/>
                <a:ea typeface="+mn-ea"/>
                <a:cs typeface="Versos"/>
              </a:rPr>
              <a:t>Atendimento 24 horas</a:t>
            </a:r>
          </a:p>
          <a:p>
            <a:pPr marR="4751" defTabSz="855281">
              <a:spcBef>
                <a:spcPts val="281"/>
              </a:spcBef>
              <a:spcAft>
                <a:spcPts val="281"/>
              </a:spcAft>
              <a:defRPr/>
            </a:pPr>
            <a:r>
              <a:rPr lang="pt-BR" sz="950">
                <a:solidFill>
                  <a:srgbClr val="FFFFFF"/>
                </a:solidFill>
                <a:latin typeface="Versos Light" panose="020B0403020204030204" pitchFamily="34" charset="0"/>
                <a:ea typeface="+mn-ea"/>
                <a:cs typeface="Versos"/>
              </a:rPr>
              <a:t>Ouvidoria: 0800 727 9933</a:t>
            </a:r>
            <a:br>
              <a:rPr lang="pt-BR" sz="950">
                <a:solidFill>
                  <a:srgbClr val="FFFFFF"/>
                </a:solidFill>
                <a:latin typeface="Versos Light" panose="020B0403020204030204" pitchFamily="34" charset="0"/>
                <a:ea typeface="+mn-ea"/>
                <a:cs typeface="Versos"/>
              </a:rPr>
            </a:br>
            <a:r>
              <a:rPr lang="pt-BR" sz="950">
                <a:solidFill>
                  <a:srgbClr val="FFFFFF"/>
                </a:solidFill>
                <a:latin typeface="Versos Light" panose="020B0403020204030204" pitchFamily="34" charset="0"/>
                <a:ea typeface="+mn-ea"/>
                <a:cs typeface="Versos"/>
              </a:rPr>
              <a:t>Atendimento das 9h às 18h, de segunda a sexta-feira, exceto feriados nacionais</a:t>
            </a:r>
          </a:p>
        </p:txBody>
      </p:sp>
      <p:grpSp>
        <p:nvGrpSpPr>
          <p:cNvPr id="11" name="Group 10">
            <a:extLst>
              <a:ext uri="{FF2B5EF4-FFF2-40B4-BE49-F238E27FC236}">
                <a16:creationId xmlns:a16="http://schemas.microsoft.com/office/drawing/2014/main" id="{47C3A372-35B3-95BC-08D5-2BB8079658E2}"/>
              </a:ext>
            </a:extLst>
          </p:cNvPr>
          <p:cNvGrpSpPr/>
          <p:nvPr/>
        </p:nvGrpSpPr>
        <p:grpSpPr>
          <a:xfrm>
            <a:off x="9634411" y="5435796"/>
            <a:ext cx="2222222" cy="801295"/>
            <a:chOff x="9949511" y="5557838"/>
            <a:chExt cx="1884309" cy="679450"/>
          </a:xfrm>
        </p:grpSpPr>
        <p:pic>
          <p:nvPicPr>
            <p:cNvPr id="14" name="anbima-distribuicao-de-produtos-de-investimento">
              <a:extLst>
                <a:ext uri="{FF2B5EF4-FFF2-40B4-BE49-F238E27FC236}">
                  <a16:creationId xmlns:a16="http://schemas.microsoft.com/office/drawing/2014/main" id="{43A637F7-AAF3-E31B-8ED7-0194EDF907CC}"/>
                </a:ext>
              </a:extLst>
            </p:cNvPr>
            <p:cNvPicPr>
              <a:picLocks noChangeAspect="1"/>
            </p:cNvPicPr>
            <p:nvPr/>
          </p:nvPicPr>
          <p:blipFill>
            <a:blip r:embed="rId5"/>
            <a:srcRect/>
            <a:stretch/>
          </p:blipFill>
          <p:spPr>
            <a:xfrm>
              <a:off x="10935750" y="5563572"/>
              <a:ext cx="898070" cy="673716"/>
            </a:xfrm>
            <a:prstGeom prst="rect">
              <a:avLst/>
            </a:prstGeom>
          </p:spPr>
        </p:pic>
        <p:pic>
          <p:nvPicPr>
            <p:cNvPr id="15" name="anbima-gestao-de-recursos">
              <a:extLst>
                <a:ext uri="{FF2B5EF4-FFF2-40B4-BE49-F238E27FC236}">
                  <a16:creationId xmlns:a16="http://schemas.microsoft.com/office/drawing/2014/main" id="{B32AE434-C0CF-7D64-9FDF-B67309EDEBFD}"/>
                </a:ext>
              </a:extLst>
            </p:cNvPr>
            <p:cNvPicPr>
              <a:picLocks noChangeAspect="1"/>
            </p:cNvPicPr>
            <p:nvPr/>
          </p:nvPicPr>
          <p:blipFill>
            <a:blip r:embed="rId6"/>
            <a:srcRect/>
            <a:stretch/>
          </p:blipFill>
          <p:spPr>
            <a:xfrm>
              <a:off x="9949511" y="5557838"/>
              <a:ext cx="898735" cy="673715"/>
            </a:xfrm>
            <a:prstGeom prst="rect">
              <a:avLst/>
            </a:prstGeom>
            <a:blipFill dpi="0" rotWithShape="1">
              <a:blip r:embed="rId7">
                <a:extLst>
                  <a:ext uri="{28A0092B-C50C-407E-A947-70E740481C1C}">
                    <a14:useLocalDpi xmlns:a14="http://schemas.microsoft.com/office/drawing/2010/main" val="0"/>
                  </a:ext>
                </a:extLst>
              </a:blip>
              <a:srcRect/>
              <a:stretch>
                <a:fillRect/>
              </a:stretch>
            </a:blipFill>
          </p:spPr>
        </p:pic>
      </p:grpSp>
    </p:spTree>
    <p:extLst>
      <p:ext uri="{BB962C8B-B14F-4D97-AF65-F5344CB8AC3E}">
        <p14:creationId xmlns:p14="http://schemas.microsoft.com/office/powerpoint/2010/main" val="338511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56865FA5-4F0F-2D9F-86E5-ED38E3941189}"/>
            </a:ext>
          </a:extLst>
        </p:cNvPr>
        <p:cNvGrpSpPr/>
        <p:nvPr/>
      </p:nvGrpSpPr>
      <p:grpSpPr>
        <a:xfrm>
          <a:off x="0" y="0"/>
          <a:ext cx="0" cy="0"/>
          <a:chOff x="0" y="0"/>
          <a:chExt cx="0" cy="0"/>
        </a:xfrm>
      </p:grpSpPr>
      <p:pic>
        <p:nvPicPr>
          <p:cNvPr id="9" name="Imagem 34" descr="Uma imagem contendo Forma&#10;&#10;O conteúdo gerado por IA pode estar incorreto.">
            <a:extLst>
              <a:ext uri="{FF2B5EF4-FFF2-40B4-BE49-F238E27FC236}">
                <a16:creationId xmlns:a16="http://schemas.microsoft.com/office/drawing/2014/main" id="{C487F8D6-6F56-3FB0-6815-21B08E8160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87316" y="1847442"/>
            <a:ext cx="11687983" cy="2492775"/>
          </a:xfrm>
          <a:prstGeom prst="rect">
            <a:avLst/>
          </a:prstGeom>
        </p:spPr>
      </p:pic>
      <p:sp>
        <p:nvSpPr>
          <p:cNvPr id="7" name="Rectangle: Rounded Corners 6">
            <a:extLst>
              <a:ext uri="{FF2B5EF4-FFF2-40B4-BE49-F238E27FC236}">
                <a16:creationId xmlns:a16="http://schemas.microsoft.com/office/drawing/2014/main" id="{376145A6-F793-5129-0BC3-F04FED3023C5}"/>
              </a:ext>
            </a:extLst>
          </p:cNvPr>
          <p:cNvSpPr/>
          <p:nvPr/>
        </p:nvSpPr>
        <p:spPr>
          <a:xfrm flipH="1">
            <a:off x="6572567" y="172617"/>
            <a:ext cx="5448371" cy="6512767"/>
          </a:xfrm>
          <a:prstGeom prst="roundRect">
            <a:avLst>
              <a:gd name="adj" fmla="val 4346"/>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endParaRPr>
          </a:p>
        </p:txBody>
      </p:sp>
      <p:sp>
        <p:nvSpPr>
          <p:cNvPr id="12" name="Rectangle: Rounded Corners 11">
            <a:extLst>
              <a:ext uri="{FF2B5EF4-FFF2-40B4-BE49-F238E27FC236}">
                <a16:creationId xmlns:a16="http://schemas.microsoft.com/office/drawing/2014/main" id="{B08F4B4A-2487-190B-039A-42FEBF29D43F}"/>
              </a:ext>
            </a:extLst>
          </p:cNvPr>
          <p:cNvSpPr/>
          <p:nvPr/>
        </p:nvSpPr>
        <p:spPr>
          <a:xfrm flipH="1">
            <a:off x="6572568" y="177282"/>
            <a:ext cx="5435929" cy="6512767"/>
          </a:xfrm>
          <a:prstGeom prst="roundRect">
            <a:avLst>
              <a:gd name="adj" fmla="val 4346"/>
            </a:avLst>
          </a:prstGeom>
          <a:blipFill>
            <a:blip r:embed="rId4">
              <a:duotone>
                <a:prstClr val="black"/>
                <a:schemeClr val="accent5">
                  <a:tint val="45000"/>
                  <a:satMod val="400000"/>
                </a:schemeClr>
              </a:duotone>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object 6">
            <a:extLst>
              <a:ext uri="{FF2B5EF4-FFF2-40B4-BE49-F238E27FC236}">
                <a16:creationId xmlns:a16="http://schemas.microsoft.com/office/drawing/2014/main" id="{D5CAC8B3-E38E-379D-D219-90E866AF8CA6}"/>
              </a:ext>
            </a:extLst>
          </p:cNvPr>
          <p:cNvSpPr/>
          <p:nvPr/>
        </p:nvSpPr>
        <p:spPr>
          <a:xfrm>
            <a:off x="735901" y="5199948"/>
            <a:ext cx="2966537" cy="1007329"/>
          </a:xfrm>
          <a:custGeom>
            <a:avLst/>
            <a:gdLst/>
            <a:ahLst/>
            <a:cxnLst/>
            <a:rect l="l" t="t" r="r" b="b"/>
            <a:pathLst>
              <a:path w="4892040" h="1661159">
                <a:moveTo>
                  <a:pt x="598157" y="162128"/>
                </a:moveTo>
                <a:lnTo>
                  <a:pt x="552208" y="107619"/>
                </a:lnTo>
                <a:lnTo>
                  <a:pt x="517258" y="77089"/>
                </a:lnTo>
                <a:lnTo>
                  <a:pt x="478993" y="51600"/>
                </a:lnTo>
                <a:lnTo>
                  <a:pt x="437870" y="31381"/>
                </a:lnTo>
                <a:lnTo>
                  <a:pt x="394347" y="16649"/>
                </a:lnTo>
                <a:lnTo>
                  <a:pt x="348894" y="7645"/>
                </a:lnTo>
                <a:lnTo>
                  <a:pt x="301955" y="4597"/>
                </a:lnTo>
                <a:lnTo>
                  <a:pt x="0" y="4597"/>
                </a:lnTo>
                <a:lnTo>
                  <a:pt x="0" y="162128"/>
                </a:lnTo>
                <a:lnTo>
                  <a:pt x="598157" y="162128"/>
                </a:lnTo>
                <a:close/>
              </a:path>
              <a:path w="4892040" h="1661159">
                <a:moveTo>
                  <a:pt x="686130" y="667334"/>
                </a:moveTo>
                <a:lnTo>
                  <a:pt x="681558" y="664121"/>
                </a:lnTo>
                <a:lnTo>
                  <a:pt x="681558" y="391325"/>
                </a:lnTo>
                <a:lnTo>
                  <a:pt x="678510" y="344347"/>
                </a:lnTo>
                <a:lnTo>
                  <a:pt x="669455" y="298767"/>
                </a:lnTo>
                <a:lnTo>
                  <a:pt x="654519" y="254977"/>
                </a:lnTo>
                <a:lnTo>
                  <a:pt x="633844" y="213360"/>
                </a:lnTo>
                <a:lnTo>
                  <a:pt x="607568" y="174294"/>
                </a:lnTo>
                <a:lnTo>
                  <a:pt x="598157" y="162128"/>
                </a:lnTo>
                <a:lnTo>
                  <a:pt x="588746" y="174294"/>
                </a:lnTo>
                <a:lnTo>
                  <a:pt x="562470" y="213360"/>
                </a:lnTo>
                <a:lnTo>
                  <a:pt x="541794" y="254977"/>
                </a:lnTo>
                <a:lnTo>
                  <a:pt x="526859" y="298767"/>
                </a:lnTo>
                <a:lnTo>
                  <a:pt x="517804" y="344347"/>
                </a:lnTo>
                <a:lnTo>
                  <a:pt x="514743" y="391325"/>
                </a:lnTo>
                <a:lnTo>
                  <a:pt x="514629" y="1019911"/>
                </a:lnTo>
                <a:lnTo>
                  <a:pt x="514743" y="1031824"/>
                </a:lnTo>
                <a:lnTo>
                  <a:pt x="681685" y="1031824"/>
                </a:lnTo>
                <a:lnTo>
                  <a:pt x="681558" y="673976"/>
                </a:lnTo>
                <a:lnTo>
                  <a:pt x="686130" y="667334"/>
                </a:lnTo>
                <a:close/>
              </a:path>
              <a:path w="4892040" h="1661159">
                <a:moveTo>
                  <a:pt x="1196327" y="4597"/>
                </a:moveTo>
                <a:lnTo>
                  <a:pt x="894384" y="4597"/>
                </a:lnTo>
                <a:lnTo>
                  <a:pt x="847432" y="7645"/>
                </a:lnTo>
                <a:lnTo>
                  <a:pt x="801966" y="16649"/>
                </a:lnTo>
                <a:lnTo>
                  <a:pt x="758444" y="31381"/>
                </a:lnTo>
                <a:lnTo>
                  <a:pt x="717321" y="51600"/>
                </a:lnTo>
                <a:lnTo>
                  <a:pt x="679056" y="77089"/>
                </a:lnTo>
                <a:lnTo>
                  <a:pt x="644105" y="107619"/>
                </a:lnTo>
                <a:lnTo>
                  <a:pt x="612952" y="142976"/>
                </a:lnTo>
                <a:lnTo>
                  <a:pt x="598182" y="162128"/>
                </a:lnTo>
                <a:lnTo>
                  <a:pt x="1196327" y="162128"/>
                </a:lnTo>
                <a:lnTo>
                  <a:pt x="1196327" y="4597"/>
                </a:lnTo>
                <a:close/>
              </a:path>
              <a:path w="4892040" h="1661159">
                <a:moveTo>
                  <a:pt x="1602905" y="13525"/>
                </a:moveTo>
                <a:lnTo>
                  <a:pt x="1440751" y="13525"/>
                </a:lnTo>
                <a:lnTo>
                  <a:pt x="1440751" y="1051445"/>
                </a:lnTo>
                <a:lnTo>
                  <a:pt x="1602905" y="1051445"/>
                </a:lnTo>
                <a:lnTo>
                  <a:pt x="1602905" y="13525"/>
                </a:lnTo>
                <a:close/>
              </a:path>
              <a:path w="4892040" h="1661159">
                <a:moveTo>
                  <a:pt x="1772564" y="1390700"/>
                </a:moveTo>
                <a:lnTo>
                  <a:pt x="1752968" y="1335557"/>
                </a:lnTo>
                <a:lnTo>
                  <a:pt x="1716811" y="1293393"/>
                </a:lnTo>
                <a:lnTo>
                  <a:pt x="1667090" y="1266647"/>
                </a:lnTo>
                <a:lnTo>
                  <a:pt x="1606765" y="1257731"/>
                </a:lnTo>
                <a:lnTo>
                  <a:pt x="1579333" y="1259306"/>
                </a:lnTo>
                <a:lnTo>
                  <a:pt x="1529537" y="1271905"/>
                </a:lnTo>
                <a:lnTo>
                  <a:pt x="1486928" y="1296797"/>
                </a:lnTo>
                <a:lnTo>
                  <a:pt x="1453819" y="1332306"/>
                </a:lnTo>
                <a:lnTo>
                  <a:pt x="1430832" y="1377696"/>
                </a:lnTo>
                <a:lnTo>
                  <a:pt x="1419212" y="1430312"/>
                </a:lnTo>
                <a:lnTo>
                  <a:pt x="1417751" y="1459179"/>
                </a:lnTo>
                <a:lnTo>
                  <a:pt x="1419212" y="1488262"/>
                </a:lnTo>
                <a:lnTo>
                  <a:pt x="1430832" y="1541030"/>
                </a:lnTo>
                <a:lnTo>
                  <a:pt x="1453819" y="1586204"/>
                </a:lnTo>
                <a:lnTo>
                  <a:pt x="1486928" y="1621561"/>
                </a:lnTo>
                <a:lnTo>
                  <a:pt x="1529537" y="1646440"/>
                </a:lnTo>
                <a:lnTo>
                  <a:pt x="1579333" y="1659026"/>
                </a:lnTo>
                <a:lnTo>
                  <a:pt x="1606765" y="1660588"/>
                </a:lnTo>
                <a:lnTo>
                  <a:pt x="1638477" y="1658366"/>
                </a:lnTo>
                <a:lnTo>
                  <a:pt x="1693494" y="1640547"/>
                </a:lnTo>
                <a:lnTo>
                  <a:pt x="1736712" y="1605508"/>
                </a:lnTo>
                <a:lnTo>
                  <a:pt x="1764296" y="1556854"/>
                </a:lnTo>
                <a:lnTo>
                  <a:pt x="1722767" y="1527644"/>
                </a:lnTo>
                <a:lnTo>
                  <a:pt x="1715897" y="1547393"/>
                </a:lnTo>
                <a:lnTo>
                  <a:pt x="1706638" y="1564779"/>
                </a:lnTo>
                <a:lnTo>
                  <a:pt x="1664652" y="1602447"/>
                </a:lnTo>
                <a:lnTo>
                  <a:pt x="1626476" y="1613916"/>
                </a:lnTo>
                <a:lnTo>
                  <a:pt x="1604518" y="1615351"/>
                </a:lnTo>
                <a:lnTo>
                  <a:pt x="1584744" y="1614106"/>
                </a:lnTo>
                <a:lnTo>
                  <a:pt x="1532648" y="1595551"/>
                </a:lnTo>
                <a:lnTo>
                  <a:pt x="1494091" y="1556931"/>
                </a:lnTo>
                <a:lnTo>
                  <a:pt x="1477530" y="1521663"/>
                </a:lnTo>
                <a:lnTo>
                  <a:pt x="1469186" y="1481213"/>
                </a:lnTo>
                <a:lnTo>
                  <a:pt x="1468145" y="1459179"/>
                </a:lnTo>
                <a:lnTo>
                  <a:pt x="1469186" y="1436916"/>
                </a:lnTo>
                <a:lnTo>
                  <a:pt x="1477530" y="1396326"/>
                </a:lnTo>
                <a:lnTo>
                  <a:pt x="1494091" y="1361274"/>
                </a:lnTo>
                <a:lnTo>
                  <a:pt x="1532648" y="1322819"/>
                </a:lnTo>
                <a:lnTo>
                  <a:pt x="1584744" y="1304239"/>
                </a:lnTo>
                <a:lnTo>
                  <a:pt x="1604518" y="1303007"/>
                </a:lnTo>
                <a:lnTo>
                  <a:pt x="1626273" y="1304455"/>
                </a:lnTo>
                <a:lnTo>
                  <a:pt x="1664601" y="1316075"/>
                </a:lnTo>
                <a:lnTo>
                  <a:pt x="1695577" y="1338948"/>
                </a:lnTo>
                <a:lnTo>
                  <a:pt x="1716659" y="1371193"/>
                </a:lnTo>
                <a:lnTo>
                  <a:pt x="1723339" y="1390700"/>
                </a:lnTo>
                <a:lnTo>
                  <a:pt x="1772564" y="1390700"/>
                </a:lnTo>
                <a:close/>
              </a:path>
              <a:path w="4892040" h="1661159">
                <a:moveTo>
                  <a:pt x="2362708" y="1657223"/>
                </a:moveTo>
                <a:lnTo>
                  <a:pt x="2322068" y="1550276"/>
                </a:lnTo>
                <a:lnTo>
                  <a:pt x="2305075" y="1505572"/>
                </a:lnTo>
                <a:lnTo>
                  <a:pt x="2253475" y="1369783"/>
                </a:lnTo>
                <a:lnTo>
                  <a:pt x="2253475" y="1505572"/>
                </a:lnTo>
                <a:lnTo>
                  <a:pt x="2110333" y="1505572"/>
                </a:lnTo>
                <a:lnTo>
                  <a:pt x="2181618" y="1314869"/>
                </a:lnTo>
                <a:lnTo>
                  <a:pt x="2253475" y="1505572"/>
                </a:lnTo>
                <a:lnTo>
                  <a:pt x="2253475" y="1369783"/>
                </a:lnTo>
                <a:lnTo>
                  <a:pt x="2232609" y="1314869"/>
                </a:lnTo>
                <a:lnTo>
                  <a:pt x="2212200" y="1261135"/>
                </a:lnTo>
                <a:lnTo>
                  <a:pt x="2153907" y="1261135"/>
                </a:lnTo>
                <a:lnTo>
                  <a:pt x="2002853" y="1657223"/>
                </a:lnTo>
                <a:lnTo>
                  <a:pt x="2053755" y="1657223"/>
                </a:lnTo>
                <a:lnTo>
                  <a:pt x="2095627" y="1550276"/>
                </a:lnTo>
                <a:lnTo>
                  <a:pt x="2268194" y="1550276"/>
                </a:lnTo>
                <a:lnTo>
                  <a:pt x="2310066" y="1657223"/>
                </a:lnTo>
                <a:lnTo>
                  <a:pt x="2362708" y="1657223"/>
                </a:lnTo>
                <a:close/>
              </a:path>
              <a:path w="4892040" h="1661159">
                <a:moveTo>
                  <a:pt x="2445664" y="1051445"/>
                </a:moveTo>
                <a:lnTo>
                  <a:pt x="2028228" y="13512"/>
                </a:lnTo>
                <a:lnTo>
                  <a:pt x="1841347" y="13512"/>
                </a:lnTo>
                <a:lnTo>
                  <a:pt x="2215438" y="905535"/>
                </a:lnTo>
                <a:lnTo>
                  <a:pt x="2236724" y="944880"/>
                </a:lnTo>
                <a:lnTo>
                  <a:pt x="2264943" y="978966"/>
                </a:lnTo>
                <a:lnTo>
                  <a:pt x="2299144" y="1007224"/>
                </a:lnTo>
                <a:lnTo>
                  <a:pt x="2338362" y="1029017"/>
                </a:lnTo>
                <a:lnTo>
                  <a:pt x="2381643" y="1043762"/>
                </a:lnTo>
                <a:lnTo>
                  <a:pt x="2428036" y="1050874"/>
                </a:lnTo>
                <a:lnTo>
                  <a:pt x="2427795" y="1051445"/>
                </a:lnTo>
                <a:lnTo>
                  <a:pt x="2445664" y="1051445"/>
                </a:lnTo>
                <a:close/>
              </a:path>
              <a:path w="4892040" h="1661159">
                <a:moveTo>
                  <a:pt x="2905874" y="1382776"/>
                </a:moveTo>
                <a:lnTo>
                  <a:pt x="2904934" y="1366151"/>
                </a:lnTo>
                <a:lnTo>
                  <a:pt x="2904871" y="1364983"/>
                </a:lnTo>
                <a:lnTo>
                  <a:pt x="2901848" y="1348333"/>
                </a:lnTo>
                <a:lnTo>
                  <a:pt x="2896806" y="1332865"/>
                </a:lnTo>
                <a:lnTo>
                  <a:pt x="2889745" y="1318564"/>
                </a:lnTo>
                <a:lnTo>
                  <a:pt x="2881350" y="1306410"/>
                </a:lnTo>
                <a:lnTo>
                  <a:pt x="2880817" y="1305623"/>
                </a:lnTo>
                <a:lnTo>
                  <a:pt x="2870149" y="1294244"/>
                </a:lnTo>
                <a:lnTo>
                  <a:pt x="2857754" y="1284414"/>
                </a:lnTo>
                <a:lnTo>
                  <a:pt x="2855506" y="1283106"/>
                </a:lnTo>
                <a:lnTo>
                  <a:pt x="2855506" y="1382776"/>
                </a:lnTo>
                <a:lnTo>
                  <a:pt x="2854058" y="1399451"/>
                </a:lnTo>
                <a:lnTo>
                  <a:pt x="2832316" y="1438795"/>
                </a:lnTo>
                <a:lnTo>
                  <a:pt x="2788602" y="1458429"/>
                </a:lnTo>
                <a:lnTo>
                  <a:pt x="2770060" y="1459738"/>
                </a:lnTo>
                <a:lnTo>
                  <a:pt x="2671622" y="1459738"/>
                </a:lnTo>
                <a:lnTo>
                  <a:pt x="2671622" y="1306410"/>
                </a:lnTo>
                <a:lnTo>
                  <a:pt x="2770644" y="1306410"/>
                </a:lnTo>
                <a:lnTo>
                  <a:pt x="2820136" y="1318031"/>
                </a:lnTo>
                <a:lnTo>
                  <a:pt x="2849778" y="1351330"/>
                </a:lnTo>
                <a:lnTo>
                  <a:pt x="2855506" y="1382776"/>
                </a:lnTo>
                <a:lnTo>
                  <a:pt x="2855506" y="1283106"/>
                </a:lnTo>
                <a:lnTo>
                  <a:pt x="2811373" y="1264894"/>
                </a:lnTo>
                <a:lnTo>
                  <a:pt x="2774607" y="1261135"/>
                </a:lnTo>
                <a:lnTo>
                  <a:pt x="2622410" y="1261135"/>
                </a:lnTo>
                <a:lnTo>
                  <a:pt x="2622410" y="1657210"/>
                </a:lnTo>
                <a:lnTo>
                  <a:pt x="2671622" y="1657210"/>
                </a:lnTo>
                <a:lnTo>
                  <a:pt x="2671622" y="1505000"/>
                </a:lnTo>
                <a:lnTo>
                  <a:pt x="2774607" y="1505000"/>
                </a:lnTo>
                <a:lnTo>
                  <a:pt x="2827909" y="1496568"/>
                </a:lnTo>
                <a:lnTo>
                  <a:pt x="2869730" y="1471841"/>
                </a:lnTo>
                <a:lnTo>
                  <a:pt x="2896641" y="1432864"/>
                </a:lnTo>
                <a:lnTo>
                  <a:pt x="2904845" y="1400606"/>
                </a:lnTo>
                <a:lnTo>
                  <a:pt x="2905874" y="1382776"/>
                </a:lnTo>
                <a:close/>
              </a:path>
              <a:path w="4892040" h="1661159">
                <a:moveTo>
                  <a:pt x="3049994" y="13512"/>
                </a:moveTo>
                <a:lnTo>
                  <a:pt x="2863088" y="13512"/>
                </a:lnTo>
                <a:lnTo>
                  <a:pt x="2445664" y="1051445"/>
                </a:lnTo>
                <a:lnTo>
                  <a:pt x="2463546" y="1051445"/>
                </a:lnTo>
                <a:lnTo>
                  <a:pt x="2463304" y="1050874"/>
                </a:lnTo>
                <a:lnTo>
                  <a:pt x="2509697" y="1043762"/>
                </a:lnTo>
                <a:lnTo>
                  <a:pt x="2552979" y="1029017"/>
                </a:lnTo>
                <a:lnTo>
                  <a:pt x="2592197" y="1007224"/>
                </a:lnTo>
                <a:lnTo>
                  <a:pt x="2626385" y="978966"/>
                </a:lnTo>
                <a:lnTo>
                  <a:pt x="2654604" y="944880"/>
                </a:lnTo>
                <a:lnTo>
                  <a:pt x="2675902" y="905535"/>
                </a:lnTo>
                <a:lnTo>
                  <a:pt x="3049994" y="13512"/>
                </a:lnTo>
                <a:close/>
              </a:path>
              <a:path w="4892040" h="1661159">
                <a:moveTo>
                  <a:pt x="3222739" y="1261122"/>
                </a:moveTo>
                <a:lnTo>
                  <a:pt x="3173526" y="1261122"/>
                </a:lnTo>
                <a:lnTo>
                  <a:pt x="3173526" y="1657197"/>
                </a:lnTo>
                <a:lnTo>
                  <a:pt x="3222739" y="1657197"/>
                </a:lnTo>
                <a:lnTo>
                  <a:pt x="3222739" y="1261122"/>
                </a:lnTo>
                <a:close/>
              </a:path>
              <a:path w="4892040" h="1661159">
                <a:moveTo>
                  <a:pt x="3450590" y="13525"/>
                </a:moveTo>
                <a:lnTo>
                  <a:pt x="3288436" y="13525"/>
                </a:lnTo>
                <a:lnTo>
                  <a:pt x="3288436" y="1051445"/>
                </a:lnTo>
                <a:lnTo>
                  <a:pt x="3450590" y="1051445"/>
                </a:lnTo>
                <a:lnTo>
                  <a:pt x="3450590" y="13525"/>
                </a:lnTo>
                <a:close/>
              </a:path>
              <a:path w="4892040" h="1661159">
                <a:moveTo>
                  <a:pt x="3796487" y="1261135"/>
                </a:moveTo>
                <a:lnTo>
                  <a:pt x="3490379" y="1261135"/>
                </a:lnTo>
                <a:lnTo>
                  <a:pt x="3490379" y="1306855"/>
                </a:lnTo>
                <a:lnTo>
                  <a:pt x="3618801" y="1306855"/>
                </a:lnTo>
                <a:lnTo>
                  <a:pt x="3618801" y="1657375"/>
                </a:lnTo>
                <a:lnTo>
                  <a:pt x="3668064" y="1657375"/>
                </a:lnTo>
                <a:lnTo>
                  <a:pt x="3668064" y="1306855"/>
                </a:lnTo>
                <a:lnTo>
                  <a:pt x="3796487" y="1306855"/>
                </a:lnTo>
                <a:lnTo>
                  <a:pt x="3796487" y="1261135"/>
                </a:lnTo>
                <a:close/>
              </a:path>
              <a:path w="4892040" h="1661159">
                <a:moveTo>
                  <a:pt x="4335157" y="1657223"/>
                </a:moveTo>
                <a:lnTo>
                  <a:pt x="4294517" y="1550276"/>
                </a:lnTo>
                <a:lnTo>
                  <a:pt x="4277525" y="1505572"/>
                </a:lnTo>
                <a:lnTo>
                  <a:pt x="4225925" y="1369758"/>
                </a:lnTo>
                <a:lnTo>
                  <a:pt x="4225925" y="1505572"/>
                </a:lnTo>
                <a:lnTo>
                  <a:pt x="4082783" y="1505572"/>
                </a:lnTo>
                <a:lnTo>
                  <a:pt x="4154068" y="1314869"/>
                </a:lnTo>
                <a:lnTo>
                  <a:pt x="4225925" y="1505572"/>
                </a:lnTo>
                <a:lnTo>
                  <a:pt x="4225925" y="1369758"/>
                </a:lnTo>
                <a:lnTo>
                  <a:pt x="4205071" y="1314869"/>
                </a:lnTo>
                <a:lnTo>
                  <a:pt x="4184650" y="1261135"/>
                </a:lnTo>
                <a:lnTo>
                  <a:pt x="4126369" y="1261135"/>
                </a:lnTo>
                <a:lnTo>
                  <a:pt x="3975303" y="1657223"/>
                </a:lnTo>
                <a:lnTo>
                  <a:pt x="4026217" y="1657223"/>
                </a:lnTo>
                <a:lnTo>
                  <a:pt x="4068089" y="1550276"/>
                </a:lnTo>
                <a:lnTo>
                  <a:pt x="4240644" y="1550276"/>
                </a:lnTo>
                <a:lnTo>
                  <a:pt x="4282516" y="1657223"/>
                </a:lnTo>
                <a:lnTo>
                  <a:pt x="4335157" y="1657223"/>
                </a:lnTo>
                <a:close/>
              </a:path>
              <a:path w="4892040" h="1661159">
                <a:moveTo>
                  <a:pt x="4824552" y="1611490"/>
                </a:moveTo>
                <a:lnTo>
                  <a:pt x="4644060" y="1611490"/>
                </a:lnTo>
                <a:lnTo>
                  <a:pt x="4644060" y="1260970"/>
                </a:lnTo>
                <a:lnTo>
                  <a:pt x="4594847" y="1260970"/>
                </a:lnTo>
                <a:lnTo>
                  <a:pt x="4594847" y="1611490"/>
                </a:lnTo>
                <a:lnTo>
                  <a:pt x="4594847" y="1657210"/>
                </a:lnTo>
                <a:lnTo>
                  <a:pt x="4824552" y="1657210"/>
                </a:lnTo>
                <a:lnTo>
                  <a:pt x="4824552" y="1611490"/>
                </a:lnTo>
                <a:close/>
              </a:path>
              <a:path w="4892040" h="1661159">
                <a:moveTo>
                  <a:pt x="4891735" y="532498"/>
                </a:moveTo>
                <a:lnTo>
                  <a:pt x="4889538" y="482015"/>
                </a:lnTo>
                <a:lnTo>
                  <a:pt x="4883023" y="432930"/>
                </a:lnTo>
                <a:lnTo>
                  <a:pt x="4872266" y="385470"/>
                </a:lnTo>
                <a:lnTo>
                  <a:pt x="4857369" y="339839"/>
                </a:lnTo>
                <a:lnTo>
                  <a:pt x="4838408" y="296240"/>
                </a:lnTo>
                <a:lnTo>
                  <a:pt x="4815497" y="254889"/>
                </a:lnTo>
                <a:lnTo>
                  <a:pt x="4788700" y="215976"/>
                </a:lnTo>
                <a:lnTo>
                  <a:pt x="4758131" y="179717"/>
                </a:lnTo>
                <a:lnTo>
                  <a:pt x="4725047" y="147472"/>
                </a:lnTo>
                <a:lnTo>
                  <a:pt x="4725047" y="532498"/>
                </a:lnTo>
                <a:lnTo>
                  <a:pt x="4721745" y="585076"/>
                </a:lnTo>
                <a:lnTo>
                  <a:pt x="4711941" y="634657"/>
                </a:lnTo>
                <a:lnTo>
                  <a:pt x="4695736" y="680986"/>
                </a:lnTo>
                <a:lnTo>
                  <a:pt x="4673270" y="723773"/>
                </a:lnTo>
                <a:lnTo>
                  <a:pt x="4644644" y="762762"/>
                </a:lnTo>
                <a:lnTo>
                  <a:pt x="4609973" y="797648"/>
                </a:lnTo>
                <a:lnTo>
                  <a:pt x="4574832" y="824598"/>
                </a:lnTo>
                <a:lnTo>
                  <a:pt x="4535983" y="847598"/>
                </a:lnTo>
                <a:lnTo>
                  <a:pt x="4493628" y="866559"/>
                </a:lnTo>
                <a:lnTo>
                  <a:pt x="4447984" y="881418"/>
                </a:lnTo>
                <a:lnTo>
                  <a:pt x="4399254" y="892124"/>
                </a:lnTo>
                <a:lnTo>
                  <a:pt x="4347654" y="898601"/>
                </a:lnTo>
                <a:lnTo>
                  <a:pt x="4293374" y="900772"/>
                </a:lnTo>
                <a:lnTo>
                  <a:pt x="4239095" y="898601"/>
                </a:lnTo>
                <a:lnTo>
                  <a:pt x="4187494" y="892124"/>
                </a:lnTo>
                <a:lnTo>
                  <a:pt x="4138765" y="881418"/>
                </a:lnTo>
                <a:lnTo>
                  <a:pt x="4093121" y="866559"/>
                </a:lnTo>
                <a:lnTo>
                  <a:pt x="4050766" y="847598"/>
                </a:lnTo>
                <a:lnTo>
                  <a:pt x="4011917" y="824598"/>
                </a:lnTo>
                <a:lnTo>
                  <a:pt x="3976763" y="797648"/>
                </a:lnTo>
                <a:lnTo>
                  <a:pt x="3942105" y="762762"/>
                </a:lnTo>
                <a:lnTo>
                  <a:pt x="3913479" y="723773"/>
                </a:lnTo>
                <a:lnTo>
                  <a:pt x="3891000" y="680986"/>
                </a:lnTo>
                <a:lnTo>
                  <a:pt x="3874795" y="634657"/>
                </a:lnTo>
                <a:lnTo>
                  <a:pt x="3864991" y="585076"/>
                </a:lnTo>
                <a:lnTo>
                  <a:pt x="3861701" y="532498"/>
                </a:lnTo>
                <a:lnTo>
                  <a:pt x="3864991" y="479907"/>
                </a:lnTo>
                <a:lnTo>
                  <a:pt x="3874795" y="430314"/>
                </a:lnTo>
                <a:lnTo>
                  <a:pt x="3891000" y="383997"/>
                </a:lnTo>
                <a:lnTo>
                  <a:pt x="3913479" y="341198"/>
                </a:lnTo>
                <a:lnTo>
                  <a:pt x="3942105" y="302234"/>
                </a:lnTo>
                <a:lnTo>
                  <a:pt x="3976763" y="267347"/>
                </a:lnTo>
                <a:lnTo>
                  <a:pt x="4011917" y="240398"/>
                </a:lnTo>
                <a:lnTo>
                  <a:pt x="4050766" y="217398"/>
                </a:lnTo>
                <a:lnTo>
                  <a:pt x="4093121" y="198437"/>
                </a:lnTo>
                <a:lnTo>
                  <a:pt x="4138765" y="183578"/>
                </a:lnTo>
                <a:lnTo>
                  <a:pt x="4187494" y="172872"/>
                </a:lnTo>
                <a:lnTo>
                  <a:pt x="4239095" y="166395"/>
                </a:lnTo>
                <a:lnTo>
                  <a:pt x="4293374" y="164223"/>
                </a:lnTo>
                <a:lnTo>
                  <a:pt x="4347654" y="166395"/>
                </a:lnTo>
                <a:lnTo>
                  <a:pt x="4399254" y="172872"/>
                </a:lnTo>
                <a:lnTo>
                  <a:pt x="4447984" y="183578"/>
                </a:lnTo>
                <a:lnTo>
                  <a:pt x="4493628" y="198437"/>
                </a:lnTo>
                <a:lnTo>
                  <a:pt x="4535983" y="217398"/>
                </a:lnTo>
                <a:lnTo>
                  <a:pt x="4574832" y="240398"/>
                </a:lnTo>
                <a:lnTo>
                  <a:pt x="4609973" y="267347"/>
                </a:lnTo>
                <a:lnTo>
                  <a:pt x="4644644" y="302234"/>
                </a:lnTo>
                <a:lnTo>
                  <a:pt x="4673270" y="341198"/>
                </a:lnTo>
                <a:lnTo>
                  <a:pt x="4695736" y="383997"/>
                </a:lnTo>
                <a:lnTo>
                  <a:pt x="4711941" y="430314"/>
                </a:lnTo>
                <a:lnTo>
                  <a:pt x="4721745" y="479907"/>
                </a:lnTo>
                <a:lnTo>
                  <a:pt x="4725047" y="532498"/>
                </a:lnTo>
                <a:lnTo>
                  <a:pt x="4725047" y="147472"/>
                </a:lnTo>
                <a:lnTo>
                  <a:pt x="4686300" y="116103"/>
                </a:lnTo>
                <a:lnTo>
                  <a:pt x="4645838" y="89255"/>
                </a:lnTo>
                <a:lnTo>
                  <a:pt x="4602645" y="65849"/>
                </a:lnTo>
                <a:lnTo>
                  <a:pt x="4556836" y="45910"/>
                </a:lnTo>
                <a:lnTo>
                  <a:pt x="4508563" y="29502"/>
                </a:lnTo>
                <a:lnTo>
                  <a:pt x="4457941" y="16662"/>
                </a:lnTo>
                <a:lnTo>
                  <a:pt x="4405109" y="7442"/>
                </a:lnTo>
                <a:lnTo>
                  <a:pt x="4350207" y="1866"/>
                </a:lnTo>
                <a:lnTo>
                  <a:pt x="4293374" y="0"/>
                </a:lnTo>
                <a:lnTo>
                  <a:pt x="4236529" y="1866"/>
                </a:lnTo>
                <a:lnTo>
                  <a:pt x="4181627" y="7442"/>
                </a:lnTo>
                <a:lnTo>
                  <a:pt x="4128795" y="16662"/>
                </a:lnTo>
                <a:lnTo>
                  <a:pt x="4078186" y="29502"/>
                </a:lnTo>
                <a:lnTo>
                  <a:pt x="4029913" y="45910"/>
                </a:lnTo>
                <a:lnTo>
                  <a:pt x="3984104" y="65849"/>
                </a:lnTo>
                <a:lnTo>
                  <a:pt x="3940911" y="89255"/>
                </a:lnTo>
                <a:lnTo>
                  <a:pt x="3900449" y="116103"/>
                </a:lnTo>
                <a:lnTo>
                  <a:pt x="3862857" y="146329"/>
                </a:lnTo>
                <a:lnTo>
                  <a:pt x="3828592" y="179717"/>
                </a:lnTo>
                <a:lnTo>
                  <a:pt x="3798024" y="215976"/>
                </a:lnTo>
                <a:lnTo>
                  <a:pt x="3771239" y="254889"/>
                </a:lnTo>
                <a:lnTo>
                  <a:pt x="3748328" y="296240"/>
                </a:lnTo>
                <a:lnTo>
                  <a:pt x="3729393" y="339839"/>
                </a:lnTo>
                <a:lnTo>
                  <a:pt x="3714496" y="385470"/>
                </a:lnTo>
                <a:lnTo>
                  <a:pt x="3703751" y="432930"/>
                </a:lnTo>
                <a:lnTo>
                  <a:pt x="3697236" y="482015"/>
                </a:lnTo>
                <a:lnTo>
                  <a:pt x="3695039" y="532498"/>
                </a:lnTo>
                <a:lnTo>
                  <a:pt x="3697236" y="582980"/>
                </a:lnTo>
                <a:lnTo>
                  <a:pt x="3703751" y="632053"/>
                </a:lnTo>
                <a:lnTo>
                  <a:pt x="3714496" y="679513"/>
                </a:lnTo>
                <a:lnTo>
                  <a:pt x="3729393" y="725144"/>
                </a:lnTo>
                <a:lnTo>
                  <a:pt x="3748328" y="768743"/>
                </a:lnTo>
                <a:lnTo>
                  <a:pt x="3771239" y="810094"/>
                </a:lnTo>
                <a:lnTo>
                  <a:pt x="3798024" y="849007"/>
                </a:lnTo>
                <a:lnTo>
                  <a:pt x="3828592" y="885253"/>
                </a:lnTo>
                <a:lnTo>
                  <a:pt x="3862857" y="918641"/>
                </a:lnTo>
                <a:lnTo>
                  <a:pt x="3900449" y="948880"/>
                </a:lnTo>
                <a:lnTo>
                  <a:pt x="3940911" y="975728"/>
                </a:lnTo>
                <a:lnTo>
                  <a:pt x="3984104" y="999147"/>
                </a:lnTo>
                <a:lnTo>
                  <a:pt x="4029913" y="1019073"/>
                </a:lnTo>
                <a:lnTo>
                  <a:pt x="4078186" y="1035481"/>
                </a:lnTo>
                <a:lnTo>
                  <a:pt x="4128795" y="1048334"/>
                </a:lnTo>
                <a:lnTo>
                  <a:pt x="4181627" y="1057554"/>
                </a:lnTo>
                <a:lnTo>
                  <a:pt x="4236529" y="1063129"/>
                </a:lnTo>
                <a:lnTo>
                  <a:pt x="4293374" y="1064996"/>
                </a:lnTo>
                <a:lnTo>
                  <a:pt x="4350207" y="1063129"/>
                </a:lnTo>
                <a:lnTo>
                  <a:pt x="4405109" y="1057554"/>
                </a:lnTo>
                <a:lnTo>
                  <a:pt x="4457941" y="1048334"/>
                </a:lnTo>
                <a:lnTo>
                  <a:pt x="4508563" y="1035481"/>
                </a:lnTo>
                <a:lnTo>
                  <a:pt x="4556836" y="1019073"/>
                </a:lnTo>
                <a:lnTo>
                  <a:pt x="4602645" y="999147"/>
                </a:lnTo>
                <a:lnTo>
                  <a:pt x="4645838" y="975728"/>
                </a:lnTo>
                <a:lnTo>
                  <a:pt x="4686300" y="948880"/>
                </a:lnTo>
                <a:lnTo>
                  <a:pt x="4723879" y="918641"/>
                </a:lnTo>
                <a:lnTo>
                  <a:pt x="4758131" y="885253"/>
                </a:lnTo>
                <a:lnTo>
                  <a:pt x="4788700" y="849007"/>
                </a:lnTo>
                <a:lnTo>
                  <a:pt x="4815497" y="810094"/>
                </a:lnTo>
                <a:lnTo>
                  <a:pt x="4838408" y="768743"/>
                </a:lnTo>
                <a:lnTo>
                  <a:pt x="4857369" y="725144"/>
                </a:lnTo>
                <a:lnTo>
                  <a:pt x="4872266" y="679513"/>
                </a:lnTo>
                <a:lnTo>
                  <a:pt x="4883023" y="632053"/>
                </a:lnTo>
                <a:lnTo>
                  <a:pt x="4889538" y="582980"/>
                </a:lnTo>
                <a:lnTo>
                  <a:pt x="4891735" y="532498"/>
                </a:lnTo>
                <a:close/>
              </a:path>
            </a:pathLst>
          </a:custGeom>
          <a:solidFill>
            <a:srgbClr val="FFFFFF"/>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 name="CaixaDeTexto 10">
            <a:extLst>
              <a:ext uri="{FF2B5EF4-FFF2-40B4-BE49-F238E27FC236}">
                <a16:creationId xmlns:a16="http://schemas.microsoft.com/office/drawing/2014/main" id="{3BD53DEB-6D75-149B-E68E-11DBA1CE56C4}"/>
              </a:ext>
            </a:extLst>
          </p:cNvPr>
          <p:cNvSpPr txBox="1"/>
          <p:nvPr/>
        </p:nvSpPr>
        <p:spPr>
          <a:xfrm>
            <a:off x="735901" y="3429000"/>
            <a:ext cx="4620775" cy="1435778"/>
          </a:xfrm>
          <a:prstGeom prst="rect">
            <a:avLst/>
          </a:prstGeom>
          <a:noFill/>
        </p:spPr>
        <p:txBody>
          <a:bodyPr wrap="square" rtlCol="0">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pt-BR" sz="1455" b="0" i="0" u="none" strike="noStrike" kern="0" cap="none" spc="0" normalizeH="0" baseline="0" noProof="0">
                <a:ln>
                  <a:noFill/>
                </a:ln>
                <a:solidFill>
                  <a:prstClr val="white"/>
                </a:solidFill>
                <a:effectLst/>
                <a:uLnTx/>
                <a:uFillTx/>
                <a:latin typeface="Versos Light" panose="020B0403020204030204" pitchFamily="34" charset="77"/>
                <a:ea typeface="+mn-ea"/>
                <a:cs typeface="+mn-cs"/>
              </a:rPr>
              <a:t>Avenida Brigadeiro Faria Lima, 4.300</a:t>
            </a:r>
          </a:p>
          <a:p>
            <a:pPr marL="0" marR="0" lvl="0" indent="0" algn="l" defTabSz="554492" rtl="0" eaLnBrk="1" fontAlgn="auto" latinLnBrk="0" hangingPunct="1">
              <a:lnSpc>
                <a:spcPct val="100000"/>
              </a:lnSpc>
              <a:spcBef>
                <a:spcPts val="0"/>
              </a:spcBef>
              <a:spcAft>
                <a:spcPts val="0"/>
              </a:spcAft>
              <a:buClrTx/>
              <a:buSzTx/>
              <a:buFontTx/>
              <a:buNone/>
              <a:tabLst/>
              <a:defRPr/>
            </a:pPr>
            <a:r>
              <a:rPr kumimoji="0" lang="pt-BR" sz="1455" b="0" i="0" u="none" strike="noStrike" kern="0" cap="none" spc="0" normalizeH="0" baseline="0" noProof="0">
                <a:ln>
                  <a:noFill/>
                </a:ln>
                <a:solidFill>
                  <a:prstClr val="white"/>
                </a:solidFill>
                <a:effectLst/>
                <a:uLnTx/>
                <a:uFillTx/>
                <a:latin typeface="Versos Light" panose="020B0403020204030204" pitchFamily="34" charset="77"/>
                <a:ea typeface="+mn-ea"/>
                <a:cs typeface="+mn-cs"/>
              </a:rPr>
              <a:t>7º andar | Vila Olímpia</a:t>
            </a:r>
          </a:p>
          <a:p>
            <a:pPr marL="0" marR="0" lvl="0" indent="0" algn="l" defTabSz="554492" rtl="0" eaLnBrk="1" fontAlgn="auto" latinLnBrk="0" hangingPunct="1">
              <a:lnSpc>
                <a:spcPct val="100000"/>
              </a:lnSpc>
              <a:spcBef>
                <a:spcPts val="0"/>
              </a:spcBef>
              <a:spcAft>
                <a:spcPts val="0"/>
              </a:spcAft>
              <a:buClrTx/>
              <a:buSzTx/>
              <a:buFontTx/>
              <a:buNone/>
              <a:tabLst/>
              <a:defRPr/>
            </a:pPr>
            <a:r>
              <a:rPr kumimoji="0" lang="pt-BR" sz="1455" b="0" i="0" u="none" strike="noStrike" kern="0" cap="none" spc="0" normalizeH="0" baseline="0" noProof="0">
                <a:ln>
                  <a:noFill/>
                </a:ln>
                <a:solidFill>
                  <a:prstClr val="white"/>
                </a:solidFill>
                <a:effectLst/>
                <a:uLnTx/>
                <a:uFillTx/>
                <a:latin typeface="Versos Light" panose="020B0403020204030204" pitchFamily="34" charset="77"/>
                <a:ea typeface="+mn-ea"/>
                <a:cs typeface="+mn-cs"/>
              </a:rPr>
              <a:t>CEP 04538-132 | São Paulo</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pt-BR" sz="1455" b="0" i="0" u="none" strike="noStrike" kern="0" cap="none" spc="0" normalizeH="0" baseline="0" noProof="0">
              <a:ln>
                <a:noFill/>
              </a:ln>
              <a:solidFill>
                <a:prstClr val="white"/>
              </a:solidFill>
              <a:effectLst/>
              <a:uLnTx/>
              <a:uFillTx/>
              <a:latin typeface="Versos" panose="020B0503020204030204" pitchFamily="34" charset="77"/>
              <a:ea typeface="+mn-ea"/>
              <a:cs typeface="+mn-cs"/>
            </a:endParaRPr>
          </a:p>
          <a:p>
            <a:pPr marL="0" marR="0" lvl="0" indent="0" algn="l" defTabSz="554492" rtl="0" eaLnBrk="1" fontAlgn="auto" latinLnBrk="0" hangingPunct="1">
              <a:lnSpc>
                <a:spcPct val="100000"/>
              </a:lnSpc>
              <a:spcBef>
                <a:spcPts val="0"/>
              </a:spcBef>
              <a:spcAft>
                <a:spcPts val="0"/>
              </a:spcAft>
              <a:buClrTx/>
              <a:buSzTx/>
              <a:buFontTx/>
              <a:buNone/>
              <a:tabLst/>
              <a:defRPr/>
            </a:pPr>
            <a:r>
              <a:rPr kumimoji="0" lang="pt-BR" sz="1455" b="1" i="0" u="none" strike="noStrike" kern="0" cap="none" spc="0" normalizeH="0" baseline="0" noProof="0">
                <a:ln>
                  <a:noFill/>
                </a:ln>
                <a:solidFill>
                  <a:prstClr val="white"/>
                </a:solidFill>
                <a:effectLst/>
                <a:uLnTx/>
                <a:uFillTx/>
                <a:latin typeface="Versos" panose="020B0503020204030204" pitchFamily="34" charset="77"/>
                <a:ea typeface="+mn-ea"/>
                <a:cs typeface="+mn-cs"/>
              </a:rPr>
              <a:t>www.tivio.com</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pt-BR" sz="1455" b="0" i="0" u="none" strike="noStrike" kern="0" cap="none" spc="0" normalizeH="0" baseline="0" noProof="0">
              <a:ln>
                <a:noFill/>
              </a:ln>
              <a:solidFill>
                <a:prstClr val="white"/>
              </a:solidFill>
              <a:effectLst/>
              <a:uLnTx/>
              <a:uFillTx/>
              <a:latin typeface="Versos" panose="020B0503020204030204" pitchFamily="34" charset="77"/>
              <a:ea typeface="+mn-ea"/>
              <a:cs typeface="+mn-cs"/>
            </a:endParaRPr>
          </a:p>
        </p:txBody>
      </p:sp>
    </p:spTree>
    <p:extLst>
      <p:ext uri="{BB962C8B-B14F-4D97-AF65-F5344CB8AC3E}">
        <p14:creationId xmlns:p14="http://schemas.microsoft.com/office/powerpoint/2010/main" val="2448368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0A1418"/>
        </a:solidFill>
        <a:effectLst/>
      </p:bgPr>
    </p:bg>
    <p:spTree>
      <p:nvGrpSpPr>
        <p:cNvPr id="1" name="">
          <a:extLst>
            <a:ext uri="{FF2B5EF4-FFF2-40B4-BE49-F238E27FC236}">
              <a16:creationId xmlns:a16="http://schemas.microsoft.com/office/drawing/2014/main" id="{759D17A7-A73B-647A-3CEE-9FEF38C52DC7}"/>
            </a:ext>
          </a:extLst>
        </p:cNvPr>
        <p:cNvGrpSpPr/>
        <p:nvPr/>
      </p:nvGrpSpPr>
      <p:grpSpPr>
        <a:xfrm>
          <a:off x="0" y="0"/>
          <a:ext cx="0" cy="0"/>
          <a:chOff x="0" y="0"/>
          <a:chExt cx="0" cy="0"/>
        </a:xfrm>
      </p:grpSpPr>
      <p:sp>
        <p:nvSpPr>
          <p:cNvPr id="37" name="Retângulo com Único Canto Arredondado 73">
            <a:extLst>
              <a:ext uri="{FF2B5EF4-FFF2-40B4-BE49-F238E27FC236}">
                <a16:creationId xmlns:a16="http://schemas.microsoft.com/office/drawing/2014/main" id="{50068A22-FAB1-1823-3030-F4D33C0ACAB4}"/>
              </a:ext>
            </a:extLst>
          </p:cNvPr>
          <p:cNvSpPr/>
          <p:nvPr/>
        </p:nvSpPr>
        <p:spPr>
          <a:xfrm>
            <a:off x="6561208" y="1688351"/>
            <a:ext cx="5295830" cy="4549393"/>
          </a:xfrm>
          <a:prstGeom prst="round1Rect">
            <a:avLst>
              <a:gd name="adj" fmla="val 4579"/>
            </a:avLst>
          </a:prstGeom>
          <a:blipFill dpi="0" rotWithShape="1">
            <a:blip r:embed="rId2">
              <a:duotone>
                <a:prstClr val="black"/>
                <a:schemeClr val="accent3">
                  <a:tint val="45000"/>
                  <a:satMod val="400000"/>
                </a:schemeClr>
              </a:duotone>
              <a:alphaModFix amt="20000"/>
              <a:extLst>
                <a:ext uri="{28A0092B-C50C-407E-A947-70E740481C1C}">
                  <a14:useLocalDpi xmlns:a14="http://schemas.microsoft.com/office/drawing/2010/main" val="0"/>
                </a:ext>
              </a:extLst>
            </a:blip>
            <a:srcRect/>
            <a:stretch>
              <a:fillRect l="-3812" r="-25046"/>
            </a:stretch>
          </a:blipFill>
          <a:ln w="25400" cap="flat" cmpd="sng" algn="ctr">
            <a:no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Tx/>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endParaRPr>
          </a:p>
        </p:txBody>
      </p:sp>
      <p:sp>
        <p:nvSpPr>
          <p:cNvPr id="206" name="Retângulo com Único Canto Arredondado 73">
            <a:extLst>
              <a:ext uri="{FF2B5EF4-FFF2-40B4-BE49-F238E27FC236}">
                <a16:creationId xmlns:a16="http://schemas.microsoft.com/office/drawing/2014/main" id="{8FD8EC0A-0301-F333-663B-65D064FC86A7}"/>
              </a:ext>
            </a:extLst>
          </p:cNvPr>
          <p:cNvSpPr/>
          <p:nvPr/>
        </p:nvSpPr>
        <p:spPr>
          <a:xfrm>
            <a:off x="162860" y="1688351"/>
            <a:ext cx="4110120" cy="4549393"/>
          </a:xfrm>
          <a:prstGeom prst="round1Rect">
            <a:avLst>
              <a:gd name="adj" fmla="val 8792"/>
            </a:avLst>
          </a:prstGeom>
          <a:solidFill>
            <a:schemeClr val="bg2">
              <a:lumMod val="10000"/>
            </a:schemeClr>
          </a:solidFill>
          <a:ln w="25400" cap="flat" cmpd="sng" algn="ctr">
            <a:no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Tx/>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endParaRPr>
          </a:p>
        </p:txBody>
      </p:sp>
      <p:sp>
        <p:nvSpPr>
          <p:cNvPr id="23" name="Retângulo com Único Canto Arredondado 73">
            <a:extLst>
              <a:ext uri="{FF2B5EF4-FFF2-40B4-BE49-F238E27FC236}">
                <a16:creationId xmlns:a16="http://schemas.microsoft.com/office/drawing/2014/main" id="{B80752B3-56DC-78A1-FABC-01002CA072BB}"/>
              </a:ext>
            </a:extLst>
          </p:cNvPr>
          <p:cNvSpPr/>
          <p:nvPr/>
        </p:nvSpPr>
        <p:spPr>
          <a:xfrm>
            <a:off x="3861710" y="1688351"/>
            <a:ext cx="3115076" cy="4549393"/>
          </a:xfrm>
          <a:prstGeom prst="round1Rect">
            <a:avLst>
              <a:gd name="adj" fmla="val 8792"/>
            </a:avLst>
          </a:prstGeom>
          <a:solidFill>
            <a:schemeClr val="bg2">
              <a:lumMod val="25000"/>
            </a:schemeClr>
          </a:solidFill>
          <a:ln w="25400" cap="flat" cmpd="sng" algn="ctr">
            <a:no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Tx/>
              <a:buNone/>
              <a:tabLst/>
              <a:defRPr/>
            </a:pPr>
            <a:endParaRPr kumimoji="0" lang="pt-BR" sz="1092" b="0" i="0" u="none" strike="noStrike" kern="0" cap="none" spc="0" normalizeH="0" baseline="0" noProof="0">
              <a:ln>
                <a:noFill/>
              </a:ln>
              <a:solidFill>
                <a:prstClr val="white"/>
              </a:solidFill>
              <a:effectLst/>
              <a:uLnTx/>
              <a:uFillTx/>
              <a:latin typeface="Calibri"/>
              <a:ea typeface="+mn-ea"/>
              <a:cs typeface="+mn-cs"/>
            </a:endParaRPr>
          </a:p>
        </p:txBody>
      </p:sp>
      <p:sp>
        <p:nvSpPr>
          <p:cNvPr id="2" name="Slide Number Placeholder 1">
            <a:extLst>
              <a:ext uri="{FF2B5EF4-FFF2-40B4-BE49-F238E27FC236}">
                <a16:creationId xmlns:a16="http://schemas.microsoft.com/office/drawing/2014/main" id="{733AEFD6-37E3-04A2-70CE-83293D120051}"/>
              </a:ext>
            </a:extLst>
          </p:cNvPr>
          <p:cNvSpPr>
            <a:spLocks noGrp="1"/>
          </p:cNvSpPr>
          <p:nvPr>
            <p:ph type="sldNum" sz="quarter" idx="12"/>
          </p:nvPr>
        </p:nvSpPr>
        <p:spPr>
          <a:xfrm>
            <a:off x="11561763" y="6482556"/>
            <a:ext cx="295275" cy="169277"/>
          </a:xfrm>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pt-BR" sz="1100" b="0" i="0" u="none" strike="noStrike" kern="0" cap="none" spc="0" normalizeH="0" baseline="0" noProof="0" smtClean="0">
                <a:ln>
                  <a:noFill/>
                </a:ln>
                <a:solidFill>
                  <a:srgbClr val="FFFFFF"/>
                </a:solidFill>
                <a:effectLst/>
                <a:uLnTx/>
                <a:uFillTx/>
                <a:latin typeface="Versos" panose="020B0503020204030204" pitchFamily="34" charset="0"/>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lang="pt-BR" sz="1100" b="0" i="0" u="none" strike="noStrike" kern="0" cap="none" spc="0" normalizeH="0" baseline="0" noProof="0">
              <a:ln>
                <a:noFill/>
              </a:ln>
              <a:solidFill>
                <a:srgbClr val="FFFFFF"/>
              </a:solidFill>
              <a:effectLst/>
              <a:uLnTx/>
              <a:uFillTx/>
              <a:latin typeface="Versos" panose="020B0503020204030204" pitchFamily="34" charset="0"/>
              <a:sym typeface="Arial"/>
            </a:endParaRPr>
          </a:p>
        </p:txBody>
      </p:sp>
      <p:sp>
        <p:nvSpPr>
          <p:cNvPr id="35" name="Text Placeholder 34">
            <a:extLst>
              <a:ext uri="{FF2B5EF4-FFF2-40B4-BE49-F238E27FC236}">
                <a16:creationId xmlns:a16="http://schemas.microsoft.com/office/drawing/2014/main" id="{987B395A-DBBE-A240-BA3F-973E199260C1}"/>
              </a:ext>
            </a:extLst>
          </p:cNvPr>
          <p:cNvSpPr>
            <a:spLocks noGrp="1"/>
          </p:cNvSpPr>
          <p:nvPr>
            <p:ph type="body" sz="quarter" idx="13"/>
          </p:nvPr>
        </p:nvSpPr>
        <p:spPr>
          <a:xfrm>
            <a:off x="334964" y="368301"/>
            <a:ext cx="10183813" cy="430887"/>
          </a:xfrm>
        </p:spPr>
        <p:txBody>
          <a:bodyPr lIns="0" tIns="0" rIns="0" bIns="0" anchor="t"/>
          <a:lstStyle/>
          <a:p>
            <a:r>
              <a:rPr lang="pt-BR">
                <a:latin typeface="Versos"/>
              </a:rPr>
              <a:t>Gestão do </a:t>
            </a:r>
            <a:r>
              <a:rPr lang="pt-BR" b="1">
                <a:latin typeface="Versos"/>
              </a:rPr>
              <a:t>Tivio Institucional Incentivado CDI 30</a:t>
            </a:r>
            <a:endParaRPr lang="pt-BR" b="1"/>
          </a:p>
        </p:txBody>
      </p:sp>
      <p:sp>
        <p:nvSpPr>
          <p:cNvPr id="7" name="object 13">
            <a:extLst>
              <a:ext uri="{FF2B5EF4-FFF2-40B4-BE49-F238E27FC236}">
                <a16:creationId xmlns:a16="http://schemas.microsoft.com/office/drawing/2014/main" id="{768515EF-4097-44AB-C650-DDF109427CB9}"/>
              </a:ext>
            </a:extLst>
          </p:cNvPr>
          <p:cNvSpPr txBox="1"/>
          <p:nvPr/>
        </p:nvSpPr>
        <p:spPr>
          <a:xfrm>
            <a:off x="335368" y="1020294"/>
            <a:ext cx="11521266" cy="446276"/>
          </a:xfrm>
          <a:prstGeom prst="rect">
            <a:avLst/>
          </a:prstGeom>
          <a:noFill/>
        </p:spPr>
        <p:txBody>
          <a:bodyPr wrap="square" lIns="0" tIns="0" rIns="0" bIns="0" rtlCol="0" anchor="t">
            <a:spAutoFit/>
          </a:bodyPr>
          <a:lstStyle>
            <a:defPPr>
              <a:defRPr kern="0"/>
            </a:defPPr>
            <a:lvl1pPr algn="l" defTabSz="1507846" rtl="0">
              <a:lnSpc>
                <a:spcPct val="90000"/>
              </a:lnSpc>
              <a:buClr>
                <a:srgbClr val="637881"/>
              </a:buClr>
              <a:buSzPts val="4000"/>
              <a:defRPr sz="4947">
                <a:solidFill>
                  <a:srgbClr val="293A42"/>
                </a:solidFill>
                <a:latin typeface="Versos"/>
                <a:ea typeface="Arial"/>
                <a:cs typeface="Arial"/>
              </a:defRPr>
            </a:lvl1pPr>
          </a:lstStyle>
          <a:p>
            <a:pPr marL="0" marR="0" lvl="0" indent="0" algn="l" defTabSz="914358" rtl="0" eaLnBrk="1" fontAlgn="auto" latinLnBrk="0" hangingPunct="1">
              <a:lnSpc>
                <a:spcPct val="100000"/>
              </a:lnSpc>
              <a:spcBef>
                <a:spcPts val="300"/>
              </a:spcBef>
              <a:spcAft>
                <a:spcPts val="300"/>
              </a:spcAft>
              <a:buClr>
                <a:srgbClr val="637881"/>
              </a:buClr>
              <a:buSzPts val="4000"/>
              <a:buFont typeface="Arial"/>
              <a:buNone/>
              <a:tabLst/>
              <a:defRPr/>
            </a:pPr>
            <a:r>
              <a:rPr kumimoji="0" lang="pt-BR" sz="120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O time de gestão do Fundo possui experiência comprovada em produtos de </a:t>
            </a:r>
            <a:r>
              <a:rPr kumimoji="0" lang="pt-BR" sz="1200" b="0" i="0" u="none" strike="noStrike" kern="0" cap="none" spc="0" normalizeH="0" baseline="0" noProof="0">
                <a:ln>
                  <a:noFill/>
                </a:ln>
                <a:solidFill>
                  <a:srgbClr val="FFFFFF"/>
                </a:solidFill>
                <a:effectLst/>
                <a:uLnTx/>
                <a:uFillTx/>
                <a:latin typeface="Versos" panose="020B0503020204030204" pitchFamily="34" charset="0"/>
                <a:cs typeface="Arial"/>
                <a:sym typeface="Arial"/>
              </a:rPr>
              <a:t>Crédito e Infraestrutura</a:t>
            </a:r>
            <a:r>
              <a:rPr kumimoji="0" lang="pt-BR" sz="120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 </a:t>
            </a:r>
          </a:p>
          <a:p>
            <a:pPr defTabSz="914358">
              <a:lnSpc>
                <a:spcPct val="100000"/>
              </a:lnSpc>
              <a:spcBef>
                <a:spcPts val="300"/>
              </a:spcBef>
              <a:spcAft>
                <a:spcPts val="300"/>
              </a:spcAft>
              <a:defRPr/>
            </a:pPr>
            <a:r>
              <a:rPr kumimoji="0" lang="pt-BR" sz="1200" b="0" i="0" u="none" strike="noStrike" kern="0" cap="none" spc="0" normalizeH="0" baseline="0" noProof="0">
                <a:ln>
                  <a:noFill/>
                </a:ln>
                <a:solidFill>
                  <a:srgbClr val="FFFFFF"/>
                </a:solidFill>
                <a:effectLst/>
                <a:uLnTx/>
                <a:uFillTx/>
                <a:latin typeface="Versos Light"/>
                <a:cs typeface="Arial"/>
                <a:sym typeface="Arial"/>
              </a:rPr>
              <a:t>Somado a esse time, </a:t>
            </a:r>
            <a:r>
              <a:rPr lang="pt-BR" sz="1200">
                <a:solidFill>
                  <a:srgbClr val="FFFFFF"/>
                </a:solidFill>
                <a:latin typeface="Versos Light"/>
              </a:rPr>
              <a:t>temos um</a:t>
            </a:r>
            <a:r>
              <a:rPr kumimoji="0" lang="pt-BR" sz="1200" b="0" i="0" u="none" strike="noStrike" kern="0" cap="none" spc="0" normalizeH="0" baseline="0" noProof="0">
                <a:ln>
                  <a:noFill/>
                </a:ln>
                <a:solidFill>
                  <a:srgbClr val="FFFFFF"/>
                </a:solidFill>
                <a:effectLst/>
                <a:uLnTx/>
                <a:uFillTx/>
                <a:latin typeface="Versos Light"/>
                <a:cs typeface="Arial"/>
                <a:sym typeface="Arial"/>
              </a:rPr>
              <a:t> Comitê de Investimento experiente e multidisciplinar que </a:t>
            </a:r>
            <a:r>
              <a:rPr lang="pt-BR" sz="1200">
                <a:solidFill>
                  <a:srgbClr val="FFFFFF"/>
                </a:solidFill>
                <a:latin typeface="Versos Light"/>
              </a:rPr>
              <a:t>participa</a:t>
            </a:r>
            <a:r>
              <a:rPr kumimoji="0" lang="pt-BR" sz="1200" b="0" i="0" u="none" strike="noStrike" kern="0" cap="none" spc="0" normalizeH="0" baseline="0" noProof="0">
                <a:ln>
                  <a:noFill/>
                </a:ln>
                <a:solidFill>
                  <a:srgbClr val="FFFFFF"/>
                </a:solidFill>
                <a:effectLst/>
                <a:uLnTx/>
                <a:uFillTx/>
                <a:latin typeface="Versos Light"/>
                <a:cs typeface="Arial"/>
                <a:sym typeface="Arial"/>
              </a:rPr>
              <a:t> de todo o processo de investimento </a:t>
            </a:r>
            <a:endParaRPr lang="pt-BR" sz="1200" b="0" i="0" u="none" strike="noStrike" kern="0" cap="none" spc="0" normalizeH="0" baseline="0" noProof="0">
              <a:ln>
                <a:noFill/>
              </a:ln>
              <a:solidFill>
                <a:srgbClr val="FFFFFF"/>
              </a:solidFill>
              <a:effectLst/>
              <a:uLnTx/>
              <a:uFillTx/>
              <a:latin typeface="Versos Light"/>
              <a:cs typeface="Arial"/>
            </a:endParaRPr>
          </a:p>
        </p:txBody>
      </p:sp>
      <p:sp>
        <p:nvSpPr>
          <p:cNvPr id="38" name="object 40">
            <a:extLst>
              <a:ext uri="{FF2B5EF4-FFF2-40B4-BE49-F238E27FC236}">
                <a16:creationId xmlns:a16="http://schemas.microsoft.com/office/drawing/2014/main" id="{EA9ECBAB-5258-6302-4928-89BE4BF8E591}"/>
              </a:ext>
            </a:extLst>
          </p:cNvPr>
          <p:cNvSpPr txBox="1"/>
          <p:nvPr/>
        </p:nvSpPr>
        <p:spPr>
          <a:xfrm>
            <a:off x="4427686" y="1819728"/>
            <a:ext cx="2309036" cy="196670"/>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i="0" u="none" strike="noStrike" kern="0" cap="none" spc="0" normalizeH="0" baseline="0" noProof="0">
                <a:ln>
                  <a:noFill/>
                </a:ln>
                <a:solidFill>
                  <a:schemeClr val="bg1"/>
                </a:solidFill>
                <a:effectLst/>
                <a:uLnTx/>
                <a:uFillTx/>
                <a:latin typeface="Versos" panose="020B0503020204030204" pitchFamily="34" charset="0"/>
                <a:cs typeface="Arial"/>
                <a:sym typeface="Arial"/>
              </a:rPr>
              <a:t>Gestão do Fundo</a:t>
            </a:r>
          </a:p>
        </p:txBody>
      </p:sp>
      <p:sp>
        <p:nvSpPr>
          <p:cNvPr id="45" name="object 40">
            <a:extLst>
              <a:ext uri="{FF2B5EF4-FFF2-40B4-BE49-F238E27FC236}">
                <a16:creationId xmlns:a16="http://schemas.microsoft.com/office/drawing/2014/main" id="{D938967A-02AF-DEE6-3BAE-D8CF040070B4}"/>
              </a:ext>
            </a:extLst>
          </p:cNvPr>
          <p:cNvSpPr txBox="1"/>
          <p:nvPr/>
        </p:nvSpPr>
        <p:spPr>
          <a:xfrm>
            <a:off x="7259774" y="1819728"/>
            <a:ext cx="2309036" cy="196670"/>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i="0" u="none" strike="noStrike" kern="0" cap="none" spc="0" normalizeH="0" baseline="0" noProof="0">
                <a:ln>
                  <a:noFill/>
                </a:ln>
                <a:solidFill>
                  <a:schemeClr val="bg1"/>
                </a:solidFill>
                <a:effectLst/>
                <a:uLnTx/>
                <a:uFillTx/>
                <a:latin typeface="Versos" panose="020B0503020204030204" pitchFamily="34" charset="0"/>
                <a:cs typeface="Arial"/>
                <a:sym typeface="Arial"/>
              </a:rPr>
              <a:t>Comitê de Investimento </a:t>
            </a:r>
          </a:p>
        </p:txBody>
      </p:sp>
      <p:grpSp>
        <p:nvGrpSpPr>
          <p:cNvPr id="53" name="Group 52">
            <a:extLst>
              <a:ext uri="{FF2B5EF4-FFF2-40B4-BE49-F238E27FC236}">
                <a16:creationId xmlns:a16="http://schemas.microsoft.com/office/drawing/2014/main" id="{4C877889-497C-1181-2D42-B45B80F3B453}"/>
              </a:ext>
            </a:extLst>
          </p:cNvPr>
          <p:cNvGrpSpPr/>
          <p:nvPr/>
        </p:nvGrpSpPr>
        <p:grpSpPr>
          <a:xfrm>
            <a:off x="4427686" y="2290745"/>
            <a:ext cx="2309037" cy="2723392"/>
            <a:chOff x="4427686" y="2188045"/>
            <a:chExt cx="2309037" cy="2723392"/>
          </a:xfrm>
        </p:grpSpPr>
        <p:grpSp>
          <p:nvGrpSpPr>
            <p:cNvPr id="49" name="Group 48">
              <a:extLst>
                <a:ext uri="{FF2B5EF4-FFF2-40B4-BE49-F238E27FC236}">
                  <a16:creationId xmlns:a16="http://schemas.microsoft.com/office/drawing/2014/main" id="{5959C307-F83A-47FA-CCA4-87DD8DFC2317}"/>
                </a:ext>
              </a:extLst>
            </p:cNvPr>
            <p:cNvGrpSpPr/>
            <p:nvPr/>
          </p:nvGrpSpPr>
          <p:grpSpPr>
            <a:xfrm>
              <a:off x="4427686" y="2188045"/>
              <a:ext cx="2309037" cy="792841"/>
              <a:chOff x="4427686" y="2188045"/>
              <a:chExt cx="2309037" cy="792841"/>
            </a:xfrm>
          </p:grpSpPr>
          <p:sp>
            <p:nvSpPr>
              <p:cNvPr id="13" name="Rectangle: Single Corner Rounded 12">
                <a:extLst>
                  <a:ext uri="{FF2B5EF4-FFF2-40B4-BE49-F238E27FC236}">
                    <a16:creationId xmlns:a16="http://schemas.microsoft.com/office/drawing/2014/main" id="{FF0256E7-A90A-5A39-1283-F66B575C9C90}"/>
                  </a:ext>
                </a:extLst>
              </p:cNvPr>
              <p:cNvSpPr/>
              <p:nvPr/>
            </p:nvSpPr>
            <p:spPr>
              <a:xfrm>
                <a:off x="5283176" y="2600195"/>
                <a:ext cx="1453547" cy="226164"/>
              </a:xfrm>
              <a:prstGeom prst="round1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175204"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HEAD DE </a:t>
                </a:r>
                <a:b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700"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a:t>
                </a:r>
                <a:r>
                  <a:rPr lang="pt-BR" sz="700" b="1">
                    <a:solidFill>
                      <a:srgbClr val="F6F6F6"/>
                    </a:solidFill>
                    <a:latin typeface="Versos" panose="020B0503020204030204" pitchFamily="34" charset="0"/>
                    <a:cs typeface="Arial"/>
                  </a:rPr>
                  <a:t> </a:t>
                </a:r>
                <a:r>
                  <a:rPr kumimoji="0" lang="pt-BR" sz="700"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PRIVADO</a:t>
                </a:r>
              </a:p>
            </p:txBody>
          </p:sp>
          <p:sp>
            <p:nvSpPr>
              <p:cNvPr id="14" name="object 40">
                <a:extLst>
                  <a:ext uri="{FF2B5EF4-FFF2-40B4-BE49-F238E27FC236}">
                    <a16:creationId xmlns:a16="http://schemas.microsoft.com/office/drawing/2014/main" id="{68766A14-51A2-C2FF-1DB0-5522AB98E39C}"/>
                  </a:ext>
                </a:extLst>
              </p:cNvPr>
              <p:cNvSpPr txBox="1"/>
              <p:nvPr/>
            </p:nvSpPr>
            <p:spPr>
              <a:xfrm>
                <a:off x="5283176" y="2188045"/>
                <a:ext cx="987454" cy="394545"/>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Sami </a:t>
                </a:r>
                <a:b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br>
                <a:r>
                  <a:rPr kumimoji="0" lang="pt-BR" sz="1273" b="1" i="0" u="none" strike="noStrike" kern="0" cap="none" spc="0" normalizeH="0" baseline="0" noProof="0" err="1">
                    <a:ln>
                      <a:noFill/>
                    </a:ln>
                    <a:solidFill>
                      <a:srgbClr val="E6EDF1">
                        <a:lumMod val="90000"/>
                      </a:srgbClr>
                    </a:solidFill>
                    <a:effectLst/>
                    <a:uLnTx/>
                    <a:uFillTx/>
                    <a:latin typeface="Versos" panose="020B0503020204030204" pitchFamily="34" charset="0"/>
                    <a:cs typeface="Arial"/>
                    <a:sym typeface="Arial"/>
                  </a:rPr>
                  <a:t>Karlik</a:t>
                </a: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 CFA</a:t>
                </a:r>
              </a:p>
            </p:txBody>
          </p:sp>
          <p:pic>
            <p:nvPicPr>
              <p:cNvPr id="8" name="object 9">
                <a:extLst>
                  <a:ext uri="{FF2B5EF4-FFF2-40B4-BE49-F238E27FC236}">
                    <a16:creationId xmlns:a16="http://schemas.microsoft.com/office/drawing/2014/main" id="{FF90309F-F0EE-3E93-E970-511BBFEC1C8C}"/>
                  </a:ext>
                </a:extLst>
              </p:cNvPr>
              <p:cNvPicPr/>
              <p:nvPr/>
            </p:nvPicPr>
            <p:blipFill rotWithShape="1">
              <a:blip r:embed="rId3"/>
              <a:srcRect t="4817" b="26081"/>
              <a:stretch/>
            </p:blipFill>
            <p:spPr>
              <a:xfrm>
                <a:off x="4427686" y="2188045"/>
                <a:ext cx="764891" cy="792841"/>
              </a:xfrm>
              <a:prstGeom prst="round1Rect">
                <a:avLst/>
              </a:prstGeom>
            </p:spPr>
          </p:pic>
        </p:grpSp>
        <p:grpSp>
          <p:nvGrpSpPr>
            <p:cNvPr id="51" name="Group 50">
              <a:extLst>
                <a:ext uri="{FF2B5EF4-FFF2-40B4-BE49-F238E27FC236}">
                  <a16:creationId xmlns:a16="http://schemas.microsoft.com/office/drawing/2014/main" id="{D3C8673D-53B8-5B3B-A83E-19763B618867}"/>
                </a:ext>
              </a:extLst>
            </p:cNvPr>
            <p:cNvGrpSpPr/>
            <p:nvPr/>
          </p:nvGrpSpPr>
          <p:grpSpPr>
            <a:xfrm>
              <a:off x="4427686" y="4118596"/>
              <a:ext cx="2309036" cy="792841"/>
              <a:chOff x="4427686" y="4031642"/>
              <a:chExt cx="2309036" cy="792841"/>
            </a:xfrm>
          </p:grpSpPr>
          <p:sp>
            <p:nvSpPr>
              <p:cNvPr id="11" name="Rectangle: Single Corner Rounded 10">
                <a:extLst>
                  <a:ext uri="{FF2B5EF4-FFF2-40B4-BE49-F238E27FC236}">
                    <a16:creationId xmlns:a16="http://schemas.microsoft.com/office/drawing/2014/main" id="{6490B383-6BCF-6D21-9681-168FDAF9783E}"/>
                  </a:ext>
                </a:extLst>
              </p:cNvPr>
              <p:cNvSpPr/>
              <p:nvPr/>
            </p:nvSpPr>
            <p:spPr>
              <a:xfrm>
                <a:off x="5283176" y="4450091"/>
                <a:ext cx="1453546" cy="226164"/>
              </a:xfrm>
              <a:prstGeom prst="round1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175204"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GESTOR DE </a:t>
                </a:r>
                <a:b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700"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12" name="object 40">
                <a:extLst>
                  <a:ext uri="{FF2B5EF4-FFF2-40B4-BE49-F238E27FC236}">
                    <a16:creationId xmlns:a16="http://schemas.microsoft.com/office/drawing/2014/main" id="{AE1E6C64-397C-E238-A26B-31B6DBB7AEB1}"/>
                  </a:ext>
                </a:extLst>
              </p:cNvPr>
              <p:cNvSpPr txBox="1"/>
              <p:nvPr/>
            </p:nvSpPr>
            <p:spPr>
              <a:xfrm>
                <a:off x="5283176" y="4031642"/>
                <a:ext cx="987454" cy="394545"/>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Pedro </a:t>
                </a:r>
                <a:b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b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Bento, CFA</a:t>
                </a:r>
              </a:p>
            </p:txBody>
          </p:sp>
          <p:pic>
            <p:nvPicPr>
              <p:cNvPr id="9" name="object 43">
                <a:extLst>
                  <a:ext uri="{FF2B5EF4-FFF2-40B4-BE49-F238E27FC236}">
                    <a16:creationId xmlns:a16="http://schemas.microsoft.com/office/drawing/2014/main" id="{2B34A935-A73D-3EBB-650E-DD2A97962636}"/>
                  </a:ext>
                </a:extLst>
              </p:cNvPr>
              <p:cNvPicPr preferRelativeResize="0"/>
              <p:nvPr/>
            </p:nvPicPr>
            <p:blipFill rotWithShape="1">
              <a:blip r:embed="rId4" cstate="print"/>
              <a:srcRect l="1958" r="1958"/>
              <a:stretch/>
            </p:blipFill>
            <p:spPr>
              <a:xfrm>
                <a:off x="4427686" y="4031642"/>
                <a:ext cx="764891" cy="792841"/>
              </a:xfrm>
              <a:prstGeom prst="round1Rect">
                <a:avLst/>
              </a:prstGeom>
            </p:spPr>
          </p:pic>
        </p:grpSp>
        <p:grpSp>
          <p:nvGrpSpPr>
            <p:cNvPr id="50" name="Group 49">
              <a:extLst>
                <a:ext uri="{FF2B5EF4-FFF2-40B4-BE49-F238E27FC236}">
                  <a16:creationId xmlns:a16="http://schemas.microsoft.com/office/drawing/2014/main" id="{A7A2AEB9-58B1-6152-497D-3BBAB66D3BB5}"/>
                </a:ext>
              </a:extLst>
            </p:cNvPr>
            <p:cNvGrpSpPr/>
            <p:nvPr/>
          </p:nvGrpSpPr>
          <p:grpSpPr>
            <a:xfrm>
              <a:off x="4427686" y="3150389"/>
              <a:ext cx="2309037" cy="798704"/>
              <a:chOff x="4427686" y="3237343"/>
              <a:chExt cx="2309037" cy="798704"/>
            </a:xfrm>
          </p:grpSpPr>
          <p:sp>
            <p:nvSpPr>
              <p:cNvPr id="15" name="Rectangle: Single Corner Rounded 14">
                <a:extLst>
                  <a:ext uri="{FF2B5EF4-FFF2-40B4-BE49-F238E27FC236}">
                    <a16:creationId xmlns:a16="http://schemas.microsoft.com/office/drawing/2014/main" id="{C1300518-399D-F37E-5D00-96ABA9DCC414}"/>
                  </a:ext>
                </a:extLst>
              </p:cNvPr>
              <p:cNvSpPr/>
              <p:nvPr/>
            </p:nvSpPr>
            <p:spPr>
              <a:xfrm>
                <a:off x="5283176" y="3655792"/>
                <a:ext cx="1453547" cy="226164"/>
              </a:xfrm>
              <a:prstGeom prst="round1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R="174625">
                  <a:defRPr/>
                </a:pPr>
                <a:r>
                  <a:rPr lang="pt-BR" sz="700">
                    <a:latin typeface="Versos"/>
                    <a:cs typeface="Arial"/>
                  </a:rPr>
                  <a:t>HEAD DE ANÁLISE DE CRÉDITO PRIVADO</a:t>
                </a:r>
                <a:endParaRPr lang="pt-BR" sz="700" b="1">
                  <a:solidFill>
                    <a:srgbClr val="F6F6F6"/>
                  </a:solidFill>
                  <a:latin typeface="Versos"/>
                  <a:cs typeface="Arial"/>
                </a:endParaRPr>
              </a:p>
            </p:txBody>
          </p:sp>
          <p:sp>
            <p:nvSpPr>
              <p:cNvPr id="16" name="object 40">
                <a:extLst>
                  <a:ext uri="{FF2B5EF4-FFF2-40B4-BE49-F238E27FC236}">
                    <a16:creationId xmlns:a16="http://schemas.microsoft.com/office/drawing/2014/main" id="{F817CEB2-0C42-2E37-7E53-E471793D11CD}"/>
                  </a:ext>
                </a:extLst>
              </p:cNvPr>
              <p:cNvSpPr txBox="1"/>
              <p:nvPr/>
            </p:nvSpPr>
            <p:spPr>
              <a:xfrm>
                <a:off x="5283176" y="3237343"/>
                <a:ext cx="987454" cy="394545"/>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José </a:t>
                </a:r>
                <a:b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b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Ávila</a:t>
                </a:r>
              </a:p>
            </p:txBody>
          </p:sp>
          <p:sp>
            <p:nvSpPr>
              <p:cNvPr id="10" name="Rectangle: Single Corner Rounded 9">
                <a:extLst>
                  <a:ext uri="{FF2B5EF4-FFF2-40B4-BE49-F238E27FC236}">
                    <a16:creationId xmlns:a16="http://schemas.microsoft.com/office/drawing/2014/main" id="{A193224C-A0DE-496F-D3EA-9654CB2140A5}"/>
                  </a:ext>
                </a:extLst>
              </p:cNvPr>
              <p:cNvSpPr/>
              <p:nvPr/>
            </p:nvSpPr>
            <p:spPr>
              <a:xfrm>
                <a:off x="4427686" y="3237343"/>
                <a:ext cx="763156" cy="798704"/>
              </a:xfrm>
              <a:prstGeom prst="round1Rect">
                <a:avLst/>
              </a:prstGeom>
              <a:blipFill dpi="0" rotWithShape="1">
                <a:blip r:embed="rId5">
                  <a:extLst>
                    <a:ext uri="{28A0092B-C50C-407E-A947-70E740481C1C}">
                      <a14:useLocalDpi xmlns:a14="http://schemas.microsoft.com/office/drawing/2010/main" val="0"/>
                    </a:ext>
                  </a:extLst>
                </a:blip>
                <a:srcRect/>
                <a:stretch>
                  <a:fillRect l="-20400" t="-9261" r="-13181" b="-8219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Calibri"/>
                  <a:ea typeface="+mn-ea"/>
                  <a:cs typeface="+mn-cs"/>
                  <a:sym typeface="Arial"/>
                </a:endParaRPr>
              </a:p>
            </p:txBody>
          </p:sp>
        </p:grpSp>
      </p:grpSp>
      <p:sp>
        <p:nvSpPr>
          <p:cNvPr id="43" name="CaixaDeTexto 110">
            <a:extLst>
              <a:ext uri="{FF2B5EF4-FFF2-40B4-BE49-F238E27FC236}">
                <a16:creationId xmlns:a16="http://schemas.microsoft.com/office/drawing/2014/main" id="{396661A5-EEF7-DFBB-83DF-D3A60366D1E2}"/>
              </a:ext>
            </a:extLst>
          </p:cNvPr>
          <p:cNvSpPr txBox="1"/>
          <p:nvPr/>
        </p:nvSpPr>
        <p:spPr>
          <a:xfrm>
            <a:off x="7259774" y="2562664"/>
            <a:ext cx="4597264" cy="2800767"/>
          </a:xfrm>
          <a:prstGeom prst="rect">
            <a:avLst/>
          </a:prstGeom>
          <a:noFill/>
        </p:spPr>
        <p:txBody>
          <a:bodyPr wrap="square" lIns="43661" rIns="21830" rtlCol="0">
            <a:spAutoFit/>
          </a:bodyPr>
          <a:lstStyle/>
          <a:p>
            <a:pPr marR="17778" defTabSz="554492">
              <a:spcBef>
                <a:spcPts val="600"/>
              </a:spcBef>
              <a:spcAft>
                <a:spcPts val="600"/>
              </a:spcAft>
              <a:buClrTx/>
              <a:buSzPct val="81250"/>
              <a:tabLst>
                <a:tab pos="245514" algn="l"/>
              </a:tabLst>
              <a:defRPr/>
            </a:pPr>
            <a:r>
              <a:rPr lang="pt-BR">
                <a:solidFill>
                  <a:schemeClr val="bg1"/>
                </a:solidFill>
                <a:latin typeface="Versos Light" panose="020B0403020204030204" pitchFamily="34" charset="0"/>
              </a:rPr>
              <a:t>Equipe multidisciplinar </a:t>
            </a:r>
            <a:br>
              <a:rPr lang="pt-BR">
                <a:solidFill>
                  <a:schemeClr val="bg1"/>
                </a:solidFill>
                <a:latin typeface="Versos Light" panose="020B0403020204030204" pitchFamily="34" charset="0"/>
              </a:rPr>
            </a:br>
            <a:r>
              <a:rPr lang="pt-BR">
                <a:solidFill>
                  <a:schemeClr val="bg1"/>
                </a:solidFill>
                <a:latin typeface="Versos Light" panose="020B0403020204030204" pitchFamily="34" charset="0"/>
              </a:rPr>
              <a:t>participando do Comitê</a:t>
            </a:r>
          </a:p>
          <a:p>
            <a:pPr marR="17778" defTabSz="554492">
              <a:spcBef>
                <a:spcPts val="600"/>
              </a:spcBef>
              <a:spcAft>
                <a:spcPts val="600"/>
              </a:spcAft>
              <a:buClrTx/>
              <a:buSzPct val="81250"/>
              <a:tabLst>
                <a:tab pos="245514" algn="l"/>
              </a:tabLst>
              <a:defRPr/>
            </a:pPr>
            <a:r>
              <a:rPr lang="pt-BR">
                <a:solidFill>
                  <a:schemeClr val="bg1"/>
                </a:solidFill>
                <a:latin typeface="Versos Light" panose="020B0403020204030204" pitchFamily="34" charset="0"/>
              </a:rPr>
              <a:t>Apresentação das condições </a:t>
            </a:r>
            <a:br>
              <a:rPr lang="pt-BR">
                <a:solidFill>
                  <a:schemeClr val="bg1"/>
                </a:solidFill>
                <a:latin typeface="Versos Light" panose="020B0403020204030204" pitchFamily="34" charset="0"/>
              </a:rPr>
            </a:br>
            <a:r>
              <a:rPr lang="pt-BR">
                <a:solidFill>
                  <a:schemeClr val="bg1"/>
                </a:solidFill>
                <a:latin typeface="Versos Light" panose="020B0403020204030204" pitchFamily="34" charset="0"/>
              </a:rPr>
              <a:t>e características da operação</a:t>
            </a:r>
          </a:p>
          <a:p>
            <a:pPr marR="17778" defTabSz="554492">
              <a:spcBef>
                <a:spcPts val="600"/>
              </a:spcBef>
              <a:spcAft>
                <a:spcPts val="600"/>
              </a:spcAft>
              <a:buClrTx/>
              <a:buSzPct val="81250"/>
              <a:tabLst>
                <a:tab pos="245514" algn="l"/>
              </a:tabLst>
              <a:defRPr/>
            </a:pPr>
            <a:r>
              <a:rPr lang="pt-BR">
                <a:solidFill>
                  <a:schemeClr val="bg1"/>
                </a:solidFill>
                <a:latin typeface="Versos Light" panose="020B0403020204030204" pitchFamily="34" charset="0"/>
              </a:rPr>
              <a:t>Validação da tese de crédito</a:t>
            </a:r>
          </a:p>
          <a:p>
            <a:pPr marR="17778" defTabSz="554492">
              <a:spcBef>
                <a:spcPts val="600"/>
              </a:spcBef>
              <a:spcAft>
                <a:spcPts val="600"/>
              </a:spcAft>
              <a:buClrTx/>
              <a:buSzPct val="81250"/>
              <a:tabLst>
                <a:tab pos="245514" algn="l"/>
              </a:tabLst>
              <a:defRPr/>
            </a:pPr>
            <a:r>
              <a:rPr lang="pt-BR">
                <a:solidFill>
                  <a:schemeClr val="bg1"/>
                </a:solidFill>
                <a:latin typeface="Versos Light" panose="020B0403020204030204" pitchFamily="34" charset="0"/>
              </a:rPr>
              <a:t>Discussão e explicação dos questionamentos levantados pelos membros do comitê</a:t>
            </a:r>
          </a:p>
          <a:p>
            <a:pPr marR="17778" defTabSz="554492">
              <a:spcBef>
                <a:spcPts val="600"/>
              </a:spcBef>
              <a:spcAft>
                <a:spcPts val="600"/>
              </a:spcAft>
              <a:buClrTx/>
              <a:buSzPct val="81250"/>
              <a:tabLst>
                <a:tab pos="245514" algn="l"/>
              </a:tabLst>
              <a:defRPr/>
            </a:pPr>
            <a:r>
              <a:rPr lang="pt-BR">
                <a:solidFill>
                  <a:schemeClr val="bg1"/>
                </a:solidFill>
                <a:latin typeface="Versos Light" panose="020B0403020204030204" pitchFamily="34" charset="0"/>
              </a:rPr>
              <a:t>Aprovação ou rejeição da proposta</a:t>
            </a:r>
          </a:p>
          <a:p>
            <a:pPr marR="17778" defTabSz="554492">
              <a:spcBef>
                <a:spcPts val="600"/>
              </a:spcBef>
              <a:spcAft>
                <a:spcPts val="600"/>
              </a:spcAft>
              <a:buClrTx/>
              <a:buSzPct val="81250"/>
              <a:tabLst>
                <a:tab pos="245514" algn="l"/>
              </a:tabLst>
              <a:defRPr/>
            </a:pPr>
            <a:r>
              <a:rPr lang="pt-BR">
                <a:solidFill>
                  <a:schemeClr val="bg1"/>
                </a:solidFill>
                <a:latin typeface="Versos Light" panose="020B0403020204030204" pitchFamily="34" charset="0"/>
              </a:rPr>
              <a:t>Decisão por maioria</a:t>
            </a:r>
          </a:p>
        </p:txBody>
      </p:sp>
      <p:sp>
        <p:nvSpPr>
          <p:cNvPr id="54" name="object 40">
            <a:extLst>
              <a:ext uri="{FF2B5EF4-FFF2-40B4-BE49-F238E27FC236}">
                <a16:creationId xmlns:a16="http://schemas.microsoft.com/office/drawing/2014/main" id="{1B499F0C-F3FC-429D-0472-9C7E5B8CAF80}"/>
              </a:ext>
            </a:extLst>
          </p:cNvPr>
          <p:cNvSpPr txBox="1"/>
          <p:nvPr/>
        </p:nvSpPr>
        <p:spPr>
          <a:xfrm>
            <a:off x="314154" y="1819728"/>
            <a:ext cx="2309036" cy="196670"/>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i="0" u="none" strike="noStrike" kern="0" cap="none" spc="0" normalizeH="0" baseline="0" noProof="0">
                <a:ln>
                  <a:noFill/>
                </a:ln>
                <a:solidFill>
                  <a:schemeClr val="bg1"/>
                </a:solidFill>
                <a:effectLst/>
                <a:uLnTx/>
                <a:uFillTx/>
                <a:latin typeface="Versos" panose="020B0503020204030204" pitchFamily="34" charset="0"/>
                <a:cs typeface="Arial"/>
                <a:sym typeface="Arial"/>
              </a:rPr>
              <a:t>Gestão do Fundo</a:t>
            </a:r>
          </a:p>
        </p:txBody>
      </p:sp>
      <p:sp>
        <p:nvSpPr>
          <p:cNvPr id="56" name="Rectangle 55">
            <a:extLst>
              <a:ext uri="{FF2B5EF4-FFF2-40B4-BE49-F238E27FC236}">
                <a16:creationId xmlns:a16="http://schemas.microsoft.com/office/drawing/2014/main" id="{AEBC47F7-D4D1-7782-BF9A-7EEEE79E45DC}"/>
              </a:ext>
            </a:extLst>
          </p:cNvPr>
          <p:cNvSpPr/>
          <p:nvPr/>
        </p:nvSpPr>
        <p:spPr>
          <a:xfrm>
            <a:off x="300038" y="2290745"/>
            <a:ext cx="3471073" cy="662698"/>
          </a:xfrm>
          <a:prstGeom prst="rect">
            <a:avLst/>
          </a:prstGeom>
          <a:solidFill>
            <a:srgbClr val="202F38"/>
          </a:solidFill>
          <a:ln>
            <a:noFill/>
          </a:ln>
        </p:spPr>
        <p:style>
          <a:lnRef idx="2">
            <a:schemeClr val="accent1">
              <a:shade val="15000"/>
            </a:schemeClr>
          </a:lnRef>
          <a:fillRef idx="1">
            <a:schemeClr val="accent1"/>
          </a:fillRef>
          <a:effectRef idx="0">
            <a:schemeClr val="accent1"/>
          </a:effectRef>
          <a:fontRef idx="minor">
            <a:schemeClr val="lt1"/>
          </a:fontRef>
        </p:style>
        <p:txBody>
          <a:bodyPr lIns="504000" rtlCol="0" anchor="ctr"/>
          <a:lstStyle/>
          <a:p>
            <a:r>
              <a:rPr lang="pt-BR" sz="1200">
                <a:solidFill>
                  <a:schemeClr val="bg1"/>
                </a:solidFill>
                <a:latin typeface="Versos Light" panose="020B0403020204030204" pitchFamily="34" charset="0"/>
              </a:rPr>
              <a:t>Time focado na gestão de fundos de crédito, com </a:t>
            </a:r>
            <a:r>
              <a:rPr lang="pt-BR" sz="1200" i="1">
                <a:solidFill>
                  <a:schemeClr val="bg1"/>
                </a:solidFill>
                <a:latin typeface="Versos Light" panose="020B0403020204030204" pitchFamily="34" charset="0"/>
              </a:rPr>
              <a:t>track </a:t>
            </a:r>
            <a:r>
              <a:rPr lang="pt-BR" sz="1200" i="1" err="1">
                <a:solidFill>
                  <a:schemeClr val="bg1"/>
                </a:solidFill>
                <a:latin typeface="Versos Light" panose="020B0403020204030204" pitchFamily="34" charset="0"/>
              </a:rPr>
              <a:t>record</a:t>
            </a:r>
            <a:r>
              <a:rPr lang="pt-BR" sz="1200" i="1">
                <a:solidFill>
                  <a:schemeClr val="bg1"/>
                </a:solidFill>
                <a:latin typeface="Versos Light" panose="020B0403020204030204" pitchFamily="34" charset="0"/>
              </a:rPr>
              <a:t> </a:t>
            </a:r>
            <a:r>
              <a:rPr lang="pt-BR" sz="1200">
                <a:solidFill>
                  <a:schemeClr val="bg1"/>
                </a:solidFill>
                <a:latin typeface="Versos Light" panose="020B0403020204030204" pitchFamily="34" charset="0"/>
              </a:rPr>
              <a:t>comprovado; </a:t>
            </a:r>
          </a:p>
        </p:txBody>
      </p:sp>
      <p:sp>
        <p:nvSpPr>
          <p:cNvPr id="57" name="Rectangle 56">
            <a:extLst>
              <a:ext uri="{FF2B5EF4-FFF2-40B4-BE49-F238E27FC236}">
                <a16:creationId xmlns:a16="http://schemas.microsoft.com/office/drawing/2014/main" id="{6E79C1EF-F557-5F18-E429-62A7C94102BB}"/>
              </a:ext>
            </a:extLst>
          </p:cNvPr>
          <p:cNvSpPr/>
          <p:nvPr/>
        </p:nvSpPr>
        <p:spPr>
          <a:xfrm>
            <a:off x="300038" y="3262613"/>
            <a:ext cx="3471073" cy="662698"/>
          </a:xfrm>
          <a:prstGeom prst="rect">
            <a:avLst/>
          </a:prstGeom>
          <a:solidFill>
            <a:srgbClr val="202F38"/>
          </a:solidFill>
          <a:ln>
            <a:noFill/>
          </a:ln>
        </p:spPr>
        <p:style>
          <a:lnRef idx="2">
            <a:schemeClr val="accent1">
              <a:shade val="15000"/>
            </a:schemeClr>
          </a:lnRef>
          <a:fillRef idx="1">
            <a:schemeClr val="accent1"/>
          </a:fillRef>
          <a:effectRef idx="0">
            <a:schemeClr val="accent1"/>
          </a:effectRef>
          <a:fontRef idx="minor">
            <a:schemeClr val="lt1"/>
          </a:fontRef>
        </p:style>
        <p:txBody>
          <a:bodyPr lIns="504000" rtlCol="0" anchor="ctr"/>
          <a:lstStyle/>
          <a:p>
            <a:r>
              <a:rPr lang="pt-BR" sz="1200">
                <a:solidFill>
                  <a:schemeClr val="bg1"/>
                </a:solidFill>
                <a:latin typeface="Versos Light" panose="020B0403020204030204" pitchFamily="34" charset="0"/>
              </a:rPr>
              <a:t>Time específico para análise </a:t>
            </a:r>
            <a:br>
              <a:rPr lang="pt-BR" sz="1200">
                <a:solidFill>
                  <a:schemeClr val="bg1"/>
                </a:solidFill>
                <a:latin typeface="Versos Light" panose="020B0403020204030204" pitchFamily="34" charset="0"/>
              </a:rPr>
            </a:br>
            <a:r>
              <a:rPr lang="pt-BR" sz="1200">
                <a:solidFill>
                  <a:schemeClr val="bg1"/>
                </a:solidFill>
                <a:latin typeface="Versos Light" panose="020B0403020204030204" pitchFamily="34" charset="0"/>
              </a:rPr>
              <a:t>de crédito e operações</a:t>
            </a:r>
          </a:p>
        </p:txBody>
      </p:sp>
      <p:sp>
        <p:nvSpPr>
          <p:cNvPr id="58" name="Rectangle 57">
            <a:extLst>
              <a:ext uri="{FF2B5EF4-FFF2-40B4-BE49-F238E27FC236}">
                <a16:creationId xmlns:a16="http://schemas.microsoft.com/office/drawing/2014/main" id="{31F02F36-6B38-A5B4-BB68-D99E1BD4A1B1}"/>
              </a:ext>
            </a:extLst>
          </p:cNvPr>
          <p:cNvSpPr/>
          <p:nvPr/>
        </p:nvSpPr>
        <p:spPr>
          <a:xfrm>
            <a:off x="314154" y="4234481"/>
            <a:ext cx="3471073" cy="662698"/>
          </a:xfrm>
          <a:prstGeom prst="rect">
            <a:avLst/>
          </a:prstGeom>
          <a:solidFill>
            <a:srgbClr val="202F38"/>
          </a:solidFill>
          <a:ln>
            <a:noFill/>
          </a:ln>
        </p:spPr>
        <p:style>
          <a:lnRef idx="2">
            <a:schemeClr val="accent1">
              <a:shade val="15000"/>
            </a:schemeClr>
          </a:lnRef>
          <a:fillRef idx="1">
            <a:schemeClr val="accent1"/>
          </a:fillRef>
          <a:effectRef idx="0">
            <a:schemeClr val="accent1"/>
          </a:effectRef>
          <a:fontRef idx="minor">
            <a:schemeClr val="lt1"/>
          </a:fontRef>
        </p:style>
        <p:txBody>
          <a:bodyPr lIns="504000" rtlCol="0" anchor="ctr"/>
          <a:lstStyle/>
          <a:p>
            <a:r>
              <a:rPr lang="pt-BR" sz="1200">
                <a:solidFill>
                  <a:schemeClr val="bg1"/>
                </a:solidFill>
                <a:latin typeface="Versos Light" panose="020B0403020204030204" pitchFamily="34" charset="0"/>
              </a:rPr>
              <a:t>Experiência em instrumentos </a:t>
            </a:r>
            <a:br>
              <a:rPr lang="pt-BR" sz="1200">
                <a:solidFill>
                  <a:schemeClr val="bg1"/>
                </a:solidFill>
                <a:latin typeface="Versos Light" panose="020B0403020204030204" pitchFamily="34" charset="0"/>
              </a:rPr>
            </a:br>
            <a:r>
              <a:rPr lang="pt-BR" sz="1200">
                <a:solidFill>
                  <a:schemeClr val="bg1"/>
                </a:solidFill>
                <a:latin typeface="Versos Light" panose="020B0403020204030204" pitchFamily="34" charset="0"/>
              </a:rPr>
              <a:t>e estruturação de </a:t>
            </a:r>
            <a:r>
              <a:rPr lang="pt-BR" sz="1200">
                <a:solidFill>
                  <a:schemeClr val="bg1"/>
                </a:solidFill>
                <a:latin typeface="Versos" panose="020B0503020204030204" pitchFamily="34" charset="0"/>
              </a:rPr>
              <a:t>Crédito</a:t>
            </a:r>
            <a:endParaRPr lang="pt-BR" sz="1200">
              <a:solidFill>
                <a:schemeClr val="bg1"/>
              </a:solidFill>
              <a:latin typeface="Versos Light" panose="020B0403020204030204" pitchFamily="34" charset="0"/>
            </a:endParaRPr>
          </a:p>
        </p:txBody>
      </p:sp>
      <p:sp>
        <p:nvSpPr>
          <p:cNvPr id="59" name="Rectangle 58">
            <a:extLst>
              <a:ext uri="{FF2B5EF4-FFF2-40B4-BE49-F238E27FC236}">
                <a16:creationId xmlns:a16="http://schemas.microsoft.com/office/drawing/2014/main" id="{585839E7-406F-C5DA-D2EA-8E4A9212DA14}"/>
              </a:ext>
            </a:extLst>
          </p:cNvPr>
          <p:cNvSpPr/>
          <p:nvPr/>
        </p:nvSpPr>
        <p:spPr>
          <a:xfrm>
            <a:off x="314154" y="5206348"/>
            <a:ext cx="3471073" cy="662698"/>
          </a:xfrm>
          <a:prstGeom prst="rect">
            <a:avLst/>
          </a:prstGeom>
          <a:solidFill>
            <a:srgbClr val="202F38"/>
          </a:solidFill>
          <a:ln>
            <a:noFill/>
          </a:ln>
        </p:spPr>
        <p:style>
          <a:lnRef idx="2">
            <a:schemeClr val="accent1">
              <a:shade val="15000"/>
            </a:schemeClr>
          </a:lnRef>
          <a:fillRef idx="1">
            <a:schemeClr val="accent1"/>
          </a:fillRef>
          <a:effectRef idx="0">
            <a:schemeClr val="accent1"/>
          </a:effectRef>
          <a:fontRef idx="minor">
            <a:schemeClr val="lt1"/>
          </a:fontRef>
        </p:style>
        <p:txBody>
          <a:bodyPr lIns="504000" rtlCol="0" anchor="ctr"/>
          <a:lstStyle/>
          <a:p>
            <a:r>
              <a:rPr lang="pt-BR" sz="1200">
                <a:solidFill>
                  <a:schemeClr val="bg1"/>
                </a:solidFill>
                <a:latin typeface="Versos Light" panose="020B0403020204030204" pitchFamily="34" charset="0"/>
              </a:rPr>
              <a:t>Negociação diária </a:t>
            </a:r>
            <a:br>
              <a:rPr lang="pt-BR" sz="1200">
                <a:solidFill>
                  <a:schemeClr val="bg1"/>
                </a:solidFill>
                <a:latin typeface="Versos Light" panose="020B0403020204030204" pitchFamily="34" charset="0"/>
              </a:rPr>
            </a:br>
            <a:r>
              <a:rPr lang="pt-BR" sz="1200">
                <a:solidFill>
                  <a:schemeClr val="bg1"/>
                </a:solidFill>
                <a:latin typeface="Versos Light" panose="020B0403020204030204" pitchFamily="34" charset="0"/>
              </a:rPr>
              <a:t>no </a:t>
            </a:r>
            <a:r>
              <a:rPr lang="pt-BR" sz="1200" b="1">
                <a:solidFill>
                  <a:schemeClr val="bg1"/>
                </a:solidFill>
                <a:latin typeface="Versos" panose="020B0503020204030204" pitchFamily="34" charset="0"/>
              </a:rPr>
              <a:t>Mercado Secundário</a:t>
            </a:r>
          </a:p>
        </p:txBody>
      </p:sp>
      <p:grpSp>
        <p:nvGrpSpPr>
          <p:cNvPr id="194" name="Group 193">
            <a:extLst>
              <a:ext uri="{FF2B5EF4-FFF2-40B4-BE49-F238E27FC236}">
                <a16:creationId xmlns:a16="http://schemas.microsoft.com/office/drawing/2014/main" id="{EBFC8EFE-0129-C52D-8D80-660134D89177}"/>
              </a:ext>
            </a:extLst>
          </p:cNvPr>
          <p:cNvGrpSpPr/>
          <p:nvPr/>
        </p:nvGrpSpPr>
        <p:grpSpPr>
          <a:xfrm>
            <a:off x="7307107" y="3107862"/>
            <a:ext cx="161802" cy="1887810"/>
            <a:chOff x="7259774" y="3107862"/>
            <a:chExt cx="597592" cy="1887810"/>
          </a:xfrm>
        </p:grpSpPr>
        <p:cxnSp>
          <p:nvCxnSpPr>
            <p:cNvPr id="61" name="Straight Connector 60">
              <a:extLst>
                <a:ext uri="{FF2B5EF4-FFF2-40B4-BE49-F238E27FC236}">
                  <a16:creationId xmlns:a16="http://schemas.microsoft.com/office/drawing/2014/main" id="{EC5DF5DF-B084-6CA6-4413-72F4761A0F0C}"/>
                </a:ext>
              </a:extLst>
            </p:cNvPr>
            <p:cNvCxnSpPr>
              <a:cxnSpLocks/>
            </p:cNvCxnSpPr>
            <p:nvPr/>
          </p:nvCxnSpPr>
          <p:spPr>
            <a:xfrm>
              <a:off x="7259774" y="3107862"/>
              <a:ext cx="597592"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7521583-E3A6-F972-E9A1-26785270D577}"/>
                </a:ext>
              </a:extLst>
            </p:cNvPr>
            <p:cNvCxnSpPr>
              <a:cxnSpLocks/>
            </p:cNvCxnSpPr>
            <p:nvPr/>
          </p:nvCxnSpPr>
          <p:spPr>
            <a:xfrm>
              <a:off x="7259774" y="3671629"/>
              <a:ext cx="597592"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7251B1-D2B4-C72A-2318-D8C0BD78002A}"/>
                </a:ext>
              </a:extLst>
            </p:cNvPr>
            <p:cNvCxnSpPr>
              <a:cxnSpLocks/>
            </p:cNvCxnSpPr>
            <p:nvPr/>
          </p:nvCxnSpPr>
          <p:spPr>
            <a:xfrm>
              <a:off x="7259774" y="4055278"/>
              <a:ext cx="597592"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34EF9117-36DF-F8CC-E9BE-333A41E04AEA}"/>
                </a:ext>
              </a:extLst>
            </p:cNvPr>
            <p:cNvCxnSpPr>
              <a:cxnSpLocks/>
            </p:cNvCxnSpPr>
            <p:nvPr/>
          </p:nvCxnSpPr>
          <p:spPr>
            <a:xfrm>
              <a:off x="7259774" y="4639745"/>
              <a:ext cx="597592"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5C936F3E-C67C-8A86-26B1-333EBF4C291A}"/>
                </a:ext>
              </a:extLst>
            </p:cNvPr>
            <p:cNvCxnSpPr>
              <a:cxnSpLocks/>
            </p:cNvCxnSpPr>
            <p:nvPr/>
          </p:nvCxnSpPr>
          <p:spPr>
            <a:xfrm>
              <a:off x="7259774" y="4995672"/>
              <a:ext cx="597592"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pic>
        <p:nvPicPr>
          <p:cNvPr id="196" name="Graphic 195">
            <a:extLst>
              <a:ext uri="{FF2B5EF4-FFF2-40B4-BE49-F238E27FC236}">
                <a16:creationId xmlns:a16="http://schemas.microsoft.com/office/drawing/2014/main" id="{EE79B0E0-9790-C3AF-4DCA-730AF2B9E19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0687" y="2487785"/>
            <a:ext cx="291573" cy="291573"/>
          </a:xfrm>
          <a:prstGeom prst="rect">
            <a:avLst/>
          </a:prstGeom>
        </p:spPr>
      </p:pic>
      <p:pic>
        <p:nvPicPr>
          <p:cNvPr id="203" name="Graphic 202">
            <a:extLst>
              <a:ext uri="{FF2B5EF4-FFF2-40B4-BE49-F238E27FC236}">
                <a16:creationId xmlns:a16="http://schemas.microsoft.com/office/drawing/2014/main" id="{037A2D9D-443F-767C-9D30-50C38BE8704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90451" y="3429000"/>
            <a:ext cx="321809" cy="321809"/>
          </a:xfrm>
          <a:prstGeom prst="rect">
            <a:avLst/>
          </a:prstGeom>
        </p:spPr>
      </p:pic>
      <p:pic>
        <p:nvPicPr>
          <p:cNvPr id="204" name="Graphic 203">
            <a:extLst>
              <a:ext uri="{FF2B5EF4-FFF2-40B4-BE49-F238E27FC236}">
                <a16:creationId xmlns:a16="http://schemas.microsoft.com/office/drawing/2014/main" id="{FA8A0BF1-5E75-1E3E-FDBA-4F78FCB13DB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0451" y="4404925"/>
            <a:ext cx="321809" cy="321809"/>
          </a:xfrm>
          <a:prstGeom prst="rect">
            <a:avLst/>
          </a:prstGeom>
        </p:spPr>
      </p:pic>
      <p:pic>
        <p:nvPicPr>
          <p:cNvPr id="205" name="Graphic 204">
            <a:extLst>
              <a:ext uri="{FF2B5EF4-FFF2-40B4-BE49-F238E27FC236}">
                <a16:creationId xmlns:a16="http://schemas.microsoft.com/office/drawing/2014/main" id="{37601678-EB09-59CE-112A-716128F80B4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90451" y="5386364"/>
            <a:ext cx="321809" cy="321809"/>
          </a:xfrm>
          <a:prstGeom prst="rect">
            <a:avLst/>
          </a:prstGeom>
        </p:spPr>
      </p:pic>
    </p:spTree>
    <p:extLst>
      <p:ext uri="{BB962C8B-B14F-4D97-AF65-F5344CB8AC3E}">
        <p14:creationId xmlns:p14="http://schemas.microsoft.com/office/powerpoint/2010/main" val="2968437448"/>
      </p:ext>
    </p:extLst>
  </p:cSld>
  <p:clrMapOvr>
    <a:masterClrMapping/>
  </p:clrMapOvr>
</p:sld>
</file>

<file path=ppt/theme/theme1.xml><?xml version="1.0" encoding="utf-8"?>
<a:theme xmlns:a="http://schemas.openxmlformats.org/drawingml/2006/main" name="Contracapa e Disclaimer">
  <a:themeElements>
    <a:clrScheme name="Tivio Capital - Imobiliário">
      <a:dk1>
        <a:srgbClr val="000000"/>
      </a:dk1>
      <a:lt1>
        <a:srgbClr val="FFFFFF"/>
      </a:lt1>
      <a:dk2>
        <a:srgbClr val="637881"/>
      </a:dk2>
      <a:lt2>
        <a:srgbClr val="E6EDF1"/>
      </a:lt2>
      <a:accent1>
        <a:srgbClr val="92D3AB"/>
      </a:accent1>
      <a:accent2>
        <a:srgbClr val="C1F4D4"/>
      </a:accent2>
      <a:accent3>
        <a:srgbClr val="759DB4"/>
      </a:accent3>
      <a:accent4>
        <a:srgbClr val="ABC6CD"/>
      </a:accent4>
      <a:accent5>
        <a:srgbClr val="557F97"/>
      </a:accent5>
      <a:accent6>
        <a:srgbClr val="313C40"/>
      </a:accent6>
      <a:hlink>
        <a:srgbClr val="3C4A60"/>
      </a:hlink>
      <a:folHlink>
        <a:srgbClr val="92D3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50E25B5D-1556-B24B-ADD9-1B5BA9A03DD3}" vid="{FAC439FC-A8CE-E54A-8A54-8941007EAD9B}"/>
    </a:ext>
  </a:extLst>
</a:theme>
</file>

<file path=ppt/theme/theme2.xml><?xml version="1.0" encoding="utf-8"?>
<a:theme xmlns:a="http://schemas.openxmlformats.org/drawingml/2006/main" name="Conteúdo">
  <a:themeElements>
    <a:clrScheme name="Tivio Capital - Imobiliário">
      <a:dk1>
        <a:srgbClr val="000000"/>
      </a:dk1>
      <a:lt1>
        <a:srgbClr val="FFFFFF"/>
      </a:lt1>
      <a:dk2>
        <a:srgbClr val="637881"/>
      </a:dk2>
      <a:lt2>
        <a:srgbClr val="E6EDF1"/>
      </a:lt2>
      <a:accent1>
        <a:srgbClr val="92D3AB"/>
      </a:accent1>
      <a:accent2>
        <a:srgbClr val="C1F4D4"/>
      </a:accent2>
      <a:accent3>
        <a:srgbClr val="759DB4"/>
      </a:accent3>
      <a:accent4>
        <a:srgbClr val="ABC6CD"/>
      </a:accent4>
      <a:accent5>
        <a:srgbClr val="557F97"/>
      </a:accent5>
      <a:accent6>
        <a:srgbClr val="313C40"/>
      </a:accent6>
      <a:hlink>
        <a:srgbClr val="3C4A60"/>
      </a:hlink>
      <a:folHlink>
        <a:srgbClr val="92D3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50E25B5D-1556-B24B-ADD9-1B5BA9A03DD3}" vid="{FAC439FC-A8CE-E54A-8A54-8941007EAD9B}"/>
    </a:ext>
  </a:extLst>
</a:theme>
</file>

<file path=ppt/theme/theme3.xml><?xml version="1.0" encoding="utf-8"?>
<a:theme xmlns:a="http://schemas.openxmlformats.org/drawingml/2006/main" name="1_Office Them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Conteúdo">
  <a:themeElements>
    <a:clrScheme name="Tivio Capital - Imobiliário">
      <a:dk1>
        <a:srgbClr val="000000"/>
      </a:dk1>
      <a:lt1>
        <a:srgbClr val="FFFFFF"/>
      </a:lt1>
      <a:dk2>
        <a:srgbClr val="637881"/>
      </a:dk2>
      <a:lt2>
        <a:srgbClr val="E6EDF1"/>
      </a:lt2>
      <a:accent1>
        <a:srgbClr val="92D3AB"/>
      </a:accent1>
      <a:accent2>
        <a:srgbClr val="C1F4D4"/>
      </a:accent2>
      <a:accent3>
        <a:srgbClr val="759DB4"/>
      </a:accent3>
      <a:accent4>
        <a:srgbClr val="ABC6CD"/>
      </a:accent4>
      <a:accent5>
        <a:srgbClr val="557F97"/>
      </a:accent5>
      <a:accent6>
        <a:srgbClr val="313C40"/>
      </a:accent6>
      <a:hlink>
        <a:srgbClr val="3C4A60"/>
      </a:hlink>
      <a:folHlink>
        <a:srgbClr val="92D3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50E25B5D-1556-B24B-ADD9-1B5BA9A03DD3}" vid="{FAC439FC-A8CE-E54A-8A54-8941007EAD9B}"/>
    </a:ext>
  </a:ext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1c0b7a1-8647-479a-bc8f-582142d8bc0f">
      <Terms xmlns="http://schemas.microsoft.com/office/infopath/2007/PartnerControls"/>
    </lcf76f155ced4ddcb4097134ff3c332f>
    <TaxCatchAll xmlns="9a684d71-d6fd-4deb-80ab-4273818deab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CF9B3E74B8F57042982E3E9D39FC0152" ma:contentTypeVersion="14" ma:contentTypeDescription="Crie um novo documento." ma:contentTypeScope="" ma:versionID="3fd0dc2c73f6478acced112ab3406c62">
  <xsd:schema xmlns:xsd="http://www.w3.org/2001/XMLSchema" xmlns:xs="http://www.w3.org/2001/XMLSchema" xmlns:p="http://schemas.microsoft.com/office/2006/metadata/properties" xmlns:ns2="e1c0b7a1-8647-479a-bc8f-582142d8bc0f" xmlns:ns3="9a684d71-d6fd-4deb-80ab-4273818deab9" targetNamespace="http://schemas.microsoft.com/office/2006/metadata/properties" ma:root="true" ma:fieldsID="73d7f55b3be2760303eeb4385bcb2cf7" ns2:_="" ns3:_="">
    <xsd:import namespace="e1c0b7a1-8647-479a-bc8f-582142d8bc0f"/>
    <xsd:import namespace="9a684d71-d6fd-4deb-80ab-4273818dea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c0b7a1-8647-479a-bc8f-582142d8bc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c4e30347-7a5e-4e48-9fe7-ea4e92c09b1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684d71-d6fd-4deb-80ab-4273818deab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44a9ff-42ad-4979-a12e-387190d0cadf}" ma:internalName="TaxCatchAll" ma:showField="CatchAllData" ma:web="9a684d71-d6fd-4deb-80ab-4273818dea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9B0828-4A30-475A-8D69-B6262229B5B8}">
  <ds:schemaRefs>
    <ds:schemaRef ds:uri="http://schemas.microsoft.com/sharepoint/v3/contenttype/forms"/>
  </ds:schemaRefs>
</ds:datastoreItem>
</file>

<file path=customXml/itemProps2.xml><?xml version="1.0" encoding="utf-8"?>
<ds:datastoreItem xmlns:ds="http://schemas.openxmlformats.org/officeDocument/2006/customXml" ds:itemID="{7B83F61C-C7A0-4AF7-BDBC-2C907CFCA633}">
  <ds:schemaRefs>
    <ds:schemaRef ds:uri="http://schemas.microsoft.com/office/2006/documentManagement/types"/>
    <ds:schemaRef ds:uri="http://purl.org/dc/terms/"/>
    <ds:schemaRef ds:uri="http://schemas.microsoft.com/office/infopath/2007/PartnerControls"/>
    <ds:schemaRef ds:uri="http://purl.org/dc/dcmitype/"/>
    <ds:schemaRef ds:uri="9a684d71-d6fd-4deb-80ab-4273818deab9"/>
    <ds:schemaRef ds:uri="e1c0b7a1-8647-479a-bc8f-582142d8bc0f"/>
    <ds:schemaRef ds:uri="http://schemas.microsoft.com/office/2006/metadata/properties"/>
    <ds:schemaRef ds:uri="http://www.w3.org/XML/1998/namespace"/>
    <ds:schemaRef ds:uri="http://purl.org/dc/elements/1.1/"/>
    <ds:schemaRef ds:uri="http://schemas.openxmlformats.org/package/2006/metadata/core-properties"/>
  </ds:schemaRefs>
</ds:datastoreItem>
</file>

<file path=customXml/itemProps3.xml><?xml version="1.0" encoding="utf-8"?>
<ds:datastoreItem xmlns:ds="http://schemas.openxmlformats.org/officeDocument/2006/customXml" ds:itemID="{5DBB79EC-439B-4219-9FD7-34F82129F931}">
  <ds:schemaRefs>
    <ds:schemaRef ds:uri="9a684d71-d6fd-4deb-80ab-4273818deab9"/>
    <ds:schemaRef ds:uri="e1c0b7a1-8647-479a-bc8f-582142d8bc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1b68a0e7-8c4a-4119-a9fe-c55d0d05c305}" enabled="1" method="Standard" siteId="{28bfc1cb-5aa5-436f-9b59-4bbea6096aee}" removed="0"/>
</clbl:labelList>
</file>

<file path=docProps/app.xml><?xml version="1.0" encoding="utf-8"?>
<Properties xmlns="http://schemas.openxmlformats.org/officeDocument/2006/extended-properties" xmlns:vt="http://schemas.openxmlformats.org/officeDocument/2006/docPropsVTypes">
  <Template/>
  <TotalTime>39</TotalTime>
  <Words>2326</Words>
  <Application>Microsoft Office PowerPoint</Application>
  <PresentationFormat>Widescreen</PresentationFormat>
  <Paragraphs>267</Paragraphs>
  <Slides>16</Slides>
  <Notes>11</Notes>
  <HiddenSlides>1</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16</vt:i4>
      </vt:variant>
    </vt:vector>
  </HeadingPairs>
  <TitlesOfParts>
    <vt:vector size="27" baseType="lpstr">
      <vt:lpstr>Calibri</vt:lpstr>
      <vt:lpstr>Wingdings</vt:lpstr>
      <vt:lpstr>Versos Light</vt:lpstr>
      <vt:lpstr>Aptos</vt:lpstr>
      <vt:lpstr>Arial</vt:lpstr>
      <vt:lpstr>Versos</vt:lpstr>
      <vt:lpstr>Contracapa e Disclaimer</vt:lpstr>
      <vt:lpstr>Conteúdo</vt:lpstr>
      <vt:lpstr>1_Office Theme</vt:lpstr>
      <vt:lpstr>2_Office Theme</vt:lpstr>
      <vt:lpstr>3_Conteúdo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INVESTIMENTO</vt:lpstr>
      <vt:lpstr>PowerPoint Presentation</vt:lpstr>
      <vt:lpstr>PowerPoint Presentation</vt:lpstr>
      <vt:lpstr>GESTÃO</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André Mendes</dc:creator>
  <cp:lastModifiedBy>Renan Chaves</cp:lastModifiedBy>
  <cp:revision>2</cp:revision>
  <cp:lastPrinted>2024-01-10T17:05:31Z</cp:lastPrinted>
  <dcterms:created xsi:type="dcterms:W3CDTF">2022-01-07T13:39:44Z</dcterms:created>
  <dcterms:modified xsi:type="dcterms:W3CDTF">2026-10-14T12:55:19Z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0x010100CF9B3E74B8F57042982E3E9D39FC0152</vt:lpwstr>
  </property>
  <property fmtid="{D5CDD505-2E9C-101B-9397-08002B2CF9AE}" pid="3" name="MSIP_Label_e8a63464-1d59-4c4f-b7f6-a5cec5bffaeb_Enabled">
    <vt:lpwstr>true</vt:lpwstr>
  </property>
  <property fmtid="{D5CDD505-2E9C-101B-9397-08002B2CF9AE}" pid="4" name="MSIP_Label_e8a63464-1d59-4c4f-b7f6-a5cec5bffaeb_SetDate">
    <vt:lpwstr>2023-12-13T14:21:44Z</vt:lpwstr>
  </property>
  <property fmtid="{D5CDD505-2E9C-101B-9397-08002B2CF9AE}" pid="5" name="MSIP_Label_e8a63464-1d59-4c4f-b7f6-a5cec5bffaeb_Method">
    <vt:lpwstr>Privileged</vt:lpwstr>
  </property>
  <property fmtid="{D5CDD505-2E9C-101B-9397-08002B2CF9AE}" pid="6" name="MSIP_Label_e8a63464-1d59-4c4f-b7f6-a5cec5bffaeb_Name">
    <vt:lpwstr>e8a63464-1d59-4c4f-b7f6-a5cec5bffaeb</vt:lpwstr>
  </property>
  <property fmtid="{D5CDD505-2E9C-101B-9397-08002B2CF9AE}" pid="7" name="MSIP_Label_e8a63464-1d59-4c4f-b7f6-a5cec5bffaeb_SiteId">
    <vt:lpwstr>ce047754-5e4b-4c19-847a-3c612155b684</vt:lpwstr>
  </property>
  <property fmtid="{D5CDD505-2E9C-101B-9397-08002B2CF9AE}" pid="8" name="MSIP_Label_e8a63464-1d59-4c4f-b7f6-a5cec5bffaeb_ActionId">
    <vt:lpwstr>226ed07b-4733-4743-8e1a-26f54c8572d1</vt:lpwstr>
  </property>
  <property fmtid="{D5CDD505-2E9C-101B-9397-08002B2CF9AE}" pid="9" name="MSIP_Label_e8a63464-1d59-4c4f-b7f6-a5cec5bffaeb_ContentBits">
    <vt:lpwstr>2</vt:lpwstr>
  </property>
  <property fmtid="{D5CDD505-2E9C-101B-9397-08002B2CF9AE}" pid="10" name="MediaServiceImageTags">
    <vt:lpwstr/>
  </property>
</Properties>
</file>